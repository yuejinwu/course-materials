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jpeg" ContentType="image/jpeg"/>
  <Default Extension="JPG" ContentType="image/.jpg"/>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handoutMasterIdLst>
    <p:handoutMasterId r:id="rId155"/>
  </p:handoutMasterIdLst>
  <p:sldIdLst>
    <p:sldId id="678" r:id="rId3"/>
    <p:sldId id="636" r:id="rId4"/>
    <p:sldId id="611" r:id="rId6"/>
    <p:sldId id="258" r:id="rId7"/>
    <p:sldId id="523" r:id="rId8"/>
    <p:sldId id="524" r:id="rId9"/>
    <p:sldId id="525" r:id="rId10"/>
    <p:sldId id="294" r:id="rId11"/>
    <p:sldId id="298" r:id="rId12"/>
    <p:sldId id="612" r:id="rId13"/>
    <p:sldId id="637" r:id="rId14"/>
    <p:sldId id="297" r:id="rId15"/>
    <p:sldId id="544" r:id="rId16"/>
    <p:sldId id="545" r:id="rId17"/>
    <p:sldId id="299" r:id="rId18"/>
    <p:sldId id="613" r:id="rId19"/>
    <p:sldId id="530" r:id="rId20"/>
    <p:sldId id="531" r:id="rId21"/>
    <p:sldId id="533" r:id="rId22"/>
    <p:sldId id="534" r:id="rId23"/>
    <p:sldId id="535" r:id="rId24"/>
    <p:sldId id="536" r:id="rId25"/>
    <p:sldId id="537" r:id="rId26"/>
    <p:sldId id="538" r:id="rId27"/>
    <p:sldId id="679" r:id="rId28"/>
    <p:sldId id="532" r:id="rId29"/>
    <p:sldId id="614" r:id="rId30"/>
    <p:sldId id="325" r:id="rId31"/>
    <p:sldId id="638" r:id="rId32"/>
    <p:sldId id="642" r:id="rId33"/>
    <p:sldId id="791" r:id="rId34"/>
    <p:sldId id="643" r:id="rId35"/>
    <p:sldId id="792" r:id="rId36"/>
    <p:sldId id="910" r:id="rId37"/>
    <p:sldId id="793" r:id="rId38"/>
    <p:sldId id="788" r:id="rId39"/>
    <p:sldId id="644" r:id="rId40"/>
    <p:sldId id="645" r:id="rId41"/>
    <p:sldId id="326" r:id="rId42"/>
    <p:sldId id="327" r:id="rId43"/>
    <p:sldId id="646" r:id="rId44"/>
    <p:sldId id="328" r:id="rId45"/>
    <p:sldId id="330" r:id="rId46"/>
    <p:sldId id="331" r:id="rId47"/>
    <p:sldId id="680" r:id="rId48"/>
    <p:sldId id="681" r:id="rId49"/>
    <p:sldId id="682" r:id="rId50"/>
    <p:sldId id="687" r:id="rId51"/>
    <p:sldId id="688" r:id="rId52"/>
    <p:sldId id="689" r:id="rId53"/>
    <p:sldId id="690" r:id="rId54"/>
    <p:sldId id="391" r:id="rId55"/>
    <p:sldId id="333" r:id="rId56"/>
    <p:sldId id="334" r:id="rId57"/>
    <p:sldId id="335" r:id="rId58"/>
    <p:sldId id="399" r:id="rId59"/>
    <p:sldId id="400" r:id="rId60"/>
    <p:sldId id="401" r:id="rId61"/>
    <p:sldId id="392" r:id="rId62"/>
    <p:sldId id="456" r:id="rId63"/>
    <p:sldId id="683" r:id="rId64"/>
    <p:sldId id="686" r:id="rId65"/>
    <p:sldId id="685" r:id="rId66"/>
    <p:sldId id="640" r:id="rId67"/>
    <p:sldId id="345" r:id="rId68"/>
    <p:sldId id="546" r:id="rId69"/>
    <p:sldId id="641" r:id="rId70"/>
    <p:sldId id="517" r:id="rId71"/>
    <p:sldId id="518" r:id="rId72"/>
    <p:sldId id="519" r:id="rId73"/>
    <p:sldId id="520" r:id="rId74"/>
    <p:sldId id="671" r:id="rId75"/>
    <p:sldId id="672" r:id="rId76"/>
    <p:sldId id="615" r:id="rId77"/>
    <p:sldId id="548" r:id="rId78"/>
    <p:sldId id="550" r:id="rId79"/>
    <p:sldId id="551" r:id="rId80"/>
    <p:sldId id="555" r:id="rId81"/>
    <p:sldId id="647" r:id="rId82"/>
    <p:sldId id="556" r:id="rId83"/>
    <p:sldId id="557" r:id="rId84"/>
    <p:sldId id="558" r:id="rId85"/>
    <p:sldId id="670" r:id="rId86"/>
    <p:sldId id="559" r:id="rId87"/>
    <p:sldId id="648" r:id="rId88"/>
    <p:sldId id="560" r:id="rId89"/>
    <p:sldId id="561" r:id="rId90"/>
    <p:sldId id="562" r:id="rId91"/>
    <p:sldId id="563" r:id="rId92"/>
    <p:sldId id="564" r:id="rId93"/>
    <p:sldId id="565" r:id="rId94"/>
    <p:sldId id="675" r:id="rId95"/>
    <p:sldId id="566" r:id="rId96"/>
    <p:sldId id="567" r:id="rId97"/>
    <p:sldId id="569" r:id="rId98"/>
    <p:sldId id="649" r:id="rId99"/>
    <p:sldId id="571" r:id="rId100"/>
    <p:sldId id="572" r:id="rId101"/>
    <p:sldId id="650" r:id="rId102"/>
    <p:sldId id="651" r:id="rId103"/>
    <p:sldId id="652" r:id="rId104"/>
    <p:sldId id="676" r:id="rId105"/>
    <p:sldId id="653" r:id="rId106"/>
    <p:sldId id="654" r:id="rId107"/>
    <p:sldId id="578" r:id="rId108"/>
    <p:sldId id="655" r:id="rId109"/>
    <p:sldId id="579" r:id="rId110"/>
    <p:sldId id="659" r:id="rId111"/>
    <p:sldId id="580" r:id="rId112"/>
    <p:sldId id="581" r:id="rId113"/>
    <p:sldId id="582" r:id="rId114"/>
    <p:sldId id="583" r:id="rId115"/>
    <p:sldId id="656" r:id="rId116"/>
    <p:sldId id="585" r:id="rId117"/>
    <p:sldId id="586" r:id="rId118"/>
    <p:sldId id="587" r:id="rId119"/>
    <p:sldId id="588" r:id="rId120"/>
    <p:sldId id="1027" r:id="rId121"/>
    <p:sldId id="657" r:id="rId122"/>
    <p:sldId id="591" r:id="rId123"/>
    <p:sldId id="660" r:id="rId124"/>
    <p:sldId id="662" r:id="rId125"/>
    <p:sldId id="663" r:id="rId126"/>
    <p:sldId id="664" r:id="rId127"/>
    <p:sldId id="596" r:id="rId128"/>
    <p:sldId id="593" r:id="rId129"/>
    <p:sldId id="594" r:id="rId130"/>
    <p:sldId id="597" r:id="rId131"/>
    <p:sldId id="617" r:id="rId132"/>
    <p:sldId id="665" r:id="rId133"/>
    <p:sldId id="669" r:id="rId134"/>
    <p:sldId id="667" r:id="rId135"/>
    <p:sldId id="668" r:id="rId136"/>
    <p:sldId id="618" r:id="rId137"/>
    <p:sldId id="619" r:id="rId138"/>
    <p:sldId id="620" r:id="rId139"/>
    <p:sldId id="621" r:id="rId140"/>
    <p:sldId id="622" r:id="rId141"/>
    <p:sldId id="623" r:id="rId142"/>
    <p:sldId id="624" r:id="rId143"/>
    <p:sldId id="625" r:id="rId144"/>
    <p:sldId id="626" r:id="rId145"/>
    <p:sldId id="627" r:id="rId146"/>
    <p:sldId id="628" r:id="rId147"/>
    <p:sldId id="629" r:id="rId148"/>
    <p:sldId id="630" r:id="rId149"/>
    <p:sldId id="631" r:id="rId150"/>
    <p:sldId id="632" r:id="rId151"/>
    <p:sldId id="633" r:id="rId152"/>
    <p:sldId id="634" r:id="rId153"/>
    <p:sldId id="677" r:id="rId154"/>
  </p:sldIdLst>
  <p:sldSz cx="9144000" cy="6858000" type="screen4x3"/>
  <p:notesSz cx="7315200" cy="9601200"/>
  <p:custDataLst>
    <p:tags r:id="rId159"/>
  </p:custDataLst>
  <p:defaultTextStyle>
    <a:defPPr>
      <a:defRPr lang="en-US"/>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00"/>
    <a:srgbClr val="DDDDDD"/>
    <a:srgbClr val="FFCCFF"/>
    <a:srgbClr val="FF99CC"/>
    <a:srgbClr val="CCFFFF"/>
    <a:srgbClr val="FF0000"/>
    <a:srgbClr val="99CCFF"/>
    <a:srgbClr val="33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horzBarState="maximized">
    <p:restoredLeft sz="18989"/>
    <p:restoredTop sz="94697"/>
  </p:normalViewPr>
  <p:slideViewPr>
    <p:cSldViewPr snapToGrid="0" showGuides="1">
      <p:cViewPr varScale="1">
        <p:scale>
          <a:sx n="66" d="100"/>
          <a:sy n="66" d="100"/>
        </p:scale>
        <p:origin x="1164" y="51"/>
      </p:cViewPr>
      <p:guideLst>
        <p:guide orient="horz" pos="2160"/>
        <p:guide pos="2880"/>
      </p:guideLst>
    </p:cSldViewPr>
  </p:slideViewPr>
  <p:notesTextViewPr>
    <p:cViewPr>
      <p:scale>
        <a:sx n="100" d="100"/>
        <a:sy n="100" d="100"/>
      </p:scale>
      <p:origin x="0" y="0"/>
    </p:cViewPr>
  </p:notesTextViewPr>
  <p:sorterViewPr showFormatting="0">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notesMaster" Target="notesMasters/notesMaster1.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9" Type="http://schemas.openxmlformats.org/officeDocument/2006/relationships/tags" Target="tags/tag3.xml"/><Relationship Id="rId158" Type="http://schemas.openxmlformats.org/officeDocument/2006/relationships/tableStyles" Target="tableStyles.xml"/><Relationship Id="rId157" Type="http://schemas.openxmlformats.org/officeDocument/2006/relationships/viewProps" Target="viewProps.xml"/><Relationship Id="rId156" Type="http://schemas.openxmlformats.org/officeDocument/2006/relationships/presProps" Target="presProps.xml"/><Relationship Id="rId155" Type="http://schemas.openxmlformats.org/officeDocument/2006/relationships/handoutMaster" Target="handoutMasters/handoutMaster1.xml"/><Relationship Id="rId154" Type="http://schemas.openxmlformats.org/officeDocument/2006/relationships/slide" Target="slides/slide151.xml"/><Relationship Id="rId153" Type="http://schemas.openxmlformats.org/officeDocument/2006/relationships/slide" Target="slides/slide150.xml"/><Relationship Id="rId152" Type="http://schemas.openxmlformats.org/officeDocument/2006/relationships/slide" Target="slides/slide149.xml"/><Relationship Id="rId151" Type="http://schemas.openxmlformats.org/officeDocument/2006/relationships/slide" Target="slides/slide148.xml"/><Relationship Id="rId150" Type="http://schemas.openxmlformats.org/officeDocument/2006/relationships/slide" Target="slides/slide147.xml"/><Relationship Id="rId15" Type="http://schemas.openxmlformats.org/officeDocument/2006/relationships/slide" Target="slides/slide12.xml"/><Relationship Id="rId149" Type="http://schemas.openxmlformats.org/officeDocument/2006/relationships/slide" Target="slides/slide146.xml"/><Relationship Id="rId148" Type="http://schemas.openxmlformats.org/officeDocument/2006/relationships/slide" Target="slides/slide145.xml"/><Relationship Id="rId147" Type="http://schemas.openxmlformats.org/officeDocument/2006/relationships/slide" Target="slides/slide144.xml"/><Relationship Id="rId146" Type="http://schemas.openxmlformats.org/officeDocument/2006/relationships/slide" Target="slides/slide143.xml"/><Relationship Id="rId145" Type="http://schemas.openxmlformats.org/officeDocument/2006/relationships/slide" Target="slides/slide142.xml"/><Relationship Id="rId144" Type="http://schemas.openxmlformats.org/officeDocument/2006/relationships/slide" Target="slides/slide141.xml"/><Relationship Id="rId143" Type="http://schemas.openxmlformats.org/officeDocument/2006/relationships/slide" Target="slides/slide140.xml"/><Relationship Id="rId142" Type="http://schemas.openxmlformats.org/officeDocument/2006/relationships/slide" Target="slides/slide139.xml"/><Relationship Id="rId141" Type="http://schemas.openxmlformats.org/officeDocument/2006/relationships/slide" Target="slides/slide138.xml"/><Relationship Id="rId140" Type="http://schemas.openxmlformats.org/officeDocument/2006/relationships/slide" Target="slides/slide137.xml"/><Relationship Id="rId14" Type="http://schemas.openxmlformats.org/officeDocument/2006/relationships/slide" Target="slides/slide11.xml"/><Relationship Id="rId139" Type="http://schemas.openxmlformats.org/officeDocument/2006/relationships/slide" Target="slides/slide136.xml"/><Relationship Id="rId138" Type="http://schemas.openxmlformats.org/officeDocument/2006/relationships/slide" Target="slides/slide135.xml"/><Relationship Id="rId137" Type="http://schemas.openxmlformats.org/officeDocument/2006/relationships/slide" Target="slides/slide134.xml"/><Relationship Id="rId136" Type="http://schemas.openxmlformats.org/officeDocument/2006/relationships/slide" Target="slides/slide133.xml"/><Relationship Id="rId135" Type="http://schemas.openxmlformats.org/officeDocument/2006/relationships/slide" Target="slides/slide132.xml"/><Relationship Id="rId134" Type="http://schemas.openxmlformats.org/officeDocument/2006/relationships/slide" Target="slides/slide131.xml"/><Relationship Id="rId133" Type="http://schemas.openxmlformats.org/officeDocument/2006/relationships/slide" Target="slides/slide130.xml"/><Relationship Id="rId132" Type="http://schemas.openxmlformats.org/officeDocument/2006/relationships/slide" Target="slides/slide129.xml"/><Relationship Id="rId131" Type="http://schemas.openxmlformats.org/officeDocument/2006/relationships/slide" Target="slides/slide128.xml"/><Relationship Id="rId130" Type="http://schemas.openxmlformats.org/officeDocument/2006/relationships/slide" Target="slides/slide127.xml"/><Relationship Id="rId13" Type="http://schemas.openxmlformats.org/officeDocument/2006/relationships/slide" Target="slides/slide10.xml"/><Relationship Id="rId129" Type="http://schemas.openxmlformats.org/officeDocument/2006/relationships/slide" Target="slides/slide126.xml"/><Relationship Id="rId128" Type="http://schemas.openxmlformats.org/officeDocument/2006/relationships/slide" Target="slides/slide125.xml"/><Relationship Id="rId127" Type="http://schemas.openxmlformats.org/officeDocument/2006/relationships/slide" Target="slides/slide124.xml"/><Relationship Id="rId126" Type="http://schemas.openxmlformats.org/officeDocument/2006/relationships/slide" Target="slides/slide123.xml"/><Relationship Id="rId125" Type="http://schemas.openxmlformats.org/officeDocument/2006/relationships/slide" Target="slides/slide122.xml"/><Relationship Id="rId124" Type="http://schemas.openxmlformats.org/officeDocument/2006/relationships/slide" Target="slides/slide121.xml"/><Relationship Id="rId123" Type="http://schemas.openxmlformats.org/officeDocument/2006/relationships/slide" Target="slides/slide120.xml"/><Relationship Id="rId122" Type="http://schemas.openxmlformats.org/officeDocument/2006/relationships/slide" Target="slides/slide119.xml"/><Relationship Id="rId121" Type="http://schemas.openxmlformats.org/officeDocument/2006/relationships/slide" Target="slides/slide118.xml"/><Relationship Id="rId120" Type="http://schemas.openxmlformats.org/officeDocument/2006/relationships/slide" Target="slides/slide117.xml"/><Relationship Id="rId12" Type="http://schemas.openxmlformats.org/officeDocument/2006/relationships/slide" Target="slides/slide9.xml"/><Relationship Id="rId119" Type="http://schemas.openxmlformats.org/officeDocument/2006/relationships/slide" Target="slides/slide116.xml"/><Relationship Id="rId118" Type="http://schemas.openxmlformats.org/officeDocument/2006/relationships/slide" Target="slides/slide115.xml"/><Relationship Id="rId117" Type="http://schemas.openxmlformats.org/officeDocument/2006/relationships/slide" Target="slides/slide114.xml"/><Relationship Id="rId116" Type="http://schemas.openxmlformats.org/officeDocument/2006/relationships/slide" Target="slides/slide113.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image" Target="../media/image5.wmf"/><Relationship Id="rId1"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4.wmf"/><Relationship Id="rId1" Type="http://schemas.openxmlformats.org/officeDocument/2006/relationships/image" Target="../media/image6.w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image" Target="../media/image4.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6.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622594" name="Rectangle 2"/>
          <p:cNvSpPr>
            <a:spLocks noGrp="1" noChangeArrowheads="1"/>
          </p:cNvSpPr>
          <p:nvPr>
            <p:ph type="hdr" sz="quarter"/>
          </p:nvPr>
        </p:nvSpPr>
        <p:spPr bwMode="auto">
          <a:xfrm>
            <a:off x="0" y="0"/>
            <a:ext cx="3170238" cy="479425"/>
          </a:xfrm>
          <a:prstGeom prst="rect">
            <a:avLst/>
          </a:prstGeom>
          <a:noFill/>
          <a:ln>
            <a:noFill/>
          </a:ln>
          <a:effectLst/>
        </p:spPr>
        <p:txBody>
          <a:bodyPr vert="horz" wrap="square" lIns="96661" tIns="48331" rIns="96661" bIns="48331" numCol="1" anchor="t" anchorCtr="0" compatLnSpc="1"/>
          <a:lstStyle>
            <a:lvl1pPr defTabSz="967105">
              <a:defRPr sz="1300">
                <a:latin typeface="Times New Roman" panose="02020603050405020304" pitchFamily="18" charset="0"/>
                <a:ea typeface="宋体" panose="02010600030101010101" pitchFamily="2" charset="-122"/>
              </a:defRPr>
            </a:lvl1pPr>
          </a:lstStyle>
          <a:p>
            <a:pPr marL="0" marR="0" lvl="0" indent="0" algn="l" defTabSz="967105" rtl="0" eaLnBrk="0" fontAlgn="base" latinLnBrk="0" hangingPunct="0">
              <a:lnSpc>
                <a:spcPct val="100000"/>
              </a:lnSpc>
              <a:spcBef>
                <a:spcPct val="0"/>
              </a:spcBef>
              <a:spcAft>
                <a:spcPct val="0"/>
              </a:spcAft>
              <a:buClrTx/>
              <a:buSzTx/>
              <a:buFontTx/>
              <a:buNone/>
              <a:defRPr/>
            </a:pPr>
            <a:endParaRPr kumimoji="0" lang="en-US" altLang="zh-CN" sz="13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22595" name="Rectangle 3"/>
          <p:cNvSpPr>
            <a:spLocks noGrp="1" noChangeArrowheads="1"/>
          </p:cNvSpPr>
          <p:nvPr>
            <p:ph type="dt" sz="quarter" idx="1"/>
          </p:nvPr>
        </p:nvSpPr>
        <p:spPr bwMode="auto">
          <a:xfrm>
            <a:off x="4143375" y="0"/>
            <a:ext cx="3170238" cy="479425"/>
          </a:xfrm>
          <a:prstGeom prst="rect">
            <a:avLst/>
          </a:prstGeom>
          <a:noFill/>
          <a:ln>
            <a:noFill/>
          </a:ln>
          <a:effectLst/>
        </p:spPr>
        <p:txBody>
          <a:bodyPr vert="horz" wrap="square" lIns="96661" tIns="48331" rIns="96661" bIns="48331" numCol="1" anchor="t" anchorCtr="0" compatLnSpc="1"/>
          <a:lstStyle>
            <a:lvl1pPr algn="r" defTabSz="967105">
              <a:defRPr sz="1300">
                <a:latin typeface="Times New Roman" panose="02020603050405020304" pitchFamily="18" charset="0"/>
                <a:ea typeface="宋体" panose="02010600030101010101" pitchFamily="2" charset="-122"/>
              </a:defRPr>
            </a:lvl1pPr>
          </a:lstStyle>
          <a:p>
            <a:pPr marL="0" marR="0" lvl="0" indent="0" algn="r" defTabSz="967105" rtl="0" eaLnBrk="0" fontAlgn="base" latinLnBrk="0" hangingPunct="0">
              <a:lnSpc>
                <a:spcPct val="100000"/>
              </a:lnSpc>
              <a:spcBef>
                <a:spcPct val="0"/>
              </a:spcBef>
              <a:spcAft>
                <a:spcPct val="0"/>
              </a:spcAft>
              <a:buClrTx/>
              <a:buSzTx/>
              <a:buFontTx/>
              <a:buNone/>
              <a:defRPr/>
            </a:pPr>
            <a:endParaRPr kumimoji="0" lang="en-US" altLang="zh-CN" sz="13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22596" name="Rectangle 4"/>
          <p:cNvSpPr>
            <a:spLocks noGrp="1" noChangeArrowheads="1"/>
          </p:cNvSpPr>
          <p:nvPr>
            <p:ph type="ftr" sz="quarter" idx="2"/>
          </p:nvPr>
        </p:nvSpPr>
        <p:spPr bwMode="auto">
          <a:xfrm>
            <a:off x="0" y="9120188"/>
            <a:ext cx="3170238" cy="479425"/>
          </a:xfrm>
          <a:prstGeom prst="rect">
            <a:avLst/>
          </a:prstGeom>
          <a:noFill/>
          <a:ln>
            <a:noFill/>
          </a:ln>
          <a:effectLst/>
        </p:spPr>
        <p:txBody>
          <a:bodyPr vert="horz" wrap="square" lIns="96661" tIns="48331" rIns="96661" bIns="48331" numCol="1" anchor="b" anchorCtr="0" compatLnSpc="1"/>
          <a:lstStyle>
            <a:lvl1pPr defTabSz="967105">
              <a:defRPr sz="1300">
                <a:latin typeface="Times New Roman" panose="02020603050405020304" pitchFamily="18" charset="0"/>
                <a:ea typeface="宋体" panose="02010600030101010101" pitchFamily="2" charset="-122"/>
              </a:defRPr>
            </a:lvl1pPr>
          </a:lstStyle>
          <a:p>
            <a:pPr marL="0" marR="0" lvl="0" indent="0" algn="l" defTabSz="967105" rtl="0" eaLnBrk="0" fontAlgn="base" latinLnBrk="0" hangingPunct="0">
              <a:lnSpc>
                <a:spcPct val="100000"/>
              </a:lnSpc>
              <a:spcBef>
                <a:spcPct val="0"/>
              </a:spcBef>
              <a:spcAft>
                <a:spcPct val="0"/>
              </a:spcAft>
              <a:buClrTx/>
              <a:buSzTx/>
              <a:buFontTx/>
              <a:buNone/>
              <a:defRPr/>
            </a:pPr>
            <a:endParaRPr kumimoji="0" lang="en-US" altLang="zh-CN" sz="13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22597" name="Rectangle 5"/>
          <p:cNvSpPr>
            <a:spLocks noGrp="1" noChangeArrowheads="1"/>
          </p:cNvSpPr>
          <p:nvPr>
            <p:ph type="sldNum" sz="quarter" idx="3"/>
          </p:nvPr>
        </p:nvSpPr>
        <p:spPr bwMode="auto">
          <a:xfrm>
            <a:off x="4143375" y="9120188"/>
            <a:ext cx="3170238" cy="479425"/>
          </a:xfrm>
          <a:prstGeom prst="rect">
            <a:avLst/>
          </a:prstGeom>
          <a:noFill/>
          <a:ln>
            <a:noFill/>
          </a:ln>
          <a:effectLst/>
        </p:spPr>
        <p:txBody>
          <a:bodyPr vert="horz" wrap="square" lIns="96661" tIns="48331" rIns="96661" bIns="48331" numCol="1" anchor="b" anchorCtr="0" compatLnSpc="1"/>
          <a:p>
            <a:pPr lvl="0" algn="r" defTabSz="967105">
              <a:buNone/>
            </a:pPr>
            <a:fld id="{9A0DB2DC-4C9A-4742-B13C-FB6460FD3503}" type="slidenum">
              <a:rPr lang="en-US" altLang="zh-CN" sz="1300" dirty="0">
                <a:latin typeface="Times New Roman" panose="02020603050405020304" pitchFamily="18" charset="0"/>
                <a:ea typeface="宋体" panose="02010600030101010101" pitchFamily="2" charset="-122"/>
              </a:rPr>
            </a:fld>
            <a:endParaRPr lang="en-US" altLang="zh-CN" sz="1300" dirty="0">
              <a:latin typeface="Times New Roman" panose="02020603050405020304" pitchFamily="18" charset="0"/>
              <a:ea typeface="宋体" panose="02010600030101010101" pitchFamily="2"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3074" name="Rectangle 2"/>
          <p:cNvSpPr>
            <a:spLocks noGrp="1" noChangeArrowheads="1"/>
          </p:cNvSpPr>
          <p:nvPr>
            <p:ph type="hdr" sz="quarter"/>
          </p:nvPr>
        </p:nvSpPr>
        <p:spPr bwMode="auto">
          <a:xfrm>
            <a:off x="0" y="0"/>
            <a:ext cx="3170238" cy="479425"/>
          </a:xfrm>
          <a:prstGeom prst="rect">
            <a:avLst/>
          </a:prstGeom>
          <a:noFill/>
          <a:ln>
            <a:noFill/>
          </a:ln>
          <a:effectLst/>
        </p:spPr>
        <p:txBody>
          <a:bodyPr vert="horz" wrap="square" lIns="96661" tIns="48331" rIns="96661" bIns="48331" numCol="1" anchor="t" anchorCtr="0" compatLnSpc="1"/>
          <a:lstStyle>
            <a:lvl1pPr defTabSz="967105">
              <a:defRPr sz="1300">
                <a:latin typeface="Times New Roman" panose="02020603050405020304" pitchFamily="18" charset="0"/>
                <a:ea typeface="宋体" panose="02010600030101010101" pitchFamily="2" charset="-122"/>
              </a:defRPr>
            </a:lvl1pPr>
          </a:lstStyle>
          <a:p>
            <a:pPr marL="0" marR="0" lvl="0" indent="0" algn="l" defTabSz="967105" rtl="0" eaLnBrk="0" fontAlgn="base" latinLnBrk="0" hangingPunct="0">
              <a:lnSpc>
                <a:spcPct val="100000"/>
              </a:lnSpc>
              <a:spcBef>
                <a:spcPct val="0"/>
              </a:spcBef>
              <a:spcAft>
                <a:spcPct val="0"/>
              </a:spcAft>
              <a:buClrTx/>
              <a:buSzTx/>
              <a:buFontTx/>
              <a:buNone/>
              <a:defRPr/>
            </a:pPr>
            <a:endParaRPr kumimoji="0" lang="en-US" altLang="zh-CN" sz="13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5" name="Rectangle 3"/>
          <p:cNvSpPr>
            <a:spLocks noGrp="1" noChangeArrowheads="1"/>
          </p:cNvSpPr>
          <p:nvPr>
            <p:ph type="dt" idx="1"/>
          </p:nvPr>
        </p:nvSpPr>
        <p:spPr bwMode="auto">
          <a:xfrm>
            <a:off x="4144963" y="0"/>
            <a:ext cx="3170238" cy="479425"/>
          </a:xfrm>
          <a:prstGeom prst="rect">
            <a:avLst/>
          </a:prstGeom>
          <a:noFill/>
          <a:ln>
            <a:noFill/>
          </a:ln>
          <a:effectLst/>
        </p:spPr>
        <p:txBody>
          <a:bodyPr vert="horz" wrap="square" lIns="96661" tIns="48331" rIns="96661" bIns="48331" numCol="1" anchor="t" anchorCtr="0" compatLnSpc="1"/>
          <a:lstStyle>
            <a:lvl1pPr algn="r" defTabSz="967105">
              <a:defRPr sz="1300">
                <a:latin typeface="Times New Roman" panose="02020603050405020304" pitchFamily="18" charset="0"/>
                <a:ea typeface="宋体" panose="02010600030101010101" pitchFamily="2" charset="-122"/>
              </a:defRPr>
            </a:lvl1pPr>
          </a:lstStyle>
          <a:p>
            <a:pPr marL="0" marR="0" lvl="0" indent="0" algn="r" defTabSz="967105" rtl="0" eaLnBrk="0" fontAlgn="base" latinLnBrk="0" hangingPunct="0">
              <a:lnSpc>
                <a:spcPct val="100000"/>
              </a:lnSpc>
              <a:spcBef>
                <a:spcPct val="0"/>
              </a:spcBef>
              <a:spcAft>
                <a:spcPct val="0"/>
              </a:spcAft>
              <a:buClrTx/>
              <a:buSzTx/>
              <a:buFontTx/>
              <a:buNone/>
              <a:defRPr/>
            </a:pPr>
            <a:endParaRPr kumimoji="0" lang="en-US" altLang="zh-CN" sz="13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052" name="Rectangle 4"/>
          <p:cNvSpPr>
            <a:spLocks noGrp="1" noRot="1" noChangeAspect="1" noTextEdit="1"/>
          </p:cNvSpPr>
          <p:nvPr>
            <p:ph type="sldImg" idx="2"/>
          </p:nvPr>
        </p:nvSpPr>
        <p:spPr>
          <a:xfrm>
            <a:off x="1257300" y="720725"/>
            <a:ext cx="4800600" cy="3600450"/>
          </a:xfrm>
          <a:prstGeom prst="rect">
            <a:avLst/>
          </a:prstGeom>
          <a:noFill/>
          <a:ln w="9525" cap="flat" cmpd="sng">
            <a:solidFill>
              <a:srgbClr val="000000"/>
            </a:solidFill>
            <a:prstDash val="solid"/>
            <a:miter/>
            <a:headEnd type="none" w="med" len="med"/>
            <a:tailEnd type="none" w="med" len="med"/>
          </a:ln>
        </p:spPr>
      </p:sp>
      <p:sp>
        <p:nvSpPr>
          <p:cNvPr id="3077" name="Rectangle 5"/>
          <p:cNvSpPr>
            <a:spLocks noGrp="1" noChangeArrowheads="1"/>
          </p:cNvSpPr>
          <p:nvPr>
            <p:ph type="body" sz="quarter" idx="3"/>
          </p:nvPr>
        </p:nvSpPr>
        <p:spPr bwMode="auto">
          <a:xfrm>
            <a:off x="974725" y="4560888"/>
            <a:ext cx="5365750" cy="4319588"/>
          </a:xfrm>
          <a:prstGeom prst="rect">
            <a:avLst/>
          </a:prstGeom>
          <a:noFill/>
          <a:ln>
            <a:noFill/>
          </a:ln>
          <a:effectLst/>
        </p:spPr>
        <p:txBody>
          <a:bodyPr vert="horz" wrap="square" lIns="96661" tIns="48331" rIns="96661" bIns="48331"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Click to edit Master text styles</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Second level</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Third level</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Fourth level</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Fifth level</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3078" name="Rectangle 6"/>
          <p:cNvSpPr>
            <a:spLocks noGrp="1" noChangeArrowheads="1"/>
          </p:cNvSpPr>
          <p:nvPr>
            <p:ph type="ftr" sz="quarter" idx="4"/>
          </p:nvPr>
        </p:nvSpPr>
        <p:spPr bwMode="auto">
          <a:xfrm>
            <a:off x="0" y="9121775"/>
            <a:ext cx="3170238" cy="479425"/>
          </a:xfrm>
          <a:prstGeom prst="rect">
            <a:avLst/>
          </a:prstGeom>
          <a:noFill/>
          <a:ln>
            <a:noFill/>
          </a:ln>
          <a:effectLst/>
        </p:spPr>
        <p:txBody>
          <a:bodyPr vert="horz" wrap="square" lIns="96661" tIns="48331" rIns="96661" bIns="48331" numCol="1" anchor="b" anchorCtr="0" compatLnSpc="1"/>
          <a:lstStyle>
            <a:lvl1pPr defTabSz="967105">
              <a:defRPr sz="1300">
                <a:latin typeface="Times New Roman" panose="02020603050405020304" pitchFamily="18" charset="0"/>
                <a:ea typeface="宋体" panose="02010600030101010101" pitchFamily="2" charset="-122"/>
              </a:defRPr>
            </a:lvl1pPr>
          </a:lstStyle>
          <a:p>
            <a:pPr marL="0" marR="0" lvl="0" indent="0" algn="l" defTabSz="967105" rtl="0" eaLnBrk="0" fontAlgn="base" latinLnBrk="0" hangingPunct="0">
              <a:lnSpc>
                <a:spcPct val="100000"/>
              </a:lnSpc>
              <a:spcBef>
                <a:spcPct val="0"/>
              </a:spcBef>
              <a:spcAft>
                <a:spcPct val="0"/>
              </a:spcAft>
              <a:buClrTx/>
              <a:buSzTx/>
              <a:buFontTx/>
              <a:buNone/>
              <a:defRPr/>
            </a:pPr>
            <a:endParaRPr kumimoji="0" lang="en-US" altLang="zh-CN" sz="13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9" name="Rectangle 7"/>
          <p:cNvSpPr>
            <a:spLocks noGrp="1" noChangeArrowheads="1"/>
          </p:cNvSpPr>
          <p:nvPr>
            <p:ph type="sldNum" sz="quarter" idx="5"/>
          </p:nvPr>
        </p:nvSpPr>
        <p:spPr bwMode="auto">
          <a:xfrm>
            <a:off x="4144963" y="9121775"/>
            <a:ext cx="3170238" cy="479425"/>
          </a:xfrm>
          <a:prstGeom prst="rect">
            <a:avLst/>
          </a:prstGeom>
          <a:noFill/>
          <a:ln>
            <a:noFill/>
          </a:ln>
          <a:effectLst/>
        </p:spPr>
        <p:txBody>
          <a:bodyPr vert="horz" wrap="square" lIns="96661" tIns="48331" rIns="96661" bIns="48331" numCol="1" anchor="b" anchorCtr="0" compatLnSpc="1"/>
          <a:p>
            <a:pPr lvl="0" algn="r" defTabSz="967105">
              <a:buNone/>
            </a:pPr>
            <a:fld id="{9A0DB2DC-4C9A-4742-B13C-FB6460FD3503}" type="slidenum">
              <a:rPr lang="en-US" altLang="zh-CN" sz="1300" dirty="0">
                <a:latin typeface="Times New Roman" panose="02020603050405020304" pitchFamily="18" charset="0"/>
                <a:ea typeface="宋体" panose="02010600030101010101" pitchFamily="2" charset="-122"/>
              </a:rPr>
            </a:fld>
            <a:endParaRPr lang="en-US" altLang="zh-CN" sz="1300" dirty="0">
              <a:latin typeface="Times New Roman" panose="02020603050405020304" pitchFamily="18" charset="0"/>
              <a:ea typeface="宋体" panose="02010600030101010101" pitchFamily="2" charset="-122"/>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6.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7.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8.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9.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1.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2.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3.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4.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5.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4.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0.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1.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2.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3.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4.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5.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6.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7.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8.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9.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0.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1.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2.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3.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4.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5.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6.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7.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8.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9.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转发是局部的</a:t>
            </a:r>
            <a:endParaRPr lang="zh-CN" altLang="en-US"/>
          </a:p>
          <a:p>
            <a:r>
              <a:rPr lang="zh-CN" altLang="en-US"/>
              <a:t>路由是全局的</a:t>
            </a:r>
            <a:endParaRPr lang="zh-CN" altLang="en-US"/>
          </a:p>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不讲</a:t>
            </a:r>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提一句</a:t>
            </a:r>
            <a:r>
              <a:rPr lang="zh-CN" altLang="en-US"/>
              <a:t>虚拟电路</a:t>
            </a:r>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sym typeface="+mn-ea"/>
              </a:rPr>
              <a:t>而数据报网络则使用动态路由，每个数据包可以根据当前的网络状况独立选择路径。</a:t>
            </a:r>
            <a:endParaRPr lang="zh-CN" altLang="en-US"/>
          </a:p>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zh-CN"/>
              <a:t>举例：小区门口车排队</a:t>
            </a:r>
            <a:endParaRPr lang="zh-CN" altLang="zh-CN"/>
          </a:p>
          <a:p>
            <a:r>
              <a:rPr lang="zh-CN" altLang="zh-CN"/>
              <a:t>左图：左侧上下两个红色都想进入右上，因此产生拥塞，左下的绿色其实是想去右中。</a:t>
            </a:r>
            <a:endParaRPr lang="zh-CN" altLang="zh-CN"/>
          </a:p>
          <a:p>
            <a:r>
              <a:rPr lang="zh-CN" altLang="zh-CN"/>
              <a:t>右图：由于左上的红色竞争胜出，所以左下的红色没有出队列，导致左下的绿色也出不去。</a:t>
            </a:r>
            <a:endParaRPr lang="zh-CN"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a:t>MTU</a:t>
            </a:r>
            <a:r>
              <a:rPr lang="zh-CN" altLang="en-US"/>
              <a:t>是对着</a:t>
            </a:r>
            <a:r>
              <a:rPr lang="en-US" altLang="zh-CN"/>
              <a:t>IP</a:t>
            </a:r>
            <a:r>
              <a:rPr lang="zh-CN" altLang="en-US"/>
              <a:t>层，</a:t>
            </a:r>
            <a:r>
              <a:rPr lang="en-US" altLang="zh-CN"/>
              <a:t>MSS</a:t>
            </a:r>
            <a:r>
              <a:rPr lang="zh-CN" altLang="en-US"/>
              <a:t>是对着传输层说的</a:t>
            </a:r>
            <a:endParaRPr lang="zh-CN" altLang="en-US"/>
          </a:p>
          <a:p>
            <a:r>
              <a:rPr lang="zh-CN" altLang="en-US"/>
              <a:t>以太网的贞最小为64字节，最大为1518字节。除去14字节头部和4字节 CRC字段，最小的有效载荷为46字节，最大的有效载荷为1500字节这个值就是MTU。</a:t>
            </a:r>
            <a:endParaRPr lang="zh-CN" altLang="en-US"/>
          </a:p>
          <a:p>
            <a:r>
              <a:rPr lang="zh-CN" altLang="en-US"/>
              <a:t>IP协议的数据报最大为65535个字节，这就要</a:t>
            </a:r>
            <a:r>
              <a:rPr lang="en-US" altLang="zh-CN"/>
              <a:t>fragment</a:t>
            </a:r>
            <a:endParaRPr lang="en-US" altLang="zh-CN"/>
          </a:p>
          <a:p>
            <a:r>
              <a:rPr lang="en-US" altLang="zh-CN"/>
              <a:t>以太网贞是1500字节+14字节的MAC头，TCP头一共是32个字节，可选项占了12字节。所以TCP的MSS=1500-20-20-12=1448字节。</a:t>
            </a:r>
            <a:endParaRPr lang="en-US" altLang="zh-CN"/>
          </a:p>
          <a:p>
            <a:r>
              <a:rPr lang="en-US" altLang="zh-CN"/>
              <a:t>https://zhuanlan.zhihu.com/p/100385612</a:t>
            </a:r>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a:t>ICMP</a:t>
            </a:r>
            <a:r>
              <a:rPr lang="zh-CN" altLang="en-US"/>
              <a:t>是介乎</a:t>
            </a:r>
            <a:r>
              <a:rPr lang="en-US" altLang="zh-CN"/>
              <a:t>IP</a:t>
            </a:r>
            <a:r>
              <a:rPr lang="zh-CN" altLang="en-US"/>
              <a:t>和传输层之间的一个</a:t>
            </a:r>
            <a:r>
              <a:rPr lang="en-US" altLang="zh-CN"/>
              <a:t> </a:t>
            </a:r>
            <a:r>
              <a:rPr lang="zh-CN" altLang="en-US"/>
              <a:t>半层</a:t>
            </a:r>
            <a:r>
              <a:rPr lang="en-GB" altLang="zh-CN"/>
              <a:t> ICMP</a:t>
            </a:r>
            <a:r>
              <a:rPr lang="zh-CN" altLang="zh-CN"/>
              <a:t>的包头是</a:t>
            </a:r>
            <a:r>
              <a:rPr lang="en-US" altLang="zh-CN"/>
              <a:t>8</a:t>
            </a:r>
            <a:r>
              <a:rPr lang="zh-CN" altLang="en-US"/>
              <a:t>个字节，只出现在第一个包里头</a:t>
            </a:r>
            <a:endParaRPr lang="zh-CN" altLang="en-US"/>
          </a:p>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a:sym typeface="+mn-ea"/>
              </a:rPr>
              <a:t>4000</a:t>
            </a:r>
            <a:r>
              <a:rPr lang="zh-CN" altLang="en-US">
                <a:sym typeface="+mn-ea"/>
              </a:rPr>
              <a:t>字节的第一个包，不分段标志置为</a:t>
            </a:r>
            <a:r>
              <a:rPr lang="en-US" altLang="zh-CN">
                <a:sym typeface="+mn-ea"/>
              </a:rPr>
              <a:t>0</a:t>
            </a:r>
            <a:r>
              <a:rPr lang="zh-CN" altLang="en-US">
                <a:sym typeface="+mn-ea"/>
              </a:rPr>
              <a:t>，表示分段，更多分段标志置为</a:t>
            </a:r>
            <a:r>
              <a:rPr lang="en-US" altLang="zh-CN">
                <a:sym typeface="+mn-ea"/>
              </a:rPr>
              <a:t>1</a:t>
            </a:r>
            <a:r>
              <a:rPr lang="zh-CN" altLang="en-US">
                <a:sym typeface="+mn-ea"/>
              </a:rPr>
              <a:t>，表示有后续分段</a:t>
            </a:r>
            <a:endParaRPr lang="zh-CN" altLang="en-US"/>
          </a:p>
          <a:p>
            <a:r>
              <a:rPr lang="zh-CN" altLang="en-US">
                <a:sym typeface="+mn-ea"/>
              </a:rPr>
              <a:t>一共长度</a:t>
            </a:r>
            <a:r>
              <a:rPr lang="en-US" altLang="zh-CN">
                <a:sym typeface="+mn-ea"/>
              </a:rPr>
              <a:t>1500</a:t>
            </a:r>
            <a:r>
              <a:rPr lang="zh-CN" altLang="en-US">
                <a:sym typeface="+mn-ea"/>
              </a:rPr>
              <a:t>字节</a:t>
            </a:r>
            <a:endParaRPr lang="zh-CN" altLang="en-US"/>
          </a:p>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a:t>wireshark</a:t>
            </a:r>
            <a:r>
              <a:rPr lang="zh-CN" altLang="en-US"/>
              <a:t>已经将偏移换算过了</a:t>
            </a:r>
            <a:endParaRPr lang="zh-CN" altLang="en-US"/>
          </a:p>
          <a:p>
            <a:r>
              <a:rPr lang="zh-CN" altLang="en-US"/>
              <a:t>需传输的总长度为</a:t>
            </a:r>
            <a:r>
              <a:rPr lang="en-US" altLang="zh-CN"/>
              <a:t>4000</a:t>
            </a:r>
            <a:r>
              <a:rPr lang="zh-CN" altLang="en-US"/>
              <a:t>字节</a:t>
            </a:r>
            <a:r>
              <a:rPr lang="en-US" altLang="zh-CN"/>
              <a:t>+8</a:t>
            </a:r>
            <a:r>
              <a:rPr lang="zh-CN" altLang="en-US"/>
              <a:t>字节</a:t>
            </a:r>
            <a:r>
              <a:rPr lang="en-US" altLang="zh-CN"/>
              <a:t>ICMP</a:t>
            </a:r>
            <a:r>
              <a:rPr lang="zh-CN" altLang="en-US"/>
              <a:t>包头</a:t>
            </a:r>
            <a:r>
              <a:rPr lang="en-US" altLang="zh-CN"/>
              <a:t>=4008</a:t>
            </a:r>
            <a:r>
              <a:rPr lang="zh-CN" altLang="en-US"/>
              <a:t>字节</a:t>
            </a:r>
            <a:endParaRPr lang="zh-CN" altLang="en-US"/>
          </a:p>
          <a:p>
            <a:r>
              <a:rPr lang="zh-CN" altLang="en-US"/>
              <a:t>上图：</a:t>
            </a:r>
            <a:r>
              <a:rPr lang="en-US" altLang="zh-CN"/>
              <a:t>ID 18767 </a:t>
            </a:r>
            <a:r>
              <a:rPr lang="zh-CN" altLang="en-US"/>
              <a:t>同一段数据，更多分段置为</a:t>
            </a:r>
            <a:r>
              <a:rPr lang="en-US" altLang="zh-CN"/>
              <a:t>1</a:t>
            </a:r>
            <a:r>
              <a:rPr lang="zh-CN" altLang="en-US"/>
              <a:t>，表示还有后续，</a:t>
            </a:r>
            <a:r>
              <a:rPr lang="en-US" altLang="zh-CN"/>
              <a:t>offset</a:t>
            </a:r>
            <a:r>
              <a:rPr lang="zh-CN" altLang="en-US"/>
              <a:t>是</a:t>
            </a:r>
            <a:r>
              <a:rPr lang="en-US" altLang="zh-CN"/>
              <a:t>1480</a:t>
            </a:r>
            <a:r>
              <a:rPr lang="zh-CN" altLang="en-US"/>
              <a:t>，表明是第二个分段，因为上一个分段的有效数据长度为</a:t>
            </a:r>
            <a:r>
              <a:rPr lang="en-US" altLang="zh-CN"/>
              <a:t>1500-20</a:t>
            </a:r>
            <a:r>
              <a:rPr lang="zh-CN" altLang="en-US"/>
              <a:t>（包头长度）</a:t>
            </a:r>
            <a:r>
              <a:rPr lang="en-US" altLang="zh-CN"/>
              <a:t>=1480</a:t>
            </a:r>
            <a:endParaRPr lang="en-US" altLang="zh-CN"/>
          </a:p>
          <a:p>
            <a:r>
              <a:rPr lang="zh-CN" altLang="en-US"/>
              <a:t>下图：</a:t>
            </a:r>
            <a:r>
              <a:rPr lang="en-US" altLang="zh-CN"/>
              <a:t>ID</a:t>
            </a:r>
            <a:r>
              <a:rPr lang="zh-CN" altLang="en-US"/>
              <a:t>相同，更多分段置为</a:t>
            </a:r>
            <a:r>
              <a:rPr lang="en-US" altLang="zh-CN"/>
              <a:t>0</a:t>
            </a:r>
            <a:r>
              <a:rPr lang="zh-CN" altLang="en-US"/>
              <a:t>，表示这就是最后一个分段。起始点位为</a:t>
            </a:r>
            <a:r>
              <a:rPr lang="en-US" altLang="zh-CN"/>
              <a:t>2960</a:t>
            </a:r>
            <a:r>
              <a:rPr lang="zh-CN" altLang="en-US"/>
              <a:t>，分段长度为</a:t>
            </a:r>
            <a:r>
              <a:rPr lang="en-US" altLang="zh-CN"/>
              <a:t>1068</a:t>
            </a:r>
            <a:r>
              <a:rPr lang="zh-CN" altLang="en-US"/>
              <a:t>，则有效数据长度为</a:t>
            </a:r>
            <a:r>
              <a:rPr lang="en-US" altLang="zh-CN"/>
              <a:t>1068-20</a:t>
            </a:r>
            <a:r>
              <a:rPr lang="zh-CN" altLang="en-US"/>
              <a:t>（</a:t>
            </a:r>
            <a:r>
              <a:rPr lang="en-US" altLang="zh-CN"/>
              <a:t>IP</a:t>
            </a:r>
            <a:r>
              <a:rPr lang="zh-CN" altLang="en-US"/>
              <a:t>）</a:t>
            </a:r>
            <a:r>
              <a:rPr lang="en-US" altLang="zh-CN"/>
              <a:t>=1048.</a:t>
            </a:r>
            <a:endParaRPr lang="en-US" altLang="zh-CN"/>
          </a:p>
          <a:p>
            <a:r>
              <a:rPr lang="en-US" altLang="zh-CN"/>
              <a:t>2960+1048=4008</a:t>
            </a:r>
            <a:endParaRPr lang="zh-CN" altLang="en-US"/>
          </a:p>
          <a:p>
            <a:endParaRPr lang="zh-CN" altLang="en-US"/>
          </a:p>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向下取整</a:t>
            </a:r>
            <a:endParaRPr lang="zh-CN" altLang="en-US"/>
          </a:p>
          <a:p>
            <a:r>
              <a:rPr lang="zh-CN" altLang="en-US"/>
              <a:t>向上取整</a:t>
            </a:r>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cn.voidcc.com/question/p-dgdpiwlg-zb.html</a:t>
            </a:r>
            <a:endParaRPr lang="zh-CN" altLang="en-US"/>
          </a:p>
          <a:p>
            <a:r>
              <a:rPr lang="zh-CN" altLang="en-US"/>
              <a:t>它是由IP头部格式中的“总长度（16bit）”和“偏移（13bit）”两个字段所决定的。总长度定义了IP包的最大长度为2^16=64KB,偏移说明了IP分片时它最多能表示2^13个偏移单位，这样偏移单位就是2^16/2^13=2^3，即为8B了。如果偏移单位不是8B，如选4B，则13bit的"偏移"就不能表示出IP的最大长度了，而如果选16B，只需要12bit的"偏移"就能表示出IP的最大长度了，即偏移单位小于8B时，“偏移”不能够表示出IP的最大长，偏移单位大于8时，“偏移”不会被完全利用。以8B做为偏移单位正好合适。</a:t>
            </a:r>
            <a:endParaRPr lang="zh-CN" altLang="en-US"/>
          </a:p>
          <a:p>
            <a:r>
              <a:rPr lang="en-US" altLang="zh-CN"/>
              <a:t>wireshark</a:t>
            </a:r>
            <a:r>
              <a:rPr lang="zh-CN" altLang="en-US"/>
              <a:t>已经换算过了</a:t>
            </a:r>
            <a:endParaRPr lang="zh-CN" altLang="en-US"/>
          </a:p>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命名赋权的过程</a:t>
            </a:r>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0" name="Rectangle 7"/>
          <p:cNvSpPr txBox="1">
            <a:spLocks noGrp="1"/>
          </p:cNvSpPr>
          <p:nvPr>
            <p:ph type="sldNum" sz="quarter"/>
          </p:nvPr>
        </p:nvSpPr>
        <p:spPr>
          <a:xfrm>
            <a:off x="4144963" y="9121775"/>
            <a:ext cx="3170237" cy="479425"/>
          </a:xfrm>
          <a:prstGeom prst="rect">
            <a:avLst/>
          </a:prstGeom>
          <a:noFill/>
          <a:ln w="9525">
            <a:noFill/>
          </a:ln>
        </p:spPr>
        <p:txBody>
          <a:bodyPr lIns="96661" tIns="48331" rIns="96661" bIns="48331" anchor="b" anchorCtr="0"/>
          <a:p>
            <a:pPr lvl="0" algn="r" defTabSz="967105"/>
            <a:fld id="{9A0DB2DC-4C9A-4742-B13C-FB6460FD3503}" type="slidenum">
              <a:rPr lang="en-US" altLang="zh-CN" sz="1300" dirty="0">
                <a:latin typeface="Times New Roman" panose="02020603050405020304" pitchFamily="18" charset="0"/>
                <a:ea typeface="宋体" panose="02010600030101010101" pitchFamily="2" charset="-122"/>
              </a:rPr>
            </a:fld>
            <a:endParaRPr lang="en-US" altLang="zh-CN" sz="1300" dirty="0">
              <a:latin typeface="Times New Roman" panose="02020603050405020304" pitchFamily="18" charset="0"/>
              <a:ea typeface="宋体" panose="02010600030101010101" pitchFamily="2" charset="-122"/>
            </a:endParaRPr>
          </a:p>
        </p:txBody>
      </p:sp>
      <p:sp>
        <p:nvSpPr>
          <p:cNvPr id="53251" name="Rectangle 2"/>
          <p:cNvSpPr>
            <a:spLocks noGrp="1" noRot="1" noChangeAspect="1" noTextEdit="1"/>
          </p:cNvSpPr>
          <p:nvPr>
            <p:ph type="sldImg"/>
          </p:nvPr>
        </p:nvSpPr>
        <p:spPr/>
      </p:sp>
      <p:sp>
        <p:nvSpPr>
          <p:cNvPr id="53252" name="Rectangle 3"/>
          <p:cNvSpPr>
            <a:spLocks noGrp="1"/>
          </p:cNvSpPr>
          <p:nvPr>
            <p:ph type="body" idx="1"/>
          </p:nvPr>
        </p:nvSpPr>
        <p:spPr>
          <a:xfrm>
            <a:off x="974725" y="4560888"/>
            <a:ext cx="5365750" cy="4319587"/>
          </a:xfrm>
        </p:spPr>
        <p:txBody>
          <a:bodyPr wrap="square" lIns="96661" tIns="48331" rIns="96661" bIns="48331" anchor="t" anchorCtr="0"/>
          <a:p>
            <a:pPr lvl="0"/>
            <a:endParaRPr lang="zh-CN" altLang="zh-CN" dirty="0">
              <a:ea typeface="等线" panose="02010600030101010101" charset="-122"/>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Rectangle 7"/>
          <p:cNvSpPr txBox="1">
            <a:spLocks noGrp="1"/>
          </p:cNvSpPr>
          <p:nvPr>
            <p:ph type="sldNum" sz="quarter"/>
          </p:nvPr>
        </p:nvSpPr>
        <p:spPr>
          <a:xfrm>
            <a:off x="4144963" y="9121775"/>
            <a:ext cx="3170237" cy="479425"/>
          </a:xfrm>
          <a:prstGeom prst="rect">
            <a:avLst/>
          </a:prstGeom>
          <a:noFill/>
          <a:ln w="9525">
            <a:noFill/>
          </a:ln>
        </p:spPr>
        <p:txBody>
          <a:bodyPr lIns="96661" tIns="48331" rIns="96661" bIns="48331" anchor="b" anchorCtr="0"/>
          <a:p>
            <a:pPr lvl="0" algn="r" defTabSz="967105"/>
            <a:fld id="{9A0DB2DC-4C9A-4742-B13C-FB6460FD3503}" type="slidenum">
              <a:rPr lang="en-US" altLang="zh-CN" sz="1300" dirty="0">
                <a:latin typeface="Times New Roman" panose="02020603050405020304" pitchFamily="18" charset="0"/>
                <a:ea typeface="宋体" panose="02010600030101010101" pitchFamily="2" charset="-122"/>
              </a:rPr>
            </a:fld>
            <a:endParaRPr lang="en-US" altLang="zh-CN" sz="1300" dirty="0">
              <a:latin typeface="Times New Roman" panose="02020603050405020304" pitchFamily="18" charset="0"/>
              <a:ea typeface="宋体" panose="02010600030101010101" pitchFamily="2" charset="-122"/>
            </a:endParaRPr>
          </a:p>
        </p:txBody>
      </p:sp>
      <p:sp>
        <p:nvSpPr>
          <p:cNvPr id="55299" name="Rectangle 2"/>
          <p:cNvSpPr>
            <a:spLocks noGrp="1" noRot="1" noChangeAspect="1" noTextEdit="1"/>
          </p:cNvSpPr>
          <p:nvPr>
            <p:ph type="sldImg"/>
          </p:nvPr>
        </p:nvSpPr>
        <p:spPr/>
      </p:sp>
      <p:sp>
        <p:nvSpPr>
          <p:cNvPr id="55300" name="Rectangle 3"/>
          <p:cNvSpPr>
            <a:spLocks noGrp="1"/>
          </p:cNvSpPr>
          <p:nvPr>
            <p:ph type="body" idx="1"/>
          </p:nvPr>
        </p:nvSpPr>
        <p:spPr>
          <a:xfrm>
            <a:off x="974725" y="4560888"/>
            <a:ext cx="5365750" cy="4319587"/>
          </a:xfrm>
        </p:spPr>
        <p:txBody>
          <a:bodyPr wrap="square" lIns="96661" tIns="48331" rIns="96661" bIns="48331" anchor="t" anchorCtr="0"/>
          <a:p>
            <a:pPr lvl="0"/>
            <a:r>
              <a:rPr lang="zh-CN" altLang="zh-CN" dirty="0">
                <a:ea typeface="等线" panose="02010600030101010101" charset="-122"/>
              </a:rPr>
              <a:t>餐厅服务员领座</a:t>
            </a:r>
            <a:endParaRPr lang="zh-CN" altLang="zh-CN" dirty="0">
              <a:ea typeface="等线" panose="02010600030101010101" charset="-122"/>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6" name="Rectangle 7"/>
          <p:cNvSpPr txBox="1">
            <a:spLocks noGrp="1"/>
          </p:cNvSpPr>
          <p:nvPr>
            <p:ph type="sldNum" sz="quarter"/>
          </p:nvPr>
        </p:nvSpPr>
        <p:spPr>
          <a:xfrm>
            <a:off x="4144963" y="9121775"/>
            <a:ext cx="3170237" cy="479425"/>
          </a:xfrm>
          <a:prstGeom prst="rect">
            <a:avLst/>
          </a:prstGeom>
          <a:noFill/>
          <a:ln w="9525">
            <a:noFill/>
          </a:ln>
        </p:spPr>
        <p:txBody>
          <a:bodyPr lIns="96661" tIns="48331" rIns="96661" bIns="48331" anchor="b" anchorCtr="0"/>
          <a:p>
            <a:pPr lvl="0" algn="r" defTabSz="967105"/>
            <a:fld id="{9A0DB2DC-4C9A-4742-B13C-FB6460FD3503}" type="slidenum">
              <a:rPr lang="en-US" altLang="zh-CN" sz="1300" dirty="0">
                <a:latin typeface="Times New Roman" panose="02020603050405020304" pitchFamily="18" charset="0"/>
                <a:ea typeface="宋体" panose="02010600030101010101" pitchFamily="2" charset="-122"/>
              </a:rPr>
            </a:fld>
            <a:endParaRPr lang="en-US" altLang="zh-CN" sz="1300" dirty="0">
              <a:latin typeface="Times New Roman" panose="02020603050405020304" pitchFamily="18" charset="0"/>
              <a:ea typeface="宋体" panose="02010600030101010101" pitchFamily="2" charset="-122"/>
            </a:endParaRPr>
          </a:p>
        </p:txBody>
      </p:sp>
      <p:sp>
        <p:nvSpPr>
          <p:cNvPr id="57347" name="Rectangle 2"/>
          <p:cNvSpPr>
            <a:spLocks noGrp="1" noRot="1" noChangeAspect="1" noTextEdit="1"/>
          </p:cNvSpPr>
          <p:nvPr>
            <p:ph type="sldImg"/>
          </p:nvPr>
        </p:nvSpPr>
        <p:spPr/>
      </p:sp>
      <p:sp>
        <p:nvSpPr>
          <p:cNvPr id="57348" name="Rectangle 3"/>
          <p:cNvSpPr>
            <a:spLocks noGrp="1"/>
          </p:cNvSpPr>
          <p:nvPr>
            <p:ph type="body" idx="1"/>
          </p:nvPr>
        </p:nvSpPr>
        <p:spPr>
          <a:xfrm>
            <a:off x="974725" y="4560888"/>
            <a:ext cx="5365750" cy="4319587"/>
          </a:xfrm>
        </p:spPr>
        <p:txBody>
          <a:bodyPr wrap="square" lIns="96661" tIns="48331" rIns="96661" bIns="48331" anchor="t" anchorCtr="0"/>
          <a:p>
            <a:pPr lvl="0"/>
            <a:endParaRPr lang="zh-CN" altLang="zh-CN" dirty="0">
              <a:ea typeface="等线" panose="02010600030101010101" charset="-122"/>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路由汇聚</a:t>
            </a:r>
            <a:endParaRPr lang="zh-CN" altLang="en-US"/>
          </a:p>
          <a:p>
            <a:r>
              <a:rPr lang="en-US" altLang="zh-CN"/>
              <a:t>slash</a:t>
            </a:r>
            <a:r>
              <a:rPr lang="zh-CN" altLang="en-US"/>
              <a:t>后面的数字，越往高层路由，越小</a:t>
            </a:r>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右边：局域网内通信，使用内部地址：</a:t>
            </a:r>
            <a:r>
              <a:rPr lang="en-US" altLang="zh-CN" dirty="0">
                <a:ea typeface="宋体" panose="02010600030101010101" pitchFamily="2" charset="-122"/>
                <a:sym typeface="+mn-ea"/>
              </a:rPr>
              <a:t>10.0.0/24</a:t>
            </a:r>
            <a:endParaRPr lang="en-US" altLang="zh-CN" dirty="0">
              <a:ea typeface="宋体" panose="02010600030101010101" pitchFamily="2" charset="-122"/>
              <a:sym typeface="+mn-ea"/>
            </a:endParaRPr>
          </a:p>
          <a:p>
            <a:r>
              <a:rPr lang="zh-CN" altLang="en-US"/>
              <a:t>左边：同外网通信，共用唯一地址</a:t>
            </a:r>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躲进小楼成一统</a:t>
            </a:r>
            <a:r>
              <a:rPr lang="en-US" altLang="zh-CN"/>
              <a:t> </a:t>
            </a:r>
            <a:r>
              <a:rPr lang="zh-CN" altLang="en-US"/>
              <a:t>任尔东南西北风</a:t>
            </a:r>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外出：换身衣服</a:t>
            </a:r>
            <a:endParaRPr lang="zh-CN" altLang="en-US"/>
          </a:p>
          <a:p>
            <a:r>
              <a:rPr lang="zh-CN" altLang="en-US"/>
              <a:t>登记</a:t>
            </a:r>
            <a:endParaRPr lang="zh-CN" altLang="en-US"/>
          </a:p>
          <a:p>
            <a:r>
              <a:rPr lang="zh-CN" altLang="en-US"/>
              <a:t>回来：换回衣服</a:t>
            </a:r>
            <a:endParaRPr lang="zh-CN" altLang="en-US"/>
          </a:p>
          <a:p>
            <a:r>
              <a:rPr lang="zh-CN" altLang="en-US"/>
              <a:t>举例：警号，警枪</a:t>
            </a:r>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a:t>16bit</a:t>
            </a:r>
            <a:r>
              <a:rPr lang="zh-CN" altLang="en-US"/>
              <a:t>对应</a:t>
            </a:r>
            <a:r>
              <a:rPr lang="en-US" altLang="zh-CN"/>
              <a:t>60000</a:t>
            </a:r>
            <a:r>
              <a:rPr lang="zh-CN" altLang="en-US"/>
              <a:t>个（内部</a:t>
            </a:r>
            <a:r>
              <a:rPr lang="en-US" altLang="zh-CN"/>
              <a:t>ip</a:t>
            </a:r>
            <a:r>
              <a:rPr lang="zh-CN" altLang="en-US"/>
              <a:t>地址</a:t>
            </a:r>
            <a:r>
              <a:rPr lang="en-US" altLang="zh-CN"/>
              <a:t>+</a:t>
            </a:r>
            <a:r>
              <a:rPr lang="zh-CN" altLang="en-US"/>
              <a:t>端口号的组合）</a:t>
            </a:r>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如果服务器是</a:t>
            </a:r>
            <a:r>
              <a:rPr lang="en-US" altLang="zh-CN"/>
              <a:t>NAT</a:t>
            </a:r>
            <a:r>
              <a:rPr lang="zh-CN" altLang="en-US"/>
              <a:t>的内网地址，怎么办？</a:t>
            </a:r>
            <a:endParaRPr lang="en-US"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静态：火车运行图</a:t>
            </a:r>
            <a:endParaRPr lang="zh-CN" altLang="en-US"/>
          </a:p>
          <a:p>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https://www.bilibili.com/video/BV1jE411W7tT</a:t>
            </a:r>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表是怎么形成的</a:t>
            </a:r>
            <a:endParaRPr lang="zh-CN" altLang="en-US"/>
          </a:p>
          <a:p>
            <a:r>
              <a:rPr lang="en-US" altLang="zh-CN">
                <a:sym typeface="+mn-ea"/>
              </a:rPr>
              <a:t>u</a:t>
            </a:r>
            <a:r>
              <a:rPr lang="zh-CN" altLang="en-US">
                <a:sym typeface="+mn-ea"/>
              </a:rPr>
              <a:t>为起点，找</a:t>
            </a:r>
            <a:r>
              <a:rPr lang="zh-CN" altLang="en-US"/>
              <a:t>和</a:t>
            </a:r>
            <a:r>
              <a:rPr lang="en-US" altLang="zh-CN"/>
              <a:t>u</a:t>
            </a:r>
            <a:r>
              <a:rPr lang="zh-CN" altLang="en-US"/>
              <a:t>最近的，</a:t>
            </a:r>
            <a:r>
              <a:rPr lang="en-US" altLang="zh-CN"/>
              <a:t>ux=1</a:t>
            </a:r>
            <a:r>
              <a:rPr lang="zh-CN" altLang="en-US"/>
              <a:t>，所以是</a:t>
            </a:r>
            <a:r>
              <a:rPr lang="en-US" altLang="zh-CN"/>
              <a:t>x</a:t>
            </a:r>
            <a:r>
              <a:rPr lang="zh-CN" altLang="en-US"/>
              <a:t>，把</a:t>
            </a:r>
            <a:r>
              <a:rPr lang="en-US" altLang="zh-CN"/>
              <a:t>x</a:t>
            </a:r>
            <a:r>
              <a:rPr lang="zh-CN" altLang="en-US"/>
              <a:t>纳入</a:t>
            </a:r>
            <a:r>
              <a:rPr lang="en-US" altLang="zh-CN"/>
              <a:t>u</a:t>
            </a:r>
            <a:r>
              <a:rPr lang="zh-CN" altLang="en-US"/>
              <a:t>，构成一个集合。剩余点，和</a:t>
            </a:r>
            <a:r>
              <a:rPr lang="en-US" altLang="zh-CN"/>
              <a:t>ux</a:t>
            </a:r>
            <a:r>
              <a:rPr lang="zh-CN" altLang="en-US"/>
              <a:t>最近的是</a:t>
            </a:r>
            <a:r>
              <a:rPr lang="en-US" altLang="zh-CN"/>
              <a:t>y</a:t>
            </a:r>
            <a:r>
              <a:rPr lang="zh-CN" altLang="en-US"/>
              <a:t>或者</a:t>
            </a:r>
            <a:r>
              <a:rPr lang="en-US" altLang="zh-CN"/>
              <a:t>v</a:t>
            </a:r>
            <a:r>
              <a:rPr lang="zh-CN" altLang="en-US"/>
              <a:t>，</a:t>
            </a:r>
            <a:r>
              <a:rPr lang="en-US" altLang="zh-CN"/>
              <a:t>u</a:t>
            </a:r>
            <a:r>
              <a:rPr lang="zh-CN" altLang="en-US"/>
              <a:t>到</a:t>
            </a:r>
            <a:r>
              <a:rPr lang="en-US" altLang="zh-CN"/>
              <a:t>x</a:t>
            </a:r>
            <a:r>
              <a:rPr lang="zh-CN" altLang="en-US"/>
              <a:t>到</a:t>
            </a:r>
            <a:r>
              <a:rPr lang="en-US" altLang="zh-CN"/>
              <a:t>y=2, u</a:t>
            </a:r>
            <a:r>
              <a:rPr lang="zh-CN" altLang="en-US"/>
              <a:t>到</a:t>
            </a:r>
            <a:r>
              <a:rPr lang="en-US" altLang="zh-CN"/>
              <a:t>v</a:t>
            </a:r>
            <a:r>
              <a:rPr lang="zh-CN" altLang="en-US"/>
              <a:t>是</a:t>
            </a:r>
            <a:r>
              <a:rPr lang="en-US" altLang="zh-CN"/>
              <a:t>2</a:t>
            </a:r>
            <a:r>
              <a:rPr lang="zh-CN" altLang="en-US"/>
              <a:t>。这里选择把</a:t>
            </a:r>
            <a:r>
              <a:rPr lang="en-US" altLang="zh-CN"/>
              <a:t>y</a:t>
            </a:r>
            <a:r>
              <a:rPr lang="zh-CN" altLang="en-US"/>
              <a:t>，纳入</a:t>
            </a:r>
            <a:r>
              <a:rPr lang="en-US" altLang="zh-CN"/>
              <a:t>ux</a:t>
            </a:r>
            <a:r>
              <a:rPr lang="zh-CN" altLang="en-US"/>
              <a:t>组合。（当然可以把</a:t>
            </a:r>
            <a:r>
              <a:rPr lang="en-US" altLang="zh-CN"/>
              <a:t>v</a:t>
            </a:r>
            <a:r>
              <a:rPr lang="zh-CN" altLang="en-US"/>
              <a:t>加入，最终结果是一样的）</a:t>
            </a:r>
            <a:endParaRPr lang="zh-CN" altLang="en-US"/>
          </a:p>
          <a:p>
            <a:r>
              <a:rPr lang="zh-CN" altLang="en-US"/>
              <a:t>这个表形成之后，可以查询从</a:t>
            </a:r>
            <a:r>
              <a:rPr lang="en-US" altLang="zh-CN"/>
              <a:t>u</a:t>
            </a:r>
            <a:r>
              <a:rPr lang="zh-CN" altLang="en-US"/>
              <a:t>到其他所有点的最短路径</a:t>
            </a:r>
            <a:endParaRPr lang="zh-CN" altLang="en-US"/>
          </a:p>
          <a:p>
            <a:r>
              <a:rPr lang="zh-CN" altLang="en-US"/>
              <a:t>比如说</a:t>
            </a:r>
            <a:r>
              <a:rPr lang="en-US" altLang="zh-CN"/>
              <a:t> x </a:t>
            </a:r>
            <a:r>
              <a:rPr lang="zh-CN" altLang="en-US"/>
              <a:t>到</a:t>
            </a:r>
            <a:r>
              <a:rPr lang="en-US" altLang="zh-CN"/>
              <a:t> z</a:t>
            </a:r>
            <a:r>
              <a:rPr lang="zh-CN" altLang="en-US"/>
              <a:t>，看最后一列，最小值是</a:t>
            </a:r>
            <a:r>
              <a:rPr lang="en-US" altLang="zh-CN"/>
              <a:t> 4</a:t>
            </a:r>
            <a:r>
              <a:rPr lang="zh-CN" altLang="en-US"/>
              <a:t>，</a:t>
            </a:r>
            <a:r>
              <a:rPr lang="en-US" altLang="zh-CN"/>
              <a:t>y</a:t>
            </a:r>
            <a:r>
              <a:rPr lang="zh-CN" altLang="en-US"/>
              <a:t>，说明是从</a:t>
            </a:r>
            <a:r>
              <a:rPr lang="en-US" altLang="zh-CN"/>
              <a:t>y</a:t>
            </a:r>
            <a:r>
              <a:rPr lang="zh-CN" altLang="en-US"/>
              <a:t>到的</a:t>
            </a:r>
            <a:r>
              <a:rPr lang="en-US" altLang="zh-CN"/>
              <a:t>z</a:t>
            </a:r>
            <a:r>
              <a:rPr lang="zh-CN" altLang="en-US"/>
              <a:t>，最短路径是</a:t>
            </a:r>
            <a:r>
              <a:rPr lang="en-US" altLang="zh-CN"/>
              <a:t>4.</a:t>
            </a:r>
            <a:endParaRPr lang="en-US" altLang="zh-CN"/>
          </a:p>
          <a:p>
            <a:r>
              <a:rPr lang="zh-CN" altLang="en-US"/>
              <a:t>再看倒数第二列，是从</a:t>
            </a:r>
            <a:r>
              <a:rPr lang="en-US" altLang="zh-CN"/>
              <a:t>x</a:t>
            </a:r>
            <a:r>
              <a:rPr lang="zh-CN" altLang="en-US"/>
              <a:t>到的</a:t>
            </a:r>
            <a:r>
              <a:rPr lang="en-US" altLang="zh-CN"/>
              <a:t>y</a:t>
            </a:r>
            <a:r>
              <a:rPr lang="zh-CN" altLang="en-US"/>
              <a:t>，最短路是</a:t>
            </a:r>
            <a:r>
              <a:rPr lang="en-US" altLang="zh-CN"/>
              <a:t>2</a:t>
            </a:r>
            <a:endParaRPr lang="en-US" altLang="zh-CN"/>
          </a:p>
          <a:p>
            <a:r>
              <a:rPr lang="zh-CN" altLang="en-US"/>
              <a:t>再看倒数第三列</a:t>
            </a:r>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a:t>n+(n-1)+(n-2)+...+1=(n+1)*n/2 </a:t>
            </a:r>
            <a:endParaRPr lang="en-US" altLang="zh-CN"/>
          </a:p>
          <a:p>
            <a:r>
              <a:rPr lang="zh-CN" altLang="en-US"/>
              <a:t>类比于高斯从</a:t>
            </a:r>
            <a:r>
              <a:rPr lang="en-US" altLang="zh-CN"/>
              <a:t>1+</a:t>
            </a:r>
            <a:r>
              <a:rPr lang="zh-CN" altLang="en-US"/>
              <a:t>到</a:t>
            </a:r>
            <a:r>
              <a:rPr lang="en-US" altLang="zh-CN"/>
              <a:t>100</a:t>
            </a:r>
            <a:endParaRPr lang="en-US" altLang="zh-CN"/>
          </a:p>
          <a:p>
            <a:r>
              <a:rPr lang="zh-CN" altLang="en-US"/>
              <a:t>振荡：已承载的流量作为链路开销，则出现潮汐式流量，要么都挤过来，要么就空着</a:t>
            </a:r>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B-F</a:t>
            </a:r>
            <a:r>
              <a:rPr lang="zh-CN" altLang="en-US"/>
              <a:t>算法，类似于</a:t>
            </a:r>
            <a:r>
              <a:rPr lang="en-US" altLang="zh-CN"/>
              <a:t>Dij</a:t>
            </a:r>
            <a:r>
              <a:rPr lang="zh-CN" altLang="en-US"/>
              <a:t>算法，但优势是可以处理负值权重的边，是一个递归算法。</a:t>
            </a:r>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a:t>dv(z) v-x-y-z 5</a:t>
            </a:r>
            <a:endParaRPr lang="en-US" altLang="zh-CN"/>
          </a:p>
          <a:p>
            <a:r>
              <a:rPr lang="en-US" altLang="zh-CN"/>
              <a:t>dx(z) x-y-z 3</a:t>
            </a:r>
            <a:endParaRPr lang="en-US" altLang="zh-CN"/>
          </a:p>
          <a:p>
            <a:r>
              <a:rPr lang="en-US" altLang="zh-CN"/>
              <a:t>dw(z) w-y-z 3</a:t>
            </a:r>
            <a:endParaRPr lang="en-US" altLang="zh-CN"/>
          </a:p>
          <a:p>
            <a:r>
              <a:rPr lang="zh-CN" altLang="en-US"/>
              <a:t>一切向前看，本页验证</a:t>
            </a:r>
            <a:r>
              <a:rPr lang="en-US" altLang="zh-CN"/>
              <a:t>BF</a:t>
            </a:r>
            <a:r>
              <a:rPr lang="zh-CN" altLang="en-US"/>
              <a:t>算法的</a:t>
            </a:r>
            <a:r>
              <a:rPr lang="zh-CN"/>
              <a:t>成立</a:t>
            </a:r>
            <a:endParaRPr lang="zh-CN"/>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我知道自己的密友，我还知道自己密友的密友</a:t>
            </a:r>
            <a:endParaRPr lang="zh-CN" altLang="en-US"/>
          </a:p>
          <a:p>
            <a:r>
              <a:rPr lang="zh-CN" altLang="en-US"/>
              <a:t>举例：</a:t>
            </a:r>
            <a:r>
              <a:rPr lang="en-US" altLang="zh-CN"/>
              <a:t>o</a:t>
            </a:r>
            <a:r>
              <a:rPr lang="zh-CN" altLang="en-US"/>
              <a:t>可以分别通过</a:t>
            </a:r>
            <a:r>
              <a:rPr lang="en-US" altLang="zh-CN"/>
              <a:t>x</a:t>
            </a:r>
            <a:r>
              <a:rPr lang="zh-CN" altLang="en-US"/>
              <a:t>和</a:t>
            </a:r>
            <a:r>
              <a:rPr lang="en-US" altLang="zh-CN"/>
              <a:t>y</a:t>
            </a:r>
            <a:r>
              <a:rPr lang="zh-CN" altLang="en-US"/>
              <a:t>到达</a:t>
            </a:r>
            <a:r>
              <a:rPr lang="en-US" altLang="zh-CN"/>
              <a:t>z</a:t>
            </a:r>
            <a:r>
              <a:rPr lang="zh-CN" altLang="en-US"/>
              <a:t>，</a:t>
            </a:r>
            <a:r>
              <a:rPr lang="en-US" altLang="zh-CN"/>
              <a:t>o</a:t>
            </a:r>
            <a:r>
              <a:rPr lang="zh-CN" altLang="en-US"/>
              <a:t>会比较通过</a:t>
            </a:r>
            <a:r>
              <a:rPr lang="en-US" altLang="zh-CN"/>
              <a:t>x</a:t>
            </a:r>
            <a:r>
              <a:rPr lang="zh-CN" altLang="en-US"/>
              <a:t>或</a:t>
            </a:r>
            <a:r>
              <a:rPr lang="en-US" altLang="zh-CN"/>
              <a:t>y</a:t>
            </a:r>
            <a:r>
              <a:rPr lang="zh-CN" altLang="en-US"/>
              <a:t>，谁到达</a:t>
            </a:r>
            <a:r>
              <a:rPr lang="en-US" altLang="zh-CN"/>
              <a:t>z</a:t>
            </a:r>
            <a:r>
              <a:rPr lang="zh-CN" altLang="en-US"/>
              <a:t>的距离更短。货比三家，再做决定</a:t>
            </a:r>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对于</a:t>
            </a:r>
            <a:r>
              <a:rPr lang="en-US" altLang="zh-CN"/>
              <a:t>x</a:t>
            </a:r>
            <a:r>
              <a:rPr lang="zh-CN" altLang="en-US"/>
              <a:t>来说，他的邻居</a:t>
            </a:r>
            <a:r>
              <a:rPr lang="en-US" altLang="zh-CN"/>
              <a:t>v</a:t>
            </a:r>
            <a:r>
              <a:rPr lang="zh-CN" altLang="en-US"/>
              <a:t>，告诉了他（</a:t>
            </a:r>
            <a:r>
              <a:rPr lang="en-US" altLang="zh-CN"/>
              <a:t>x</a:t>
            </a:r>
            <a:r>
              <a:rPr lang="zh-CN" altLang="en-US"/>
              <a:t>）关于</a:t>
            </a:r>
            <a:r>
              <a:rPr lang="en-US" altLang="zh-CN"/>
              <a:t>v</a:t>
            </a:r>
            <a:r>
              <a:rPr lang="zh-CN" altLang="en-US"/>
              <a:t>到</a:t>
            </a:r>
            <a:r>
              <a:rPr lang="en-US" altLang="zh-CN"/>
              <a:t>y</a:t>
            </a:r>
            <a:r>
              <a:rPr lang="zh-CN" altLang="en-US"/>
              <a:t>的距离向量（路径代价）的变化，</a:t>
            </a:r>
            <a:r>
              <a:rPr lang="en-US" altLang="zh-CN"/>
              <a:t>x</a:t>
            </a:r>
            <a:r>
              <a:rPr lang="zh-CN" altLang="en-US"/>
              <a:t>就根据</a:t>
            </a:r>
            <a:r>
              <a:rPr lang="en-US" altLang="zh-CN"/>
              <a:t>x</a:t>
            </a:r>
            <a:r>
              <a:rPr lang="zh-CN" altLang="en-US"/>
              <a:t>到</a:t>
            </a:r>
            <a:r>
              <a:rPr lang="en-US" altLang="zh-CN"/>
              <a:t>v</a:t>
            </a:r>
            <a:r>
              <a:rPr lang="zh-CN" altLang="en-US"/>
              <a:t>的成本，加上更新后的</a:t>
            </a:r>
            <a:r>
              <a:rPr lang="en-US" altLang="zh-CN"/>
              <a:t>v</a:t>
            </a:r>
            <a:r>
              <a:rPr lang="zh-CN" altLang="en-US"/>
              <a:t>到</a:t>
            </a:r>
            <a:r>
              <a:rPr lang="en-US" altLang="zh-CN"/>
              <a:t>y</a:t>
            </a:r>
            <a:r>
              <a:rPr lang="zh-CN" altLang="en-US"/>
              <a:t>的成本，重新计算</a:t>
            </a:r>
            <a:r>
              <a:rPr lang="en-US" altLang="zh-CN"/>
              <a:t>x</a:t>
            </a:r>
            <a:r>
              <a:rPr lang="zh-CN" altLang="en-US"/>
              <a:t>到</a:t>
            </a:r>
            <a:r>
              <a:rPr lang="en-US" altLang="zh-CN"/>
              <a:t>y</a:t>
            </a:r>
            <a:r>
              <a:rPr lang="zh-CN" altLang="en-US"/>
              <a:t>的成本</a:t>
            </a:r>
            <a:endParaRPr lang="zh-CN" altLang="en-US"/>
          </a:p>
          <a:p>
            <a:r>
              <a:rPr lang="zh-CN" altLang="en-US"/>
              <a:t>苟日新，日日新，又日新</a:t>
            </a:r>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先看左上，再看左中，再看中上，更新</a:t>
            </a:r>
            <a:r>
              <a:rPr lang="en-US" altLang="zh-CN"/>
              <a:t> x-y x-z</a:t>
            </a:r>
            <a:r>
              <a:rPr lang="zh-CN" altLang="en-US"/>
              <a:t>的距离，随着左中信息的加入，</a:t>
            </a:r>
            <a:r>
              <a:rPr lang="en-US" altLang="zh-CN"/>
              <a:t>x-z</a:t>
            </a:r>
            <a:r>
              <a:rPr lang="zh-CN" altLang="en-US"/>
              <a:t>的距离发生了变化，由</a:t>
            </a:r>
            <a:r>
              <a:rPr lang="en-US" altLang="zh-CN"/>
              <a:t>7</a:t>
            </a:r>
            <a:r>
              <a:rPr lang="zh-CN" altLang="en-US"/>
              <a:t>变</a:t>
            </a:r>
            <a:r>
              <a:rPr lang="en-US" altLang="zh-CN"/>
              <a:t>3</a:t>
            </a:r>
            <a:endParaRPr lang="zh-CN" altLang="en-US"/>
          </a:p>
          <a:p>
            <a:r>
              <a:rPr lang="zh-CN" altLang="en-US"/>
              <a:t>再看左下，再看中上，</a:t>
            </a:r>
            <a:r>
              <a:rPr lang="zh-CN" altLang="en-US">
                <a:sym typeface="+mn-ea"/>
              </a:rPr>
              <a:t>更新</a:t>
            </a:r>
            <a:r>
              <a:rPr lang="en-US" altLang="zh-CN">
                <a:sym typeface="+mn-ea"/>
              </a:rPr>
              <a:t> x-y x-z</a:t>
            </a:r>
            <a:r>
              <a:rPr lang="zh-CN" altLang="en-US">
                <a:sym typeface="+mn-ea"/>
              </a:rPr>
              <a:t>的距离，随着左下信息的加入，距离最小值没有发生变化</a:t>
            </a:r>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随着时间的演进，左上左中的信息加入进中下，中下的表发生了变化，</a:t>
            </a:r>
            <a:r>
              <a:rPr lang="en-US" altLang="zh-CN"/>
              <a:t>z-x</a:t>
            </a:r>
            <a:r>
              <a:rPr lang="zh-CN" altLang="en-US"/>
              <a:t>的距离由</a:t>
            </a:r>
            <a:r>
              <a:rPr lang="en-US" altLang="zh-CN"/>
              <a:t>7</a:t>
            </a:r>
            <a:r>
              <a:rPr lang="zh-CN" altLang="en-US"/>
              <a:t>变为</a:t>
            </a:r>
            <a:r>
              <a:rPr lang="en-US" altLang="zh-CN"/>
              <a:t>3</a:t>
            </a:r>
            <a:endParaRPr lang="en-US" altLang="zh-CN"/>
          </a:p>
          <a:p>
            <a:r>
              <a:rPr lang="zh-CN" altLang="en-US"/>
              <a:t>最后形成对称矩阵</a:t>
            </a:r>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a:t>setting </a:t>
            </a:r>
            <a:r>
              <a:rPr lang="zh-CN" altLang="en-US"/>
              <a:t>：</a:t>
            </a:r>
            <a:r>
              <a:rPr lang="en-US" altLang="zh-CN"/>
              <a:t>y</a:t>
            </a:r>
            <a:r>
              <a:rPr lang="zh-CN" altLang="en-US"/>
              <a:t>和</a:t>
            </a:r>
            <a:r>
              <a:rPr lang="en-US" altLang="zh-CN"/>
              <a:t>z</a:t>
            </a:r>
            <a:r>
              <a:rPr lang="zh-CN" altLang="en-US"/>
              <a:t>分别计算到</a:t>
            </a:r>
            <a:r>
              <a:rPr lang="en-US" altLang="zh-CN"/>
              <a:t>x</a:t>
            </a:r>
            <a:r>
              <a:rPr lang="zh-CN" altLang="en-US"/>
              <a:t>的路由</a:t>
            </a:r>
            <a:endParaRPr lang="en-US" altLang="zh-CN"/>
          </a:p>
          <a:p>
            <a:r>
              <a:rPr lang="zh-CN" altLang="en-US"/>
              <a:t>好事传千里</a:t>
            </a:r>
            <a:endParaRPr lang="zh-CN" altLang="en-US"/>
          </a:p>
          <a:p>
            <a:r>
              <a:rPr lang="zh-CN" altLang="en-GB"/>
              <a:t>过程的开始：</a:t>
            </a:r>
            <a:r>
              <a:rPr lang="en-US" altLang="zh-CN"/>
              <a:t>1 </a:t>
            </a:r>
            <a:r>
              <a:rPr lang="en-GB" altLang="zh-CN"/>
              <a:t>y</a:t>
            </a:r>
            <a:r>
              <a:rPr lang="zh-CN" altLang="zh-CN"/>
              <a:t>检测到链路变化，</a:t>
            </a:r>
            <a:r>
              <a:rPr lang="en-US" altLang="zh-CN"/>
              <a:t>y</a:t>
            </a:r>
            <a:r>
              <a:rPr lang="zh-CN" altLang="en-US"/>
              <a:t>重新计算到</a:t>
            </a:r>
            <a:r>
              <a:rPr lang="en-US" altLang="zh-CN"/>
              <a:t>x</a:t>
            </a:r>
            <a:r>
              <a:rPr lang="zh-CN" altLang="en-US"/>
              <a:t>的路由，</a:t>
            </a:r>
            <a:r>
              <a:rPr lang="en-US" altLang="zh-CN"/>
              <a:t>2 y</a:t>
            </a:r>
            <a:r>
              <a:rPr lang="zh-CN" altLang="en-US"/>
              <a:t>告诉</a:t>
            </a:r>
            <a:r>
              <a:rPr lang="en-US" altLang="zh-CN"/>
              <a:t>z z</a:t>
            </a:r>
            <a:r>
              <a:rPr lang="zh-CN" altLang="en-US"/>
              <a:t>重新计算到</a:t>
            </a:r>
            <a:r>
              <a:rPr lang="en-US" altLang="zh-CN"/>
              <a:t>x</a:t>
            </a:r>
            <a:r>
              <a:rPr lang="zh-CN" altLang="en-US"/>
              <a:t>的路由</a:t>
            </a:r>
            <a:r>
              <a:rPr lang="en-US" altLang="zh-CN"/>
              <a:t> 3 z</a:t>
            </a:r>
            <a:r>
              <a:rPr lang="zh-CN" altLang="en-US"/>
              <a:t>告诉</a:t>
            </a:r>
            <a:r>
              <a:rPr lang="en-US" altLang="zh-CN"/>
              <a:t>y</a:t>
            </a:r>
            <a:endParaRPr lang="zh-CN" altLang="en-US"/>
          </a:p>
          <a:p>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坏消息传的慢，因此收敛的很慢</a:t>
            </a:r>
            <a:endParaRPr lang="en-US" altLang="zh-CN"/>
          </a:p>
          <a:p>
            <a:r>
              <a:rPr lang="en-US" altLang="zh-CN"/>
              <a:t>1 y</a:t>
            </a:r>
            <a:r>
              <a:rPr lang="zh-CN" altLang="en-US"/>
              <a:t>检测到链路变化</a:t>
            </a:r>
            <a:r>
              <a:rPr lang="en-US" altLang="zh-CN"/>
              <a:t> 4-</a:t>
            </a:r>
            <a:r>
              <a:rPr lang="zh-CN" altLang="en-US"/>
              <a:t>》</a:t>
            </a:r>
            <a:r>
              <a:rPr lang="en-US" altLang="zh-CN"/>
              <a:t>60 y</a:t>
            </a:r>
            <a:r>
              <a:rPr lang="zh-CN" altLang="en-US"/>
              <a:t>重新计算到</a:t>
            </a:r>
            <a:r>
              <a:rPr lang="en-US" altLang="zh-CN"/>
              <a:t>x</a:t>
            </a:r>
            <a:r>
              <a:rPr lang="zh-CN" altLang="en-US"/>
              <a:t>的路由，</a:t>
            </a:r>
            <a:r>
              <a:rPr lang="en-US" altLang="zh-CN"/>
              <a:t>min</a:t>
            </a:r>
            <a:r>
              <a:rPr lang="zh-CN" altLang="en-US"/>
              <a:t>（</a:t>
            </a:r>
            <a:r>
              <a:rPr lang="en-US" altLang="zh-CN"/>
              <a:t>60,6</a:t>
            </a:r>
            <a:r>
              <a:rPr lang="zh-CN" altLang="en-US"/>
              <a:t>）</a:t>
            </a:r>
            <a:r>
              <a:rPr lang="en-US" altLang="zh-CN"/>
              <a:t>6</a:t>
            </a:r>
            <a:r>
              <a:rPr lang="zh-CN" altLang="en-US"/>
              <a:t>是因为</a:t>
            </a:r>
            <a:r>
              <a:rPr lang="en-US" altLang="zh-CN"/>
              <a:t>z</a:t>
            </a:r>
            <a:r>
              <a:rPr lang="zh-CN" altLang="en-US"/>
              <a:t>之前告诉</a:t>
            </a:r>
            <a:r>
              <a:rPr lang="en-US" altLang="zh-CN"/>
              <a:t>y</a:t>
            </a:r>
            <a:r>
              <a:rPr lang="zh-CN" altLang="en-US"/>
              <a:t>的：</a:t>
            </a:r>
            <a:r>
              <a:rPr lang="en-US" altLang="zh-CN"/>
              <a:t>z</a:t>
            </a:r>
            <a:r>
              <a:rPr lang="zh-CN" altLang="en-US"/>
              <a:t>可以通过</a:t>
            </a:r>
            <a:r>
              <a:rPr lang="en-US" altLang="zh-CN"/>
              <a:t>z-y-x=1+4=5 </a:t>
            </a:r>
            <a:r>
              <a:rPr lang="zh-CN" altLang="en-US"/>
              <a:t>所以</a:t>
            </a:r>
            <a:r>
              <a:rPr lang="en-US" altLang="zh-CN"/>
              <a:t>y</a:t>
            </a:r>
            <a:r>
              <a:rPr lang="zh-CN" altLang="en-US"/>
              <a:t>到</a:t>
            </a:r>
            <a:r>
              <a:rPr lang="en-US" altLang="zh-CN"/>
              <a:t>x</a:t>
            </a:r>
            <a:r>
              <a:rPr lang="zh-CN" altLang="en-US"/>
              <a:t>可以用</a:t>
            </a:r>
            <a:r>
              <a:rPr lang="en-US" altLang="zh-CN"/>
              <a:t>y-z-y-x=6 </a:t>
            </a:r>
            <a:r>
              <a:rPr lang="zh-CN" altLang="en-US"/>
              <a:t>这样就形成黑洞</a:t>
            </a:r>
            <a:r>
              <a:rPr lang="en-US" altLang="zh-CN"/>
              <a:t> y-z  z</a:t>
            </a:r>
            <a:r>
              <a:rPr lang="zh-CN" altLang="en-US"/>
              <a:t>又发回给</a:t>
            </a:r>
            <a:r>
              <a:rPr lang="en-US" altLang="zh-CN"/>
              <a:t>y</a:t>
            </a:r>
            <a:endParaRPr lang="en-US" altLang="zh-CN"/>
          </a:p>
          <a:p>
            <a:r>
              <a:rPr lang="en-US" altLang="zh-CN"/>
              <a:t>2 </a:t>
            </a:r>
            <a:r>
              <a:rPr lang="zh-CN" altLang="en-US"/>
              <a:t>接下来</a:t>
            </a:r>
            <a:r>
              <a:rPr lang="en-US" altLang="zh-CN"/>
              <a:t>y</a:t>
            </a:r>
            <a:r>
              <a:rPr lang="zh-CN" altLang="en-US"/>
              <a:t>将</a:t>
            </a:r>
            <a:r>
              <a:rPr lang="en-US" altLang="zh-CN"/>
              <a:t>y-x</a:t>
            </a:r>
            <a:r>
              <a:rPr lang="zh-CN" altLang="en-US"/>
              <a:t>是</a:t>
            </a:r>
            <a:r>
              <a:rPr lang="en-US" altLang="zh-CN"/>
              <a:t>6</a:t>
            </a:r>
            <a:r>
              <a:rPr lang="zh-CN" altLang="en-US"/>
              <a:t>的</a:t>
            </a:r>
            <a:r>
              <a:rPr lang="en-US" altLang="zh-CN"/>
              <a:t>“</a:t>
            </a:r>
            <a:r>
              <a:rPr lang="zh-CN" altLang="en-US"/>
              <a:t>事实</a:t>
            </a:r>
            <a:r>
              <a:rPr lang="en-US" altLang="zh-CN"/>
              <a:t>”</a:t>
            </a:r>
            <a:r>
              <a:rPr lang="zh-CN" altLang="en-US"/>
              <a:t>告诉</a:t>
            </a:r>
            <a:r>
              <a:rPr lang="en-US" altLang="zh-CN"/>
              <a:t>z</a:t>
            </a:r>
            <a:r>
              <a:rPr lang="zh-CN" altLang="en-US"/>
              <a:t>，</a:t>
            </a:r>
            <a:r>
              <a:rPr lang="en-US" altLang="zh-CN"/>
              <a:t>z</a:t>
            </a:r>
            <a:r>
              <a:rPr lang="zh-CN" altLang="en-US"/>
              <a:t>又更新，</a:t>
            </a:r>
            <a:r>
              <a:rPr lang="en-US" altLang="zh-CN"/>
              <a:t>min</a:t>
            </a:r>
            <a:r>
              <a:rPr lang="zh-CN" altLang="en-US"/>
              <a:t>（</a:t>
            </a:r>
            <a:r>
              <a:rPr lang="en-US" altLang="zh-CN"/>
              <a:t>50,7</a:t>
            </a:r>
            <a:r>
              <a:rPr lang="zh-CN" altLang="en-US"/>
              <a:t>）</a:t>
            </a:r>
            <a:endParaRPr lang="zh-CN" altLang="en-US"/>
          </a:p>
          <a:p>
            <a:r>
              <a:rPr lang="en-US" altLang="zh-CN"/>
              <a:t>3 </a:t>
            </a:r>
            <a:r>
              <a:rPr lang="zh-CN" altLang="en-US"/>
              <a:t>以此类推</a:t>
            </a:r>
            <a:r>
              <a:rPr lang="en-US" altLang="zh-CN"/>
              <a:t> </a:t>
            </a:r>
            <a:r>
              <a:rPr lang="zh-CN" altLang="en-US"/>
              <a:t>每轮增加</a:t>
            </a:r>
            <a:r>
              <a:rPr lang="en-US" altLang="zh-CN"/>
              <a:t>1</a:t>
            </a:r>
            <a:r>
              <a:rPr lang="zh-CN" altLang="en-US"/>
              <a:t>，</a:t>
            </a:r>
            <a:r>
              <a:rPr lang="en-US" altLang="zh-CN"/>
              <a:t>6-7-8-...-50</a:t>
            </a:r>
            <a:r>
              <a:rPr lang="zh-CN" altLang="en-US"/>
              <a:t>，所以是</a:t>
            </a:r>
            <a:r>
              <a:rPr lang="en-US" altLang="zh-CN"/>
              <a:t>44</a:t>
            </a:r>
            <a:r>
              <a:rPr lang="zh-CN" altLang="en-US"/>
              <a:t>轮</a:t>
            </a:r>
            <a:endParaRPr lang="zh-CN" altLang="en-US"/>
          </a:p>
          <a:p>
            <a:r>
              <a:rPr lang="zh-CN" altLang="en-US"/>
              <a:t>计数到无穷</a:t>
            </a:r>
            <a:endParaRPr lang="zh-CN" altLang="en-US"/>
          </a:p>
          <a:p>
            <a:r>
              <a:rPr lang="en-US" altLang="zh-CN"/>
              <a:t> </a:t>
            </a:r>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a:t>LS</a:t>
            </a:r>
            <a:r>
              <a:rPr lang="zh-CN" altLang="en-US"/>
              <a:t>更健壮</a:t>
            </a:r>
            <a:r>
              <a:rPr lang="en-US" altLang="zh-CN"/>
              <a:t> DV</a:t>
            </a:r>
            <a:r>
              <a:rPr lang="zh-CN" altLang="en-US"/>
              <a:t>的属性要看情况</a:t>
            </a:r>
            <a:endParaRPr lang="zh-CN" altLang="en-US"/>
          </a:p>
          <a:p>
            <a:r>
              <a:rPr lang="en-US" altLang="zh-CN"/>
              <a:t>LS</a:t>
            </a:r>
            <a:r>
              <a:rPr lang="zh-CN" altLang="en-US"/>
              <a:t>和</a:t>
            </a:r>
            <a:r>
              <a:rPr lang="en-US" altLang="zh-CN"/>
              <a:t>DV</a:t>
            </a:r>
            <a:r>
              <a:rPr lang="zh-CN" altLang="en-US"/>
              <a:t>的主要区别来自于输入：一个是输入网络拓扑，一个是输入邻居的路由表</a:t>
            </a:r>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类比于</a:t>
            </a:r>
            <a:r>
              <a:rPr lang="en-US" altLang="zh-CN"/>
              <a:t>NAT</a:t>
            </a:r>
            <a:r>
              <a:rPr lang="zh-CN" altLang="en-US"/>
              <a:t>进行理解，都是一簇有个簇头</a:t>
            </a:r>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和</a:t>
            </a:r>
            <a:r>
              <a:rPr lang="en-US" altLang="zh-CN"/>
              <a:t>RIP</a:t>
            </a:r>
            <a:r>
              <a:rPr lang="zh-CN" altLang="en-US"/>
              <a:t>的区别是，度量指标不只是跳数</a:t>
            </a:r>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a:t>de facto </a:t>
            </a:r>
            <a:r>
              <a:rPr lang="zh-CN" altLang="en-US"/>
              <a:t>实际上的</a:t>
            </a:r>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以</a:t>
            </a:r>
            <a:r>
              <a:rPr lang="en-US" altLang="zh-CN"/>
              <a:t>3c--2b</a:t>
            </a:r>
            <a:r>
              <a:rPr lang="zh-CN" altLang="en-US"/>
              <a:t>举例，说明</a:t>
            </a:r>
            <a:r>
              <a:rPr lang="en-US" altLang="zh-CN"/>
              <a:t>3c-3a-1c-1b-2a-2b</a:t>
            </a:r>
            <a:r>
              <a:rPr lang="zh-CN" altLang="en-US"/>
              <a:t>，每个节点都通知上一节点自己的路由前缀是多少</a:t>
            </a:r>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zh-CN"/>
              <a:t>两个属性：</a:t>
            </a:r>
            <a:endParaRPr lang="zh-CN" altLang="zh-CN"/>
          </a:p>
          <a:p>
            <a:r>
              <a:rPr lang="zh-CN" altLang="zh-CN"/>
              <a:t>宏观属性：</a:t>
            </a:r>
            <a:r>
              <a:rPr lang="en-US" altLang="zh-CN"/>
              <a:t>AS-PATH</a:t>
            </a:r>
            <a:endParaRPr lang="en-US" altLang="zh-CN"/>
          </a:p>
          <a:p>
            <a:r>
              <a:rPr lang="zh-CN" altLang="en-US"/>
              <a:t>围观属性：</a:t>
            </a:r>
            <a:r>
              <a:rPr lang="en-US" altLang="zh-CN"/>
              <a:t>NEXT-HOP</a:t>
            </a:r>
            <a:endParaRPr lang="en-US" altLang="zh-CN"/>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7458" name="Rectangle 7"/>
          <p:cNvSpPr txBox="1">
            <a:spLocks noGrp="1"/>
          </p:cNvSpPr>
          <p:nvPr>
            <p:ph type="sldNum" sz="quarter"/>
          </p:nvPr>
        </p:nvSpPr>
        <p:spPr>
          <a:xfrm>
            <a:off x="4144963" y="9121775"/>
            <a:ext cx="3170237" cy="479425"/>
          </a:xfrm>
          <a:prstGeom prst="rect">
            <a:avLst/>
          </a:prstGeom>
          <a:noFill/>
          <a:ln w="9525">
            <a:noFill/>
          </a:ln>
        </p:spPr>
        <p:txBody>
          <a:bodyPr lIns="96661" tIns="48331" rIns="96661" bIns="48331" anchor="b" anchorCtr="0"/>
          <a:p>
            <a:pPr lvl="0" algn="r" defTabSz="967105"/>
            <a:fld id="{9A0DB2DC-4C9A-4742-B13C-FB6460FD3503}" type="slidenum">
              <a:rPr lang="en-US" altLang="zh-CN" sz="1300" dirty="0">
                <a:latin typeface="Times New Roman" panose="02020603050405020304" pitchFamily="18" charset="0"/>
                <a:ea typeface="宋体" panose="02010600030101010101" pitchFamily="2" charset="-122"/>
              </a:rPr>
            </a:fld>
            <a:endParaRPr lang="en-US" altLang="zh-CN" sz="1300" dirty="0">
              <a:latin typeface="Times New Roman" panose="02020603050405020304" pitchFamily="18" charset="0"/>
              <a:ea typeface="宋体" panose="02010600030101010101" pitchFamily="2" charset="-122"/>
            </a:endParaRPr>
          </a:p>
        </p:txBody>
      </p:sp>
      <p:sp>
        <p:nvSpPr>
          <p:cNvPr id="147459" name="Rectangle 2"/>
          <p:cNvSpPr>
            <a:spLocks noGrp="1" noRot="1" noChangeAspect="1" noTextEdit="1"/>
          </p:cNvSpPr>
          <p:nvPr>
            <p:ph type="sldImg"/>
          </p:nvPr>
        </p:nvSpPr>
        <p:spPr>
          <a:xfrm>
            <a:off x="1177925" y="531813"/>
            <a:ext cx="5041900" cy="3781425"/>
          </a:xfrm>
          <a:ln w="12700">
            <a:solidFill>
              <a:schemeClr val="tx1">
                <a:alpha val="100000"/>
              </a:schemeClr>
            </a:solidFill>
          </a:ln>
        </p:spPr>
      </p:sp>
      <p:sp>
        <p:nvSpPr>
          <p:cNvPr id="147460" name="Rectangle 3"/>
          <p:cNvSpPr>
            <a:spLocks noGrp="1"/>
          </p:cNvSpPr>
          <p:nvPr>
            <p:ph type="body" idx="1"/>
          </p:nvPr>
        </p:nvSpPr>
        <p:spPr>
          <a:xfrm>
            <a:off x="765175" y="4948238"/>
            <a:ext cx="6034088" cy="3765550"/>
          </a:xfrm>
        </p:spPr>
        <p:txBody>
          <a:bodyPr wrap="square" lIns="97332" tIns="48667" rIns="97332" bIns="48667" anchor="t" anchorCtr="0"/>
          <a:p>
            <a:pPr lvl="0"/>
            <a:r>
              <a:rPr lang="en-US" altLang="zh-CN" sz="1400" b="1" u="sng" dirty="0">
                <a:ea typeface="宋体" panose="02010600030101010101" pitchFamily="2" charset="-122"/>
              </a:rPr>
              <a:t>Notes:</a:t>
            </a:r>
            <a:endParaRPr lang="en-US" altLang="zh-CN" sz="1400" b="1" u="sng" dirty="0">
              <a:ea typeface="宋体" panose="02010600030101010101" pitchFamily="2" charset="-122"/>
            </a:endParaRPr>
          </a:p>
          <a:p>
            <a:pPr lvl="0"/>
            <a:endParaRPr lang="en-US" altLang="zh-CN" sz="1400" b="1" u="sng" dirty="0">
              <a:ea typeface="宋体" panose="02010600030101010101" pitchFamily="2" charset="-122"/>
            </a:endParaRPr>
          </a:p>
          <a:p>
            <a:pPr lvl="0"/>
            <a:endParaRPr lang="en-US" altLang="zh-CN" sz="1400" b="1" u="sng" dirty="0">
              <a:ea typeface="宋体" panose="02010600030101010101" pitchFamily="2" charset="-122"/>
            </a:endParaRPr>
          </a:p>
          <a:p>
            <a:pPr lvl="0"/>
            <a:endParaRPr lang="en-US" altLang="zh-CN" sz="1400" b="1" u="sng" dirty="0">
              <a:ea typeface="宋体" panose="02010600030101010101" pitchFamily="2" charset="-122"/>
            </a:endParaRPr>
          </a:p>
          <a:p>
            <a:pPr lvl="0"/>
            <a:endParaRPr lang="en-US" altLang="zh-CN" sz="1400" b="1" u="sng" dirty="0">
              <a:ea typeface="宋体" panose="02010600030101010101" pitchFamily="2" charset="-122"/>
            </a:endParaRPr>
          </a:p>
          <a:p>
            <a:pPr lvl="0"/>
            <a:endParaRPr lang="en-US" altLang="zh-CN" sz="1400" b="1" u="sng" dirty="0">
              <a:ea typeface="宋体" panose="02010600030101010101" pitchFamily="2" charset="-122"/>
            </a:endParaRPr>
          </a:p>
          <a:p>
            <a:pPr lvl="0"/>
            <a:endParaRPr lang="en-US" altLang="zh-CN" sz="1400" b="1" u="sng" dirty="0">
              <a:ea typeface="宋体" panose="02010600030101010101" pitchFamily="2" charset="-122"/>
            </a:endParaRPr>
          </a:p>
          <a:p>
            <a:pPr lvl="0"/>
            <a:endParaRPr lang="en-US" altLang="zh-CN" sz="1400" b="1" u="sng" dirty="0">
              <a:ea typeface="宋体" panose="02010600030101010101" pitchFamily="2" charset="-122"/>
            </a:endParaRPr>
          </a:p>
          <a:p>
            <a:pPr lvl="0"/>
            <a:endParaRPr lang="en-US" altLang="zh-CN" sz="1400" b="1" u="sng" dirty="0">
              <a:ea typeface="宋体" panose="02010600030101010101" pitchFamily="2" charset="-122"/>
            </a:endParaRPr>
          </a:p>
          <a:p>
            <a:pPr lvl="0"/>
            <a:endParaRPr lang="en-US" altLang="zh-CN" sz="1400" b="1" u="sng" dirty="0">
              <a:ea typeface="宋体" panose="02010600030101010101" pitchFamily="2" charset="-122"/>
            </a:endParaRPr>
          </a:p>
          <a:p>
            <a:pPr lvl="0"/>
            <a:endParaRPr lang="en-US" altLang="zh-CN" sz="1400" b="1" u="sng" dirty="0">
              <a:ea typeface="宋体" panose="02010600030101010101" pitchFamily="2" charset="-122"/>
            </a:endParaRPr>
          </a:p>
          <a:p>
            <a:pPr lvl="0"/>
            <a:endParaRPr lang="en-US" altLang="zh-CN" sz="1400" b="1" u="sng" dirty="0">
              <a:ea typeface="宋体" panose="02010600030101010101" pitchFamily="2" charset="-122"/>
            </a:endParaRPr>
          </a:p>
          <a:p>
            <a:pPr lvl="0"/>
            <a:endParaRPr lang="en-US" altLang="zh-CN" sz="1400" b="1" u="sng" dirty="0">
              <a:ea typeface="宋体" panose="02010600030101010101" pitchFamily="2" charset="-122"/>
            </a:endParaRPr>
          </a:p>
          <a:p>
            <a:pPr lvl="0"/>
            <a:r>
              <a:rPr lang="en-US" altLang="zh-CN" i="1" dirty="0">
                <a:ea typeface="宋体" panose="02010600030101010101" pitchFamily="2" charset="-122"/>
              </a:rPr>
              <a:t>3.3 Network Layer: Multicast Routing Algorithms                                                        3-9</a:t>
            </a:r>
            <a:endParaRPr lang="en-US" altLang="zh-CN" i="1" dirty="0">
              <a:ea typeface="宋体" panose="02010600030101010101" pitchFamily="2" charset="-122"/>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9506" name="Rectangle 7"/>
          <p:cNvSpPr txBox="1">
            <a:spLocks noGrp="1"/>
          </p:cNvSpPr>
          <p:nvPr>
            <p:ph type="sldNum" sz="quarter"/>
          </p:nvPr>
        </p:nvSpPr>
        <p:spPr>
          <a:xfrm>
            <a:off x="4144963" y="9121775"/>
            <a:ext cx="3170237" cy="479425"/>
          </a:xfrm>
          <a:prstGeom prst="rect">
            <a:avLst/>
          </a:prstGeom>
          <a:noFill/>
          <a:ln w="9525">
            <a:noFill/>
          </a:ln>
        </p:spPr>
        <p:txBody>
          <a:bodyPr lIns="96661" tIns="48331" rIns="96661" bIns="48331" anchor="b" anchorCtr="0"/>
          <a:p>
            <a:pPr lvl="0" algn="r" defTabSz="967105"/>
            <a:fld id="{9A0DB2DC-4C9A-4742-B13C-FB6460FD3503}" type="slidenum">
              <a:rPr lang="en-US" altLang="zh-CN" sz="1300" dirty="0">
                <a:latin typeface="Times New Roman" panose="02020603050405020304" pitchFamily="18" charset="0"/>
                <a:ea typeface="宋体" panose="02010600030101010101" pitchFamily="2" charset="-122"/>
              </a:rPr>
            </a:fld>
            <a:endParaRPr lang="en-US" altLang="zh-CN" sz="1300" dirty="0">
              <a:latin typeface="Times New Roman" panose="02020603050405020304" pitchFamily="18" charset="0"/>
              <a:ea typeface="宋体" panose="02010600030101010101" pitchFamily="2" charset="-122"/>
            </a:endParaRPr>
          </a:p>
        </p:txBody>
      </p:sp>
      <p:sp>
        <p:nvSpPr>
          <p:cNvPr id="149507" name="Rectangle 2"/>
          <p:cNvSpPr>
            <a:spLocks noGrp="1" noRot="1" noChangeAspect="1" noTextEdit="1"/>
          </p:cNvSpPr>
          <p:nvPr>
            <p:ph type="sldImg"/>
          </p:nvPr>
        </p:nvSpPr>
        <p:spPr>
          <a:xfrm>
            <a:off x="1177925" y="531813"/>
            <a:ext cx="5041900" cy="3781425"/>
          </a:xfrm>
          <a:ln w="12700">
            <a:solidFill>
              <a:schemeClr val="tx1">
                <a:alpha val="100000"/>
              </a:schemeClr>
            </a:solidFill>
          </a:ln>
        </p:spPr>
      </p:sp>
      <p:sp>
        <p:nvSpPr>
          <p:cNvPr id="149508" name="Rectangle 3"/>
          <p:cNvSpPr>
            <a:spLocks noGrp="1"/>
          </p:cNvSpPr>
          <p:nvPr>
            <p:ph type="body" idx="1"/>
          </p:nvPr>
        </p:nvSpPr>
        <p:spPr>
          <a:xfrm>
            <a:off x="765175" y="4948238"/>
            <a:ext cx="6034088" cy="3765550"/>
          </a:xfrm>
        </p:spPr>
        <p:txBody>
          <a:bodyPr wrap="square" lIns="97332" tIns="48667" rIns="97332" bIns="48667" anchor="t" anchorCtr="0"/>
          <a:p>
            <a:pPr lvl="0"/>
            <a:r>
              <a:rPr lang="en-US" altLang="zh-CN" sz="1400" b="1" u="sng" dirty="0">
                <a:ea typeface="宋体" panose="02010600030101010101" pitchFamily="2" charset="-122"/>
              </a:rPr>
              <a:t>Notes:</a:t>
            </a:r>
            <a:endParaRPr lang="en-US" altLang="zh-CN" sz="1400" b="1" u="sng" dirty="0">
              <a:ea typeface="宋体" panose="02010600030101010101" pitchFamily="2" charset="-122"/>
            </a:endParaRPr>
          </a:p>
          <a:p>
            <a:pPr lvl="0"/>
            <a:endParaRPr lang="en-US" altLang="zh-CN" sz="1400" b="1" u="sng" dirty="0">
              <a:ea typeface="宋体" panose="02010600030101010101" pitchFamily="2" charset="-122"/>
            </a:endParaRPr>
          </a:p>
          <a:p>
            <a:pPr lvl="0"/>
            <a:endParaRPr lang="en-US" altLang="zh-CN" sz="1400" b="1" u="sng" dirty="0">
              <a:ea typeface="宋体" panose="02010600030101010101" pitchFamily="2" charset="-122"/>
            </a:endParaRPr>
          </a:p>
          <a:p>
            <a:pPr lvl="0"/>
            <a:endParaRPr lang="en-US" altLang="zh-CN" sz="1400" b="1" u="sng" dirty="0">
              <a:ea typeface="宋体" panose="02010600030101010101" pitchFamily="2" charset="-122"/>
            </a:endParaRPr>
          </a:p>
          <a:p>
            <a:pPr lvl="0"/>
            <a:endParaRPr lang="en-US" altLang="zh-CN" sz="1400" b="1" u="sng" dirty="0">
              <a:ea typeface="宋体" panose="02010600030101010101" pitchFamily="2" charset="-122"/>
            </a:endParaRPr>
          </a:p>
          <a:p>
            <a:pPr lvl="0"/>
            <a:endParaRPr lang="en-US" altLang="zh-CN" sz="1400" b="1" u="sng" dirty="0">
              <a:ea typeface="宋体" panose="02010600030101010101" pitchFamily="2" charset="-122"/>
            </a:endParaRPr>
          </a:p>
          <a:p>
            <a:pPr lvl="0"/>
            <a:endParaRPr lang="en-US" altLang="zh-CN" sz="1400" b="1" u="sng" dirty="0">
              <a:ea typeface="宋体" panose="02010600030101010101" pitchFamily="2" charset="-122"/>
            </a:endParaRPr>
          </a:p>
          <a:p>
            <a:pPr lvl="0"/>
            <a:endParaRPr lang="en-US" altLang="zh-CN" sz="1400" b="1" u="sng" dirty="0">
              <a:ea typeface="宋体" panose="02010600030101010101" pitchFamily="2" charset="-122"/>
            </a:endParaRPr>
          </a:p>
          <a:p>
            <a:pPr lvl="0"/>
            <a:endParaRPr lang="en-US" altLang="zh-CN" sz="1400" b="1" u="sng" dirty="0">
              <a:ea typeface="宋体" panose="02010600030101010101" pitchFamily="2" charset="-122"/>
            </a:endParaRPr>
          </a:p>
          <a:p>
            <a:pPr lvl="0"/>
            <a:endParaRPr lang="en-US" altLang="zh-CN" sz="1400" b="1" u="sng" dirty="0">
              <a:ea typeface="宋体" panose="02010600030101010101" pitchFamily="2" charset="-122"/>
            </a:endParaRPr>
          </a:p>
          <a:p>
            <a:pPr lvl="0"/>
            <a:endParaRPr lang="en-US" altLang="zh-CN" sz="1400" b="1" u="sng" dirty="0">
              <a:ea typeface="宋体" panose="02010600030101010101" pitchFamily="2" charset="-122"/>
            </a:endParaRPr>
          </a:p>
          <a:p>
            <a:pPr lvl="0"/>
            <a:endParaRPr lang="en-US" altLang="zh-CN" sz="1400" b="1" u="sng" dirty="0">
              <a:ea typeface="宋体" panose="02010600030101010101" pitchFamily="2" charset="-122"/>
            </a:endParaRPr>
          </a:p>
          <a:p>
            <a:pPr lvl="0"/>
            <a:endParaRPr lang="en-US" altLang="zh-CN" sz="1400" b="1" u="sng" dirty="0">
              <a:ea typeface="宋体" panose="02010600030101010101" pitchFamily="2" charset="-122"/>
            </a:endParaRPr>
          </a:p>
          <a:p>
            <a:pPr lvl="0"/>
            <a:r>
              <a:rPr lang="en-US" altLang="zh-CN" i="1" dirty="0">
                <a:ea typeface="宋体" panose="02010600030101010101" pitchFamily="2" charset="-122"/>
              </a:rPr>
              <a:t>3.3 Network Layer: Multicast Routing Algorithms                                                      3-11</a:t>
            </a:r>
            <a:endParaRPr lang="en-US" altLang="zh-CN" i="1" dirty="0">
              <a:ea typeface="宋体" panose="02010600030101010101" pitchFamily="2" charset="-122"/>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1554" name="Rectangle 7"/>
          <p:cNvSpPr txBox="1">
            <a:spLocks noGrp="1"/>
          </p:cNvSpPr>
          <p:nvPr>
            <p:ph type="sldNum" sz="quarter"/>
          </p:nvPr>
        </p:nvSpPr>
        <p:spPr>
          <a:xfrm>
            <a:off x="4144963" y="9121775"/>
            <a:ext cx="3170237" cy="479425"/>
          </a:xfrm>
          <a:prstGeom prst="rect">
            <a:avLst/>
          </a:prstGeom>
          <a:noFill/>
          <a:ln w="9525">
            <a:noFill/>
          </a:ln>
        </p:spPr>
        <p:txBody>
          <a:bodyPr lIns="96661" tIns="48331" rIns="96661" bIns="48331" anchor="b" anchorCtr="0"/>
          <a:p>
            <a:pPr lvl="0" algn="r" defTabSz="967105"/>
            <a:fld id="{9A0DB2DC-4C9A-4742-B13C-FB6460FD3503}" type="slidenum">
              <a:rPr lang="en-US" altLang="zh-CN" sz="1300" dirty="0">
                <a:latin typeface="Times New Roman" panose="02020603050405020304" pitchFamily="18" charset="0"/>
                <a:ea typeface="宋体" panose="02010600030101010101" pitchFamily="2" charset="-122"/>
              </a:rPr>
            </a:fld>
            <a:endParaRPr lang="en-US" altLang="zh-CN" sz="1300" dirty="0">
              <a:latin typeface="Times New Roman" panose="02020603050405020304" pitchFamily="18" charset="0"/>
              <a:ea typeface="宋体" panose="02010600030101010101" pitchFamily="2" charset="-122"/>
            </a:endParaRPr>
          </a:p>
        </p:txBody>
      </p:sp>
      <p:sp>
        <p:nvSpPr>
          <p:cNvPr id="151555" name="Rectangle 2"/>
          <p:cNvSpPr>
            <a:spLocks noGrp="1" noRot="1" noChangeAspect="1" noTextEdit="1"/>
          </p:cNvSpPr>
          <p:nvPr>
            <p:ph type="sldImg"/>
          </p:nvPr>
        </p:nvSpPr>
        <p:spPr>
          <a:xfrm>
            <a:off x="1177925" y="531813"/>
            <a:ext cx="5041900" cy="3781425"/>
          </a:xfrm>
          <a:ln w="12700">
            <a:solidFill>
              <a:schemeClr val="tx1">
                <a:alpha val="100000"/>
              </a:schemeClr>
            </a:solidFill>
          </a:ln>
        </p:spPr>
      </p:sp>
      <p:sp>
        <p:nvSpPr>
          <p:cNvPr id="151556" name="Rectangle 3"/>
          <p:cNvSpPr>
            <a:spLocks noGrp="1"/>
          </p:cNvSpPr>
          <p:nvPr>
            <p:ph type="body" idx="1"/>
          </p:nvPr>
        </p:nvSpPr>
        <p:spPr>
          <a:xfrm>
            <a:off x="765175" y="4948238"/>
            <a:ext cx="6034088" cy="3765550"/>
          </a:xfrm>
        </p:spPr>
        <p:txBody>
          <a:bodyPr wrap="square" lIns="97332" tIns="48667" rIns="97332" bIns="48667" anchor="t" anchorCtr="0"/>
          <a:p>
            <a:pPr lvl="0"/>
            <a:r>
              <a:rPr lang="en-US" altLang="zh-CN" sz="1400" b="1" u="sng" dirty="0">
                <a:ea typeface="宋体" panose="02010600030101010101" pitchFamily="2" charset="-122"/>
              </a:rPr>
              <a:t>Notes:</a:t>
            </a:r>
            <a:endParaRPr lang="en-US" altLang="zh-CN" sz="1400" b="1" u="sng" dirty="0">
              <a:ea typeface="宋体" panose="02010600030101010101" pitchFamily="2" charset="-122"/>
            </a:endParaRPr>
          </a:p>
          <a:p>
            <a:pPr lvl="0"/>
            <a:endParaRPr lang="en-US" altLang="zh-CN" sz="1400" b="1" u="sng" dirty="0">
              <a:ea typeface="宋体" panose="02010600030101010101" pitchFamily="2" charset="-122"/>
            </a:endParaRPr>
          </a:p>
          <a:p>
            <a:pPr lvl="0"/>
            <a:endParaRPr lang="en-US" altLang="zh-CN" sz="1400" b="1" u="sng" dirty="0">
              <a:ea typeface="宋体" panose="02010600030101010101" pitchFamily="2" charset="-122"/>
            </a:endParaRPr>
          </a:p>
          <a:p>
            <a:pPr lvl="0"/>
            <a:endParaRPr lang="en-US" altLang="zh-CN" sz="1400" b="1" u="sng" dirty="0">
              <a:ea typeface="宋体" panose="02010600030101010101" pitchFamily="2" charset="-122"/>
            </a:endParaRPr>
          </a:p>
          <a:p>
            <a:pPr lvl="0"/>
            <a:endParaRPr lang="en-US" altLang="zh-CN" sz="1400" b="1" u="sng" dirty="0">
              <a:ea typeface="宋体" panose="02010600030101010101" pitchFamily="2" charset="-122"/>
            </a:endParaRPr>
          </a:p>
          <a:p>
            <a:pPr lvl="0"/>
            <a:endParaRPr lang="en-US" altLang="zh-CN" sz="1400" b="1" u="sng" dirty="0">
              <a:ea typeface="宋体" panose="02010600030101010101" pitchFamily="2" charset="-122"/>
            </a:endParaRPr>
          </a:p>
          <a:p>
            <a:pPr lvl="0"/>
            <a:endParaRPr lang="en-US" altLang="zh-CN" sz="1400" b="1" u="sng" dirty="0">
              <a:ea typeface="宋体" panose="02010600030101010101" pitchFamily="2" charset="-122"/>
            </a:endParaRPr>
          </a:p>
          <a:p>
            <a:pPr lvl="0"/>
            <a:endParaRPr lang="en-US" altLang="zh-CN" sz="1400" b="1" u="sng" dirty="0">
              <a:ea typeface="宋体" panose="02010600030101010101" pitchFamily="2" charset="-122"/>
            </a:endParaRPr>
          </a:p>
          <a:p>
            <a:pPr lvl="0"/>
            <a:endParaRPr lang="en-US" altLang="zh-CN" sz="1400" b="1" u="sng" dirty="0">
              <a:ea typeface="宋体" panose="02010600030101010101" pitchFamily="2" charset="-122"/>
            </a:endParaRPr>
          </a:p>
          <a:p>
            <a:pPr lvl="0"/>
            <a:endParaRPr lang="en-US" altLang="zh-CN" sz="1400" b="1" u="sng" dirty="0">
              <a:ea typeface="宋体" panose="02010600030101010101" pitchFamily="2" charset="-122"/>
            </a:endParaRPr>
          </a:p>
          <a:p>
            <a:pPr lvl="0"/>
            <a:endParaRPr lang="en-US" altLang="zh-CN" sz="1400" b="1" u="sng" dirty="0">
              <a:ea typeface="宋体" panose="02010600030101010101" pitchFamily="2" charset="-122"/>
            </a:endParaRPr>
          </a:p>
          <a:p>
            <a:pPr lvl="0"/>
            <a:endParaRPr lang="en-US" altLang="zh-CN" sz="1400" b="1" u="sng" dirty="0">
              <a:ea typeface="宋体" panose="02010600030101010101" pitchFamily="2" charset="-122"/>
            </a:endParaRPr>
          </a:p>
          <a:p>
            <a:pPr lvl="0"/>
            <a:endParaRPr lang="en-US" altLang="zh-CN" sz="1400" b="1" u="sng" dirty="0">
              <a:ea typeface="宋体" panose="02010600030101010101" pitchFamily="2" charset="-122"/>
            </a:endParaRPr>
          </a:p>
          <a:p>
            <a:pPr lvl="0"/>
            <a:r>
              <a:rPr lang="en-US" altLang="zh-CN" i="1" dirty="0">
                <a:ea typeface="宋体" panose="02010600030101010101" pitchFamily="2" charset="-122"/>
              </a:rPr>
              <a:t>3.3 Network Layer: Multicast Routing Algorithms                                                      3-12</a:t>
            </a:r>
            <a:endParaRPr lang="en-US" altLang="zh-CN" i="1" dirty="0">
              <a:ea typeface="宋体" panose="02010600030101010101" pitchFamily="2" charset="-122"/>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02" name="Rectangle 7"/>
          <p:cNvSpPr txBox="1">
            <a:spLocks noGrp="1"/>
          </p:cNvSpPr>
          <p:nvPr>
            <p:ph type="sldNum" sz="quarter"/>
          </p:nvPr>
        </p:nvSpPr>
        <p:spPr>
          <a:xfrm>
            <a:off x="4144963" y="9121775"/>
            <a:ext cx="3170237" cy="479425"/>
          </a:xfrm>
          <a:prstGeom prst="rect">
            <a:avLst/>
          </a:prstGeom>
          <a:noFill/>
          <a:ln w="9525">
            <a:noFill/>
          </a:ln>
        </p:spPr>
        <p:txBody>
          <a:bodyPr lIns="96661" tIns="48331" rIns="96661" bIns="48331" anchor="b" anchorCtr="0"/>
          <a:p>
            <a:pPr lvl="0" algn="r" defTabSz="967105"/>
            <a:fld id="{9A0DB2DC-4C9A-4742-B13C-FB6460FD3503}" type="slidenum">
              <a:rPr lang="en-US" altLang="zh-CN" sz="1300" dirty="0">
                <a:latin typeface="Times New Roman" panose="02020603050405020304" pitchFamily="18" charset="0"/>
                <a:ea typeface="宋体" panose="02010600030101010101" pitchFamily="2" charset="-122"/>
              </a:rPr>
            </a:fld>
            <a:endParaRPr lang="en-US" altLang="zh-CN" sz="1300" dirty="0">
              <a:latin typeface="Times New Roman" panose="02020603050405020304" pitchFamily="18" charset="0"/>
              <a:ea typeface="宋体" panose="02010600030101010101" pitchFamily="2" charset="-122"/>
            </a:endParaRPr>
          </a:p>
        </p:txBody>
      </p:sp>
      <p:sp>
        <p:nvSpPr>
          <p:cNvPr id="153603" name="Rectangle 2"/>
          <p:cNvSpPr>
            <a:spLocks noGrp="1" noRot="1" noChangeAspect="1" noTextEdit="1"/>
          </p:cNvSpPr>
          <p:nvPr>
            <p:ph type="sldImg"/>
          </p:nvPr>
        </p:nvSpPr>
        <p:spPr>
          <a:xfrm>
            <a:off x="1177925" y="531813"/>
            <a:ext cx="5041900" cy="3781425"/>
          </a:xfrm>
          <a:ln w="12700">
            <a:solidFill>
              <a:schemeClr val="tx1">
                <a:alpha val="100000"/>
              </a:schemeClr>
            </a:solidFill>
          </a:ln>
        </p:spPr>
      </p:sp>
      <p:sp>
        <p:nvSpPr>
          <p:cNvPr id="153604" name="Rectangle 3"/>
          <p:cNvSpPr>
            <a:spLocks noGrp="1"/>
          </p:cNvSpPr>
          <p:nvPr>
            <p:ph type="body" idx="1"/>
          </p:nvPr>
        </p:nvSpPr>
        <p:spPr>
          <a:xfrm>
            <a:off x="765175" y="4948238"/>
            <a:ext cx="6034088" cy="3765550"/>
          </a:xfrm>
        </p:spPr>
        <p:txBody>
          <a:bodyPr wrap="square" lIns="97332" tIns="48667" rIns="97332" bIns="48667" anchor="t" anchorCtr="0"/>
          <a:p>
            <a:pPr lvl="0"/>
            <a:r>
              <a:rPr lang="en-US" altLang="zh-CN" sz="1400" b="1" u="sng" dirty="0">
                <a:ea typeface="宋体" panose="02010600030101010101" pitchFamily="2" charset="-122"/>
              </a:rPr>
              <a:t>Notes:</a:t>
            </a:r>
            <a:endParaRPr lang="en-US" altLang="zh-CN" sz="1400" b="1" u="sng" dirty="0">
              <a:ea typeface="宋体" panose="02010600030101010101" pitchFamily="2" charset="-122"/>
            </a:endParaRPr>
          </a:p>
          <a:p>
            <a:pPr lvl="0"/>
            <a:endParaRPr lang="en-US" altLang="zh-CN" sz="1400" b="1" u="sng" dirty="0">
              <a:ea typeface="宋体" panose="02010600030101010101" pitchFamily="2" charset="-122"/>
            </a:endParaRPr>
          </a:p>
          <a:p>
            <a:pPr lvl="0"/>
            <a:endParaRPr lang="en-US" altLang="zh-CN" sz="1400" b="1" u="sng" dirty="0">
              <a:ea typeface="宋体" panose="02010600030101010101" pitchFamily="2" charset="-122"/>
            </a:endParaRPr>
          </a:p>
          <a:p>
            <a:pPr lvl="0"/>
            <a:endParaRPr lang="en-US" altLang="zh-CN" sz="1400" b="1" u="sng" dirty="0">
              <a:ea typeface="宋体" panose="02010600030101010101" pitchFamily="2" charset="-122"/>
            </a:endParaRPr>
          </a:p>
          <a:p>
            <a:pPr lvl="0"/>
            <a:endParaRPr lang="en-US" altLang="zh-CN" sz="1400" b="1" u="sng" dirty="0">
              <a:ea typeface="宋体" panose="02010600030101010101" pitchFamily="2" charset="-122"/>
            </a:endParaRPr>
          </a:p>
          <a:p>
            <a:pPr lvl="0"/>
            <a:endParaRPr lang="en-US" altLang="zh-CN" sz="1400" b="1" u="sng" dirty="0">
              <a:ea typeface="宋体" panose="02010600030101010101" pitchFamily="2" charset="-122"/>
            </a:endParaRPr>
          </a:p>
          <a:p>
            <a:pPr lvl="0"/>
            <a:endParaRPr lang="en-US" altLang="zh-CN" sz="1400" b="1" u="sng" dirty="0">
              <a:ea typeface="宋体" panose="02010600030101010101" pitchFamily="2" charset="-122"/>
            </a:endParaRPr>
          </a:p>
          <a:p>
            <a:pPr lvl="0"/>
            <a:endParaRPr lang="en-US" altLang="zh-CN" sz="1400" b="1" u="sng" dirty="0">
              <a:ea typeface="宋体" panose="02010600030101010101" pitchFamily="2" charset="-122"/>
            </a:endParaRPr>
          </a:p>
          <a:p>
            <a:pPr lvl="0"/>
            <a:endParaRPr lang="en-US" altLang="zh-CN" sz="1400" b="1" u="sng" dirty="0">
              <a:ea typeface="宋体" panose="02010600030101010101" pitchFamily="2" charset="-122"/>
            </a:endParaRPr>
          </a:p>
          <a:p>
            <a:pPr lvl="0"/>
            <a:endParaRPr lang="en-US" altLang="zh-CN" sz="1400" b="1" u="sng" dirty="0">
              <a:ea typeface="宋体" panose="02010600030101010101" pitchFamily="2" charset="-122"/>
            </a:endParaRPr>
          </a:p>
          <a:p>
            <a:pPr lvl="0"/>
            <a:endParaRPr lang="en-US" altLang="zh-CN" sz="1400" b="1" u="sng" dirty="0">
              <a:ea typeface="宋体" panose="02010600030101010101" pitchFamily="2" charset="-122"/>
            </a:endParaRPr>
          </a:p>
          <a:p>
            <a:pPr lvl="0"/>
            <a:endParaRPr lang="en-US" altLang="zh-CN" sz="1400" b="1" u="sng" dirty="0">
              <a:ea typeface="宋体" panose="02010600030101010101" pitchFamily="2" charset="-122"/>
            </a:endParaRPr>
          </a:p>
          <a:p>
            <a:pPr lvl="0"/>
            <a:endParaRPr lang="en-US" altLang="zh-CN" sz="1400" b="1" u="sng" dirty="0">
              <a:ea typeface="宋体" panose="02010600030101010101" pitchFamily="2" charset="-122"/>
            </a:endParaRPr>
          </a:p>
          <a:p>
            <a:pPr lvl="0"/>
            <a:r>
              <a:rPr lang="en-US" altLang="zh-CN" i="1" dirty="0">
                <a:ea typeface="宋体" panose="02010600030101010101" pitchFamily="2" charset="-122"/>
              </a:rPr>
              <a:t>3.3 Network Layer: Multicast Routing Algorithms                                                      3-13</a:t>
            </a:r>
            <a:endParaRPr lang="en-US" altLang="zh-CN" i="1" dirty="0">
              <a:ea typeface="宋体" panose="02010600030101010101" pitchFamily="2" charset="-122"/>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5650" name="Rectangle 7"/>
          <p:cNvSpPr txBox="1">
            <a:spLocks noGrp="1"/>
          </p:cNvSpPr>
          <p:nvPr>
            <p:ph type="sldNum" sz="quarter"/>
          </p:nvPr>
        </p:nvSpPr>
        <p:spPr>
          <a:xfrm>
            <a:off x="4144963" y="9121775"/>
            <a:ext cx="3170237" cy="479425"/>
          </a:xfrm>
          <a:prstGeom prst="rect">
            <a:avLst/>
          </a:prstGeom>
          <a:noFill/>
          <a:ln w="9525">
            <a:noFill/>
          </a:ln>
        </p:spPr>
        <p:txBody>
          <a:bodyPr lIns="96661" tIns="48331" rIns="96661" bIns="48331" anchor="b" anchorCtr="0"/>
          <a:p>
            <a:pPr lvl="0" algn="r" defTabSz="967105"/>
            <a:fld id="{9A0DB2DC-4C9A-4742-B13C-FB6460FD3503}" type="slidenum">
              <a:rPr lang="en-US" altLang="zh-CN" sz="1300" dirty="0">
                <a:latin typeface="Times New Roman" panose="02020603050405020304" pitchFamily="18" charset="0"/>
                <a:ea typeface="宋体" panose="02010600030101010101" pitchFamily="2" charset="-122"/>
              </a:rPr>
            </a:fld>
            <a:endParaRPr lang="en-US" altLang="zh-CN" sz="1300" dirty="0">
              <a:latin typeface="Times New Roman" panose="02020603050405020304" pitchFamily="18" charset="0"/>
              <a:ea typeface="宋体" panose="02010600030101010101" pitchFamily="2" charset="-122"/>
            </a:endParaRPr>
          </a:p>
        </p:txBody>
      </p:sp>
      <p:sp>
        <p:nvSpPr>
          <p:cNvPr id="155651" name="Rectangle 2"/>
          <p:cNvSpPr>
            <a:spLocks noGrp="1" noRot="1" noChangeAspect="1" noTextEdit="1"/>
          </p:cNvSpPr>
          <p:nvPr>
            <p:ph type="sldImg"/>
          </p:nvPr>
        </p:nvSpPr>
        <p:spPr>
          <a:xfrm>
            <a:off x="1177925" y="531813"/>
            <a:ext cx="5041900" cy="3781425"/>
          </a:xfrm>
          <a:ln w="12700">
            <a:solidFill>
              <a:schemeClr val="tx1">
                <a:alpha val="100000"/>
              </a:schemeClr>
            </a:solidFill>
          </a:ln>
        </p:spPr>
      </p:sp>
      <p:sp>
        <p:nvSpPr>
          <p:cNvPr id="155652" name="Rectangle 3"/>
          <p:cNvSpPr>
            <a:spLocks noGrp="1"/>
          </p:cNvSpPr>
          <p:nvPr>
            <p:ph type="body" idx="1"/>
          </p:nvPr>
        </p:nvSpPr>
        <p:spPr>
          <a:xfrm>
            <a:off x="765175" y="4948238"/>
            <a:ext cx="6034088" cy="3765550"/>
          </a:xfrm>
        </p:spPr>
        <p:txBody>
          <a:bodyPr wrap="square" lIns="97332" tIns="48667" rIns="97332" bIns="48667" anchor="t" anchorCtr="0"/>
          <a:p>
            <a:pPr lvl="0"/>
            <a:r>
              <a:rPr lang="en-US" altLang="zh-CN" sz="1400" b="1" u="sng" dirty="0">
                <a:ea typeface="宋体" panose="02010600030101010101" pitchFamily="2" charset="-122"/>
              </a:rPr>
              <a:t>Notes:</a:t>
            </a:r>
            <a:endParaRPr lang="en-US" altLang="zh-CN" sz="1400" b="1" u="sng" dirty="0">
              <a:ea typeface="宋体" panose="02010600030101010101" pitchFamily="2" charset="-122"/>
            </a:endParaRPr>
          </a:p>
          <a:p>
            <a:pPr lvl="0"/>
            <a:endParaRPr lang="en-US" altLang="zh-CN" sz="1400" b="1" u="sng" dirty="0">
              <a:ea typeface="宋体" panose="02010600030101010101" pitchFamily="2" charset="-122"/>
            </a:endParaRPr>
          </a:p>
          <a:p>
            <a:pPr lvl="0"/>
            <a:endParaRPr lang="en-US" altLang="zh-CN" sz="1400" b="1" u="sng" dirty="0">
              <a:ea typeface="宋体" panose="02010600030101010101" pitchFamily="2" charset="-122"/>
            </a:endParaRPr>
          </a:p>
          <a:p>
            <a:pPr lvl="0"/>
            <a:endParaRPr lang="en-US" altLang="zh-CN" sz="1400" b="1" u="sng" dirty="0">
              <a:ea typeface="宋体" panose="02010600030101010101" pitchFamily="2" charset="-122"/>
            </a:endParaRPr>
          </a:p>
          <a:p>
            <a:pPr lvl="0"/>
            <a:endParaRPr lang="en-US" altLang="zh-CN" sz="1400" b="1" u="sng" dirty="0">
              <a:ea typeface="宋体" panose="02010600030101010101" pitchFamily="2" charset="-122"/>
            </a:endParaRPr>
          </a:p>
          <a:p>
            <a:pPr lvl="0"/>
            <a:endParaRPr lang="en-US" altLang="zh-CN" sz="1400" b="1" u="sng" dirty="0">
              <a:ea typeface="宋体" panose="02010600030101010101" pitchFamily="2" charset="-122"/>
            </a:endParaRPr>
          </a:p>
          <a:p>
            <a:pPr lvl="0"/>
            <a:endParaRPr lang="en-US" altLang="zh-CN" sz="1400" b="1" u="sng" dirty="0">
              <a:ea typeface="宋体" panose="02010600030101010101" pitchFamily="2" charset="-122"/>
            </a:endParaRPr>
          </a:p>
          <a:p>
            <a:pPr lvl="0"/>
            <a:endParaRPr lang="en-US" altLang="zh-CN" sz="1400" b="1" u="sng" dirty="0">
              <a:ea typeface="宋体" panose="02010600030101010101" pitchFamily="2" charset="-122"/>
            </a:endParaRPr>
          </a:p>
          <a:p>
            <a:pPr lvl="0"/>
            <a:endParaRPr lang="en-US" altLang="zh-CN" sz="1400" b="1" u="sng" dirty="0">
              <a:ea typeface="宋体" panose="02010600030101010101" pitchFamily="2" charset="-122"/>
            </a:endParaRPr>
          </a:p>
          <a:p>
            <a:pPr lvl="0"/>
            <a:endParaRPr lang="en-US" altLang="zh-CN" sz="1400" b="1" u="sng" dirty="0">
              <a:ea typeface="宋体" panose="02010600030101010101" pitchFamily="2" charset="-122"/>
            </a:endParaRPr>
          </a:p>
          <a:p>
            <a:pPr lvl="0"/>
            <a:endParaRPr lang="en-US" altLang="zh-CN" sz="1400" b="1" u="sng" dirty="0">
              <a:ea typeface="宋体" panose="02010600030101010101" pitchFamily="2" charset="-122"/>
            </a:endParaRPr>
          </a:p>
          <a:p>
            <a:pPr lvl="0"/>
            <a:endParaRPr lang="en-US" altLang="zh-CN" sz="1400" b="1" u="sng" dirty="0">
              <a:ea typeface="宋体" panose="02010600030101010101" pitchFamily="2" charset="-122"/>
            </a:endParaRPr>
          </a:p>
          <a:p>
            <a:pPr lvl="0"/>
            <a:endParaRPr lang="en-US" altLang="zh-CN" sz="1400" b="1" u="sng" dirty="0">
              <a:ea typeface="宋体" panose="02010600030101010101" pitchFamily="2" charset="-122"/>
            </a:endParaRPr>
          </a:p>
          <a:p>
            <a:pPr lvl="0"/>
            <a:r>
              <a:rPr lang="en-US" altLang="zh-CN" i="1" dirty="0">
                <a:ea typeface="宋体" panose="02010600030101010101" pitchFamily="2" charset="-122"/>
              </a:rPr>
              <a:t>3.3 Network Layer: Multicast Routing Algorithms                                                      3-14</a:t>
            </a:r>
            <a:endParaRPr lang="en-US" altLang="zh-CN" i="1" dirty="0">
              <a:ea typeface="宋体" panose="02010600030101010101" pitchFamily="2" charset="-122"/>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7698" name="Rectangle 7"/>
          <p:cNvSpPr txBox="1">
            <a:spLocks noGrp="1"/>
          </p:cNvSpPr>
          <p:nvPr>
            <p:ph type="sldNum" sz="quarter"/>
          </p:nvPr>
        </p:nvSpPr>
        <p:spPr>
          <a:xfrm>
            <a:off x="4144963" y="9121775"/>
            <a:ext cx="3170237" cy="479425"/>
          </a:xfrm>
          <a:prstGeom prst="rect">
            <a:avLst/>
          </a:prstGeom>
          <a:noFill/>
          <a:ln w="9525">
            <a:noFill/>
          </a:ln>
        </p:spPr>
        <p:txBody>
          <a:bodyPr lIns="96661" tIns="48331" rIns="96661" bIns="48331" anchor="b" anchorCtr="0"/>
          <a:p>
            <a:pPr lvl="0" algn="r" defTabSz="967105"/>
            <a:fld id="{9A0DB2DC-4C9A-4742-B13C-FB6460FD3503}" type="slidenum">
              <a:rPr lang="en-US" altLang="zh-CN" sz="1300" dirty="0">
                <a:latin typeface="Times New Roman" panose="02020603050405020304" pitchFamily="18" charset="0"/>
                <a:ea typeface="宋体" panose="02010600030101010101" pitchFamily="2" charset="-122"/>
              </a:rPr>
            </a:fld>
            <a:endParaRPr lang="en-US" altLang="zh-CN" sz="1300" dirty="0">
              <a:latin typeface="Times New Roman" panose="02020603050405020304" pitchFamily="18" charset="0"/>
              <a:ea typeface="宋体" panose="02010600030101010101" pitchFamily="2" charset="-122"/>
            </a:endParaRPr>
          </a:p>
        </p:txBody>
      </p:sp>
      <p:sp>
        <p:nvSpPr>
          <p:cNvPr id="157699" name="Rectangle 2"/>
          <p:cNvSpPr>
            <a:spLocks noGrp="1" noRot="1" noChangeAspect="1" noTextEdit="1"/>
          </p:cNvSpPr>
          <p:nvPr>
            <p:ph type="sldImg"/>
          </p:nvPr>
        </p:nvSpPr>
        <p:spPr>
          <a:xfrm>
            <a:off x="1177925" y="531813"/>
            <a:ext cx="5041900" cy="3781425"/>
          </a:xfrm>
          <a:ln w="12700">
            <a:solidFill>
              <a:schemeClr val="tx1">
                <a:alpha val="100000"/>
              </a:schemeClr>
            </a:solidFill>
          </a:ln>
        </p:spPr>
      </p:sp>
      <p:sp>
        <p:nvSpPr>
          <p:cNvPr id="157700" name="Rectangle 3"/>
          <p:cNvSpPr>
            <a:spLocks noGrp="1"/>
          </p:cNvSpPr>
          <p:nvPr>
            <p:ph type="body" idx="1"/>
          </p:nvPr>
        </p:nvSpPr>
        <p:spPr>
          <a:xfrm>
            <a:off x="765175" y="4948238"/>
            <a:ext cx="6034088" cy="3765550"/>
          </a:xfrm>
        </p:spPr>
        <p:txBody>
          <a:bodyPr wrap="square" lIns="97332" tIns="48667" rIns="97332" bIns="48667" anchor="t" anchorCtr="0"/>
          <a:p>
            <a:pPr lvl="0"/>
            <a:r>
              <a:rPr lang="en-US" altLang="zh-CN" sz="1400" b="1" u="sng" dirty="0">
                <a:ea typeface="宋体" panose="02010600030101010101" pitchFamily="2" charset="-122"/>
              </a:rPr>
              <a:t>Notes:</a:t>
            </a:r>
            <a:endParaRPr lang="en-US" altLang="zh-CN" sz="1400" b="1" u="sng" dirty="0">
              <a:ea typeface="宋体" panose="02010600030101010101" pitchFamily="2" charset="-122"/>
            </a:endParaRPr>
          </a:p>
          <a:p>
            <a:pPr lvl="0"/>
            <a:endParaRPr lang="en-US" altLang="zh-CN" sz="1400" b="1" u="sng" dirty="0">
              <a:ea typeface="宋体" panose="02010600030101010101" pitchFamily="2" charset="-122"/>
            </a:endParaRPr>
          </a:p>
          <a:p>
            <a:pPr lvl="0"/>
            <a:endParaRPr lang="en-US" altLang="zh-CN" sz="1400" b="1" u="sng" dirty="0">
              <a:ea typeface="宋体" panose="02010600030101010101" pitchFamily="2" charset="-122"/>
            </a:endParaRPr>
          </a:p>
          <a:p>
            <a:pPr lvl="0"/>
            <a:endParaRPr lang="en-US" altLang="zh-CN" sz="1400" b="1" u="sng" dirty="0">
              <a:ea typeface="宋体" panose="02010600030101010101" pitchFamily="2" charset="-122"/>
            </a:endParaRPr>
          </a:p>
          <a:p>
            <a:pPr lvl="0"/>
            <a:endParaRPr lang="en-US" altLang="zh-CN" sz="1400" b="1" u="sng" dirty="0">
              <a:ea typeface="宋体" panose="02010600030101010101" pitchFamily="2" charset="-122"/>
            </a:endParaRPr>
          </a:p>
          <a:p>
            <a:pPr lvl="0"/>
            <a:endParaRPr lang="en-US" altLang="zh-CN" sz="1400" b="1" u="sng" dirty="0">
              <a:ea typeface="宋体" panose="02010600030101010101" pitchFamily="2" charset="-122"/>
            </a:endParaRPr>
          </a:p>
          <a:p>
            <a:pPr lvl="0"/>
            <a:endParaRPr lang="en-US" altLang="zh-CN" sz="1400" b="1" u="sng" dirty="0">
              <a:ea typeface="宋体" panose="02010600030101010101" pitchFamily="2" charset="-122"/>
            </a:endParaRPr>
          </a:p>
          <a:p>
            <a:pPr lvl="0"/>
            <a:endParaRPr lang="en-US" altLang="zh-CN" sz="1400" b="1" u="sng" dirty="0">
              <a:ea typeface="宋体" panose="02010600030101010101" pitchFamily="2" charset="-122"/>
            </a:endParaRPr>
          </a:p>
          <a:p>
            <a:pPr lvl="0"/>
            <a:endParaRPr lang="en-US" altLang="zh-CN" sz="1400" b="1" u="sng" dirty="0">
              <a:ea typeface="宋体" panose="02010600030101010101" pitchFamily="2" charset="-122"/>
            </a:endParaRPr>
          </a:p>
          <a:p>
            <a:pPr lvl="0"/>
            <a:endParaRPr lang="en-US" altLang="zh-CN" sz="1400" b="1" u="sng" dirty="0">
              <a:ea typeface="宋体" panose="02010600030101010101" pitchFamily="2" charset="-122"/>
            </a:endParaRPr>
          </a:p>
          <a:p>
            <a:pPr lvl="0"/>
            <a:endParaRPr lang="en-US" altLang="zh-CN" sz="1400" b="1" u="sng" dirty="0">
              <a:ea typeface="宋体" panose="02010600030101010101" pitchFamily="2" charset="-122"/>
            </a:endParaRPr>
          </a:p>
          <a:p>
            <a:pPr lvl="0"/>
            <a:endParaRPr lang="en-US" altLang="zh-CN" sz="1400" b="1" u="sng" dirty="0">
              <a:ea typeface="宋体" panose="02010600030101010101" pitchFamily="2" charset="-122"/>
            </a:endParaRPr>
          </a:p>
          <a:p>
            <a:pPr lvl="0"/>
            <a:endParaRPr lang="en-US" altLang="zh-CN" sz="1400" b="1" u="sng" dirty="0">
              <a:ea typeface="宋体" panose="02010600030101010101" pitchFamily="2" charset="-122"/>
            </a:endParaRPr>
          </a:p>
          <a:p>
            <a:pPr lvl="0"/>
            <a:r>
              <a:rPr lang="en-US" altLang="zh-CN" i="1" dirty="0">
                <a:ea typeface="宋体" panose="02010600030101010101" pitchFamily="2" charset="-122"/>
              </a:rPr>
              <a:t>3.3 Network Layer: Multicast Routing Algorithms                                                      3-15</a:t>
            </a:r>
            <a:endParaRPr lang="en-US" altLang="zh-CN" i="1" dirty="0">
              <a:ea typeface="宋体" panose="02010600030101010101" pitchFamily="2" charset="-122"/>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9746" name="Rectangle 7"/>
          <p:cNvSpPr txBox="1">
            <a:spLocks noGrp="1"/>
          </p:cNvSpPr>
          <p:nvPr>
            <p:ph type="sldNum" sz="quarter"/>
          </p:nvPr>
        </p:nvSpPr>
        <p:spPr>
          <a:xfrm>
            <a:off x="4144963" y="9121775"/>
            <a:ext cx="3170237" cy="479425"/>
          </a:xfrm>
          <a:prstGeom prst="rect">
            <a:avLst/>
          </a:prstGeom>
          <a:noFill/>
          <a:ln w="9525">
            <a:noFill/>
          </a:ln>
        </p:spPr>
        <p:txBody>
          <a:bodyPr lIns="96661" tIns="48331" rIns="96661" bIns="48331" anchor="b" anchorCtr="0"/>
          <a:p>
            <a:pPr lvl="0" algn="r" defTabSz="967105"/>
            <a:fld id="{9A0DB2DC-4C9A-4742-B13C-FB6460FD3503}" type="slidenum">
              <a:rPr lang="en-US" altLang="zh-CN" sz="1300" dirty="0">
                <a:latin typeface="Times New Roman" panose="02020603050405020304" pitchFamily="18" charset="0"/>
                <a:ea typeface="宋体" panose="02010600030101010101" pitchFamily="2" charset="-122"/>
              </a:rPr>
            </a:fld>
            <a:endParaRPr lang="en-US" altLang="zh-CN" sz="1300" dirty="0">
              <a:latin typeface="Times New Roman" panose="02020603050405020304" pitchFamily="18" charset="0"/>
              <a:ea typeface="宋体" panose="02010600030101010101" pitchFamily="2" charset="-122"/>
            </a:endParaRPr>
          </a:p>
        </p:txBody>
      </p:sp>
      <p:sp>
        <p:nvSpPr>
          <p:cNvPr id="159747" name="Rectangle 2"/>
          <p:cNvSpPr>
            <a:spLocks noGrp="1" noRot="1" noChangeAspect="1" noTextEdit="1"/>
          </p:cNvSpPr>
          <p:nvPr>
            <p:ph type="sldImg"/>
          </p:nvPr>
        </p:nvSpPr>
        <p:spPr>
          <a:xfrm>
            <a:off x="1177925" y="531813"/>
            <a:ext cx="5041900" cy="3781425"/>
          </a:xfrm>
          <a:ln w="12700">
            <a:solidFill>
              <a:schemeClr val="tx1">
                <a:alpha val="100000"/>
              </a:schemeClr>
            </a:solidFill>
          </a:ln>
        </p:spPr>
      </p:sp>
      <p:sp>
        <p:nvSpPr>
          <p:cNvPr id="159748" name="Rectangle 3"/>
          <p:cNvSpPr>
            <a:spLocks noGrp="1"/>
          </p:cNvSpPr>
          <p:nvPr>
            <p:ph type="body" idx="1"/>
          </p:nvPr>
        </p:nvSpPr>
        <p:spPr>
          <a:xfrm>
            <a:off x="765175" y="4948238"/>
            <a:ext cx="6034088" cy="3765550"/>
          </a:xfrm>
        </p:spPr>
        <p:txBody>
          <a:bodyPr wrap="square" lIns="97332" tIns="48667" rIns="97332" bIns="48667" anchor="t" anchorCtr="0"/>
          <a:p>
            <a:pPr lvl="0"/>
            <a:r>
              <a:rPr lang="en-US" altLang="zh-CN" sz="1400" b="1" u="sng" dirty="0">
                <a:ea typeface="宋体" panose="02010600030101010101" pitchFamily="2" charset="-122"/>
              </a:rPr>
              <a:t>Notes:</a:t>
            </a:r>
            <a:endParaRPr lang="en-US" altLang="zh-CN" dirty="0">
              <a:ea typeface="宋体" panose="02010600030101010101" pitchFamily="2" charset="-122"/>
            </a:endParaRPr>
          </a:p>
          <a:p>
            <a:pPr lvl="0"/>
            <a:endParaRPr lang="en-US" altLang="zh-CN" dirty="0">
              <a:ea typeface="宋体" panose="02010600030101010101" pitchFamily="2" charset="-122"/>
            </a:endParaRPr>
          </a:p>
          <a:p>
            <a:pPr lvl="0"/>
            <a:r>
              <a:rPr lang="en-US" altLang="zh-CN" dirty="0">
                <a:ea typeface="宋体" panose="02010600030101010101" pitchFamily="2" charset="-122"/>
              </a:rPr>
              <a:t>1. See L. Wei and D. Estrin, “A Comparison of multicast trees and algorithms,”  TR USC-CD-93-560, Dept. Computer Science, University of California, Sept 1993 for a comparison of heuristic approaches.</a:t>
            </a:r>
            <a:endParaRPr lang="en-US" altLang="zh-CN" dirty="0">
              <a:ea typeface="宋体" panose="02010600030101010101" pitchFamily="2" charset="-122"/>
            </a:endParaRPr>
          </a:p>
          <a:p>
            <a:pPr lvl="0"/>
            <a:endParaRPr lang="en-US" altLang="zh-CN" dirty="0">
              <a:ea typeface="宋体" panose="02010600030101010101" pitchFamily="2" charset="-122"/>
            </a:endParaRPr>
          </a:p>
          <a:p>
            <a:pPr lvl="0"/>
            <a:endParaRPr lang="en-US" altLang="zh-CN" dirty="0">
              <a:ea typeface="宋体" panose="02010600030101010101" pitchFamily="2" charset="-122"/>
            </a:endParaRPr>
          </a:p>
          <a:p>
            <a:pPr lvl="0"/>
            <a:endParaRPr lang="en-US" altLang="zh-CN" dirty="0">
              <a:ea typeface="宋体" panose="02010600030101010101" pitchFamily="2" charset="-122"/>
            </a:endParaRPr>
          </a:p>
          <a:p>
            <a:pPr lvl="0"/>
            <a:endParaRPr lang="en-US" altLang="zh-CN" dirty="0">
              <a:ea typeface="宋体" panose="02010600030101010101" pitchFamily="2" charset="-122"/>
            </a:endParaRPr>
          </a:p>
          <a:p>
            <a:pPr lvl="0"/>
            <a:endParaRPr lang="en-US" altLang="zh-CN" dirty="0">
              <a:ea typeface="宋体" panose="02010600030101010101" pitchFamily="2" charset="-122"/>
            </a:endParaRPr>
          </a:p>
          <a:p>
            <a:pPr lvl="0"/>
            <a:endParaRPr lang="en-US" altLang="zh-CN" dirty="0">
              <a:ea typeface="宋体" panose="02010600030101010101" pitchFamily="2" charset="-122"/>
            </a:endParaRPr>
          </a:p>
          <a:p>
            <a:pPr lvl="0"/>
            <a:endParaRPr lang="en-US" altLang="zh-CN" dirty="0">
              <a:ea typeface="宋体" panose="02010600030101010101" pitchFamily="2" charset="-122"/>
            </a:endParaRPr>
          </a:p>
          <a:p>
            <a:pPr lvl="0"/>
            <a:endParaRPr lang="en-US" altLang="zh-CN" dirty="0">
              <a:ea typeface="宋体" panose="02010600030101010101" pitchFamily="2" charset="-122"/>
            </a:endParaRPr>
          </a:p>
          <a:p>
            <a:pPr lvl="0"/>
            <a:endParaRPr lang="en-US" altLang="zh-CN" dirty="0">
              <a:ea typeface="宋体" panose="02010600030101010101" pitchFamily="2" charset="-122"/>
            </a:endParaRPr>
          </a:p>
          <a:p>
            <a:pPr lvl="0"/>
            <a:endParaRPr lang="en-US" altLang="zh-CN" dirty="0">
              <a:ea typeface="宋体" panose="02010600030101010101" pitchFamily="2" charset="-122"/>
            </a:endParaRPr>
          </a:p>
          <a:p>
            <a:pPr lvl="0"/>
            <a:endParaRPr lang="en-US" altLang="zh-CN" dirty="0">
              <a:ea typeface="宋体" panose="02010600030101010101" pitchFamily="2" charset="-122"/>
            </a:endParaRPr>
          </a:p>
          <a:p>
            <a:pPr lvl="0"/>
            <a:r>
              <a:rPr lang="en-US" altLang="zh-CN" i="1" dirty="0">
                <a:ea typeface="宋体" panose="02010600030101010101" pitchFamily="2" charset="-122"/>
              </a:rPr>
              <a:t>3.3 Network Layer: Multicast Routing Algorithms                                                      3-16</a:t>
            </a:r>
            <a:endParaRPr lang="en-US" altLang="zh-CN" i="1" dirty="0">
              <a:ea typeface="宋体" panose="02010600030101010101" pitchFamily="2" charset="-122"/>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1794" name="Rectangle 7"/>
          <p:cNvSpPr txBox="1">
            <a:spLocks noGrp="1"/>
          </p:cNvSpPr>
          <p:nvPr>
            <p:ph type="sldNum" sz="quarter"/>
          </p:nvPr>
        </p:nvSpPr>
        <p:spPr>
          <a:xfrm>
            <a:off x="4144963" y="9121775"/>
            <a:ext cx="3170237" cy="479425"/>
          </a:xfrm>
          <a:prstGeom prst="rect">
            <a:avLst/>
          </a:prstGeom>
          <a:noFill/>
          <a:ln w="9525">
            <a:noFill/>
          </a:ln>
        </p:spPr>
        <p:txBody>
          <a:bodyPr lIns="96661" tIns="48331" rIns="96661" bIns="48331" anchor="b" anchorCtr="0"/>
          <a:p>
            <a:pPr lvl="0" algn="r" defTabSz="967105"/>
            <a:fld id="{9A0DB2DC-4C9A-4742-B13C-FB6460FD3503}" type="slidenum">
              <a:rPr lang="en-US" altLang="zh-CN" sz="1300" dirty="0">
                <a:latin typeface="Times New Roman" panose="02020603050405020304" pitchFamily="18" charset="0"/>
                <a:ea typeface="宋体" panose="02010600030101010101" pitchFamily="2" charset="-122"/>
              </a:rPr>
            </a:fld>
            <a:endParaRPr lang="en-US" altLang="zh-CN" sz="1300" dirty="0">
              <a:latin typeface="Times New Roman" panose="02020603050405020304" pitchFamily="18" charset="0"/>
              <a:ea typeface="宋体" panose="02010600030101010101" pitchFamily="2" charset="-122"/>
            </a:endParaRPr>
          </a:p>
        </p:txBody>
      </p:sp>
      <p:sp>
        <p:nvSpPr>
          <p:cNvPr id="161795" name="Rectangle 2"/>
          <p:cNvSpPr>
            <a:spLocks noGrp="1" noRot="1" noChangeAspect="1" noTextEdit="1"/>
          </p:cNvSpPr>
          <p:nvPr>
            <p:ph type="sldImg"/>
          </p:nvPr>
        </p:nvSpPr>
        <p:spPr>
          <a:xfrm>
            <a:off x="1177925" y="531813"/>
            <a:ext cx="5041900" cy="3781425"/>
          </a:xfrm>
          <a:ln w="12700">
            <a:solidFill>
              <a:schemeClr val="tx1">
                <a:alpha val="100000"/>
              </a:schemeClr>
            </a:solidFill>
          </a:ln>
        </p:spPr>
      </p:sp>
      <p:sp>
        <p:nvSpPr>
          <p:cNvPr id="161796" name="Rectangle 3"/>
          <p:cNvSpPr>
            <a:spLocks noGrp="1"/>
          </p:cNvSpPr>
          <p:nvPr>
            <p:ph type="body" idx="1"/>
          </p:nvPr>
        </p:nvSpPr>
        <p:spPr>
          <a:xfrm>
            <a:off x="765175" y="4948238"/>
            <a:ext cx="6034088" cy="3765550"/>
          </a:xfrm>
        </p:spPr>
        <p:txBody>
          <a:bodyPr wrap="square" lIns="97332" tIns="48667" rIns="97332" bIns="48667" anchor="t" anchorCtr="0"/>
          <a:p>
            <a:pPr lvl="0"/>
            <a:r>
              <a:rPr lang="en-US" altLang="zh-CN" sz="1400" b="1" u="sng" dirty="0">
                <a:ea typeface="宋体" panose="02010600030101010101" pitchFamily="2" charset="-122"/>
              </a:rPr>
              <a:t>Notes:</a:t>
            </a:r>
            <a:r>
              <a:rPr lang="en-US" altLang="zh-CN" b="1" u="sng" dirty="0">
                <a:ea typeface="宋体" panose="02010600030101010101" pitchFamily="2" charset="-122"/>
              </a:rPr>
              <a:t> </a:t>
            </a:r>
            <a:endParaRPr lang="en-US" altLang="zh-CN" b="1" u="sng" dirty="0">
              <a:ea typeface="宋体" panose="02010600030101010101" pitchFamily="2" charset="-122"/>
            </a:endParaRPr>
          </a:p>
          <a:p>
            <a:pPr lvl="0"/>
            <a:endParaRPr lang="en-US" altLang="zh-CN" dirty="0">
              <a:ea typeface="宋体" panose="02010600030101010101" pitchFamily="2" charset="-122"/>
            </a:endParaRPr>
          </a:p>
          <a:p>
            <a:pPr lvl="0"/>
            <a:r>
              <a:rPr lang="en-US" altLang="zh-CN" dirty="0">
                <a:ea typeface="宋体" panose="02010600030101010101" pitchFamily="2" charset="-122"/>
              </a:rPr>
              <a:t>1. It’s always nice to see a PhD dissertation with impact.  The earliest discussion of center-based trees for multicast appears to be D. Wall, “Mechanisms for Broadcast and Selective Broadcast,” PhD dissertation, Stanford U., June 1980.</a:t>
            </a:r>
            <a:endParaRPr lang="en-US" altLang="zh-CN" dirty="0">
              <a:ea typeface="宋体" panose="02010600030101010101" pitchFamily="2" charset="-122"/>
            </a:endParaRPr>
          </a:p>
          <a:p>
            <a:pPr lvl="0"/>
            <a:endParaRPr lang="en-US" altLang="zh-CN" dirty="0">
              <a:ea typeface="宋体" panose="02010600030101010101" pitchFamily="2" charset="-122"/>
            </a:endParaRPr>
          </a:p>
          <a:p>
            <a:pPr lvl="0"/>
            <a:endParaRPr lang="en-US" altLang="zh-CN" dirty="0">
              <a:ea typeface="宋体" panose="02010600030101010101" pitchFamily="2" charset="-122"/>
            </a:endParaRPr>
          </a:p>
          <a:p>
            <a:pPr lvl="0"/>
            <a:endParaRPr lang="en-US" altLang="zh-CN" dirty="0">
              <a:ea typeface="宋体" panose="02010600030101010101" pitchFamily="2" charset="-122"/>
            </a:endParaRPr>
          </a:p>
          <a:p>
            <a:pPr lvl="0"/>
            <a:endParaRPr lang="en-US" altLang="zh-CN" dirty="0">
              <a:ea typeface="宋体" panose="02010600030101010101" pitchFamily="2" charset="-122"/>
            </a:endParaRPr>
          </a:p>
          <a:p>
            <a:pPr lvl="0"/>
            <a:endParaRPr lang="en-US" altLang="zh-CN" dirty="0">
              <a:ea typeface="宋体" panose="02010600030101010101" pitchFamily="2" charset="-122"/>
            </a:endParaRPr>
          </a:p>
          <a:p>
            <a:pPr lvl="0"/>
            <a:endParaRPr lang="en-US" altLang="zh-CN" dirty="0">
              <a:ea typeface="宋体" panose="02010600030101010101" pitchFamily="2" charset="-122"/>
            </a:endParaRPr>
          </a:p>
          <a:p>
            <a:pPr lvl="0"/>
            <a:endParaRPr lang="en-US" altLang="zh-CN" dirty="0">
              <a:ea typeface="宋体" panose="02010600030101010101" pitchFamily="2" charset="-122"/>
            </a:endParaRPr>
          </a:p>
          <a:p>
            <a:pPr lvl="0"/>
            <a:endParaRPr lang="en-US" altLang="zh-CN" dirty="0">
              <a:ea typeface="宋体" panose="02010600030101010101" pitchFamily="2" charset="-122"/>
            </a:endParaRPr>
          </a:p>
          <a:p>
            <a:pPr lvl="0"/>
            <a:endParaRPr lang="en-US" altLang="zh-CN" dirty="0">
              <a:ea typeface="宋体" panose="02010600030101010101" pitchFamily="2" charset="-122"/>
            </a:endParaRPr>
          </a:p>
          <a:p>
            <a:pPr lvl="0"/>
            <a:endParaRPr lang="en-US" altLang="zh-CN" dirty="0">
              <a:ea typeface="宋体" panose="02010600030101010101" pitchFamily="2" charset="-122"/>
            </a:endParaRPr>
          </a:p>
          <a:p>
            <a:pPr lvl="0"/>
            <a:endParaRPr lang="en-US" altLang="zh-CN" dirty="0">
              <a:ea typeface="宋体" panose="02010600030101010101" pitchFamily="2" charset="-122"/>
            </a:endParaRPr>
          </a:p>
          <a:p>
            <a:pPr lvl="0"/>
            <a:r>
              <a:rPr lang="en-US" altLang="zh-CN" i="1" dirty="0">
                <a:ea typeface="宋体" panose="02010600030101010101" pitchFamily="2" charset="-122"/>
              </a:rPr>
              <a:t>3.3 Network Layer: Multicast Routing Algorithms                                                      3-17</a:t>
            </a:r>
            <a:endParaRPr lang="en-US" altLang="zh-CN" i="1" dirty="0">
              <a:ea typeface="宋体" panose="02010600030101010101" pitchFamily="2" charset="-122"/>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42" name="Rectangle 7"/>
          <p:cNvSpPr txBox="1">
            <a:spLocks noGrp="1"/>
          </p:cNvSpPr>
          <p:nvPr>
            <p:ph type="sldNum" sz="quarter"/>
          </p:nvPr>
        </p:nvSpPr>
        <p:spPr>
          <a:xfrm>
            <a:off x="4144963" y="9121775"/>
            <a:ext cx="3170237" cy="479425"/>
          </a:xfrm>
          <a:prstGeom prst="rect">
            <a:avLst/>
          </a:prstGeom>
          <a:noFill/>
          <a:ln w="9525">
            <a:noFill/>
          </a:ln>
        </p:spPr>
        <p:txBody>
          <a:bodyPr lIns="96661" tIns="48331" rIns="96661" bIns="48331" anchor="b" anchorCtr="0"/>
          <a:p>
            <a:pPr lvl="0" algn="r" defTabSz="967105"/>
            <a:fld id="{9A0DB2DC-4C9A-4742-B13C-FB6460FD3503}" type="slidenum">
              <a:rPr lang="en-US" altLang="zh-CN" sz="1300" dirty="0">
                <a:latin typeface="Times New Roman" panose="02020603050405020304" pitchFamily="18" charset="0"/>
                <a:ea typeface="宋体" panose="02010600030101010101" pitchFamily="2" charset="-122"/>
              </a:rPr>
            </a:fld>
            <a:endParaRPr lang="en-US" altLang="zh-CN" sz="1300" dirty="0">
              <a:latin typeface="Times New Roman" panose="02020603050405020304" pitchFamily="18" charset="0"/>
              <a:ea typeface="宋体" panose="02010600030101010101" pitchFamily="2" charset="-122"/>
            </a:endParaRPr>
          </a:p>
        </p:txBody>
      </p:sp>
      <p:sp>
        <p:nvSpPr>
          <p:cNvPr id="163843" name="Rectangle 2"/>
          <p:cNvSpPr>
            <a:spLocks noGrp="1" noRot="1" noChangeAspect="1" noTextEdit="1"/>
          </p:cNvSpPr>
          <p:nvPr>
            <p:ph type="sldImg"/>
          </p:nvPr>
        </p:nvSpPr>
        <p:spPr>
          <a:xfrm>
            <a:off x="1177925" y="531813"/>
            <a:ext cx="5041900" cy="3781425"/>
          </a:xfrm>
          <a:ln w="12700">
            <a:solidFill>
              <a:schemeClr val="tx1">
                <a:alpha val="100000"/>
              </a:schemeClr>
            </a:solidFill>
          </a:ln>
        </p:spPr>
      </p:sp>
      <p:sp>
        <p:nvSpPr>
          <p:cNvPr id="163844" name="Rectangle 3"/>
          <p:cNvSpPr>
            <a:spLocks noGrp="1"/>
          </p:cNvSpPr>
          <p:nvPr>
            <p:ph type="body" idx="1"/>
          </p:nvPr>
        </p:nvSpPr>
        <p:spPr>
          <a:xfrm>
            <a:off x="765175" y="4948238"/>
            <a:ext cx="6034088" cy="3765550"/>
          </a:xfrm>
        </p:spPr>
        <p:txBody>
          <a:bodyPr wrap="square" lIns="97332" tIns="48667" rIns="97332" bIns="48667" anchor="t" anchorCtr="0"/>
          <a:p>
            <a:pPr lvl="0"/>
            <a:r>
              <a:rPr lang="en-US" altLang="zh-CN" sz="1400" b="1" u="sng" dirty="0">
                <a:ea typeface="宋体" panose="02010600030101010101" pitchFamily="2" charset="-122"/>
              </a:rPr>
              <a:t>Notes:</a:t>
            </a:r>
            <a:endParaRPr lang="en-US" altLang="zh-CN" sz="1400" b="1" u="sng" dirty="0">
              <a:ea typeface="宋体" panose="02010600030101010101" pitchFamily="2" charset="-122"/>
            </a:endParaRPr>
          </a:p>
          <a:p>
            <a:pPr lvl="0"/>
            <a:endParaRPr lang="en-US" altLang="zh-CN" b="1" u="sng" dirty="0">
              <a:ea typeface="宋体" panose="02010600030101010101" pitchFamily="2" charset="-122"/>
            </a:endParaRPr>
          </a:p>
          <a:p>
            <a:pPr lvl="0"/>
            <a:endParaRPr lang="en-US" altLang="zh-CN" b="1" u="sng" dirty="0">
              <a:ea typeface="宋体" panose="02010600030101010101" pitchFamily="2" charset="-122"/>
            </a:endParaRPr>
          </a:p>
          <a:p>
            <a:pPr lvl="0"/>
            <a:endParaRPr lang="en-US" altLang="zh-CN" b="1" u="sng" dirty="0">
              <a:ea typeface="宋体" panose="02010600030101010101" pitchFamily="2" charset="-122"/>
            </a:endParaRPr>
          </a:p>
          <a:p>
            <a:pPr lvl="0"/>
            <a:endParaRPr lang="en-US" altLang="zh-CN" b="1" u="sng" dirty="0">
              <a:ea typeface="宋体" panose="02010600030101010101" pitchFamily="2" charset="-122"/>
            </a:endParaRPr>
          </a:p>
          <a:p>
            <a:pPr lvl="0"/>
            <a:endParaRPr lang="en-US" altLang="zh-CN" b="1" u="sng" dirty="0">
              <a:ea typeface="宋体" panose="02010600030101010101" pitchFamily="2" charset="-122"/>
            </a:endParaRPr>
          </a:p>
          <a:p>
            <a:pPr lvl="0"/>
            <a:endParaRPr lang="en-US" altLang="zh-CN" b="1" u="sng" dirty="0">
              <a:ea typeface="宋体" panose="02010600030101010101" pitchFamily="2" charset="-122"/>
            </a:endParaRPr>
          </a:p>
          <a:p>
            <a:pPr lvl="0"/>
            <a:endParaRPr lang="en-US" altLang="zh-CN" b="1" u="sng" dirty="0">
              <a:ea typeface="宋体" panose="02010600030101010101" pitchFamily="2" charset="-122"/>
            </a:endParaRPr>
          </a:p>
          <a:p>
            <a:pPr lvl="0"/>
            <a:endParaRPr lang="en-US" altLang="zh-CN" b="1" u="sng" dirty="0">
              <a:ea typeface="宋体" panose="02010600030101010101" pitchFamily="2" charset="-122"/>
            </a:endParaRPr>
          </a:p>
          <a:p>
            <a:pPr lvl="0"/>
            <a:endParaRPr lang="en-US" altLang="zh-CN" b="1" u="sng" dirty="0">
              <a:ea typeface="宋体" panose="02010600030101010101" pitchFamily="2" charset="-122"/>
            </a:endParaRPr>
          </a:p>
          <a:p>
            <a:pPr lvl="0"/>
            <a:endParaRPr lang="en-US" altLang="zh-CN" b="1" u="sng" dirty="0">
              <a:ea typeface="宋体" panose="02010600030101010101" pitchFamily="2" charset="-122"/>
            </a:endParaRPr>
          </a:p>
          <a:p>
            <a:pPr lvl="0"/>
            <a:endParaRPr lang="en-US" altLang="zh-CN" b="1" u="sng" dirty="0">
              <a:ea typeface="宋体" panose="02010600030101010101" pitchFamily="2" charset="-122"/>
            </a:endParaRPr>
          </a:p>
          <a:p>
            <a:pPr lvl="0"/>
            <a:endParaRPr lang="en-US" altLang="zh-CN" b="1" u="sng" dirty="0">
              <a:ea typeface="宋体" panose="02010600030101010101" pitchFamily="2" charset="-122"/>
            </a:endParaRPr>
          </a:p>
          <a:p>
            <a:pPr lvl="0"/>
            <a:endParaRPr lang="en-US" altLang="zh-CN" b="1" u="sng" dirty="0">
              <a:ea typeface="宋体" panose="02010600030101010101" pitchFamily="2" charset="-122"/>
            </a:endParaRPr>
          </a:p>
          <a:p>
            <a:pPr lvl="0"/>
            <a:endParaRPr lang="en-US" altLang="zh-CN" b="1" u="sng" dirty="0">
              <a:ea typeface="宋体" panose="02010600030101010101" pitchFamily="2" charset="-122"/>
            </a:endParaRPr>
          </a:p>
          <a:p>
            <a:pPr lvl="0"/>
            <a:r>
              <a:rPr lang="en-US" altLang="zh-CN" i="1" dirty="0">
                <a:ea typeface="宋体" panose="02010600030101010101" pitchFamily="2" charset="-122"/>
              </a:rPr>
              <a:t>3.3 Network Layer: Multicast Routing Algorithms                                                      3-18</a:t>
            </a:r>
            <a:endParaRPr lang="en-US" altLang="zh-CN" i="1" dirty="0">
              <a:ea typeface="宋体" panose="02010600030101010101" pitchFamily="2" charset="-122"/>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5890" name="Rectangle 7"/>
          <p:cNvSpPr txBox="1">
            <a:spLocks noGrp="1"/>
          </p:cNvSpPr>
          <p:nvPr>
            <p:ph type="sldNum" sz="quarter"/>
          </p:nvPr>
        </p:nvSpPr>
        <p:spPr>
          <a:xfrm>
            <a:off x="4144963" y="9121775"/>
            <a:ext cx="3170237" cy="479425"/>
          </a:xfrm>
          <a:prstGeom prst="rect">
            <a:avLst/>
          </a:prstGeom>
          <a:noFill/>
          <a:ln w="9525">
            <a:noFill/>
          </a:ln>
        </p:spPr>
        <p:txBody>
          <a:bodyPr lIns="96661" tIns="48331" rIns="96661" bIns="48331" anchor="b" anchorCtr="0"/>
          <a:p>
            <a:pPr lvl="0" algn="r" defTabSz="967105"/>
            <a:fld id="{9A0DB2DC-4C9A-4742-B13C-FB6460FD3503}" type="slidenum">
              <a:rPr lang="en-US" altLang="zh-CN" sz="1300" dirty="0">
                <a:latin typeface="Times New Roman" panose="02020603050405020304" pitchFamily="18" charset="0"/>
                <a:ea typeface="宋体" panose="02010600030101010101" pitchFamily="2" charset="-122"/>
              </a:rPr>
            </a:fld>
            <a:endParaRPr lang="en-US" altLang="zh-CN" sz="1300" dirty="0">
              <a:latin typeface="Times New Roman" panose="02020603050405020304" pitchFamily="18" charset="0"/>
              <a:ea typeface="宋体" panose="02010600030101010101" pitchFamily="2" charset="-122"/>
            </a:endParaRPr>
          </a:p>
        </p:txBody>
      </p:sp>
      <p:sp>
        <p:nvSpPr>
          <p:cNvPr id="165891" name="Rectangle 2"/>
          <p:cNvSpPr>
            <a:spLocks noGrp="1" noRot="1" noChangeAspect="1" noTextEdit="1"/>
          </p:cNvSpPr>
          <p:nvPr>
            <p:ph type="sldImg"/>
          </p:nvPr>
        </p:nvSpPr>
        <p:spPr>
          <a:xfrm>
            <a:off x="1177925" y="531813"/>
            <a:ext cx="5041900" cy="3781425"/>
          </a:xfrm>
          <a:ln w="12700">
            <a:solidFill>
              <a:schemeClr val="tx1">
                <a:alpha val="100000"/>
              </a:schemeClr>
            </a:solidFill>
          </a:ln>
        </p:spPr>
      </p:sp>
      <p:sp>
        <p:nvSpPr>
          <p:cNvPr id="165892" name="Rectangle 3"/>
          <p:cNvSpPr>
            <a:spLocks noGrp="1"/>
          </p:cNvSpPr>
          <p:nvPr>
            <p:ph type="body" idx="1"/>
          </p:nvPr>
        </p:nvSpPr>
        <p:spPr>
          <a:xfrm>
            <a:off x="765175" y="4948238"/>
            <a:ext cx="6034088" cy="3765550"/>
          </a:xfrm>
        </p:spPr>
        <p:txBody>
          <a:bodyPr wrap="square" lIns="97332" tIns="48667" rIns="97332" bIns="48667" anchor="t" anchorCtr="0"/>
          <a:p>
            <a:pPr lvl="0"/>
            <a:r>
              <a:rPr lang="en-US" altLang="zh-CN" sz="1400" b="1" u="sng" dirty="0">
                <a:ea typeface="宋体" panose="02010600030101010101" pitchFamily="2" charset="-122"/>
              </a:rPr>
              <a:t>Notes:</a:t>
            </a:r>
            <a:r>
              <a:rPr lang="en-US" altLang="zh-CN" b="1" u="sng" dirty="0">
                <a:ea typeface="宋体" panose="02010600030101010101" pitchFamily="2" charset="-122"/>
              </a:rPr>
              <a:t> </a:t>
            </a:r>
            <a:endParaRPr lang="en-US" altLang="zh-CN" b="1" u="sng" dirty="0">
              <a:ea typeface="宋体" panose="02010600030101010101" pitchFamily="2" charset="-122"/>
            </a:endParaRPr>
          </a:p>
          <a:p>
            <a:pPr lvl="0">
              <a:buChar char="•"/>
            </a:pPr>
            <a:r>
              <a:rPr lang="en-US" altLang="zh-CN" dirty="0">
                <a:ea typeface="宋体" panose="02010600030101010101" pitchFamily="2" charset="-122"/>
              </a:rPr>
              <a:t>D. Waitzman, S. Deering, C. Partridge, “Distance Vector Multicast Routing Protocol,” RFC 1075, Nov. 1988.  The version of DVMRP in use today is considerably enhanced over the RFC1075 spec.</a:t>
            </a:r>
            <a:endParaRPr lang="en-US" altLang="zh-CN" dirty="0">
              <a:ea typeface="宋体" panose="02010600030101010101" pitchFamily="2" charset="-122"/>
            </a:endParaRPr>
          </a:p>
          <a:p>
            <a:pPr lvl="0">
              <a:buChar char="•"/>
            </a:pPr>
            <a:r>
              <a:rPr lang="en-US" altLang="zh-CN" dirty="0">
                <a:ea typeface="宋体" panose="02010600030101010101" pitchFamily="2" charset="-122"/>
              </a:rPr>
              <a:t>A more up-to-date “work-in-progress” defines a version 3 of DVMRP: T. Pusateri, “Distance Vector Multicast Routing Protocol,” work-in-progress, draft-ietf-idmr-v3-05.ps</a:t>
            </a:r>
            <a:endParaRPr lang="en-US" altLang="zh-CN" dirty="0">
              <a:ea typeface="宋体" panose="02010600030101010101" pitchFamily="2" charset="-122"/>
            </a:endParaRPr>
          </a:p>
          <a:p>
            <a:pPr lvl="0"/>
            <a:endParaRPr lang="en-US" altLang="zh-CN" dirty="0">
              <a:ea typeface="宋体" panose="02010600030101010101" pitchFamily="2" charset="-122"/>
            </a:endParaRPr>
          </a:p>
          <a:p>
            <a:pPr lvl="0"/>
            <a:endParaRPr lang="en-US" altLang="zh-CN" dirty="0">
              <a:ea typeface="宋体" panose="02010600030101010101" pitchFamily="2" charset="-122"/>
            </a:endParaRPr>
          </a:p>
          <a:p>
            <a:pPr lvl="0"/>
            <a:endParaRPr lang="en-US" altLang="zh-CN" dirty="0">
              <a:ea typeface="宋体" panose="02010600030101010101" pitchFamily="2" charset="-122"/>
            </a:endParaRPr>
          </a:p>
          <a:p>
            <a:pPr lvl="0"/>
            <a:endParaRPr lang="en-US" altLang="zh-CN" dirty="0">
              <a:ea typeface="宋体" panose="02010600030101010101" pitchFamily="2" charset="-122"/>
            </a:endParaRPr>
          </a:p>
          <a:p>
            <a:pPr lvl="0"/>
            <a:endParaRPr lang="en-US" altLang="zh-CN" dirty="0">
              <a:ea typeface="宋体" panose="02010600030101010101" pitchFamily="2" charset="-122"/>
            </a:endParaRPr>
          </a:p>
          <a:p>
            <a:pPr lvl="0"/>
            <a:endParaRPr lang="en-US" altLang="zh-CN" dirty="0">
              <a:ea typeface="宋体" panose="02010600030101010101" pitchFamily="2" charset="-122"/>
            </a:endParaRPr>
          </a:p>
          <a:p>
            <a:pPr lvl="0"/>
            <a:endParaRPr lang="en-US" altLang="zh-CN" dirty="0">
              <a:ea typeface="宋体" panose="02010600030101010101" pitchFamily="2" charset="-122"/>
            </a:endParaRPr>
          </a:p>
          <a:p>
            <a:pPr lvl="0"/>
            <a:endParaRPr lang="en-US" altLang="zh-CN" dirty="0">
              <a:ea typeface="宋体" panose="02010600030101010101" pitchFamily="2" charset="-122"/>
            </a:endParaRPr>
          </a:p>
          <a:p>
            <a:pPr lvl="0"/>
            <a:endParaRPr lang="en-US" altLang="zh-CN" dirty="0">
              <a:ea typeface="宋体" panose="02010600030101010101" pitchFamily="2" charset="-122"/>
            </a:endParaRPr>
          </a:p>
          <a:p>
            <a:pPr lvl="0"/>
            <a:r>
              <a:rPr lang="en-US" altLang="zh-CN" i="1" dirty="0">
                <a:ea typeface="宋体" panose="02010600030101010101" pitchFamily="2" charset="-122"/>
              </a:rPr>
              <a:t>3.4 Network Layer: Internet Multicast Routing Algorithms                                        3-20</a:t>
            </a:r>
            <a:endParaRPr lang="en-US" altLang="zh-CN" i="1" dirty="0">
              <a:ea typeface="宋体" panose="02010600030101010101" pitchFamily="2" charset="-122"/>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7938" name="Rectangle 7"/>
          <p:cNvSpPr txBox="1">
            <a:spLocks noGrp="1"/>
          </p:cNvSpPr>
          <p:nvPr>
            <p:ph type="sldNum" sz="quarter"/>
          </p:nvPr>
        </p:nvSpPr>
        <p:spPr>
          <a:xfrm>
            <a:off x="4144963" y="9121775"/>
            <a:ext cx="3170237" cy="479425"/>
          </a:xfrm>
          <a:prstGeom prst="rect">
            <a:avLst/>
          </a:prstGeom>
          <a:noFill/>
          <a:ln w="9525">
            <a:noFill/>
          </a:ln>
        </p:spPr>
        <p:txBody>
          <a:bodyPr lIns="96661" tIns="48331" rIns="96661" bIns="48331" anchor="b" anchorCtr="0"/>
          <a:p>
            <a:pPr lvl="0" algn="r" defTabSz="967105"/>
            <a:fld id="{9A0DB2DC-4C9A-4742-B13C-FB6460FD3503}" type="slidenum">
              <a:rPr lang="en-US" altLang="zh-CN" sz="1300" dirty="0">
                <a:latin typeface="Times New Roman" panose="02020603050405020304" pitchFamily="18" charset="0"/>
                <a:ea typeface="宋体" panose="02010600030101010101" pitchFamily="2" charset="-122"/>
              </a:rPr>
            </a:fld>
            <a:endParaRPr lang="en-US" altLang="zh-CN" sz="1300" dirty="0">
              <a:latin typeface="Times New Roman" panose="02020603050405020304" pitchFamily="18" charset="0"/>
              <a:ea typeface="宋体" panose="02010600030101010101" pitchFamily="2" charset="-122"/>
            </a:endParaRPr>
          </a:p>
        </p:txBody>
      </p:sp>
      <p:sp>
        <p:nvSpPr>
          <p:cNvPr id="167939" name="Rectangle 2"/>
          <p:cNvSpPr>
            <a:spLocks noGrp="1" noRot="1" noChangeAspect="1" noTextEdit="1"/>
          </p:cNvSpPr>
          <p:nvPr>
            <p:ph type="sldImg"/>
          </p:nvPr>
        </p:nvSpPr>
        <p:spPr>
          <a:xfrm>
            <a:off x="1177925" y="531813"/>
            <a:ext cx="5041900" cy="3781425"/>
          </a:xfrm>
          <a:ln w="12700">
            <a:solidFill>
              <a:schemeClr val="tx1">
                <a:alpha val="100000"/>
              </a:schemeClr>
            </a:solidFill>
          </a:ln>
        </p:spPr>
      </p:sp>
      <p:sp>
        <p:nvSpPr>
          <p:cNvPr id="167940" name="Rectangle 3"/>
          <p:cNvSpPr>
            <a:spLocks noGrp="1"/>
          </p:cNvSpPr>
          <p:nvPr>
            <p:ph type="body" idx="1"/>
          </p:nvPr>
        </p:nvSpPr>
        <p:spPr>
          <a:xfrm>
            <a:off x="765175" y="4948238"/>
            <a:ext cx="6034088" cy="3765550"/>
          </a:xfrm>
        </p:spPr>
        <p:txBody>
          <a:bodyPr wrap="square" lIns="97332" tIns="48667" rIns="97332" bIns="48667" anchor="t" anchorCtr="0"/>
          <a:p>
            <a:pPr lvl="0"/>
            <a:r>
              <a:rPr lang="en-US" altLang="zh-CN" sz="1400" b="1" u="sng" dirty="0">
                <a:ea typeface="宋体" panose="02010600030101010101" pitchFamily="2" charset="-122"/>
              </a:rPr>
              <a:t>Notes:</a:t>
            </a:r>
            <a:r>
              <a:rPr lang="en-US" altLang="zh-CN" b="1" u="sng" dirty="0">
                <a:ea typeface="宋体" panose="02010600030101010101" pitchFamily="2" charset="-122"/>
              </a:rPr>
              <a:t> </a:t>
            </a:r>
            <a:endParaRPr lang="en-US" altLang="zh-CN" dirty="0">
              <a:ea typeface="宋体" panose="02010600030101010101" pitchFamily="2" charset="-122"/>
            </a:endParaRPr>
          </a:p>
          <a:p>
            <a:pPr lvl="0"/>
            <a:endParaRPr lang="en-US" altLang="zh-CN" dirty="0">
              <a:ea typeface="宋体" panose="02010600030101010101" pitchFamily="2" charset="-122"/>
            </a:endParaRPr>
          </a:p>
          <a:p>
            <a:pPr lvl="0"/>
            <a:r>
              <a:rPr lang="en-US" altLang="zh-CN" dirty="0">
                <a:ea typeface="宋体" panose="02010600030101010101" pitchFamily="2" charset="-122"/>
              </a:rPr>
              <a:t>1. See www.mbone.com/mbone/routers.html for a (slightly outdatet) list of multicast capable routers (supporting DVMPR as well as other protocols) from various vendors.</a:t>
            </a:r>
            <a:endParaRPr lang="en-US" altLang="zh-CN" dirty="0">
              <a:ea typeface="宋体" panose="02010600030101010101" pitchFamily="2" charset="-122"/>
            </a:endParaRPr>
          </a:p>
          <a:p>
            <a:pPr lvl="0"/>
            <a:r>
              <a:rPr lang="en-US" altLang="zh-CN" dirty="0">
                <a:ea typeface="宋体" panose="02010600030101010101" pitchFamily="2" charset="-122"/>
              </a:rPr>
              <a:t>2. ftp://parcftp.xerox.com/pub/net-research/ipmulti for circa 1996 public copy “mrouted” v3.8 of DVMRP routing software for various workstation routing platforms. </a:t>
            </a:r>
            <a:endParaRPr lang="en-US" altLang="zh-CN" dirty="0">
              <a:ea typeface="宋体" panose="02010600030101010101" pitchFamily="2" charset="-122"/>
            </a:endParaRPr>
          </a:p>
          <a:p>
            <a:pPr lvl="0"/>
            <a:endParaRPr lang="en-US" altLang="zh-CN" dirty="0">
              <a:ea typeface="宋体" panose="02010600030101010101" pitchFamily="2" charset="-122"/>
            </a:endParaRPr>
          </a:p>
          <a:p>
            <a:pPr lvl="0"/>
            <a:endParaRPr lang="en-US" altLang="zh-CN" dirty="0">
              <a:ea typeface="宋体" panose="02010600030101010101" pitchFamily="2" charset="-122"/>
            </a:endParaRPr>
          </a:p>
          <a:p>
            <a:pPr lvl="0"/>
            <a:endParaRPr lang="en-US" altLang="zh-CN" dirty="0">
              <a:ea typeface="宋体" panose="02010600030101010101" pitchFamily="2" charset="-122"/>
            </a:endParaRPr>
          </a:p>
          <a:p>
            <a:pPr lvl="0"/>
            <a:endParaRPr lang="en-US" altLang="zh-CN" dirty="0">
              <a:ea typeface="宋体" panose="02010600030101010101" pitchFamily="2" charset="-122"/>
            </a:endParaRPr>
          </a:p>
          <a:p>
            <a:pPr lvl="0"/>
            <a:endParaRPr lang="en-US" altLang="zh-CN" dirty="0">
              <a:ea typeface="宋体" panose="02010600030101010101" pitchFamily="2" charset="-122"/>
            </a:endParaRPr>
          </a:p>
          <a:p>
            <a:pPr lvl="0"/>
            <a:endParaRPr lang="en-US" altLang="zh-CN" dirty="0">
              <a:ea typeface="宋体" panose="02010600030101010101" pitchFamily="2" charset="-122"/>
            </a:endParaRPr>
          </a:p>
          <a:p>
            <a:pPr lvl="0"/>
            <a:endParaRPr lang="en-US" altLang="zh-CN" dirty="0">
              <a:ea typeface="宋体" panose="02010600030101010101" pitchFamily="2" charset="-122"/>
            </a:endParaRPr>
          </a:p>
          <a:p>
            <a:pPr lvl="0"/>
            <a:endParaRPr lang="en-US" altLang="zh-CN" dirty="0">
              <a:ea typeface="宋体" panose="02010600030101010101" pitchFamily="2" charset="-122"/>
            </a:endParaRPr>
          </a:p>
          <a:p>
            <a:pPr lvl="0"/>
            <a:endParaRPr lang="en-US" altLang="zh-CN" dirty="0">
              <a:ea typeface="宋体" panose="02010600030101010101" pitchFamily="2" charset="-122"/>
            </a:endParaRPr>
          </a:p>
          <a:p>
            <a:pPr lvl="0"/>
            <a:endParaRPr lang="en-US" altLang="zh-CN" dirty="0">
              <a:ea typeface="宋体" panose="02010600030101010101" pitchFamily="2" charset="-122"/>
            </a:endParaRPr>
          </a:p>
          <a:p>
            <a:pPr lvl="0"/>
            <a:r>
              <a:rPr lang="en-US" altLang="zh-CN" i="1" dirty="0">
                <a:ea typeface="宋体" panose="02010600030101010101" pitchFamily="2" charset="-122"/>
              </a:rPr>
              <a:t>3.4 Network Layer: Internet Multicast Routing Algorithms                                        3-21</a:t>
            </a:r>
            <a:endParaRPr lang="en-US" altLang="zh-CN" i="1" dirty="0">
              <a:ea typeface="宋体" panose="02010600030101010101" pitchFamily="2" charset="-122"/>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9986" name="Rectangle 7"/>
          <p:cNvSpPr txBox="1">
            <a:spLocks noGrp="1"/>
          </p:cNvSpPr>
          <p:nvPr>
            <p:ph type="sldNum" sz="quarter"/>
          </p:nvPr>
        </p:nvSpPr>
        <p:spPr>
          <a:xfrm>
            <a:off x="4144963" y="9121775"/>
            <a:ext cx="3170237" cy="479425"/>
          </a:xfrm>
          <a:prstGeom prst="rect">
            <a:avLst/>
          </a:prstGeom>
          <a:noFill/>
          <a:ln w="9525">
            <a:noFill/>
          </a:ln>
        </p:spPr>
        <p:txBody>
          <a:bodyPr lIns="96661" tIns="48331" rIns="96661" bIns="48331" anchor="b" anchorCtr="0"/>
          <a:p>
            <a:pPr lvl="0" algn="r" defTabSz="967105"/>
            <a:fld id="{9A0DB2DC-4C9A-4742-B13C-FB6460FD3503}" type="slidenum">
              <a:rPr lang="en-US" altLang="zh-CN" sz="1300" dirty="0">
                <a:latin typeface="Times New Roman" panose="02020603050405020304" pitchFamily="18" charset="0"/>
                <a:ea typeface="宋体" panose="02010600030101010101" pitchFamily="2" charset="-122"/>
              </a:rPr>
            </a:fld>
            <a:endParaRPr lang="en-US" altLang="zh-CN" sz="1300" dirty="0">
              <a:latin typeface="Times New Roman" panose="02020603050405020304" pitchFamily="18" charset="0"/>
              <a:ea typeface="宋体" panose="02010600030101010101" pitchFamily="2" charset="-122"/>
            </a:endParaRPr>
          </a:p>
        </p:txBody>
      </p:sp>
      <p:sp>
        <p:nvSpPr>
          <p:cNvPr id="169987" name="Rectangle 2"/>
          <p:cNvSpPr>
            <a:spLocks noGrp="1" noRot="1" noChangeAspect="1" noTextEdit="1"/>
          </p:cNvSpPr>
          <p:nvPr>
            <p:ph type="sldImg"/>
          </p:nvPr>
        </p:nvSpPr>
        <p:spPr>
          <a:xfrm>
            <a:off x="1177925" y="531813"/>
            <a:ext cx="5041900" cy="3781425"/>
          </a:xfrm>
          <a:ln w="12700">
            <a:solidFill>
              <a:schemeClr val="tx1">
                <a:alpha val="100000"/>
              </a:schemeClr>
            </a:solidFill>
          </a:ln>
        </p:spPr>
      </p:sp>
      <p:sp>
        <p:nvSpPr>
          <p:cNvPr id="169988" name="Rectangle 3"/>
          <p:cNvSpPr>
            <a:spLocks noGrp="1"/>
          </p:cNvSpPr>
          <p:nvPr>
            <p:ph type="body" idx="1"/>
          </p:nvPr>
        </p:nvSpPr>
        <p:spPr>
          <a:xfrm>
            <a:off x="765175" y="4948238"/>
            <a:ext cx="6034088" cy="3765550"/>
          </a:xfrm>
        </p:spPr>
        <p:txBody>
          <a:bodyPr wrap="square" lIns="97332" tIns="48667" rIns="97332" bIns="48667" anchor="t" anchorCtr="0"/>
          <a:p>
            <a:pPr lvl="0"/>
            <a:r>
              <a:rPr lang="en-US" altLang="zh-CN" sz="1400" b="1" u="sng" dirty="0">
                <a:ea typeface="宋体" panose="02010600030101010101" pitchFamily="2" charset="-122"/>
              </a:rPr>
              <a:t>Notes:</a:t>
            </a:r>
            <a:r>
              <a:rPr lang="en-US" altLang="zh-CN" b="1" u="sng" dirty="0">
                <a:ea typeface="宋体" panose="02010600030101010101" pitchFamily="2" charset="-122"/>
              </a:rPr>
              <a:t> </a:t>
            </a:r>
            <a:endParaRPr lang="en-US" altLang="zh-CN" dirty="0">
              <a:ea typeface="宋体" panose="02010600030101010101" pitchFamily="2" charset="-122"/>
            </a:endParaRPr>
          </a:p>
          <a:p>
            <a:pPr lvl="0"/>
            <a:r>
              <a:rPr lang="en-US" altLang="zh-CN" dirty="0">
                <a:ea typeface="宋体" panose="02010600030101010101" pitchFamily="2" charset="-122"/>
              </a:rPr>
              <a:t>For a general discussion of IP encapsulation, see C. Perkins, “IP Encapsulation within IP,” RFC 2003, Oct. 1996.</a:t>
            </a:r>
            <a:endParaRPr lang="en-US" altLang="zh-CN" dirty="0">
              <a:ea typeface="宋体" panose="02010600030101010101" pitchFamily="2" charset="-122"/>
            </a:endParaRPr>
          </a:p>
          <a:p>
            <a:pPr lvl="0"/>
            <a:r>
              <a:rPr lang="en-US" altLang="zh-CN" dirty="0">
                <a:ea typeface="宋体" panose="02010600030101010101" pitchFamily="2" charset="-122"/>
              </a:rPr>
              <a:t>The book S. Bradner, A Mankin, “Ipng: Internet protocol next generation,” Addison Wesley, 1995 has a very nice discussion of tunneling</a:t>
            </a:r>
            <a:endParaRPr lang="en-US" altLang="zh-CN" dirty="0">
              <a:ea typeface="宋体" panose="02010600030101010101" pitchFamily="2" charset="-122"/>
            </a:endParaRPr>
          </a:p>
          <a:p>
            <a:pPr lvl="0"/>
            <a:r>
              <a:rPr lang="en-US" altLang="zh-CN" dirty="0">
                <a:ea typeface="宋体" panose="02010600030101010101" pitchFamily="2" charset="-122"/>
              </a:rPr>
              <a:t>Tunneling can also be used to connect islands of IPv6 capable routers in a sea IPv4 capable routers.  The long term hope is that the sea evaporates leaving only lands of IPv6!</a:t>
            </a:r>
            <a:endParaRPr lang="en-US" altLang="zh-CN" dirty="0">
              <a:ea typeface="宋体" panose="02010600030101010101" pitchFamily="2" charset="-122"/>
            </a:endParaRPr>
          </a:p>
          <a:p>
            <a:pPr lvl="0"/>
            <a:endParaRPr lang="en-US" altLang="zh-CN" dirty="0">
              <a:ea typeface="宋体" panose="02010600030101010101" pitchFamily="2" charset="-122"/>
            </a:endParaRPr>
          </a:p>
          <a:p>
            <a:pPr lvl="0"/>
            <a:endParaRPr lang="en-US" altLang="zh-CN" dirty="0">
              <a:ea typeface="宋体" panose="02010600030101010101" pitchFamily="2" charset="-122"/>
            </a:endParaRPr>
          </a:p>
          <a:p>
            <a:pPr lvl="0"/>
            <a:endParaRPr lang="en-US" altLang="zh-CN" dirty="0">
              <a:ea typeface="宋体" panose="02010600030101010101" pitchFamily="2" charset="-122"/>
            </a:endParaRPr>
          </a:p>
          <a:p>
            <a:pPr lvl="0"/>
            <a:endParaRPr lang="en-US" altLang="zh-CN" dirty="0">
              <a:ea typeface="宋体" panose="02010600030101010101" pitchFamily="2" charset="-122"/>
            </a:endParaRPr>
          </a:p>
          <a:p>
            <a:pPr lvl="0"/>
            <a:endParaRPr lang="en-US" altLang="zh-CN" dirty="0">
              <a:ea typeface="宋体" panose="02010600030101010101" pitchFamily="2" charset="-122"/>
            </a:endParaRPr>
          </a:p>
          <a:p>
            <a:pPr lvl="0"/>
            <a:endParaRPr lang="en-US" altLang="zh-CN" dirty="0">
              <a:ea typeface="宋体" panose="02010600030101010101" pitchFamily="2" charset="-122"/>
            </a:endParaRPr>
          </a:p>
          <a:p>
            <a:pPr lvl="0"/>
            <a:endParaRPr lang="en-US" altLang="zh-CN" dirty="0">
              <a:ea typeface="宋体" panose="02010600030101010101" pitchFamily="2" charset="-122"/>
            </a:endParaRPr>
          </a:p>
          <a:p>
            <a:pPr lvl="0"/>
            <a:endParaRPr lang="en-US" altLang="zh-CN" dirty="0">
              <a:ea typeface="宋体" panose="02010600030101010101" pitchFamily="2" charset="-122"/>
            </a:endParaRPr>
          </a:p>
          <a:p>
            <a:pPr lvl="0"/>
            <a:r>
              <a:rPr lang="en-US" altLang="zh-CN" i="1" dirty="0">
                <a:ea typeface="宋体" panose="02010600030101010101" pitchFamily="2" charset="-122"/>
              </a:rPr>
              <a:t>3.4 Network Layer: Internet Multicast Routing Algorithms                                        3-22</a:t>
            </a:r>
            <a:endParaRPr lang="en-US" altLang="zh-CN" i="1" dirty="0">
              <a:ea typeface="宋体" panose="02010600030101010101" pitchFamily="2" charset="-122"/>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72034" name="Rectangle 7"/>
          <p:cNvSpPr txBox="1">
            <a:spLocks noGrp="1"/>
          </p:cNvSpPr>
          <p:nvPr>
            <p:ph type="sldNum" sz="quarter"/>
          </p:nvPr>
        </p:nvSpPr>
        <p:spPr>
          <a:xfrm>
            <a:off x="4144963" y="9121775"/>
            <a:ext cx="3170237" cy="479425"/>
          </a:xfrm>
          <a:prstGeom prst="rect">
            <a:avLst/>
          </a:prstGeom>
          <a:noFill/>
          <a:ln w="9525">
            <a:noFill/>
          </a:ln>
        </p:spPr>
        <p:txBody>
          <a:bodyPr lIns="96661" tIns="48331" rIns="96661" bIns="48331" anchor="b" anchorCtr="0"/>
          <a:p>
            <a:pPr lvl="0" algn="r" defTabSz="967105"/>
            <a:fld id="{9A0DB2DC-4C9A-4742-B13C-FB6460FD3503}" type="slidenum">
              <a:rPr lang="en-US" altLang="zh-CN" sz="1300" dirty="0">
                <a:latin typeface="Times New Roman" panose="02020603050405020304" pitchFamily="18" charset="0"/>
                <a:ea typeface="宋体" panose="02010600030101010101" pitchFamily="2" charset="-122"/>
              </a:rPr>
            </a:fld>
            <a:endParaRPr lang="en-US" altLang="zh-CN" sz="1300" dirty="0">
              <a:latin typeface="Times New Roman" panose="02020603050405020304" pitchFamily="18" charset="0"/>
              <a:ea typeface="宋体" panose="02010600030101010101" pitchFamily="2" charset="-122"/>
            </a:endParaRPr>
          </a:p>
        </p:txBody>
      </p:sp>
      <p:sp>
        <p:nvSpPr>
          <p:cNvPr id="172035" name="Rectangle 2"/>
          <p:cNvSpPr>
            <a:spLocks noGrp="1" noRot="1" noChangeAspect="1" noTextEdit="1"/>
          </p:cNvSpPr>
          <p:nvPr>
            <p:ph type="sldImg"/>
          </p:nvPr>
        </p:nvSpPr>
        <p:spPr>
          <a:xfrm>
            <a:off x="1177925" y="531813"/>
            <a:ext cx="5041900" cy="3781425"/>
          </a:xfrm>
          <a:ln w="12700">
            <a:solidFill>
              <a:schemeClr val="tx1">
                <a:alpha val="100000"/>
              </a:schemeClr>
            </a:solidFill>
          </a:ln>
        </p:spPr>
      </p:sp>
      <p:sp>
        <p:nvSpPr>
          <p:cNvPr id="172036" name="Rectangle 3"/>
          <p:cNvSpPr>
            <a:spLocks noGrp="1"/>
          </p:cNvSpPr>
          <p:nvPr>
            <p:ph type="body" idx="1"/>
          </p:nvPr>
        </p:nvSpPr>
        <p:spPr>
          <a:xfrm>
            <a:off x="765175" y="4948238"/>
            <a:ext cx="6034088" cy="3765550"/>
          </a:xfrm>
        </p:spPr>
        <p:txBody>
          <a:bodyPr wrap="square" lIns="97332" tIns="48667" rIns="97332" bIns="48667" anchor="t" anchorCtr="0"/>
          <a:p>
            <a:pPr lvl="0"/>
            <a:r>
              <a:rPr lang="en-US" altLang="zh-CN" sz="1400" b="1" u="sng" dirty="0">
                <a:ea typeface="宋体" panose="02010600030101010101" pitchFamily="2" charset="-122"/>
              </a:rPr>
              <a:t>Notes:</a:t>
            </a:r>
            <a:r>
              <a:rPr lang="en-US" altLang="zh-CN" b="1" u="sng" dirty="0">
                <a:ea typeface="宋体" panose="02010600030101010101" pitchFamily="2" charset="-122"/>
              </a:rPr>
              <a:t> </a:t>
            </a:r>
            <a:endParaRPr lang="en-US" altLang="zh-CN" dirty="0">
              <a:ea typeface="宋体" panose="02010600030101010101" pitchFamily="2" charset="-122"/>
            </a:endParaRPr>
          </a:p>
          <a:p>
            <a:pPr lvl="0"/>
            <a:endParaRPr lang="en-US" altLang="zh-CN" dirty="0">
              <a:ea typeface="宋体" panose="02010600030101010101" pitchFamily="2" charset="-122"/>
            </a:endParaRPr>
          </a:p>
          <a:p>
            <a:pPr lvl="0">
              <a:buChar char="•"/>
            </a:pPr>
            <a:r>
              <a:rPr lang="en-US" altLang="zh-CN" dirty="0">
                <a:ea typeface="宋体" panose="02010600030101010101" pitchFamily="2" charset="-122"/>
              </a:rPr>
              <a:t>a very readable discussion of the PIM architecture is  S. Deering, D. Estrin, D. Faranacci, V. Jacobson, C. Liu, L. Wei, “The PIM Architecture for Wide Area Multicasting,” IEEE/ACM Transactions on Networking, Vol. 4, No. 2, April 1996.</a:t>
            </a:r>
            <a:endParaRPr lang="en-US" altLang="zh-CN" dirty="0">
              <a:ea typeface="宋体" panose="02010600030101010101" pitchFamily="2" charset="-122"/>
            </a:endParaRPr>
          </a:p>
          <a:p>
            <a:pPr lvl="0">
              <a:buChar char="•"/>
            </a:pPr>
            <a:r>
              <a:rPr lang="en-US" altLang="zh-CN" dirty="0">
                <a:ea typeface="宋体" panose="02010600030101010101" pitchFamily="2" charset="-122"/>
              </a:rPr>
              <a:t>D. Estrin et al, PIM-SM: Protocol Specification, RFC 2117, June 1997</a:t>
            </a:r>
            <a:endParaRPr lang="en-US" altLang="zh-CN" dirty="0">
              <a:ea typeface="宋体" panose="02010600030101010101" pitchFamily="2" charset="-122"/>
            </a:endParaRPr>
          </a:p>
          <a:p>
            <a:pPr lvl="0">
              <a:buChar char="•"/>
            </a:pPr>
            <a:r>
              <a:rPr lang="en-US" altLang="zh-CN" dirty="0">
                <a:ea typeface="宋体" panose="02010600030101010101" pitchFamily="2" charset="-122"/>
              </a:rPr>
              <a:t>S. Deering et al, PIM Version 2, Dense Mode Specification, work in progress, draft-ietf-idmr-pim-dm-05.txt</a:t>
            </a:r>
            <a:endParaRPr lang="en-US" altLang="zh-CN" dirty="0">
              <a:ea typeface="宋体" panose="02010600030101010101" pitchFamily="2" charset="-122"/>
            </a:endParaRPr>
          </a:p>
          <a:p>
            <a:pPr lvl="0">
              <a:buChar char="•"/>
            </a:pPr>
            <a:r>
              <a:rPr lang="en-US" altLang="zh-CN" dirty="0">
                <a:ea typeface="宋体" panose="02010600030101010101" pitchFamily="2" charset="-122"/>
              </a:rPr>
              <a:t> PIM is implemented in Cisco routers and has been deployed in UUnet as part of their streaming multimedia delivery effort. See S. LaPolla, “IP Multicast makes headway among ISPs,” PC Week On-Line, http://www.zdnet.com/pcweek/news/1006/06isp.html</a:t>
            </a:r>
            <a:endParaRPr lang="en-US" altLang="zh-CN" dirty="0">
              <a:ea typeface="宋体" panose="02010600030101010101" pitchFamily="2" charset="-122"/>
            </a:endParaRPr>
          </a:p>
          <a:p>
            <a:pPr lvl="0"/>
            <a:endParaRPr lang="en-US" altLang="zh-CN" dirty="0">
              <a:ea typeface="宋体" panose="02010600030101010101" pitchFamily="2" charset="-122"/>
            </a:endParaRPr>
          </a:p>
          <a:p>
            <a:pPr lvl="0"/>
            <a:endParaRPr lang="en-US" altLang="zh-CN" dirty="0">
              <a:ea typeface="宋体" panose="02010600030101010101" pitchFamily="2" charset="-122"/>
            </a:endParaRPr>
          </a:p>
          <a:p>
            <a:pPr lvl="0"/>
            <a:endParaRPr lang="en-US" altLang="zh-CN" dirty="0">
              <a:ea typeface="宋体" panose="02010600030101010101" pitchFamily="2" charset="-122"/>
            </a:endParaRPr>
          </a:p>
          <a:p>
            <a:pPr lvl="0"/>
            <a:endParaRPr lang="en-US" altLang="zh-CN" dirty="0">
              <a:ea typeface="宋体" panose="02010600030101010101" pitchFamily="2" charset="-122"/>
            </a:endParaRPr>
          </a:p>
          <a:p>
            <a:pPr lvl="0"/>
            <a:endParaRPr lang="en-US" altLang="zh-CN" dirty="0">
              <a:ea typeface="宋体" panose="02010600030101010101" pitchFamily="2" charset="-122"/>
            </a:endParaRPr>
          </a:p>
          <a:p>
            <a:pPr lvl="0"/>
            <a:endParaRPr lang="en-US" altLang="zh-CN" dirty="0">
              <a:ea typeface="宋体" panose="02010600030101010101" pitchFamily="2" charset="-122"/>
            </a:endParaRPr>
          </a:p>
          <a:p>
            <a:pPr lvl="0"/>
            <a:r>
              <a:rPr lang="en-US" altLang="zh-CN" i="1" dirty="0">
                <a:ea typeface="宋体" panose="02010600030101010101" pitchFamily="2" charset="-122"/>
              </a:rPr>
              <a:t>3.4 Network Layer: Internet Multicast Routing Algorithms                                        3-25</a:t>
            </a:r>
            <a:endParaRPr lang="en-US" altLang="zh-CN" i="1" dirty="0">
              <a:ea typeface="宋体" panose="02010600030101010101" pitchFamily="2" charset="-122"/>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74082" name="Rectangle 7"/>
          <p:cNvSpPr txBox="1">
            <a:spLocks noGrp="1"/>
          </p:cNvSpPr>
          <p:nvPr>
            <p:ph type="sldNum" sz="quarter"/>
          </p:nvPr>
        </p:nvSpPr>
        <p:spPr>
          <a:xfrm>
            <a:off x="4144963" y="9121775"/>
            <a:ext cx="3170237" cy="479425"/>
          </a:xfrm>
          <a:prstGeom prst="rect">
            <a:avLst/>
          </a:prstGeom>
          <a:noFill/>
          <a:ln w="9525">
            <a:noFill/>
          </a:ln>
        </p:spPr>
        <p:txBody>
          <a:bodyPr lIns="96661" tIns="48331" rIns="96661" bIns="48331" anchor="b" anchorCtr="0"/>
          <a:p>
            <a:pPr lvl="0" algn="r" defTabSz="967105"/>
            <a:fld id="{9A0DB2DC-4C9A-4742-B13C-FB6460FD3503}" type="slidenum">
              <a:rPr lang="en-US" altLang="zh-CN" sz="1300" dirty="0">
                <a:latin typeface="Times New Roman" panose="02020603050405020304" pitchFamily="18" charset="0"/>
                <a:ea typeface="宋体" panose="02010600030101010101" pitchFamily="2" charset="-122"/>
              </a:rPr>
            </a:fld>
            <a:endParaRPr lang="en-US" altLang="zh-CN" sz="1300" dirty="0">
              <a:latin typeface="Times New Roman" panose="02020603050405020304" pitchFamily="18" charset="0"/>
              <a:ea typeface="宋体" panose="02010600030101010101" pitchFamily="2" charset="-122"/>
            </a:endParaRPr>
          </a:p>
        </p:txBody>
      </p:sp>
      <p:sp>
        <p:nvSpPr>
          <p:cNvPr id="174083" name="Rectangle 2"/>
          <p:cNvSpPr>
            <a:spLocks noGrp="1" noRot="1" noChangeAspect="1" noTextEdit="1"/>
          </p:cNvSpPr>
          <p:nvPr>
            <p:ph type="sldImg"/>
          </p:nvPr>
        </p:nvSpPr>
        <p:spPr>
          <a:xfrm>
            <a:off x="1177925" y="531813"/>
            <a:ext cx="5041900" cy="3781425"/>
          </a:xfrm>
          <a:ln w="12700">
            <a:solidFill>
              <a:schemeClr val="tx1">
                <a:alpha val="100000"/>
              </a:schemeClr>
            </a:solidFill>
          </a:ln>
        </p:spPr>
      </p:sp>
      <p:sp>
        <p:nvSpPr>
          <p:cNvPr id="174084" name="Rectangle 3"/>
          <p:cNvSpPr>
            <a:spLocks noGrp="1"/>
          </p:cNvSpPr>
          <p:nvPr>
            <p:ph type="body" idx="1"/>
          </p:nvPr>
        </p:nvSpPr>
        <p:spPr>
          <a:xfrm>
            <a:off x="765175" y="4948238"/>
            <a:ext cx="6034088" cy="3765550"/>
          </a:xfrm>
        </p:spPr>
        <p:txBody>
          <a:bodyPr wrap="square" lIns="97332" tIns="48667" rIns="97332" bIns="48667" anchor="t" anchorCtr="0"/>
          <a:p>
            <a:pPr lvl="0"/>
            <a:r>
              <a:rPr lang="en-US" altLang="zh-CN" sz="1400" b="1" u="sng" dirty="0">
                <a:ea typeface="宋体" panose="02010600030101010101" pitchFamily="2" charset="-122"/>
              </a:rPr>
              <a:t>Notes:</a:t>
            </a:r>
            <a:endParaRPr lang="en-US" altLang="zh-CN" sz="1400" b="1" u="sng" dirty="0">
              <a:ea typeface="宋体" panose="02010600030101010101" pitchFamily="2" charset="-122"/>
            </a:endParaRPr>
          </a:p>
          <a:p>
            <a:pPr lvl="0"/>
            <a:endParaRPr lang="en-US" altLang="zh-CN" sz="1400" b="1" u="sng" dirty="0">
              <a:ea typeface="宋体" panose="02010600030101010101" pitchFamily="2" charset="-122"/>
            </a:endParaRPr>
          </a:p>
          <a:p>
            <a:pPr lvl="0"/>
            <a:endParaRPr lang="en-US" altLang="zh-CN" sz="1400" b="1" u="sng" dirty="0">
              <a:ea typeface="宋体" panose="02010600030101010101" pitchFamily="2" charset="-122"/>
            </a:endParaRPr>
          </a:p>
          <a:p>
            <a:pPr lvl="0"/>
            <a:endParaRPr lang="en-US" altLang="zh-CN" sz="1400" b="1" u="sng" dirty="0">
              <a:ea typeface="宋体" panose="02010600030101010101" pitchFamily="2" charset="-122"/>
            </a:endParaRPr>
          </a:p>
          <a:p>
            <a:pPr lvl="0"/>
            <a:endParaRPr lang="en-US" altLang="zh-CN" sz="1400" b="1" u="sng" dirty="0">
              <a:ea typeface="宋体" panose="02010600030101010101" pitchFamily="2" charset="-122"/>
            </a:endParaRPr>
          </a:p>
          <a:p>
            <a:pPr lvl="0"/>
            <a:endParaRPr lang="en-US" altLang="zh-CN" sz="1400" b="1" u="sng" dirty="0">
              <a:ea typeface="宋体" panose="02010600030101010101" pitchFamily="2" charset="-122"/>
            </a:endParaRPr>
          </a:p>
          <a:p>
            <a:pPr lvl="0"/>
            <a:endParaRPr lang="en-US" altLang="zh-CN" sz="1400" b="1" u="sng" dirty="0">
              <a:ea typeface="宋体" panose="02010600030101010101" pitchFamily="2" charset="-122"/>
            </a:endParaRPr>
          </a:p>
          <a:p>
            <a:pPr lvl="0"/>
            <a:endParaRPr lang="en-US" altLang="zh-CN" sz="1400" b="1" u="sng" dirty="0">
              <a:ea typeface="宋体" panose="02010600030101010101" pitchFamily="2" charset="-122"/>
            </a:endParaRPr>
          </a:p>
          <a:p>
            <a:pPr lvl="0"/>
            <a:endParaRPr lang="en-US" altLang="zh-CN" sz="1400" b="1" u="sng" dirty="0">
              <a:ea typeface="宋体" panose="02010600030101010101" pitchFamily="2" charset="-122"/>
            </a:endParaRPr>
          </a:p>
          <a:p>
            <a:pPr lvl="0"/>
            <a:endParaRPr lang="en-US" altLang="zh-CN" sz="1400" b="1" u="sng" dirty="0">
              <a:ea typeface="宋体" panose="02010600030101010101" pitchFamily="2" charset="-122"/>
            </a:endParaRPr>
          </a:p>
          <a:p>
            <a:pPr lvl="0"/>
            <a:endParaRPr lang="en-US" altLang="zh-CN" sz="1400" b="1" u="sng" dirty="0">
              <a:ea typeface="宋体" panose="02010600030101010101" pitchFamily="2" charset="-122"/>
            </a:endParaRPr>
          </a:p>
          <a:p>
            <a:pPr lvl="0"/>
            <a:endParaRPr lang="en-US" altLang="zh-CN" sz="1400" b="1" u="sng" dirty="0">
              <a:ea typeface="宋体" panose="02010600030101010101" pitchFamily="2" charset="-122"/>
            </a:endParaRPr>
          </a:p>
          <a:p>
            <a:pPr lvl="0"/>
            <a:endParaRPr lang="en-US" altLang="zh-CN" sz="1400" b="1" u="sng" dirty="0">
              <a:ea typeface="宋体" panose="02010600030101010101" pitchFamily="2" charset="-122"/>
            </a:endParaRPr>
          </a:p>
          <a:p>
            <a:pPr lvl="0"/>
            <a:r>
              <a:rPr lang="en-US" altLang="zh-CN" i="1" dirty="0">
                <a:ea typeface="宋体" panose="02010600030101010101" pitchFamily="2" charset="-122"/>
              </a:rPr>
              <a:t>3.4 Network Layer: Internet Multicast Routing Algorithms                                        3-26</a:t>
            </a:r>
            <a:endParaRPr lang="en-US" altLang="zh-CN" i="1" dirty="0">
              <a:ea typeface="宋体" panose="02010600030101010101" pitchFamily="2" charset="-122"/>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76130" name="Rectangle 7"/>
          <p:cNvSpPr txBox="1">
            <a:spLocks noGrp="1"/>
          </p:cNvSpPr>
          <p:nvPr>
            <p:ph type="sldNum" sz="quarter"/>
          </p:nvPr>
        </p:nvSpPr>
        <p:spPr>
          <a:xfrm>
            <a:off x="4144963" y="9121775"/>
            <a:ext cx="3170237" cy="479425"/>
          </a:xfrm>
          <a:prstGeom prst="rect">
            <a:avLst/>
          </a:prstGeom>
          <a:noFill/>
          <a:ln w="9525">
            <a:noFill/>
          </a:ln>
        </p:spPr>
        <p:txBody>
          <a:bodyPr lIns="96661" tIns="48331" rIns="96661" bIns="48331" anchor="b" anchorCtr="0"/>
          <a:p>
            <a:pPr lvl="0" algn="r" defTabSz="967105"/>
            <a:fld id="{9A0DB2DC-4C9A-4742-B13C-FB6460FD3503}" type="slidenum">
              <a:rPr lang="en-US" altLang="zh-CN" sz="1300" dirty="0">
                <a:latin typeface="Times New Roman" panose="02020603050405020304" pitchFamily="18" charset="0"/>
                <a:ea typeface="宋体" panose="02010600030101010101" pitchFamily="2" charset="-122"/>
              </a:rPr>
            </a:fld>
            <a:endParaRPr lang="en-US" altLang="zh-CN" sz="1300" dirty="0">
              <a:latin typeface="Times New Roman" panose="02020603050405020304" pitchFamily="18" charset="0"/>
              <a:ea typeface="宋体" panose="02010600030101010101" pitchFamily="2" charset="-122"/>
            </a:endParaRPr>
          </a:p>
        </p:txBody>
      </p:sp>
      <p:sp>
        <p:nvSpPr>
          <p:cNvPr id="176131" name="Rectangle 2"/>
          <p:cNvSpPr>
            <a:spLocks noGrp="1" noRot="1" noChangeAspect="1" noTextEdit="1"/>
          </p:cNvSpPr>
          <p:nvPr>
            <p:ph type="sldImg"/>
          </p:nvPr>
        </p:nvSpPr>
        <p:spPr>
          <a:xfrm>
            <a:off x="1177925" y="531813"/>
            <a:ext cx="5041900" cy="3781425"/>
          </a:xfrm>
          <a:ln w="12700">
            <a:solidFill>
              <a:schemeClr val="tx1">
                <a:alpha val="100000"/>
              </a:schemeClr>
            </a:solidFill>
          </a:ln>
        </p:spPr>
      </p:sp>
      <p:sp>
        <p:nvSpPr>
          <p:cNvPr id="176132" name="Rectangle 3"/>
          <p:cNvSpPr>
            <a:spLocks noGrp="1"/>
          </p:cNvSpPr>
          <p:nvPr>
            <p:ph type="body" idx="1"/>
          </p:nvPr>
        </p:nvSpPr>
        <p:spPr>
          <a:xfrm>
            <a:off x="765175" y="4948238"/>
            <a:ext cx="6034088" cy="3765550"/>
          </a:xfrm>
        </p:spPr>
        <p:txBody>
          <a:bodyPr wrap="square" lIns="97332" tIns="48667" rIns="97332" bIns="48667" anchor="t" anchorCtr="0"/>
          <a:p>
            <a:pPr lvl="0"/>
            <a:r>
              <a:rPr lang="en-US" altLang="zh-CN" sz="1400" b="1" u="sng" dirty="0">
                <a:ea typeface="宋体" panose="02010600030101010101" pitchFamily="2" charset="-122"/>
              </a:rPr>
              <a:t>Notes:</a:t>
            </a:r>
            <a:endParaRPr lang="en-US" altLang="zh-CN" sz="1400" b="1" u="sng" dirty="0">
              <a:ea typeface="宋体" panose="02010600030101010101" pitchFamily="2" charset="-122"/>
            </a:endParaRPr>
          </a:p>
          <a:p>
            <a:pPr lvl="0"/>
            <a:endParaRPr lang="en-US" altLang="zh-CN" sz="1400" b="1" u="sng" dirty="0">
              <a:ea typeface="宋体" panose="02010600030101010101" pitchFamily="2" charset="-122"/>
            </a:endParaRPr>
          </a:p>
          <a:p>
            <a:pPr lvl="0"/>
            <a:endParaRPr lang="en-US" altLang="zh-CN" sz="1400" b="1" u="sng" dirty="0">
              <a:ea typeface="宋体" panose="02010600030101010101" pitchFamily="2" charset="-122"/>
            </a:endParaRPr>
          </a:p>
          <a:p>
            <a:pPr lvl="0"/>
            <a:endParaRPr lang="en-US" altLang="zh-CN" sz="1400" b="1" u="sng" dirty="0">
              <a:ea typeface="宋体" panose="02010600030101010101" pitchFamily="2" charset="-122"/>
            </a:endParaRPr>
          </a:p>
          <a:p>
            <a:pPr lvl="0"/>
            <a:endParaRPr lang="en-US" altLang="zh-CN" sz="1400" b="1" u="sng" dirty="0">
              <a:ea typeface="宋体" panose="02010600030101010101" pitchFamily="2" charset="-122"/>
            </a:endParaRPr>
          </a:p>
          <a:p>
            <a:pPr lvl="0"/>
            <a:endParaRPr lang="en-US" altLang="zh-CN" sz="1400" b="1" u="sng" dirty="0">
              <a:ea typeface="宋体" panose="02010600030101010101" pitchFamily="2" charset="-122"/>
            </a:endParaRPr>
          </a:p>
          <a:p>
            <a:pPr lvl="0"/>
            <a:endParaRPr lang="en-US" altLang="zh-CN" sz="1400" b="1" u="sng" dirty="0">
              <a:ea typeface="宋体" panose="02010600030101010101" pitchFamily="2" charset="-122"/>
            </a:endParaRPr>
          </a:p>
          <a:p>
            <a:pPr lvl="0"/>
            <a:endParaRPr lang="en-US" altLang="zh-CN" sz="1400" b="1" u="sng" dirty="0">
              <a:ea typeface="宋体" panose="02010600030101010101" pitchFamily="2" charset="-122"/>
            </a:endParaRPr>
          </a:p>
          <a:p>
            <a:pPr lvl="0"/>
            <a:endParaRPr lang="en-US" altLang="zh-CN" sz="1400" b="1" u="sng" dirty="0">
              <a:ea typeface="宋体" panose="02010600030101010101" pitchFamily="2" charset="-122"/>
            </a:endParaRPr>
          </a:p>
          <a:p>
            <a:pPr lvl="0"/>
            <a:endParaRPr lang="en-US" altLang="zh-CN" sz="1400" b="1" u="sng" dirty="0">
              <a:ea typeface="宋体" panose="02010600030101010101" pitchFamily="2" charset="-122"/>
            </a:endParaRPr>
          </a:p>
          <a:p>
            <a:pPr lvl="0"/>
            <a:endParaRPr lang="en-US" altLang="zh-CN" sz="1400" b="1" u="sng" dirty="0">
              <a:ea typeface="宋体" panose="02010600030101010101" pitchFamily="2" charset="-122"/>
            </a:endParaRPr>
          </a:p>
          <a:p>
            <a:pPr lvl="0"/>
            <a:endParaRPr lang="en-US" altLang="zh-CN" sz="1400" b="1" u="sng" dirty="0">
              <a:ea typeface="宋体" panose="02010600030101010101" pitchFamily="2" charset="-122"/>
            </a:endParaRPr>
          </a:p>
          <a:p>
            <a:pPr lvl="0"/>
            <a:endParaRPr lang="en-US" altLang="zh-CN" sz="1400" b="1" u="sng" dirty="0">
              <a:ea typeface="宋体" panose="02010600030101010101" pitchFamily="2" charset="-122"/>
            </a:endParaRPr>
          </a:p>
          <a:p>
            <a:pPr lvl="0"/>
            <a:r>
              <a:rPr lang="en-US" altLang="zh-CN" i="1" dirty="0">
                <a:ea typeface="宋体" panose="02010600030101010101" pitchFamily="2" charset="-122"/>
              </a:rPr>
              <a:t>3.4 Network Layer: Internet Multicast Routing Algorithms                                        3-27</a:t>
            </a:r>
            <a:endParaRPr lang="en-US" altLang="zh-CN" i="1" dirty="0">
              <a:ea typeface="宋体" panose="02010600030101010101" pitchFamily="2" charset="-122"/>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78178" name="Rectangle 7"/>
          <p:cNvSpPr txBox="1">
            <a:spLocks noGrp="1"/>
          </p:cNvSpPr>
          <p:nvPr>
            <p:ph type="sldNum" sz="quarter"/>
          </p:nvPr>
        </p:nvSpPr>
        <p:spPr>
          <a:xfrm>
            <a:off x="4144963" y="9121775"/>
            <a:ext cx="3170237" cy="479425"/>
          </a:xfrm>
          <a:prstGeom prst="rect">
            <a:avLst/>
          </a:prstGeom>
          <a:noFill/>
          <a:ln w="9525">
            <a:noFill/>
          </a:ln>
        </p:spPr>
        <p:txBody>
          <a:bodyPr lIns="96661" tIns="48331" rIns="96661" bIns="48331" anchor="b" anchorCtr="0"/>
          <a:p>
            <a:pPr lvl="0" algn="r" defTabSz="967105"/>
            <a:fld id="{9A0DB2DC-4C9A-4742-B13C-FB6460FD3503}" type="slidenum">
              <a:rPr lang="en-US" altLang="zh-CN" sz="1300" dirty="0">
                <a:latin typeface="Times New Roman" panose="02020603050405020304" pitchFamily="18" charset="0"/>
                <a:ea typeface="宋体" panose="02010600030101010101" pitchFamily="2" charset="-122"/>
              </a:rPr>
            </a:fld>
            <a:endParaRPr lang="en-US" altLang="zh-CN" sz="1300" dirty="0">
              <a:latin typeface="Times New Roman" panose="02020603050405020304" pitchFamily="18" charset="0"/>
              <a:ea typeface="宋体" panose="02010600030101010101" pitchFamily="2" charset="-122"/>
            </a:endParaRPr>
          </a:p>
        </p:txBody>
      </p:sp>
      <p:sp>
        <p:nvSpPr>
          <p:cNvPr id="178179" name="Rectangle 2"/>
          <p:cNvSpPr>
            <a:spLocks noGrp="1" noRot="1" noChangeAspect="1" noTextEdit="1"/>
          </p:cNvSpPr>
          <p:nvPr>
            <p:ph type="sldImg"/>
          </p:nvPr>
        </p:nvSpPr>
        <p:spPr>
          <a:xfrm>
            <a:off x="1177925" y="531813"/>
            <a:ext cx="5041900" cy="3781425"/>
          </a:xfrm>
          <a:ln w="12700">
            <a:solidFill>
              <a:schemeClr val="tx1">
                <a:alpha val="100000"/>
              </a:schemeClr>
            </a:solidFill>
          </a:ln>
        </p:spPr>
      </p:sp>
      <p:sp>
        <p:nvSpPr>
          <p:cNvPr id="178180" name="Rectangle 3"/>
          <p:cNvSpPr>
            <a:spLocks noGrp="1"/>
          </p:cNvSpPr>
          <p:nvPr>
            <p:ph type="body" idx="1"/>
          </p:nvPr>
        </p:nvSpPr>
        <p:spPr>
          <a:xfrm>
            <a:off x="765175" y="4948238"/>
            <a:ext cx="6034088" cy="3765550"/>
          </a:xfrm>
        </p:spPr>
        <p:txBody>
          <a:bodyPr wrap="square" lIns="97332" tIns="48667" rIns="97332" bIns="48667" anchor="t" anchorCtr="0"/>
          <a:p>
            <a:pPr lvl="0"/>
            <a:r>
              <a:rPr lang="en-US" altLang="zh-CN" sz="1400" b="1" u="sng" dirty="0">
                <a:ea typeface="宋体" panose="02010600030101010101" pitchFamily="2" charset="-122"/>
              </a:rPr>
              <a:t>Notes:</a:t>
            </a:r>
            <a:endParaRPr lang="en-US" altLang="zh-CN" sz="1400" b="1" u="sng" dirty="0">
              <a:ea typeface="宋体" panose="02010600030101010101" pitchFamily="2" charset="-122"/>
            </a:endParaRPr>
          </a:p>
          <a:p>
            <a:pPr lvl="0"/>
            <a:endParaRPr lang="en-US" altLang="zh-CN" sz="1400" b="1" u="sng" dirty="0">
              <a:ea typeface="宋体" panose="02010600030101010101" pitchFamily="2" charset="-122"/>
            </a:endParaRPr>
          </a:p>
          <a:p>
            <a:pPr lvl="0"/>
            <a:endParaRPr lang="en-US" altLang="zh-CN" sz="1400" b="1" u="sng" dirty="0">
              <a:ea typeface="宋体" panose="02010600030101010101" pitchFamily="2" charset="-122"/>
            </a:endParaRPr>
          </a:p>
          <a:p>
            <a:pPr lvl="0"/>
            <a:endParaRPr lang="en-US" altLang="zh-CN" sz="1400" b="1" u="sng" dirty="0">
              <a:ea typeface="宋体" panose="02010600030101010101" pitchFamily="2" charset="-122"/>
            </a:endParaRPr>
          </a:p>
          <a:p>
            <a:pPr lvl="0"/>
            <a:endParaRPr lang="en-US" altLang="zh-CN" sz="1400" b="1" u="sng" dirty="0">
              <a:ea typeface="宋体" panose="02010600030101010101" pitchFamily="2" charset="-122"/>
            </a:endParaRPr>
          </a:p>
          <a:p>
            <a:pPr lvl="0"/>
            <a:endParaRPr lang="en-US" altLang="zh-CN" sz="1400" b="1" u="sng" dirty="0">
              <a:ea typeface="宋体" panose="02010600030101010101" pitchFamily="2" charset="-122"/>
            </a:endParaRPr>
          </a:p>
          <a:p>
            <a:pPr lvl="0"/>
            <a:endParaRPr lang="en-US" altLang="zh-CN" sz="1400" b="1" u="sng" dirty="0">
              <a:ea typeface="宋体" panose="02010600030101010101" pitchFamily="2" charset="-122"/>
            </a:endParaRPr>
          </a:p>
          <a:p>
            <a:pPr lvl="0"/>
            <a:endParaRPr lang="en-US" altLang="zh-CN" sz="1400" b="1" u="sng" dirty="0">
              <a:ea typeface="宋体" panose="02010600030101010101" pitchFamily="2" charset="-122"/>
            </a:endParaRPr>
          </a:p>
          <a:p>
            <a:pPr lvl="0"/>
            <a:endParaRPr lang="en-US" altLang="zh-CN" sz="1400" b="1" u="sng" dirty="0">
              <a:ea typeface="宋体" panose="02010600030101010101" pitchFamily="2" charset="-122"/>
            </a:endParaRPr>
          </a:p>
          <a:p>
            <a:pPr lvl="0"/>
            <a:endParaRPr lang="en-US" altLang="zh-CN" sz="1400" b="1" u="sng" dirty="0">
              <a:ea typeface="宋体" panose="02010600030101010101" pitchFamily="2" charset="-122"/>
            </a:endParaRPr>
          </a:p>
          <a:p>
            <a:pPr lvl="0"/>
            <a:endParaRPr lang="en-US" altLang="zh-CN" sz="1400" b="1" u="sng" dirty="0">
              <a:ea typeface="宋体" panose="02010600030101010101" pitchFamily="2" charset="-122"/>
            </a:endParaRPr>
          </a:p>
          <a:p>
            <a:pPr lvl="0"/>
            <a:endParaRPr lang="en-US" altLang="zh-CN" sz="1400" b="1" u="sng" dirty="0">
              <a:ea typeface="宋体" panose="02010600030101010101" pitchFamily="2" charset="-122"/>
            </a:endParaRPr>
          </a:p>
          <a:p>
            <a:pPr lvl="0"/>
            <a:endParaRPr lang="en-US" altLang="zh-CN" sz="1400" b="1" u="sng" dirty="0">
              <a:ea typeface="宋体" panose="02010600030101010101" pitchFamily="2" charset="-122"/>
            </a:endParaRPr>
          </a:p>
          <a:p>
            <a:pPr lvl="0"/>
            <a:r>
              <a:rPr lang="en-US" altLang="zh-CN" i="1" dirty="0">
                <a:ea typeface="宋体" panose="02010600030101010101" pitchFamily="2" charset="-122"/>
              </a:rPr>
              <a:t>3.4 Network Layer: Internet Multicast Routing Algorithms                                        3-28</a:t>
            </a:r>
            <a:endParaRPr lang="en-US" altLang="zh-CN" i="1" dirty="0">
              <a:ea typeface="宋体" panose="02010600030101010101" pitchFamily="2" charset="-122"/>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0226" name="Rectangle 7"/>
          <p:cNvSpPr txBox="1">
            <a:spLocks noGrp="1"/>
          </p:cNvSpPr>
          <p:nvPr>
            <p:ph type="sldNum" sz="quarter"/>
          </p:nvPr>
        </p:nvSpPr>
        <p:spPr>
          <a:xfrm>
            <a:off x="4144963" y="9121775"/>
            <a:ext cx="3170237" cy="479425"/>
          </a:xfrm>
          <a:prstGeom prst="rect">
            <a:avLst/>
          </a:prstGeom>
          <a:noFill/>
          <a:ln w="9525">
            <a:noFill/>
          </a:ln>
        </p:spPr>
        <p:txBody>
          <a:bodyPr lIns="96661" tIns="48331" rIns="96661" bIns="48331" anchor="b" anchorCtr="0"/>
          <a:p>
            <a:pPr lvl="0" algn="r" defTabSz="967105"/>
            <a:fld id="{9A0DB2DC-4C9A-4742-B13C-FB6460FD3503}" type="slidenum">
              <a:rPr lang="en-US" altLang="zh-CN" sz="1300" dirty="0">
                <a:latin typeface="Times New Roman" panose="02020603050405020304" pitchFamily="18" charset="0"/>
                <a:ea typeface="宋体" panose="02010600030101010101" pitchFamily="2" charset="-122"/>
              </a:rPr>
            </a:fld>
            <a:endParaRPr lang="en-US" altLang="zh-CN" sz="1300" dirty="0">
              <a:latin typeface="Times New Roman" panose="02020603050405020304" pitchFamily="18" charset="0"/>
              <a:ea typeface="宋体" panose="02010600030101010101" pitchFamily="2" charset="-122"/>
            </a:endParaRPr>
          </a:p>
        </p:txBody>
      </p:sp>
      <p:sp>
        <p:nvSpPr>
          <p:cNvPr id="180227" name="Rectangle 2"/>
          <p:cNvSpPr>
            <a:spLocks noGrp="1" noRot="1" noChangeAspect="1" noTextEdit="1"/>
          </p:cNvSpPr>
          <p:nvPr>
            <p:ph type="sldImg"/>
          </p:nvPr>
        </p:nvSpPr>
        <p:spPr>
          <a:xfrm>
            <a:off x="1177925" y="531813"/>
            <a:ext cx="5041900" cy="3781425"/>
          </a:xfrm>
          <a:ln w="12700">
            <a:solidFill>
              <a:schemeClr val="tx1">
                <a:alpha val="100000"/>
              </a:schemeClr>
            </a:solidFill>
          </a:ln>
        </p:spPr>
      </p:sp>
      <p:sp>
        <p:nvSpPr>
          <p:cNvPr id="180228" name="Rectangle 3"/>
          <p:cNvSpPr>
            <a:spLocks noGrp="1"/>
          </p:cNvSpPr>
          <p:nvPr>
            <p:ph type="body" idx="1"/>
          </p:nvPr>
        </p:nvSpPr>
        <p:spPr>
          <a:xfrm>
            <a:off x="765175" y="4948238"/>
            <a:ext cx="6034088" cy="3765550"/>
          </a:xfrm>
        </p:spPr>
        <p:txBody>
          <a:bodyPr wrap="square" lIns="97332" tIns="48667" rIns="97332" bIns="48667" anchor="t" anchorCtr="0"/>
          <a:p>
            <a:pPr lvl="0"/>
            <a:r>
              <a:rPr lang="en-US" altLang="zh-CN" sz="1400" b="1" u="sng" dirty="0">
                <a:ea typeface="宋体" panose="02010600030101010101" pitchFamily="2" charset="-122"/>
              </a:rPr>
              <a:t>Notes:</a:t>
            </a:r>
            <a:endParaRPr lang="en-US" altLang="zh-CN" sz="1400" b="1" u="sng" dirty="0">
              <a:ea typeface="宋体" panose="02010600030101010101" pitchFamily="2" charset="-122"/>
            </a:endParaRPr>
          </a:p>
          <a:p>
            <a:pPr lvl="0"/>
            <a:endParaRPr lang="en-US" altLang="zh-CN" sz="1400" b="1" u="sng" dirty="0">
              <a:ea typeface="宋体" panose="02010600030101010101" pitchFamily="2" charset="-122"/>
            </a:endParaRPr>
          </a:p>
          <a:p>
            <a:pPr lvl="0"/>
            <a:endParaRPr lang="en-US" altLang="zh-CN" sz="1400" b="1" u="sng" dirty="0">
              <a:ea typeface="宋体" panose="02010600030101010101" pitchFamily="2" charset="-122"/>
            </a:endParaRPr>
          </a:p>
          <a:p>
            <a:pPr lvl="0"/>
            <a:endParaRPr lang="en-US" altLang="zh-CN" sz="1400" b="1" u="sng" dirty="0">
              <a:ea typeface="宋体" panose="02010600030101010101" pitchFamily="2" charset="-122"/>
            </a:endParaRPr>
          </a:p>
          <a:p>
            <a:pPr lvl="0"/>
            <a:endParaRPr lang="en-US" altLang="zh-CN" sz="1400" b="1" u="sng" dirty="0">
              <a:ea typeface="宋体" panose="02010600030101010101" pitchFamily="2" charset="-122"/>
            </a:endParaRPr>
          </a:p>
          <a:p>
            <a:pPr lvl="0"/>
            <a:endParaRPr lang="en-US" altLang="zh-CN" sz="1400" b="1" u="sng" dirty="0">
              <a:ea typeface="宋体" panose="02010600030101010101" pitchFamily="2" charset="-122"/>
            </a:endParaRPr>
          </a:p>
          <a:p>
            <a:pPr lvl="0"/>
            <a:endParaRPr lang="en-US" altLang="zh-CN" sz="1400" b="1" u="sng" dirty="0">
              <a:ea typeface="宋体" panose="02010600030101010101" pitchFamily="2" charset="-122"/>
            </a:endParaRPr>
          </a:p>
          <a:p>
            <a:pPr lvl="0"/>
            <a:endParaRPr lang="en-US" altLang="zh-CN" sz="1400" b="1" u="sng" dirty="0">
              <a:ea typeface="宋体" panose="02010600030101010101" pitchFamily="2" charset="-122"/>
            </a:endParaRPr>
          </a:p>
          <a:p>
            <a:pPr lvl="0"/>
            <a:endParaRPr lang="en-US" altLang="zh-CN" sz="1400" b="1" u="sng" dirty="0">
              <a:ea typeface="宋体" panose="02010600030101010101" pitchFamily="2" charset="-122"/>
            </a:endParaRPr>
          </a:p>
          <a:p>
            <a:pPr lvl="0"/>
            <a:endParaRPr lang="en-US" altLang="zh-CN" sz="1400" b="1" u="sng" dirty="0">
              <a:ea typeface="宋体" panose="02010600030101010101" pitchFamily="2" charset="-122"/>
            </a:endParaRPr>
          </a:p>
          <a:p>
            <a:pPr lvl="0"/>
            <a:endParaRPr lang="en-US" altLang="zh-CN" sz="1400" b="1" u="sng" dirty="0">
              <a:ea typeface="宋体" panose="02010600030101010101" pitchFamily="2" charset="-122"/>
            </a:endParaRPr>
          </a:p>
          <a:p>
            <a:pPr lvl="0"/>
            <a:endParaRPr lang="en-US" altLang="zh-CN" sz="1400" b="1" u="sng" dirty="0">
              <a:ea typeface="宋体" panose="02010600030101010101" pitchFamily="2" charset="-122"/>
            </a:endParaRPr>
          </a:p>
          <a:p>
            <a:pPr lvl="0"/>
            <a:endParaRPr lang="en-US" altLang="zh-CN" sz="1400" b="1" u="sng" dirty="0">
              <a:ea typeface="宋体" panose="02010600030101010101" pitchFamily="2" charset="-122"/>
            </a:endParaRPr>
          </a:p>
          <a:p>
            <a:pPr lvl="0"/>
            <a:r>
              <a:rPr lang="en-US" altLang="zh-CN" i="1" dirty="0">
                <a:ea typeface="宋体" panose="02010600030101010101" pitchFamily="2" charset="-122"/>
              </a:rPr>
              <a:t>3.4 Network Layer: Internet Multicast Routing Algorithms                                        3-29</a:t>
            </a:r>
            <a:endParaRPr lang="en-US" altLang="zh-CN" i="1" dirty="0">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rPr>
              <a:t>Network Layer</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a:buNone/>
            </a:pPr>
            <a:r>
              <a:rPr lang="en-US" altLang="zh-CN" dirty="0">
                <a:latin typeface="Comic Sans MS" panose="030F0702030302020204" pitchFamily="66" charset="0"/>
              </a:rPr>
              <a:t>4-</a:t>
            </a:r>
            <a:fld id="{9A0DB2DC-4C9A-4742-B13C-FB6460FD3503}" type="slidenum">
              <a:rPr lang="en-US" altLang="zh-CN" sz="1400" dirty="0">
                <a:latin typeface="Comic Sans MS" panose="030F0702030302020204" pitchFamily="66" charset="0"/>
                <a:ea typeface="宋体" panose="02010600030101010101" pitchFamily="2" charset="-122"/>
              </a:rPr>
            </a:fld>
            <a:endParaRPr lang="en-US" altLang="zh-CN" sz="1400" dirty="0">
              <a:latin typeface="Comic Sans MS" panose="030F0702030302020204" pitchFamily="66" charset="0"/>
              <a:ea typeface="宋体" panose="02010600030101010101" pitchFamily="2"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rPr>
              <a:t>Network Layer</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a:buNone/>
            </a:pPr>
            <a:r>
              <a:rPr lang="en-US" altLang="zh-CN" dirty="0">
                <a:latin typeface="Comic Sans MS" panose="030F0702030302020204" pitchFamily="66" charset="0"/>
              </a:rPr>
              <a:t>4-</a:t>
            </a:r>
            <a:fld id="{9A0DB2DC-4C9A-4742-B13C-FB6460FD3503}" type="slidenum">
              <a:rPr lang="en-US" altLang="zh-CN" sz="1400" dirty="0">
                <a:latin typeface="Comic Sans MS" panose="030F0702030302020204" pitchFamily="66" charset="0"/>
                <a:ea typeface="宋体" panose="02010600030101010101" pitchFamily="2" charset="-122"/>
              </a:rPr>
            </a:fld>
            <a:endParaRPr lang="en-US" altLang="zh-CN" sz="1400" dirty="0">
              <a:latin typeface="Comic Sans MS" panose="030F0702030302020204" pitchFamily="66" charset="0"/>
              <a:ea typeface="宋体" panose="02010600030101010101" pitchFamily="2" charset="-122"/>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rPr>
              <a:t>Network Layer</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a:buNone/>
            </a:pPr>
            <a:r>
              <a:rPr lang="en-US" altLang="zh-CN" dirty="0">
                <a:latin typeface="Comic Sans MS" panose="030F0702030302020204" pitchFamily="66" charset="0"/>
              </a:rPr>
              <a:t>4-</a:t>
            </a:r>
            <a:fld id="{9A0DB2DC-4C9A-4742-B13C-FB6460FD3503}" type="slidenum">
              <a:rPr lang="en-US" altLang="zh-CN" sz="1400" dirty="0">
                <a:latin typeface="Comic Sans MS" panose="030F0702030302020204" pitchFamily="66" charset="0"/>
                <a:ea typeface="宋体" panose="02010600030101010101" pitchFamily="2" charset="-122"/>
              </a:rPr>
            </a:fld>
            <a:endParaRPr lang="en-US" altLang="zh-CN" sz="1400" dirty="0">
              <a:latin typeface="Comic Sans MS" panose="030F0702030302020204" pitchFamily="66" charset="0"/>
              <a:ea typeface="宋体" panose="02010600030101010101" pitchFamily="2" charset="-122"/>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533400" y="1600200"/>
            <a:ext cx="3810000" cy="4648200"/>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4495800" y="1600200"/>
            <a:ext cx="3810000" cy="4648200"/>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rPr>
              <a:t>Network Layer</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a:buNone/>
            </a:pPr>
            <a:r>
              <a:rPr lang="en-US" altLang="zh-CN" dirty="0">
                <a:latin typeface="Comic Sans MS" panose="030F0702030302020204" pitchFamily="66" charset="0"/>
              </a:rPr>
              <a:t>4-</a:t>
            </a:r>
            <a:fld id="{9A0DB2DC-4C9A-4742-B13C-FB6460FD3503}" type="slidenum">
              <a:rPr lang="en-US" altLang="zh-CN" sz="1400" dirty="0">
                <a:latin typeface="Comic Sans MS" panose="030F0702030302020204" pitchFamily="66" charset="0"/>
                <a:ea typeface="宋体" panose="02010600030101010101" pitchFamily="2" charset="-122"/>
              </a:rPr>
            </a:fld>
            <a:endParaRPr lang="en-US" altLang="zh-CN" sz="1400" dirty="0">
              <a:latin typeface="Comic Sans MS" panose="030F0702030302020204" pitchFamily="66" charset="0"/>
              <a:ea typeface="宋体" panose="02010600030101010101" pitchFamily="2" charset="-122"/>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30238" y="2505075"/>
            <a:ext cx="386873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29150" y="2505075"/>
            <a:ext cx="38877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rPr>
              <a:t>Network Layer</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lvl="0">
              <a:buNone/>
            </a:pPr>
            <a:r>
              <a:rPr lang="en-US" altLang="zh-CN" dirty="0">
                <a:latin typeface="Comic Sans MS" panose="030F0702030302020204" pitchFamily="66" charset="0"/>
              </a:rPr>
              <a:t>4-</a:t>
            </a:r>
            <a:fld id="{9A0DB2DC-4C9A-4742-B13C-FB6460FD3503}" type="slidenum">
              <a:rPr lang="en-US" altLang="zh-CN" sz="1400" dirty="0">
                <a:latin typeface="Comic Sans MS" panose="030F0702030302020204" pitchFamily="66" charset="0"/>
                <a:ea typeface="宋体" panose="02010600030101010101" pitchFamily="2" charset="-122"/>
              </a:rPr>
            </a:fld>
            <a:endParaRPr lang="en-US" altLang="zh-CN" sz="1400" dirty="0">
              <a:latin typeface="Comic Sans MS" panose="030F0702030302020204" pitchFamily="66" charset="0"/>
              <a:ea typeface="宋体" panose="02010600030101010101" pitchFamily="2" charset="-122"/>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rPr>
              <a:t>Network Layer</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lvl="0">
              <a:buNone/>
            </a:pPr>
            <a:r>
              <a:rPr lang="en-US" altLang="zh-CN" dirty="0">
                <a:latin typeface="Comic Sans MS" panose="030F0702030302020204" pitchFamily="66" charset="0"/>
              </a:rPr>
              <a:t>4-</a:t>
            </a:r>
            <a:fld id="{9A0DB2DC-4C9A-4742-B13C-FB6460FD3503}" type="slidenum">
              <a:rPr lang="en-US" altLang="zh-CN" sz="1400" dirty="0">
                <a:latin typeface="Comic Sans MS" panose="030F0702030302020204" pitchFamily="66" charset="0"/>
                <a:ea typeface="宋体" panose="02010600030101010101" pitchFamily="2" charset="-122"/>
              </a:rPr>
            </a:fld>
            <a:endParaRPr lang="en-US" altLang="zh-CN" sz="1400" dirty="0">
              <a:latin typeface="Comic Sans MS" panose="030F0702030302020204" pitchFamily="66" charset="0"/>
              <a:ea typeface="宋体" panose="02010600030101010101" pitchFamily="2" charset="-122"/>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rPr>
              <a:t>Network Layer</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lvl="0">
              <a:buNone/>
            </a:pPr>
            <a:r>
              <a:rPr lang="en-US" altLang="zh-CN" dirty="0">
                <a:latin typeface="Comic Sans MS" panose="030F0702030302020204" pitchFamily="66" charset="0"/>
              </a:rPr>
              <a:t>4-</a:t>
            </a:r>
            <a:fld id="{9A0DB2DC-4C9A-4742-B13C-FB6460FD3503}" type="slidenum">
              <a:rPr lang="en-US" altLang="zh-CN" sz="1400" dirty="0">
                <a:latin typeface="Comic Sans MS" panose="030F0702030302020204" pitchFamily="66" charset="0"/>
                <a:ea typeface="宋体" panose="02010600030101010101" pitchFamily="2" charset="-122"/>
              </a:rPr>
            </a:fld>
            <a:endParaRPr lang="en-US" altLang="zh-CN" sz="1400" dirty="0">
              <a:latin typeface="Comic Sans MS" panose="030F0702030302020204" pitchFamily="66" charset="0"/>
              <a:ea typeface="宋体" panose="02010600030101010101" pitchFamily="2" charset="-122"/>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rPr>
              <a:t>Network Layer</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a:buNone/>
            </a:pPr>
            <a:r>
              <a:rPr lang="en-US" altLang="zh-CN" dirty="0">
                <a:latin typeface="Comic Sans MS" panose="030F0702030302020204" pitchFamily="66" charset="0"/>
              </a:rPr>
              <a:t>4-</a:t>
            </a:r>
            <a:fld id="{9A0DB2DC-4C9A-4742-B13C-FB6460FD3503}" type="slidenum">
              <a:rPr lang="en-US" altLang="zh-CN" sz="1400" dirty="0">
                <a:latin typeface="Comic Sans MS" panose="030F0702030302020204" pitchFamily="66" charset="0"/>
                <a:ea typeface="宋体" panose="02010600030101010101" pitchFamily="2" charset="-122"/>
              </a:rPr>
            </a:fld>
            <a:endParaRPr lang="en-US" altLang="zh-CN" sz="1400" dirty="0">
              <a:latin typeface="Comic Sans MS" panose="030F0702030302020204" pitchFamily="66" charset="0"/>
              <a:ea typeface="宋体" panose="02010600030101010101" pitchFamily="2" charset="-122"/>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3887788" y="987425"/>
            <a:ext cx="462915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accent2"/>
              </a:buClr>
              <a:buSzPct val="85000"/>
              <a:buFont typeface="ZapfDingbats"/>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rPr>
              <a:t>Network Layer</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a:buNone/>
            </a:pPr>
            <a:r>
              <a:rPr lang="en-US" altLang="zh-CN" dirty="0">
                <a:latin typeface="Comic Sans MS" panose="030F0702030302020204" pitchFamily="66" charset="0"/>
              </a:rPr>
              <a:t>4-</a:t>
            </a:r>
            <a:fld id="{9A0DB2DC-4C9A-4742-B13C-FB6460FD3503}" type="slidenum">
              <a:rPr lang="en-US" altLang="zh-CN" sz="1400" dirty="0">
                <a:latin typeface="Comic Sans MS" panose="030F0702030302020204" pitchFamily="66" charset="0"/>
                <a:ea typeface="宋体" panose="02010600030101010101" pitchFamily="2" charset="-122"/>
              </a:rPr>
            </a:fld>
            <a:endParaRPr lang="en-US" altLang="zh-CN" sz="1400" dirty="0">
              <a:latin typeface="Comic Sans MS" panose="030F0702030302020204" pitchFamily="66" charset="0"/>
              <a:ea typeface="宋体" panose="02010600030101010101" pitchFamily="2" charset="-122"/>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rPr>
              <a:t>Network Layer</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a:buNone/>
            </a:pPr>
            <a:r>
              <a:rPr lang="en-US" altLang="zh-CN" dirty="0">
                <a:latin typeface="Comic Sans MS" panose="030F0702030302020204" pitchFamily="66" charset="0"/>
              </a:rPr>
              <a:t>4-</a:t>
            </a:r>
            <a:fld id="{9A0DB2DC-4C9A-4742-B13C-FB6460FD3503}" type="slidenum">
              <a:rPr lang="en-US" altLang="zh-CN" sz="1400" dirty="0">
                <a:latin typeface="Comic Sans MS" panose="030F0702030302020204" pitchFamily="66" charset="0"/>
                <a:ea typeface="宋体" panose="02010600030101010101" pitchFamily="2" charset="-122"/>
              </a:rPr>
            </a:fld>
            <a:endParaRPr lang="en-US" altLang="zh-CN" sz="1400" dirty="0">
              <a:latin typeface="Comic Sans MS" panose="030F0702030302020204" pitchFamily="66" charset="0"/>
              <a:ea typeface="宋体" panose="02010600030101010101" pitchFamily="2" charset="-122"/>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362700" y="228600"/>
            <a:ext cx="1943100" cy="60198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533400" y="228600"/>
            <a:ext cx="5676900" cy="60198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rPr>
              <a:t>Network Layer</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a:buNone/>
            </a:pPr>
            <a:r>
              <a:rPr lang="en-US" altLang="zh-CN" dirty="0">
                <a:latin typeface="Comic Sans MS" panose="030F0702030302020204" pitchFamily="66" charset="0"/>
              </a:rPr>
              <a:t>4-</a:t>
            </a:r>
            <a:fld id="{9A0DB2DC-4C9A-4742-B13C-FB6460FD3503}" type="slidenum">
              <a:rPr lang="en-US" altLang="zh-CN" sz="1400" dirty="0">
                <a:latin typeface="Comic Sans MS" panose="030F0702030302020204" pitchFamily="66" charset="0"/>
                <a:ea typeface="宋体" panose="02010600030101010101" pitchFamily="2" charset="-122"/>
              </a:rPr>
            </a:fld>
            <a:endParaRPr lang="en-US" altLang="zh-CN" sz="1400" dirty="0">
              <a:latin typeface="Comic Sans MS" panose="030F0702030302020204" pitchFamily="66" charset="0"/>
              <a:ea typeface="宋体" panose="02010600030101010101" pitchFamily="2" charset="-122"/>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533400" y="228600"/>
            <a:ext cx="7772400" cy="1143000"/>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533400" y="1600200"/>
            <a:ext cx="3810000" cy="4648200"/>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4495800" y="1600200"/>
            <a:ext cx="3810000" cy="4648200"/>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rPr>
              <a:t>Network Layer</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a:buNone/>
            </a:pPr>
            <a:r>
              <a:rPr lang="en-US" altLang="zh-CN" dirty="0">
                <a:latin typeface="Comic Sans MS" panose="030F0702030302020204" pitchFamily="66" charset="0"/>
              </a:rPr>
              <a:t>4-</a:t>
            </a:r>
            <a:fld id="{9A0DB2DC-4C9A-4742-B13C-FB6460FD3503}" type="slidenum">
              <a:rPr lang="en-US" altLang="zh-CN" sz="1400" dirty="0">
                <a:latin typeface="Comic Sans MS" panose="030F0702030302020204" pitchFamily="66" charset="0"/>
                <a:ea typeface="宋体" panose="02010600030101010101" pitchFamily="2" charset="-122"/>
              </a:rPr>
            </a:fld>
            <a:endParaRPr lang="en-US" altLang="zh-CN" sz="1400" dirty="0">
              <a:latin typeface="Comic Sans MS" panose="030F0702030302020204" pitchFamily="66" charset="0"/>
              <a:ea typeface="宋体" panose="02010600030101010101" pitchFamily="2" charset="-122"/>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Rectangle 2"/>
          <p:cNvSpPr>
            <a:spLocks noGrp="1"/>
          </p:cNvSpPr>
          <p:nvPr>
            <p:ph type="title"/>
          </p:nvPr>
        </p:nvSpPr>
        <p:spPr>
          <a:xfrm>
            <a:off x="533400" y="228600"/>
            <a:ext cx="7772400" cy="1143000"/>
          </a:xfrm>
          <a:prstGeom prst="rect">
            <a:avLst/>
          </a:prstGeom>
          <a:noFill/>
          <a:ln w="9525">
            <a:noFill/>
          </a:ln>
        </p:spPr>
        <p:txBody>
          <a:bodyPr anchor="ctr" anchorCtr="0"/>
          <a:p>
            <a:pPr lvl="0"/>
            <a:r>
              <a:rPr lang="en-US" altLang="zh-CN" dirty="0"/>
              <a:t>Click to edit Master title style</a:t>
            </a:r>
            <a:endParaRPr lang="en-US" altLang="zh-CN" dirty="0"/>
          </a:p>
        </p:txBody>
      </p:sp>
      <p:sp>
        <p:nvSpPr>
          <p:cNvPr id="1027" name="Rectangle 3"/>
          <p:cNvSpPr>
            <a:spLocks noGrp="1"/>
          </p:cNvSpPr>
          <p:nvPr>
            <p:ph type="body" idx="1"/>
          </p:nvPr>
        </p:nvSpPr>
        <p:spPr>
          <a:xfrm>
            <a:off x="533400" y="1600200"/>
            <a:ext cx="7772400" cy="4648200"/>
          </a:xfrm>
          <a:prstGeom prst="rect">
            <a:avLst/>
          </a:prstGeom>
          <a:noFill/>
          <a:ln w="9525">
            <a:noFill/>
          </a:ln>
        </p:spPr>
        <p:txBody>
          <a:bodyPr/>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1028" name="Rectangle 4"/>
          <p:cNvSpPr>
            <a:spLocks noGrp="1" noChangeArrowheads="1"/>
          </p:cNvSpPr>
          <p:nvPr>
            <p:ph type="dt" sz="half" idx="2"/>
          </p:nvPr>
        </p:nvSpPr>
        <p:spPr bwMode="auto">
          <a:xfrm>
            <a:off x="685800" y="6248400"/>
            <a:ext cx="1905000" cy="457200"/>
          </a:xfrm>
          <a:prstGeom prst="rect">
            <a:avLst/>
          </a:prstGeom>
          <a:noFill/>
          <a:ln>
            <a:noFill/>
          </a:ln>
          <a:effectLst/>
        </p:spPr>
        <p:txBody>
          <a:bodyPr vert="horz" wrap="square" lIns="91440" tIns="45720" rIns="91440" bIns="45720" numCol="1" anchor="t" anchorCtr="0" compatLnSpc="1"/>
          <a:lstStyle>
            <a:lvl1pPr>
              <a:defRPr sz="1400">
                <a:latin typeface="Times New Roman" panose="02020603050405020304" pitchFamily="18" charset="0"/>
                <a:ea typeface="宋体" panose="02010600030101010101" pitchFamily="2" charset="-122"/>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5410200" y="6400800"/>
            <a:ext cx="2895600" cy="457200"/>
          </a:xfrm>
          <a:prstGeom prst="rect">
            <a:avLst/>
          </a:prstGeom>
          <a:noFill/>
          <a:ln>
            <a:noFill/>
          </a:ln>
          <a:effectLst/>
        </p:spPr>
        <p:txBody>
          <a:bodyPr vert="horz" wrap="square" lIns="91440" tIns="45720" rIns="91440" bIns="45720" numCol="1" anchor="t" anchorCtr="0" compatLnSpc="1"/>
          <a:lstStyle>
            <a:lvl1pPr algn="r">
              <a:defRPr sz="1400">
                <a:ea typeface="宋体" panose="02010600030101010101" pitchFamily="2" charset="-122"/>
              </a:defRPr>
            </a:lvl1p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rPr>
              <a:t>Network Layer</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30" name="Rectangle 6"/>
          <p:cNvSpPr>
            <a:spLocks noGrp="1" noChangeArrowheads="1"/>
          </p:cNvSpPr>
          <p:nvPr>
            <p:ph type="sldNum" sz="quarter" idx="4"/>
          </p:nvPr>
        </p:nvSpPr>
        <p:spPr bwMode="auto">
          <a:xfrm>
            <a:off x="8162925" y="6400800"/>
            <a:ext cx="676275" cy="457200"/>
          </a:xfrm>
          <a:prstGeom prst="rect">
            <a:avLst/>
          </a:prstGeom>
          <a:noFill/>
          <a:ln>
            <a:noFill/>
          </a:ln>
          <a:effectLst/>
        </p:spPr>
        <p:txBody>
          <a:bodyPr vert="horz" wrap="square" lIns="91440" tIns="45720" rIns="91440" bIns="45720" numCol="1" anchor="t" anchorCtr="0" compatLnSpc="1"/>
          <a:lstStyle>
            <a:lvl1pPr algn="r">
              <a:defRPr sz="1400">
                <a:ea typeface="宋体" panose="02010600030101010101" pitchFamily="2" charset="-122"/>
              </a:defRPr>
            </a:lvl1pPr>
          </a:lstStyle>
          <a:p>
            <a:pPr lvl="0">
              <a:buNone/>
            </a:pPr>
            <a:r>
              <a:rPr lang="en-US" altLang="zh-CN" dirty="0">
                <a:latin typeface="Comic Sans MS" panose="030F0702030302020204" pitchFamily="66" charset="0"/>
              </a:rPr>
              <a:t>4-</a:t>
            </a:r>
            <a:fld id="{9A0DB2DC-4C9A-4742-B13C-FB6460FD3503}" type="slidenum">
              <a:rPr lang="en-US" altLang="zh-CN" sz="1400" dirty="0">
                <a:latin typeface="Comic Sans MS" panose="030F0702030302020204" pitchFamily="66" charset="0"/>
                <a:ea typeface="宋体" panose="02010600030101010101" pitchFamily="2" charset="-122"/>
              </a:rPr>
            </a:fld>
            <a:endParaRPr lang="en-US" altLang="zh-CN" sz="1400" dirty="0">
              <a:latin typeface="Comic Sans MS" panose="030F0702030302020204" pitchFamily="66" charset="0"/>
              <a:ea typeface="宋体" panose="02010600030101010101" pitchFamily="2" charset="-12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l" rtl="0" eaLnBrk="0" fontAlgn="base" hangingPunct="0">
        <a:spcBef>
          <a:spcPct val="0"/>
        </a:spcBef>
        <a:spcAft>
          <a:spcPct val="0"/>
        </a:spcAft>
        <a:defRPr sz="4000" u="sng" kern="1200">
          <a:solidFill>
            <a:schemeClr val="accent2"/>
          </a:solidFill>
          <a:latin typeface="+mj-lt"/>
          <a:ea typeface="+mj-ea"/>
          <a:cs typeface="+mj-cs"/>
        </a:defRPr>
      </a:lvl1pPr>
      <a:lvl2pPr algn="l" rtl="0" eaLnBrk="0" fontAlgn="base" hangingPunct="0">
        <a:spcBef>
          <a:spcPct val="0"/>
        </a:spcBef>
        <a:spcAft>
          <a:spcPct val="0"/>
        </a:spcAft>
        <a:defRPr sz="4000" u="sng">
          <a:solidFill>
            <a:schemeClr val="accent2"/>
          </a:solidFill>
          <a:latin typeface="Comic Sans MS" panose="030F0702030302020204" pitchFamily="66" charset="0"/>
        </a:defRPr>
      </a:lvl2pPr>
      <a:lvl3pPr algn="l" rtl="0" eaLnBrk="0" fontAlgn="base" hangingPunct="0">
        <a:spcBef>
          <a:spcPct val="0"/>
        </a:spcBef>
        <a:spcAft>
          <a:spcPct val="0"/>
        </a:spcAft>
        <a:defRPr sz="4000" u="sng">
          <a:solidFill>
            <a:schemeClr val="accent2"/>
          </a:solidFill>
          <a:latin typeface="Comic Sans MS" panose="030F0702030302020204" pitchFamily="66" charset="0"/>
        </a:defRPr>
      </a:lvl3pPr>
      <a:lvl4pPr algn="l" rtl="0" eaLnBrk="0" fontAlgn="base" hangingPunct="0">
        <a:spcBef>
          <a:spcPct val="0"/>
        </a:spcBef>
        <a:spcAft>
          <a:spcPct val="0"/>
        </a:spcAft>
        <a:defRPr sz="4000" u="sng">
          <a:solidFill>
            <a:schemeClr val="accent2"/>
          </a:solidFill>
          <a:latin typeface="Comic Sans MS" panose="030F0702030302020204" pitchFamily="66" charset="0"/>
        </a:defRPr>
      </a:lvl4pPr>
      <a:lvl5pPr algn="l" rtl="0" eaLnBrk="0" fontAlgn="base" hangingPunct="0">
        <a:spcBef>
          <a:spcPct val="0"/>
        </a:spcBef>
        <a:spcAft>
          <a:spcPct val="0"/>
        </a:spcAft>
        <a:defRPr sz="4000" u="sng">
          <a:solidFill>
            <a:schemeClr val="accent2"/>
          </a:solidFill>
          <a:latin typeface="Comic Sans MS" panose="030F0702030302020204" pitchFamily="66" charset="0"/>
        </a:defRPr>
      </a:lvl5pPr>
      <a:lvl6pPr marL="457200" algn="l" rtl="0" eaLnBrk="0" fontAlgn="base" hangingPunct="0">
        <a:spcBef>
          <a:spcPct val="0"/>
        </a:spcBef>
        <a:spcAft>
          <a:spcPct val="0"/>
        </a:spcAft>
        <a:defRPr sz="4000" u="sng">
          <a:solidFill>
            <a:schemeClr val="accent2"/>
          </a:solidFill>
          <a:latin typeface="Comic Sans MS" panose="030F0702030302020204" pitchFamily="66" charset="0"/>
        </a:defRPr>
      </a:lvl6pPr>
      <a:lvl7pPr marL="914400" algn="l" rtl="0" eaLnBrk="0" fontAlgn="base" hangingPunct="0">
        <a:spcBef>
          <a:spcPct val="0"/>
        </a:spcBef>
        <a:spcAft>
          <a:spcPct val="0"/>
        </a:spcAft>
        <a:defRPr sz="4000" u="sng">
          <a:solidFill>
            <a:schemeClr val="accent2"/>
          </a:solidFill>
          <a:latin typeface="Comic Sans MS" panose="030F0702030302020204" pitchFamily="66" charset="0"/>
        </a:defRPr>
      </a:lvl7pPr>
      <a:lvl8pPr marL="1371600" algn="l" rtl="0" eaLnBrk="0" fontAlgn="base" hangingPunct="0">
        <a:spcBef>
          <a:spcPct val="0"/>
        </a:spcBef>
        <a:spcAft>
          <a:spcPct val="0"/>
        </a:spcAft>
        <a:defRPr sz="4000" u="sng">
          <a:solidFill>
            <a:schemeClr val="accent2"/>
          </a:solidFill>
          <a:latin typeface="Comic Sans MS" panose="030F0702030302020204" pitchFamily="66" charset="0"/>
        </a:defRPr>
      </a:lvl8pPr>
      <a:lvl9pPr marL="1828800" algn="l" rtl="0" eaLnBrk="0" fontAlgn="base" hangingPunct="0">
        <a:spcBef>
          <a:spcPct val="0"/>
        </a:spcBef>
        <a:spcAft>
          <a:spcPct val="0"/>
        </a:spcAft>
        <a:defRPr sz="4000" u="sng">
          <a:solidFill>
            <a:schemeClr val="accent2"/>
          </a:solidFill>
          <a:latin typeface="Comic Sans MS" panose="030F0702030302020204" pitchFamily="66" charset="0"/>
        </a:defRPr>
      </a:lvl9pPr>
    </p:titleStyle>
    <p:body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9" Type="http://schemas.openxmlformats.org/officeDocument/2006/relationships/oleObject" Target="../embeddings/oleObject5.bin"/><Relationship Id="rId8" Type="http://schemas.openxmlformats.org/officeDocument/2006/relationships/oleObject" Target="../embeddings/oleObject4.bin"/><Relationship Id="rId7" Type="http://schemas.openxmlformats.org/officeDocument/2006/relationships/oleObject" Target="../embeddings/oleObject3.bin"/><Relationship Id="rId6" Type="http://schemas.openxmlformats.org/officeDocument/2006/relationships/image" Target="../media/image5.wmf"/><Relationship Id="rId5" Type="http://schemas.openxmlformats.org/officeDocument/2006/relationships/oleObject" Target="../embeddings/oleObject2.bin"/><Relationship Id="rId4" Type="http://schemas.openxmlformats.org/officeDocument/2006/relationships/image" Target="../media/image4.wmf"/><Relationship Id="rId3" Type="http://schemas.openxmlformats.org/officeDocument/2006/relationships/oleObject" Target="../embeddings/oleObject1.bin"/><Relationship Id="rId21" Type="http://schemas.openxmlformats.org/officeDocument/2006/relationships/vmlDrawing" Target="../drawings/vmlDrawing1.vml"/><Relationship Id="rId20" Type="http://schemas.openxmlformats.org/officeDocument/2006/relationships/slideLayout" Target="../slideLayouts/slideLayout4.xml"/><Relationship Id="rId2" Type="http://schemas.openxmlformats.org/officeDocument/2006/relationships/image" Target="../media/image3.png"/><Relationship Id="rId19" Type="http://schemas.openxmlformats.org/officeDocument/2006/relationships/image" Target="../media/image7.png"/><Relationship Id="rId18" Type="http://schemas.openxmlformats.org/officeDocument/2006/relationships/oleObject" Target="../embeddings/oleObject13.bin"/><Relationship Id="rId17" Type="http://schemas.openxmlformats.org/officeDocument/2006/relationships/oleObject" Target="../embeddings/oleObject12.bin"/><Relationship Id="rId16" Type="http://schemas.openxmlformats.org/officeDocument/2006/relationships/oleObject" Target="../embeddings/oleObject11.bin"/><Relationship Id="rId15" Type="http://schemas.openxmlformats.org/officeDocument/2006/relationships/oleObject" Target="../embeddings/oleObject10.bin"/><Relationship Id="rId14" Type="http://schemas.openxmlformats.org/officeDocument/2006/relationships/oleObject" Target="../embeddings/oleObject9.bin"/><Relationship Id="rId13" Type="http://schemas.openxmlformats.org/officeDocument/2006/relationships/oleObject" Target="../embeddings/oleObject8.bin"/><Relationship Id="rId12" Type="http://schemas.openxmlformats.org/officeDocument/2006/relationships/oleObject" Target="../embeddings/oleObject7.bin"/><Relationship Id="rId11" Type="http://schemas.openxmlformats.org/officeDocument/2006/relationships/oleObject" Target="../embeddings/oleObject6.bin"/><Relationship Id="rId10" Type="http://schemas.openxmlformats.org/officeDocument/2006/relationships/image" Target="../media/image6.wmf"/><Relationship Id="rId1" Type="http://schemas.openxmlformats.org/officeDocument/2006/relationships/image" Target="../media/image2.wmf"/></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vmlDrawing" Target="../drawings/vmlDrawing2.vml"/><Relationship Id="rId4" Type="http://schemas.openxmlformats.org/officeDocument/2006/relationships/slideLayout" Target="../slideLayouts/slideLayout4.xml"/><Relationship Id="rId3" Type="http://schemas.openxmlformats.org/officeDocument/2006/relationships/oleObject" Target="../embeddings/oleObject15.bin"/><Relationship Id="rId2" Type="http://schemas.openxmlformats.org/officeDocument/2006/relationships/image" Target="../media/image6.wmf"/><Relationship Id="rId1" Type="http://schemas.openxmlformats.org/officeDocument/2006/relationships/oleObject" Target="../embeddings/oleObject14.bin"/></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jpe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vmlDrawing" Target="../drawings/vmlDrawing3.vml"/><Relationship Id="rId2" Type="http://schemas.openxmlformats.org/officeDocument/2006/relationships/slideLayout" Target="../slideLayouts/slideLayout4.xml"/><Relationship Id="rId1" Type="http://schemas.openxmlformats.org/officeDocument/2006/relationships/oleObject" Target="../embeddings/oleObject16.bin"/></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4.png"/></Relationships>
</file>

<file path=ppt/slides/_rels/slide32.xml.rels><?xml version="1.0" encoding="UTF-8" standalone="yes"?>
<Relationships xmlns="http://schemas.openxmlformats.org/package/2006/relationships"><Relationship Id="rId8" Type="http://schemas.openxmlformats.org/officeDocument/2006/relationships/notesSlide" Target="../notesSlides/notesSlide7.xml"/><Relationship Id="rId7" Type="http://schemas.openxmlformats.org/officeDocument/2006/relationships/vmlDrawing" Target="../drawings/vmlDrawing4.vml"/><Relationship Id="rId6" Type="http://schemas.openxmlformats.org/officeDocument/2006/relationships/slideLayout" Target="../slideLayouts/slideLayout4.xml"/><Relationship Id="rId5" Type="http://schemas.openxmlformats.org/officeDocument/2006/relationships/oleObject" Target="../embeddings/oleObject20.bin"/><Relationship Id="rId4" Type="http://schemas.openxmlformats.org/officeDocument/2006/relationships/oleObject" Target="../embeddings/oleObject19.bin"/><Relationship Id="rId3" Type="http://schemas.openxmlformats.org/officeDocument/2006/relationships/oleObject" Target="../embeddings/oleObject18.bin"/><Relationship Id="rId2" Type="http://schemas.openxmlformats.org/officeDocument/2006/relationships/image" Target="../media/image6.wmf"/><Relationship Id="rId1" Type="http://schemas.openxmlformats.org/officeDocument/2006/relationships/oleObject" Target="../embeddings/oleObject17.bin"/></Relationships>
</file>

<file path=ppt/slides/_rels/slide33.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4.xml"/><Relationship Id="rId2" Type="http://schemas.openxmlformats.org/officeDocument/2006/relationships/image" Target="../media/image16.png"/><Relationship Id="rId1" Type="http://schemas.openxmlformats.org/officeDocument/2006/relationships/image" Target="../media/image15.png"/></Relationships>
</file>

<file path=ppt/slides/_rels/slide34.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4.xml"/><Relationship Id="rId2" Type="http://schemas.openxmlformats.org/officeDocument/2006/relationships/image" Target="../media/image17.png"/><Relationship Id="rId1" Type="http://schemas.openxmlformats.org/officeDocument/2006/relationships/tags" Target="../tags/tag1.xml"/></Relationships>
</file>

<file path=ppt/slides/_rels/slide35.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4.xml"/><Relationship Id="rId2" Type="http://schemas.openxmlformats.org/officeDocument/2006/relationships/image" Target="../media/image19.png"/><Relationship Id="rId1" Type="http://schemas.openxmlformats.org/officeDocument/2006/relationships/image" Target="../media/image18.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4.xml"/><Relationship Id="rId1" Type="http://schemas.openxmlformats.org/officeDocument/2006/relationships/image" Target="../media/image20.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9" Type="http://schemas.openxmlformats.org/officeDocument/2006/relationships/slideLayout" Target="../slideLayouts/slideLayout4.xml"/><Relationship Id="rId8" Type="http://schemas.openxmlformats.org/officeDocument/2006/relationships/oleObject" Target="../embeddings/oleObject27.bin"/><Relationship Id="rId7" Type="http://schemas.openxmlformats.org/officeDocument/2006/relationships/oleObject" Target="../embeddings/oleObject26.bin"/><Relationship Id="rId6" Type="http://schemas.openxmlformats.org/officeDocument/2006/relationships/oleObject" Target="../embeddings/oleObject25.bin"/><Relationship Id="rId5" Type="http://schemas.openxmlformats.org/officeDocument/2006/relationships/oleObject" Target="../embeddings/oleObject24.bin"/><Relationship Id="rId4" Type="http://schemas.openxmlformats.org/officeDocument/2006/relationships/oleObject" Target="../embeddings/oleObject23.bin"/><Relationship Id="rId3" Type="http://schemas.openxmlformats.org/officeDocument/2006/relationships/oleObject" Target="../embeddings/oleObject22.bin"/><Relationship Id="rId2" Type="http://schemas.openxmlformats.org/officeDocument/2006/relationships/image" Target="../media/image6.wmf"/><Relationship Id="rId10" Type="http://schemas.openxmlformats.org/officeDocument/2006/relationships/vmlDrawing" Target="../drawings/vmlDrawing5.vml"/><Relationship Id="rId1" Type="http://schemas.openxmlformats.org/officeDocument/2006/relationships/oleObject" Target="../embeddings/oleObject21.bin"/></Relationships>
</file>

<file path=ppt/slides/_rels/slide40.xml.rels><?xml version="1.0" encoding="UTF-8" standalone="yes"?>
<Relationships xmlns="http://schemas.openxmlformats.org/package/2006/relationships"><Relationship Id="rId9" Type="http://schemas.openxmlformats.org/officeDocument/2006/relationships/slideLayout" Target="../slideLayouts/slideLayout4.xml"/><Relationship Id="rId8" Type="http://schemas.openxmlformats.org/officeDocument/2006/relationships/oleObject" Target="../embeddings/oleObject34.bin"/><Relationship Id="rId7" Type="http://schemas.openxmlformats.org/officeDocument/2006/relationships/oleObject" Target="../embeddings/oleObject33.bin"/><Relationship Id="rId6" Type="http://schemas.openxmlformats.org/officeDocument/2006/relationships/oleObject" Target="../embeddings/oleObject32.bin"/><Relationship Id="rId5" Type="http://schemas.openxmlformats.org/officeDocument/2006/relationships/oleObject" Target="../embeddings/oleObject31.bin"/><Relationship Id="rId4" Type="http://schemas.openxmlformats.org/officeDocument/2006/relationships/oleObject" Target="../embeddings/oleObject30.bin"/><Relationship Id="rId3" Type="http://schemas.openxmlformats.org/officeDocument/2006/relationships/oleObject" Target="../embeddings/oleObject29.bin"/><Relationship Id="rId2" Type="http://schemas.openxmlformats.org/officeDocument/2006/relationships/image" Target="../media/image6.wmf"/><Relationship Id="rId10" Type="http://schemas.openxmlformats.org/officeDocument/2006/relationships/vmlDrawing" Target="../drawings/vmlDrawing6.vml"/><Relationship Id="rId1" Type="http://schemas.openxmlformats.org/officeDocument/2006/relationships/oleObject" Target="../embeddings/oleObject28.bin"/></Relationships>
</file>

<file path=ppt/slides/_rels/slide41.xml.rels><?xml version="1.0" encoding="UTF-8" standalone="yes"?>
<Relationships xmlns="http://schemas.openxmlformats.org/package/2006/relationships"><Relationship Id="rId9" Type="http://schemas.openxmlformats.org/officeDocument/2006/relationships/slideLayout" Target="../slideLayouts/slideLayout4.xml"/><Relationship Id="rId8" Type="http://schemas.openxmlformats.org/officeDocument/2006/relationships/oleObject" Target="../embeddings/oleObject41.bin"/><Relationship Id="rId7" Type="http://schemas.openxmlformats.org/officeDocument/2006/relationships/oleObject" Target="../embeddings/oleObject40.bin"/><Relationship Id="rId6" Type="http://schemas.openxmlformats.org/officeDocument/2006/relationships/oleObject" Target="../embeddings/oleObject39.bin"/><Relationship Id="rId5" Type="http://schemas.openxmlformats.org/officeDocument/2006/relationships/oleObject" Target="../embeddings/oleObject38.bin"/><Relationship Id="rId4" Type="http://schemas.openxmlformats.org/officeDocument/2006/relationships/oleObject" Target="../embeddings/oleObject37.bin"/><Relationship Id="rId3" Type="http://schemas.openxmlformats.org/officeDocument/2006/relationships/oleObject" Target="../embeddings/oleObject36.bin"/><Relationship Id="rId2" Type="http://schemas.openxmlformats.org/officeDocument/2006/relationships/image" Target="../media/image6.wmf"/><Relationship Id="rId10" Type="http://schemas.openxmlformats.org/officeDocument/2006/relationships/vmlDrawing" Target="../drawings/vmlDrawing7.vml"/><Relationship Id="rId1" Type="http://schemas.openxmlformats.org/officeDocument/2006/relationships/oleObject" Target="../embeddings/oleObject35.bin"/></Relationships>
</file>

<file path=ppt/slides/_rels/slide42.xml.rels><?xml version="1.0" encoding="UTF-8" standalone="yes"?>
<Relationships xmlns="http://schemas.openxmlformats.org/package/2006/relationships"><Relationship Id="rId9" Type="http://schemas.openxmlformats.org/officeDocument/2006/relationships/slideLayout" Target="../slideLayouts/slideLayout4.xml"/><Relationship Id="rId8" Type="http://schemas.openxmlformats.org/officeDocument/2006/relationships/oleObject" Target="../embeddings/oleObject48.bin"/><Relationship Id="rId7" Type="http://schemas.openxmlformats.org/officeDocument/2006/relationships/oleObject" Target="../embeddings/oleObject47.bin"/><Relationship Id="rId6" Type="http://schemas.openxmlformats.org/officeDocument/2006/relationships/oleObject" Target="../embeddings/oleObject46.bin"/><Relationship Id="rId5" Type="http://schemas.openxmlformats.org/officeDocument/2006/relationships/oleObject" Target="../embeddings/oleObject45.bin"/><Relationship Id="rId4" Type="http://schemas.openxmlformats.org/officeDocument/2006/relationships/oleObject" Target="../embeddings/oleObject44.bin"/><Relationship Id="rId3" Type="http://schemas.openxmlformats.org/officeDocument/2006/relationships/oleObject" Target="../embeddings/oleObject43.bin"/><Relationship Id="rId2" Type="http://schemas.openxmlformats.org/officeDocument/2006/relationships/image" Target="../media/image6.wmf"/><Relationship Id="rId10" Type="http://schemas.openxmlformats.org/officeDocument/2006/relationships/vmlDrawing" Target="../drawings/vmlDrawing8.vml"/><Relationship Id="rId1" Type="http://schemas.openxmlformats.org/officeDocument/2006/relationships/oleObject" Target="../embeddings/oleObject42.bin"/></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9" Type="http://schemas.openxmlformats.org/officeDocument/2006/relationships/oleObject" Target="../embeddings/oleObject56.bin"/><Relationship Id="rId8" Type="http://schemas.openxmlformats.org/officeDocument/2006/relationships/oleObject" Target="../embeddings/oleObject55.bin"/><Relationship Id="rId7" Type="http://schemas.openxmlformats.org/officeDocument/2006/relationships/oleObject" Target="../embeddings/oleObject54.bin"/><Relationship Id="rId6" Type="http://schemas.openxmlformats.org/officeDocument/2006/relationships/oleObject" Target="../embeddings/oleObject53.bin"/><Relationship Id="rId5" Type="http://schemas.openxmlformats.org/officeDocument/2006/relationships/oleObject" Target="../embeddings/oleObject52.bin"/><Relationship Id="rId4" Type="http://schemas.openxmlformats.org/officeDocument/2006/relationships/oleObject" Target="../embeddings/oleObject51.bin"/><Relationship Id="rId3" Type="http://schemas.openxmlformats.org/officeDocument/2006/relationships/oleObject" Target="../embeddings/oleObject50.bin"/><Relationship Id="rId2" Type="http://schemas.openxmlformats.org/officeDocument/2006/relationships/image" Target="../media/image6.wmf"/><Relationship Id="rId15" Type="http://schemas.openxmlformats.org/officeDocument/2006/relationships/notesSlide" Target="../notesSlides/notesSlide15.xml"/><Relationship Id="rId14" Type="http://schemas.openxmlformats.org/officeDocument/2006/relationships/vmlDrawing" Target="../drawings/vmlDrawing9.vml"/><Relationship Id="rId13" Type="http://schemas.openxmlformats.org/officeDocument/2006/relationships/slideLayout" Target="../slideLayouts/slideLayout2.xml"/><Relationship Id="rId12" Type="http://schemas.openxmlformats.org/officeDocument/2006/relationships/image" Target="../media/image5.wmf"/><Relationship Id="rId11" Type="http://schemas.openxmlformats.org/officeDocument/2006/relationships/oleObject" Target="../embeddings/oleObject57.bin"/><Relationship Id="rId10" Type="http://schemas.openxmlformats.org/officeDocument/2006/relationships/image" Target="../media/image4.wmf"/><Relationship Id="rId1" Type="http://schemas.openxmlformats.org/officeDocument/2006/relationships/oleObject" Target="../embeddings/oleObject49.bin"/></Relationships>
</file>

<file path=ppt/slides/_rels/slide47.xml.rels><?xml version="1.0" encoding="UTF-8" standalone="yes"?>
<Relationships xmlns="http://schemas.openxmlformats.org/package/2006/relationships"><Relationship Id="rId7" Type="http://schemas.openxmlformats.org/officeDocument/2006/relationships/notesSlide" Target="../notesSlides/notesSlide16.xml"/><Relationship Id="rId6" Type="http://schemas.openxmlformats.org/officeDocument/2006/relationships/vmlDrawing" Target="../drawings/vmlDrawing10.vml"/><Relationship Id="rId5" Type="http://schemas.openxmlformats.org/officeDocument/2006/relationships/slideLayout" Target="../slideLayouts/slideLayout2.xml"/><Relationship Id="rId4" Type="http://schemas.openxmlformats.org/officeDocument/2006/relationships/image" Target="../media/image5.wmf"/><Relationship Id="rId3" Type="http://schemas.openxmlformats.org/officeDocument/2006/relationships/oleObject" Target="../embeddings/oleObject59.bin"/><Relationship Id="rId2" Type="http://schemas.openxmlformats.org/officeDocument/2006/relationships/image" Target="../media/image4.wmf"/><Relationship Id="rId1" Type="http://schemas.openxmlformats.org/officeDocument/2006/relationships/oleObject" Target="../embeddings/oleObject58.bin"/></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4" Type="http://schemas.openxmlformats.org/officeDocument/2006/relationships/vmlDrawing" Target="../drawings/vmlDrawing11.vml"/><Relationship Id="rId3" Type="http://schemas.openxmlformats.org/officeDocument/2006/relationships/slideLayout" Target="../slideLayouts/slideLayout2.xml"/><Relationship Id="rId2" Type="http://schemas.openxmlformats.org/officeDocument/2006/relationships/image" Target="../media/image5.wmf"/><Relationship Id="rId1" Type="http://schemas.openxmlformats.org/officeDocument/2006/relationships/oleObject" Target="../embeddings/oleObject60.bin"/></Relationships>
</file>

<file path=ppt/slides/_rels/slide50.xml.rels><?xml version="1.0" encoding="UTF-8" standalone="yes"?>
<Relationships xmlns="http://schemas.openxmlformats.org/package/2006/relationships"><Relationship Id="rId4" Type="http://schemas.openxmlformats.org/officeDocument/2006/relationships/vmlDrawing" Target="../drawings/vmlDrawing12.vml"/><Relationship Id="rId3" Type="http://schemas.openxmlformats.org/officeDocument/2006/relationships/slideLayout" Target="../slideLayouts/slideLayout2.xml"/><Relationship Id="rId2" Type="http://schemas.openxmlformats.org/officeDocument/2006/relationships/image" Target="../media/image5.wmf"/><Relationship Id="rId1" Type="http://schemas.openxmlformats.org/officeDocument/2006/relationships/oleObject" Target="../embeddings/oleObject61.bin"/></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7" Type="http://schemas.openxmlformats.org/officeDocument/2006/relationships/notesSlide" Target="../notesSlides/notesSlide19.xml"/><Relationship Id="rId6" Type="http://schemas.openxmlformats.org/officeDocument/2006/relationships/vmlDrawing" Target="../drawings/vmlDrawing13.vml"/><Relationship Id="rId5" Type="http://schemas.openxmlformats.org/officeDocument/2006/relationships/slideLayout" Target="../slideLayouts/slideLayout2.xml"/><Relationship Id="rId4" Type="http://schemas.openxmlformats.org/officeDocument/2006/relationships/oleObject" Target="../embeddings/oleObject64.bin"/><Relationship Id="rId3" Type="http://schemas.openxmlformats.org/officeDocument/2006/relationships/oleObject" Target="../embeddings/oleObject63.bin"/><Relationship Id="rId2" Type="http://schemas.openxmlformats.org/officeDocument/2006/relationships/image" Target="../media/image6.wmf"/><Relationship Id="rId1" Type="http://schemas.openxmlformats.org/officeDocument/2006/relationships/oleObject" Target="../embeddings/oleObject62.bin"/></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6" Type="http://schemas.openxmlformats.org/officeDocument/2006/relationships/vmlDrawing" Target="../drawings/vmlDrawing14.vml"/><Relationship Id="rId5" Type="http://schemas.openxmlformats.org/officeDocument/2006/relationships/slideLayout" Target="../slideLayouts/slideLayout4.xml"/><Relationship Id="rId4" Type="http://schemas.openxmlformats.org/officeDocument/2006/relationships/oleObject" Target="../embeddings/oleObject67.bin"/><Relationship Id="rId3" Type="http://schemas.openxmlformats.org/officeDocument/2006/relationships/oleObject" Target="../embeddings/oleObject66.bin"/><Relationship Id="rId2" Type="http://schemas.openxmlformats.org/officeDocument/2006/relationships/image" Target="../media/image6.wmf"/><Relationship Id="rId1" Type="http://schemas.openxmlformats.org/officeDocument/2006/relationships/oleObject" Target="../embeddings/oleObject65.bin"/></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7" Type="http://schemas.openxmlformats.org/officeDocument/2006/relationships/notesSlide" Target="../notesSlides/notesSlide23.xml"/><Relationship Id="rId6" Type="http://schemas.openxmlformats.org/officeDocument/2006/relationships/vmlDrawing" Target="../drawings/vmlDrawing15.vml"/><Relationship Id="rId5" Type="http://schemas.openxmlformats.org/officeDocument/2006/relationships/slideLayout" Target="../slideLayouts/slideLayout12.xml"/><Relationship Id="rId4" Type="http://schemas.openxmlformats.org/officeDocument/2006/relationships/oleObject" Target="../embeddings/oleObject70.bin"/><Relationship Id="rId3" Type="http://schemas.openxmlformats.org/officeDocument/2006/relationships/oleObject" Target="../embeddings/oleObject69.bin"/><Relationship Id="rId2" Type="http://schemas.openxmlformats.org/officeDocument/2006/relationships/image" Target="../media/image6.wmf"/><Relationship Id="rId1" Type="http://schemas.openxmlformats.org/officeDocument/2006/relationships/oleObject" Target="../embeddings/oleObject68.bin"/></Relationships>
</file>

<file path=ppt/slides/_rels/slide62.xml.rels><?xml version="1.0" encoding="UTF-8" standalone="yes"?>
<Relationships xmlns="http://schemas.openxmlformats.org/package/2006/relationships"><Relationship Id="rId5" Type="http://schemas.openxmlformats.org/officeDocument/2006/relationships/vmlDrawing" Target="../drawings/vmlDrawing16.vml"/><Relationship Id="rId4" Type="http://schemas.openxmlformats.org/officeDocument/2006/relationships/slideLayout" Target="../slideLayouts/slideLayout12.xml"/><Relationship Id="rId3" Type="http://schemas.openxmlformats.org/officeDocument/2006/relationships/oleObject" Target="../embeddings/oleObject72.bin"/><Relationship Id="rId2" Type="http://schemas.openxmlformats.org/officeDocument/2006/relationships/image" Target="../media/image6.wmf"/><Relationship Id="rId1" Type="http://schemas.openxmlformats.org/officeDocument/2006/relationships/oleObject" Target="../embeddings/oleObject71.bin"/></Relationships>
</file>

<file path=ppt/slides/_rels/slide63.xml.rels><?xml version="1.0" encoding="UTF-8" standalone="yes"?>
<Relationships xmlns="http://schemas.openxmlformats.org/package/2006/relationships"><Relationship Id="rId9" Type="http://schemas.openxmlformats.org/officeDocument/2006/relationships/vmlDrawing" Target="../drawings/vmlDrawing17.vml"/><Relationship Id="rId8" Type="http://schemas.openxmlformats.org/officeDocument/2006/relationships/slideLayout" Target="../slideLayouts/slideLayout12.xml"/><Relationship Id="rId7" Type="http://schemas.openxmlformats.org/officeDocument/2006/relationships/image" Target="../media/image22.jpeg"/><Relationship Id="rId6" Type="http://schemas.openxmlformats.org/officeDocument/2006/relationships/image" Target="../media/image21.png"/><Relationship Id="rId5" Type="http://schemas.openxmlformats.org/officeDocument/2006/relationships/oleObject" Target="../embeddings/oleObject76.bin"/><Relationship Id="rId4" Type="http://schemas.openxmlformats.org/officeDocument/2006/relationships/oleObject" Target="../embeddings/oleObject75.bin"/><Relationship Id="rId3" Type="http://schemas.openxmlformats.org/officeDocument/2006/relationships/oleObject" Target="../embeddings/oleObject74.bin"/><Relationship Id="rId2" Type="http://schemas.openxmlformats.org/officeDocument/2006/relationships/image" Target="../media/image6.wmf"/><Relationship Id="rId1" Type="http://schemas.openxmlformats.org/officeDocument/2006/relationships/oleObject" Target="../embeddings/oleObject73.bin"/></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jpe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5.jpeg"/><Relationship Id="rId1" Type="http://schemas.openxmlformats.org/officeDocument/2006/relationships/tags" Target="../tags/tag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6.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4.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4.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4.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4.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4.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8" name="页脚占位符 2"/>
          <p:cNvSpPr txBox="1">
            <a:spLocks noGrp="1"/>
          </p:cNvSpPr>
          <p:nvPr>
            <p:ph type="ftr" sz="quarter" idx="11"/>
          </p:nvPr>
        </p:nvSpPr>
        <p:spPr/>
        <p:txBody>
          <a:bodyPr/>
          <a:p>
            <a:pPr marL="0" indent="0" algn="r">
              <a:spcBef>
                <a:spcPct val="0"/>
              </a:spcBef>
              <a:buClrTx/>
              <a:buSzTx/>
              <a:buFontTx/>
              <a:buNone/>
            </a:pPr>
            <a:r>
              <a:rPr lang="en-US" altLang="zh-CN" sz="1400" dirty="0">
                <a:ea typeface="宋体" panose="02010600030101010101" pitchFamily="2" charset="-122"/>
              </a:rPr>
              <a:t>Network Layer</a:t>
            </a:r>
            <a:endParaRPr lang="en-US" altLang="zh-CN" sz="1400" dirty="0">
              <a:latin typeface="Times New Roman" panose="02020603050405020304" pitchFamily="18" charset="0"/>
              <a:ea typeface="宋体" panose="02010600030101010101" pitchFamily="2" charset="-122"/>
            </a:endParaRPr>
          </a:p>
        </p:txBody>
      </p:sp>
      <p:sp>
        <p:nvSpPr>
          <p:cNvPr id="4099" name="灯片编号占位符 3"/>
          <p:cNvSpPr txBox="1">
            <a:spLocks noGrp="1"/>
          </p:cNvSpPr>
          <p:nvPr>
            <p:ph type="sldNum" sz="quarter" idx="12"/>
          </p:nvPr>
        </p:nvSpPr>
        <p:spPr/>
        <p:txBody>
          <a:bodyPr/>
          <a:p>
            <a:pPr marL="0" indent="0" algn="r">
              <a:spcBef>
                <a:spcPct val="0"/>
              </a:spcBef>
              <a:buClrTx/>
              <a:buSzTx/>
              <a:buFontTx/>
              <a:buNone/>
            </a:pPr>
            <a:r>
              <a:rPr lang="en-US" altLang="zh-CN" sz="1400" dirty="0">
                <a:ea typeface="宋体" panose="02010600030101010101" pitchFamily="2" charset="-122"/>
              </a:rPr>
              <a:t>4-</a:t>
            </a: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4100" name="Rectangle 2"/>
          <p:cNvSpPr/>
          <p:nvPr/>
        </p:nvSpPr>
        <p:spPr>
          <a:xfrm>
            <a:off x="382588" y="493713"/>
            <a:ext cx="5764212" cy="1724025"/>
          </a:xfrm>
          <a:prstGeom prst="rect">
            <a:avLst/>
          </a:prstGeom>
          <a:noFill/>
          <a:ln w="9525">
            <a:noFill/>
          </a:ln>
        </p:spPr>
        <p:txBody>
          <a:bodyPr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4000" dirty="0">
                <a:solidFill>
                  <a:schemeClr val="accent2"/>
                </a:solidFill>
                <a:ea typeface="宋体" panose="02010600030101010101" pitchFamily="2" charset="-122"/>
              </a:rPr>
              <a:t>Chapter 4</a:t>
            </a:r>
            <a:br>
              <a:rPr lang="en-US" altLang="zh-CN" sz="4000" dirty="0">
                <a:solidFill>
                  <a:schemeClr val="accent2"/>
                </a:solidFill>
                <a:ea typeface="宋体" panose="02010600030101010101" pitchFamily="2" charset="-122"/>
              </a:rPr>
            </a:br>
            <a:r>
              <a:rPr lang="en-US" altLang="zh-CN" sz="4000" dirty="0">
                <a:solidFill>
                  <a:schemeClr val="accent2"/>
                </a:solidFill>
                <a:ea typeface="宋体" panose="02010600030101010101" pitchFamily="2" charset="-122"/>
              </a:rPr>
              <a:t>Network Layer</a:t>
            </a:r>
            <a:endParaRPr lang="en-US" altLang="zh-CN" sz="4000" dirty="0">
              <a:solidFill>
                <a:schemeClr val="accent2"/>
              </a:solidFill>
              <a:ea typeface="宋体" panose="02010600030101010101" pitchFamily="2" charset="-122"/>
            </a:endParaRPr>
          </a:p>
        </p:txBody>
      </p:sp>
      <p:sp>
        <p:nvSpPr>
          <p:cNvPr id="4101" name="Text Box 4"/>
          <p:cNvSpPr txBox="1"/>
          <p:nvPr/>
        </p:nvSpPr>
        <p:spPr>
          <a:xfrm>
            <a:off x="393700" y="3392488"/>
            <a:ext cx="5378450" cy="31353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2000" dirty="0">
                <a:latin typeface="Arial" panose="020B0604020202020204" pitchFamily="34" charset="0"/>
                <a:ea typeface="宋体" panose="02010600030101010101" pitchFamily="2" charset="-122"/>
              </a:rPr>
              <a:t>A note on the use of these ppt slides:</a:t>
            </a:r>
            <a:endParaRPr lang="en-US" altLang="zh-CN" sz="2000" dirty="0">
              <a:latin typeface="Arial" panose="020B0604020202020204" pitchFamily="34" charset="0"/>
              <a:ea typeface="宋体" panose="02010600030101010101" pitchFamily="2" charset="-122"/>
            </a:endParaRPr>
          </a:p>
          <a:p>
            <a:pPr marL="0" lvl="0" indent="0">
              <a:spcBef>
                <a:spcPct val="0"/>
              </a:spcBef>
              <a:buClrTx/>
              <a:buSzTx/>
              <a:buFontTx/>
              <a:buNone/>
            </a:pPr>
            <a:r>
              <a:rPr lang="en-US" altLang="zh-CN" sz="1200" dirty="0">
                <a:latin typeface="Arial" panose="020B0604020202020204" pitchFamily="34" charset="0"/>
                <a:ea typeface="宋体" panose="02010600030101010101" pitchFamily="2" charset="-122"/>
              </a:rPr>
              <a:t>We’re making these slides freely available to all (faculty, students, readers). They’re in PowerPoint form so you can add, modify, and delete slides  (including this one) and slide content to suit your needs. They obviously represent a </a:t>
            </a:r>
            <a:r>
              <a:rPr lang="en-US" altLang="zh-CN" sz="1200" i="1" dirty="0">
                <a:latin typeface="Arial" panose="020B0604020202020204" pitchFamily="34" charset="0"/>
                <a:ea typeface="宋体" panose="02010600030101010101" pitchFamily="2" charset="-122"/>
              </a:rPr>
              <a:t>lot</a:t>
            </a:r>
            <a:r>
              <a:rPr lang="en-US" altLang="zh-CN" sz="1200" dirty="0">
                <a:latin typeface="Arial" panose="020B0604020202020204" pitchFamily="34" charset="0"/>
                <a:ea typeface="宋体" panose="02010600030101010101" pitchFamily="2" charset="-122"/>
              </a:rPr>
              <a:t> of work on our part. In return for use, we only ask the following:</a:t>
            </a:r>
            <a:endParaRPr lang="en-US" altLang="zh-CN" sz="1200" dirty="0">
              <a:latin typeface="Arial" panose="020B0604020202020204" pitchFamily="34" charset="0"/>
              <a:ea typeface="宋体" panose="02010600030101010101" pitchFamily="2" charset="-122"/>
            </a:endParaRPr>
          </a:p>
          <a:p>
            <a:pPr marL="0" lvl="0" indent="0">
              <a:spcBef>
                <a:spcPct val="0"/>
              </a:spcBef>
              <a:buSzTx/>
              <a:buFont typeface="Wingdings" panose="05000000000000000000" pitchFamily="2" charset="2"/>
              <a:buChar char="q"/>
            </a:pPr>
            <a:r>
              <a:rPr lang="en-US" altLang="zh-CN" sz="1200" dirty="0">
                <a:latin typeface="Arial" panose="020B0604020202020204" pitchFamily="34" charset="0"/>
                <a:ea typeface="宋体" panose="02010600030101010101" pitchFamily="2" charset="-122"/>
              </a:rPr>
              <a:t> If you use these slides (e.g., in a class) in substantially unaltered form, that you mention their source (after all, we’d like people to use our book!)</a:t>
            </a:r>
            <a:endParaRPr lang="en-US" altLang="zh-CN" sz="1200" dirty="0">
              <a:latin typeface="Arial" panose="020B0604020202020204" pitchFamily="34" charset="0"/>
              <a:ea typeface="宋体" panose="02010600030101010101" pitchFamily="2" charset="-122"/>
            </a:endParaRPr>
          </a:p>
          <a:p>
            <a:pPr marL="0" lvl="0" indent="0">
              <a:spcBef>
                <a:spcPct val="0"/>
              </a:spcBef>
              <a:buSzTx/>
              <a:buFont typeface="Wingdings" panose="05000000000000000000" pitchFamily="2" charset="2"/>
              <a:buChar char="q"/>
            </a:pPr>
            <a:r>
              <a:rPr lang="en-US" altLang="zh-CN" sz="1200" dirty="0">
                <a:latin typeface="Arial" panose="020B0604020202020204" pitchFamily="34" charset="0"/>
                <a:ea typeface="宋体" panose="02010600030101010101" pitchFamily="2" charset="-122"/>
              </a:rPr>
              <a:t> If you post any slides in substantially unaltered form on a www site, that you note that they are adapted from (or perhaps identical to) our slides, and note our copyright of this material.</a:t>
            </a:r>
            <a:endParaRPr lang="en-US" altLang="zh-CN" sz="1200" dirty="0">
              <a:latin typeface="Arial" panose="020B0604020202020204" pitchFamily="34" charset="0"/>
              <a:ea typeface="宋体" panose="02010600030101010101" pitchFamily="2" charset="-122"/>
            </a:endParaRPr>
          </a:p>
          <a:p>
            <a:pPr marL="0" lvl="0" indent="0">
              <a:spcBef>
                <a:spcPct val="0"/>
              </a:spcBef>
              <a:buSzTx/>
              <a:buFont typeface="Wingdings" panose="05000000000000000000" pitchFamily="2" charset="2"/>
              <a:buChar char="q"/>
            </a:pPr>
            <a:endParaRPr lang="en-US" altLang="zh-CN" sz="1200" dirty="0">
              <a:latin typeface="Arial" panose="020B0604020202020204" pitchFamily="34" charset="0"/>
              <a:ea typeface="宋体" panose="02010600030101010101" pitchFamily="2" charset="-122"/>
            </a:endParaRPr>
          </a:p>
          <a:p>
            <a:pPr marL="0" lvl="0" indent="0">
              <a:spcBef>
                <a:spcPct val="0"/>
              </a:spcBef>
              <a:buSzTx/>
              <a:buFont typeface="Wingdings" panose="05000000000000000000" pitchFamily="2" charset="2"/>
              <a:buNone/>
            </a:pPr>
            <a:r>
              <a:rPr lang="en-US" altLang="zh-CN" sz="1200" dirty="0">
                <a:latin typeface="Arial" panose="020B0604020202020204" pitchFamily="34" charset="0"/>
                <a:ea typeface="宋体" panose="02010600030101010101" pitchFamily="2" charset="-122"/>
              </a:rPr>
              <a:t>Thanks and enjoy!  JFK/KWR</a:t>
            </a:r>
            <a:endParaRPr lang="en-US" altLang="zh-CN" sz="1200" dirty="0">
              <a:latin typeface="Arial" panose="020B0604020202020204" pitchFamily="34" charset="0"/>
              <a:ea typeface="宋体" panose="02010600030101010101" pitchFamily="2" charset="-122"/>
            </a:endParaRPr>
          </a:p>
          <a:p>
            <a:pPr marL="0" lvl="0" indent="0">
              <a:spcBef>
                <a:spcPct val="0"/>
              </a:spcBef>
              <a:buClrTx/>
              <a:buSzTx/>
              <a:buFontTx/>
              <a:buNone/>
            </a:pPr>
            <a:endParaRPr lang="en-US" altLang="zh-CN" sz="1200" dirty="0">
              <a:latin typeface="Arial" panose="020B0604020202020204" pitchFamily="34" charset="0"/>
              <a:ea typeface="宋体" panose="02010600030101010101" pitchFamily="2" charset="-122"/>
            </a:endParaRPr>
          </a:p>
          <a:p>
            <a:pPr marL="0" lvl="0" indent="0">
              <a:spcBef>
                <a:spcPct val="0"/>
              </a:spcBef>
              <a:buClrTx/>
              <a:buSzTx/>
              <a:buFontTx/>
              <a:buNone/>
            </a:pPr>
            <a:r>
              <a:rPr lang="en-US" altLang="zh-CN" sz="1200" dirty="0">
                <a:latin typeface="Arial" panose="020B0604020202020204" pitchFamily="34" charset="0"/>
                <a:ea typeface="宋体" panose="02010600030101010101" pitchFamily="2" charset="-122"/>
              </a:rPr>
              <a:t>All material copyright 1996-2009</a:t>
            </a:r>
            <a:endParaRPr lang="en-US" altLang="zh-CN" sz="1200" dirty="0">
              <a:latin typeface="Arial" panose="020B0604020202020204" pitchFamily="34" charset="0"/>
              <a:ea typeface="宋体" panose="02010600030101010101" pitchFamily="2" charset="-122"/>
            </a:endParaRPr>
          </a:p>
          <a:p>
            <a:pPr marL="0" lvl="0" indent="0">
              <a:spcBef>
                <a:spcPct val="0"/>
              </a:spcBef>
              <a:buClrTx/>
              <a:buSzTx/>
              <a:buFontTx/>
              <a:buNone/>
            </a:pPr>
            <a:r>
              <a:rPr lang="en-US" altLang="zh-CN" sz="1200" dirty="0">
                <a:latin typeface="Arial" panose="020B0604020202020204" pitchFamily="34" charset="0"/>
                <a:ea typeface="宋体" panose="02010600030101010101" pitchFamily="2" charset="-122"/>
              </a:rPr>
              <a:t>J.F Kurose and K.W. Ross, All Rights Reserved</a:t>
            </a:r>
            <a:endParaRPr lang="en-US" altLang="zh-CN" sz="1200" dirty="0">
              <a:latin typeface="Arial" panose="020B0604020202020204" pitchFamily="34" charset="0"/>
              <a:ea typeface="宋体" panose="02010600030101010101" pitchFamily="2" charset="-122"/>
            </a:endParaRPr>
          </a:p>
        </p:txBody>
      </p:sp>
      <p:sp>
        <p:nvSpPr>
          <p:cNvPr id="4102" name="Rectangle 6"/>
          <p:cNvSpPr/>
          <p:nvPr/>
        </p:nvSpPr>
        <p:spPr>
          <a:xfrm>
            <a:off x="6229350" y="3486150"/>
            <a:ext cx="2730500" cy="2860675"/>
          </a:xfrm>
          <a:prstGeom prst="rect">
            <a:avLst/>
          </a:prstGeom>
          <a:noFill/>
          <a:ln w="9525">
            <a:noFill/>
          </a:ln>
        </p:spPr>
        <p:txBody>
          <a:bodyPr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i="1" dirty="0">
                <a:solidFill>
                  <a:schemeClr val="accent2"/>
                </a:solidFill>
                <a:ea typeface="宋体" panose="02010600030101010101" pitchFamily="2" charset="-122"/>
              </a:rPr>
              <a:t>Computer Networking: A Top Down Approach </a:t>
            </a:r>
            <a:br>
              <a:rPr lang="en-US" altLang="zh-CN" sz="1800" dirty="0">
                <a:solidFill>
                  <a:schemeClr val="accent2"/>
                </a:solidFill>
                <a:ea typeface="宋体" panose="02010600030101010101" pitchFamily="2" charset="-122"/>
              </a:rPr>
            </a:br>
            <a:r>
              <a:rPr lang="en-US" altLang="zh-CN" sz="1800" dirty="0">
                <a:solidFill>
                  <a:schemeClr val="accent2"/>
                </a:solidFill>
                <a:ea typeface="宋体" panose="02010600030101010101" pitchFamily="2" charset="-122"/>
              </a:rPr>
              <a:t>5</a:t>
            </a:r>
            <a:r>
              <a:rPr lang="en-US" altLang="zh-CN" sz="1800" baseline="30000" dirty="0">
                <a:solidFill>
                  <a:schemeClr val="accent2"/>
                </a:solidFill>
                <a:ea typeface="宋体" panose="02010600030101010101" pitchFamily="2" charset="-122"/>
              </a:rPr>
              <a:t>th</a:t>
            </a:r>
            <a:r>
              <a:rPr lang="en-US" altLang="zh-CN" sz="1800" dirty="0">
                <a:solidFill>
                  <a:schemeClr val="accent2"/>
                </a:solidFill>
                <a:ea typeface="宋体" panose="02010600030101010101" pitchFamily="2" charset="-122"/>
              </a:rPr>
              <a:t> edition. </a:t>
            </a:r>
            <a:br>
              <a:rPr lang="en-US" altLang="zh-CN" sz="1800" dirty="0">
                <a:solidFill>
                  <a:schemeClr val="accent2"/>
                </a:solidFill>
                <a:ea typeface="宋体" panose="02010600030101010101" pitchFamily="2" charset="-122"/>
              </a:rPr>
            </a:br>
            <a:r>
              <a:rPr lang="en-US" altLang="zh-CN" sz="1800" dirty="0">
                <a:solidFill>
                  <a:schemeClr val="accent2"/>
                </a:solidFill>
                <a:ea typeface="宋体" panose="02010600030101010101" pitchFamily="2" charset="-122"/>
              </a:rPr>
              <a:t>Jim Kurose, Keith Ross</a:t>
            </a:r>
            <a:br>
              <a:rPr lang="en-US" altLang="zh-CN" sz="1800" dirty="0">
                <a:solidFill>
                  <a:schemeClr val="accent2"/>
                </a:solidFill>
                <a:ea typeface="宋体" panose="02010600030101010101" pitchFamily="2" charset="-122"/>
              </a:rPr>
            </a:br>
            <a:r>
              <a:rPr lang="en-US" altLang="zh-CN" sz="1800" dirty="0">
                <a:solidFill>
                  <a:schemeClr val="accent2"/>
                </a:solidFill>
                <a:ea typeface="宋体" panose="02010600030101010101" pitchFamily="2" charset="-122"/>
              </a:rPr>
              <a:t>Addison-Wesley, April 2009. </a:t>
            </a:r>
            <a:br>
              <a:rPr lang="en-US" altLang="zh-CN" sz="1800" dirty="0">
                <a:solidFill>
                  <a:schemeClr val="accent2"/>
                </a:solidFill>
                <a:ea typeface="宋体" panose="02010600030101010101" pitchFamily="2" charset="-122"/>
              </a:rPr>
            </a:br>
            <a:endParaRPr lang="en-US" altLang="zh-CN" sz="1800" dirty="0">
              <a:solidFill>
                <a:schemeClr val="accent2"/>
              </a:solidFill>
              <a:ea typeface="宋体" panose="02010600030101010101" pitchFamily="2" charset="-122"/>
            </a:endParaRPr>
          </a:p>
        </p:txBody>
      </p:sp>
      <p:pic>
        <p:nvPicPr>
          <p:cNvPr id="4103" name="Picture 8"/>
          <p:cNvPicPr>
            <a:picLocks noChangeAspect="1"/>
          </p:cNvPicPr>
          <p:nvPr/>
        </p:nvPicPr>
        <p:blipFill>
          <a:blip r:embed="rId1"/>
          <a:stretch>
            <a:fillRect/>
          </a:stretch>
        </p:blipFill>
        <p:spPr>
          <a:xfrm>
            <a:off x="6289675" y="390525"/>
            <a:ext cx="2425700" cy="2994025"/>
          </a:xfrm>
          <a:prstGeom prst="rect">
            <a:avLst/>
          </a:prstGeom>
          <a:noFill/>
          <a:ln w="9525">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2" name="页脚占位符 4"/>
          <p:cNvSpPr txBox="1">
            <a:spLocks noGrp="1"/>
          </p:cNvSpPr>
          <p:nvPr>
            <p:ph type="ftr" sz="quarter" idx="11"/>
          </p:nvPr>
        </p:nvSpPr>
        <p:spPr/>
        <p:txBody>
          <a:bodyPr/>
          <a:p>
            <a:pPr marL="0" indent="0" algn="r">
              <a:spcBef>
                <a:spcPct val="0"/>
              </a:spcBef>
              <a:buClrTx/>
              <a:buSzTx/>
              <a:buFontTx/>
              <a:buNone/>
            </a:pPr>
            <a:r>
              <a:rPr lang="en-US" altLang="zh-CN" sz="1400" dirty="0">
                <a:ea typeface="宋体" panose="02010600030101010101" pitchFamily="2" charset="-122"/>
              </a:rPr>
              <a:t>Network Layer</a:t>
            </a:r>
            <a:endParaRPr lang="en-US" altLang="zh-CN" sz="1400" dirty="0">
              <a:latin typeface="Times New Roman" panose="02020603050405020304" pitchFamily="18" charset="0"/>
              <a:ea typeface="宋体" panose="02010600030101010101" pitchFamily="2" charset="-122"/>
            </a:endParaRPr>
          </a:p>
        </p:txBody>
      </p:sp>
      <p:sp>
        <p:nvSpPr>
          <p:cNvPr id="5123" name="灯片编号占位符 5"/>
          <p:cNvSpPr txBox="1">
            <a:spLocks noGrp="1"/>
          </p:cNvSpPr>
          <p:nvPr>
            <p:ph type="sldNum" sz="quarter" idx="12"/>
          </p:nvPr>
        </p:nvSpPr>
        <p:spPr/>
        <p:txBody>
          <a:bodyPr/>
          <a:p>
            <a:pPr marL="0" indent="0" algn="r">
              <a:spcBef>
                <a:spcPct val="0"/>
              </a:spcBef>
              <a:buClrTx/>
              <a:buSzTx/>
              <a:buFontTx/>
              <a:buNone/>
            </a:pPr>
            <a:r>
              <a:rPr lang="en-US" altLang="zh-CN" sz="1400" dirty="0">
                <a:ea typeface="宋体" panose="02010600030101010101" pitchFamily="2" charset="-122"/>
              </a:rPr>
              <a:t>4-</a:t>
            </a: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5124" name="Rectangle 2"/>
          <p:cNvSpPr>
            <a:spLocks noGrp="1"/>
          </p:cNvSpPr>
          <p:nvPr>
            <p:ph type="title"/>
          </p:nvPr>
        </p:nvSpPr>
        <p:spPr/>
        <p:txBody>
          <a:bodyPr vert="horz" wrap="square" lIns="91440" tIns="45720" rIns="91440" bIns="45720" anchor="ctr" anchorCtr="0"/>
          <a:p>
            <a:r>
              <a:rPr lang="en-US" altLang="zh-CN" dirty="0">
                <a:ea typeface="宋体" panose="02010600030101010101" pitchFamily="2" charset="-122"/>
              </a:rPr>
              <a:t>Chapter 4: Network Layer</a:t>
            </a:r>
            <a:endParaRPr lang="en-US" altLang="zh-CN" dirty="0">
              <a:ea typeface="宋体" panose="02010600030101010101" pitchFamily="2" charset="-122"/>
            </a:endParaRPr>
          </a:p>
        </p:txBody>
      </p:sp>
      <p:sp>
        <p:nvSpPr>
          <p:cNvPr id="5125" name="Rectangle 3"/>
          <p:cNvSpPr>
            <a:spLocks noGrp="1"/>
          </p:cNvSpPr>
          <p:nvPr>
            <p:ph idx="1"/>
          </p:nvPr>
        </p:nvSpPr>
        <p:spPr>
          <a:xfrm>
            <a:off x="533400" y="1600200"/>
            <a:ext cx="8064500" cy="4648200"/>
          </a:xfrm>
        </p:spPr>
        <p:txBody>
          <a:bodyPr vert="horz" wrap="square" lIns="91440" tIns="45720" rIns="91440" bIns="45720" anchor="t" anchorCtr="0"/>
          <a:p>
            <a:pPr>
              <a:lnSpc>
                <a:spcPct val="90000"/>
              </a:lnSpc>
              <a:buNone/>
            </a:pPr>
            <a:r>
              <a:rPr lang="en-US" altLang="zh-CN" sz="3200" u="sng" dirty="0">
                <a:solidFill>
                  <a:srgbClr val="FF0000"/>
                </a:solidFill>
                <a:ea typeface="宋体" panose="02010600030101010101" pitchFamily="2" charset="-122"/>
              </a:rPr>
              <a:t>Chapter goals:</a:t>
            </a:r>
            <a:r>
              <a:rPr lang="en-US" altLang="zh-CN" sz="3200" dirty="0">
                <a:ea typeface="宋体" panose="02010600030101010101" pitchFamily="2" charset="-122"/>
              </a:rPr>
              <a:t> </a:t>
            </a:r>
            <a:endParaRPr lang="en-US" altLang="zh-CN" sz="3200" dirty="0">
              <a:ea typeface="宋体" panose="02010600030101010101" pitchFamily="2" charset="-122"/>
            </a:endParaRPr>
          </a:p>
          <a:p>
            <a:pPr>
              <a:lnSpc>
                <a:spcPct val="90000"/>
              </a:lnSpc>
            </a:pPr>
            <a:r>
              <a:rPr lang="en-US" altLang="zh-CN" dirty="0">
                <a:ea typeface="宋体" panose="02010600030101010101" pitchFamily="2" charset="-122"/>
              </a:rPr>
              <a:t>understand principles behind network layer services:</a:t>
            </a:r>
            <a:endParaRPr lang="en-US" altLang="zh-CN" dirty="0">
              <a:ea typeface="宋体" panose="02010600030101010101" pitchFamily="2" charset="-122"/>
            </a:endParaRPr>
          </a:p>
          <a:p>
            <a:pPr lvl="1">
              <a:lnSpc>
                <a:spcPct val="90000"/>
              </a:lnSpc>
            </a:pPr>
            <a:r>
              <a:rPr lang="en-US" altLang="zh-CN" dirty="0">
                <a:ea typeface="宋体" panose="02010600030101010101" pitchFamily="2" charset="-122"/>
              </a:rPr>
              <a:t>network layer service models</a:t>
            </a:r>
            <a:endParaRPr lang="en-US" altLang="zh-CN" dirty="0">
              <a:ea typeface="宋体" panose="02010600030101010101" pitchFamily="2" charset="-122"/>
            </a:endParaRPr>
          </a:p>
          <a:p>
            <a:pPr lvl="1">
              <a:lnSpc>
                <a:spcPct val="90000"/>
              </a:lnSpc>
            </a:pPr>
            <a:r>
              <a:rPr lang="en-US" altLang="zh-CN" dirty="0">
                <a:ea typeface="宋体" panose="02010600030101010101" pitchFamily="2" charset="-122"/>
              </a:rPr>
              <a:t>forwarding versus routing</a:t>
            </a:r>
            <a:endParaRPr lang="en-US" altLang="zh-CN" dirty="0">
              <a:ea typeface="宋体" panose="02010600030101010101" pitchFamily="2" charset="-122"/>
            </a:endParaRPr>
          </a:p>
          <a:p>
            <a:pPr lvl="1">
              <a:lnSpc>
                <a:spcPct val="90000"/>
              </a:lnSpc>
            </a:pPr>
            <a:r>
              <a:rPr lang="en-US" altLang="zh-CN" dirty="0">
                <a:ea typeface="宋体" panose="02010600030101010101" pitchFamily="2" charset="-122"/>
              </a:rPr>
              <a:t>how a router works</a:t>
            </a:r>
            <a:endParaRPr lang="en-US" altLang="zh-CN" dirty="0">
              <a:ea typeface="宋体" panose="02010600030101010101" pitchFamily="2" charset="-122"/>
            </a:endParaRPr>
          </a:p>
          <a:p>
            <a:pPr lvl="1">
              <a:lnSpc>
                <a:spcPct val="90000"/>
              </a:lnSpc>
            </a:pPr>
            <a:r>
              <a:rPr lang="en-US" altLang="zh-CN" dirty="0">
                <a:ea typeface="宋体" panose="02010600030101010101" pitchFamily="2" charset="-122"/>
              </a:rPr>
              <a:t>routing (path selection)</a:t>
            </a:r>
            <a:endParaRPr lang="en-US" altLang="zh-CN" dirty="0">
              <a:ea typeface="宋体" panose="02010600030101010101" pitchFamily="2" charset="-122"/>
            </a:endParaRPr>
          </a:p>
          <a:p>
            <a:pPr lvl="1">
              <a:lnSpc>
                <a:spcPct val="90000"/>
              </a:lnSpc>
            </a:pPr>
            <a:r>
              <a:rPr lang="en-US" altLang="zh-CN" dirty="0">
                <a:ea typeface="宋体" panose="02010600030101010101" pitchFamily="2" charset="-122"/>
              </a:rPr>
              <a:t>dealing with scale</a:t>
            </a:r>
            <a:endParaRPr lang="en-US" altLang="zh-CN" dirty="0">
              <a:ea typeface="宋体" panose="02010600030101010101" pitchFamily="2" charset="-122"/>
            </a:endParaRPr>
          </a:p>
          <a:p>
            <a:pPr lvl="1">
              <a:lnSpc>
                <a:spcPct val="90000"/>
              </a:lnSpc>
            </a:pPr>
            <a:r>
              <a:rPr lang="en-US" altLang="zh-CN" dirty="0">
                <a:ea typeface="宋体" panose="02010600030101010101" pitchFamily="2" charset="-122"/>
              </a:rPr>
              <a:t>advanced topics: IPv6, mobility</a:t>
            </a:r>
            <a:endParaRPr lang="en-US" altLang="zh-CN" dirty="0">
              <a:ea typeface="宋体" panose="02010600030101010101" pitchFamily="2" charset="-122"/>
            </a:endParaRPr>
          </a:p>
          <a:p>
            <a:pPr>
              <a:lnSpc>
                <a:spcPct val="90000"/>
              </a:lnSpc>
            </a:pPr>
            <a:r>
              <a:rPr lang="en-US" altLang="zh-CN" dirty="0">
                <a:ea typeface="宋体" panose="02010600030101010101" pitchFamily="2" charset="-122"/>
              </a:rPr>
              <a:t>instantiation, implementation in the Internet</a:t>
            </a:r>
            <a:endParaRPr lang="en-US" altLang="zh-CN" dirty="0">
              <a:ea typeface="宋体" panose="02010600030101010101"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页脚占位符 5"/>
          <p:cNvSpPr txBox="1">
            <a:spLocks noGrp="1"/>
          </p:cNvSpPr>
          <p:nvPr>
            <p:ph type="ftr" sz="quarter" idx="11"/>
          </p:nvPr>
        </p:nvSpPr>
        <p:spPr/>
        <p:txBody>
          <a:bodyPr/>
          <a:p>
            <a:pPr marL="0" indent="0" algn="r">
              <a:spcBef>
                <a:spcPct val="0"/>
              </a:spcBef>
              <a:buClrTx/>
              <a:buSzTx/>
              <a:buFontTx/>
              <a:buNone/>
            </a:pPr>
            <a:r>
              <a:rPr lang="en-US" altLang="zh-CN" sz="1400" dirty="0">
                <a:ea typeface="宋体" panose="02010600030101010101" pitchFamily="2" charset="-122"/>
              </a:rPr>
              <a:t>Network Layer</a:t>
            </a:r>
            <a:endParaRPr lang="en-US" altLang="zh-CN" sz="1400" dirty="0">
              <a:latin typeface="Times New Roman" panose="02020603050405020304" pitchFamily="18" charset="0"/>
              <a:ea typeface="宋体" panose="02010600030101010101" pitchFamily="2" charset="-122"/>
            </a:endParaRPr>
          </a:p>
        </p:txBody>
      </p:sp>
      <p:sp>
        <p:nvSpPr>
          <p:cNvPr id="6147" name="灯片编号占位符 6"/>
          <p:cNvSpPr txBox="1">
            <a:spLocks noGrp="1"/>
          </p:cNvSpPr>
          <p:nvPr>
            <p:ph type="sldNum" sz="quarter" idx="12"/>
          </p:nvPr>
        </p:nvSpPr>
        <p:spPr/>
        <p:txBody>
          <a:bodyPr/>
          <a:p>
            <a:pPr marL="0" indent="0" algn="r">
              <a:spcBef>
                <a:spcPct val="0"/>
              </a:spcBef>
              <a:buClrTx/>
              <a:buSzTx/>
              <a:buFontTx/>
              <a:buNone/>
            </a:pPr>
            <a:r>
              <a:rPr lang="en-US" altLang="zh-CN" sz="1400" dirty="0">
                <a:ea typeface="宋体" panose="02010600030101010101" pitchFamily="2" charset="-122"/>
              </a:rPr>
              <a:t>4-</a:t>
            </a: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6148" name="Rectangle 4"/>
          <p:cNvSpPr>
            <a:spLocks noGrp="1"/>
          </p:cNvSpPr>
          <p:nvPr>
            <p:ph type="title"/>
          </p:nvPr>
        </p:nvSpPr>
        <p:spPr/>
        <p:txBody>
          <a:bodyPr vert="horz" wrap="square" lIns="91440" tIns="45720" rIns="91440" bIns="45720" anchor="ctr" anchorCtr="0"/>
          <a:p>
            <a:r>
              <a:rPr lang="en-US" altLang="zh-CN" dirty="0">
                <a:ea typeface="宋体" panose="02010600030101010101" pitchFamily="2" charset="-122"/>
              </a:rPr>
              <a:t>Chapter 4: Network Layer</a:t>
            </a:r>
            <a:endParaRPr lang="en-US" altLang="zh-CN" dirty="0">
              <a:ea typeface="宋体" panose="02010600030101010101" pitchFamily="2" charset="-122"/>
            </a:endParaRPr>
          </a:p>
        </p:txBody>
      </p:sp>
      <p:sp>
        <p:nvSpPr>
          <p:cNvPr id="6149" name="Rectangle 5"/>
          <p:cNvSpPr>
            <a:spLocks noGrp="1"/>
          </p:cNvSpPr>
          <p:nvPr>
            <p:ph sz="half" idx="1"/>
          </p:nvPr>
        </p:nvSpPr>
        <p:spPr/>
        <p:txBody>
          <a:bodyPr vert="horz" wrap="square" lIns="91440" tIns="45720" rIns="91440" bIns="45720" anchor="t" anchorCtr="0"/>
          <a:p>
            <a:pPr>
              <a:buClr>
                <a:schemeClr val="accent2"/>
              </a:buClr>
              <a:buSzPct val="85000"/>
              <a:buFont typeface="ZapfDingbats"/>
            </a:pPr>
            <a:r>
              <a:rPr lang="en-US" altLang="zh-CN" sz="2400" dirty="0">
                <a:solidFill>
                  <a:srgbClr val="FF0000"/>
                </a:solidFill>
                <a:ea typeface="宋体" panose="02010600030101010101" pitchFamily="2" charset="-122"/>
              </a:rPr>
              <a:t>4. 1 Introduction</a:t>
            </a:r>
            <a:endParaRPr lang="en-US" altLang="zh-CN" sz="2400" dirty="0">
              <a:solidFill>
                <a:srgbClr val="FF0000"/>
              </a:solidFill>
              <a:ea typeface="宋体" panose="02010600030101010101" pitchFamily="2" charset="-122"/>
            </a:endParaRPr>
          </a:p>
          <a:p>
            <a:pPr>
              <a:buClr>
                <a:schemeClr val="accent2"/>
              </a:buClr>
              <a:buSzPct val="85000"/>
              <a:buFont typeface="ZapfDingbats"/>
            </a:pPr>
            <a:r>
              <a:rPr lang="en-US" altLang="zh-CN" sz="2400" dirty="0">
                <a:ea typeface="宋体" panose="02010600030101010101" pitchFamily="2" charset="-122"/>
              </a:rPr>
              <a:t>4.2 Virtual circuit and datagram networks</a:t>
            </a:r>
            <a:endParaRPr lang="en-US" altLang="zh-CN" sz="2400" dirty="0">
              <a:ea typeface="宋体" panose="02010600030101010101" pitchFamily="2" charset="-122"/>
            </a:endParaRPr>
          </a:p>
          <a:p>
            <a:pPr>
              <a:buClr>
                <a:schemeClr val="accent2"/>
              </a:buClr>
              <a:buSzPct val="85000"/>
              <a:buFont typeface="ZapfDingbats"/>
            </a:pPr>
            <a:r>
              <a:rPr lang="en-US" altLang="zh-CN" sz="2400" dirty="0">
                <a:ea typeface="宋体" panose="02010600030101010101" pitchFamily="2" charset="-122"/>
              </a:rPr>
              <a:t>4.3 What’s inside a router</a:t>
            </a:r>
            <a:endParaRPr lang="en-US" altLang="zh-CN" sz="2400" dirty="0">
              <a:ea typeface="宋体" panose="02010600030101010101" pitchFamily="2" charset="-122"/>
            </a:endParaRPr>
          </a:p>
          <a:p>
            <a:pPr>
              <a:buClr>
                <a:schemeClr val="accent2"/>
              </a:buClr>
              <a:buSzPct val="85000"/>
              <a:buFont typeface="ZapfDingbats"/>
            </a:pPr>
            <a:r>
              <a:rPr lang="en-US" altLang="zh-CN" sz="2400" dirty="0">
                <a:ea typeface="宋体" panose="02010600030101010101" pitchFamily="2" charset="-122"/>
              </a:rPr>
              <a:t>4.4 IP: Internet Protocol</a:t>
            </a:r>
            <a:endParaRPr lang="en-US" altLang="zh-CN" sz="24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Datagram format</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IPv4 addressing</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ICMP</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IPv6</a:t>
            </a:r>
            <a:endParaRPr lang="en-US" altLang="zh-CN" sz="2000" dirty="0">
              <a:ea typeface="宋体" panose="02010600030101010101" pitchFamily="2" charset="-122"/>
            </a:endParaRPr>
          </a:p>
        </p:txBody>
      </p:sp>
      <p:sp>
        <p:nvSpPr>
          <p:cNvPr id="6150" name="Rectangle 6"/>
          <p:cNvSpPr>
            <a:spLocks noGrp="1"/>
          </p:cNvSpPr>
          <p:nvPr>
            <p:ph sz="half" idx="2"/>
          </p:nvPr>
        </p:nvSpPr>
        <p:spPr/>
        <p:txBody>
          <a:bodyPr vert="horz" wrap="square" lIns="91440" tIns="45720" rIns="91440" bIns="45720" anchor="t" anchorCtr="0"/>
          <a:p>
            <a:pPr>
              <a:buClr>
                <a:schemeClr val="accent2"/>
              </a:buClr>
              <a:buSzPct val="85000"/>
              <a:buFont typeface="ZapfDingbats"/>
            </a:pPr>
            <a:r>
              <a:rPr lang="en-US" altLang="zh-CN" sz="2400" dirty="0">
                <a:ea typeface="宋体" panose="02010600030101010101" pitchFamily="2" charset="-122"/>
              </a:rPr>
              <a:t>4.5 Routing algorithms</a:t>
            </a:r>
            <a:endParaRPr lang="en-US" altLang="zh-CN" sz="24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Link state</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Distance Vector</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Hierarchical routing</a:t>
            </a:r>
            <a:r>
              <a:rPr lang="zh-CN" altLang="en-US" sz="2000" dirty="0">
                <a:ea typeface="宋体" panose="02010600030101010101" pitchFamily="2" charset="-122"/>
              </a:rPr>
              <a:t>略</a:t>
            </a:r>
            <a:endParaRPr lang="en-US" altLang="zh-CN" sz="2000" dirty="0">
              <a:ea typeface="宋体" panose="02010600030101010101" pitchFamily="2" charset="-122"/>
            </a:endParaRPr>
          </a:p>
          <a:p>
            <a:pPr>
              <a:buClr>
                <a:schemeClr val="accent2"/>
              </a:buClr>
              <a:buSzPct val="85000"/>
              <a:buFont typeface="ZapfDingbats"/>
            </a:pPr>
            <a:r>
              <a:rPr lang="en-US" altLang="zh-CN" sz="2400" dirty="0">
                <a:ea typeface="宋体" panose="02010600030101010101" pitchFamily="2" charset="-122"/>
              </a:rPr>
              <a:t>4.6 Routing in the Internet</a:t>
            </a:r>
            <a:endParaRPr lang="en-US" altLang="zh-CN" sz="24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RIP</a:t>
            </a:r>
            <a:r>
              <a:rPr lang="zh-CN" altLang="en-US" sz="2000" dirty="0">
                <a:ea typeface="宋体" panose="02010600030101010101" pitchFamily="2" charset="-122"/>
              </a:rPr>
              <a:t>（略）</a:t>
            </a:r>
            <a:endParaRPr lang="zh-CN" altLang="en-US"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OSPF</a:t>
            </a:r>
            <a:r>
              <a:rPr lang="zh-CN" altLang="en-US" sz="2000" dirty="0">
                <a:ea typeface="宋体" panose="02010600030101010101" pitchFamily="2" charset="-122"/>
              </a:rPr>
              <a:t>（略）</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BGP</a:t>
            </a:r>
            <a:endParaRPr lang="en-US" altLang="zh-CN" sz="2000" dirty="0">
              <a:ea typeface="宋体" panose="02010600030101010101" pitchFamily="2" charset="-122"/>
            </a:endParaRPr>
          </a:p>
          <a:p>
            <a:pPr>
              <a:buClr>
                <a:schemeClr val="accent2"/>
              </a:buClr>
              <a:buSzPct val="85000"/>
              <a:buFont typeface="ZapfDingbats"/>
            </a:pPr>
            <a:r>
              <a:rPr lang="en-US" altLang="zh-CN" sz="2400" dirty="0">
                <a:ea typeface="宋体" panose="02010600030101010101" pitchFamily="2" charset="-122"/>
              </a:rPr>
              <a:t>4.7 Broadcast and multicast routing</a:t>
            </a:r>
            <a:r>
              <a:rPr lang="zh-CN" altLang="en-US" sz="2400" dirty="0">
                <a:ea typeface="宋体" panose="02010600030101010101" pitchFamily="2" charset="-122"/>
              </a:rPr>
              <a:t>略</a:t>
            </a:r>
            <a:endParaRPr lang="en-US" altLang="zh-CN" sz="2400" dirty="0">
              <a:ea typeface="宋体" panose="02010600030101010101" pitchFamily="2" charset="-122"/>
            </a:endParaRPr>
          </a:p>
          <a:p>
            <a:pPr>
              <a:buClr>
                <a:schemeClr val="accent2"/>
              </a:buClr>
              <a:buSzPct val="85000"/>
              <a:buFont typeface="ZapfDingbats"/>
            </a:pPr>
            <a:endParaRPr lang="en-US" altLang="zh-CN" sz="2400" dirty="0">
              <a:ea typeface="宋体" panose="02010600030101010101" pitchFamily="2"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页脚占位符 5"/>
          <p:cNvSpPr txBox="1">
            <a:spLocks noGrp="1"/>
          </p:cNvSpPr>
          <p:nvPr>
            <p:ph type="ftr" sz="quarter" idx="11"/>
          </p:nvPr>
        </p:nvSpPr>
        <p:spPr/>
        <p:txBody>
          <a:bodyPr/>
          <a:p>
            <a:pPr marL="0" indent="0" algn="r">
              <a:spcBef>
                <a:spcPct val="0"/>
              </a:spcBef>
              <a:buClrTx/>
              <a:buSzTx/>
              <a:buFontTx/>
              <a:buNone/>
            </a:pPr>
            <a:r>
              <a:rPr lang="en-US" altLang="zh-CN" sz="1400" dirty="0">
                <a:ea typeface="宋体" panose="02010600030101010101" pitchFamily="2" charset="-122"/>
              </a:rPr>
              <a:t>Network Layer</a:t>
            </a:r>
            <a:endParaRPr lang="en-US" altLang="zh-CN" sz="1400" dirty="0">
              <a:latin typeface="Times New Roman" panose="02020603050405020304" pitchFamily="18" charset="0"/>
              <a:ea typeface="宋体" panose="02010600030101010101" pitchFamily="2" charset="-122"/>
            </a:endParaRPr>
          </a:p>
        </p:txBody>
      </p:sp>
      <p:sp>
        <p:nvSpPr>
          <p:cNvPr id="7171" name="灯片编号占位符 6"/>
          <p:cNvSpPr txBox="1">
            <a:spLocks noGrp="1"/>
          </p:cNvSpPr>
          <p:nvPr>
            <p:ph type="sldNum" sz="quarter" idx="12"/>
          </p:nvPr>
        </p:nvSpPr>
        <p:spPr/>
        <p:txBody>
          <a:bodyPr/>
          <a:p>
            <a:pPr marL="0" indent="0" algn="r">
              <a:spcBef>
                <a:spcPct val="0"/>
              </a:spcBef>
              <a:buClrTx/>
              <a:buSzTx/>
              <a:buFontTx/>
              <a:buNone/>
            </a:pPr>
            <a:r>
              <a:rPr lang="en-US" altLang="zh-CN" sz="1400" dirty="0">
                <a:ea typeface="宋体" panose="02010600030101010101" pitchFamily="2" charset="-122"/>
              </a:rPr>
              <a:t>4-</a:t>
            </a: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7172" name="Rectangle 2"/>
          <p:cNvSpPr>
            <a:spLocks noGrp="1"/>
          </p:cNvSpPr>
          <p:nvPr>
            <p:ph type="title"/>
          </p:nvPr>
        </p:nvSpPr>
        <p:spPr>
          <a:xfrm>
            <a:off x="304800" y="0"/>
            <a:ext cx="8382000" cy="1143000"/>
          </a:xfrm>
        </p:spPr>
        <p:txBody>
          <a:bodyPr vert="horz" wrap="square" lIns="91440" tIns="45720" rIns="91440" bIns="45720" anchor="ctr" anchorCtr="0"/>
          <a:p>
            <a:r>
              <a:rPr lang="en-US" altLang="zh-CN" sz="3600" dirty="0">
                <a:ea typeface="宋体" panose="02010600030101010101" pitchFamily="2" charset="-122"/>
              </a:rPr>
              <a:t>Network layer</a:t>
            </a:r>
            <a:endParaRPr lang="en-US" altLang="zh-CN" sz="3600" dirty="0">
              <a:ea typeface="宋体" panose="02010600030101010101" pitchFamily="2" charset="-122"/>
            </a:endParaRPr>
          </a:p>
        </p:txBody>
      </p:sp>
      <p:sp>
        <p:nvSpPr>
          <p:cNvPr id="7173" name="Rectangle 3"/>
          <p:cNvSpPr>
            <a:spLocks noGrp="1"/>
          </p:cNvSpPr>
          <p:nvPr>
            <p:ph sz="half" idx="1"/>
          </p:nvPr>
        </p:nvSpPr>
        <p:spPr>
          <a:xfrm>
            <a:off x="411163" y="1054100"/>
            <a:ext cx="4086225" cy="1831975"/>
          </a:xfrm>
        </p:spPr>
        <p:txBody>
          <a:bodyPr vert="horz" wrap="square" lIns="91440" tIns="45720" rIns="91440" bIns="45720" anchor="t" anchorCtr="0"/>
          <a:p>
            <a:pPr>
              <a:buClr>
                <a:schemeClr val="accent2"/>
              </a:buClr>
              <a:buSzPct val="85000"/>
              <a:buFont typeface="ZapfDingbats"/>
            </a:pPr>
            <a:r>
              <a:rPr lang="en-US" altLang="zh-CN" sz="2400" dirty="0">
                <a:ea typeface="宋体" panose="02010600030101010101" pitchFamily="2" charset="-122"/>
              </a:rPr>
              <a:t>transport segment from sending to receiving host </a:t>
            </a:r>
            <a:endParaRPr lang="en-US" altLang="zh-CN" sz="2400" dirty="0">
              <a:ea typeface="宋体" panose="02010600030101010101" pitchFamily="2" charset="-122"/>
            </a:endParaRPr>
          </a:p>
          <a:p>
            <a:pPr>
              <a:buClr>
                <a:schemeClr val="accent2"/>
              </a:buClr>
              <a:buSzPct val="85000"/>
              <a:buFont typeface="ZapfDingbats"/>
            </a:pPr>
            <a:r>
              <a:rPr lang="en-US" altLang="zh-CN" sz="2400" dirty="0">
                <a:ea typeface="宋体" panose="02010600030101010101" pitchFamily="2" charset="-122"/>
              </a:rPr>
              <a:t>on sending side encapsulates segments into datagrams</a:t>
            </a:r>
            <a:endParaRPr lang="en-US" altLang="zh-CN" sz="2400" dirty="0">
              <a:ea typeface="宋体" panose="02010600030101010101" pitchFamily="2" charset="-122"/>
            </a:endParaRPr>
          </a:p>
          <a:p>
            <a:pPr>
              <a:buClr>
                <a:schemeClr val="accent2"/>
              </a:buClr>
              <a:buSzPct val="85000"/>
              <a:buFont typeface="ZapfDingbats"/>
            </a:pPr>
            <a:r>
              <a:rPr lang="en-US" altLang="zh-CN" sz="2400" dirty="0">
                <a:ea typeface="宋体" panose="02010600030101010101" pitchFamily="2" charset="-122"/>
              </a:rPr>
              <a:t>on rcving side, delivers segments to transport layer</a:t>
            </a:r>
            <a:endParaRPr lang="en-US" altLang="zh-CN" sz="2400" dirty="0">
              <a:ea typeface="宋体" panose="02010600030101010101" pitchFamily="2" charset="-122"/>
            </a:endParaRPr>
          </a:p>
          <a:p>
            <a:pPr>
              <a:buClr>
                <a:schemeClr val="accent2"/>
              </a:buClr>
              <a:buSzPct val="85000"/>
              <a:buFont typeface="ZapfDingbats"/>
            </a:pPr>
            <a:r>
              <a:rPr lang="en-US" altLang="zh-CN" sz="2400" dirty="0">
                <a:ea typeface="宋体" panose="02010600030101010101" pitchFamily="2" charset="-122"/>
              </a:rPr>
              <a:t>network layer protocols in </a:t>
            </a:r>
            <a:r>
              <a:rPr lang="en-US" altLang="zh-CN" sz="2400" i="1" dirty="0">
                <a:ea typeface="宋体" panose="02010600030101010101" pitchFamily="2" charset="-122"/>
              </a:rPr>
              <a:t>every</a:t>
            </a:r>
            <a:r>
              <a:rPr lang="en-US" altLang="zh-CN" sz="2400" dirty="0">
                <a:ea typeface="宋体" panose="02010600030101010101" pitchFamily="2" charset="-122"/>
              </a:rPr>
              <a:t> host, router</a:t>
            </a:r>
            <a:endParaRPr lang="en-US" altLang="zh-CN" sz="2400" dirty="0">
              <a:ea typeface="宋体" panose="02010600030101010101" pitchFamily="2" charset="-122"/>
            </a:endParaRPr>
          </a:p>
          <a:p>
            <a:pPr>
              <a:buClr>
                <a:schemeClr val="accent2"/>
              </a:buClr>
              <a:buSzPct val="85000"/>
              <a:buFont typeface="ZapfDingbats"/>
            </a:pPr>
            <a:r>
              <a:rPr lang="en-US" altLang="zh-CN" sz="2400" dirty="0">
                <a:ea typeface="宋体" panose="02010600030101010101" pitchFamily="2" charset="-122"/>
              </a:rPr>
              <a:t>router examines header fields in all IP datagrams passing through it</a:t>
            </a:r>
            <a:endParaRPr lang="en-US" altLang="zh-CN" sz="2400" dirty="0">
              <a:ea typeface="宋体" panose="02010600030101010101" pitchFamily="2" charset="-122"/>
            </a:endParaRPr>
          </a:p>
          <a:p>
            <a:pPr>
              <a:buClr>
                <a:schemeClr val="accent2"/>
              </a:buClr>
              <a:buSzPct val="85000"/>
              <a:buFont typeface="ZapfDingbats"/>
              <a:buNone/>
            </a:pPr>
            <a:endParaRPr lang="en-US" altLang="zh-CN" sz="2400" dirty="0">
              <a:ea typeface="宋体" panose="02010600030101010101" pitchFamily="2" charset="-122"/>
            </a:endParaRPr>
          </a:p>
          <a:p>
            <a:pPr>
              <a:buClr>
                <a:schemeClr val="accent2"/>
              </a:buClr>
              <a:buSzPct val="85000"/>
              <a:buFont typeface="ZapfDingbats"/>
              <a:buNone/>
            </a:pPr>
            <a:endParaRPr lang="en-US" altLang="zh-CN" sz="2000" dirty="0">
              <a:ea typeface="宋体" panose="02010600030101010101" pitchFamily="2" charset="-122"/>
            </a:endParaRPr>
          </a:p>
          <a:p>
            <a:pPr lvl="1">
              <a:buClr>
                <a:schemeClr val="accent2"/>
              </a:buClr>
              <a:buSzPct val="75000"/>
              <a:buFont typeface="ZapfDingbats"/>
            </a:pPr>
            <a:endParaRPr lang="en-US" altLang="zh-CN" sz="1800" dirty="0">
              <a:ea typeface="宋体" panose="02010600030101010101" pitchFamily="2" charset="-122"/>
            </a:endParaRPr>
          </a:p>
          <a:p>
            <a:pPr>
              <a:buClr>
                <a:schemeClr val="accent2"/>
              </a:buClr>
              <a:buSzPct val="85000"/>
              <a:buFont typeface="ZapfDingbats"/>
            </a:pPr>
            <a:endParaRPr lang="en-US" altLang="zh-CN" sz="2400" dirty="0">
              <a:ea typeface="宋体" panose="02010600030101010101" pitchFamily="2" charset="-122"/>
            </a:endParaRPr>
          </a:p>
        </p:txBody>
      </p:sp>
      <p:sp>
        <p:nvSpPr>
          <p:cNvPr id="7174" name="Freeform 684"/>
          <p:cNvSpPr/>
          <p:nvPr/>
        </p:nvSpPr>
        <p:spPr>
          <a:xfrm>
            <a:off x="6737350" y="3430588"/>
            <a:ext cx="1314450" cy="674687"/>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828" h="425">
                <a:moveTo>
                  <a:pt x="382" y="30"/>
                </a:moveTo>
                <a:cubicBezTo>
                  <a:pt x="350" y="29"/>
                  <a:pt x="413" y="30"/>
                  <a:pt x="370" y="30"/>
                </a:cubicBezTo>
                <a:cubicBezTo>
                  <a:pt x="327" y="30"/>
                  <a:pt x="187" y="16"/>
                  <a:pt x="126" y="32"/>
                </a:cubicBezTo>
                <a:cubicBezTo>
                  <a:pt x="65" y="48"/>
                  <a:pt x="12" y="86"/>
                  <a:pt x="6" y="126"/>
                </a:cubicBezTo>
                <a:cubicBezTo>
                  <a:pt x="0" y="166"/>
                  <a:pt x="44" y="231"/>
                  <a:pt x="92" y="274"/>
                </a:cubicBezTo>
                <a:cubicBezTo>
                  <a:pt x="140" y="317"/>
                  <a:pt x="217" y="360"/>
                  <a:pt x="292" y="384"/>
                </a:cubicBezTo>
                <a:cubicBezTo>
                  <a:pt x="367" y="408"/>
                  <a:pt x="472" y="425"/>
                  <a:pt x="540" y="416"/>
                </a:cubicBezTo>
                <a:cubicBezTo>
                  <a:pt x="608" y="407"/>
                  <a:pt x="659" y="371"/>
                  <a:pt x="698" y="330"/>
                </a:cubicBezTo>
                <a:cubicBezTo>
                  <a:pt x="737" y="289"/>
                  <a:pt x="760" y="221"/>
                  <a:pt x="776" y="170"/>
                </a:cubicBezTo>
                <a:cubicBezTo>
                  <a:pt x="792" y="119"/>
                  <a:pt x="828" y="44"/>
                  <a:pt x="792" y="22"/>
                </a:cubicBezTo>
                <a:cubicBezTo>
                  <a:pt x="756" y="0"/>
                  <a:pt x="630" y="37"/>
                  <a:pt x="560" y="38"/>
                </a:cubicBezTo>
                <a:cubicBezTo>
                  <a:pt x="490" y="39"/>
                  <a:pt x="414" y="31"/>
                  <a:pt x="382" y="30"/>
                </a:cubicBezTo>
                <a:close/>
              </a:path>
            </a:pathLst>
          </a:custGeom>
          <a:solidFill>
            <a:srgbClr val="DDDDDD">
              <a:alpha val="100000"/>
            </a:srgbClr>
          </a:solidFill>
          <a:ln w="9525">
            <a:noFill/>
          </a:ln>
        </p:spPr>
        <p:txBody>
          <a:bodyPr/>
          <a:p>
            <a:endParaRPr lang="zh-CN" altLang="en-US"/>
          </a:p>
        </p:txBody>
      </p:sp>
      <p:sp>
        <p:nvSpPr>
          <p:cNvPr id="7175" name="Freeform 685"/>
          <p:cNvSpPr/>
          <p:nvPr/>
        </p:nvSpPr>
        <p:spPr>
          <a:xfrm>
            <a:off x="6756400" y="1905000"/>
            <a:ext cx="1730375" cy="1044575"/>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765" h="459">
                <a:moveTo>
                  <a:pt x="424" y="10"/>
                </a:moveTo>
                <a:cubicBezTo>
                  <a:pt x="362" y="16"/>
                  <a:pt x="343" y="55"/>
                  <a:pt x="288" y="70"/>
                </a:cubicBezTo>
                <a:cubicBezTo>
                  <a:pt x="233" y="85"/>
                  <a:pt x="142" y="56"/>
                  <a:pt x="96" y="100"/>
                </a:cubicBezTo>
                <a:cubicBezTo>
                  <a:pt x="50" y="144"/>
                  <a:pt x="0" y="279"/>
                  <a:pt x="14" y="336"/>
                </a:cubicBezTo>
                <a:cubicBezTo>
                  <a:pt x="28" y="393"/>
                  <a:pt x="125" y="429"/>
                  <a:pt x="180" y="444"/>
                </a:cubicBezTo>
                <a:cubicBezTo>
                  <a:pt x="235" y="459"/>
                  <a:pt x="279" y="426"/>
                  <a:pt x="346" y="426"/>
                </a:cubicBezTo>
                <a:cubicBezTo>
                  <a:pt x="413" y="426"/>
                  <a:pt x="525" y="443"/>
                  <a:pt x="584" y="444"/>
                </a:cubicBezTo>
                <a:cubicBezTo>
                  <a:pt x="643" y="445"/>
                  <a:pt x="670" y="446"/>
                  <a:pt x="698" y="434"/>
                </a:cubicBezTo>
                <a:cubicBezTo>
                  <a:pt x="726" y="422"/>
                  <a:pt x="743" y="418"/>
                  <a:pt x="752" y="372"/>
                </a:cubicBezTo>
                <a:cubicBezTo>
                  <a:pt x="761" y="326"/>
                  <a:pt x="765" y="214"/>
                  <a:pt x="750" y="158"/>
                </a:cubicBezTo>
                <a:cubicBezTo>
                  <a:pt x="735" y="102"/>
                  <a:pt x="716" y="58"/>
                  <a:pt x="662" y="34"/>
                </a:cubicBezTo>
                <a:cubicBezTo>
                  <a:pt x="608" y="10"/>
                  <a:pt x="505" y="0"/>
                  <a:pt x="424" y="10"/>
                </a:cubicBezTo>
                <a:close/>
              </a:path>
            </a:pathLst>
          </a:custGeom>
          <a:gradFill rotWithShape="1">
            <a:gsLst>
              <a:gs pos="0">
                <a:srgbClr val="DDDDDD">
                  <a:alpha val="100000"/>
                </a:srgbClr>
              </a:gs>
              <a:gs pos="100000">
                <a:schemeClr val="bg1">
                  <a:alpha val="100000"/>
                </a:schemeClr>
              </a:gs>
            </a:gsLst>
            <a:lin ang="0" scaled="1"/>
            <a:tileRect/>
          </a:gradFill>
          <a:ln w="9525">
            <a:noFill/>
          </a:ln>
        </p:spPr>
        <p:txBody>
          <a:bodyPr/>
          <a:p>
            <a:endParaRPr lang="zh-CN" altLang="en-US"/>
          </a:p>
        </p:txBody>
      </p:sp>
      <p:sp>
        <p:nvSpPr>
          <p:cNvPr id="7176" name="Freeform 686"/>
          <p:cNvSpPr/>
          <p:nvPr/>
        </p:nvSpPr>
        <p:spPr>
          <a:xfrm>
            <a:off x="5016500" y="1612900"/>
            <a:ext cx="1644650" cy="1071563"/>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DDDDDD">
              <a:alpha val="100000"/>
            </a:srgbClr>
          </a:solidFill>
          <a:ln w="9525">
            <a:noFill/>
          </a:ln>
        </p:spPr>
        <p:txBody>
          <a:bodyPr/>
          <a:p>
            <a:endParaRPr lang="zh-CN" altLang="en-US"/>
          </a:p>
        </p:txBody>
      </p:sp>
      <p:grpSp>
        <p:nvGrpSpPr>
          <p:cNvPr id="7177" name="Group 687"/>
          <p:cNvGrpSpPr/>
          <p:nvPr/>
        </p:nvGrpSpPr>
        <p:grpSpPr>
          <a:xfrm>
            <a:off x="5103813" y="2947988"/>
            <a:ext cx="1458912" cy="933450"/>
            <a:chOff x="2889" y="1631"/>
            <a:chExt cx="980" cy="743"/>
          </a:xfrm>
        </p:grpSpPr>
        <p:sp>
          <p:nvSpPr>
            <p:cNvPr id="7777" name="Rectangle 688"/>
            <p:cNvSpPr/>
            <p:nvPr/>
          </p:nvSpPr>
          <p:spPr>
            <a:xfrm>
              <a:off x="3046" y="1841"/>
              <a:ext cx="663" cy="533"/>
            </a:xfrm>
            <a:prstGeom prst="rect">
              <a:avLst/>
            </a:prstGeom>
            <a:solidFill>
              <a:srgbClr val="DDDDDD"/>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7778" name="AutoShape 689"/>
            <p:cNvSpPr/>
            <p:nvPr/>
          </p:nvSpPr>
          <p:spPr>
            <a:xfrm>
              <a:off x="2889" y="1631"/>
              <a:ext cx="980" cy="253"/>
            </a:xfrm>
            <a:prstGeom prst="triangle">
              <a:avLst>
                <a:gd name="adj" fmla="val 50000"/>
              </a:avLst>
            </a:prstGeom>
            <a:solidFill>
              <a:srgbClr val="DDDDDD"/>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solidFill>
                  <a:srgbClr val="00CCFF"/>
                </a:solidFill>
                <a:latin typeface="Times New Roman" panose="02020603050405020304" pitchFamily="18" charset="0"/>
                <a:ea typeface="宋体" panose="02010600030101010101" pitchFamily="2" charset="-122"/>
              </a:endParaRPr>
            </a:p>
          </p:txBody>
        </p:sp>
      </p:grpSp>
      <p:grpSp>
        <p:nvGrpSpPr>
          <p:cNvPr id="7178" name="Group 690"/>
          <p:cNvGrpSpPr/>
          <p:nvPr/>
        </p:nvGrpSpPr>
        <p:grpSpPr>
          <a:xfrm>
            <a:off x="5805488" y="1804988"/>
            <a:ext cx="336550" cy="531812"/>
            <a:chOff x="3796" y="1043"/>
            <a:chExt cx="865" cy="1237"/>
          </a:xfrm>
        </p:grpSpPr>
        <p:sp>
          <p:nvSpPr>
            <p:cNvPr id="7747" name="Line 691"/>
            <p:cNvSpPr/>
            <p:nvPr/>
          </p:nvSpPr>
          <p:spPr>
            <a:xfrm flipH="1">
              <a:off x="3992" y="1481"/>
              <a:ext cx="235" cy="724"/>
            </a:xfrm>
            <a:prstGeom prst="line">
              <a:avLst/>
            </a:prstGeom>
            <a:ln w="9525" cap="flat" cmpd="sng">
              <a:solidFill>
                <a:schemeClr val="bg2"/>
              </a:solidFill>
              <a:prstDash val="solid"/>
              <a:headEnd type="none" w="med" len="med"/>
              <a:tailEnd type="none" w="med" len="med"/>
            </a:ln>
          </p:spPr>
        </p:sp>
        <p:sp>
          <p:nvSpPr>
            <p:cNvPr id="7748" name="Line 692"/>
            <p:cNvSpPr/>
            <p:nvPr/>
          </p:nvSpPr>
          <p:spPr>
            <a:xfrm>
              <a:off x="4227" y="1481"/>
              <a:ext cx="236" cy="720"/>
            </a:xfrm>
            <a:prstGeom prst="line">
              <a:avLst/>
            </a:prstGeom>
            <a:ln w="9525" cap="flat" cmpd="sng">
              <a:solidFill>
                <a:schemeClr val="bg2"/>
              </a:solidFill>
              <a:prstDash val="solid"/>
              <a:headEnd type="none" w="med" len="med"/>
              <a:tailEnd type="none" w="med" len="med"/>
            </a:ln>
          </p:spPr>
        </p:sp>
        <p:sp>
          <p:nvSpPr>
            <p:cNvPr id="7749" name="Line 693"/>
            <p:cNvSpPr/>
            <p:nvPr/>
          </p:nvSpPr>
          <p:spPr>
            <a:xfrm>
              <a:off x="3992" y="2201"/>
              <a:ext cx="235" cy="79"/>
            </a:xfrm>
            <a:prstGeom prst="line">
              <a:avLst/>
            </a:prstGeom>
            <a:ln w="9525" cap="flat" cmpd="sng">
              <a:solidFill>
                <a:schemeClr val="bg2"/>
              </a:solidFill>
              <a:prstDash val="solid"/>
              <a:headEnd type="none" w="med" len="med"/>
              <a:tailEnd type="none" w="med" len="med"/>
            </a:ln>
          </p:spPr>
        </p:sp>
        <p:sp>
          <p:nvSpPr>
            <p:cNvPr id="7750" name="Line 694"/>
            <p:cNvSpPr/>
            <p:nvPr/>
          </p:nvSpPr>
          <p:spPr>
            <a:xfrm flipH="1">
              <a:off x="4227" y="2201"/>
              <a:ext cx="236" cy="79"/>
            </a:xfrm>
            <a:prstGeom prst="line">
              <a:avLst/>
            </a:prstGeom>
            <a:ln w="9525" cap="flat" cmpd="sng">
              <a:solidFill>
                <a:schemeClr val="bg2"/>
              </a:solidFill>
              <a:prstDash val="solid"/>
              <a:headEnd type="none" w="med" len="med"/>
              <a:tailEnd type="none" w="med" len="med"/>
            </a:ln>
          </p:spPr>
        </p:sp>
        <p:sp>
          <p:nvSpPr>
            <p:cNvPr id="7751" name="Line 695"/>
            <p:cNvSpPr/>
            <p:nvPr/>
          </p:nvSpPr>
          <p:spPr>
            <a:xfrm>
              <a:off x="4227" y="1497"/>
              <a:ext cx="0" cy="783"/>
            </a:xfrm>
            <a:prstGeom prst="line">
              <a:avLst/>
            </a:prstGeom>
            <a:ln w="9525" cap="flat" cmpd="sng">
              <a:solidFill>
                <a:schemeClr val="bg2"/>
              </a:solidFill>
              <a:prstDash val="solid"/>
              <a:headEnd type="none" w="med" len="med"/>
              <a:tailEnd type="none" w="med" len="med"/>
            </a:ln>
          </p:spPr>
        </p:sp>
        <p:sp>
          <p:nvSpPr>
            <p:cNvPr id="7752" name="Line 696"/>
            <p:cNvSpPr/>
            <p:nvPr/>
          </p:nvSpPr>
          <p:spPr>
            <a:xfrm flipV="1">
              <a:off x="3992" y="2127"/>
              <a:ext cx="235" cy="78"/>
            </a:xfrm>
            <a:prstGeom prst="line">
              <a:avLst/>
            </a:prstGeom>
            <a:ln w="9525" cap="flat" cmpd="sng">
              <a:solidFill>
                <a:schemeClr val="bg2"/>
              </a:solidFill>
              <a:prstDash val="solid"/>
              <a:headEnd type="none" w="med" len="med"/>
              <a:tailEnd type="none" w="med" len="med"/>
            </a:ln>
          </p:spPr>
        </p:sp>
        <p:sp>
          <p:nvSpPr>
            <p:cNvPr id="7753" name="Line 697"/>
            <p:cNvSpPr/>
            <p:nvPr/>
          </p:nvSpPr>
          <p:spPr>
            <a:xfrm flipH="1" flipV="1">
              <a:off x="4227" y="2127"/>
              <a:ext cx="236" cy="74"/>
            </a:xfrm>
            <a:prstGeom prst="line">
              <a:avLst/>
            </a:prstGeom>
            <a:ln w="9525" cap="flat" cmpd="sng">
              <a:solidFill>
                <a:schemeClr val="bg2"/>
              </a:solidFill>
              <a:prstDash val="solid"/>
              <a:headEnd type="none" w="med" len="med"/>
              <a:tailEnd type="none" w="med" len="med"/>
            </a:ln>
          </p:spPr>
        </p:sp>
        <p:sp>
          <p:nvSpPr>
            <p:cNvPr id="7754" name="Line 698"/>
            <p:cNvSpPr/>
            <p:nvPr/>
          </p:nvSpPr>
          <p:spPr>
            <a:xfrm>
              <a:off x="4092" y="1890"/>
              <a:ext cx="135" cy="60"/>
            </a:xfrm>
            <a:prstGeom prst="line">
              <a:avLst/>
            </a:prstGeom>
            <a:ln w="9525" cap="flat" cmpd="sng">
              <a:solidFill>
                <a:schemeClr val="bg2"/>
              </a:solidFill>
              <a:prstDash val="solid"/>
              <a:headEnd type="none" w="med" len="med"/>
              <a:tailEnd type="none" w="med" len="med"/>
            </a:ln>
          </p:spPr>
        </p:sp>
        <p:sp>
          <p:nvSpPr>
            <p:cNvPr id="7755" name="Line 699"/>
            <p:cNvSpPr/>
            <p:nvPr/>
          </p:nvSpPr>
          <p:spPr>
            <a:xfrm flipV="1">
              <a:off x="4227" y="1890"/>
              <a:ext cx="143" cy="60"/>
            </a:xfrm>
            <a:prstGeom prst="line">
              <a:avLst/>
            </a:prstGeom>
            <a:ln w="9525" cap="flat" cmpd="sng">
              <a:solidFill>
                <a:schemeClr val="bg2"/>
              </a:solidFill>
              <a:prstDash val="solid"/>
              <a:headEnd type="none" w="med" len="med"/>
              <a:tailEnd type="none" w="med" len="med"/>
            </a:ln>
          </p:spPr>
        </p:sp>
        <p:sp>
          <p:nvSpPr>
            <p:cNvPr id="7756" name="Line 700"/>
            <p:cNvSpPr/>
            <p:nvPr/>
          </p:nvSpPr>
          <p:spPr>
            <a:xfrm>
              <a:off x="4047" y="1996"/>
              <a:ext cx="175" cy="81"/>
            </a:xfrm>
            <a:prstGeom prst="line">
              <a:avLst/>
            </a:prstGeom>
            <a:ln w="9525" cap="flat" cmpd="sng">
              <a:solidFill>
                <a:schemeClr val="bg2"/>
              </a:solidFill>
              <a:prstDash val="solid"/>
              <a:headEnd type="none" w="med" len="med"/>
              <a:tailEnd type="none" w="med" len="med"/>
            </a:ln>
          </p:spPr>
        </p:sp>
        <p:sp>
          <p:nvSpPr>
            <p:cNvPr id="7757" name="Line 701"/>
            <p:cNvSpPr/>
            <p:nvPr/>
          </p:nvSpPr>
          <p:spPr>
            <a:xfrm flipV="1">
              <a:off x="4227" y="2012"/>
              <a:ext cx="176" cy="71"/>
            </a:xfrm>
            <a:prstGeom prst="line">
              <a:avLst/>
            </a:prstGeom>
            <a:ln w="9525" cap="flat" cmpd="sng">
              <a:solidFill>
                <a:schemeClr val="bg2"/>
              </a:solidFill>
              <a:prstDash val="solid"/>
              <a:headEnd type="none" w="med" len="med"/>
              <a:tailEnd type="none" w="med" len="med"/>
            </a:ln>
          </p:spPr>
        </p:sp>
        <p:sp>
          <p:nvSpPr>
            <p:cNvPr id="7758" name="Line 702"/>
            <p:cNvSpPr/>
            <p:nvPr/>
          </p:nvSpPr>
          <p:spPr>
            <a:xfrm flipV="1">
              <a:off x="4227" y="1782"/>
              <a:ext cx="90" cy="29"/>
            </a:xfrm>
            <a:prstGeom prst="line">
              <a:avLst/>
            </a:prstGeom>
            <a:ln w="9525" cap="flat" cmpd="sng">
              <a:solidFill>
                <a:schemeClr val="bg2"/>
              </a:solidFill>
              <a:prstDash val="solid"/>
              <a:headEnd type="none" w="med" len="med"/>
              <a:tailEnd type="none" w="med" len="med"/>
            </a:ln>
          </p:spPr>
        </p:sp>
        <p:sp>
          <p:nvSpPr>
            <p:cNvPr id="7759" name="Line 703"/>
            <p:cNvSpPr/>
            <p:nvPr/>
          </p:nvSpPr>
          <p:spPr>
            <a:xfrm flipV="1">
              <a:off x="4227" y="1632"/>
              <a:ext cx="57" cy="22"/>
            </a:xfrm>
            <a:prstGeom prst="line">
              <a:avLst/>
            </a:prstGeom>
            <a:ln w="9525" cap="flat" cmpd="sng">
              <a:solidFill>
                <a:schemeClr val="bg2"/>
              </a:solidFill>
              <a:prstDash val="solid"/>
              <a:headEnd type="none" w="med" len="med"/>
              <a:tailEnd type="none" w="med" len="med"/>
            </a:ln>
          </p:spPr>
        </p:sp>
        <p:sp>
          <p:nvSpPr>
            <p:cNvPr id="7760" name="Line 704"/>
            <p:cNvSpPr/>
            <p:nvPr/>
          </p:nvSpPr>
          <p:spPr>
            <a:xfrm>
              <a:off x="4126" y="1772"/>
              <a:ext cx="109" cy="39"/>
            </a:xfrm>
            <a:prstGeom prst="line">
              <a:avLst/>
            </a:prstGeom>
            <a:ln w="9525" cap="flat" cmpd="sng">
              <a:solidFill>
                <a:schemeClr val="bg2"/>
              </a:solidFill>
              <a:prstDash val="solid"/>
              <a:headEnd type="none" w="med" len="med"/>
              <a:tailEnd type="none" w="med" len="med"/>
            </a:ln>
          </p:spPr>
        </p:sp>
        <p:sp>
          <p:nvSpPr>
            <p:cNvPr id="7761" name="Line 705"/>
            <p:cNvSpPr/>
            <p:nvPr/>
          </p:nvSpPr>
          <p:spPr>
            <a:xfrm>
              <a:off x="4175" y="1625"/>
              <a:ext cx="63" cy="39"/>
            </a:xfrm>
            <a:prstGeom prst="line">
              <a:avLst/>
            </a:prstGeom>
            <a:ln w="9525" cap="flat" cmpd="sng">
              <a:solidFill>
                <a:schemeClr val="bg2"/>
              </a:solidFill>
              <a:prstDash val="solid"/>
              <a:headEnd type="none" w="med" len="med"/>
              <a:tailEnd type="none" w="med" len="med"/>
            </a:ln>
          </p:spPr>
        </p:sp>
        <p:grpSp>
          <p:nvGrpSpPr>
            <p:cNvPr id="7762" name="Group 706"/>
            <p:cNvGrpSpPr/>
            <p:nvPr/>
          </p:nvGrpSpPr>
          <p:grpSpPr>
            <a:xfrm>
              <a:off x="4269" y="1415"/>
              <a:ext cx="392" cy="137"/>
              <a:chOff x="4227" y="1360"/>
              <a:chExt cx="863" cy="270"/>
            </a:xfrm>
          </p:grpSpPr>
          <p:sp>
            <p:nvSpPr>
              <p:cNvPr id="7773" name="Line 707"/>
              <p:cNvSpPr/>
              <p:nvPr/>
            </p:nvSpPr>
            <p:spPr>
              <a:xfrm>
                <a:off x="4227" y="1604"/>
                <a:ext cx="0" cy="0"/>
              </a:xfrm>
              <a:prstGeom prst="line">
                <a:avLst/>
              </a:prstGeom>
              <a:ln w="9525" cap="flat" cmpd="sng">
                <a:solidFill>
                  <a:schemeClr val="bg2"/>
                </a:solidFill>
                <a:prstDash val="solid"/>
                <a:headEnd type="none" w="med" len="med"/>
                <a:tailEnd type="none" w="med" len="med"/>
              </a:ln>
            </p:spPr>
          </p:sp>
          <p:sp>
            <p:nvSpPr>
              <p:cNvPr id="7774" name="Line 708"/>
              <p:cNvSpPr/>
              <p:nvPr/>
            </p:nvSpPr>
            <p:spPr>
              <a:xfrm rot="6361956" flipH="1" flipV="1">
                <a:off x="4464" y="1204"/>
                <a:ext cx="189" cy="500"/>
              </a:xfrm>
              <a:prstGeom prst="line">
                <a:avLst/>
              </a:prstGeom>
              <a:ln w="31750" cap="flat" cmpd="sng">
                <a:solidFill>
                  <a:schemeClr val="bg2"/>
                </a:solidFill>
                <a:prstDash val="solid"/>
                <a:headEnd type="none" w="med" len="med"/>
                <a:tailEnd type="none" w="med" len="med"/>
              </a:ln>
            </p:spPr>
          </p:sp>
          <p:sp>
            <p:nvSpPr>
              <p:cNvPr id="7775" name="Line 709"/>
              <p:cNvSpPr/>
              <p:nvPr/>
            </p:nvSpPr>
            <p:spPr>
              <a:xfrm rot="6361956">
                <a:off x="4602" y="1393"/>
                <a:ext cx="189" cy="203"/>
              </a:xfrm>
              <a:prstGeom prst="line">
                <a:avLst/>
              </a:prstGeom>
              <a:ln w="31750" cap="flat" cmpd="sng">
                <a:solidFill>
                  <a:schemeClr val="bg2"/>
                </a:solidFill>
                <a:prstDash val="solid"/>
                <a:headEnd type="none" w="med" len="med"/>
                <a:tailEnd type="none" w="med" len="med"/>
              </a:ln>
            </p:spPr>
          </p:sp>
          <p:sp>
            <p:nvSpPr>
              <p:cNvPr id="7776" name="Line 710"/>
              <p:cNvSpPr/>
              <p:nvPr/>
            </p:nvSpPr>
            <p:spPr>
              <a:xfrm rot="6361956" flipH="1" flipV="1">
                <a:off x="4745" y="1285"/>
                <a:ext cx="189" cy="500"/>
              </a:xfrm>
              <a:prstGeom prst="line">
                <a:avLst/>
              </a:prstGeom>
              <a:ln w="31750" cap="flat" cmpd="sng">
                <a:solidFill>
                  <a:schemeClr val="bg2"/>
                </a:solidFill>
                <a:prstDash val="solid"/>
                <a:headEnd type="none" w="med" len="med"/>
                <a:tailEnd type="none" w="med" len="med"/>
              </a:ln>
            </p:spPr>
          </p:sp>
        </p:grpSp>
        <p:grpSp>
          <p:nvGrpSpPr>
            <p:cNvPr id="7763" name="Group 711"/>
            <p:cNvGrpSpPr/>
            <p:nvPr/>
          </p:nvGrpSpPr>
          <p:grpSpPr>
            <a:xfrm rot="5700496">
              <a:off x="4052" y="1170"/>
              <a:ext cx="392" cy="137"/>
              <a:chOff x="4227" y="1360"/>
              <a:chExt cx="863" cy="270"/>
            </a:xfrm>
          </p:grpSpPr>
          <p:sp>
            <p:nvSpPr>
              <p:cNvPr id="7769" name="Line 712"/>
              <p:cNvSpPr/>
              <p:nvPr/>
            </p:nvSpPr>
            <p:spPr>
              <a:xfrm>
                <a:off x="4227" y="1604"/>
                <a:ext cx="0" cy="0"/>
              </a:xfrm>
              <a:prstGeom prst="line">
                <a:avLst/>
              </a:prstGeom>
              <a:ln w="9525" cap="flat" cmpd="sng">
                <a:solidFill>
                  <a:schemeClr val="bg2"/>
                </a:solidFill>
                <a:prstDash val="solid"/>
                <a:headEnd type="none" w="med" len="med"/>
                <a:tailEnd type="none" w="med" len="med"/>
              </a:ln>
            </p:spPr>
          </p:sp>
          <p:sp>
            <p:nvSpPr>
              <p:cNvPr id="7770" name="Line 713"/>
              <p:cNvSpPr/>
              <p:nvPr/>
            </p:nvSpPr>
            <p:spPr>
              <a:xfrm rot="6361956" flipH="1" flipV="1">
                <a:off x="4464" y="1204"/>
                <a:ext cx="189" cy="500"/>
              </a:xfrm>
              <a:prstGeom prst="line">
                <a:avLst/>
              </a:prstGeom>
              <a:ln w="31750" cap="flat" cmpd="sng">
                <a:solidFill>
                  <a:schemeClr val="bg2"/>
                </a:solidFill>
                <a:prstDash val="solid"/>
                <a:headEnd type="none" w="med" len="med"/>
                <a:tailEnd type="none" w="med" len="med"/>
              </a:ln>
            </p:spPr>
          </p:sp>
          <p:sp>
            <p:nvSpPr>
              <p:cNvPr id="7771" name="Line 714"/>
              <p:cNvSpPr/>
              <p:nvPr/>
            </p:nvSpPr>
            <p:spPr>
              <a:xfrm rot="6361956">
                <a:off x="4602" y="1393"/>
                <a:ext cx="189" cy="203"/>
              </a:xfrm>
              <a:prstGeom prst="line">
                <a:avLst/>
              </a:prstGeom>
              <a:ln w="31750" cap="flat" cmpd="sng">
                <a:solidFill>
                  <a:schemeClr val="bg2"/>
                </a:solidFill>
                <a:prstDash val="solid"/>
                <a:headEnd type="none" w="med" len="med"/>
                <a:tailEnd type="none" w="med" len="med"/>
              </a:ln>
            </p:spPr>
          </p:sp>
          <p:sp>
            <p:nvSpPr>
              <p:cNvPr id="7772" name="Line 715"/>
              <p:cNvSpPr/>
              <p:nvPr/>
            </p:nvSpPr>
            <p:spPr>
              <a:xfrm rot="6361956" flipH="1" flipV="1">
                <a:off x="4745" y="1285"/>
                <a:ext cx="189" cy="500"/>
              </a:xfrm>
              <a:prstGeom prst="line">
                <a:avLst/>
              </a:prstGeom>
              <a:ln w="31750" cap="flat" cmpd="sng">
                <a:solidFill>
                  <a:schemeClr val="bg2"/>
                </a:solidFill>
                <a:prstDash val="solid"/>
                <a:headEnd type="none" w="med" len="med"/>
                <a:tailEnd type="none" w="med" len="med"/>
              </a:ln>
            </p:spPr>
          </p:sp>
        </p:grpSp>
        <p:grpSp>
          <p:nvGrpSpPr>
            <p:cNvPr id="7764" name="Group 716"/>
            <p:cNvGrpSpPr/>
            <p:nvPr/>
          </p:nvGrpSpPr>
          <p:grpSpPr>
            <a:xfrm rot="10800000">
              <a:off x="3796" y="1402"/>
              <a:ext cx="392" cy="137"/>
              <a:chOff x="4227" y="1360"/>
              <a:chExt cx="863" cy="270"/>
            </a:xfrm>
          </p:grpSpPr>
          <p:sp>
            <p:nvSpPr>
              <p:cNvPr id="7765" name="Line 717"/>
              <p:cNvSpPr/>
              <p:nvPr/>
            </p:nvSpPr>
            <p:spPr>
              <a:xfrm>
                <a:off x="4227" y="1604"/>
                <a:ext cx="0" cy="0"/>
              </a:xfrm>
              <a:prstGeom prst="line">
                <a:avLst/>
              </a:prstGeom>
              <a:ln w="9525" cap="flat" cmpd="sng">
                <a:solidFill>
                  <a:schemeClr val="bg2"/>
                </a:solidFill>
                <a:prstDash val="solid"/>
                <a:headEnd type="none" w="med" len="med"/>
                <a:tailEnd type="none" w="med" len="med"/>
              </a:ln>
            </p:spPr>
          </p:sp>
          <p:sp>
            <p:nvSpPr>
              <p:cNvPr id="7766" name="Line 718"/>
              <p:cNvSpPr/>
              <p:nvPr/>
            </p:nvSpPr>
            <p:spPr>
              <a:xfrm rot="6361956" flipH="1" flipV="1">
                <a:off x="4464" y="1204"/>
                <a:ext cx="189" cy="500"/>
              </a:xfrm>
              <a:prstGeom prst="line">
                <a:avLst/>
              </a:prstGeom>
              <a:ln w="31750" cap="flat" cmpd="sng">
                <a:solidFill>
                  <a:schemeClr val="bg2"/>
                </a:solidFill>
                <a:prstDash val="solid"/>
                <a:headEnd type="none" w="med" len="med"/>
                <a:tailEnd type="none" w="med" len="med"/>
              </a:ln>
            </p:spPr>
          </p:sp>
          <p:sp>
            <p:nvSpPr>
              <p:cNvPr id="7767" name="Line 719"/>
              <p:cNvSpPr/>
              <p:nvPr/>
            </p:nvSpPr>
            <p:spPr>
              <a:xfrm rot="6361956">
                <a:off x="4602" y="1393"/>
                <a:ext cx="189" cy="203"/>
              </a:xfrm>
              <a:prstGeom prst="line">
                <a:avLst/>
              </a:prstGeom>
              <a:ln w="31750" cap="flat" cmpd="sng">
                <a:solidFill>
                  <a:schemeClr val="bg2"/>
                </a:solidFill>
                <a:prstDash val="solid"/>
                <a:headEnd type="none" w="med" len="med"/>
                <a:tailEnd type="none" w="med" len="med"/>
              </a:ln>
            </p:spPr>
          </p:sp>
          <p:sp>
            <p:nvSpPr>
              <p:cNvPr id="7768" name="Line 720"/>
              <p:cNvSpPr/>
              <p:nvPr/>
            </p:nvSpPr>
            <p:spPr>
              <a:xfrm rot="6361956" flipH="1" flipV="1">
                <a:off x="4745" y="1285"/>
                <a:ext cx="189" cy="500"/>
              </a:xfrm>
              <a:prstGeom prst="line">
                <a:avLst/>
              </a:prstGeom>
              <a:ln w="31750" cap="flat" cmpd="sng">
                <a:solidFill>
                  <a:schemeClr val="bg2"/>
                </a:solidFill>
                <a:prstDash val="solid"/>
                <a:headEnd type="none" w="med" len="med"/>
                <a:tailEnd type="none" w="med" len="med"/>
              </a:ln>
            </p:spPr>
          </p:sp>
        </p:grpSp>
      </p:grpSp>
      <p:sp>
        <p:nvSpPr>
          <p:cNvPr id="7179" name="Oval 721"/>
          <p:cNvSpPr/>
          <p:nvPr/>
        </p:nvSpPr>
        <p:spPr>
          <a:xfrm>
            <a:off x="6862763" y="3625850"/>
            <a:ext cx="358775" cy="95250"/>
          </a:xfrm>
          <a:prstGeom prst="ellipse">
            <a:avLst/>
          </a:prstGeom>
          <a:solidFill>
            <a:srgbClr val="DDDDDD"/>
          </a:solidFill>
          <a:ln w="12700" cap="flat" cmpd="sng">
            <a:solidFill>
              <a:schemeClr val="folHlink"/>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7180" name="Line 722"/>
          <p:cNvSpPr/>
          <p:nvPr/>
        </p:nvSpPr>
        <p:spPr>
          <a:xfrm>
            <a:off x="6862763" y="3617913"/>
            <a:ext cx="0" cy="58737"/>
          </a:xfrm>
          <a:prstGeom prst="line">
            <a:avLst/>
          </a:prstGeom>
          <a:ln w="12700" cap="flat" cmpd="sng">
            <a:solidFill>
              <a:schemeClr val="folHlink"/>
            </a:solidFill>
            <a:prstDash val="solid"/>
            <a:headEnd type="none" w="med" len="med"/>
            <a:tailEnd type="none" w="med" len="med"/>
          </a:ln>
        </p:spPr>
      </p:sp>
      <p:sp>
        <p:nvSpPr>
          <p:cNvPr id="7181" name="Line 723"/>
          <p:cNvSpPr/>
          <p:nvPr/>
        </p:nvSpPr>
        <p:spPr>
          <a:xfrm>
            <a:off x="7221538" y="3617913"/>
            <a:ext cx="0" cy="58737"/>
          </a:xfrm>
          <a:prstGeom prst="line">
            <a:avLst/>
          </a:prstGeom>
          <a:ln w="12700" cap="flat" cmpd="sng">
            <a:solidFill>
              <a:schemeClr val="folHlink"/>
            </a:solidFill>
            <a:prstDash val="solid"/>
            <a:headEnd type="none" w="med" len="med"/>
            <a:tailEnd type="none" w="med" len="med"/>
          </a:ln>
        </p:spPr>
      </p:sp>
      <p:sp>
        <p:nvSpPr>
          <p:cNvPr id="7182" name="Rectangle 724"/>
          <p:cNvSpPr/>
          <p:nvPr/>
        </p:nvSpPr>
        <p:spPr>
          <a:xfrm>
            <a:off x="6862763" y="3617913"/>
            <a:ext cx="355600" cy="58737"/>
          </a:xfrm>
          <a:prstGeom prst="rect">
            <a:avLst/>
          </a:prstGeom>
          <a:solidFill>
            <a:srgbClr val="DDDDDD"/>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7183" name="Oval 725"/>
          <p:cNvSpPr/>
          <p:nvPr/>
        </p:nvSpPr>
        <p:spPr>
          <a:xfrm>
            <a:off x="6859588" y="3549650"/>
            <a:ext cx="358775" cy="111125"/>
          </a:xfrm>
          <a:prstGeom prst="ellipse">
            <a:avLst/>
          </a:prstGeom>
          <a:solidFill>
            <a:srgbClr val="DDDDDD"/>
          </a:solidFill>
          <a:ln w="12700" cap="flat" cmpd="sng">
            <a:solidFill>
              <a:schemeClr val="folHlink"/>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7184" name="Group 726"/>
          <p:cNvGrpSpPr/>
          <p:nvPr/>
        </p:nvGrpSpPr>
        <p:grpSpPr>
          <a:xfrm>
            <a:off x="6945313" y="3573463"/>
            <a:ext cx="179387" cy="65087"/>
            <a:chOff x="2848" y="848"/>
            <a:chExt cx="140" cy="98"/>
          </a:xfrm>
        </p:grpSpPr>
        <p:sp>
          <p:nvSpPr>
            <p:cNvPr id="7744" name="Line 727"/>
            <p:cNvSpPr/>
            <p:nvPr/>
          </p:nvSpPr>
          <p:spPr>
            <a:xfrm flipV="1">
              <a:off x="2848" y="848"/>
              <a:ext cx="50" cy="2"/>
            </a:xfrm>
            <a:prstGeom prst="line">
              <a:avLst/>
            </a:prstGeom>
            <a:ln w="28575" cap="flat" cmpd="sng">
              <a:solidFill>
                <a:schemeClr val="bg2"/>
              </a:solidFill>
              <a:prstDash val="solid"/>
              <a:headEnd type="none" w="med" len="med"/>
              <a:tailEnd type="none" w="med" len="med"/>
            </a:ln>
          </p:spPr>
        </p:sp>
        <p:sp>
          <p:nvSpPr>
            <p:cNvPr id="7745" name="Line 728"/>
            <p:cNvSpPr/>
            <p:nvPr/>
          </p:nvSpPr>
          <p:spPr>
            <a:xfrm>
              <a:off x="2944" y="946"/>
              <a:ext cx="44" cy="0"/>
            </a:xfrm>
            <a:prstGeom prst="line">
              <a:avLst/>
            </a:prstGeom>
            <a:ln w="28575" cap="flat" cmpd="sng">
              <a:solidFill>
                <a:schemeClr val="bg2"/>
              </a:solidFill>
              <a:prstDash val="solid"/>
              <a:headEnd type="none" w="med" len="med"/>
              <a:tailEnd type="none" w="med" len="med"/>
            </a:ln>
          </p:spPr>
        </p:sp>
        <p:sp>
          <p:nvSpPr>
            <p:cNvPr id="7746" name="Line 729"/>
            <p:cNvSpPr/>
            <p:nvPr/>
          </p:nvSpPr>
          <p:spPr>
            <a:xfrm>
              <a:off x="2894" y="850"/>
              <a:ext cx="52" cy="96"/>
            </a:xfrm>
            <a:prstGeom prst="line">
              <a:avLst/>
            </a:prstGeom>
            <a:ln w="28575" cap="flat" cmpd="sng">
              <a:solidFill>
                <a:schemeClr val="bg2"/>
              </a:solidFill>
              <a:prstDash val="solid"/>
              <a:headEnd type="none" w="med" len="med"/>
              <a:tailEnd type="none" w="med" len="med"/>
            </a:ln>
          </p:spPr>
        </p:sp>
      </p:grpSp>
      <p:grpSp>
        <p:nvGrpSpPr>
          <p:cNvPr id="7185" name="Group 730"/>
          <p:cNvGrpSpPr/>
          <p:nvPr/>
        </p:nvGrpSpPr>
        <p:grpSpPr>
          <a:xfrm flipV="1">
            <a:off x="6945313" y="3573463"/>
            <a:ext cx="179387" cy="65087"/>
            <a:chOff x="2848" y="848"/>
            <a:chExt cx="140" cy="98"/>
          </a:xfrm>
        </p:grpSpPr>
        <p:sp>
          <p:nvSpPr>
            <p:cNvPr id="7741" name="Line 731"/>
            <p:cNvSpPr/>
            <p:nvPr/>
          </p:nvSpPr>
          <p:spPr>
            <a:xfrm flipV="1">
              <a:off x="2848" y="848"/>
              <a:ext cx="50" cy="2"/>
            </a:xfrm>
            <a:prstGeom prst="line">
              <a:avLst/>
            </a:prstGeom>
            <a:ln w="28575" cap="flat" cmpd="sng">
              <a:solidFill>
                <a:schemeClr val="bg2"/>
              </a:solidFill>
              <a:prstDash val="solid"/>
              <a:headEnd type="none" w="med" len="med"/>
              <a:tailEnd type="none" w="med" len="med"/>
            </a:ln>
          </p:spPr>
        </p:sp>
        <p:sp>
          <p:nvSpPr>
            <p:cNvPr id="7742" name="Line 732"/>
            <p:cNvSpPr/>
            <p:nvPr/>
          </p:nvSpPr>
          <p:spPr>
            <a:xfrm>
              <a:off x="2944" y="946"/>
              <a:ext cx="44" cy="0"/>
            </a:xfrm>
            <a:prstGeom prst="line">
              <a:avLst/>
            </a:prstGeom>
            <a:ln w="28575" cap="flat" cmpd="sng">
              <a:solidFill>
                <a:schemeClr val="bg2"/>
              </a:solidFill>
              <a:prstDash val="solid"/>
              <a:headEnd type="none" w="med" len="med"/>
              <a:tailEnd type="none" w="med" len="med"/>
            </a:ln>
          </p:spPr>
        </p:sp>
        <p:sp>
          <p:nvSpPr>
            <p:cNvPr id="7743" name="Line 733"/>
            <p:cNvSpPr/>
            <p:nvPr/>
          </p:nvSpPr>
          <p:spPr>
            <a:xfrm>
              <a:off x="2894" y="850"/>
              <a:ext cx="52" cy="96"/>
            </a:xfrm>
            <a:prstGeom prst="line">
              <a:avLst/>
            </a:prstGeom>
            <a:ln w="28575" cap="flat" cmpd="sng">
              <a:solidFill>
                <a:schemeClr val="bg2"/>
              </a:solidFill>
              <a:prstDash val="solid"/>
              <a:headEnd type="none" w="med" len="med"/>
              <a:tailEnd type="none" w="med" len="med"/>
            </a:ln>
          </p:spPr>
        </p:sp>
      </p:grpSp>
      <p:sp>
        <p:nvSpPr>
          <p:cNvPr id="7186" name="Oval 734"/>
          <p:cNvSpPr/>
          <p:nvPr/>
        </p:nvSpPr>
        <p:spPr>
          <a:xfrm>
            <a:off x="7218363" y="3905250"/>
            <a:ext cx="358775" cy="95250"/>
          </a:xfrm>
          <a:prstGeom prst="ellipse">
            <a:avLst/>
          </a:prstGeom>
          <a:solidFill>
            <a:srgbClr val="DDDDDD"/>
          </a:solidFill>
          <a:ln w="12700" cap="flat" cmpd="sng">
            <a:solidFill>
              <a:schemeClr val="folHlink"/>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7187" name="Line 735"/>
          <p:cNvSpPr/>
          <p:nvPr/>
        </p:nvSpPr>
        <p:spPr>
          <a:xfrm>
            <a:off x="7218363" y="3897313"/>
            <a:ext cx="0" cy="58737"/>
          </a:xfrm>
          <a:prstGeom prst="line">
            <a:avLst/>
          </a:prstGeom>
          <a:ln w="12700" cap="flat" cmpd="sng">
            <a:solidFill>
              <a:schemeClr val="folHlink"/>
            </a:solidFill>
            <a:prstDash val="solid"/>
            <a:headEnd type="none" w="med" len="med"/>
            <a:tailEnd type="none" w="med" len="med"/>
          </a:ln>
        </p:spPr>
      </p:sp>
      <p:sp>
        <p:nvSpPr>
          <p:cNvPr id="7188" name="Line 736"/>
          <p:cNvSpPr/>
          <p:nvPr/>
        </p:nvSpPr>
        <p:spPr>
          <a:xfrm>
            <a:off x="7577138" y="3897313"/>
            <a:ext cx="0" cy="58737"/>
          </a:xfrm>
          <a:prstGeom prst="line">
            <a:avLst/>
          </a:prstGeom>
          <a:ln w="12700" cap="flat" cmpd="sng">
            <a:solidFill>
              <a:schemeClr val="folHlink"/>
            </a:solidFill>
            <a:prstDash val="solid"/>
            <a:headEnd type="none" w="med" len="med"/>
            <a:tailEnd type="none" w="med" len="med"/>
          </a:ln>
        </p:spPr>
      </p:sp>
      <p:sp>
        <p:nvSpPr>
          <p:cNvPr id="7189" name="Rectangle 737"/>
          <p:cNvSpPr/>
          <p:nvPr/>
        </p:nvSpPr>
        <p:spPr>
          <a:xfrm>
            <a:off x="7218363" y="3897313"/>
            <a:ext cx="355600" cy="58737"/>
          </a:xfrm>
          <a:prstGeom prst="rect">
            <a:avLst/>
          </a:prstGeom>
          <a:solidFill>
            <a:srgbClr val="DDDDDD"/>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7190" name="Oval 738"/>
          <p:cNvSpPr/>
          <p:nvPr/>
        </p:nvSpPr>
        <p:spPr>
          <a:xfrm>
            <a:off x="7215188" y="3829050"/>
            <a:ext cx="358775" cy="111125"/>
          </a:xfrm>
          <a:prstGeom prst="ellipse">
            <a:avLst/>
          </a:prstGeom>
          <a:solidFill>
            <a:srgbClr val="DDDDDD"/>
          </a:solidFill>
          <a:ln w="12700" cap="flat" cmpd="sng">
            <a:solidFill>
              <a:schemeClr val="folHlink"/>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7191" name="Group 739"/>
          <p:cNvGrpSpPr/>
          <p:nvPr/>
        </p:nvGrpSpPr>
        <p:grpSpPr>
          <a:xfrm>
            <a:off x="7300913" y="3852863"/>
            <a:ext cx="179387" cy="65087"/>
            <a:chOff x="2848" y="848"/>
            <a:chExt cx="140" cy="98"/>
          </a:xfrm>
        </p:grpSpPr>
        <p:sp>
          <p:nvSpPr>
            <p:cNvPr id="7738" name="Line 740"/>
            <p:cNvSpPr/>
            <p:nvPr/>
          </p:nvSpPr>
          <p:spPr>
            <a:xfrm flipV="1">
              <a:off x="2848" y="848"/>
              <a:ext cx="50" cy="2"/>
            </a:xfrm>
            <a:prstGeom prst="line">
              <a:avLst/>
            </a:prstGeom>
            <a:ln w="28575" cap="flat" cmpd="sng">
              <a:solidFill>
                <a:schemeClr val="bg2"/>
              </a:solidFill>
              <a:prstDash val="solid"/>
              <a:headEnd type="none" w="med" len="med"/>
              <a:tailEnd type="none" w="med" len="med"/>
            </a:ln>
          </p:spPr>
        </p:sp>
        <p:sp>
          <p:nvSpPr>
            <p:cNvPr id="7739" name="Line 741"/>
            <p:cNvSpPr/>
            <p:nvPr/>
          </p:nvSpPr>
          <p:spPr>
            <a:xfrm>
              <a:off x="2944" y="946"/>
              <a:ext cx="44" cy="0"/>
            </a:xfrm>
            <a:prstGeom prst="line">
              <a:avLst/>
            </a:prstGeom>
            <a:ln w="28575" cap="flat" cmpd="sng">
              <a:solidFill>
                <a:schemeClr val="bg2"/>
              </a:solidFill>
              <a:prstDash val="solid"/>
              <a:headEnd type="none" w="med" len="med"/>
              <a:tailEnd type="none" w="med" len="med"/>
            </a:ln>
          </p:spPr>
        </p:sp>
        <p:sp>
          <p:nvSpPr>
            <p:cNvPr id="7740" name="Line 742"/>
            <p:cNvSpPr/>
            <p:nvPr/>
          </p:nvSpPr>
          <p:spPr>
            <a:xfrm>
              <a:off x="2894" y="850"/>
              <a:ext cx="52" cy="96"/>
            </a:xfrm>
            <a:prstGeom prst="line">
              <a:avLst/>
            </a:prstGeom>
            <a:ln w="28575" cap="flat" cmpd="sng">
              <a:solidFill>
                <a:schemeClr val="bg2"/>
              </a:solidFill>
              <a:prstDash val="solid"/>
              <a:headEnd type="none" w="med" len="med"/>
              <a:tailEnd type="none" w="med" len="med"/>
            </a:ln>
          </p:spPr>
        </p:sp>
      </p:grpSp>
      <p:grpSp>
        <p:nvGrpSpPr>
          <p:cNvPr id="7192" name="Group 743"/>
          <p:cNvGrpSpPr/>
          <p:nvPr/>
        </p:nvGrpSpPr>
        <p:grpSpPr>
          <a:xfrm flipV="1">
            <a:off x="7300913" y="3852863"/>
            <a:ext cx="179387" cy="65087"/>
            <a:chOff x="2848" y="848"/>
            <a:chExt cx="140" cy="98"/>
          </a:xfrm>
        </p:grpSpPr>
        <p:sp>
          <p:nvSpPr>
            <p:cNvPr id="7735" name="Line 744"/>
            <p:cNvSpPr/>
            <p:nvPr/>
          </p:nvSpPr>
          <p:spPr>
            <a:xfrm flipV="1">
              <a:off x="2848" y="848"/>
              <a:ext cx="50" cy="2"/>
            </a:xfrm>
            <a:prstGeom prst="line">
              <a:avLst/>
            </a:prstGeom>
            <a:ln w="28575" cap="flat" cmpd="sng">
              <a:solidFill>
                <a:schemeClr val="bg2"/>
              </a:solidFill>
              <a:prstDash val="solid"/>
              <a:headEnd type="none" w="med" len="med"/>
              <a:tailEnd type="none" w="med" len="med"/>
            </a:ln>
          </p:spPr>
        </p:sp>
        <p:sp>
          <p:nvSpPr>
            <p:cNvPr id="7736" name="Line 745"/>
            <p:cNvSpPr/>
            <p:nvPr/>
          </p:nvSpPr>
          <p:spPr>
            <a:xfrm>
              <a:off x="2944" y="946"/>
              <a:ext cx="44" cy="0"/>
            </a:xfrm>
            <a:prstGeom prst="line">
              <a:avLst/>
            </a:prstGeom>
            <a:ln w="28575" cap="flat" cmpd="sng">
              <a:solidFill>
                <a:schemeClr val="bg2"/>
              </a:solidFill>
              <a:prstDash val="solid"/>
              <a:headEnd type="none" w="med" len="med"/>
              <a:tailEnd type="none" w="med" len="med"/>
            </a:ln>
          </p:spPr>
        </p:sp>
        <p:sp>
          <p:nvSpPr>
            <p:cNvPr id="7737" name="Line 746"/>
            <p:cNvSpPr/>
            <p:nvPr/>
          </p:nvSpPr>
          <p:spPr>
            <a:xfrm>
              <a:off x="2894" y="850"/>
              <a:ext cx="52" cy="96"/>
            </a:xfrm>
            <a:prstGeom prst="line">
              <a:avLst/>
            </a:prstGeom>
            <a:ln w="28575" cap="flat" cmpd="sng">
              <a:solidFill>
                <a:schemeClr val="bg2"/>
              </a:solidFill>
              <a:prstDash val="solid"/>
              <a:headEnd type="none" w="med" len="med"/>
              <a:tailEnd type="none" w="med" len="med"/>
            </a:ln>
          </p:spPr>
        </p:sp>
      </p:grpSp>
      <p:sp>
        <p:nvSpPr>
          <p:cNvPr id="7193" name="Oval 747"/>
          <p:cNvSpPr/>
          <p:nvPr/>
        </p:nvSpPr>
        <p:spPr>
          <a:xfrm>
            <a:off x="7497763" y="3638550"/>
            <a:ext cx="358775" cy="95250"/>
          </a:xfrm>
          <a:prstGeom prst="ellipse">
            <a:avLst/>
          </a:prstGeom>
          <a:solidFill>
            <a:srgbClr val="DDDDDD"/>
          </a:solidFill>
          <a:ln w="12700" cap="flat" cmpd="sng">
            <a:solidFill>
              <a:schemeClr val="folHlink"/>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7194" name="Line 748"/>
          <p:cNvSpPr/>
          <p:nvPr/>
        </p:nvSpPr>
        <p:spPr>
          <a:xfrm>
            <a:off x="7497763" y="3630613"/>
            <a:ext cx="0" cy="58737"/>
          </a:xfrm>
          <a:prstGeom prst="line">
            <a:avLst/>
          </a:prstGeom>
          <a:ln w="12700" cap="flat" cmpd="sng">
            <a:solidFill>
              <a:schemeClr val="folHlink"/>
            </a:solidFill>
            <a:prstDash val="solid"/>
            <a:headEnd type="none" w="med" len="med"/>
            <a:tailEnd type="none" w="med" len="med"/>
          </a:ln>
        </p:spPr>
      </p:sp>
      <p:sp>
        <p:nvSpPr>
          <p:cNvPr id="7195" name="Line 749"/>
          <p:cNvSpPr/>
          <p:nvPr/>
        </p:nvSpPr>
        <p:spPr>
          <a:xfrm>
            <a:off x="7856538" y="3630613"/>
            <a:ext cx="0" cy="58737"/>
          </a:xfrm>
          <a:prstGeom prst="line">
            <a:avLst/>
          </a:prstGeom>
          <a:ln w="12700" cap="flat" cmpd="sng">
            <a:solidFill>
              <a:schemeClr val="folHlink"/>
            </a:solidFill>
            <a:prstDash val="solid"/>
            <a:headEnd type="none" w="med" len="med"/>
            <a:tailEnd type="none" w="med" len="med"/>
          </a:ln>
        </p:spPr>
      </p:sp>
      <p:sp>
        <p:nvSpPr>
          <p:cNvPr id="7196" name="Rectangle 750"/>
          <p:cNvSpPr/>
          <p:nvPr/>
        </p:nvSpPr>
        <p:spPr>
          <a:xfrm>
            <a:off x="7497763" y="3630613"/>
            <a:ext cx="355600" cy="58737"/>
          </a:xfrm>
          <a:prstGeom prst="rect">
            <a:avLst/>
          </a:prstGeom>
          <a:solidFill>
            <a:srgbClr val="DDDDDD"/>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7197" name="Oval 751"/>
          <p:cNvSpPr/>
          <p:nvPr/>
        </p:nvSpPr>
        <p:spPr>
          <a:xfrm>
            <a:off x="7494588" y="3562350"/>
            <a:ext cx="358775" cy="111125"/>
          </a:xfrm>
          <a:prstGeom prst="ellipse">
            <a:avLst/>
          </a:prstGeom>
          <a:solidFill>
            <a:srgbClr val="DDDDDD"/>
          </a:solidFill>
          <a:ln w="12700" cap="flat" cmpd="sng">
            <a:solidFill>
              <a:schemeClr val="folHlink"/>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7198" name="Group 752"/>
          <p:cNvGrpSpPr/>
          <p:nvPr/>
        </p:nvGrpSpPr>
        <p:grpSpPr>
          <a:xfrm>
            <a:off x="7580313" y="3586163"/>
            <a:ext cx="179387" cy="65087"/>
            <a:chOff x="2848" y="848"/>
            <a:chExt cx="140" cy="98"/>
          </a:xfrm>
        </p:grpSpPr>
        <p:sp>
          <p:nvSpPr>
            <p:cNvPr id="7732" name="Line 753"/>
            <p:cNvSpPr/>
            <p:nvPr/>
          </p:nvSpPr>
          <p:spPr>
            <a:xfrm flipV="1">
              <a:off x="2848" y="848"/>
              <a:ext cx="50" cy="2"/>
            </a:xfrm>
            <a:prstGeom prst="line">
              <a:avLst/>
            </a:prstGeom>
            <a:ln w="28575" cap="flat" cmpd="sng">
              <a:solidFill>
                <a:schemeClr val="bg2"/>
              </a:solidFill>
              <a:prstDash val="solid"/>
              <a:headEnd type="none" w="med" len="med"/>
              <a:tailEnd type="none" w="med" len="med"/>
            </a:ln>
          </p:spPr>
        </p:sp>
        <p:sp>
          <p:nvSpPr>
            <p:cNvPr id="7733" name="Line 754"/>
            <p:cNvSpPr/>
            <p:nvPr/>
          </p:nvSpPr>
          <p:spPr>
            <a:xfrm>
              <a:off x="2944" y="946"/>
              <a:ext cx="44" cy="0"/>
            </a:xfrm>
            <a:prstGeom prst="line">
              <a:avLst/>
            </a:prstGeom>
            <a:ln w="28575" cap="flat" cmpd="sng">
              <a:solidFill>
                <a:schemeClr val="bg2"/>
              </a:solidFill>
              <a:prstDash val="solid"/>
              <a:headEnd type="none" w="med" len="med"/>
              <a:tailEnd type="none" w="med" len="med"/>
            </a:ln>
          </p:spPr>
        </p:sp>
        <p:sp>
          <p:nvSpPr>
            <p:cNvPr id="7734" name="Line 755"/>
            <p:cNvSpPr/>
            <p:nvPr/>
          </p:nvSpPr>
          <p:spPr>
            <a:xfrm>
              <a:off x="2894" y="850"/>
              <a:ext cx="52" cy="96"/>
            </a:xfrm>
            <a:prstGeom prst="line">
              <a:avLst/>
            </a:prstGeom>
            <a:ln w="28575" cap="flat" cmpd="sng">
              <a:solidFill>
                <a:schemeClr val="bg2"/>
              </a:solidFill>
              <a:prstDash val="solid"/>
              <a:headEnd type="none" w="med" len="med"/>
              <a:tailEnd type="none" w="med" len="med"/>
            </a:ln>
          </p:spPr>
        </p:sp>
      </p:grpSp>
      <p:grpSp>
        <p:nvGrpSpPr>
          <p:cNvPr id="7199" name="Group 756"/>
          <p:cNvGrpSpPr/>
          <p:nvPr/>
        </p:nvGrpSpPr>
        <p:grpSpPr>
          <a:xfrm flipV="1">
            <a:off x="7580313" y="3586163"/>
            <a:ext cx="179387" cy="65087"/>
            <a:chOff x="2848" y="848"/>
            <a:chExt cx="140" cy="98"/>
          </a:xfrm>
        </p:grpSpPr>
        <p:sp>
          <p:nvSpPr>
            <p:cNvPr id="7729" name="Line 757"/>
            <p:cNvSpPr/>
            <p:nvPr/>
          </p:nvSpPr>
          <p:spPr>
            <a:xfrm flipV="1">
              <a:off x="2848" y="848"/>
              <a:ext cx="50" cy="2"/>
            </a:xfrm>
            <a:prstGeom prst="line">
              <a:avLst/>
            </a:prstGeom>
            <a:ln w="28575" cap="flat" cmpd="sng">
              <a:solidFill>
                <a:schemeClr val="bg2"/>
              </a:solidFill>
              <a:prstDash val="solid"/>
              <a:headEnd type="none" w="med" len="med"/>
              <a:tailEnd type="none" w="med" len="med"/>
            </a:ln>
          </p:spPr>
        </p:sp>
        <p:sp>
          <p:nvSpPr>
            <p:cNvPr id="7730" name="Line 758"/>
            <p:cNvSpPr/>
            <p:nvPr/>
          </p:nvSpPr>
          <p:spPr>
            <a:xfrm>
              <a:off x="2944" y="946"/>
              <a:ext cx="44" cy="0"/>
            </a:xfrm>
            <a:prstGeom prst="line">
              <a:avLst/>
            </a:prstGeom>
            <a:ln w="28575" cap="flat" cmpd="sng">
              <a:solidFill>
                <a:schemeClr val="bg2"/>
              </a:solidFill>
              <a:prstDash val="solid"/>
              <a:headEnd type="none" w="med" len="med"/>
              <a:tailEnd type="none" w="med" len="med"/>
            </a:ln>
          </p:spPr>
        </p:sp>
        <p:sp>
          <p:nvSpPr>
            <p:cNvPr id="7731" name="Line 759"/>
            <p:cNvSpPr/>
            <p:nvPr/>
          </p:nvSpPr>
          <p:spPr>
            <a:xfrm>
              <a:off x="2894" y="850"/>
              <a:ext cx="52" cy="96"/>
            </a:xfrm>
            <a:prstGeom prst="line">
              <a:avLst/>
            </a:prstGeom>
            <a:ln w="28575" cap="flat" cmpd="sng">
              <a:solidFill>
                <a:schemeClr val="bg2"/>
              </a:solidFill>
              <a:prstDash val="solid"/>
              <a:headEnd type="none" w="med" len="med"/>
              <a:tailEnd type="none" w="med" len="med"/>
            </a:ln>
          </p:spPr>
        </p:sp>
      </p:grpSp>
      <p:sp>
        <p:nvSpPr>
          <p:cNvPr id="7200" name="Oval 760"/>
          <p:cNvSpPr/>
          <p:nvPr/>
        </p:nvSpPr>
        <p:spPr>
          <a:xfrm>
            <a:off x="6962775" y="2476500"/>
            <a:ext cx="347663" cy="88900"/>
          </a:xfrm>
          <a:prstGeom prst="ellipse">
            <a:avLst/>
          </a:prstGeom>
          <a:solidFill>
            <a:srgbClr val="DDDDDD"/>
          </a:solidFill>
          <a:ln w="12700" cap="flat" cmpd="sng">
            <a:solidFill>
              <a:schemeClr val="folHlink"/>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7201" name="Line 761"/>
          <p:cNvSpPr/>
          <p:nvPr/>
        </p:nvSpPr>
        <p:spPr>
          <a:xfrm>
            <a:off x="6962775" y="2468563"/>
            <a:ext cx="0" cy="55562"/>
          </a:xfrm>
          <a:prstGeom prst="line">
            <a:avLst/>
          </a:prstGeom>
          <a:ln w="12700" cap="flat" cmpd="sng">
            <a:solidFill>
              <a:schemeClr val="folHlink"/>
            </a:solidFill>
            <a:prstDash val="solid"/>
            <a:headEnd type="none" w="med" len="med"/>
            <a:tailEnd type="none" w="med" len="med"/>
          </a:ln>
        </p:spPr>
      </p:sp>
      <p:sp>
        <p:nvSpPr>
          <p:cNvPr id="7202" name="Line 762"/>
          <p:cNvSpPr/>
          <p:nvPr/>
        </p:nvSpPr>
        <p:spPr>
          <a:xfrm>
            <a:off x="7310438" y="2468563"/>
            <a:ext cx="0" cy="55562"/>
          </a:xfrm>
          <a:prstGeom prst="line">
            <a:avLst/>
          </a:prstGeom>
          <a:ln w="12700" cap="flat" cmpd="sng">
            <a:solidFill>
              <a:schemeClr val="folHlink"/>
            </a:solidFill>
            <a:prstDash val="solid"/>
            <a:headEnd type="none" w="med" len="med"/>
            <a:tailEnd type="none" w="med" len="med"/>
          </a:ln>
        </p:spPr>
      </p:sp>
      <p:sp>
        <p:nvSpPr>
          <p:cNvPr id="7203" name="Rectangle 763"/>
          <p:cNvSpPr/>
          <p:nvPr/>
        </p:nvSpPr>
        <p:spPr>
          <a:xfrm>
            <a:off x="6962775" y="2468563"/>
            <a:ext cx="344488" cy="53975"/>
          </a:xfrm>
          <a:prstGeom prst="rect">
            <a:avLst/>
          </a:prstGeom>
          <a:solidFill>
            <a:srgbClr val="DDDDDD"/>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7204" name="Oval 764"/>
          <p:cNvSpPr/>
          <p:nvPr/>
        </p:nvSpPr>
        <p:spPr>
          <a:xfrm>
            <a:off x="6959600" y="2405063"/>
            <a:ext cx="347663" cy="103187"/>
          </a:xfrm>
          <a:prstGeom prst="ellipse">
            <a:avLst/>
          </a:prstGeom>
          <a:solidFill>
            <a:srgbClr val="DDDDDD"/>
          </a:solidFill>
          <a:ln w="12700" cap="flat" cmpd="sng">
            <a:solidFill>
              <a:schemeClr val="folHlink"/>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7205" name="Group 765"/>
          <p:cNvGrpSpPr/>
          <p:nvPr/>
        </p:nvGrpSpPr>
        <p:grpSpPr>
          <a:xfrm>
            <a:off x="7043738" y="2427288"/>
            <a:ext cx="171450" cy="61912"/>
            <a:chOff x="2848" y="848"/>
            <a:chExt cx="140" cy="98"/>
          </a:xfrm>
        </p:grpSpPr>
        <p:sp>
          <p:nvSpPr>
            <p:cNvPr id="7726" name="Line 766"/>
            <p:cNvSpPr/>
            <p:nvPr/>
          </p:nvSpPr>
          <p:spPr>
            <a:xfrm flipV="1">
              <a:off x="2848" y="848"/>
              <a:ext cx="50" cy="2"/>
            </a:xfrm>
            <a:prstGeom prst="line">
              <a:avLst/>
            </a:prstGeom>
            <a:ln w="28575" cap="flat" cmpd="sng">
              <a:solidFill>
                <a:schemeClr val="bg2"/>
              </a:solidFill>
              <a:prstDash val="solid"/>
              <a:headEnd type="none" w="med" len="med"/>
              <a:tailEnd type="none" w="med" len="med"/>
            </a:ln>
          </p:spPr>
        </p:sp>
        <p:sp>
          <p:nvSpPr>
            <p:cNvPr id="7727" name="Line 767"/>
            <p:cNvSpPr/>
            <p:nvPr/>
          </p:nvSpPr>
          <p:spPr>
            <a:xfrm>
              <a:off x="2944" y="946"/>
              <a:ext cx="44" cy="0"/>
            </a:xfrm>
            <a:prstGeom prst="line">
              <a:avLst/>
            </a:prstGeom>
            <a:ln w="28575" cap="flat" cmpd="sng">
              <a:solidFill>
                <a:schemeClr val="bg2"/>
              </a:solidFill>
              <a:prstDash val="solid"/>
              <a:headEnd type="none" w="med" len="med"/>
              <a:tailEnd type="none" w="med" len="med"/>
            </a:ln>
          </p:spPr>
        </p:sp>
        <p:sp>
          <p:nvSpPr>
            <p:cNvPr id="7728" name="Line 768"/>
            <p:cNvSpPr/>
            <p:nvPr/>
          </p:nvSpPr>
          <p:spPr>
            <a:xfrm>
              <a:off x="2894" y="850"/>
              <a:ext cx="52" cy="96"/>
            </a:xfrm>
            <a:prstGeom prst="line">
              <a:avLst/>
            </a:prstGeom>
            <a:ln w="28575" cap="flat" cmpd="sng">
              <a:solidFill>
                <a:schemeClr val="bg2"/>
              </a:solidFill>
              <a:prstDash val="solid"/>
              <a:headEnd type="none" w="med" len="med"/>
              <a:tailEnd type="none" w="med" len="med"/>
            </a:ln>
          </p:spPr>
        </p:sp>
      </p:grpSp>
      <p:grpSp>
        <p:nvGrpSpPr>
          <p:cNvPr id="7206" name="Group 769"/>
          <p:cNvGrpSpPr/>
          <p:nvPr/>
        </p:nvGrpSpPr>
        <p:grpSpPr>
          <a:xfrm flipV="1">
            <a:off x="7043738" y="2427288"/>
            <a:ext cx="171450" cy="60325"/>
            <a:chOff x="2848" y="848"/>
            <a:chExt cx="140" cy="98"/>
          </a:xfrm>
        </p:grpSpPr>
        <p:sp>
          <p:nvSpPr>
            <p:cNvPr id="7723" name="Line 770"/>
            <p:cNvSpPr/>
            <p:nvPr/>
          </p:nvSpPr>
          <p:spPr>
            <a:xfrm flipV="1">
              <a:off x="2848" y="848"/>
              <a:ext cx="50" cy="2"/>
            </a:xfrm>
            <a:prstGeom prst="line">
              <a:avLst/>
            </a:prstGeom>
            <a:ln w="28575" cap="flat" cmpd="sng">
              <a:solidFill>
                <a:schemeClr val="bg2"/>
              </a:solidFill>
              <a:prstDash val="solid"/>
              <a:headEnd type="none" w="med" len="med"/>
              <a:tailEnd type="none" w="med" len="med"/>
            </a:ln>
          </p:spPr>
        </p:sp>
        <p:sp>
          <p:nvSpPr>
            <p:cNvPr id="7724" name="Line 771"/>
            <p:cNvSpPr/>
            <p:nvPr/>
          </p:nvSpPr>
          <p:spPr>
            <a:xfrm>
              <a:off x="2944" y="946"/>
              <a:ext cx="44" cy="0"/>
            </a:xfrm>
            <a:prstGeom prst="line">
              <a:avLst/>
            </a:prstGeom>
            <a:ln w="28575" cap="flat" cmpd="sng">
              <a:solidFill>
                <a:schemeClr val="bg2"/>
              </a:solidFill>
              <a:prstDash val="solid"/>
              <a:headEnd type="none" w="med" len="med"/>
              <a:tailEnd type="none" w="med" len="med"/>
            </a:ln>
          </p:spPr>
        </p:sp>
        <p:sp>
          <p:nvSpPr>
            <p:cNvPr id="7725" name="Line 772"/>
            <p:cNvSpPr/>
            <p:nvPr/>
          </p:nvSpPr>
          <p:spPr>
            <a:xfrm>
              <a:off x="2894" y="850"/>
              <a:ext cx="52" cy="96"/>
            </a:xfrm>
            <a:prstGeom prst="line">
              <a:avLst/>
            </a:prstGeom>
            <a:ln w="28575" cap="flat" cmpd="sng">
              <a:solidFill>
                <a:schemeClr val="bg2"/>
              </a:solidFill>
              <a:prstDash val="solid"/>
              <a:headEnd type="none" w="med" len="med"/>
              <a:tailEnd type="none" w="med" len="med"/>
            </a:ln>
          </p:spPr>
        </p:sp>
      </p:grpSp>
      <p:sp>
        <p:nvSpPr>
          <p:cNvPr id="7207" name="Oval 773"/>
          <p:cNvSpPr/>
          <p:nvPr/>
        </p:nvSpPr>
        <p:spPr>
          <a:xfrm>
            <a:off x="6961188" y="2736850"/>
            <a:ext cx="358775" cy="95250"/>
          </a:xfrm>
          <a:prstGeom prst="ellipse">
            <a:avLst/>
          </a:prstGeom>
          <a:solidFill>
            <a:srgbClr val="DDDDDD"/>
          </a:solidFill>
          <a:ln w="12700" cap="flat" cmpd="sng">
            <a:solidFill>
              <a:schemeClr val="folHlink"/>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7208" name="Line 774"/>
          <p:cNvSpPr/>
          <p:nvPr/>
        </p:nvSpPr>
        <p:spPr>
          <a:xfrm>
            <a:off x="6961188" y="2728913"/>
            <a:ext cx="0" cy="58737"/>
          </a:xfrm>
          <a:prstGeom prst="line">
            <a:avLst/>
          </a:prstGeom>
          <a:ln w="12700" cap="flat" cmpd="sng">
            <a:solidFill>
              <a:schemeClr val="folHlink"/>
            </a:solidFill>
            <a:prstDash val="solid"/>
            <a:headEnd type="none" w="med" len="med"/>
            <a:tailEnd type="none" w="med" len="med"/>
          </a:ln>
        </p:spPr>
      </p:sp>
      <p:sp>
        <p:nvSpPr>
          <p:cNvPr id="7209" name="Line 775"/>
          <p:cNvSpPr/>
          <p:nvPr/>
        </p:nvSpPr>
        <p:spPr>
          <a:xfrm>
            <a:off x="7319963" y="2728913"/>
            <a:ext cx="0" cy="58737"/>
          </a:xfrm>
          <a:prstGeom prst="line">
            <a:avLst/>
          </a:prstGeom>
          <a:ln w="12700" cap="flat" cmpd="sng">
            <a:solidFill>
              <a:schemeClr val="folHlink"/>
            </a:solidFill>
            <a:prstDash val="solid"/>
            <a:headEnd type="none" w="med" len="med"/>
            <a:tailEnd type="none" w="med" len="med"/>
          </a:ln>
        </p:spPr>
      </p:sp>
      <p:sp>
        <p:nvSpPr>
          <p:cNvPr id="7210" name="Rectangle 776"/>
          <p:cNvSpPr/>
          <p:nvPr/>
        </p:nvSpPr>
        <p:spPr>
          <a:xfrm>
            <a:off x="6961188" y="2728913"/>
            <a:ext cx="355600" cy="58737"/>
          </a:xfrm>
          <a:prstGeom prst="rect">
            <a:avLst/>
          </a:prstGeom>
          <a:solidFill>
            <a:srgbClr val="DDDDDD"/>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7211" name="Oval 777"/>
          <p:cNvSpPr/>
          <p:nvPr/>
        </p:nvSpPr>
        <p:spPr>
          <a:xfrm>
            <a:off x="6958013" y="2660650"/>
            <a:ext cx="358775" cy="111125"/>
          </a:xfrm>
          <a:prstGeom prst="ellipse">
            <a:avLst/>
          </a:prstGeom>
          <a:solidFill>
            <a:srgbClr val="DDDDDD"/>
          </a:solidFill>
          <a:ln w="12700" cap="flat" cmpd="sng">
            <a:solidFill>
              <a:schemeClr val="folHlink"/>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7212" name="Group 778"/>
          <p:cNvGrpSpPr/>
          <p:nvPr/>
        </p:nvGrpSpPr>
        <p:grpSpPr>
          <a:xfrm>
            <a:off x="7043738" y="2684463"/>
            <a:ext cx="179387" cy="65087"/>
            <a:chOff x="2848" y="848"/>
            <a:chExt cx="140" cy="98"/>
          </a:xfrm>
        </p:grpSpPr>
        <p:sp>
          <p:nvSpPr>
            <p:cNvPr id="7720" name="Line 779"/>
            <p:cNvSpPr/>
            <p:nvPr/>
          </p:nvSpPr>
          <p:spPr>
            <a:xfrm flipV="1">
              <a:off x="2848" y="848"/>
              <a:ext cx="50" cy="2"/>
            </a:xfrm>
            <a:prstGeom prst="line">
              <a:avLst/>
            </a:prstGeom>
            <a:ln w="28575" cap="flat" cmpd="sng">
              <a:solidFill>
                <a:schemeClr val="bg2"/>
              </a:solidFill>
              <a:prstDash val="solid"/>
              <a:headEnd type="none" w="med" len="med"/>
              <a:tailEnd type="none" w="med" len="med"/>
            </a:ln>
          </p:spPr>
        </p:sp>
        <p:sp>
          <p:nvSpPr>
            <p:cNvPr id="7721" name="Line 780"/>
            <p:cNvSpPr/>
            <p:nvPr/>
          </p:nvSpPr>
          <p:spPr>
            <a:xfrm>
              <a:off x="2944" y="946"/>
              <a:ext cx="44" cy="0"/>
            </a:xfrm>
            <a:prstGeom prst="line">
              <a:avLst/>
            </a:prstGeom>
            <a:ln w="28575" cap="flat" cmpd="sng">
              <a:solidFill>
                <a:schemeClr val="bg2"/>
              </a:solidFill>
              <a:prstDash val="solid"/>
              <a:headEnd type="none" w="med" len="med"/>
              <a:tailEnd type="none" w="med" len="med"/>
            </a:ln>
          </p:spPr>
        </p:sp>
        <p:sp>
          <p:nvSpPr>
            <p:cNvPr id="7722" name="Line 781"/>
            <p:cNvSpPr/>
            <p:nvPr/>
          </p:nvSpPr>
          <p:spPr>
            <a:xfrm>
              <a:off x="2894" y="850"/>
              <a:ext cx="52" cy="96"/>
            </a:xfrm>
            <a:prstGeom prst="line">
              <a:avLst/>
            </a:prstGeom>
            <a:ln w="28575" cap="flat" cmpd="sng">
              <a:solidFill>
                <a:schemeClr val="bg2"/>
              </a:solidFill>
              <a:prstDash val="solid"/>
              <a:headEnd type="none" w="med" len="med"/>
              <a:tailEnd type="none" w="med" len="med"/>
            </a:ln>
          </p:spPr>
        </p:sp>
      </p:grpSp>
      <p:grpSp>
        <p:nvGrpSpPr>
          <p:cNvPr id="7213" name="Group 782"/>
          <p:cNvGrpSpPr/>
          <p:nvPr/>
        </p:nvGrpSpPr>
        <p:grpSpPr>
          <a:xfrm flipV="1">
            <a:off x="7043738" y="2684463"/>
            <a:ext cx="179387" cy="65087"/>
            <a:chOff x="2848" y="848"/>
            <a:chExt cx="140" cy="98"/>
          </a:xfrm>
        </p:grpSpPr>
        <p:sp>
          <p:nvSpPr>
            <p:cNvPr id="7717" name="Line 783"/>
            <p:cNvSpPr/>
            <p:nvPr/>
          </p:nvSpPr>
          <p:spPr>
            <a:xfrm flipV="1">
              <a:off x="2848" y="848"/>
              <a:ext cx="50" cy="2"/>
            </a:xfrm>
            <a:prstGeom prst="line">
              <a:avLst/>
            </a:prstGeom>
            <a:ln w="28575" cap="flat" cmpd="sng">
              <a:solidFill>
                <a:schemeClr val="bg2"/>
              </a:solidFill>
              <a:prstDash val="solid"/>
              <a:headEnd type="none" w="med" len="med"/>
              <a:tailEnd type="none" w="med" len="med"/>
            </a:ln>
          </p:spPr>
        </p:sp>
        <p:sp>
          <p:nvSpPr>
            <p:cNvPr id="7718" name="Line 784"/>
            <p:cNvSpPr/>
            <p:nvPr/>
          </p:nvSpPr>
          <p:spPr>
            <a:xfrm>
              <a:off x="2944" y="946"/>
              <a:ext cx="44" cy="0"/>
            </a:xfrm>
            <a:prstGeom prst="line">
              <a:avLst/>
            </a:prstGeom>
            <a:ln w="28575" cap="flat" cmpd="sng">
              <a:solidFill>
                <a:schemeClr val="bg2"/>
              </a:solidFill>
              <a:prstDash val="solid"/>
              <a:headEnd type="none" w="med" len="med"/>
              <a:tailEnd type="none" w="med" len="med"/>
            </a:ln>
          </p:spPr>
        </p:sp>
        <p:sp>
          <p:nvSpPr>
            <p:cNvPr id="7719" name="Line 785"/>
            <p:cNvSpPr/>
            <p:nvPr/>
          </p:nvSpPr>
          <p:spPr>
            <a:xfrm>
              <a:off x="2894" y="850"/>
              <a:ext cx="52" cy="96"/>
            </a:xfrm>
            <a:prstGeom prst="line">
              <a:avLst/>
            </a:prstGeom>
            <a:ln w="28575" cap="flat" cmpd="sng">
              <a:solidFill>
                <a:schemeClr val="bg2"/>
              </a:solidFill>
              <a:prstDash val="solid"/>
              <a:headEnd type="none" w="med" len="med"/>
              <a:tailEnd type="none" w="med" len="med"/>
            </a:ln>
          </p:spPr>
        </p:sp>
      </p:grpSp>
      <p:sp>
        <p:nvSpPr>
          <p:cNvPr id="7214" name="Oval 786"/>
          <p:cNvSpPr/>
          <p:nvPr/>
        </p:nvSpPr>
        <p:spPr>
          <a:xfrm>
            <a:off x="7437438" y="2378075"/>
            <a:ext cx="330200" cy="85725"/>
          </a:xfrm>
          <a:prstGeom prst="ellipse">
            <a:avLst/>
          </a:prstGeom>
          <a:solidFill>
            <a:srgbClr val="DDDDDD"/>
          </a:solidFill>
          <a:ln w="12700" cap="flat" cmpd="sng">
            <a:solidFill>
              <a:schemeClr val="folHlink"/>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7215" name="Line 787"/>
          <p:cNvSpPr/>
          <p:nvPr/>
        </p:nvSpPr>
        <p:spPr>
          <a:xfrm>
            <a:off x="7437438" y="2371725"/>
            <a:ext cx="0" cy="52388"/>
          </a:xfrm>
          <a:prstGeom prst="line">
            <a:avLst/>
          </a:prstGeom>
          <a:ln w="12700" cap="flat" cmpd="sng">
            <a:solidFill>
              <a:schemeClr val="folHlink"/>
            </a:solidFill>
            <a:prstDash val="solid"/>
            <a:headEnd type="none" w="med" len="med"/>
            <a:tailEnd type="none" w="med" len="med"/>
          </a:ln>
        </p:spPr>
      </p:sp>
      <p:sp>
        <p:nvSpPr>
          <p:cNvPr id="7216" name="Line 788"/>
          <p:cNvSpPr/>
          <p:nvPr/>
        </p:nvSpPr>
        <p:spPr>
          <a:xfrm>
            <a:off x="7767638" y="2371725"/>
            <a:ext cx="0" cy="52388"/>
          </a:xfrm>
          <a:prstGeom prst="line">
            <a:avLst/>
          </a:prstGeom>
          <a:ln w="12700" cap="flat" cmpd="sng">
            <a:solidFill>
              <a:schemeClr val="folHlink"/>
            </a:solidFill>
            <a:prstDash val="solid"/>
            <a:headEnd type="none" w="med" len="med"/>
            <a:tailEnd type="none" w="med" len="med"/>
          </a:ln>
        </p:spPr>
      </p:sp>
      <p:sp>
        <p:nvSpPr>
          <p:cNvPr id="7217" name="Rectangle 789"/>
          <p:cNvSpPr/>
          <p:nvPr/>
        </p:nvSpPr>
        <p:spPr>
          <a:xfrm>
            <a:off x="7437438" y="2371725"/>
            <a:ext cx="327025" cy="52388"/>
          </a:xfrm>
          <a:prstGeom prst="rect">
            <a:avLst/>
          </a:prstGeom>
          <a:solidFill>
            <a:srgbClr val="DDDDDD"/>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solidFill>
                <a:schemeClr val="bg2"/>
              </a:solidFill>
              <a:latin typeface="Times New Roman" panose="02020603050405020304" pitchFamily="18" charset="0"/>
              <a:ea typeface="宋体" panose="02010600030101010101" pitchFamily="2" charset="-122"/>
            </a:endParaRPr>
          </a:p>
        </p:txBody>
      </p:sp>
      <p:sp>
        <p:nvSpPr>
          <p:cNvPr id="7218" name="Oval 790"/>
          <p:cNvSpPr/>
          <p:nvPr/>
        </p:nvSpPr>
        <p:spPr>
          <a:xfrm>
            <a:off x="7434263" y="2309813"/>
            <a:ext cx="330200" cy="100012"/>
          </a:xfrm>
          <a:prstGeom prst="ellipse">
            <a:avLst/>
          </a:prstGeom>
          <a:solidFill>
            <a:srgbClr val="DDDDDD"/>
          </a:solidFill>
          <a:ln w="12700" cap="flat" cmpd="sng">
            <a:solidFill>
              <a:schemeClr val="folHlink"/>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7219" name="Group 791"/>
          <p:cNvGrpSpPr/>
          <p:nvPr/>
        </p:nvGrpSpPr>
        <p:grpSpPr>
          <a:xfrm>
            <a:off x="7513638" y="2332038"/>
            <a:ext cx="163512" cy="57150"/>
            <a:chOff x="2848" y="848"/>
            <a:chExt cx="140" cy="98"/>
          </a:xfrm>
        </p:grpSpPr>
        <p:sp>
          <p:nvSpPr>
            <p:cNvPr id="7714" name="Line 792"/>
            <p:cNvSpPr/>
            <p:nvPr/>
          </p:nvSpPr>
          <p:spPr>
            <a:xfrm flipV="1">
              <a:off x="2848" y="848"/>
              <a:ext cx="50" cy="2"/>
            </a:xfrm>
            <a:prstGeom prst="line">
              <a:avLst/>
            </a:prstGeom>
            <a:ln w="28575" cap="flat" cmpd="sng">
              <a:solidFill>
                <a:schemeClr val="bg2"/>
              </a:solidFill>
              <a:prstDash val="solid"/>
              <a:headEnd type="none" w="med" len="med"/>
              <a:tailEnd type="none" w="med" len="med"/>
            </a:ln>
          </p:spPr>
        </p:sp>
        <p:sp>
          <p:nvSpPr>
            <p:cNvPr id="7715" name="Line 793"/>
            <p:cNvSpPr/>
            <p:nvPr/>
          </p:nvSpPr>
          <p:spPr>
            <a:xfrm>
              <a:off x="2944" y="946"/>
              <a:ext cx="44" cy="0"/>
            </a:xfrm>
            <a:prstGeom prst="line">
              <a:avLst/>
            </a:prstGeom>
            <a:ln w="28575" cap="flat" cmpd="sng">
              <a:solidFill>
                <a:schemeClr val="bg2"/>
              </a:solidFill>
              <a:prstDash val="solid"/>
              <a:headEnd type="none" w="med" len="med"/>
              <a:tailEnd type="none" w="med" len="med"/>
            </a:ln>
          </p:spPr>
        </p:sp>
        <p:sp>
          <p:nvSpPr>
            <p:cNvPr id="7716" name="Line 794"/>
            <p:cNvSpPr/>
            <p:nvPr/>
          </p:nvSpPr>
          <p:spPr>
            <a:xfrm>
              <a:off x="2894" y="850"/>
              <a:ext cx="52" cy="96"/>
            </a:xfrm>
            <a:prstGeom prst="line">
              <a:avLst/>
            </a:prstGeom>
            <a:ln w="28575" cap="flat" cmpd="sng">
              <a:solidFill>
                <a:schemeClr val="bg2"/>
              </a:solidFill>
              <a:prstDash val="solid"/>
              <a:headEnd type="none" w="med" len="med"/>
              <a:tailEnd type="none" w="med" len="med"/>
            </a:ln>
          </p:spPr>
        </p:sp>
      </p:grpSp>
      <p:grpSp>
        <p:nvGrpSpPr>
          <p:cNvPr id="7220" name="Group 795"/>
          <p:cNvGrpSpPr/>
          <p:nvPr/>
        </p:nvGrpSpPr>
        <p:grpSpPr>
          <a:xfrm flipV="1">
            <a:off x="7513638" y="2330450"/>
            <a:ext cx="163512" cy="58738"/>
            <a:chOff x="2848" y="848"/>
            <a:chExt cx="140" cy="98"/>
          </a:xfrm>
        </p:grpSpPr>
        <p:sp>
          <p:nvSpPr>
            <p:cNvPr id="7711" name="Line 796"/>
            <p:cNvSpPr/>
            <p:nvPr/>
          </p:nvSpPr>
          <p:spPr>
            <a:xfrm flipV="1">
              <a:off x="2848" y="848"/>
              <a:ext cx="50" cy="2"/>
            </a:xfrm>
            <a:prstGeom prst="line">
              <a:avLst/>
            </a:prstGeom>
            <a:ln w="28575" cap="flat" cmpd="sng">
              <a:solidFill>
                <a:schemeClr val="bg2"/>
              </a:solidFill>
              <a:prstDash val="solid"/>
              <a:headEnd type="none" w="med" len="med"/>
              <a:tailEnd type="none" w="med" len="med"/>
            </a:ln>
          </p:spPr>
        </p:sp>
        <p:sp>
          <p:nvSpPr>
            <p:cNvPr id="7712" name="Line 797"/>
            <p:cNvSpPr/>
            <p:nvPr/>
          </p:nvSpPr>
          <p:spPr>
            <a:xfrm>
              <a:off x="2944" y="946"/>
              <a:ext cx="44" cy="0"/>
            </a:xfrm>
            <a:prstGeom prst="line">
              <a:avLst/>
            </a:prstGeom>
            <a:ln w="28575" cap="flat" cmpd="sng">
              <a:solidFill>
                <a:schemeClr val="bg2"/>
              </a:solidFill>
              <a:prstDash val="solid"/>
              <a:headEnd type="none" w="med" len="med"/>
              <a:tailEnd type="none" w="med" len="med"/>
            </a:ln>
          </p:spPr>
        </p:sp>
        <p:sp>
          <p:nvSpPr>
            <p:cNvPr id="7713" name="Line 798"/>
            <p:cNvSpPr/>
            <p:nvPr/>
          </p:nvSpPr>
          <p:spPr>
            <a:xfrm>
              <a:off x="2894" y="850"/>
              <a:ext cx="52" cy="96"/>
            </a:xfrm>
            <a:prstGeom prst="line">
              <a:avLst/>
            </a:prstGeom>
            <a:ln w="28575" cap="flat" cmpd="sng">
              <a:solidFill>
                <a:schemeClr val="bg2"/>
              </a:solidFill>
              <a:prstDash val="solid"/>
              <a:headEnd type="none" w="med" len="med"/>
              <a:tailEnd type="none" w="med" len="med"/>
            </a:ln>
          </p:spPr>
        </p:sp>
      </p:grpSp>
      <p:sp>
        <p:nvSpPr>
          <p:cNvPr id="7221" name="Oval 799"/>
          <p:cNvSpPr/>
          <p:nvPr/>
        </p:nvSpPr>
        <p:spPr>
          <a:xfrm>
            <a:off x="7523163" y="2736850"/>
            <a:ext cx="358775" cy="95250"/>
          </a:xfrm>
          <a:prstGeom prst="ellipse">
            <a:avLst/>
          </a:prstGeom>
          <a:solidFill>
            <a:srgbClr val="DDDDDD"/>
          </a:solidFill>
          <a:ln w="12700" cap="flat" cmpd="sng">
            <a:solidFill>
              <a:schemeClr val="folHlink"/>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7222" name="Line 800"/>
          <p:cNvSpPr/>
          <p:nvPr/>
        </p:nvSpPr>
        <p:spPr>
          <a:xfrm>
            <a:off x="7523163" y="2728913"/>
            <a:ext cx="0" cy="58737"/>
          </a:xfrm>
          <a:prstGeom prst="line">
            <a:avLst/>
          </a:prstGeom>
          <a:ln w="12700" cap="flat" cmpd="sng">
            <a:solidFill>
              <a:schemeClr val="folHlink"/>
            </a:solidFill>
            <a:prstDash val="solid"/>
            <a:headEnd type="none" w="med" len="med"/>
            <a:tailEnd type="none" w="med" len="med"/>
          </a:ln>
        </p:spPr>
      </p:sp>
      <p:sp>
        <p:nvSpPr>
          <p:cNvPr id="7223" name="Line 801"/>
          <p:cNvSpPr/>
          <p:nvPr/>
        </p:nvSpPr>
        <p:spPr>
          <a:xfrm>
            <a:off x="7881938" y="2728913"/>
            <a:ext cx="0" cy="58737"/>
          </a:xfrm>
          <a:prstGeom prst="line">
            <a:avLst/>
          </a:prstGeom>
          <a:ln w="12700" cap="flat" cmpd="sng">
            <a:solidFill>
              <a:schemeClr val="folHlink"/>
            </a:solidFill>
            <a:prstDash val="solid"/>
            <a:headEnd type="none" w="med" len="med"/>
            <a:tailEnd type="none" w="med" len="med"/>
          </a:ln>
        </p:spPr>
      </p:sp>
      <p:sp>
        <p:nvSpPr>
          <p:cNvPr id="7224" name="Rectangle 802"/>
          <p:cNvSpPr/>
          <p:nvPr/>
        </p:nvSpPr>
        <p:spPr>
          <a:xfrm>
            <a:off x="7523163" y="2728913"/>
            <a:ext cx="355600" cy="58737"/>
          </a:xfrm>
          <a:prstGeom prst="rect">
            <a:avLst/>
          </a:prstGeom>
          <a:solidFill>
            <a:srgbClr val="DDDDDD"/>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7225" name="Oval 803"/>
          <p:cNvSpPr/>
          <p:nvPr/>
        </p:nvSpPr>
        <p:spPr>
          <a:xfrm>
            <a:off x="7519988" y="2660650"/>
            <a:ext cx="358775" cy="111125"/>
          </a:xfrm>
          <a:prstGeom prst="ellipse">
            <a:avLst/>
          </a:prstGeom>
          <a:solidFill>
            <a:srgbClr val="DDDDDD"/>
          </a:solidFill>
          <a:ln w="12700" cap="flat" cmpd="sng">
            <a:solidFill>
              <a:schemeClr val="folHlink"/>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7226" name="Group 804"/>
          <p:cNvGrpSpPr/>
          <p:nvPr/>
        </p:nvGrpSpPr>
        <p:grpSpPr>
          <a:xfrm>
            <a:off x="7605713" y="2684463"/>
            <a:ext cx="179387" cy="65087"/>
            <a:chOff x="2848" y="848"/>
            <a:chExt cx="140" cy="98"/>
          </a:xfrm>
        </p:grpSpPr>
        <p:sp>
          <p:nvSpPr>
            <p:cNvPr id="7708" name="Line 805"/>
            <p:cNvSpPr/>
            <p:nvPr/>
          </p:nvSpPr>
          <p:spPr>
            <a:xfrm flipV="1">
              <a:off x="2848" y="848"/>
              <a:ext cx="50" cy="2"/>
            </a:xfrm>
            <a:prstGeom prst="line">
              <a:avLst/>
            </a:prstGeom>
            <a:ln w="28575" cap="flat" cmpd="sng">
              <a:solidFill>
                <a:schemeClr val="bg2"/>
              </a:solidFill>
              <a:prstDash val="solid"/>
              <a:headEnd type="none" w="med" len="med"/>
              <a:tailEnd type="none" w="med" len="med"/>
            </a:ln>
          </p:spPr>
        </p:sp>
        <p:sp>
          <p:nvSpPr>
            <p:cNvPr id="7709" name="Line 806"/>
            <p:cNvSpPr/>
            <p:nvPr/>
          </p:nvSpPr>
          <p:spPr>
            <a:xfrm>
              <a:off x="2944" y="946"/>
              <a:ext cx="44" cy="0"/>
            </a:xfrm>
            <a:prstGeom prst="line">
              <a:avLst/>
            </a:prstGeom>
            <a:ln w="28575" cap="flat" cmpd="sng">
              <a:solidFill>
                <a:schemeClr val="bg2"/>
              </a:solidFill>
              <a:prstDash val="solid"/>
              <a:headEnd type="none" w="med" len="med"/>
              <a:tailEnd type="none" w="med" len="med"/>
            </a:ln>
          </p:spPr>
        </p:sp>
        <p:sp>
          <p:nvSpPr>
            <p:cNvPr id="7710" name="Line 807"/>
            <p:cNvSpPr/>
            <p:nvPr/>
          </p:nvSpPr>
          <p:spPr>
            <a:xfrm>
              <a:off x="2894" y="850"/>
              <a:ext cx="52" cy="96"/>
            </a:xfrm>
            <a:prstGeom prst="line">
              <a:avLst/>
            </a:prstGeom>
            <a:ln w="28575" cap="flat" cmpd="sng">
              <a:solidFill>
                <a:schemeClr val="bg2"/>
              </a:solidFill>
              <a:prstDash val="solid"/>
              <a:headEnd type="none" w="med" len="med"/>
              <a:tailEnd type="none" w="med" len="med"/>
            </a:ln>
          </p:spPr>
        </p:sp>
      </p:grpSp>
      <p:grpSp>
        <p:nvGrpSpPr>
          <p:cNvPr id="7227" name="Group 808"/>
          <p:cNvGrpSpPr/>
          <p:nvPr/>
        </p:nvGrpSpPr>
        <p:grpSpPr>
          <a:xfrm flipV="1">
            <a:off x="7605713" y="2684463"/>
            <a:ext cx="179387" cy="65087"/>
            <a:chOff x="2848" y="848"/>
            <a:chExt cx="140" cy="98"/>
          </a:xfrm>
        </p:grpSpPr>
        <p:sp>
          <p:nvSpPr>
            <p:cNvPr id="7705" name="Line 809"/>
            <p:cNvSpPr/>
            <p:nvPr/>
          </p:nvSpPr>
          <p:spPr>
            <a:xfrm flipV="1">
              <a:off x="2848" y="848"/>
              <a:ext cx="50" cy="2"/>
            </a:xfrm>
            <a:prstGeom prst="line">
              <a:avLst/>
            </a:prstGeom>
            <a:ln w="28575" cap="flat" cmpd="sng">
              <a:solidFill>
                <a:schemeClr val="bg2"/>
              </a:solidFill>
              <a:prstDash val="solid"/>
              <a:headEnd type="none" w="med" len="med"/>
              <a:tailEnd type="none" w="med" len="med"/>
            </a:ln>
          </p:spPr>
        </p:sp>
        <p:sp>
          <p:nvSpPr>
            <p:cNvPr id="7706" name="Line 810"/>
            <p:cNvSpPr/>
            <p:nvPr/>
          </p:nvSpPr>
          <p:spPr>
            <a:xfrm>
              <a:off x="2944" y="946"/>
              <a:ext cx="44" cy="0"/>
            </a:xfrm>
            <a:prstGeom prst="line">
              <a:avLst/>
            </a:prstGeom>
            <a:ln w="28575" cap="flat" cmpd="sng">
              <a:solidFill>
                <a:schemeClr val="bg2"/>
              </a:solidFill>
              <a:prstDash val="solid"/>
              <a:headEnd type="none" w="med" len="med"/>
              <a:tailEnd type="none" w="med" len="med"/>
            </a:ln>
          </p:spPr>
        </p:sp>
        <p:sp>
          <p:nvSpPr>
            <p:cNvPr id="7707" name="Line 811"/>
            <p:cNvSpPr/>
            <p:nvPr/>
          </p:nvSpPr>
          <p:spPr>
            <a:xfrm>
              <a:off x="2894" y="850"/>
              <a:ext cx="52" cy="96"/>
            </a:xfrm>
            <a:prstGeom prst="line">
              <a:avLst/>
            </a:prstGeom>
            <a:ln w="28575" cap="flat" cmpd="sng">
              <a:solidFill>
                <a:schemeClr val="bg2"/>
              </a:solidFill>
              <a:prstDash val="solid"/>
              <a:headEnd type="none" w="med" len="med"/>
              <a:tailEnd type="none" w="med" len="med"/>
            </a:ln>
          </p:spPr>
        </p:sp>
      </p:grpSp>
      <p:sp>
        <p:nvSpPr>
          <p:cNvPr id="7228" name="Oval 812"/>
          <p:cNvSpPr/>
          <p:nvPr/>
        </p:nvSpPr>
        <p:spPr>
          <a:xfrm>
            <a:off x="6113463" y="2471738"/>
            <a:ext cx="346075" cy="87312"/>
          </a:xfrm>
          <a:prstGeom prst="ellipse">
            <a:avLst/>
          </a:prstGeom>
          <a:solidFill>
            <a:srgbClr val="DDDDDD"/>
          </a:solidFill>
          <a:ln w="12700" cap="flat" cmpd="sng">
            <a:solidFill>
              <a:schemeClr val="folHlink"/>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7229" name="Line 813"/>
          <p:cNvSpPr/>
          <p:nvPr/>
        </p:nvSpPr>
        <p:spPr>
          <a:xfrm>
            <a:off x="6113463" y="2463800"/>
            <a:ext cx="0" cy="53975"/>
          </a:xfrm>
          <a:prstGeom prst="line">
            <a:avLst/>
          </a:prstGeom>
          <a:ln w="12700" cap="flat" cmpd="sng">
            <a:solidFill>
              <a:schemeClr val="folHlink"/>
            </a:solidFill>
            <a:prstDash val="solid"/>
            <a:headEnd type="none" w="med" len="med"/>
            <a:tailEnd type="none" w="med" len="med"/>
          </a:ln>
        </p:spPr>
      </p:sp>
      <p:sp>
        <p:nvSpPr>
          <p:cNvPr id="7230" name="Line 814"/>
          <p:cNvSpPr/>
          <p:nvPr/>
        </p:nvSpPr>
        <p:spPr>
          <a:xfrm>
            <a:off x="6459538" y="2463800"/>
            <a:ext cx="0" cy="53975"/>
          </a:xfrm>
          <a:prstGeom prst="line">
            <a:avLst/>
          </a:prstGeom>
          <a:ln w="12700" cap="flat" cmpd="sng">
            <a:solidFill>
              <a:schemeClr val="folHlink"/>
            </a:solidFill>
            <a:prstDash val="solid"/>
            <a:headEnd type="none" w="med" len="med"/>
            <a:tailEnd type="none" w="med" len="med"/>
          </a:ln>
        </p:spPr>
      </p:sp>
      <p:sp>
        <p:nvSpPr>
          <p:cNvPr id="7231" name="Rectangle 815"/>
          <p:cNvSpPr/>
          <p:nvPr/>
        </p:nvSpPr>
        <p:spPr>
          <a:xfrm>
            <a:off x="6113463" y="2463800"/>
            <a:ext cx="342900" cy="53975"/>
          </a:xfrm>
          <a:prstGeom prst="rect">
            <a:avLst/>
          </a:prstGeom>
          <a:solidFill>
            <a:srgbClr val="DDDDDD"/>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7232" name="Oval 816"/>
          <p:cNvSpPr/>
          <p:nvPr/>
        </p:nvSpPr>
        <p:spPr>
          <a:xfrm>
            <a:off x="6110288" y="2400300"/>
            <a:ext cx="346075" cy="103188"/>
          </a:xfrm>
          <a:prstGeom prst="ellipse">
            <a:avLst/>
          </a:prstGeom>
          <a:solidFill>
            <a:srgbClr val="DDDDDD"/>
          </a:solidFill>
          <a:ln w="12700" cap="flat" cmpd="sng">
            <a:solidFill>
              <a:schemeClr val="folHlink"/>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7233" name="Group 817"/>
          <p:cNvGrpSpPr/>
          <p:nvPr/>
        </p:nvGrpSpPr>
        <p:grpSpPr>
          <a:xfrm>
            <a:off x="6194425" y="2422525"/>
            <a:ext cx="171450" cy="60325"/>
            <a:chOff x="2848" y="848"/>
            <a:chExt cx="140" cy="98"/>
          </a:xfrm>
        </p:grpSpPr>
        <p:sp>
          <p:nvSpPr>
            <p:cNvPr id="7702" name="Line 818"/>
            <p:cNvSpPr/>
            <p:nvPr/>
          </p:nvSpPr>
          <p:spPr>
            <a:xfrm flipV="1">
              <a:off x="2848" y="848"/>
              <a:ext cx="50" cy="2"/>
            </a:xfrm>
            <a:prstGeom prst="line">
              <a:avLst/>
            </a:prstGeom>
            <a:ln w="28575" cap="flat" cmpd="sng">
              <a:solidFill>
                <a:schemeClr val="bg2"/>
              </a:solidFill>
              <a:prstDash val="solid"/>
              <a:headEnd type="none" w="med" len="med"/>
              <a:tailEnd type="none" w="med" len="med"/>
            </a:ln>
          </p:spPr>
        </p:sp>
        <p:sp>
          <p:nvSpPr>
            <p:cNvPr id="7703" name="Line 819"/>
            <p:cNvSpPr/>
            <p:nvPr/>
          </p:nvSpPr>
          <p:spPr>
            <a:xfrm>
              <a:off x="2944" y="946"/>
              <a:ext cx="44" cy="0"/>
            </a:xfrm>
            <a:prstGeom prst="line">
              <a:avLst/>
            </a:prstGeom>
            <a:ln w="28575" cap="flat" cmpd="sng">
              <a:solidFill>
                <a:schemeClr val="bg2"/>
              </a:solidFill>
              <a:prstDash val="solid"/>
              <a:headEnd type="none" w="med" len="med"/>
              <a:tailEnd type="none" w="med" len="med"/>
            </a:ln>
          </p:spPr>
        </p:sp>
        <p:sp>
          <p:nvSpPr>
            <p:cNvPr id="7704" name="Line 820"/>
            <p:cNvSpPr/>
            <p:nvPr/>
          </p:nvSpPr>
          <p:spPr>
            <a:xfrm>
              <a:off x="2894" y="850"/>
              <a:ext cx="52" cy="96"/>
            </a:xfrm>
            <a:prstGeom prst="line">
              <a:avLst/>
            </a:prstGeom>
            <a:ln w="28575" cap="flat" cmpd="sng">
              <a:solidFill>
                <a:schemeClr val="bg2"/>
              </a:solidFill>
              <a:prstDash val="solid"/>
              <a:headEnd type="none" w="med" len="med"/>
              <a:tailEnd type="none" w="med" len="med"/>
            </a:ln>
          </p:spPr>
        </p:sp>
      </p:grpSp>
      <p:grpSp>
        <p:nvGrpSpPr>
          <p:cNvPr id="7234" name="Group 821"/>
          <p:cNvGrpSpPr/>
          <p:nvPr/>
        </p:nvGrpSpPr>
        <p:grpSpPr>
          <a:xfrm flipV="1">
            <a:off x="6194425" y="2422525"/>
            <a:ext cx="171450" cy="58738"/>
            <a:chOff x="2848" y="848"/>
            <a:chExt cx="140" cy="98"/>
          </a:xfrm>
        </p:grpSpPr>
        <p:sp>
          <p:nvSpPr>
            <p:cNvPr id="7699" name="Line 822"/>
            <p:cNvSpPr/>
            <p:nvPr/>
          </p:nvSpPr>
          <p:spPr>
            <a:xfrm flipV="1">
              <a:off x="2848" y="848"/>
              <a:ext cx="50" cy="2"/>
            </a:xfrm>
            <a:prstGeom prst="line">
              <a:avLst/>
            </a:prstGeom>
            <a:ln w="28575" cap="flat" cmpd="sng">
              <a:solidFill>
                <a:schemeClr val="bg2"/>
              </a:solidFill>
              <a:prstDash val="solid"/>
              <a:headEnd type="none" w="med" len="med"/>
              <a:tailEnd type="none" w="med" len="med"/>
            </a:ln>
          </p:spPr>
        </p:sp>
        <p:sp>
          <p:nvSpPr>
            <p:cNvPr id="7700" name="Line 823"/>
            <p:cNvSpPr/>
            <p:nvPr/>
          </p:nvSpPr>
          <p:spPr>
            <a:xfrm>
              <a:off x="2944" y="946"/>
              <a:ext cx="44" cy="0"/>
            </a:xfrm>
            <a:prstGeom prst="line">
              <a:avLst/>
            </a:prstGeom>
            <a:ln w="28575" cap="flat" cmpd="sng">
              <a:solidFill>
                <a:schemeClr val="bg2"/>
              </a:solidFill>
              <a:prstDash val="solid"/>
              <a:headEnd type="none" w="med" len="med"/>
              <a:tailEnd type="none" w="med" len="med"/>
            </a:ln>
          </p:spPr>
        </p:sp>
        <p:sp>
          <p:nvSpPr>
            <p:cNvPr id="7701" name="Line 824"/>
            <p:cNvSpPr/>
            <p:nvPr/>
          </p:nvSpPr>
          <p:spPr>
            <a:xfrm>
              <a:off x="2894" y="850"/>
              <a:ext cx="52" cy="96"/>
            </a:xfrm>
            <a:prstGeom prst="line">
              <a:avLst/>
            </a:prstGeom>
            <a:ln w="28575" cap="flat" cmpd="sng">
              <a:solidFill>
                <a:schemeClr val="bg2"/>
              </a:solidFill>
              <a:prstDash val="solid"/>
              <a:headEnd type="none" w="med" len="med"/>
              <a:tailEnd type="none" w="med" len="med"/>
            </a:ln>
          </p:spPr>
        </p:sp>
      </p:grpSp>
      <p:sp>
        <p:nvSpPr>
          <p:cNvPr id="7235" name="Oval 825"/>
          <p:cNvSpPr/>
          <p:nvPr/>
        </p:nvSpPr>
        <p:spPr>
          <a:xfrm>
            <a:off x="5807075" y="3621088"/>
            <a:ext cx="346075" cy="87312"/>
          </a:xfrm>
          <a:prstGeom prst="ellipse">
            <a:avLst/>
          </a:prstGeom>
          <a:solidFill>
            <a:srgbClr val="DDDDDD"/>
          </a:solidFill>
          <a:ln w="12700" cap="flat" cmpd="sng">
            <a:solidFill>
              <a:schemeClr val="folHlink"/>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7236" name="Line 826"/>
          <p:cNvSpPr/>
          <p:nvPr/>
        </p:nvSpPr>
        <p:spPr>
          <a:xfrm>
            <a:off x="5807075" y="3613150"/>
            <a:ext cx="0" cy="53975"/>
          </a:xfrm>
          <a:prstGeom prst="line">
            <a:avLst/>
          </a:prstGeom>
          <a:ln w="12700" cap="flat" cmpd="sng">
            <a:solidFill>
              <a:schemeClr val="folHlink"/>
            </a:solidFill>
            <a:prstDash val="solid"/>
            <a:headEnd type="none" w="med" len="med"/>
            <a:tailEnd type="none" w="med" len="med"/>
          </a:ln>
        </p:spPr>
      </p:sp>
      <p:sp>
        <p:nvSpPr>
          <p:cNvPr id="7237" name="Line 827"/>
          <p:cNvSpPr/>
          <p:nvPr/>
        </p:nvSpPr>
        <p:spPr>
          <a:xfrm>
            <a:off x="6153150" y="3613150"/>
            <a:ext cx="0" cy="53975"/>
          </a:xfrm>
          <a:prstGeom prst="line">
            <a:avLst/>
          </a:prstGeom>
          <a:ln w="12700" cap="flat" cmpd="sng">
            <a:solidFill>
              <a:schemeClr val="folHlink"/>
            </a:solidFill>
            <a:prstDash val="solid"/>
            <a:headEnd type="none" w="med" len="med"/>
            <a:tailEnd type="none" w="med" len="med"/>
          </a:ln>
        </p:spPr>
      </p:sp>
      <p:sp>
        <p:nvSpPr>
          <p:cNvPr id="7238" name="Rectangle 828"/>
          <p:cNvSpPr/>
          <p:nvPr/>
        </p:nvSpPr>
        <p:spPr>
          <a:xfrm>
            <a:off x="5807075" y="3613150"/>
            <a:ext cx="342900" cy="53975"/>
          </a:xfrm>
          <a:prstGeom prst="rect">
            <a:avLst/>
          </a:prstGeom>
          <a:solidFill>
            <a:srgbClr val="DDDDDD"/>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7239" name="Oval 829"/>
          <p:cNvSpPr/>
          <p:nvPr/>
        </p:nvSpPr>
        <p:spPr>
          <a:xfrm>
            <a:off x="5803900" y="3549650"/>
            <a:ext cx="346075" cy="103188"/>
          </a:xfrm>
          <a:prstGeom prst="ellipse">
            <a:avLst/>
          </a:prstGeom>
          <a:solidFill>
            <a:srgbClr val="DDDDDD"/>
          </a:solidFill>
          <a:ln w="12700" cap="flat" cmpd="sng">
            <a:solidFill>
              <a:schemeClr val="folHlink"/>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7240" name="Group 830"/>
          <p:cNvGrpSpPr/>
          <p:nvPr/>
        </p:nvGrpSpPr>
        <p:grpSpPr>
          <a:xfrm>
            <a:off x="5888038" y="3571875"/>
            <a:ext cx="171450" cy="60325"/>
            <a:chOff x="2848" y="848"/>
            <a:chExt cx="140" cy="98"/>
          </a:xfrm>
        </p:grpSpPr>
        <p:sp>
          <p:nvSpPr>
            <p:cNvPr id="7696" name="Line 831"/>
            <p:cNvSpPr/>
            <p:nvPr/>
          </p:nvSpPr>
          <p:spPr>
            <a:xfrm flipV="1">
              <a:off x="2848" y="848"/>
              <a:ext cx="50" cy="2"/>
            </a:xfrm>
            <a:prstGeom prst="line">
              <a:avLst/>
            </a:prstGeom>
            <a:ln w="28575" cap="flat" cmpd="sng">
              <a:solidFill>
                <a:schemeClr val="bg2"/>
              </a:solidFill>
              <a:prstDash val="solid"/>
              <a:headEnd type="none" w="med" len="med"/>
              <a:tailEnd type="none" w="med" len="med"/>
            </a:ln>
          </p:spPr>
        </p:sp>
        <p:sp>
          <p:nvSpPr>
            <p:cNvPr id="7697" name="Line 832"/>
            <p:cNvSpPr/>
            <p:nvPr/>
          </p:nvSpPr>
          <p:spPr>
            <a:xfrm>
              <a:off x="2944" y="946"/>
              <a:ext cx="44" cy="0"/>
            </a:xfrm>
            <a:prstGeom prst="line">
              <a:avLst/>
            </a:prstGeom>
            <a:ln w="28575" cap="flat" cmpd="sng">
              <a:solidFill>
                <a:schemeClr val="bg2"/>
              </a:solidFill>
              <a:prstDash val="solid"/>
              <a:headEnd type="none" w="med" len="med"/>
              <a:tailEnd type="none" w="med" len="med"/>
            </a:ln>
          </p:spPr>
        </p:sp>
        <p:sp>
          <p:nvSpPr>
            <p:cNvPr id="7698" name="Line 833"/>
            <p:cNvSpPr/>
            <p:nvPr/>
          </p:nvSpPr>
          <p:spPr>
            <a:xfrm>
              <a:off x="2894" y="850"/>
              <a:ext cx="52" cy="96"/>
            </a:xfrm>
            <a:prstGeom prst="line">
              <a:avLst/>
            </a:prstGeom>
            <a:ln w="28575" cap="flat" cmpd="sng">
              <a:solidFill>
                <a:schemeClr val="bg2"/>
              </a:solidFill>
              <a:prstDash val="solid"/>
              <a:headEnd type="none" w="med" len="med"/>
              <a:tailEnd type="none" w="med" len="med"/>
            </a:ln>
          </p:spPr>
        </p:sp>
      </p:grpSp>
      <p:grpSp>
        <p:nvGrpSpPr>
          <p:cNvPr id="7241" name="Group 834"/>
          <p:cNvGrpSpPr/>
          <p:nvPr/>
        </p:nvGrpSpPr>
        <p:grpSpPr>
          <a:xfrm flipV="1">
            <a:off x="5888038" y="3571875"/>
            <a:ext cx="171450" cy="58738"/>
            <a:chOff x="2848" y="848"/>
            <a:chExt cx="140" cy="98"/>
          </a:xfrm>
        </p:grpSpPr>
        <p:sp>
          <p:nvSpPr>
            <p:cNvPr id="7693" name="Line 835"/>
            <p:cNvSpPr/>
            <p:nvPr/>
          </p:nvSpPr>
          <p:spPr>
            <a:xfrm flipV="1">
              <a:off x="2848" y="848"/>
              <a:ext cx="50" cy="2"/>
            </a:xfrm>
            <a:prstGeom prst="line">
              <a:avLst/>
            </a:prstGeom>
            <a:ln w="28575" cap="flat" cmpd="sng">
              <a:solidFill>
                <a:schemeClr val="bg2"/>
              </a:solidFill>
              <a:prstDash val="solid"/>
              <a:headEnd type="none" w="med" len="med"/>
              <a:tailEnd type="none" w="med" len="med"/>
            </a:ln>
          </p:spPr>
        </p:sp>
        <p:sp>
          <p:nvSpPr>
            <p:cNvPr id="7694" name="Line 836"/>
            <p:cNvSpPr/>
            <p:nvPr/>
          </p:nvSpPr>
          <p:spPr>
            <a:xfrm>
              <a:off x="2944" y="946"/>
              <a:ext cx="44" cy="0"/>
            </a:xfrm>
            <a:prstGeom prst="line">
              <a:avLst/>
            </a:prstGeom>
            <a:ln w="28575" cap="flat" cmpd="sng">
              <a:solidFill>
                <a:schemeClr val="bg2"/>
              </a:solidFill>
              <a:prstDash val="solid"/>
              <a:headEnd type="none" w="med" len="med"/>
              <a:tailEnd type="none" w="med" len="med"/>
            </a:ln>
          </p:spPr>
        </p:sp>
        <p:sp>
          <p:nvSpPr>
            <p:cNvPr id="7695" name="Line 837"/>
            <p:cNvSpPr/>
            <p:nvPr/>
          </p:nvSpPr>
          <p:spPr>
            <a:xfrm>
              <a:off x="2894" y="850"/>
              <a:ext cx="52" cy="96"/>
            </a:xfrm>
            <a:prstGeom prst="line">
              <a:avLst/>
            </a:prstGeom>
            <a:ln w="28575" cap="flat" cmpd="sng">
              <a:solidFill>
                <a:schemeClr val="bg2"/>
              </a:solidFill>
              <a:prstDash val="solid"/>
              <a:headEnd type="none" w="med" len="med"/>
              <a:tailEnd type="none" w="med" len="med"/>
            </a:ln>
          </p:spPr>
        </p:sp>
      </p:grpSp>
      <p:sp>
        <p:nvSpPr>
          <p:cNvPr id="7242" name="Line 838"/>
          <p:cNvSpPr/>
          <p:nvPr/>
        </p:nvSpPr>
        <p:spPr>
          <a:xfrm flipV="1">
            <a:off x="7005638" y="3978275"/>
            <a:ext cx="227012" cy="436563"/>
          </a:xfrm>
          <a:prstGeom prst="line">
            <a:avLst/>
          </a:prstGeom>
          <a:ln w="9525" cap="flat" cmpd="sng">
            <a:solidFill>
              <a:schemeClr val="bg2"/>
            </a:solidFill>
            <a:prstDash val="solid"/>
            <a:headEnd type="none" w="med" len="med"/>
            <a:tailEnd type="none" w="med" len="med"/>
          </a:ln>
        </p:spPr>
      </p:sp>
      <p:sp>
        <p:nvSpPr>
          <p:cNvPr id="7243" name="Line 839"/>
          <p:cNvSpPr/>
          <p:nvPr/>
        </p:nvSpPr>
        <p:spPr>
          <a:xfrm>
            <a:off x="7129463" y="3716338"/>
            <a:ext cx="163512" cy="120650"/>
          </a:xfrm>
          <a:prstGeom prst="line">
            <a:avLst/>
          </a:prstGeom>
          <a:ln w="9525" cap="flat" cmpd="sng">
            <a:solidFill>
              <a:schemeClr val="bg2"/>
            </a:solidFill>
            <a:prstDash val="solid"/>
            <a:headEnd type="none" w="med" len="med"/>
            <a:tailEnd type="none" w="med" len="med"/>
          </a:ln>
        </p:spPr>
      </p:sp>
      <p:sp>
        <p:nvSpPr>
          <p:cNvPr id="7244" name="Line 840"/>
          <p:cNvSpPr/>
          <p:nvPr/>
        </p:nvSpPr>
        <p:spPr>
          <a:xfrm>
            <a:off x="7226300" y="3636963"/>
            <a:ext cx="279400" cy="0"/>
          </a:xfrm>
          <a:prstGeom prst="line">
            <a:avLst/>
          </a:prstGeom>
          <a:ln w="9525" cap="flat" cmpd="sng">
            <a:solidFill>
              <a:schemeClr val="bg2"/>
            </a:solidFill>
            <a:prstDash val="solid"/>
            <a:headEnd type="none" w="med" len="med"/>
            <a:tailEnd type="none" w="med" len="med"/>
          </a:ln>
        </p:spPr>
      </p:sp>
      <p:sp>
        <p:nvSpPr>
          <p:cNvPr id="7245" name="Line 841"/>
          <p:cNvSpPr/>
          <p:nvPr/>
        </p:nvSpPr>
        <p:spPr>
          <a:xfrm flipV="1">
            <a:off x="7462838" y="3722688"/>
            <a:ext cx="134937" cy="104775"/>
          </a:xfrm>
          <a:prstGeom prst="line">
            <a:avLst/>
          </a:prstGeom>
          <a:ln w="9525" cap="flat" cmpd="sng">
            <a:solidFill>
              <a:schemeClr val="bg2"/>
            </a:solidFill>
            <a:prstDash val="solid"/>
            <a:headEnd type="none" w="med" len="med"/>
            <a:tailEnd type="none" w="med" len="med"/>
          </a:ln>
        </p:spPr>
      </p:sp>
      <p:sp>
        <p:nvSpPr>
          <p:cNvPr id="7246" name="Line 842"/>
          <p:cNvSpPr/>
          <p:nvPr/>
        </p:nvSpPr>
        <p:spPr>
          <a:xfrm>
            <a:off x="6161088" y="3643313"/>
            <a:ext cx="679450" cy="0"/>
          </a:xfrm>
          <a:prstGeom prst="line">
            <a:avLst/>
          </a:prstGeom>
          <a:ln w="9525" cap="flat" cmpd="sng">
            <a:solidFill>
              <a:schemeClr val="bg2"/>
            </a:solidFill>
            <a:prstDash val="solid"/>
            <a:headEnd type="none" w="med" len="med"/>
            <a:tailEnd type="none" w="med" len="med"/>
          </a:ln>
        </p:spPr>
      </p:sp>
      <p:sp>
        <p:nvSpPr>
          <p:cNvPr id="7247" name="Line 843"/>
          <p:cNvSpPr/>
          <p:nvPr/>
        </p:nvSpPr>
        <p:spPr>
          <a:xfrm>
            <a:off x="6456363" y="2490788"/>
            <a:ext cx="509587" cy="3175"/>
          </a:xfrm>
          <a:prstGeom prst="line">
            <a:avLst/>
          </a:prstGeom>
          <a:ln w="9525" cap="flat" cmpd="sng">
            <a:solidFill>
              <a:schemeClr val="bg2"/>
            </a:solidFill>
            <a:prstDash val="solid"/>
            <a:headEnd type="none" w="med" len="med"/>
            <a:tailEnd type="none" w="med" len="med"/>
          </a:ln>
        </p:spPr>
      </p:sp>
      <p:sp>
        <p:nvSpPr>
          <p:cNvPr id="7248" name="Line 844"/>
          <p:cNvSpPr/>
          <p:nvPr/>
        </p:nvSpPr>
        <p:spPr>
          <a:xfrm>
            <a:off x="6022975" y="2319338"/>
            <a:ext cx="152400" cy="82550"/>
          </a:xfrm>
          <a:prstGeom prst="line">
            <a:avLst/>
          </a:prstGeom>
          <a:ln w="9525" cap="flat" cmpd="sng">
            <a:solidFill>
              <a:schemeClr val="bg2"/>
            </a:solidFill>
            <a:prstDash val="solid"/>
            <a:headEnd type="none" w="med" len="med"/>
            <a:tailEnd type="none" w="med" len="med"/>
          </a:ln>
        </p:spPr>
      </p:sp>
      <p:sp>
        <p:nvSpPr>
          <p:cNvPr id="7249" name="Freeform 845"/>
          <p:cNvSpPr/>
          <p:nvPr/>
        </p:nvSpPr>
        <p:spPr>
          <a:xfrm>
            <a:off x="5343525" y="4325938"/>
            <a:ext cx="2979738" cy="1455737"/>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1877" h="91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DDDDDD">
              <a:alpha val="100000"/>
            </a:srgbClr>
          </a:solidFill>
          <a:ln w="9525">
            <a:noFill/>
          </a:ln>
        </p:spPr>
        <p:txBody>
          <a:bodyPr/>
          <a:p>
            <a:endParaRPr lang="zh-CN" altLang="en-US"/>
          </a:p>
        </p:txBody>
      </p:sp>
      <p:sp>
        <p:nvSpPr>
          <p:cNvPr id="7250" name="Line 846"/>
          <p:cNvSpPr/>
          <p:nvPr/>
        </p:nvSpPr>
        <p:spPr>
          <a:xfrm rot="-5400000">
            <a:off x="7578725" y="5062538"/>
            <a:ext cx="523875" cy="139700"/>
          </a:xfrm>
          <a:prstGeom prst="line">
            <a:avLst/>
          </a:prstGeom>
          <a:ln w="12700" cap="flat" cmpd="sng">
            <a:solidFill>
              <a:schemeClr val="bg2"/>
            </a:solidFill>
            <a:prstDash val="solid"/>
            <a:headEnd type="none" w="med" len="med"/>
            <a:tailEnd type="none" w="med" len="med"/>
          </a:ln>
        </p:spPr>
      </p:sp>
      <p:sp>
        <p:nvSpPr>
          <p:cNvPr id="7251" name="Line 847"/>
          <p:cNvSpPr/>
          <p:nvPr/>
        </p:nvSpPr>
        <p:spPr>
          <a:xfrm rot="5400000" flipV="1">
            <a:off x="7724775" y="5343525"/>
            <a:ext cx="3175" cy="85725"/>
          </a:xfrm>
          <a:prstGeom prst="line">
            <a:avLst/>
          </a:prstGeom>
          <a:ln w="12700" cap="flat" cmpd="sng">
            <a:solidFill>
              <a:schemeClr val="bg2"/>
            </a:solidFill>
            <a:prstDash val="solid"/>
            <a:headEnd type="none" w="med" len="med"/>
            <a:tailEnd type="none" w="med" len="med"/>
          </a:ln>
        </p:spPr>
      </p:sp>
      <p:sp>
        <p:nvSpPr>
          <p:cNvPr id="7252" name="Line 848"/>
          <p:cNvSpPr/>
          <p:nvPr/>
        </p:nvSpPr>
        <p:spPr>
          <a:xfrm rot="-5400000">
            <a:off x="7910513" y="5019675"/>
            <a:ext cx="0" cy="114300"/>
          </a:xfrm>
          <a:prstGeom prst="line">
            <a:avLst/>
          </a:prstGeom>
          <a:ln w="12700" cap="flat" cmpd="sng">
            <a:solidFill>
              <a:schemeClr val="bg2"/>
            </a:solidFill>
            <a:prstDash val="solid"/>
            <a:headEnd type="none" w="med" len="med"/>
            <a:tailEnd type="none" w="med" len="med"/>
          </a:ln>
        </p:spPr>
      </p:sp>
      <p:grpSp>
        <p:nvGrpSpPr>
          <p:cNvPr id="7253" name="Group 849"/>
          <p:cNvGrpSpPr/>
          <p:nvPr/>
        </p:nvGrpSpPr>
        <p:grpSpPr>
          <a:xfrm>
            <a:off x="7489825" y="4729163"/>
            <a:ext cx="501650" cy="234950"/>
            <a:chOff x="4701" y="2996"/>
            <a:chExt cx="316" cy="148"/>
          </a:xfrm>
        </p:grpSpPr>
        <p:sp>
          <p:nvSpPr>
            <p:cNvPr id="7680" name="Oval 850"/>
            <p:cNvSpPr/>
            <p:nvPr/>
          </p:nvSpPr>
          <p:spPr>
            <a:xfrm>
              <a:off x="4704" y="3062"/>
              <a:ext cx="313" cy="82"/>
            </a:xfrm>
            <a:prstGeom prst="ellipse">
              <a:avLst/>
            </a:prstGeom>
            <a:solidFill>
              <a:srgbClr val="DDDDDD"/>
            </a:solidFill>
            <a:ln w="12700" cap="flat" cmpd="sng">
              <a:solidFill>
                <a:schemeClr val="folHlink"/>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7681" name="Line 851"/>
            <p:cNvSpPr/>
            <p:nvPr/>
          </p:nvSpPr>
          <p:spPr>
            <a:xfrm>
              <a:off x="4704" y="3055"/>
              <a:ext cx="0" cy="51"/>
            </a:xfrm>
            <a:prstGeom prst="line">
              <a:avLst/>
            </a:prstGeom>
            <a:ln w="12700" cap="flat" cmpd="sng">
              <a:solidFill>
                <a:schemeClr val="folHlink"/>
              </a:solidFill>
              <a:prstDash val="solid"/>
              <a:headEnd type="none" w="med" len="med"/>
              <a:tailEnd type="none" w="med" len="med"/>
            </a:ln>
          </p:spPr>
        </p:sp>
        <p:sp>
          <p:nvSpPr>
            <p:cNvPr id="7682" name="Line 852"/>
            <p:cNvSpPr/>
            <p:nvPr/>
          </p:nvSpPr>
          <p:spPr>
            <a:xfrm>
              <a:off x="5017" y="3055"/>
              <a:ext cx="0" cy="51"/>
            </a:xfrm>
            <a:prstGeom prst="line">
              <a:avLst/>
            </a:prstGeom>
            <a:ln w="12700" cap="flat" cmpd="sng">
              <a:solidFill>
                <a:schemeClr val="folHlink"/>
              </a:solidFill>
              <a:prstDash val="solid"/>
              <a:headEnd type="none" w="med" len="med"/>
              <a:tailEnd type="none" w="med" len="med"/>
            </a:ln>
          </p:spPr>
        </p:sp>
        <p:sp>
          <p:nvSpPr>
            <p:cNvPr id="7683" name="Rectangle 853"/>
            <p:cNvSpPr/>
            <p:nvPr/>
          </p:nvSpPr>
          <p:spPr>
            <a:xfrm>
              <a:off x="4704" y="3055"/>
              <a:ext cx="310" cy="50"/>
            </a:xfrm>
            <a:prstGeom prst="rect">
              <a:avLst/>
            </a:prstGeom>
            <a:solidFill>
              <a:srgbClr val="DDDDDD"/>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7684" name="Oval 854"/>
            <p:cNvSpPr/>
            <p:nvPr/>
          </p:nvSpPr>
          <p:spPr>
            <a:xfrm>
              <a:off x="4701" y="2996"/>
              <a:ext cx="313" cy="96"/>
            </a:xfrm>
            <a:prstGeom prst="ellipse">
              <a:avLst/>
            </a:prstGeom>
            <a:solidFill>
              <a:srgbClr val="DDDDDD"/>
            </a:solidFill>
            <a:ln w="12700" cap="flat" cmpd="sng">
              <a:solidFill>
                <a:schemeClr val="folHlink"/>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7685" name="Group 855"/>
            <p:cNvGrpSpPr/>
            <p:nvPr/>
          </p:nvGrpSpPr>
          <p:grpSpPr>
            <a:xfrm>
              <a:off x="4776" y="3017"/>
              <a:ext cx="156" cy="56"/>
              <a:chOff x="2848" y="848"/>
              <a:chExt cx="140" cy="98"/>
            </a:xfrm>
          </p:grpSpPr>
          <p:sp>
            <p:nvSpPr>
              <p:cNvPr id="7690" name="Line 856"/>
              <p:cNvSpPr/>
              <p:nvPr/>
            </p:nvSpPr>
            <p:spPr>
              <a:xfrm flipV="1">
                <a:off x="2848" y="848"/>
                <a:ext cx="50" cy="2"/>
              </a:xfrm>
              <a:prstGeom prst="line">
                <a:avLst/>
              </a:prstGeom>
              <a:ln w="28575" cap="flat" cmpd="sng">
                <a:solidFill>
                  <a:schemeClr val="bg2"/>
                </a:solidFill>
                <a:prstDash val="solid"/>
                <a:headEnd type="none" w="med" len="med"/>
                <a:tailEnd type="none" w="med" len="med"/>
              </a:ln>
            </p:spPr>
          </p:sp>
          <p:sp>
            <p:nvSpPr>
              <p:cNvPr id="7691" name="Line 857"/>
              <p:cNvSpPr/>
              <p:nvPr/>
            </p:nvSpPr>
            <p:spPr>
              <a:xfrm>
                <a:off x="2944" y="946"/>
                <a:ext cx="44" cy="0"/>
              </a:xfrm>
              <a:prstGeom prst="line">
                <a:avLst/>
              </a:prstGeom>
              <a:ln w="28575" cap="flat" cmpd="sng">
                <a:solidFill>
                  <a:schemeClr val="bg2"/>
                </a:solidFill>
                <a:prstDash val="solid"/>
                <a:headEnd type="none" w="med" len="med"/>
                <a:tailEnd type="none" w="med" len="med"/>
              </a:ln>
            </p:spPr>
          </p:sp>
          <p:sp>
            <p:nvSpPr>
              <p:cNvPr id="7692" name="Line 858"/>
              <p:cNvSpPr/>
              <p:nvPr/>
            </p:nvSpPr>
            <p:spPr>
              <a:xfrm>
                <a:off x="2894" y="850"/>
                <a:ext cx="52" cy="96"/>
              </a:xfrm>
              <a:prstGeom prst="line">
                <a:avLst/>
              </a:prstGeom>
              <a:ln w="28575" cap="flat" cmpd="sng">
                <a:solidFill>
                  <a:schemeClr val="bg2"/>
                </a:solidFill>
                <a:prstDash val="solid"/>
                <a:headEnd type="none" w="med" len="med"/>
                <a:tailEnd type="none" w="med" len="med"/>
              </a:ln>
            </p:spPr>
          </p:sp>
        </p:grpSp>
        <p:grpSp>
          <p:nvGrpSpPr>
            <p:cNvPr id="7686" name="Group 859"/>
            <p:cNvGrpSpPr/>
            <p:nvPr/>
          </p:nvGrpSpPr>
          <p:grpSpPr>
            <a:xfrm flipV="1">
              <a:off x="4776" y="3016"/>
              <a:ext cx="156" cy="56"/>
              <a:chOff x="2848" y="848"/>
              <a:chExt cx="140" cy="98"/>
            </a:xfrm>
          </p:grpSpPr>
          <p:sp>
            <p:nvSpPr>
              <p:cNvPr id="7687" name="Line 860"/>
              <p:cNvSpPr/>
              <p:nvPr/>
            </p:nvSpPr>
            <p:spPr>
              <a:xfrm flipV="1">
                <a:off x="2848" y="848"/>
                <a:ext cx="50" cy="2"/>
              </a:xfrm>
              <a:prstGeom prst="line">
                <a:avLst/>
              </a:prstGeom>
              <a:ln w="28575" cap="flat" cmpd="sng">
                <a:solidFill>
                  <a:schemeClr val="bg2"/>
                </a:solidFill>
                <a:prstDash val="solid"/>
                <a:headEnd type="none" w="med" len="med"/>
                <a:tailEnd type="none" w="med" len="med"/>
              </a:ln>
            </p:spPr>
          </p:sp>
          <p:sp>
            <p:nvSpPr>
              <p:cNvPr id="7688" name="Line 861"/>
              <p:cNvSpPr/>
              <p:nvPr/>
            </p:nvSpPr>
            <p:spPr>
              <a:xfrm>
                <a:off x="2944" y="946"/>
                <a:ext cx="44" cy="0"/>
              </a:xfrm>
              <a:prstGeom prst="line">
                <a:avLst/>
              </a:prstGeom>
              <a:ln w="28575" cap="flat" cmpd="sng">
                <a:solidFill>
                  <a:schemeClr val="bg2"/>
                </a:solidFill>
                <a:prstDash val="solid"/>
                <a:headEnd type="none" w="med" len="med"/>
                <a:tailEnd type="none" w="med" len="med"/>
              </a:ln>
            </p:spPr>
          </p:sp>
          <p:sp>
            <p:nvSpPr>
              <p:cNvPr id="7689" name="Line 862"/>
              <p:cNvSpPr/>
              <p:nvPr/>
            </p:nvSpPr>
            <p:spPr>
              <a:xfrm>
                <a:off x="2894" y="850"/>
                <a:ext cx="52" cy="96"/>
              </a:xfrm>
              <a:prstGeom prst="line">
                <a:avLst/>
              </a:prstGeom>
              <a:ln w="28575" cap="flat" cmpd="sng">
                <a:solidFill>
                  <a:schemeClr val="bg2"/>
                </a:solidFill>
                <a:prstDash val="solid"/>
                <a:headEnd type="none" w="med" len="med"/>
                <a:tailEnd type="none" w="med" len="med"/>
              </a:ln>
            </p:spPr>
          </p:sp>
        </p:grpSp>
      </p:grpSp>
      <p:grpSp>
        <p:nvGrpSpPr>
          <p:cNvPr id="7254" name="Group 863"/>
          <p:cNvGrpSpPr/>
          <p:nvPr/>
        </p:nvGrpSpPr>
        <p:grpSpPr>
          <a:xfrm>
            <a:off x="6673850" y="4452938"/>
            <a:ext cx="501650" cy="234950"/>
            <a:chOff x="3600" y="219"/>
            <a:chExt cx="360" cy="175"/>
          </a:xfrm>
        </p:grpSpPr>
        <p:sp>
          <p:nvSpPr>
            <p:cNvPr id="7667" name="Oval 864"/>
            <p:cNvSpPr/>
            <p:nvPr/>
          </p:nvSpPr>
          <p:spPr>
            <a:xfrm>
              <a:off x="3603" y="297"/>
              <a:ext cx="357" cy="97"/>
            </a:xfrm>
            <a:prstGeom prst="ellipse">
              <a:avLst/>
            </a:prstGeom>
            <a:solidFill>
              <a:srgbClr val="DDDDDD"/>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7668" name="Line 865"/>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7669" name="Line 866"/>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7670" name="Rectangle 867"/>
            <p:cNvSpPr/>
            <p:nvPr/>
          </p:nvSpPr>
          <p:spPr>
            <a:xfrm>
              <a:off x="3603" y="289"/>
              <a:ext cx="354" cy="59"/>
            </a:xfrm>
            <a:prstGeom prst="rect">
              <a:avLst/>
            </a:prstGeom>
            <a:solidFill>
              <a:srgbClr val="DDDDDD"/>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7671" name="Oval 868"/>
            <p:cNvSpPr/>
            <p:nvPr/>
          </p:nvSpPr>
          <p:spPr>
            <a:xfrm>
              <a:off x="3600" y="219"/>
              <a:ext cx="357" cy="113"/>
            </a:xfrm>
            <a:prstGeom prst="ellipse">
              <a:avLst/>
            </a:prstGeom>
            <a:solidFill>
              <a:srgbClr val="DDDDDD"/>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7672" name="Group 869"/>
            <p:cNvGrpSpPr/>
            <p:nvPr/>
          </p:nvGrpSpPr>
          <p:grpSpPr>
            <a:xfrm>
              <a:off x="3686" y="244"/>
              <a:ext cx="177" cy="66"/>
              <a:chOff x="2848" y="848"/>
              <a:chExt cx="140" cy="98"/>
            </a:xfrm>
          </p:grpSpPr>
          <p:sp>
            <p:nvSpPr>
              <p:cNvPr id="7677" name="Line 870"/>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7678" name="Line 871"/>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7679" name="Line 872"/>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7673" name="Group 873"/>
            <p:cNvGrpSpPr/>
            <p:nvPr/>
          </p:nvGrpSpPr>
          <p:grpSpPr>
            <a:xfrm flipV="1">
              <a:off x="3686" y="243"/>
              <a:ext cx="177" cy="66"/>
              <a:chOff x="2848" y="848"/>
              <a:chExt cx="140" cy="98"/>
            </a:xfrm>
          </p:grpSpPr>
          <p:sp>
            <p:nvSpPr>
              <p:cNvPr id="7674" name="Line 874"/>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7675" name="Line 875"/>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7676" name="Line 876"/>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7255" name="Group 877"/>
          <p:cNvGrpSpPr/>
          <p:nvPr/>
        </p:nvGrpSpPr>
        <p:grpSpPr>
          <a:xfrm>
            <a:off x="6008688" y="4757738"/>
            <a:ext cx="501650" cy="234950"/>
            <a:chOff x="3600" y="219"/>
            <a:chExt cx="360" cy="175"/>
          </a:xfrm>
        </p:grpSpPr>
        <p:sp>
          <p:nvSpPr>
            <p:cNvPr id="7654" name="Oval 878"/>
            <p:cNvSpPr/>
            <p:nvPr/>
          </p:nvSpPr>
          <p:spPr>
            <a:xfrm>
              <a:off x="3603" y="297"/>
              <a:ext cx="357" cy="97"/>
            </a:xfrm>
            <a:prstGeom prst="ellipse">
              <a:avLst/>
            </a:prstGeom>
            <a:solidFill>
              <a:srgbClr val="DDDDDD"/>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7655" name="Line 879"/>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7656" name="Line 880"/>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7657" name="Rectangle 881"/>
            <p:cNvSpPr/>
            <p:nvPr/>
          </p:nvSpPr>
          <p:spPr>
            <a:xfrm>
              <a:off x="3603" y="289"/>
              <a:ext cx="354" cy="59"/>
            </a:xfrm>
            <a:prstGeom prst="rect">
              <a:avLst/>
            </a:prstGeom>
            <a:solidFill>
              <a:srgbClr val="DDDDDD"/>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7658" name="Oval 882"/>
            <p:cNvSpPr/>
            <p:nvPr/>
          </p:nvSpPr>
          <p:spPr>
            <a:xfrm>
              <a:off x="3600" y="219"/>
              <a:ext cx="357" cy="113"/>
            </a:xfrm>
            <a:prstGeom prst="ellipse">
              <a:avLst/>
            </a:prstGeom>
            <a:solidFill>
              <a:srgbClr val="DDDDDD"/>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7659" name="Group 883"/>
            <p:cNvGrpSpPr/>
            <p:nvPr/>
          </p:nvGrpSpPr>
          <p:grpSpPr>
            <a:xfrm>
              <a:off x="3686" y="244"/>
              <a:ext cx="177" cy="66"/>
              <a:chOff x="2848" y="848"/>
              <a:chExt cx="140" cy="98"/>
            </a:xfrm>
          </p:grpSpPr>
          <p:sp>
            <p:nvSpPr>
              <p:cNvPr id="7664" name="Line 884"/>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7665" name="Line 885"/>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7666" name="Line 886"/>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7660" name="Group 887"/>
            <p:cNvGrpSpPr/>
            <p:nvPr/>
          </p:nvGrpSpPr>
          <p:grpSpPr>
            <a:xfrm flipV="1">
              <a:off x="3686" y="243"/>
              <a:ext cx="177" cy="66"/>
              <a:chOff x="2848" y="848"/>
              <a:chExt cx="140" cy="98"/>
            </a:xfrm>
          </p:grpSpPr>
          <p:sp>
            <p:nvSpPr>
              <p:cNvPr id="7661" name="Line 888"/>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7662" name="Line 889"/>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7663" name="Line 890"/>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sp>
        <p:nvSpPr>
          <p:cNvPr id="7256" name="Line 891"/>
          <p:cNvSpPr/>
          <p:nvPr/>
        </p:nvSpPr>
        <p:spPr>
          <a:xfrm>
            <a:off x="7123113" y="4664075"/>
            <a:ext cx="358775" cy="120650"/>
          </a:xfrm>
          <a:prstGeom prst="line">
            <a:avLst/>
          </a:prstGeom>
          <a:ln w="9525" cap="flat" cmpd="sng">
            <a:solidFill>
              <a:schemeClr val="bg2"/>
            </a:solidFill>
            <a:prstDash val="solid"/>
            <a:headEnd type="none" w="med" len="med"/>
            <a:tailEnd type="none" w="med" len="med"/>
          </a:ln>
        </p:spPr>
      </p:sp>
      <p:sp>
        <p:nvSpPr>
          <p:cNvPr id="7257" name="Line 892"/>
          <p:cNvSpPr/>
          <p:nvPr/>
        </p:nvSpPr>
        <p:spPr>
          <a:xfrm flipV="1">
            <a:off x="6470650" y="4676775"/>
            <a:ext cx="277813" cy="109538"/>
          </a:xfrm>
          <a:prstGeom prst="line">
            <a:avLst/>
          </a:prstGeom>
          <a:ln w="9525" cap="flat" cmpd="sng">
            <a:solidFill>
              <a:schemeClr val="bg2"/>
            </a:solidFill>
            <a:prstDash val="solid"/>
            <a:headEnd type="none" w="med" len="med"/>
            <a:tailEnd type="none" w="med" len="med"/>
          </a:ln>
        </p:spPr>
      </p:sp>
      <p:sp>
        <p:nvSpPr>
          <p:cNvPr id="7258" name="Line 893"/>
          <p:cNvSpPr/>
          <p:nvPr/>
        </p:nvSpPr>
        <p:spPr>
          <a:xfrm flipV="1">
            <a:off x="6513513" y="4879975"/>
            <a:ext cx="971550" cy="0"/>
          </a:xfrm>
          <a:prstGeom prst="line">
            <a:avLst/>
          </a:prstGeom>
          <a:ln w="9525" cap="flat" cmpd="sng">
            <a:solidFill>
              <a:schemeClr val="bg2"/>
            </a:solidFill>
            <a:prstDash val="solid"/>
            <a:headEnd type="none" w="med" len="med"/>
            <a:tailEnd type="none" w="med" len="med"/>
          </a:ln>
        </p:spPr>
      </p:sp>
      <p:sp>
        <p:nvSpPr>
          <p:cNvPr id="7259" name="Line 894"/>
          <p:cNvSpPr/>
          <p:nvPr/>
        </p:nvSpPr>
        <p:spPr>
          <a:xfrm flipH="1">
            <a:off x="5808663" y="4625975"/>
            <a:ext cx="254000" cy="469900"/>
          </a:xfrm>
          <a:prstGeom prst="line">
            <a:avLst/>
          </a:prstGeom>
          <a:ln w="9525" cap="flat" cmpd="sng">
            <a:solidFill>
              <a:schemeClr val="bg2"/>
            </a:solidFill>
            <a:prstDash val="solid"/>
            <a:headEnd type="none" w="med" len="med"/>
            <a:tailEnd type="none" w="med" len="med"/>
          </a:ln>
        </p:spPr>
      </p:sp>
      <p:sp>
        <p:nvSpPr>
          <p:cNvPr id="7260" name="Line 895"/>
          <p:cNvSpPr/>
          <p:nvPr/>
        </p:nvSpPr>
        <p:spPr>
          <a:xfrm>
            <a:off x="5834063" y="4676775"/>
            <a:ext cx="196850" cy="0"/>
          </a:xfrm>
          <a:prstGeom prst="line">
            <a:avLst/>
          </a:prstGeom>
          <a:ln w="9525" cap="flat" cmpd="sng">
            <a:solidFill>
              <a:schemeClr val="bg2"/>
            </a:solidFill>
            <a:prstDash val="solid"/>
            <a:headEnd type="none" w="med" len="med"/>
            <a:tailEnd type="none" w="med" len="med"/>
          </a:ln>
        </p:spPr>
      </p:sp>
      <p:sp>
        <p:nvSpPr>
          <p:cNvPr id="7261" name="Line 896"/>
          <p:cNvSpPr/>
          <p:nvPr/>
        </p:nvSpPr>
        <p:spPr>
          <a:xfrm>
            <a:off x="5694363" y="5013325"/>
            <a:ext cx="153987" cy="0"/>
          </a:xfrm>
          <a:prstGeom prst="line">
            <a:avLst/>
          </a:prstGeom>
          <a:ln w="9525" cap="flat" cmpd="sng">
            <a:solidFill>
              <a:schemeClr val="bg2"/>
            </a:solidFill>
            <a:prstDash val="solid"/>
            <a:headEnd type="none" w="med" len="med"/>
            <a:tailEnd type="none" w="med" len="med"/>
          </a:ln>
        </p:spPr>
      </p:sp>
      <p:sp>
        <p:nvSpPr>
          <p:cNvPr id="7262" name="Line 897"/>
          <p:cNvSpPr/>
          <p:nvPr/>
        </p:nvSpPr>
        <p:spPr>
          <a:xfrm>
            <a:off x="5946775" y="5092700"/>
            <a:ext cx="490538" cy="0"/>
          </a:xfrm>
          <a:prstGeom prst="line">
            <a:avLst/>
          </a:prstGeom>
          <a:ln w="9525" cap="flat" cmpd="sng">
            <a:solidFill>
              <a:schemeClr val="bg2"/>
            </a:solidFill>
            <a:prstDash val="solid"/>
            <a:headEnd type="none" w="med" len="med"/>
            <a:tailEnd type="none" w="med" len="med"/>
          </a:ln>
        </p:spPr>
      </p:sp>
      <p:sp>
        <p:nvSpPr>
          <p:cNvPr id="7263" name="Line 898"/>
          <p:cNvSpPr/>
          <p:nvPr/>
        </p:nvSpPr>
        <p:spPr>
          <a:xfrm flipH="1">
            <a:off x="6186488" y="5000625"/>
            <a:ext cx="53975" cy="85725"/>
          </a:xfrm>
          <a:prstGeom prst="line">
            <a:avLst/>
          </a:prstGeom>
          <a:ln w="9525" cap="flat" cmpd="sng">
            <a:solidFill>
              <a:schemeClr val="bg2"/>
            </a:solidFill>
            <a:prstDash val="solid"/>
            <a:headEnd type="none" w="med" len="med"/>
            <a:tailEnd type="none" w="med" len="med"/>
          </a:ln>
        </p:spPr>
      </p:sp>
      <p:sp>
        <p:nvSpPr>
          <p:cNvPr id="7264" name="Line 899"/>
          <p:cNvSpPr/>
          <p:nvPr/>
        </p:nvSpPr>
        <p:spPr>
          <a:xfrm>
            <a:off x="5999163" y="5089525"/>
            <a:ext cx="1587" cy="82550"/>
          </a:xfrm>
          <a:prstGeom prst="line">
            <a:avLst/>
          </a:prstGeom>
          <a:ln w="9525" cap="flat" cmpd="sng">
            <a:solidFill>
              <a:schemeClr val="bg2"/>
            </a:solidFill>
            <a:prstDash val="solid"/>
            <a:headEnd type="none" w="med" len="med"/>
            <a:tailEnd type="none" w="med" len="med"/>
          </a:ln>
        </p:spPr>
      </p:sp>
      <p:sp>
        <p:nvSpPr>
          <p:cNvPr id="7265" name="Line 900"/>
          <p:cNvSpPr/>
          <p:nvPr/>
        </p:nvSpPr>
        <p:spPr>
          <a:xfrm flipH="1" flipV="1">
            <a:off x="6396038" y="5097463"/>
            <a:ext cx="0" cy="76200"/>
          </a:xfrm>
          <a:prstGeom prst="line">
            <a:avLst/>
          </a:prstGeom>
          <a:ln w="9525" cap="flat" cmpd="sng">
            <a:solidFill>
              <a:schemeClr val="bg2"/>
            </a:solidFill>
            <a:prstDash val="solid"/>
            <a:headEnd type="none" w="med" len="med"/>
            <a:tailEnd type="none" w="med" len="med"/>
          </a:ln>
        </p:spPr>
      </p:sp>
      <p:sp>
        <p:nvSpPr>
          <p:cNvPr id="7266" name="Line 901"/>
          <p:cNvSpPr/>
          <p:nvPr/>
        </p:nvSpPr>
        <p:spPr>
          <a:xfrm>
            <a:off x="6477000" y="4956175"/>
            <a:ext cx="503238" cy="269875"/>
          </a:xfrm>
          <a:prstGeom prst="line">
            <a:avLst/>
          </a:prstGeom>
          <a:ln w="9525" cap="flat" cmpd="sng">
            <a:solidFill>
              <a:schemeClr val="bg2"/>
            </a:solidFill>
            <a:prstDash val="solid"/>
            <a:headEnd type="none" w="med" len="med"/>
            <a:tailEnd type="none" w="med" len="med"/>
          </a:ln>
        </p:spPr>
      </p:sp>
      <p:sp>
        <p:nvSpPr>
          <p:cNvPr id="7267" name="Line 902"/>
          <p:cNvSpPr/>
          <p:nvPr/>
        </p:nvSpPr>
        <p:spPr>
          <a:xfrm>
            <a:off x="5926138" y="4891088"/>
            <a:ext cx="80962" cy="0"/>
          </a:xfrm>
          <a:prstGeom prst="line">
            <a:avLst/>
          </a:prstGeom>
          <a:ln w="9525" cap="flat" cmpd="sng">
            <a:solidFill>
              <a:schemeClr val="bg2"/>
            </a:solidFill>
            <a:prstDash val="solid"/>
            <a:headEnd type="none" w="med" len="med"/>
            <a:tailEnd type="none" w="med" len="med"/>
          </a:ln>
        </p:spPr>
      </p:sp>
      <p:grpSp>
        <p:nvGrpSpPr>
          <p:cNvPr id="7268" name="Group 903"/>
          <p:cNvGrpSpPr/>
          <p:nvPr/>
        </p:nvGrpSpPr>
        <p:grpSpPr>
          <a:xfrm>
            <a:off x="5111750" y="1651000"/>
            <a:ext cx="3021013" cy="3981450"/>
            <a:chOff x="-1203" y="1352"/>
            <a:chExt cx="1903" cy="2508"/>
          </a:xfrm>
        </p:grpSpPr>
        <p:grpSp>
          <p:nvGrpSpPr>
            <p:cNvPr id="7614" name="Group 904"/>
            <p:cNvGrpSpPr/>
            <p:nvPr/>
          </p:nvGrpSpPr>
          <p:grpSpPr>
            <a:xfrm>
              <a:off x="-1203" y="1647"/>
              <a:ext cx="436" cy="114"/>
              <a:chOff x="3072" y="739"/>
              <a:chExt cx="652" cy="146"/>
            </a:xfrm>
          </p:grpSpPr>
          <p:pic>
            <p:nvPicPr>
              <p:cNvPr id="7651" name="Picture 905"/>
              <p:cNvPicPr>
                <a:picLocks noChangeAspect="1"/>
              </p:cNvPicPr>
              <p:nvPr/>
            </p:nvPicPr>
            <p:blipFill>
              <a:blip r:embed="rId1"/>
              <a:stretch>
                <a:fillRect/>
              </a:stretch>
            </p:blipFill>
            <p:spPr>
              <a:xfrm flipH="1">
                <a:off x="3237" y="739"/>
                <a:ext cx="487" cy="146"/>
              </a:xfrm>
              <a:prstGeom prst="rect">
                <a:avLst/>
              </a:prstGeom>
              <a:noFill/>
              <a:ln w="9525">
                <a:noFill/>
              </a:ln>
            </p:spPr>
          </p:pic>
          <p:sp>
            <p:nvSpPr>
              <p:cNvPr id="7652" name="Line 906"/>
              <p:cNvSpPr/>
              <p:nvPr/>
            </p:nvSpPr>
            <p:spPr>
              <a:xfrm flipH="1">
                <a:off x="3104" y="784"/>
                <a:ext cx="88" cy="0"/>
              </a:xfrm>
              <a:prstGeom prst="line">
                <a:avLst/>
              </a:prstGeom>
              <a:ln w="9525" cap="flat" cmpd="sng">
                <a:solidFill>
                  <a:schemeClr val="tx1"/>
                </a:solidFill>
                <a:prstDash val="solid"/>
                <a:headEnd type="none" w="med" len="med"/>
                <a:tailEnd type="none" w="med" len="med"/>
              </a:ln>
            </p:spPr>
          </p:sp>
          <p:sp>
            <p:nvSpPr>
              <p:cNvPr id="7653" name="Line 907"/>
              <p:cNvSpPr/>
              <p:nvPr/>
            </p:nvSpPr>
            <p:spPr>
              <a:xfrm flipH="1">
                <a:off x="3072" y="760"/>
                <a:ext cx="144" cy="0"/>
              </a:xfrm>
              <a:prstGeom prst="line">
                <a:avLst/>
              </a:prstGeom>
              <a:ln w="9525" cap="flat" cmpd="sng">
                <a:solidFill>
                  <a:schemeClr val="tx1"/>
                </a:solidFill>
                <a:prstDash val="solid"/>
                <a:headEnd type="none" w="med" len="med"/>
                <a:tailEnd type="none" w="med" len="med"/>
              </a:ln>
            </p:spPr>
          </p:sp>
        </p:grpSp>
        <p:pic>
          <p:nvPicPr>
            <p:cNvPr id="7615" name="Picture 908"/>
            <p:cNvPicPr>
              <a:picLocks noChangeAspect="1"/>
            </p:cNvPicPr>
            <p:nvPr/>
          </p:nvPicPr>
          <p:blipFill>
            <a:blip r:embed="rId2"/>
            <a:stretch>
              <a:fillRect/>
            </a:stretch>
          </p:blipFill>
          <p:spPr>
            <a:xfrm>
              <a:off x="-1027" y="1466"/>
              <a:ext cx="232" cy="168"/>
            </a:xfrm>
            <a:prstGeom prst="rect">
              <a:avLst/>
            </a:prstGeom>
            <a:noFill/>
            <a:ln w="9525">
              <a:noFill/>
            </a:ln>
          </p:spPr>
        </p:pic>
        <p:grpSp>
          <p:nvGrpSpPr>
            <p:cNvPr id="7616" name="Group 909"/>
            <p:cNvGrpSpPr/>
            <p:nvPr/>
          </p:nvGrpSpPr>
          <p:grpSpPr>
            <a:xfrm>
              <a:off x="-546" y="1352"/>
              <a:ext cx="256" cy="269"/>
              <a:chOff x="2870" y="1518"/>
              <a:chExt cx="292" cy="320"/>
            </a:xfrm>
          </p:grpSpPr>
          <p:graphicFrame>
            <p:nvGraphicFramePr>
              <p:cNvPr id="7649" name="Object 910"/>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083" name="" r:id="rId3" imgW="826770" imgH="840105" progId="MS_ClipArt_Gallery.2">
                      <p:embed/>
                    </p:oleObj>
                  </mc:Choice>
                  <mc:Fallback>
                    <p:oleObj name="" r:id="rId3" imgW="826770" imgH="840105" progId="MS_ClipArt_Gallery.2">
                      <p:embed/>
                      <p:pic>
                        <p:nvPicPr>
                          <p:cNvPr id="0" name="图片 3082"/>
                          <p:cNvPicPr/>
                          <p:nvPr/>
                        </p:nvPicPr>
                        <p:blipFill>
                          <a:blip r:embed="rId4"/>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7650" name="Object 911"/>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082" name="" r:id="rId5" imgW="1268095" imgH="1199515" progId="MS_ClipArt_Gallery.2">
                      <p:embed/>
                    </p:oleObj>
                  </mc:Choice>
                  <mc:Fallback>
                    <p:oleObj name="" r:id="rId5" imgW="1268095" imgH="1199515" progId="MS_ClipArt_Gallery.2">
                      <p:embed/>
                      <p:pic>
                        <p:nvPicPr>
                          <p:cNvPr id="0" name="图片 3081"/>
                          <p:cNvPicPr/>
                          <p:nvPr/>
                        </p:nvPicPr>
                        <p:blipFill>
                          <a:blip r:embed="rId6"/>
                          <a:stretch>
                            <a:fillRect/>
                          </a:stretch>
                        </p:blipFill>
                        <p:spPr>
                          <a:xfrm>
                            <a:off x="2913" y="1602"/>
                            <a:ext cx="249" cy="236"/>
                          </a:xfrm>
                          <a:prstGeom prst="rect">
                            <a:avLst/>
                          </a:prstGeom>
                          <a:noFill/>
                          <a:ln w="38100">
                            <a:noFill/>
                            <a:miter/>
                          </a:ln>
                        </p:spPr>
                      </p:pic>
                    </p:oleObj>
                  </mc:Fallback>
                </mc:AlternateContent>
              </a:graphicData>
            </a:graphic>
          </p:graphicFrame>
        </p:grpSp>
        <p:grpSp>
          <p:nvGrpSpPr>
            <p:cNvPr id="7617" name="Group 912"/>
            <p:cNvGrpSpPr/>
            <p:nvPr/>
          </p:nvGrpSpPr>
          <p:grpSpPr>
            <a:xfrm>
              <a:off x="-1002" y="2262"/>
              <a:ext cx="209" cy="224"/>
              <a:chOff x="2870" y="1518"/>
              <a:chExt cx="292" cy="320"/>
            </a:xfrm>
          </p:grpSpPr>
          <p:graphicFrame>
            <p:nvGraphicFramePr>
              <p:cNvPr id="7647" name="Object 913"/>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084" name="" r:id="rId7" imgW="826770" imgH="840105" progId="MS_ClipArt_Gallery.2">
                      <p:embed/>
                    </p:oleObj>
                  </mc:Choice>
                  <mc:Fallback>
                    <p:oleObj name="" r:id="rId7" imgW="826770" imgH="840105" progId="MS_ClipArt_Gallery.2">
                      <p:embed/>
                      <p:pic>
                        <p:nvPicPr>
                          <p:cNvPr id="0" name="图片 3083"/>
                          <p:cNvPicPr/>
                          <p:nvPr/>
                        </p:nvPicPr>
                        <p:blipFill>
                          <a:blip r:embed="rId4"/>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7648" name="Object 914"/>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080" name="" r:id="rId8" imgW="1268095" imgH="1199515" progId="MS_ClipArt_Gallery.2">
                      <p:embed/>
                    </p:oleObj>
                  </mc:Choice>
                  <mc:Fallback>
                    <p:oleObj name="" r:id="rId8" imgW="1268095" imgH="1199515" progId="MS_ClipArt_Gallery.2">
                      <p:embed/>
                      <p:pic>
                        <p:nvPicPr>
                          <p:cNvPr id="0" name="图片 3079"/>
                          <p:cNvPicPr/>
                          <p:nvPr/>
                        </p:nvPicPr>
                        <p:blipFill>
                          <a:blip r:embed="rId6"/>
                          <a:stretch>
                            <a:fillRect/>
                          </a:stretch>
                        </p:blipFill>
                        <p:spPr>
                          <a:xfrm>
                            <a:off x="2913" y="1602"/>
                            <a:ext cx="249" cy="236"/>
                          </a:xfrm>
                          <a:prstGeom prst="rect">
                            <a:avLst/>
                          </a:prstGeom>
                          <a:noFill/>
                          <a:ln w="38100">
                            <a:noFill/>
                            <a:miter/>
                          </a:ln>
                        </p:spPr>
                      </p:pic>
                    </p:oleObj>
                  </mc:Fallback>
                </mc:AlternateContent>
              </a:graphicData>
            </a:graphic>
          </p:graphicFrame>
        </p:grpSp>
        <p:graphicFrame>
          <p:nvGraphicFramePr>
            <p:cNvPr id="7618" name="Object 915"/>
            <p:cNvGraphicFramePr>
              <a:graphicFrameLocks noChangeAspect="1"/>
            </p:cNvGraphicFramePr>
            <p:nvPr/>
          </p:nvGraphicFramePr>
          <p:xfrm>
            <a:off x="-732" y="2289"/>
            <a:ext cx="207" cy="173"/>
          </p:xfrm>
          <a:graphic>
            <a:graphicData uri="http://schemas.openxmlformats.org/presentationml/2006/ole">
              <mc:AlternateContent xmlns:mc="http://schemas.openxmlformats.org/markup-compatibility/2006">
                <mc:Choice xmlns:v="urn:schemas-microsoft-com:vml" Requires="v">
                  <p:oleObj spid="_x0000_s3081" name="" r:id="rId9" imgW="1307465" imgH="1083945" progId="MS_ClipArt_Gallery.2">
                    <p:embed/>
                  </p:oleObj>
                </mc:Choice>
                <mc:Fallback>
                  <p:oleObj name="" r:id="rId9" imgW="1307465" imgH="1083945" progId="MS_ClipArt_Gallery.2">
                    <p:embed/>
                    <p:pic>
                      <p:nvPicPr>
                        <p:cNvPr id="0" name="图片 3080"/>
                        <p:cNvPicPr/>
                        <p:nvPr/>
                      </p:nvPicPr>
                      <p:blipFill>
                        <a:blip r:embed="rId10"/>
                        <a:stretch>
                          <a:fillRect/>
                        </a:stretch>
                      </p:blipFill>
                      <p:spPr>
                        <a:xfrm>
                          <a:off x="-732" y="2289"/>
                          <a:ext cx="207" cy="173"/>
                        </a:xfrm>
                        <a:prstGeom prst="rect">
                          <a:avLst/>
                        </a:prstGeom>
                        <a:noFill/>
                        <a:ln w="38100">
                          <a:noFill/>
                          <a:miter/>
                        </a:ln>
                      </p:spPr>
                    </p:pic>
                  </p:oleObj>
                </mc:Fallback>
              </mc:AlternateContent>
            </a:graphicData>
          </a:graphic>
        </p:graphicFrame>
        <p:grpSp>
          <p:nvGrpSpPr>
            <p:cNvPr id="7619" name="Group 916"/>
            <p:cNvGrpSpPr/>
            <p:nvPr/>
          </p:nvGrpSpPr>
          <p:grpSpPr>
            <a:xfrm>
              <a:off x="310" y="3575"/>
              <a:ext cx="125" cy="230"/>
              <a:chOff x="4180" y="783"/>
              <a:chExt cx="150" cy="307"/>
            </a:xfrm>
          </p:grpSpPr>
          <p:sp>
            <p:nvSpPr>
              <p:cNvPr id="7639" name="AutoShape 917"/>
              <p:cNvSpPr/>
              <p:nvPr/>
            </p:nvSpPr>
            <p:spPr>
              <a:xfrm>
                <a:off x="4180" y="1019"/>
                <a:ext cx="150" cy="71"/>
              </a:xfrm>
              <a:prstGeom prst="parallelogram">
                <a:avLst>
                  <a:gd name="adj" fmla="val 81386"/>
                </a:avLst>
              </a:prstGeom>
              <a:solidFill>
                <a:srgbClr val="33CCCC"/>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7640" name="Rectangle 918"/>
              <p:cNvSpPr/>
              <p:nvPr/>
            </p:nvSpPr>
            <p:spPr>
              <a:xfrm>
                <a:off x="4256" y="785"/>
                <a:ext cx="69" cy="236"/>
              </a:xfrm>
              <a:prstGeom prst="rect">
                <a:avLst/>
              </a:prstGeom>
              <a:solidFill>
                <a:srgbClr val="33CCCC"/>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7641" name="Rectangle 919"/>
              <p:cNvSpPr/>
              <p:nvPr/>
            </p:nvSpPr>
            <p:spPr>
              <a:xfrm>
                <a:off x="4181" y="852"/>
                <a:ext cx="95" cy="236"/>
              </a:xfrm>
              <a:prstGeom prst="rect">
                <a:avLst/>
              </a:prstGeom>
              <a:solidFill>
                <a:srgbClr val="33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7642" name="AutoShape 920"/>
              <p:cNvSpPr/>
              <p:nvPr/>
            </p:nvSpPr>
            <p:spPr>
              <a:xfrm>
                <a:off x="4180" y="783"/>
                <a:ext cx="150" cy="71"/>
              </a:xfrm>
              <a:prstGeom prst="parallelogram">
                <a:avLst>
                  <a:gd name="adj" fmla="val 81386"/>
                </a:avLst>
              </a:prstGeom>
              <a:solidFill>
                <a:srgbClr val="33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7643" name="Line 921"/>
              <p:cNvSpPr/>
              <p:nvPr/>
            </p:nvSpPr>
            <p:spPr>
              <a:xfrm>
                <a:off x="4330" y="788"/>
                <a:ext cx="0" cy="231"/>
              </a:xfrm>
              <a:prstGeom prst="line">
                <a:avLst/>
              </a:prstGeom>
              <a:ln w="9525" cap="flat" cmpd="sng">
                <a:solidFill>
                  <a:schemeClr val="tx1"/>
                </a:solidFill>
                <a:prstDash val="solid"/>
                <a:headEnd type="none" w="med" len="med"/>
                <a:tailEnd type="none" w="med" len="med"/>
              </a:ln>
            </p:spPr>
          </p:sp>
          <p:sp>
            <p:nvSpPr>
              <p:cNvPr id="7644" name="Line 922"/>
              <p:cNvSpPr/>
              <p:nvPr/>
            </p:nvSpPr>
            <p:spPr>
              <a:xfrm flipH="1">
                <a:off x="4276" y="1019"/>
                <a:ext cx="54" cy="69"/>
              </a:xfrm>
              <a:prstGeom prst="line">
                <a:avLst/>
              </a:prstGeom>
              <a:ln w="9525" cap="flat" cmpd="sng">
                <a:solidFill>
                  <a:schemeClr val="tx1"/>
                </a:solidFill>
                <a:prstDash val="solid"/>
                <a:headEnd type="none" w="med" len="med"/>
                <a:tailEnd type="none" w="med" len="med"/>
              </a:ln>
            </p:spPr>
          </p:sp>
          <p:sp>
            <p:nvSpPr>
              <p:cNvPr id="7645" name="Rectangle 923"/>
              <p:cNvSpPr/>
              <p:nvPr/>
            </p:nvSpPr>
            <p:spPr>
              <a:xfrm>
                <a:off x="4193" y="883"/>
                <a:ext cx="63" cy="136"/>
              </a:xfrm>
              <a:prstGeom prst="rect">
                <a:avLst/>
              </a:prstGeom>
              <a:solidFill>
                <a:schemeClr val="accent2"/>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7646" name="Rectangle 924"/>
              <p:cNvSpPr/>
              <p:nvPr/>
            </p:nvSpPr>
            <p:spPr>
              <a:xfrm>
                <a:off x="4202" y="924"/>
                <a:ext cx="48" cy="48"/>
              </a:xfrm>
              <a:prstGeom prst="rect">
                <a:avLst/>
              </a:prstGeom>
              <a:solidFill>
                <a:schemeClr val="bg1"/>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graphicFrame>
          <p:nvGraphicFramePr>
            <p:cNvPr id="7620" name="Object 925"/>
            <p:cNvGraphicFramePr>
              <a:graphicFrameLocks noChangeAspect="1"/>
            </p:cNvGraphicFramePr>
            <p:nvPr/>
          </p:nvGraphicFramePr>
          <p:xfrm>
            <a:off x="-975" y="3384"/>
            <a:ext cx="216" cy="180"/>
          </p:xfrm>
          <a:graphic>
            <a:graphicData uri="http://schemas.openxmlformats.org/presentationml/2006/ole">
              <mc:AlternateContent xmlns:mc="http://schemas.openxmlformats.org/markup-compatibility/2006">
                <mc:Choice xmlns:v="urn:schemas-microsoft-com:vml" Requires="v">
                  <p:oleObj spid="_x0000_s3086" name="" r:id="rId11" imgW="1307465" imgH="1083945" progId="MS_ClipArt_Gallery.2">
                    <p:embed/>
                  </p:oleObj>
                </mc:Choice>
                <mc:Fallback>
                  <p:oleObj name="" r:id="rId11" imgW="1307465" imgH="1083945" progId="MS_ClipArt_Gallery.2">
                    <p:embed/>
                    <p:pic>
                      <p:nvPicPr>
                        <p:cNvPr id="0" name="图片 3085"/>
                        <p:cNvPicPr/>
                        <p:nvPr/>
                      </p:nvPicPr>
                      <p:blipFill>
                        <a:blip r:embed="rId10"/>
                        <a:stretch>
                          <a:fillRect/>
                        </a:stretch>
                      </p:blipFill>
                      <p:spPr>
                        <a:xfrm>
                          <a:off x="-975" y="3384"/>
                          <a:ext cx="216" cy="180"/>
                        </a:xfrm>
                        <a:prstGeom prst="rect">
                          <a:avLst/>
                        </a:prstGeom>
                        <a:noFill/>
                        <a:ln w="38100">
                          <a:noFill/>
                          <a:miter/>
                        </a:ln>
                      </p:spPr>
                    </p:pic>
                  </p:oleObj>
                </mc:Fallback>
              </mc:AlternateContent>
            </a:graphicData>
          </a:graphic>
        </p:graphicFrame>
        <p:graphicFrame>
          <p:nvGraphicFramePr>
            <p:cNvPr id="7621" name="Object 926"/>
            <p:cNvGraphicFramePr>
              <a:graphicFrameLocks noChangeAspect="1"/>
            </p:cNvGraphicFramePr>
            <p:nvPr/>
          </p:nvGraphicFramePr>
          <p:xfrm>
            <a:off x="-871" y="3184"/>
            <a:ext cx="216" cy="180"/>
          </p:xfrm>
          <a:graphic>
            <a:graphicData uri="http://schemas.openxmlformats.org/presentationml/2006/ole">
              <mc:AlternateContent xmlns:mc="http://schemas.openxmlformats.org/markup-compatibility/2006">
                <mc:Choice xmlns:v="urn:schemas-microsoft-com:vml" Requires="v">
                  <p:oleObj spid="_x0000_s3088" name="" r:id="rId12" imgW="1307465" imgH="1083945" progId="MS_ClipArt_Gallery.2">
                    <p:embed/>
                  </p:oleObj>
                </mc:Choice>
                <mc:Fallback>
                  <p:oleObj name="" r:id="rId12" imgW="1307465" imgH="1083945" progId="MS_ClipArt_Gallery.2">
                    <p:embed/>
                    <p:pic>
                      <p:nvPicPr>
                        <p:cNvPr id="0" name="图片 3087"/>
                        <p:cNvPicPr/>
                        <p:nvPr/>
                      </p:nvPicPr>
                      <p:blipFill>
                        <a:blip r:embed="rId10"/>
                        <a:stretch>
                          <a:fillRect/>
                        </a:stretch>
                      </p:blipFill>
                      <p:spPr>
                        <a:xfrm>
                          <a:off x="-871" y="3184"/>
                          <a:ext cx="216" cy="180"/>
                        </a:xfrm>
                        <a:prstGeom prst="rect">
                          <a:avLst/>
                        </a:prstGeom>
                        <a:noFill/>
                        <a:ln w="38100">
                          <a:noFill/>
                          <a:miter/>
                        </a:ln>
                      </p:spPr>
                    </p:pic>
                  </p:oleObj>
                </mc:Fallback>
              </mc:AlternateContent>
            </a:graphicData>
          </a:graphic>
        </p:graphicFrame>
        <p:graphicFrame>
          <p:nvGraphicFramePr>
            <p:cNvPr id="7622" name="Object 927"/>
            <p:cNvGraphicFramePr>
              <a:graphicFrameLocks noChangeAspect="1"/>
            </p:cNvGraphicFramePr>
            <p:nvPr/>
          </p:nvGraphicFramePr>
          <p:xfrm>
            <a:off x="-703" y="3544"/>
            <a:ext cx="216" cy="180"/>
          </p:xfrm>
          <a:graphic>
            <a:graphicData uri="http://schemas.openxmlformats.org/presentationml/2006/ole">
              <mc:AlternateContent xmlns:mc="http://schemas.openxmlformats.org/markup-compatibility/2006">
                <mc:Choice xmlns:v="urn:schemas-microsoft-com:vml" Requires="v">
                  <p:oleObj spid="_x0000_s3085" name="" r:id="rId13" imgW="1307465" imgH="1083945" progId="MS_ClipArt_Gallery.2">
                    <p:embed/>
                  </p:oleObj>
                </mc:Choice>
                <mc:Fallback>
                  <p:oleObj name="" r:id="rId13" imgW="1307465" imgH="1083945" progId="MS_ClipArt_Gallery.2">
                    <p:embed/>
                    <p:pic>
                      <p:nvPicPr>
                        <p:cNvPr id="0" name="图片 3084"/>
                        <p:cNvPicPr/>
                        <p:nvPr/>
                      </p:nvPicPr>
                      <p:blipFill>
                        <a:blip r:embed="rId10"/>
                        <a:stretch>
                          <a:fillRect/>
                        </a:stretch>
                      </p:blipFill>
                      <p:spPr>
                        <a:xfrm>
                          <a:off x="-703" y="3544"/>
                          <a:ext cx="216" cy="180"/>
                        </a:xfrm>
                        <a:prstGeom prst="rect">
                          <a:avLst/>
                        </a:prstGeom>
                        <a:noFill/>
                        <a:ln w="38100">
                          <a:noFill/>
                          <a:miter/>
                        </a:ln>
                      </p:spPr>
                    </p:pic>
                  </p:oleObj>
                </mc:Fallback>
              </mc:AlternateContent>
            </a:graphicData>
          </a:graphic>
        </p:graphicFrame>
        <p:graphicFrame>
          <p:nvGraphicFramePr>
            <p:cNvPr id="7623" name="Object 928"/>
            <p:cNvGraphicFramePr>
              <a:graphicFrameLocks noChangeAspect="1"/>
            </p:cNvGraphicFramePr>
            <p:nvPr/>
          </p:nvGraphicFramePr>
          <p:xfrm>
            <a:off x="-489" y="3546"/>
            <a:ext cx="216" cy="180"/>
          </p:xfrm>
          <a:graphic>
            <a:graphicData uri="http://schemas.openxmlformats.org/presentationml/2006/ole">
              <mc:AlternateContent xmlns:mc="http://schemas.openxmlformats.org/markup-compatibility/2006">
                <mc:Choice xmlns:v="urn:schemas-microsoft-com:vml" Requires="v">
                  <p:oleObj spid="_x0000_s3087" name="" r:id="rId14" imgW="1307465" imgH="1083945" progId="MS_ClipArt_Gallery.2">
                    <p:embed/>
                  </p:oleObj>
                </mc:Choice>
                <mc:Fallback>
                  <p:oleObj name="" r:id="rId14" imgW="1307465" imgH="1083945" progId="MS_ClipArt_Gallery.2">
                    <p:embed/>
                    <p:pic>
                      <p:nvPicPr>
                        <p:cNvPr id="0" name="图片 3086"/>
                        <p:cNvPicPr/>
                        <p:nvPr/>
                      </p:nvPicPr>
                      <p:blipFill>
                        <a:blip r:embed="rId10"/>
                        <a:stretch>
                          <a:fillRect/>
                        </a:stretch>
                      </p:blipFill>
                      <p:spPr>
                        <a:xfrm>
                          <a:off x="-489" y="3546"/>
                          <a:ext cx="216" cy="180"/>
                        </a:xfrm>
                        <a:prstGeom prst="rect">
                          <a:avLst/>
                        </a:prstGeom>
                        <a:noFill/>
                        <a:ln w="38100">
                          <a:noFill/>
                          <a:miter/>
                        </a:ln>
                      </p:spPr>
                    </p:pic>
                  </p:oleObj>
                </mc:Fallback>
              </mc:AlternateContent>
            </a:graphicData>
          </a:graphic>
        </p:graphicFrame>
        <p:grpSp>
          <p:nvGrpSpPr>
            <p:cNvPr id="7624" name="Group 929"/>
            <p:cNvGrpSpPr/>
            <p:nvPr/>
          </p:nvGrpSpPr>
          <p:grpSpPr>
            <a:xfrm>
              <a:off x="83" y="3625"/>
              <a:ext cx="172" cy="215"/>
              <a:chOff x="2870" y="1518"/>
              <a:chExt cx="292" cy="320"/>
            </a:xfrm>
          </p:grpSpPr>
          <p:graphicFrame>
            <p:nvGraphicFramePr>
              <p:cNvPr id="7637" name="Object 930"/>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079" name="" r:id="rId15" imgW="826770" imgH="840105" progId="MS_ClipArt_Gallery.2">
                      <p:embed/>
                    </p:oleObj>
                  </mc:Choice>
                  <mc:Fallback>
                    <p:oleObj name="" r:id="rId15" imgW="826770" imgH="840105" progId="MS_ClipArt_Gallery.2">
                      <p:embed/>
                      <p:pic>
                        <p:nvPicPr>
                          <p:cNvPr id="0" name="图片 3078"/>
                          <p:cNvPicPr/>
                          <p:nvPr/>
                        </p:nvPicPr>
                        <p:blipFill>
                          <a:blip r:embed="rId4"/>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7638" name="Object 931"/>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078" name="" r:id="rId16" imgW="1268095" imgH="1199515" progId="MS_ClipArt_Gallery.2">
                      <p:embed/>
                    </p:oleObj>
                  </mc:Choice>
                  <mc:Fallback>
                    <p:oleObj name="" r:id="rId16" imgW="1268095" imgH="1199515" progId="MS_ClipArt_Gallery.2">
                      <p:embed/>
                      <p:pic>
                        <p:nvPicPr>
                          <p:cNvPr id="0" name="图片 3077"/>
                          <p:cNvPicPr/>
                          <p:nvPr/>
                        </p:nvPicPr>
                        <p:blipFill>
                          <a:blip r:embed="rId6"/>
                          <a:stretch>
                            <a:fillRect/>
                          </a:stretch>
                        </p:blipFill>
                        <p:spPr>
                          <a:xfrm>
                            <a:off x="2913" y="1602"/>
                            <a:ext cx="249" cy="236"/>
                          </a:xfrm>
                          <a:prstGeom prst="rect">
                            <a:avLst/>
                          </a:prstGeom>
                          <a:noFill/>
                          <a:ln w="38100">
                            <a:noFill/>
                            <a:miter/>
                          </a:ln>
                        </p:spPr>
                      </p:pic>
                    </p:oleObj>
                  </mc:Fallback>
                </mc:AlternateContent>
              </a:graphicData>
            </a:graphic>
          </p:graphicFrame>
        </p:grpSp>
        <p:grpSp>
          <p:nvGrpSpPr>
            <p:cNvPr id="7625" name="Group 932"/>
            <p:cNvGrpSpPr/>
            <p:nvPr/>
          </p:nvGrpSpPr>
          <p:grpSpPr>
            <a:xfrm>
              <a:off x="-201" y="3657"/>
              <a:ext cx="220" cy="203"/>
              <a:chOff x="2870" y="1518"/>
              <a:chExt cx="292" cy="320"/>
            </a:xfrm>
          </p:grpSpPr>
          <p:graphicFrame>
            <p:nvGraphicFramePr>
              <p:cNvPr id="7635" name="Object 933"/>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077" name="" r:id="rId17" imgW="826770" imgH="840105" progId="MS_ClipArt_Gallery.2">
                      <p:embed/>
                    </p:oleObj>
                  </mc:Choice>
                  <mc:Fallback>
                    <p:oleObj name="" r:id="rId17" imgW="826770" imgH="840105" progId="MS_ClipArt_Gallery.2">
                      <p:embed/>
                      <p:pic>
                        <p:nvPicPr>
                          <p:cNvPr id="0" name="图片 3076"/>
                          <p:cNvPicPr/>
                          <p:nvPr/>
                        </p:nvPicPr>
                        <p:blipFill>
                          <a:blip r:embed="rId4"/>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7636" name="Object 934"/>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076" name="" r:id="rId18" imgW="1268095" imgH="1199515" progId="MS_ClipArt_Gallery.2">
                      <p:embed/>
                    </p:oleObj>
                  </mc:Choice>
                  <mc:Fallback>
                    <p:oleObj name="" r:id="rId18" imgW="1268095" imgH="1199515" progId="MS_ClipArt_Gallery.2">
                      <p:embed/>
                      <p:pic>
                        <p:nvPicPr>
                          <p:cNvPr id="0" name="图片 3075"/>
                          <p:cNvPicPr/>
                          <p:nvPr/>
                        </p:nvPicPr>
                        <p:blipFill>
                          <a:blip r:embed="rId6"/>
                          <a:stretch>
                            <a:fillRect/>
                          </a:stretch>
                        </p:blipFill>
                        <p:spPr>
                          <a:xfrm>
                            <a:off x="2913" y="1602"/>
                            <a:ext cx="249" cy="236"/>
                          </a:xfrm>
                          <a:prstGeom prst="rect">
                            <a:avLst/>
                          </a:prstGeom>
                          <a:noFill/>
                          <a:ln w="38100">
                            <a:noFill/>
                            <a:miter/>
                          </a:ln>
                        </p:spPr>
                      </p:pic>
                    </p:oleObj>
                  </mc:Fallback>
                </mc:AlternateContent>
              </a:graphicData>
            </a:graphic>
          </p:graphicFrame>
        </p:grpSp>
        <p:grpSp>
          <p:nvGrpSpPr>
            <p:cNvPr id="7626" name="Group 935"/>
            <p:cNvGrpSpPr/>
            <p:nvPr/>
          </p:nvGrpSpPr>
          <p:grpSpPr>
            <a:xfrm>
              <a:off x="569" y="3419"/>
              <a:ext cx="131" cy="258"/>
              <a:chOff x="4180" y="783"/>
              <a:chExt cx="150" cy="307"/>
            </a:xfrm>
          </p:grpSpPr>
          <p:sp>
            <p:nvSpPr>
              <p:cNvPr id="7627" name="AutoShape 936"/>
              <p:cNvSpPr/>
              <p:nvPr/>
            </p:nvSpPr>
            <p:spPr>
              <a:xfrm>
                <a:off x="4180" y="1019"/>
                <a:ext cx="150" cy="71"/>
              </a:xfrm>
              <a:prstGeom prst="parallelogram">
                <a:avLst>
                  <a:gd name="adj" fmla="val 81386"/>
                </a:avLst>
              </a:prstGeom>
              <a:solidFill>
                <a:srgbClr val="33CCCC"/>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7628" name="Rectangle 937"/>
              <p:cNvSpPr/>
              <p:nvPr/>
            </p:nvSpPr>
            <p:spPr>
              <a:xfrm>
                <a:off x="4256" y="785"/>
                <a:ext cx="69" cy="236"/>
              </a:xfrm>
              <a:prstGeom prst="rect">
                <a:avLst/>
              </a:prstGeom>
              <a:solidFill>
                <a:srgbClr val="33CCCC"/>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7629" name="Rectangle 938"/>
              <p:cNvSpPr/>
              <p:nvPr/>
            </p:nvSpPr>
            <p:spPr>
              <a:xfrm>
                <a:off x="4181" y="852"/>
                <a:ext cx="95" cy="236"/>
              </a:xfrm>
              <a:prstGeom prst="rect">
                <a:avLst/>
              </a:prstGeom>
              <a:solidFill>
                <a:srgbClr val="33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7630" name="AutoShape 939"/>
              <p:cNvSpPr/>
              <p:nvPr/>
            </p:nvSpPr>
            <p:spPr>
              <a:xfrm>
                <a:off x="4180" y="783"/>
                <a:ext cx="150" cy="71"/>
              </a:xfrm>
              <a:prstGeom prst="parallelogram">
                <a:avLst>
                  <a:gd name="adj" fmla="val 81386"/>
                </a:avLst>
              </a:prstGeom>
              <a:solidFill>
                <a:srgbClr val="33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7631" name="Line 940"/>
              <p:cNvSpPr/>
              <p:nvPr/>
            </p:nvSpPr>
            <p:spPr>
              <a:xfrm>
                <a:off x="4330" y="788"/>
                <a:ext cx="0" cy="231"/>
              </a:xfrm>
              <a:prstGeom prst="line">
                <a:avLst/>
              </a:prstGeom>
              <a:ln w="9525" cap="flat" cmpd="sng">
                <a:solidFill>
                  <a:schemeClr val="tx1"/>
                </a:solidFill>
                <a:prstDash val="solid"/>
                <a:headEnd type="none" w="med" len="med"/>
                <a:tailEnd type="none" w="med" len="med"/>
              </a:ln>
            </p:spPr>
          </p:sp>
          <p:sp>
            <p:nvSpPr>
              <p:cNvPr id="7632" name="Line 941"/>
              <p:cNvSpPr/>
              <p:nvPr/>
            </p:nvSpPr>
            <p:spPr>
              <a:xfrm flipH="1">
                <a:off x="4276" y="1019"/>
                <a:ext cx="54" cy="69"/>
              </a:xfrm>
              <a:prstGeom prst="line">
                <a:avLst/>
              </a:prstGeom>
              <a:ln w="9525" cap="flat" cmpd="sng">
                <a:solidFill>
                  <a:schemeClr val="tx1"/>
                </a:solidFill>
                <a:prstDash val="solid"/>
                <a:headEnd type="none" w="med" len="med"/>
                <a:tailEnd type="none" w="med" len="med"/>
              </a:ln>
            </p:spPr>
          </p:sp>
          <p:sp>
            <p:nvSpPr>
              <p:cNvPr id="7633" name="Rectangle 942"/>
              <p:cNvSpPr/>
              <p:nvPr/>
            </p:nvSpPr>
            <p:spPr>
              <a:xfrm>
                <a:off x="4193" y="883"/>
                <a:ext cx="63" cy="136"/>
              </a:xfrm>
              <a:prstGeom prst="rect">
                <a:avLst/>
              </a:prstGeom>
              <a:solidFill>
                <a:schemeClr val="accent2"/>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7634" name="Rectangle 943"/>
              <p:cNvSpPr/>
              <p:nvPr/>
            </p:nvSpPr>
            <p:spPr>
              <a:xfrm>
                <a:off x="4202" y="924"/>
                <a:ext cx="48" cy="48"/>
              </a:xfrm>
              <a:prstGeom prst="rect">
                <a:avLst/>
              </a:prstGeom>
              <a:solidFill>
                <a:schemeClr val="bg1"/>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grpSp>
      <p:sp>
        <p:nvSpPr>
          <p:cNvPr id="7269" name="Line 944"/>
          <p:cNvSpPr/>
          <p:nvPr/>
        </p:nvSpPr>
        <p:spPr>
          <a:xfrm flipH="1">
            <a:off x="6015038" y="3413125"/>
            <a:ext cx="3175" cy="144463"/>
          </a:xfrm>
          <a:prstGeom prst="line">
            <a:avLst/>
          </a:prstGeom>
          <a:ln w="9525" cap="flat" cmpd="sng">
            <a:solidFill>
              <a:schemeClr val="bg2"/>
            </a:solidFill>
            <a:prstDash val="solid"/>
            <a:headEnd type="none" w="med" len="med"/>
            <a:tailEnd type="none" w="med" len="med"/>
          </a:ln>
        </p:spPr>
      </p:sp>
      <p:sp>
        <p:nvSpPr>
          <p:cNvPr id="7270" name="Line 945"/>
          <p:cNvSpPr/>
          <p:nvPr/>
        </p:nvSpPr>
        <p:spPr>
          <a:xfrm flipV="1">
            <a:off x="7312025" y="2395538"/>
            <a:ext cx="123825" cy="87312"/>
          </a:xfrm>
          <a:prstGeom prst="line">
            <a:avLst/>
          </a:prstGeom>
          <a:ln w="9525" cap="flat" cmpd="sng">
            <a:solidFill>
              <a:schemeClr val="bg2"/>
            </a:solidFill>
            <a:prstDash val="solid"/>
            <a:headEnd type="none" w="med" len="med"/>
            <a:tailEnd type="none" w="med" len="med"/>
          </a:ln>
        </p:spPr>
      </p:sp>
      <p:sp>
        <p:nvSpPr>
          <p:cNvPr id="7271" name="Line 946"/>
          <p:cNvSpPr/>
          <p:nvPr/>
        </p:nvSpPr>
        <p:spPr>
          <a:xfrm>
            <a:off x="7138988" y="2568575"/>
            <a:ext cx="0" cy="82550"/>
          </a:xfrm>
          <a:prstGeom prst="line">
            <a:avLst/>
          </a:prstGeom>
          <a:ln w="9525" cap="flat" cmpd="sng">
            <a:solidFill>
              <a:schemeClr val="bg2"/>
            </a:solidFill>
            <a:prstDash val="solid"/>
            <a:headEnd type="none" w="med" len="med"/>
            <a:tailEnd type="none" w="med" len="med"/>
          </a:ln>
        </p:spPr>
      </p:sp>
      <p:sp>
        <p:nvSpPr>
          <p:cNvPr id="7272" name="Line 947"/>
          <p:cNvSpPr/>
          <p:nvPr/>
        </p:nvSpPr>
        <p:spPr>
          <a:xfrm flipV="1">
            <a:off x="7310438" y="2465388"/>
            <a:ext cx="263525" cy="288925"/>
          </a:xfrm>
          <a:prstGeom prst="line">
            <a:avLst/>
          </a:prstGeom>
          <a:ln w="9525" cap="flat" cmpd="sng">
            <a:solidFill>
              <a:schemeClr val="bg2"/>
            </a:solidFill>
            <a:prstDash val="solid"/>
            <a:headEnd type="none" w="med" len="med"/>
            <a:tailEnd type="none" w="med" len="med"/>
          </a:ln>
        </p:spPr>
      </p:sp>
      <p:sp>
        <p:nvSpPr>
          <p:cNvPr id="7273" name="Line 948"/>
          <p:cNvSpPr/>
          <p:nvPr/>
        </p:nvSpPr>
        <p:spPr>
          <a:xfrm>
            <a:off x="7675563" y="2463800"/>
            <a:ext cx="0" cy="196850"/>
          </a:xfrm>
          <a:prstGeom prst="line">
            <a:avLst/>
          </a:prstGeom>
          <a:ln w="9525" cap="flat" cmpd="sng">
            <a:solidFill>
              <a:schemeClr val="bg2"/>
            </a:solidFill>
            <a:prstDash val="solid"/>
            <a:headEnd type="none" w="med" len="med"/>
            <a:tailEnd type="none" w="med" len="med"/>
          </a:ln>
        </p:spPr>
      </p:sp>
      <p:sp>
        <p:nvSpPr>
          <p:cNvPr id="7274" name="Line 949"/>
          <p:cNvSpPr/>
          <p:nvPr/>
        </p:nvSpPr>
        <p:spPr>
          <a:xfrm>
            <a:off x="7329488" y="2770188"/>
            <a:ext cx="188912" cy="0"/>
          </a:xfrm>
          <a:prstGeom prst="line">
            <a:avLst/>
          </a:prstGeom>
          <a:ln w="9525" cap="flat" cmpd="sng">
            <a:solidFill>
              <a:schemeClr val="bg2"/>
            </a:solidFill>
            <a:prstDash val="solid"/>
            <a:headEnd type="none" w="med" len="med"/>
            <a:tailEnd type="none" w="med" len="med"/>
          </a:ln>
        </p:spPr>
      </p:sp>
      <p:sp>
        <p:nvSpPr>
          <p:cNvPr id="7275" name="Line 950"/>
          <p:cNvSpPr/>
          <p:nvPr/>
        </p:nvSpPr>
        <p:spPr>
          <a:xfrm flipV="1">
            <a:off x="5624513" y="3636963"/>
            <a:ext cx="168275" cy="3175"/>
          </a:xfrm>
          <a:prstGeom prst="line">
            <a:avLst/>
          </a:prstGeom>
          <a:ln w="9525" cap="flat" cmpd="sng">
            <a:solidFill>
              <a:schemeClr val="bg2"/>
            </a:solidFill>
            <a:prstDash val="solid"/>
            <a:headEnd type="none" w="med" len="med"/>
            <a:tailEnd type="none" w="med" len="med"/>
          </a:ln>
        </p:spPr>
      </p:sp>
      <p:sp>
        <p:nvSpPr>
          <p:cNvPr id="7276" name="Line 951"/>
          <p:cNvSpPr/>
          <p:nvPr/>
        </p:nvSpPr>
        <p:spPr>
          <a:xfrm flipV="1">
            <a:off x="7743825" y="2163763"/>
            <a:ext cx="238125" cy="168275"/>
          </a:xfrm>
          <a:prstGeom prst="line">
            <a:avLst/>
          </a:prstGeom>
          <a:ln w="9525" cap="flat" cmpd="sng">
            <a:solidFill>
              <a:schemeClr val="bg2"/>
            </a:solidFill>
            <a:prstDash val="solid"/>
            <a:headEnd type="none" w="med" len="med"/>
            <a:tailEnd type="none" w="med" len="med"/>
          </a:ln>
        </p:spPr>
      </p:sp>
      <p:sp>
        <p:nvSpPr>
          <p:cNvPr id="7277" name="Line 952"/>
          <p:cNvSpPr/>
          <p:nvPr/>
        </p:nvSpPr>
        <p:spPr>
          <a:xfrm>
            <a:off x="7883525" y="2760663"/>
            <a:ext cx="177800" cy="0"/>
          </a:xfrm>
          <a:prstGeom prst="line">
            <a:avLst/>
          </a:prstGeom>
          <a:ln w="9525" cap="flat" cmpd="sng">
            <a:solidFill>
              <a:schemeClr val="bg2"/>
            </a:solidFill>
            <a:prstDash val="solid"/>
            <a:headEnd type="none" w="med" len="med"/>
            <a:tailEnd type="none" w="med" len="med"/>
          </a:ln>
        </p:spPr>
      </p:sp>
      <p:sp>
        <p:nvSpPr>
          <p:cNvPr id="7278" name="Line 953"/>
          <p:cNvSpPr/>
          <p:nvPr/>
        </p:nvSpPr>
        <p:spPr>
          <a:xfrm flipH="1">
            <a:off x="7029450" y="2836863"/>
            <a:ext cx="98425" cy="704850"/>
          </a:xfrm>
          <a:prstGeom prst="line">
            <a:avLst/>
          </a:prstGeom>
          <a:ln w="9525" cap="flat" cmpd="sng">
            <a:solidFill>
              <a:schemeClr val="bg2"/>
            </a:solidFill>
            <a:prstDash val="solid"/>
            <a:headEnd type="none" w="med" len="med"/>
            <a:tailEnd type="none" w="med" len="med"/>
          </a:ln>
        </p:spPr>
      </p:sp>
      <p:sp>
        <p:nvSpPr>
          <p:cNvPr id="7279" name="Line 954"/>
          <p:cNvSpPr/>
          <p:nvPr/>
        </p:nvSpPr>
        <p:spPr>
          <a:xfrm flipH="1">
            <a:off x="7620000" y="2836863"/>
            <a:ext cx="111125" cy="727075"/>
          </a:xfrm>
          <a:prstGeom prst="line">
            <a:avLst/>
          </a:prstGeom>
          <a:ln w="9525" cap="flat" cmpd="sng">
            <a:solidFill>
              <a:schemeClr val="bg2"/>
            </a:solidFill>
            <a:prstDash val="solid"/>
            <a:headEnd type="none" w="med" len="med"/>
            <a:tailEnd type="none" w="med" len="med"/>
          </a:ln>
        </p:spPr>
      </p:sp>
      <p:grpSp>
        <p:nvGrpSpPr>
          <p:cNvPr id="7280" name="Group 955"/>
          <p:cNvGrpSpPr/>
          <p:nvPr/>
        </p:nvGrpSpPr>
        <p:grpSpPr>
          <a:xfrm>
            <a:off x="6672263" y="4454525"/>
            <a:ext cx="501650" cy="234950"/>
            <a:chOff x="4701" y="2996"/>
            <a:chExt cx="316" cy="148"/>
          </a:xfrm>
        </p:grpSpPr>
        <p:sp>
          <p:nvSpPr>
            <p:cNvPr id="7601" name="Oval 956"/>
            <p:cNvSpPr/>
            <p:nvPr/>
          </p:nvSpPr>
          <p:spPr>
            <a:xfrm>
              <a:off x="4704" y="3062"/>
              <a:ext cx="313" cy="82"/>
            </a:xfrm>
            <a:prstGeom prst="ellipse">
              <a:avLst/>
            </a:prstGeom>
            <a:solidFill>
              <a:srgbClr val="DDDDDD"/>
            </a:solidFill>
            <a:ln w="12700" cap="flat" cmpd="sng">
              <a:solidFill>
                <a:schemeClr val="folHlink"/>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7602" name="Line 957"/>
            <p:cNvSpPr/>
            <p:nvPr/>
          </p:nvSpPr>
          <p:spPr>
            <a:xfrm>
              <a:off x="4704" y="3055"/>
              <a:ext cx="0" cy="51"/>
            </a:xfrm>
            <a:prstGeom prst="line">
              <a:avLst/>
            </a:prstGeom>
            <a:ln w="12700" cap="flat" cmpd="sng">
              <a:solidFill>
                <a:schemeClr val="folHlink"/>
              </a:solidFill>
              <a:prstDash val="solid"/>
              <a:headEnd type="none" w="med" len="med"/>
              <a:tailEnd type="none" w="med" len="med"/>
            </a:ln>
          </p:spPr>
        </p:sp>
        <p:sp>
          <p:nvSpPr>
            <p:cNvPr id="7603" name="Line 958"/>
            <p:cNvSpPr/>
            <p:nvPr/>
          </p:nvSpPr>
          <p:spPr>
            <a:xfrm>
              <a:off x="5017" y="3055"/>
              <a:ext cx="0" cy="51"/>
            </a:xfrm>
            <a:prstGeom prst="line">
              <a:avLst/>
            </a:prstGeom>
            <a:ln w="12700" cap="flat" cmpd="sng">
              <a:solidFill>
                <a:schemeClr val="folHlink"/>
              </a:solidFill>
              <a:prstDash val="solid"/>
              <a:headEnd type="none" w="med" len="med"/>
              <a:tailEnd type="none" w="med" len="med"/>
            </a:ln>
          </p:spPr>
        </p:sp>
        <p:sp>
          <p:nvSpPr>
            <p:cNvPr id="7604" name="Rectangle 959"/>
            <p:cNvSpPr/>
            <p:nvPr/>
          </p:nvSpPr>
          <p:spPr>
            <a:xfrm>
              <a:off x="4704" y="3055"/>
              <a:ext cx="310" cy="50"/>
            </a:xfrm>
            <a:prstGeom prst="rect">
              <a:avLst/>
            </a:prstGeom>
            <a:solidFill>
              <a:srgbClr val="DDDDDD"/>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7605" name="Oval 960"/>
            <p:cNvSpPr/>
            <p:nvPr/>
          </p:nvSpPr>
          <p:spPr>
            <a:xfrm>
              <a:off x="4701" y="2996"/>
              <a:ext cx="313" cy="96"/>
            </a:xfrm>
            <a:prstGeom prst="ellipse">
              <a:avLst/>
            </a:prstGeom>
            <a:solidFill>
              <a:srgbClr val="DDDDDD"/>
            </a:solidFill>
            <a:ln w="12700" cap="flat" cmpd="sng">
              <a:solidFill>
                <a:schemeClr val="folHlink"/>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7606" name="Group 961"/>
            <p:cNvGrpSpPr/>
            <p:nvPr/>
          </p:nvGrpSpPr>
          <p:grpSpPr>
            <a:xfrm>
              <a:off x="4776" y="3017"/>
              <a:ext cx="156" cy="56"/>
              <a:chOff x="2848" y="848"/>
              <a:chExt cx="140" cy="98"/>
            </a:xfrm>
          </p:grpSpPr>
          <p:sp>
            <p:nvSpPr>
              <p:cNvPr id="7611" name="Line 962"/>
              <p:cNvSpPr/>
              <p:nvPr/>
            </p:nvSpPr>
            <p:spPr>
              <a:xfrm flipV="1">
                <a:off x="2848" y="848"/>
                <a:ext cx="50" cy="2"/>
              </a:xfrm>
              <a:prstGeom prst="line">
                <a:avLst/>
              </a:prstGeom>
              <a:ln w="28575" cap="flat" cmpd="sng">
                <a:solidFill>
                  <a:schemeClr val="bg2"/>
                </a:solidFill>
                <a:prstDash val="solid"/>
                <a:headEnd type="none" w="med" len="med"/>
                <a:tailEnd type="none" w="med" len="med"/>
              </a:ln>
            </p:spPr>
          </p:sp>
          <p:sp>
            <p:nvSpPr>
              <p:cNvPr id="7612" name="Line 963"/>
              <p:cNvSpPr/>
              <p:nvPr/>
            </p:nvSpPr>
            <p:spPr>
              <a:xfrm>
                <a:off x="2944" y="946"/>
                <a:ext cx="44" cy="0"/>
              </a:xfrm>
              <a:prstGeom prst="line">
                <a:avLst/>
              </a:prstGeom>
              <a:ln w="28575" cap="flat" cmpd="sng">
                <a:solidFill>
                  <a:schemeClr val="bg2"/>
                </a:solidFill>
                <a:prstDash val="solid"/>
                <a:headEnd type="none" w="med" len="med"/>
                <a:tailEnd type="none" w="med" len="med"/>
              </a:ln>
            </p:spPr>
          </p:sp>
          <p:sp>
            <p:nvSpPr>
              <p:cNvPr id="7613" name="Line 964"/>
              <p:cNvSpPr/>
              <p:nvPr/>
            </p:nvSpPr>
            <p:spPr>
              <a:xfrm>
                <a:off x="2894" y="850"/>
                <a:ext cx="52" cy="96"/>
              </a:xfrm>
              <a:prstGeom prst="line">
                <a:avLst/>
              </a:prstGeom>
              <a:ln w="28575" cap="flat" cmpd="sng">
                <a:solidFill>
                  <a:schemeClr val="bg2"/>
                </a:solidFill>
                <a:prstDash val="solid"/>
                <a:headEnd type="none" w="med" len="med"/>
                <a:tailEnd type="none" w="med" len="med"/>
              </a:ln>
            </p:spPr>
          </p:sp>
        </p:grpSp>
        <p:grpSp>
          <p:nvGrpSpPr>
            <p:cNvPr id="7607" name="Group 965"/>
            <p:cNvGrpSpPr/>
            <p:nvPr/>
          </p:nvGrpSpPr>
          <p:grpSpPr>
            <a:xfrm flipV="1">
              <a:off x="4776" y="3016"/>
              <a:ext cx="156" cy="56"/>
              <a:chOff x="2848" y="848"/>
              <a:chExt cx="140" cy="98"/>
            </a:xfrm>
          </p:grpSpPr>
          <p:sp>
            <p:nvSpPr>
              <p:cNvPr id="7608" name="Line 966"/>
              <p:cNvSpPr/>
              <p:nvPr/>
            </p:nvSpPr>
            <p:spPr>
              <a:xfrm flipV="1">
                <a:off x="2848" y="848"/>
                <a:ext cx="50" cy="2"/>
              </a:xfrm>
              <a:prstGeom prst="line">
                <a:avLst/>
              </a:prstGeom>
              <a:ln w="28575" cap="flat" cmpd="sng">
                <a:solidFill>
                  <a:schemeClr val="bg2"/>
                </a:solidFill>
                <a:prstDash val="solid"/>
                <a:headEnd type="none" w="med" len="med"/>
                <a:tailEnd type="none" w="med" len="med"/>
              </a:ln>
            </p:spPr>
          </p:sp>
          <p:sp>
            <p:nvSpPr>
              <p:cNvPr id="7609" name="Line 967"/>
              <p:cNvSpPr/>
              <p:nvPr/>
            </p:nvSpPr>
            <p:spPr>
              <a:xfrm>
                <a:off x="2944" y="946"/>
                <a:ext cx="44" cy="0"/>
              </a:xfrm>
              <a:prstGeom prst="line">
                <a:avLst/>
              </a:prstGeom>
              <a:ln w="28575" cap="flat" cmpd="sng">
                <a:solidFill>
                  <a:schemeClr val="bg2"/>
                </a:solidFill>
                <a:prstDash val="solid"/>
                <a:headEnd type="none" w="med" len="med"/>
                <a:tailEnd type="none" w="med" len="med"/>
              </a:ln>
            </p:spPr>
          </p:sp>
          <p:sp>
            <p:nvSpPr>
              <p:cNvPr id="7610" name="Line 968"/>
              <p:cNvSpPr/>
              <p:nvPr/>
            </p:nvSpPr>
            <p:spPr>
              <a:xfrm>
                <a:off x="2894" y="850"/>
                <a:ext cx="52" cy="96"/>
              </a:xfrm>
              <a:prstGeom prst="line">
                <a:avLst/>
              </a:prstGeom>
              <a:ln w="28575" cap="flat" cmpd="sng">
                <a:solidFill>
                  <a:schemeClr val="bg2"/>
                </a:solidFill>
                <a:prstDash val="solid"/>
                <a:headEnd type="none" w="med" len="med"/>
                <a:tailEnd type="none" w="med" len="med"/>
              </a:ln>
            </p:spPr>
          </p:sp>
        </p:grpSp>
      </p:grpSp>
      <p:grpSp>
        <p:nvGrpSpPr>
          <p:cNvPr id="7281" name="Group 969"/>
          <p:cNvGrpSpPr/>
          <p:nvPr/>
        </p:nvGrpSpPr>
        <p:grpSpPr>
          <a:xfrm>
            <a:off x="6007100" y="4756150"/>
            <a:ext cx="501650" cy="234950"/>
            <a:chOff x="4701" y="2996"/>
            <a:chExt cx="316" cy="148"/>
          </a:xfrm>
        </p:grpSpPr>
        <p:sp>
          <p:nvSpPr>
            <p:cNvPr id="7588" name="Oval 970"/>
            <p:cNvSpPr/>
            <p:nvPr/>
          </p:nvSpPr>
          <p:spPr>
            <a:xfrm>
              <a:off x="4704" y="3062"/>
              <a:ext cx="313" cy="82"/>
            </a:xfrm>
            <a:prstGeom prst="ellipse">
              <a:avLst/>
            </a:prstGeom>
            <a:solidFill>
              <a:srgbClr val="DDDDDD"/>
            </a:solidFill>
            <a:ln w="12700" cap="flat" cmpd="sng">
              <a:solidFill>
                <a:schemeClr val="folHlink"/>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7589" name="Line 971"/>
            <p:cNvSpPr/>
            <p:nvPr/>
          </p:nvSpPr>
          <p:spPr>
            <a:xfrm>
              <a:off x="4704" y="3055"/>
              <a:ext cx="0" cy="51"/>
            </a:xfrm>
            <a:prstGeom prst="line">
              <a:avLst/>
            </a:prstGeom>
            <a:ln w="12700" cap="flat" cmpd="sng">
              <a:solidFill>
                <a:schemeClr val="folHlink"/>
              </a:solidFill>
              <a:prstDash val="solid"/>
              <a:headEnd type="none" w="med" len="med"/>
              <a:tailEnd type="none" w="med" len="med"/>
            </a:ln>
          </p:spPr>
        </p:sp>
        <p:sp>
          <p:nvSpPr>
            <p:cNvPr id="7590" name="Line 972"/>
            <p:cNvSpPr/>
            <p:nvPr/>
          </p:nvSpPr>
          <p:spPr>
            <a:xfrm>
              <a:off x="5017" y="3055"/>
              <a:ext cx="0" cy="51"/>
            </a:xfrm>
            <a:prstGeom prst="line">
              <a:avLst/>
            </a:prstGeom>
            <a:ln w="12700" cap="flat" cmpd="sng">
              <a:solidFill>
                <a:schemeClr val="folHlink"/>
              </a:solidFill>
              <a:prstDash val="solid"/>
              <a:headEnd type="none" w="med" len="med"/>
              <a:tailEnd type="none" w="med" len="med"/>
            </a:ln>
          </p:spPr>
        </p:sp>
        <p:sp>
          <p:nvSpPr>
            <p:cNvPr id="7591" name="Rectangle 973"/>
            <p:cNvSpPr/>
            <p:nvPr/>
          </p:nvSpPr>
          <p:spPr>
            <a:xfrm>
              <a:off x="4704" y="3055"/>
              <a:ext cx="310" cy="50"/>
            </a:xfrm>
            <a:prstGeom prst="rect">
              <a:avLst/>
            </a:prstGeom>
            <a:solidFill>
              <a:srgbClr val="DDDDDD"/>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7592" name="Oval 974"/>
            <p:cNvSpPr/>
            <p:nvPr/>
          </p:nvSpPr>
          <p:spPr>
            <a:xfrm>
              <a:off x="4701" y="2996"/>
              <a:ext cx="313" cy="96"/>
            </a:xfrm>
            <a:prstGeom prst="ellipse">
              <a:avLst/>
            </a:prstGeom>
            <a:solidFill>
              <a:srgbClr val="DDDDDD"/>
            </a:solidFill>
            <a:ln w="12700" cap="flat" cmpd="sng">
              <a:solidFill>
                <a:schemeClr val="folHlink"/>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7593" name="Group 975"/>
            <p:cNvGrpSpPr/>
            <p:nvPr/>
          </p:nvGrpSpPr>
          <p:grpSpPr>
            <a:xfrm>
              <a:off x="4776" y="3017"/>
              <a:ext cx="156" cy="56"/>
              <a:chOff x="2848" y="848"/>
              <a:chExt cx="140" cy="98"/>
            </a:xfrm>
          </p:grpSpPr>
          <p:sp>
            <p:nvSpPr>
              <p:cNvPr id="7598" name="Line 976"/>
              <p:cNvSpPr/>
              <p:nvPr/>
            </p:nvSpPr>
            <p:spPr>
              <a:xfrm flipV="1">
                <a:off x="2848" y="848"/>
                <a:ext cx="50" cy="2"/>
              </a:xfrm>
              <a:prstGeom prst="line">
                <a:avLst/>
              </a:prstGeom>
              <a:ln w="28575" cap="flat" cmpd="sng">
                <a:solidFill>
                  <a:schemeClr val="bg2"/>
                </a:solidFill>
                <a:prstDash val="solid"/>
                <a:headEnd type="none" w="med" len="med"/>
                <a:tailEnd type="none" w="med" len="med"/>
              </a:ln>
            </p:spPr>
          </p:sp>
          <p:sp>
            <p:nvSpPr>
              <p:cNvPr id="7599" name="Line 977"/>
              <p:cNvSpPr/>
              <p:nvPr/>
            </p:nvSpPr>
            <p:spPr>
              <a:xfrm>
                <a:off x="2944" y="946"/>
                <a:ext cx="44" cy="0"/>
              </a:xfrm>
              <a:prstGeom prst="line">
                <a:avLst/>
              </a:prstGeom>
              <a:ln w="28575" cap="flat" cmpd="sng">
                <a:solidFill>
                  <a:schemeClr val="bg2"/>
                </a:solidFill>
                <a:prstDash val="solid"/>
                <a:headEnd type="none" w="med" len="med"/>
                <a:tailEnd type="none" w="med" len="med"/>
              </a:ln>
            </p:spPr>
          </p:sp>
          <p:sp>
            <p:nvSpPr>
              <p:cNvPr id="7600" name="Line 978"/>
              <p:cNvSpPr/>
              <p:nvPr/>
            </p:nvSpPr>
            <p:spPr>
              <a:xfrm>
                <a:off x="2894" y="850"/>
                <a:ext cx="52" cy="96"/>
              </a:xfrm>
              <a:prstGeom prst="line">
                <a:avLst/>
              </a:prstGeom>
              <a:ln w="28575" cap="flat" cmpd="sng">
                <a:solidFill>
                  <a:schemeClr val="bg2"/>
                </a:solidFill>
                <a:prstDash val="solid"/>
                <a:headEnd type="none" w="med" len="med"/>
                <a:tailEnd type="none" w="med" len="med"/>
              </a:ln>
            </p:spPr>
          </p:sp>
        </p:grpSp>
        <p:grpSp>
          <p:nvGrpSpPr>
            <p:cNvPr id="7594" name="Group 979"/>
            <p:cNvGrpSpPr/>
            <p:nvPr/>
          </p:nvGrpSpPr>
          <p:grpSpPr>
            <a:xfrm flipV="1">
              <a:off x="4776" y="3016"/>
              <a:ext cx="156" cy="56"/>
              <a:chOff x="2848" y="848"/>
              <a:chExt cx="140" cy="98"/>
            </a:xfrm>
          </p:grpSpPr>
          <p:sp>
            <p:nvSpPr>
              <p:cNvPr id="7595" name="Line 980"/>
              <p:cNvSpPr/>
              <p:nvPr/>
            </p:nvSpPr>
            <p:spPr>
              <a:xfrm flipV="1">
                <a:off x="2848" y="848"/>
                <a:ext cx="50" cy="2"/>
              </a:xfrm>
              <a:prstGeom prst="line">
                <a:avLst/>
              </a:prstGeom>
              <a:ln w="28575" cap="flat" cmpd="sng">
                <a:solidFill>
                  <a:schemeClr val="bg2"/>
                </a:solidFill>
                <a:prstDash val="solid"/>
                <a:headEnd type="none" w="med" len="med"/>
                <a:tailEnd type="none" w="med" len="med"/>
              </a:ln>
            </p:spPr>
          </p:sp>
          <p:sp>
            <p:nvSpPr>
              <p:cNvPr id="7596" name="Line 981"/>
              <p:cNvSpPr/>
              <p:nvPr/>
            </p:nvSpPr>
            <p:spPr>
              <a:xfrm>
                <a:off x="2944" y="946"/>
                <a:ext cx="44" cy="0"/>
              </a:xfrm>
              <a:prstGeom prst="line">
                <a:avLst/>
              </a:prstGeom>
              <a:ln w="28575" cap="flat" cmpd="sng">
                <a:solidFill>
                  <a:schemeClr val="bg2"/>
                </a:solidFill>
                <a:prstDash val="solid"/>
                <a:headEnd type="none" w="med" len="med"/>
                <a:tailEnd type="none" w="med" len="med"/>
              </a:ln>
            </p:spPr>
          </p:sp>
          <p:sp>
            <p:nvSpPr>
              <p:cNvPr id="7597" name="Line 982"/>
              <p:cNvSpPr/>
              <p:nvPr/>
            </p:nvSpPr>
            <p:spPr>
              <a:xfrm>
                <a:off x="2894" y="850"/>
                <a:ext cx="52" cy="96"/>
              </a:xfrm>
              <a:prstGeom prst="line">
                <a:avLst/>
              </a:prstGeom>
              <a:ln w="28575" cap="flat" cmpd="sng">
                <a:solidFill>
                  <a:schemeClr val="bg2"/>
                </a:solidFill>
                <a:prstDash val="solid"/>
                <a:headEnd type="none" w="med" len="med"/>
                <a:tailEnd type="none" w="med" len="med"/>
              </a:ln>
            </p:spPr>
          </p:sp>
        </p:grpSp>
      </p:grpSp>
      <p:grpSp>
        <p:nvGrpSpPr>
          <p:cNvPr id="7282" name="Group 983"/>
          <p:cNvGrpSpPr/>
          <p:nvPr/>
        </p:nvGrpSpPr>
        <p:grpSpPr>
          <a:xfrm>
            <a:off x="6837363" y="4941888"/>
            <a:ext cx="290512" cy="404812"/>
            <a:chOff x="4290" y="3130"/>
            <a:chExt cx="183" cy="255"/>
          </a:xfrm>
        </p:grpSpPr>
        <p:pic>
          <p:nvPicPr>
            <p:cNvPr id="7570" name="Picture 984"/>
            <p:cNvPicPr>
              <a:picLocks noChangeAspect="1"/>
            </p:cNvPicPr>
            <p:nvPr/>
          </p:nvPicPr>
          <p:blipFill>
            <a:blip r:embed="rId19"/>
            <a:stretch>
              <a:fillRect/>
            </a:stretch>
          </p:blipFill>
          <p:spPr>
            <a:xfrm>
              <a:off x="4343" y="3211"/>
              <a:ext cx="121" cy="174"/>
            </a:xfrm>
            <a:prstGeom prst="rect">
              <a:avLst/>
            </a:prstGeom>
            <a:solidFill>
              <a:srgbClr val="DDDDDD"/>
            </a:solidFill>
            <a:ln w="9525">
              <a:noFill/>
            </a:ln>
          </p:spPr>
        </p:pic>
        <p:sp>
          <p:nvSpPr>
            <p:cNvPr id="7571" name="Freeform 985"/>
            <p:cNvSpPr/>
            <p:nvPr/>
          </p:nvSpPr>
          <p:spPr>
            <a:xfrm>
              <a:off x="4339" y="3143"/>
              <a:ext cx="33" cy="3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99" h="232">
                  <a:moveTo>
                    <a:pt x="70" y="29"/>
                  </a:moveTo>
                  <a:lnTo>
                    <a:pt x="55" y="39"/>
                  </a:lnTo>
                  <a:lnTo>
                    <a:pt x="42" y="50"/>
                  </a:lnTo>
                  <a:lnTo>
                    <a:pt x="30" y="63"/>
                  </a:lnTo>
                  <a:lnTo>
                    <a:pt x="20" y="77"/>
                  </a:lnTo>
                  <a:lnTo>
                    <a:pt x="12" y="91"/>
                  </a:lnTo>
                  <a:lnTo>
                    <a:pt x="6" y="108"/>
                  </a:lnTo>
                  <a:lnTo>
                    <a:pt x="2" y="125"/>
                  </a:lnTo>
                  <a:lnTo>
                    <a:pt x="0" y="142"/>
                  </a:lnTo>
                  <a:lnTo>
                    <a:pt x="2" y="166"/>
                  </a:lnTo>
                  <a:lnTo>
                    <a:pt x="12" y="186"/>
                  </a:lnTo>
                  <a:lnTo>
                    <a:pt x="26" y="203"/>
                  </a:lnTo>
                  <a:lnTo>
                    <a:pt x="45" y="216"/>
                  </a:lnTo>
                  <a:lnTo>
                    <a:pt x="66" y="226"/>
                  </a:lnTo>
                  <a:lnTo>
                    <a:pt x="88" y="230"/>
                  </a:lnTo>
                  <a:lnTo>
                    <a:pt x="111" y="232"/>
                  </a:lnTo>
                  <a:lnTo>
                    <a:pt x="134" y="228"/>
                  </a:lnTo>
                  <a:lnTo>
                    <a:pt x="138" y="228"/>
                  </a:lnTo>
                  <a:lnTo>
                    <a:pt x="143" y="226"/>
                  </a:lnTo>
                  <a:lnTo>
                    <a:pt x="147" y="222"/>
                  </a:lnTo>
                  <a:lnTo>
                    <a:pt x="148" y="218"/>
                  </a:lnTo>
                  <a:lnTo>
                    <a:pt x="145" y="212"/>
                  </a:lnTo>
                  <a:lnTo>
                    <a:pt x="141" y="207"/>
                  </a:lnTo>
                  <a:lnTo>
                    <a:pt x="135" y="203"/>
                  </a:lnTo>
                  <a:lnTo>
                    <a:pt x="129" y="201"/>
                  </a:lnTo>
                  <a:lnTo>
                    <a:pt x="117" y="197"/>
                  </a:lnTo>
                  <a:lnTo>
                    <a:pt x="105" y="195"/>
                  </a:lnTo>
                  <a:lnTo>
                    <a:pt x="94" y="193"/>
                  </a:lnTo>
                  <a:lnTo>
                    <a:pt x="83" y="190"/>
                  </a:lnTo>
                  <a:lnTo>
                    <a:pt x="73" y="187"/>
                  </a:lnTo>
                  <a:lnTo>
                    <a:pt x="62" y="182"/>
                  </a:lnTo>
                  <a:lnTo>
                    <a:pt x="53" y="176"/>
                  </a:lnTo>
                  <a:lnTo>
                    <a:pt x="43" y="167"/>
                  </a:lnTo>
                  <a:lnTo>
                    <a:pt x="40" y="128"/>
                  </a:lnTo>
                  <a:lnTo>
                    <a:pt x="49" y="96"/>
                  </a:lnTo>
                  <a:lnTo>
                    <a:pt x="68" y="71"/>
                  </a:lnTo>
                  <a:lnTo>
                    <a:pt x="94" y="50"/>
                  </a:lnTo>
                  <a:lnTo>
                    <a:pt x="122" y="34"/>
                  </a:lnTo>
                  <a:lnTo>
                    <a:pt x="151" y="21"/>
                  </a:lnTo>
                  <a:lnTo>
                    <a:pt x="178" y="12"/>
                  </a:lnTo>
                  <a:lnTo>
                    <a:pt x="199" y="4"/>
                  </a:lnTo>
                  <a:lnTo>
                    <a:pt x="186" y="1"/>
                  </a:lnTo>
                  <a:lnTo>
                    <a:pt x="172" y="0"/>
                  </a:lnTo>
                  <a:lnTo>
                    <a:pt x="156" y="2"/>
                  </a:lnTo>
                  <a:lnTo>
                    <a:pt x="138" y="4"/>
                  </a:lnTo>
                  <a:lnTo>
                    <a:pt x="121" y="10"/>
                  </a:lnTo>
                  <a:lnTo>
                    <a:pt x="103" y="16"/>
                  </a:lnTo>
                  <a:lnTo>
                    <a:pt x="86" y="23"/>
                  </a:lnTo>
                  <a:lnTo>
                    <a:pt x="70" y="29"/>
                  </a:lnTo>
                  <a:close/>
                </a:path>
              </a:pathLst>
            </a:custGeom>
            <a:solidFill>
              <a:srgbClr val="C9E8FF">
                <a:alpha val="100000"/>
              </a:srgbClr>
            </a:solidFill>
            <a:ln w="9525">
              <a:noFill/>
            </a:ln>
          </p:spPr>
          <p:txBody>
            <a:bodyPr/>
            <a:p>
              <a:endParaRPr lang="zh-CN" altLang="en-US"/>
            </a:p>
          </p:txBody>
        </p:sp>
        <p:sp>
          <p:nvSpPr>
            <p:cNvPr id="7572" name="Freeform 986"/>
            <p:cNvSpPr/>
            <p:nvPr/>
          </p:nvSpPr>
          <p:spPr>
            <a:xfrm>
              <a:off x="4395" y="3142"/>
              <a:ext cx="22" cy="3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28" h="180">
                  <a:moveTo>
                    <a:pt x="108" y="59"/>
                  </a:moveTo>
                  <a:lnTo>
                    <a:pt x="113" y="77"/>
                  </a:lnTo>
                  <a:lnTo>
                    <a:pt x="111" y="94"/>
                  </a:lnTo>
                  <a:lnTo>
                    <a:pt x="103" y="108"/>
                  </a:lnTo>
                  <a:lnTo>
                    <a:pt x="91" y="121"/>
                  </a:lnTo>
                  <a:lnTo>
                    <a:pt x="77" y="132"/>
                  </a:lnTo>
                  <a:lnTo>
                    <a:pt x="61" y="144"/>
                  </a:lnTo>
                  <a:lnTo>
                    <a:pt x="45" y="154"/>
                  </a:lnTo>
                  <a:lnTo>
                    <a:pt x="30" y="164"/>
                  </a:lnTo>
                  <a:lnTo>
                    <a:pt x="28" y="168"/>
                  </a:lnTo>
                  <a:lnTo>
                    <a:pt x="27" y="170"/>
                  </a:lnTo>
                  <a:lnTo>
                    <a:pt x="27" y="174"/>
                  </a:lnTo>
                  <a:lnTo>
                    <a:pt x="28" y="177"/>
                  </a:lnTo>
                  <a:lnTo>
                    <a:pt x="32" y="179"/>
                  </a:lnTo>
                  <a:lnTo>
                    <a:pt x="35" y="180"/>
                  </a:lnTo>
                  <a:lnTo>
                    <a:pt x="37" y="180"/>
                  </a:lnTo>
                  <a:lnTo>
                    <a:pt x="41" y="179"/>
                  </a:lnTo>
                  <a:lnTo>
                    <a:pt x="60" y="169"/>
                  </a:lnTo>
                  <a:lnTo>
                    <a:pt x="77" y="158"/>
                  </a:lnTo>
                  <a:lnTo>
                    <a:pt x="94" y="145"/>
                  </a:lnTo>
                  <a:lnTo>
                    <a:pt x="109" y="130"/>
                  </a:lnTo>
                  <a:lnTo>
                    <a:pt x="120" y="114"/>
                  </a:lnTo>
                  <a:lnTo>
                    <a:pt x="127" y="95"/>
                  </a:lnTo>
                  <a:lnTo>
                    <a:pt x="128" y="76"/>
                  </a:lnTo>
                  <a:lnTo>
                    <a:pt x="123" y="55"/>
                  </a:lnTo>
                  <a:lnTo>
                    <a:pt x="113" y="39"/>
                  </a:lnTo>
                  <a:lnTo>
                    <a:pt x="97" y="25"/>
                  </a:lnTo>
                  <a:lnTo>
                    <a:pt x="79" y="15"/>
                  </a:lnTo>
                  <a:lnTo>
                    <a:pt x="57" y="7"/>
                  </a:lnTo>
                  <a:lnTo>
                    <a:pt x="36" y="2"/>
                  </a:lnTo>
                  <a:lnTo>
                    <a:pt x="19" y="0"/>
                  </a:lnTo>
                  <a:lnTo>
                    <a:pt x="6" y="0"/>
                  </a:lnTo>
                  <a:lnTo>
                    <a:pt x="0" y="4"/>
                  </a:lnTo>
                  <a:lnTo>
                    <a:pt x="14" y="9"/>
                  </a:lnTo>
                  <a:lnTo>
                    <a:pt x="29" y="14"/>
                  </a:lnTo>
                  <a:lnTo>
                    <a:pt x="46" y="19"/>
                  </a:lnTo>
                  <a:lnTo>
                    <a:pt x="61" y="23"/>
                  </a:lnTo>
                  <a:lnTo>
                    <a:pt x="76" y="29"/>
                  </a:lnTo>
                  <a:lnTo>
                    <a:pt x="89" y="37"/>
                  </a:lnTo>
                  <a:lnTo>
                    <a:pt x="100" y="46"/>
                  </a:lnTo>
                  <a:lnTo>
                    <a:pt x="108" y="59"/>
                  </a:lnTo>
                  <a:close/>
                </a:path>
              </a:pathLst>
            </a:custGeom>
            <a:solidFill>
              <a:srgbClr val="C9E8FF">
                <a:alpha val="100000"/>
              </a:srgbClr>
            </a:solidFill>
            <a:ln w="9525">
              <a:noFill/>
            </a:ln>
          </p:spPr>
          <p:txBody>
            <a:bodyPr/>
            <a:p>
              <a:endParaRPr lang="zh-CN" altLang="en-US"/>
            </a:p>
          </p:txBody>
        </p:sp>
        <p:sp>
          <p:nvSpPr>
            <p:cNvPr id="7573" name="Freeform 987"/>
            <p:cNvSpPr/>
            <p:nvPr/>
          </p:nvSpPr>
          <p:spPr>
            <a:xfrm>
              <a:off x="4318" y="3135"/>
              <a:ext cx="54" cy="63"/>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322" h="378">
                  <a:moveTo>
                    <a:pt x="125" y="49"/>
                  </a:moveTo>
                  <a:lnTo>
                    <a:pt x="100" y="70"/>
                  </a:lnTo>
                  <a:lnTo>
                    <a:pt x="76" y="90"/>
                  </a:lnTo>
                  <a:lnTo>
                    <a:pt x="53" y="115"/>
                  </a:lnTo>
                  <a:lnTo>
                    <a:pt x="34" y="140"/>
                  </a:lnTo>
                  <a:lnTo>
                    <a:pt x="17" y="166"/>
                  </a:lnTo>
                  <a:lnTo>
                    <a:pt x="5" y="195"/>
                  </a:lnTo>
                  <a:lnTo>
                    <a:pt x="0" y="226"/>
                  </a:lnTo>
                  <a:lnTo>
                    <a:pt x="1" y="258"/>
                  </a:lnTo>
                  <a:lnTo>
                    <a:pt x="3" y="266"/>
                  </a:lnTo>
                  <a:lnTo>
                    <a:pt x="5" y="275"/>
                  </a:lnTo>
                  <a:lnTo>
                    <a:pt x="9" y="282"/>
                  </a:lnTo>
                  <a:lnTo>
                    <a:pt x="14" y="290"/>
                  </a:lnTo>
                  <a:lnTo>
                    <a:pt x="19" y="297"/>
                  </a:lnTo>
                  <a:lnTo>
                    <a:pt x="26" y="304"/>
                  </a:lnTo>
                  <a:lnTo>
                    <a:pt x="32" y="310"/>
                  </a:lnTo>
                  <a:lnTo>
                    <a:pt x="41" y="314"/>
                  </a:lnTo>
                  <a:lnTo>
                    <a:pt x="56" y="324"/>
                  </a:lnTo>
                  <a:lnTo>
                    <a:pt x="71" y="332"/>
                  </a:lnTo>
                  <a:lnTo>
                    <a:pt x="86" y="338"/>
                  </a:lnTo>
                  <a:lnTo>
                    <a:pt x="103" y="344"/>
                  </a:lnTo>
                  <a:lnTo>
                    <a:pt x="119" y="350"/>
                  </a:lnTo>
                  <a:lnTo>
                    <a:pt x="136" y="355"/>
                  </a:lnTo>
                  <a:lnTo>
                    <a:pt x="152" y="359"/>
                  </a:lnTo>
                  <a:lnTo>
                    <a:pt x="168" y="363"/>
                  </a:lnTo>
                  <a:lnTo>
                    <a:pt x="186" y="366"/>
                  </a:lnTo>
                  <a:lnTo>
                    <a:pt x="202" y="368"/>
                  </a:lnTo>
                  <a:lnTo>
                    <a:pt x="220" y="371"/>
                  </a:lnTo>
                  <a:lnTo>
                    <a:pt x="238" y="373"/>
                  </a:lnTo>
                  <a:lnTo>
                    <a:pt x="254" y="374"/>
                  </a:lnTo>
                  <a:lnTo>
                    <a:pt x="272" y="375"/>
                  </a:lnTo>
                  <a:lnTo>
                    <a:pt x="289" y="376"/>
                  </a:lnTo>
                  <a:lnTo>
                    <a:pt x="306" y="378"/>
                  </a:lnTo>
                  <a:lnTo>
                    <a:pt x="311" y="378"/>
                  </a:lnTo>
                  <a:lnTo>
                    <a:pt x="316" y="375"/>
                  </a:lnTo>
                  <a:lnTo>
                    <a:pt x="320" y="371"/>
                  </a:lnTo>
                  <a:lnTo>
                    <a:pt x="322" y="366"/>
                  </a:lnTo>
                  <a:lnTo>
                    <a:pt x="322" y="360"/>
                  </a:lnTo>
                  <a:lnTo>
                    <a:pt x="320" y="356"/>
                  </a:lnTo>
                  <a:lnTo>
                    <a:pt x="315" y="352"/>
                  </a:lnTo>
                  <a:lnTo>
                    <a:pt x="309" y="350"/>
                  </a:lnTo>
                  <a:lnTo>
                    <a:pt x="294" y="347"/>
                  </a:lnTo>
                  <a:lnTo>
                    <a:pt x="279" y="344"/>
                  </a:lnTo>
                  <a:lnTo>
                    <a:pt x="263" y="341"/>
                  </a:lnTo>
                  <a:lnTo>
                    <a:pt x="247" y="338"/>
                  </a:lnTo>
                  <a:lnTo>
                    <a:pt x="232" y="336"/>
                  </a:lnTo>
                  <a:lnTo>
                    <a:pt x="216" y="334"/>
                  </a:lnTo>
                  <a:lnTo>
                    <a:pt x="200" y="332"/>
                  </a:lnTo>
                  <a:lnTo>
                    <a:pt x="185" y="328"/>
                  </a:lnTo>
                  <a:lnTo>
                    <a:pt x="170" y="326"/>
                  </a:lnTo>
                  <a:lnTo>
                    <a:pt x="154" y="322"/>
                  </a:lnTo>
                  <a:lnTo>
                    <a:pt x="139" y="318"/>
                  </a:lnTo>
                  <a:lnTo>
                    <a:pt x="124" y="314"/>
                  </a:lnTo>
                  <a:lnTo>
                    <a:pt x="110" y="309"/>
                  </a:lnTo>
                  <a:lnTo>
                    <a:pt x="94" y="303"/>
                  </a:lnTo>
                  <a:lnTo>
                    <a:pt x="80" y="297"/>
                  </a:lnTo>
                  <a:lnTo>
                    <a:pt x="66" y="289"/>
                  </a:lnTo>
                  <a:lnTo>
                    <a:pt x="55" y="281"/>
                  </a:lnTo>
                  <a:lnTo>
                    <a:pt x="45" y="271"/>
                  </a:lnTo>
                  <a:lnTo>
                    <a:pt x="38" y="259"/>
                  </a:lnTo>
                  <a:lnTo>
                    <a:pt x="35" y="245"/>
                  </a:lnTo>
                  <a:lnTo>
                    <a:pt x="34" y="232"/>
                  </a:lnTo>
                  <a:lnTo>
                    <a:pt x="35" y="216"/>
                  </a:lnTo>
                  <a:lnTo>
                    <a:pt x="38" y="200"/>
                  </a:lnTo>
                  <a:lnTo>
                    <a:pt x="43" y="187"/>
                  </a:lnTo>
                  <a:lnTo>
                    <a:pt x="51" y="170"/>
                  </a:lnTo>
                  <a:lnTo>
                    <a:pt x="60" y="152"/>
                  </a:lnTo>
                  <a:lnTo>
                    <a:pt x="71" y="137"/>
                  </a:lnTo>
                  <a:lnTo>
                    <a:pt x="83" y="124"/>
                  </a:lnTo>
                  <a:lnTo>
                    <a:pt x="94" y="110"/>
                  </a:lnTo>
                  <a:lnTo>
                    <a:pt x="107" y="96"/>
                  </a:lnTo>
                  <a:lnTo>
                    <a:pt x="123" y="82"/>
                  </a:lnTo>
                  <a:lnTo>
                    <a:pt x="138" y="69"/>
                  </a:lnTo>
                  <a:lnTo>
                    <a:pt x="153" y="57"/>
                  </a:lnTo>
                  <a:lnTo>
                    <a:pt x="173" y="47"/>
                  </a:lnTo>
                  <a:lnTo>
                    <a:pt x="195" y="38"/>
                  </a:lnTo>
                  <a:lnTo>
                    <a:pt x="218" y="28"/>
                  </a:lnTo>
                  <a:lnTo>
                    <a:pt x="238" y="20"/>
                  </a:lnTo>
                  <a:lnTo>
                    <a:pt x="254" y="13"/>
                  </a:lnTo>
                  <a:lnTo>
                    <a:pt x="264" y="7"/>
                  </a:lnTo>
                  <a:lnTo>
                    <a:pt x="268" y="2"/>
                  </a:lnTo>
                  <a:lnTo>
                    <a:pt x="256" y="0"/>
                  </a:lnTo>
                  <a:lnTo>
                    <a:pt x="240" y="1"/>
                  </a:lnTo>
                  <a:lnTo>
                    <a:pt x="221" y="4"/>
                  </a:lnTo>
                  <a:lnTo>
                    <a:pt x="201" y="10"/>
                  </a:lnTo>
                  <a:lnTo>
                    <a:pt x="180" y="18"/>
                  </a:lnTo>
                  <a:lnTo>
                    <a:pt x="160" y="27"/>
                  </a:lnTo>
                  <a:lnTo>
                    <a:pt x="141" y="38"/>
                  </a:lnTo>
                  <a:lnTo>
                    <a:pt x="125" y="49"/>
                  </a:lnTo>
                  <a:close/>
                </a:path>
              </a:pathLst>
            </a:custGeom>
            <a:solidFill>
              <a:srgbClr val="C9E8FF">
                <a:alpha val="100000"/>
              </a:srgbClr>
            </a:solidFill>
            <a:ln w="9525">
              <a:noFill/>
            </a:ln>
          </p:spPr>
          <p:txBody>
            <a:bodyPr/>
            <a:p>
              <a:endParaRPr lang="zh-CN" altLang="en-US"/>
            </a:p>
          </p:txBody>
        </p:sp>
        <p:sp>
          <p:nvSpPr>
            <p:cNvPr id="7574" name="Freeform 988"/>
            <p:cNvSpPr/>
            <p:nvPr/>
          </p:nvSpPr>
          <p:spPr>
            <a:xfrm>
              <a:off x="4394" y="3133"/>
              <a:ext cx="47" cy="42"/>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83" h="252">
                  <a:moveTo>
                    <a:pt x="235" y="77"/>
                  </a:moveTo>
                  <a:lnTo>
                    <a:pt x="248" y="91"/>
                  </a:lnTo>
                  <a:lnTo>
                    <a:pt x="256" y="107"/>
                  </a:lnTo>
                  <a:lnTo>
                    <a:pt x="259" y="124"/>
                  </a:lnTo>
                  <a:lnTo>
                    <a:pt x="259" y="142"/>
                  </a:lnTo>
                  <a:lnTo>
                    <a:pt x="257" y="157"/>
                  </a:lnTo>
                  <a:lnTo>
                    <a:pt x="252" y="170"/>
                  </a:lnTo>
                  <a:lnTo>
                    <a:pt x="244" y="183"/>
                  </a:lnTo>
                  <a:lnTo>
                    <a:pt x="236" y="193"/>
                  </a:lnTo>
                  <a:lnTo>
                    <a:pt x="225" y="204"/>
                  </a:lnTo>
                  <a:lnTo>
                    <a:pt x="215" y="214"/>
                  </a:lnTo>
                  <a:lnTo>
                    <a:pt x="204" y="224"/>
                  </a:lnTo>
                  <a:lnTo>
                    <a:pt x="194" y="234"/>
                  </a:lnTo>
                  <a:lnTo>
                    <a:pt x="191" y="238"/>
                  </a:lnTo>
                  <a:lnTo>
                    <a:pt x="191" y="241"/>
                  </a:lnTo>
                  <a:lnTo>
                    <a:pt x="191" y="245"/>
                  </a:lnTo>
                  <a:lnTo>
                    <a:pt x="194" y="248"/>
                  </a:lnTo>
                  <a:lnTo>
                    <a:pt x="197" y="250"/>
                  </a:lnTo>
                  <a:lnTo>
                    <a:pt x="202" y="252"/>
                  </a:lnTo>
                  <a:lnTo>
                    <a:pt x="205" y="250"/>
                  </a:lnTo>
                  <a:lnTo>
                    <a:pt x="209" y="248"/>
                  </a:lnTo>
                  <a:lnTo>
                    <a:pt x="232" y="233"/>
                  </a:lnTo>
                  <a:lnTo>
                    <a:pt x="252" y="214"/>
                  </a:lnTo>
                  <a:lnTo>
                    <a:pt x="268" y="192"/>
                  </a:lnTo>
                  <a:lnTo>
                    <a:pt x="278" y="167"/>
                  </a:lnTo>
                  <a:lnTo>
                    <a:pt x="283" y="141"/>
                  </a:lnTo>
                  <a:lnTo>
                    <a:pt x="280" y="115"/>
                  </a:lnTo>
                  <a:lnTo>
                    <a:pt x="271" y="91"/>
                  </a:lnTo>
                  <a:lnTo>
                    <a:pt x="252" y="69"/>
                  </a:lnTo>
                  <a:lnTo>
                    <a:pt x="238" y="57"/>
                  </a:lnTo>
                  <a:lnTo>
                    <a:pt x="222" y="48"/>
                  </a:lnTo>
                  <a:lnTo>
                    <a:pt x="204" y="39"/>
                  </a:lnTo>
                  <a:lnTo>
                    <a:pt x="184" y="31"/>
                  </a:lnTo>
                  <a:lnTo>
                    <a:pt x="164" y="23"/>
                  </a:lnTo>
                  <a:lnTo>
                    <a:pt x="144" y="17"/>
                  </a:lnTo>
                  <a:lnTo>
                    <a:pt x="123" y="13"/>
                  </a:lnTo>
                  <a:lnTo>
                    <a:pt x="103" y="8"/>
                  </a:lnTo>
                  <a:lnTo>
                    <a:pt x="83" y="5"/>
                  </a:lnTo>
                  <a:lnTo>
                    <a:pt x="66" y="2"/>
                  </a:lnTo>
                  <a:lnTo>
                    <a:pt x="48" y="0"/>
                  </a:lnTo>
                  <a:lnTo>
                    <a:pt x="34" y="0"/>
                  </a:lnTo>
                  <a:lnTo>
                    <a:pt x="21" y="0"/>
                  </a:lnTo>
                  <a:lnTo>
                    <a:pt x="11" y="0"/>
                  </a:lnTo>
                  <a:lnTo>
                    <a:pt x="4" y="2"/>
                  </a:lnTo>
                  <a:lnTo>
                    <a:pt x="0" y="5"/>
                  </a:lnTo>
                  <a:lnTo>
                    <a:pt x="12" y="7"/>
                  </a:lnTo>
                  <a:lnTo>
                    <a:pt x="24" y="8"/>
                  </a:lnTo>
                  <a:lnTo>
                    <a:pt x="38" y="10"/>
                  </a:lnTo>
                  <a:lnTo>
                    <a:pt x="52" y="13"/>
                  </a:lnTo>
                  <a:lnTo>
                    <a:pt x="66" y="16"/>
                  </a:lnTo>
                  <a:lnTo>
                    <a:pt x="82" y="18"/>
                  </a:lnTo>
                  <a:lnTo>
                    <a:pt x="98" y="22"/>
                  </a:lnTo>
                  <a:lnTo>
                    <a:pt x="114" y="25"/>
                  </a:lnTo>
                  <a:lnTo>
                    <a:pt x="129" y="30"/>
                  </a:lnTo>
                  <a:lnTo>
                    <a:pt x="146" y="34"/>
                  </a:lnTo>
                  <a:lnTo>
                    <a:pt x="162" y="39"/>
                  </a:lnTo>
                  <a:lnTo>
                    <a:pt x="177" y="45"/>
                  </a:lnTo>
                  <a:lnTo>
                    <a:pt x="193" y="52"/>
                  </a:lnTo>
                  <a:lnTo>
                    <a:pt x="208" y="60"/>
                  </a:lnTo>
                  <a:lnTo>
                    <a:pt x="222" y="68"/>
                  </a:lnTo>
                  <a:lnTo>
                    <a:pt x="235" y="77"/>
                  </a:lnTo>
                  <a:close/>
                </a:path>
              </a:pathLst>
            </a:custGeom>
            <a:solidFill>
              <a:srgbClr val="C9E8FF">
                <a:alpha val="100000"/>
              </a:srgbClr>
            </a:solidFill>
            <a:ln w="9525">
              <a:noFill/>
            </a:ln>
          </p:spPr>
          <p:txBody>
            <a:bodyPr/>
            <a:p>
              <a:endParaRPr lang="zh-CN" altLang="en-US"/>
            </a:p>
          </p:txBody>
        </p:sp>
        <p:sp>
          <p:nvSpPr>
            <p:cNvPr id="7575" name="Freeform 989"/>
            <p:cNvSpPr/>
            <p:nvPr/>
          </p:nvSpPr>
          <p:spPr>
            <a:xfrm>
              <a:off x="4298" y="3153"/>
              <a:ext cx="19" cy="3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4" h="238">
                  <a:moveTo>
                    <a:pt x="0" y="130"/>
                  </a:moveTo>
                  <a:lnTo>
                    <a:pt x="0" y="149"/>
                  </a:lnTo>
                  <a:lnTo>
                    <a:pt x="4" y="168"/>
                  </a:lnTo>
                  <a:lnTo>
                    <a:pt x="12" y="185"/>
                  </a:lnTo>
                  <a:lnTo>
                    <a:pt x="24" y="200"/>
                  </a:lnTo>
                  <a:lnTo>
                    <a:pt x="38" y="213"/>
                  </a:lnTo>
                  <a:lnTo>
                    <a:pt x="55" y="224"/>
                  </a:lnTo>
                  <a:lnTo>
                    <a:pt x="73" y="232"/>
                  </a:lnTo>
                  <a:lnTo>
                    <a:pt x="92" y="237"/>
                  </a:lnTo>
                  <a:lnTo>
                    <a:pt x="98" y="238"/>
                  </a:lnTo>
                  <a:lnTo>
                    <a:pt x="104" y="235"/>
                  </a:lnTo>
                  <a:lnTo>
                    <a:pt x="109" y="232"/>
                  </a:lnTo>
                  <a:lnTo>
                    <a:pt x="111" y="227"/>
                  </a:lnTo>
                  <a:lnTo>
                    <a:pt x="111" y="222"/>
                  </a:lnTo>
                  <a:lnTo>
                    <a:pt x="110" y="216"/>
                  </a:lnTo>
                  <a:lnTo>
                    <a:pt x="106" y="211"/>
                  </a:lnTo>
                  <a:lnTo>
                    <a:pt x="100" y="209"/>
                  </a:lnTo>
                  <a:lnTo>
                    <a:pt x="82" y="202"/>
                  </a:lnTo>
                  <a:lnTo>
                    <a:pt x="64" y="193"/>
                  </a:lnTo>
                  <a:lnTo>
                    <a:pt x="50" y="180"/>
                  </a:lnTo>
                  <a:lnTo>
                    <a:pt x="39" y="167"/>
                  </a:lnTo>
                  <a:lnTo>
                    <a:pt x="32" y="149"/>
                  </a:lnTo>
                  <a:lnTo>
                    <a:pt x="29" y="131"/>
                  </a:lnTo>
                  <a:lnTo>
                    <a:pt x="29" y="111"/>
                  </a:lnTo>
                  <a:lnTo>
                    <a:pt x="35" y="91"/>
                  </a:lnTo>
                  <a:lnTo>
                    <a:pt x="42" y="76"/>
                  </a:lnTo>
                  <a:lnTo>
                    <a:pt x="51" y="62"/>
                  </a:lnTo>
                  <a:lnTo>
                    <a:pt x="62" y="49"/>
                  </a:lnTo>
                  <a:lnTo>
                    <a:pt x="73" y="38"/>
                  </a:lnTo>
                  <a:lnTo>
                    <a:pt x="84" y="28"/>
                  </a:lnTo>
                  <a:lnTo>
                    <a:pt x="96" y="18"/>
                  </a:lnTo>
                  <a:lnTo>
                    <a:pt x="106" y="9"/>
                  </a:lnTo>
                  <a:lnTo>
                    <a:pt x="114" y="1"/>
                  </a:lnTo>
                  <a:lnTo>
                    <a:pt x="106" y="0"/>
                  </a:lnTo>
                  <a:lnTo>
                    <a:pt x="93" y="6"/>
                  </a:lnTo>
                  <a:lnTo>
                    <a:pt x="76" y="18"/>
                  </a:lnTo>
                  <a:lnTo>
                    <a:pt x="56" y="36"/>
                  </a:lnTo>
                  <a:lnTo>
                    <a:pt x="37" y="57"/>
                  </a:lnTo>
                  <a:lnTo>
                    <a:pt x="20" y="80"/>
                  </a:lnTo>
                  <a:lnTo>
                    <a:pt x="7" y="106"/>
                  </a:lnTo>
                  <a:lnTo>
                    <a:pt x="0" y="130"/>
                  </a:lnTo>
                  <a:close/>
                </a:path>
              </a:pathLst>
            </a:custGeom>
            <a:solidFill>
              <a:srgbClr val="C9E8FF">
                <a:alpha val="100000"/>
              </a:srgbClr>
            </a:solidFill>
            <a:ln w="9525">
              <a:noFill/>
            </a:ln>
          </p:spPr>
          <p:txBody>
            <a:bodyPr/>
            <a:p>
              <a:endParaRPr lang="zh-CN" altLang="en-US"/>
            </a:p>
          </p:txBody>
        </p:sp>
        <p:sp>
          <p:nvSpPr>
            <p:cNvPr id="7576" name="Freeform 990"/>
            <p:cNvSpPr/>
            <p:nvPr/>
          </p:nvSpPr>
          <p:spPr>
            <a:xfrm>
              <a:off x="4432" y="3130"/>
              <a:ext cx="41" cy="52"/>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46" h="310">
                  <a:moveTo>
                    <a:pt x="199" y="116"/>
                  </a:moveTo>
                  <a:lnTo>
                    <a:pt x="207" y="124"/>
                  </a:lnTo>
                  <a:lnTo>
                    <a:pt x="214" y="133"/>
                  </a:lnTo>
                  <a:lnTo>
                    <a:pt x="219" y="143"/>
                  </a:lnTo>
                  <a:lnTo>
                    <a:pt x="223" y="154"/>
                  </a:lnTo>
                  <a:lnTo>
                    <a:pt x="225" y="164"/>
                  </a:lnTo>
                  <a:lnTo>
                    <a:pt x="225" y="176"/>
                  </a:lnTo>
                  <a:lnTo>
                    <a:pt x="221" y="187"/>
                  </a:lnTo>
                  <a:lnTo>
                    <a:pt x="216" y="197"/>
                  </a:lnTo>
                  <a:lnTo>
                    <a:pt x="208" y="209"/>
                  </a:lnTo>
                  <a:lnTo>
                    <a:pt x="199" y="219"/>
                  </a:lnTo>
                  <a:lnTo>
                    <a:pt x="188" y="228"/>
                  </a:lnTo>
                  <a:lnTo>
                    <a:pt x="177" y="238"/>
                  </a:lnTo>
                  <a:lnTo>
                    <a:pt x="166" y="246"/>
                  </a:lnTo>
                  <a:lnTo>
                    <a:pt x="154" y="255"/>
                  </a:lnTo>
                  <a:lnTo>
                    <a:pt x="143" y="264"/>
                  </a:lnTo>
                  <a:lnTo>
                    <a:pt x="132" y="274"/>
                  </a:lnTo>
                  <a:lnTo>
                    <a:pt x="129" y="278"/>
                  </a:lnTo>
                  <a:lnTo>
                    <a:pt x="126" y="282"/>
                  </a:lnTo>
                  <a:lnTo>
                    <a:pt x="124" y="287"/>
                  </a:lnTo>
                  <a:lnTo>
                    <a:pt x="121" y="292"/>
                  </a:lnTo>
                  <a:lnTo>
                    <a:pt x="120" y="296"/>
                  </a:lnTo>
                  <a:lnTo>
                    <a:pt x="120" y="301"/>
                  </a:lnTo>
                  <a:lnTo>
                    <a:pt x="121" y="305"/>
                  </a:lnTo>
                  <a:lnTo>
                    <a:pt x="125" y="309"/>
                  </a:lnTo>
                  <a:lnTo>
                    <a:pt x="130" y="310"/>
                  </a:lnTo>
                  <a:lnTo>
                    <a:pt x="134" y="310"/>
                  </a:lnTo>
                  <a:lnTo>
                    <a:pt x="139" y="309"/>
                  </a:lnTo>
                  <a:lnTo>
                    <a:pt x="143" y="305"/>
                  </a:lnTo>
                  <a:lnTo>
                    <a:pt x="154" y="293"/>
                  </a:lnTo>
                  <a:lnTo>
                    <a:pt x="167" y="280"/>
                  </a:lnTo>
                  <a:lnTo>
                    <a:pt x="180" y="269"/>
                  </a:lnTo>
                  <a:lnTo>
                    <a:pt x="194" y="257"/>
                  </a:lnTo>
                  <a:lnTo>
                    <a:pt x="207" y="246"/>
                  </a:lnTo>
                  <a:lnTo>
                    <a:pt x="219" y="233"/>
                  </a:lnTo>
                  <a:lnTo>
                    <a:pt x="231" y="219"/>
                  </a:lnTo>
                  <a:lnTo>
                    <a:pt x="239" y="204"/>
                  </a:lnTo>
                  <a:lnTo>
                    <a:pt x="245" y="187"/>
                  </a:lnTo>
                  <a:lnTo>
                    <a:pt x="246" y="170"/>
                  </a:lnTo>
                  <a:lnTo>
                    <a:pt x="242" y="153"/>
                  </a:lnTo>
                  <a:lnTo>
                    <a:pt x="236" y="136"/>
                  </a:lnTo>
                  <a:lnTo>
                    <a:pt x="227" y="120"/>
                  </a:lnTo>
                  <a:lnTo>
                    <a:pt x="215" y="107"/>
                  </a:lnTo>
                  <a:lnTo>
                    <a:pt x="201" y="94"/>
                  </a:lnTo>
                  <a:lnTo>
                    <a:pt x="187" y="82"/>
                  </a:lnTo>
                  <a:lnTo>
                    <a:pt x="177" y="74"/>
                  </a:lnTo>
                  <a:lnTo>
                    <a:pt x="165" y="68"/>
                  </a:lnTo>
                  <a:lnTo>
                    <a:pt x="152" y="60"/>
                  </a:lnTo>
                  <a:lnTo>
                    <a:pt x="139" y="51"/>
                  </a:lnTo>
                  <a:lnTo>
                    <a:pt x="126" y="43"/>
                  </a:lnTo>
                  <a:lnTo>
                    <a:pt x="112" y="35"/>
                  </a:lnTo>
                  <a:lnTo>
                    <a:pt x="98" y="28"/>
                  </a:lnTo>
                  <a:lnTo>
                    <a:pt x="85" y="22"/>
                  </a:lnTo>
                  <a:lnTo>
                    <a:pt x="72" y="16"/>
                  </a:lnTo>
                  <a:lnTo>
                    <a:pt x="59" y="10"/>
                  </a:lnTo>
                  <a:lnTo>
                    <a:pt x="46" y="7"/>
                  </a:lnTo>
                  <a:lnTo>
                    <a:pt x="35" y="3"/>
                  </a:lnTo>
                  <a:lnTo>
                    <a:pt x="24" y="1"/>
                  </a:lnTo>
                  <a:lnTo>
                    <a:pt x="15" y="0"/>
                  </a:lnTo>
                  <a:lnTo>
                    <a:pt x="7" y="1"/>
                  </a:lnTo>
                  <a:lnTo>
                    <a:pt x="0" y="3"/>
                  </a:lnTo>
                  <a:lnTo>
                    <a:pt x="8" y="6"/>
                  </a:lnTo>
                  <a:lnTo>
                    <a:pt x="17" y="9"/>
                  </a:lnTo>
                  <a:lnTo>
                    <a:pt x="28" y="14"/>
                  </a:lnTo>
                  <a:lnTo>
                    <a:pt x="38" y="18"/>
                  </a:lnTo>
                  <a:lnTo>
                    <a:pt x="51" y="24"/>
                  </a:lnTo>
                  <a:lnTo>
                    <a:pt x="64" y="30"/>
                  </a:lnTo>
                  <a:lnTo>
                    <a:pt x="78" y="37"/>
                  </a:lnTo>
                  <a:lnTo>
                    <a:pt x="92" y="43"/>
                  </a:lnTo>
                  <a:lnTo>
                    <a:pt x="106" y="51"/>
                  </a:lnTo>
                  <a:lnTo>
                    <a:pt x="120" y="60"/>
                  </a:lnTo>
                  <a:lnTo>
                    <a:pt x="134" y="69"/>
                  </a:lnTo>
                  <a:lnTo>
                    <a:pt x="148" y="78"/>
                  </a:lnTo>
                  <a:lnTo>
                    <a:pt x="163" y="87"/>
                  </a:lnTo>
                  <a:lnTo>
                    <a:pt x="175" y="96"/>
                  </a:lnTo>
                  <a:lnTo>
                    <a:pt x="187" y="105"/>
                  </a:lnTo>
                  <a:lnTo>
                    <a:pt x="199" y="116"/>
                  </a:lnTo>
                  <a:close/>
                </a:path>
              </a:pathLst>
            </a:custGeom>
            <a:solidFill>
              <a:srgbClr val="C9E8FF">
                <a:alpha val="100000"/>
              </a:srgbClr>
            </a:solidFill>
            <a:ln w="9525">
              <a:noFill/>
            </a:ln>
          </p:spPr>
          <p:txBody>
            <a:bodyPr/>
            <a:p>
              <a:endParaRPr lang="zh-CN" altLang="en-US"/>
            </a:p>
          </p:txBody>
        </p:sp>
        <p:sp>
          <p:nvSpPr>
            <p:cNvPr id="7577" name="Freeform 991"/>
            <p:cNvSpPr/>
            <p:nvPr/>
          </p:nvSpPr>
          <p:spPr>
            <a:xfrm>
              <a:off x="4387" y="3191"/>
              <a:ext cx="14" cy="3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83" h="187">
                  <a:moveTo>
                    <a:pt x="31" y="14"/>
                  </a:moveTo>
                  <a:lnTo>
                    <a:pt x="29" y="8"/>
                  </a:lnTo>
                  <a:lnTo>
                    <a:pt x="25" y="3"/>
                  </a:lnTo>
                  <a:lnTo>
                    <a:pt x="19" y="1"/>
                  </a:lnTo>
                  <a:lnTo>
                    <a:pt x="14" y="0"/>
                  </a:lnTo>
                  <a:lnTo>
                    <a:pt x="8" y="2"/>
                  </a:lnTo>
                  <a:lnTo>
                    <a:pt x="3" y="5"/>
                  </a:lnTo>
                  <a:lnTo>
                    <a:pt x="0" y="11"/>
                  </a:lnTo>
                  <a:lnTo>
                    <a:pt x="0" y="17"/>
                  </a:lnTo>
                  <a:lnTo>
                    <a:pt x="5" y="42"/>
                  </a:lnTo>
                  <a:lnTo>
                    <a:pt x="15" y="71"/>
                  </a:lnTo>
                  <a:lnTo>
                    <a:pt x="27" y="100"/>
                  </a:lnTo>
                  <a:lnTo>
                    <a:pt x="41" y="127"/>
                  </a:lnTo>
                  <a:lnTo>
                    <a:pt x="55" y="151"/>
                  </a:lnTo>
                  <a:lnTo>
                    <a:pt x="68" y="171"/>
                  </a:lnTo>
                  <a:lnTo>
                    <a:pt x="77" y="184"/>
                  </a:lnTo>
                  <a:lnTo>
                    <a:pt x="83" y="187"/>
                  </a:lnTo>
                  <a:lnTo>
                    <a:pt x="80" y="174"/>
                  </a:lnTo>
                  <a:lnTo>
                    <a:pt x="75" y="158"/>
                  </a:lnTo>
                  <a:lnTo>
                    <a:pt x="68" y="138"/>
                  </a:lnTo>
                  <a:lnTo>
                    <a:pt x="59" y="113"/>
                  </a:lnTo>
                  <a:lnTo>
                    <a:pt x="51" y="88"/>
                  </a:lnTo>
                  <a:lnTo>
                    <a:pt x="43" y="63"/>
                  </a:lnTo>
                  <a:lnTo>
                    <a:pt x="36" y="38"/>
                  </a:lnTo>
                  <a:lnTo>
                    <a:pt x="31" y="14"/>
                  </a:lnTo>
                  <a:close/>
                </a:path>
              </a:pathLst>
            </a:custGeom>
            <a:solidFill>
              <a:srgbClr val="000000">
                <a:alpha val="100000"/>
              </a:srgbClr>
            </a:solidFill>
            <a:ln w="9525">
              <a:noFill/>
            </a:ln>
          </p:spPr>
          <p:txBody>
            <a:bodyPr/>
            <a:p>
              <a:endParaRPr lang="zh-CN" altLang="en-US"/>
            </a:p>
          </p:txBody>
        </p:sp>
        <p:sp>
          <p:nvSpPr>
            <p:cNvPr id="7578" name="Freeform 992"/>
            <p:cNvSpPr/>
            <p:nvPr/>
          </p:nvSpPr>
          <p:spPr>
            <a:xfrm>
              <a:off x="4381" y="3174"/>
              <a:ext cx="7" cy="1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44" h="94">
                  <a:moveTo>
                    <a:pt x="22" y="10"/>
                  </a:moveTo>
                  <a:lnTo>
                    <a:pt x="21" y="6"/>
                  </a:lnTo>
                  <a:lnTo>
                    <a:pt x="18" y="2"/>
                  </a:lnTo>
                  <a:lnTo>
                    <a:pt x="14" y="0"/>
                  </a:lnTo>
                  <a:lnTo>
                    <a:pt x="10" y="0"/>
                  </a:lnTo>
                  <a:lnTo>
                    <a:pt x="6" y="1"/>
                  </a:lnTo>
                  <a:lnTo>
                    <a:pt x="3" y="3"/>
                  </a:lnTo>
                  <a:lnTo>
                    <a:pt x="0" y="7"/>
                  </a:lnTo>
                  <a:lnTo>
                    <a:pt x="0" y="11"/>
                  </a:lnTo>
                  <a:lnTo>
                    <a:pt x="0" y="24"/>
                  </a:lnTo>
                  <a:lnTo>
                    <a:pt x="4" y="38"/>
                  </a:lnTo>
                  <a:lnTo>
                    <a:pt x="8" y="52"/>
                  </a:lnTo>
                  <a:lnTo>
                    <a:pt x="14" y="65"/>
                  </a:lnTo>
                  <a:lnTo>
                    <a:pt x="21" y="78"/>
                  </a:lnTo>
                  <a:lnTo>
                    <a:pt x="28" y="87"/>
                  </a:lnTo>
                  <a:lnTo>
                    <a:pt x="37" y="93"/>
                  </a:lnTo>
                  <a:lnTo>
                    <a:pt x="42" y="94"/>
                  </a:lnTo>
                  <a:lnTo>
                    <a:pt x="44" y="76"/>
                  </a:lnTo>
                  <a:lnTo>
                    <a:pt x="38" y="54"/>
                  </a:lnTo>
                  <a:lnTo>
                    <a:pt x="31" y="32"/>
                  </a:lnTo>
                  <a:lnTo>
                    <a:pt x="22" y="10"/>
                  </a:lnTo>
                  <a:close/>
                </a:path>
              </a:pathLst>
            </a:custGeom>
            <a:solidFill>
              <a:srgbClr val="000000">
                <a:alpha val="100000"/>
              </a:srgbClr>
            </a:solidFill>
            <a:ln w="9525">
              <a:noFill/>
            </a:ln>
          </p:spPr>
          <p:txBody>
            <a:bodyPr/>
            <a:p>
              <a:endParaRPr lang="zh-CN" altLang="en-US"/>
            </a:p>
          </p:txBody>
        </p:sp>
        <p:sp>
          <p:nvSpPr>
            <p:cNvPr id="7579" name="Freeform 993"/>
            <p:cNvSpPr/>
            <p:nvPr/>
          </p:nvSpPr>
          <p:spPr>
            <a:xfrm>
              <a:off x="4375" y="3163"/>
              <a:ext cx="6" cy="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38" h="54">
                  <a:moveTo>
                    <a:pt x="20" y="7"/>
                  </a:moveTo>
                  <a:lnTo>
                    <a:pt x="20" y="8"/>
                  </a:lnTo>
                  <a:lnTo>
                    <a:pt x="19" y="4"/>
                  </a:lnTo>
                  <a:lnTo>
                    <a:pt x="15" y="1"/>
                  </a:lnTo>
                  <a:lnTo>
                    <a:pt x="12" y="0"/>
                  </a:lnTo>
                  <a:lnTo>
                    <a:pt x="7" y="0"/>
                  </a:lnTo>
                  <a:lnTo>
                    <a:pt x="4" y="1"/>
                  </a:lnTo>
                  <a:lnTo>
                    <a:pt x="1" y="4"/>
                  </a:lnTo>
                  <a:lnTo>
                    <a:pt x="0" y="8"/>
                  </a:lnTo>
                  <a:lnTo>
                    <a:pt x="0" y="11"/>
                  </a:lnTo>
                  <a:lnTo>
                    <a:pt x="1" y="17"/>
                  </a:lnTo>
                  <a:lnTo>
                    <a:pt x="4" y="24"/>
                  </a:lnTo>
                  <a:lnTo>
                    <a:pt x="8" y="32"/>
                  </a:lnTo>
                  <a:lnTo>
                    <a:pt x="14" y="39"/>
                  </a:lnTo>
                  <a:lnTo>
                    <a:pt x="20" y="46"/>
                  </a:lnTo>
                  <a:lnTo>
                    <a:pt x="27" y="50"/>
                  </a:lnTo>
                  <a:lnTo>
                    <a:pt x="33" y="54"/>
                  </a:lnTo>
                  <a:lnTo>
                    <a:pt x="38" y="54"/>
                  </a:lnTo>
                  <a:lnTo>
                    <a:pt x="36" y="42"/>
                  </a:lnTo>
                  <a:lnTo>
                    <a:pt x="32" y="29"/>
                  </a:lnTo>
                  <a:lnTo>
                    <a:pt x="25" y="16"/>
                  </a:lnTo>
                  <a:lnTo>
                    <a:pt x="20" y="7"/>
                  </a:lnTo>
                  <a:close/>
                </a:path>
              </a:pathLst>
            </a:custGeom>
            <a:solidFill>
              <a:srgbClr val="000000">
                <a:alpha val="100000"/>
              </a:srgbClr>
            </a:solidFill>
            <a:ln w="9525">
              <a:noFill/>
            </a:ln>
          </p:spPr>
          <p:txBody>
            <a:bodyPr/>
            <a:p>
              <a:endParaRPr lang="zh-CN" altLang="en-US"/>
            </a:p>
          </p:txBody>
        </p:sp>
        <p:sp>
          <p:nvSpPr>
            <p:cNvPr id="7580" name="Freeform 994"/>
            <p:cNvSpPr/>
            <p:nvPr/>
          </p:nvSpPr>
          <p:spPr>
            <a:xfrm>
              <a:off x="4370" y="3155"/>
              <a:ext cx="8" cy="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2" h="36">
                  <a:moveTo>
                    <a:pt x="41" y="27"/>
                  </a:moveTo>
                  <a:lnTo>
                    <a:pt x="46" y="24"/>
                  </a:lnTo>
                  <a:lnTo>
                    <a:pt x="51" y="21"/>
                  </a:lnTo>
                  <a:lnTo>
                    <a:pt x="52" y="16"/>
                  </a:lnTo>
                  <a:lnTo>
                    <a:pt x="52" y="12"/>
                  </a:lnTo>
                  <a:lnTo>
                    <a:pt x="50" y="6"/>
                  </a:lnTo>
                  <a:lnTo>
                    <a:pt x="46" y="2"/>
                  </a:lnTo>
                  <a:lnTo>
                    <a:pt x="41" y="0"/>
                  </a:lnTo>
                  <a:lnTo>
                    <a:pt x="36" y="0"/>
                  </a:lnTo>
                  <a:lnTo>
                    <a:pt x="33" y="0"/>
                  </a:lnTo>
                  <a:lnTo>
                    <a:pt x="29" y="1"/>
                  </a:lnTo>
                  <a:lnTo>
                    <a:pt x="21" y="4"/>
                  </a:lnTo>
                  <a:lnTo>
                    <a:pt x="13" y="8"/>
                  </a:lnTo>
                  <a:lnTo>
                    <a:pt x="6" y="15"/>
                  </a:lnTo>
                  <a:lnTo>
                    <a:pt x="3" y="22"/>
                  </a:lnTo>
                  <a:lnTo>
                    <a:pt x="0" y="29"/>
                  </a:lnTo>
                  <a:lnTo>
                    <a:pt x="0" y="31"/>
                  </a:lnTo>
                  <a:lnTo>
                    <a:pt x="4" y="33"/>
                  </a:lnTo>
                  <a:lnTo>
                    <a:pt x="9" y="36"/>
                  </a:lnTo>
                  <a:lnTo>
                    <a:pt x="13" y="36"/>
                  </a:lnTo>
                  <a:lnTo>
                    <a:pt x="18" y="36"/>
                  </a:lnTo>
                  <a:lnTo>
                    <a:pt x="24" y="33"/>
                  </a:lnTo>
                  <a:lnTo>
                    <a:pt x="30" y="32"/>
                  </a:lnTo>
                  <a:lnTo>
                    <a:pt x="36" y="30"/>
                  </a:lnTo>
                  <a:lnTo>
                    <a:pt x="41" y="27"/>
                  </a:lnTo>
                  <a:close/>
                </a:path>
              </a:pathLst>
            </a:custGeom>
            <a:solidFill>
              <a:srgbClr val="000000">
                <a:alpha val="100000"/>
              </a:srgbClr>
            </a:solidFill>
            <a:ln w="9525">
              <a:noFill/>
            </a:ln>
          </p:spPr>
          <p:txBody>
            <a:bodyPr/>
            <a:p>
              <a:endParaRPr lang="zh-CN" altLang="en-US"/>
            </a:p>
          </p:txBody>
        </p:sp>
        <p:sp>
          <p:nvSpPr>
            <p:cNvPr id="7581" name="Freeform 995"/>
            <p:cNvSpPr/>
            <p:nvPr/>
          </p:nvSpPr>
          <p:spPr>
            <a:xfrm>
              <a:off x="4330" y="3145"/>
              <a:ext cx="33" cy="3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98" h="236">
                  <a:moveTo>
                    <a:pt x="73" y="36"/>
                  </a:moveTo>
                  <a:lnTo>
                    <a:pt x="58" y="46"/>
                  </a:lnTo>
                  <a:lnTo>
                    <a:pt x="46" y="58"/>
                  </a:lnTo>
                  <a:lnTo>
                    <a:pt x="33" y="72"/>
                  </a:lnTo>
                  <a:lnTo>
                    <a:pt x="22" y="85"/>
                  </a:lnTo>
                  <a:lnTo>
                    <a:pt x="14" y="100"/>
                  </a:lnTo>
                  <a:lnTo>
                    <a:pt x="7" y="115"/>
                  </a:lnTo>
                  <a:lnTo>
                    <a:pt x="2" y="130"/>
                  </a:lnTo>
                  <a:lnTo>
                    <a:pt x="0" y="146"/>
                  </a:lnTo>
                  <a:lnTo>
                    <a:pt x="2" y="170"/>
                  </a:lnTo>
                  <a:lnTo>
                    <a:pt x="12" y="190"/>
                  </a:lnTo>
                  <a:lnTo>
                    <a:pt x="26" y="207"/>
                  </a:lnTo>
                  <a:lnTo>
                    <a:pt x="43" y="220"/>
                  </a:lnTo>
                  <a:lnTo>
                    <a:pt x="64" y="229"/>
                  </a:lnTo>
                  <a:lnTo>
                    <a:pt x="88" y="235"/>
                  </a:lnTo>
                  <a:lnTo>
                    <a:pt x="110" y="236"/>
                  </a:lnTo>
                  <a:lnTo>
                    <a:pt x="132" y="232"/>
                  </a:lnTo>
                  <a:lnTo>
                    <a:pt x="137" y="232"/>
                  </a:lnTo>
                  <a:lnTo>
                    <a:pt x="142" y="230"/>
                  </a:lnTo>
                  <a:lnTo>
                    <a:pt x="145" y="226"/>
                  </a:lnTo>
                  <a:lnTo>
                    <a:pt x="146" y="221"/>
                  </a:lnTo>
                  <a:lnTo>
                    <a:pt x="145" y="219"/>
                  </a:lnTo>
                  <a:lnTo>
                    <a:pt x="142" y="219"/>
                  </a:lnTo>
                  <a:lnTo>
                    <a:pt x="137" y="217"/>
                  </a:lnTo>
                  <a:lnTo>
                    <a:pt x="131" y="217"/>
                  </a:lnTo>
                  <a:lnTo>
                    <a:pt x="124" y="217"/>
                  </a:lnTo>
                  <a:lnTo>
                    <a:pt x="118" y="217"/>
                  </a:lnTo>
                  <a:lnTo>
                    <a:pt x="112" y="217"/>
                  </a:lnTo>
                  <a:lnTo>
                    <a:pt x="109" y="217"/>
                  </a:lnTo>
                  <a:lnTo>
                    <a:pt x="97" y="216"/>
                  </a:lnTo>
                  <a:lnTo>
                    <a:pt x="87" y="215"/>
                  </a:lnTo>
                  <a:lnTo>
                    <a:pt x="75" y="214"/>
                  </a:lnTo>
                  <a:lnTo>
                    <a:pt x="63" y="211"/>
                  </a:lnTo>
                  <a:lnTo>
                    <a:pt x="51" y="207"/>
                  </a:lnTo>
                  <a:lnTo>
                    <a:pt x="40" y="199"/>
                  </a:lnTo>
                  <a:lnTo>
                    <a:pt x="29" y="189"/>
                  </a:lnTo>
                  <a:lnTo>
                    <a:pt x="17" y="174"/>
                  </a:lnTo>
                  <a:lnTo>
                    <a:pt x="15" y="157"/>
                  </a:lnTo>
                  <a:lnTo>
                    <a:pt x="16" y="141"/>
                  </a:lnTo>
                  <a:lnTo>
                    <a:pt x="21" y="124"/>
                  </a:lnTo>
                  <a:lnTo>
                    <a:pt x="28" y="109"/>
                  </a:lnTo>
                  <a:lnTo>
                    <a:pt x="39" y="96"/>
                  </a:lnTo>
                  <a:lnTo>
                    <a:pt x="50" y="82"/>
                  </a:lnTo>
                  <a:lnTo>
                    <a:pt x="63" y="70"/>
                  </a:lnTo>
                  <a:lnTo>
                    <a:pt x="78" y="59"/>
                  </a:lnTo>
                  <a:lnTo>
                    <a:pt x="94" y="49"/>
                  </a:lnTo>
                  <a:lnTo>
                    <a:pt x="110" y="39"/>
                  </a:lnTo>
                  <a:lnTo>
                    <a:pt x="126" y="31"/>
                  </a:lnTo>
                  <a:lnTo>
                    <a:pt x="142" y="24"/>
                  </a:lnTo>
                  <a:lnTo>
                    <a:pt x="158" y="19"/>
                  </a:lnTo>
                  <a:lnTo>
                    <a:pt x="172" y="13"/>
                  </a:lnTo>
                  <a:lnTo>
                    <a:pt x="186" y="10"/>
                  </a:lnTo>
                  <a:lnTo>
                    <a:pt x="198" y="7"/>
                  </a:lnTo>
                  <a:lnTo>
                    <a:pt x="190" y="3"/>
                  </a:lnTo>
                  <a:lnTo>
                    <a:pt x="177" y="0"/>
                  </a:lnTo>
                  <a:lnTo>
                    <a:pt x="162" y="3"/>
                  </a:lnTo>
                  <a:lnTo>
                    <a:pt x="144" y="6"/>
                  </a:lnTo>
                  <a:lnTo>
                    <a:pt x="124" y="12"/>
                  </a:lnTo>
                  <a:lnTo>
                    <a:pt x="105" y="19"/>
                  </a:lnTo>
                  <a:lnTo>
                    <a:pt x="88" y="28"/>
                  </a:lnTo>
                  <a:lnTo>
                    <a:pt x="73" y="36"/>
                  </a:lnTo>
                  <a:close/>
                </a:path>
              </a:pathLst>
            </a:custGeom>
            <a:solidFill>
              <a:srgbClr val="000000">
                <a:alpha val="100000"/>
              </a:srgbClr>
            </a:solidFill>
            <a:ln w="9525" cap="flat" cmpd="sng">
              <a:solidFill>
                <a:schemeClr val="bg2">
                  <a:alpha val="100000"/>
                </a:schemeClr>
              </a:solidFill>
              <a:prstDash val="solid"/>
              <a:round/>
              <a:headEnd type="none" w="med" len="med"/>
              <a:tailEnd type="none" w="med" len="med"/>
            </a:ln>
          </p:spPr>
          <p:txBody>
            <a:bodyPr/>
            <a:p>
              <a:endParaRPr lang="zh-CN" altLang="en-US"/>
            </a:p>
          </p:txBody>
        </p:sp>
        <p:sp>
          <p:nvSpPr>
            <p:cNvPr id="7582" name="Freeform 996"/>
            <p:cNvSpPr/>
            <p:nvPr/>
          </p:nvSpPr>
          <p:spPr>
            <a:xfrm>
              <a:off x="4386" y="3145"/>
              <a:ext cx="22" cy="3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28" h="183">
                  <a:moveTo>
                    <a:pt x="108" y="61"/>
                  </a:moveTo>
                  <a:lnTo>
                    <a:pt x="111" y="80"/>
                  </a:lnTo>
                  <a:lnTo>
                    <a:pt x="109" y="97"/>
                  </a:lnTo>
                  <a:lnTo>
                    <a:pt x="101" y="110"/>
                  </a:lnTo>
                  <a:lnTo>
                    <a:pt x="89" y="123"/>
                  </a:lnTo>
                  <a:lnTo>
                    <a:pt x="75" y="134"/>
                  </a:lnTo>
                  <a:lnTo>
                    <a:pt x="60" y="145"/>
                  </a:lnTo>
                  <a:lnTo>
                    <a:pt x="43" y="156"/>
                  </a:lnTo>
                  <a:lnTo>
                    <a:pt x="29" y="167"/>
                  </a:lnTo>
                  <a:lnTo>
                    <a:pt x="27" y="170"/>
                  </a:lnTo>
                  <a:lnTo>
                    <a:pt x="26" y="172"/>
                  </a:lnTo>
                  <a:lnTo>
                    <a:pt x="26" y="176"/>
                  </a:lnTo>
                  <a:lnTo>
                    <a:pt x="28" y="179"/>
                  </a:lnTo>
                  <a:lnTo>
                    <a:pt x="30" y="182"/>
                  </a:lnTo>
                  <a:lnTo>
                    <a:pt x="34" y="183"/>
                  </a:lnTo>
                  <a:lnTo>
                    <a:pt x="37" y="183"/>
                  </a:lnTo>
                  <a:lnTo>
                    <a:pt x="41" y="182"/>
                  </a:lnTo>
                  <a:lnTo>
                    <a:pt x="58" y="171"/>
                  </a:lnTo>
                  <a:lnTo>
                    <a:pt x="76" y="160"/>
                  </a:lnTo>
                  <a:lnTo>
                    <a:pt x="92" y="147"/>
                  </a:lnTo>
                  <a:lnTo>
                    <a:pt x="108" y="132"/>
                  </a:lnTo>
                  <a:lnTo>
                    <a:pt x="118" y="116"/>
                  </a:lnTo>
                  <a:lnTo>
                    <a:pt x="125" y="98"/>
                  </a:lnTo>
                  <a:lnTo>
                    <a:pt x="128" y="78"/>
                  </a:lnTo>
                  <a:lnTo>
                    <a:pt x="123" y="58"/>
                  </a:lnTo>
                  <a:lnTo>
                    <a:pt x="112" y="41"/>
                  </a:lnTo>
                  <a:lnTo>
                    <a:pt x="98" y="28"/>
                  </a:lnTo>
                  <a:lnTo>
                    <a:pt x="80" y="16"/>
                  </a:lnTo>
                  <a:lnTo>
                    <a:pt x="61" y="8"/>
                  </a:lnTo>
                  <a:lnTo>
                    <a:pt x="41" y="2"/>
                  </a:lnTo>
                  <a:lnTo>
                    <a:pt x="23" y="0"/>
                  </a:lnTo>
                  <a:lnTo>
                    <a:pt x="9" y="1"/>
                  </a:lnTo>
                  <a:lnTo>
                    <a:pt x="0" y="6"/>
                  </a:lnTo>
                  <a:lnTo>
                    <a:pt x="16" y="10"/>
                  </a:lnTo>
                  <a:lnTo>
                    <a:pt x="33" y="14"/>
                  </a:lnTo>
                  <a:lnTo>
                    <a:pt x="48" y="17"/>
                  </a:lnTo>
                  <a:lnTo>
                    <a:pt x="63" y="22"/>
                  </a:lnTo>
                  <a:lnTo>
                    <a:pt x="77" y="28"/>
                  </a:lnTo>
                  <a:lnTo>
                    <a:pt x="90" y="36"/>
                  </a:lnTo>
                  <a:lnTo>
                    <a:pt x="101" y="46"/>
                  </a:lnTo>
                  <a:lnTo>
                    <a:pt x="108" y="61"/>
                  </a:lnTo>
                  <a:close/>
                </a:path>
              </a:pathLst>
            </a:custGeom>
            <a:solidFill>
              <a:srgbClr val="000000">
                <a:alpha val="100000"/>
              </a:srgbClr>
            </a:solidFill>
            <a:ln w="9525" cap="flat" cmpd="sng">
              <a:solidFill>
                <a:schemeClr val="bg2">
                  <a:alpha val="100000"/>
                </a:schemeClr>
              </a:solidFill>
              <a:prstDash val="solid"/>
              <a:round/>
              <a:headEnd type="none" w="med" len="med"/>
              <a:tailEnd type="none" w="med" len="med"/>
            </a:ln>
          </p:spPr>
          <p:txBody>
            <a:bodyPr/>
            <a:p>
              <a:endParaRPr lang="zh-CN" altLang="en-US"/>
            </a:p>
          </p:txBody>
        </p:sp>
        <p:sp>
          <p:nvSpPr>
            <p:cNvPr id="7583" name="Freeform 997"/>
            <p:cNvSpPr/>
            <p:nvPr/>
          </p:nvSpPr>
          <p:spPr>
            <a:xfrm>
              <a:off x="4309" y="3138"/>
              <a:ext cx="53" cy="63"/>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323" h="379">
                  <a:moveTo>
                    <a:pt x="126" y="50"/>
                  </a:moveTo>
                  <a:lnTo>
                    <a:pt x="101" y="70"/>
                  </a:lnTo>
                  <a:lnTo>
                    <a:pt x="76" y="92"/>
                  </a:lnTo>
                  <a:lnTo>
                    <a:pt x="54" y="115"/>
                  </a:lnTo>
                  <a:lnTo>
                    <a:pt x="34" y="140"/>
                  </a:lnTo>
                  <a:lnTo>
                    <a:pt x="18" y="167"/>
                  </a:lnTo>
                  <a:lnTo>
                    <a:pt x="6" y="196"/>
                  </a:lnTo>
                  <a:lnTo>
                    <a:pt x="0" y="227"/>
                  </a:lnTo>
                  <a:lnTo>
                    <a:pt x="1" y="259"/>
                  </a:lnTo>
                  <a:lnTo>
                    <a:pt x="4" y="267"/>
                  </a:lnTo>
                  <a:lnTo>
                    <a:pt x="7" y="277"/>
                  </a:lnTo>
                  <a:lnTo>
                    <a:pt x="11" y="283"/>
                  </a:lnTo>
                  <a:lnTo>
                    <a:pt x="15" y="291"/>
                  </a:lnTo>
                  <a:lnTo>
                    <a:pt x="21" y="298"/>
                  </a:lnTo>
                  <a:lnTo>
                    <a:pt x="27" y="305"/>
                  </a:lnTo>
                  <a:lnTo>
                    <a:pt x="34" y="311"/>
                  </a:lnTo>
                  <a:lnTo>
                    <a:pt x="41" y="316"/>
                  </a:lnTo>
                  <a:lnTo>
                    <a:pt x="57" y="325"/>
                  </a:lnTo>
                  <a:lnTo>
                    <a:pt x="72" y="333"/>
                  </a:lnTo>
                  <a:lnTo>
                    <a:pt x="87" y="340"/>
                  </a:lnTo>
                  <a:lnTo>
                    <a:pt x="103" y="345"/>
                  </a:lnTo>
                  <a:lnTo>
                    <a:pt x="120" y="351"/>
                  </a:lnTo>
                  <a:lnTo>
                    <a:pt x="136" y="356"/>
                  </a:lnTo>
                  <a:lnTo>
                    <a:pt x="153" y="360"/>
                  </a:lnTo>
                  <a:lnTo>
                    <a:pt x="169" y="364"/>
                  </a:lnTo>
                  <a:lnTo>
                    <a:pt x="187" y="367"/>
                  </a:lnTo>
                  <a:lnTo>
                    <a:pt x="204" y="370"/>
                  </a:lnTo>
                  <a:lnTo>
                    <a:pt x="221" y="372"/>
                  </a:lnTo>
                  <a:lnTo>
                    <a:pt x="238" y="374"/>
                  </a:lnTo>
                  <a:lnTo>
                    <a:pt x="256" y="375"/>
                  </a:lnTo>
                  <a:lnTo>
                    <a:pt x="273" y="376"/>
                  </a:lnTo>
                  <a:lnTo>
                    <a:pt x="290" y="378"/>
                  </a:lnTo>
                  <a:lnTo>
                    <a:pt x="307" y="379"/>
                  </a:lnTo>
                  <a:lnTo>
                    <a:pt x="312" y="379"/>
                  </a:lnTo>
                  <a:lnTo>
                    <a:pt x="317" y="375"/>
                  </a:lnTo>
                  <a:lnTo>
                    <a:pt x="320" y="372"/>
                  </a:lnTo>
                  <a:lnTo>
                    <a:pt x="323" y="366"/>
                  </a:lnTo>
                  <a:lnTo>
                    <a:pt x="323" y="360"/>
                  </a:lnTo>
                  <a:lnTo>
                    <a:pt x="320" y="356"/>
                  </a:lnTo>
                  <a:lnTo>
                    <a:pt x="316" y="352"/>
                  </a:lnTo>
                  <a:lnTo>
                    <a:pt x="311" y="351"/>
                  </a:lnTo>
                  <a:lnTo>
                    <a:pt x="295" y="351"/>
                  </a:lnTo>
                  <a:lnTo>
                    <a:pt x="279" y="351"/>
                  </a:lnTo>
                  <a:lnTo>
                    <a:pt x="263" y="350"/>
                  </a:lnTo>
                  <a:lnTo>
                    <a:pt x="248" y="349"/>
                  </a:lnTo>
                  <a:lnTo>
                    <a:pt x="231" y="348"/>
                  </a:lnTo>
                  <a:lnTo>
                    <a:pt x="215" y="345"/>
                  </a:lnTo>
                  <a:lnTo>
                    <a:pt x="200" y="343"/>
                  </a:lnTo>
                  <a:lnTo>
                    <a:pt x="183" y="341"/>
                  </a:lnTo>
                  <a:lnTo>
                    <a:pt x="168" y="337"/>
                  </a:lnTo>
                  <a:lnTo>
                    <a:pt x="151" y="334"/>
                  </a:lnTo>
                  <a:lnTo>
                    <a:pt x="136" y="329"/>
                  </a:lnTo>
                  <a:lnTo>
                    <a:pt x="121" y="325"/>
                  </a:lnTo>
                  <a:lnTo>
                    <a:pt x="106" y="320"/>
                  </a:lnTo>
                  <a:lnTo>
                    <a:pt x="92" y="313"/>
                  </a:lnTo>
                  <a:lnTo>
                    <a:pt x="76" y="306"/>
                  </a:lnTo>
                  <a:lnTo>
                    <a:pt x="62" y="300"/>
                  </a:lnTo>
                  <a:lnTo>
                    <a:pt x="51" y="291"/>
                  </a:lnTo>
                  <a:lnTo>
                    <a:pt x="41" y="280"/>
                  </a:lnTo>
                  <a:lnTo>
                    <a:pt x="35" y="269"/>
                  </a:lnTo>
                  <a:lnTo>
                    <a:pt x="31" y="255"/>
                  </a:lnTo>
                  <a:lnTo>
                    <a:pt x="31" y="239"/>
                  </a:lnTo>
                  <a:lnTo>
                    <a:pt x="33" y="218"/>
                  </a:lnTo>
                  <a:lnTo>
                    <a:pt x="38" y="197"/>
                  </a:lnTo>
                  <a:lnTo>
                    <a:pt x="42" y="182"/>
                  </a:lnTo>
                  <a:lnTo>
                    <a:pt x="51" y="165"/>
                  </a:lnTo>
                  <a:lnTo>
                    <a:pt x="60" y="150"/>
                  </a:lnTo>
                  <a:lnTo>
                    <a:pt x="68" y="136"/>
                  </a:lnTo>
                  <a:lnTo>
                    <a:pt x="79" y="124"/>
                  </a:lnTo>
                  <a:lnTo>
                    <a:pt x="89" y="111"/>
                  </a:lnTo>
                  <a:lnTo>
                    <a:pt x="101" y="100"/>
                  </a:lnTo>
                  <a:lnTo>
                    <a:pt x="114" y="88"/>
                  </a:lnTo>
                  <a:lnTo>
                    <a:pt x="129" y="76"/>
                  </a:lnTo>
                  <a:lnTo>
                    <a:pt x="144" y="64"/>
                  </a:lnTo>
                  <a:lnTo>
                    <a:pt x="162" y="53"/>
                  </a:lnTo>
                  <a:lnTo>
                    <a:pt x="181" y="41"/>
                  </a:lnTo>
                  <a:lnTo>
                    <a:pt x="201" y="31"/>
                  </a:lnTo>
                  <a:lnTo>
                    <a:pt x="219" y="22"/>
                  </a:lnTo>
                  <a:lnTo>
                    <a:pt x="237" y="14"/>
                  </a:lnTo>
                  <a:lnTo>
                    <a:pt x="253" y="7"/>
                  </a:lnTo>
                  <a:lnTo>
                    <a:pt x="268" y="1"/>
                  </a:lnTo>
                  <a:lnTo>
                    <a:pt x="255" y="0"/>
                  </a:lnTo>
                  <a:lnTo>
                    <a:pt x="238" y="1"/>
                  </a:lnTo>
                  <a:lnTo>
                    <a:pt x="221" y="5"/>
                  </a:lnTo>
                  <a:lnTo>
                    <a:pt x="201" y="11"/>
                  </a:lnTo>
                  <a:lnTo>
                    <a:pt x="181" y="19"/>
                  </a:lnTo>
                  <a:lnTo>
                    <a:pt x="161" y="28"/>
                  </a:lnTo>
                  <a:lnTo>
                    <a:pt x="142" y="39"/>
                  </a:lnTo>
                  <a:lnTo>
                    <a:pt x="126" y="50"/>
                  </a:lnTo>
                  <a:close/>
                </a:path>
              </a:pathLst>
            </a:custGeom>
            <a:solidFill>
              <a:srgbClr val="000000">
                <a:alpha val="100000"/>
              </a:srgbClr>
            </a:solidFill>
            <a:ln w="9525" cap="flat" cmpd="sng">
              <a:solidFill>
                <a:schemeClr val="bg2">
                  <a:alpha val="100000"/>
                </a:schemeClr>
              </a:solidFill>
              <a:prstDash val="solid"/>
              <a:round/>
              <a:headEnd type="none" w="med" len="med"/>
              <a:tailEnd type="none" w="med" len="med"/>
            </a:ln>
          </p:spPr>
          <p:txBody>
            <a:bodyPr/>
            <a:p>
              <a:endParaRPr lang="zh-CN" altLang="en-US"/>
            </a:p>
          </p:txBody>
        </p:sp>
        <p:sp>
          <p:nvSpPr>
            <p:cNvPr id="7584" name="Freeform 998"/>
            <p:cNvSpPr/>
            <p:nvPr/>
          </p:nvSpPr>
          <p:spPr>
            <a:xfrm>
              <a:off x="4384" y="3136"/>
              <a:ext cx="47" cy="42"/>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82" h="253">
                  <a:moveTo>
                    <a:pt x="235" y="78"/>
                  </a:moveTo>
                  <a:lnTo>
                    <a:pt x="248" y="92"/>
                  </a:lnTo>
                  <a:lnTo>
                    <a:pt x="255" y="108"/>
                  </a:lnTo>
                  <a:lnTo>
                    <a:pt x="259" y="125"/>
                  </a:lnTo>
                  <a:lnTo>
                    <a:pt x="259" y="144"/>
                  </a:lnTo>
                  <a:lnTo>
                    <a:pt x="257" y="159"/>
                  </a:lnTo>
                  <a:lnTo>
                    <a:pt x="252" y="171"/>
                  </a:lnTo>
                  <a:lnTo>
                    <a:pt x="244" y="184"/>
                  </a:lnTo>
                  <a:lnTo>
                    <a:pt x="236" y="194"/>
                  </a:lnTo>
                  <a:lnTo>
                    <a:pt x="225" y="206"/>
                  </a:lnTo>
                  <a:lnTo>
                    <a:pt x="215" y="215"/>
                  </a:lnTo>
                  <a:lnTo>
                    <a:pt x="204" y="225"/>
                  </a:lnTo>
                  <a:lnTo>
                    <a:pt x="194" y="236"/>
                  </a:lnTo>
                  <a:lnTo>
                    <a:pt x="191" y="239"/>
                  </a:lnTo>
                  <a:lnTo>
                    <a:pt x="190" y="242"/>
                  </a:lnTo>
                  <a:lnTo>
                    <a:pt x="191" y="246"/>
                  </a:lnTo>
                  <a:lnTo>
                    <a:pt x="194" y="249"/>
                  </a:lnTo>
                  <a:lnTo>
                    <a:pt x="197" y="252"/>
                  </a:lnTo>
                  <a:lnTo>
                    <a:pt x="201" y="253"/>
                  </a:lnTo>
                  <a:lnTo>
                    <a:pt x="205" y="252"/>
                  </a:lnTo>
                  <a:lnTo>
                    <a:pt x="209" y="249"/>
                  </a:lnTo>
                  <a:lnTo>
                    <a:pt x="232" y="234"/>
                  </a:lnTo>
                  <a:lnTo>
                    <a:pt x="251" y="215"/>
                  </a:lnTo>
                  <a:lnTo>
                    <a:pt x="267" y="192"/>
                  </a:lnTo>
                  <a:lnTo>
                    <a:pt x="278" y="168"/>
                  </a:lnTo>
                  <a:lnTo>
                    <a:pt x="282" y="141"/>
                  </a:lnTo>
                  <a:lnTo>
                    <a:pt x="279" y="116"/>
                  </a:lnTo>
                  <a:lnTo>
                    <a:pt x="270" y="92"/>
                  </a:lnTo>
                  <a:lnTo>
                    <a:pt x="251" y="70"/>
                  </a:lnTo>
                  <a:lnTo>
                    <a:pt x="237" y="59"/>
                  </a:lnTo>
                  <a:lnTo>
                    <a:pt x="221" y="48"/>
                  </a:lnTo>
                  <a:lnTo>
                    <a:pt x="202" y="39"/>
                  </a:lnTo>
                  <a:lnTo>
                    <a:pt x="183" y="31"/>
                  </a:lnTo>
                  <a:lnTo>
                    <a:pt x="163" y="24"/>
                  </a:lnTo>
                  <a:lnTo>
                    <a:pt x="142" y="18"/>
                  </a:lnTo>
                  <a:lnTo>
                    <a:pt x="122" y="13"/>
                  </a:lnTo>
                  <a:lnTo>
                    <a:pt x="101" y="8"/>
                  </a:lnTo>
                  <a:lnTo>
                    <a:pt x="82" y="5"/>
                  </a:lnTo>
                  <a:lnTo>
                    <a:pt x="63" y="2"/>
                  </a:lnTo>
                  <a:lnTo>
                    <a:pt x="47" y="0"/>
                  </a:lnTo>
                  <a:lnTo>
                    <a:pt x="32" y="0"/>
                  </a:lnTo>
                  <a:lnTo>
                    <a:pt x="19" y="0"/>
                  </a:lnTo>
                  <a:lnTo>
                    <a:pt x="10" y="1"/>
                  </a:lnTo>
                  <a:lnTo>
                    <a:pt x="4" y="4"/>
                  </a:lnTo>
                  <a:lnTo>
                    <a:pt x="0" y="6"/>
                  </a:lnTo>
                  <a:lnTo>
                    <a:pt x="12" y="8"/>
                  </a:lnTo>
                  <a:lnTo>
                    <a:pt x="25" y="9"/>
                  </a:lnTo>
                  <a:lnTo>
                    <a:pt x="38" y="12"/>
                  </a:lnTo>
                  <a:lnTo>
                    <a:pt x="52" y="14"/>
                  </a:lnTo>
                  <a:lnTo>
                    <a:pt x="67" y="16"/>
                  </a:lnTo>
                  <a:lnTo>
                    <a:pt x="82" y="18"/>
                  </a:lnTo>
                  <a:lnTo>
                    <a:pt x="97" y="22"/>
                  </a:lnTo>
                  <a:lnTo>
                    <a:pt x="114" y="25"/>
                  </a:lnTo>
                  <a:lnTo>
                    <a:pt x="129" y="30"/>
                  </a:lnTo>
                  <a:lnTo>
                    <a:pt x="146" y="35"/>
                  </a:lnTo>
                  <a:lnTo>
                    <a:pt x="162" y="40"/>
                  </a:lnTo>
                  <a:lnTo>
                    <a:pt x="177" y="46"/>
                  </a:lnTo>
                  <a:lnTo>
                    <a:pt x="192" y="53"/>
                  </a:lnTo>
                  <a:lnTo>
                    <a:pt x="208" y="60"/>
                  </a:lnTo>
                  <a:lnTo>
                    <a:pt x="222" y="69"/>
                  </a:lnTo>
                  <a:lnTo>
                    <a:pt x="235" y="78"/>
                  </a:lnTo>
                  <a:close/>
                </a:path>
              </a:pathLst>
            </a:custGeom>
            <a:solidFill>
              <a:srgbClr val="000000">
                <a:alpha val="100000"/>
              </a:srgbClr>
            </a:solidFill>
            <a:ln w="9525" cap="flat" cmpd="sng">
              <a:solidFill>
                <a:schemeClr val="bg2">
                  <a:alpha val="100000"/>
                </a:schemeClr>
              </a:solidFill>
              <a:prstDash val="solid"/>
              <a:round/>
              <a:headEnd type="none" w="med" len="med"/>
              <a:tailEnd type="none" w="med" len="med"/>
            </a:ln>
          </p:spPr>
          <p:txBody>
            <a:bodyPr/>
            <a:p>
              <a:endParaRPr lang="zh-CN" altLang="en-US"/>
            </a:p>
          </p:txBody>
        </p:sp>
        <p:sp>
          <p:nvSpPr>
            <p:cNvPr id="7585" name="Freeform 999"/>
            <p:cNvSpPr/>
            <p:nvPr/>
          </p:nvSpPr>
          <p:spPr>
            <a:xfrm>
              <a:off x="4290" y="3159"/>
              <a:ext cx="19" cy="3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5" h="236">
                  <a:moveTo>
                    <a:pt x="0" y="128"/>
                  </a:moveTo>
                  <a:lnTo>
                    <a:pt x="0" y="148"/>
                  </a:lnTo>
                  <a:lnTo>
                    <a:pt x="5" y="166"/>
                  </a:lnTo>
                  <a:lnTo>
                    <a:pt x="13" y="184"/>
                  </a:lnTo>
                  <a:lnTo>
                    <a:pt x="24" y="198"/>
                  </a:lnTo>
                  <a:lnTo>
                    <a:pt x="39" y="211"/>
                  </a:lnTo>
                  <a:lnTo>
                    <a:pt x="55" y="223"/>
                  </a:lnTo>
                  <a:lnTo>
                    <a:pt x="74" y="231"/>
                  </a:lnTo>
                  <a:lnTo>
                    <a:pt x="92" y="235"/>
                  </a:lnTo>
                  <a:lnTo>
                    <a:pt x="98" y="236"/>
                  </a:lnTo>
                  <a:lnTo>
                    <a:pt x="104" y="234"/>
                  </a:lnTo>
                  <a:lnTo>
                    <a:pt x="109" y="231"/>
                  </a:lnTo>
                  <a:lnTo>
                    <a:pt x="111" y="226"/>
                  </a:lnTo>
                  <a:lnTo>
                    <a:pt x="111" y="220"/>
                  </a:lnTo>
                  <a:lnTo>
                    <a:pt x="110" y="215"/>
                  </a:lnTo>
                  <a:lnTo>
                    <a:pt x="107" y="210"/>
                  </a:lnTo>
                  <a:lnTo>
                    <a:pt x="101" y="208"/>
                  </a:lnTo>
                  <a:lnTo>
                    <a:pt x="82" y="201"/>
                  </a:lnTo>
                  <a:lnTo>
                    <a:pt x="64" y="192"/>
                  </a:lnTo>
                  <a:lnTo>
                    <a:pt x="50" y="179"/>
                  </a:lnTo>
                  <a:lnTo>
                    <a:pt x="40" y="165"/>
                  </a:lnTo>
                  <a:lnTo>
                    <a:pt x="33" y="148"/>
                  </a:lnTo>
                  <a:lnTo>
                    <a:pt x="29" y="130"/>
                  </a:lnTo>
                  <a:lnTo>
                    <a:pt x="29" y="110"/>
                  </a:lnTo>
                  <a:lnTo>
                    <a:pt x="35" y="89"/>
                  </a:lnTo>
                  <a:lnTo>
                    <a:pt x="43" y="74"/>
                  </a:lnTo>
                  <a:lnTo>
                    <a:pt x="56" y="60"/>
                  </a:lnTo>
                  <a:lnTo>
                    <a:pt x="70" y="46"/>
                  </a:lnTo>
                  <a:lnTo>
                    <a:pt x="85" y="33"/>
                  </a:lnTo>
                  <a:lnTo>
                    <a:pt x="98" y="23"/>
                  </a:lnTo>
                  <a:lnTo>
                    <a:pt x="109" y="12"/>
                  </a:lnTo>
                  <a:lnTo>
                    <a:pt x="115" y="6"/>
                  </a:lnTo>
                  <a:lnTo>
                    <a:pt x="115" y="0"/>
                  </a:lnTo>
                  <a:lnTo>
                    <a:pt x="102" y="4"/>
                  </a:lnTo>
                  <a:lnTo>
                    <a:pt x="85" y="12"/>
                  </a:lnTo>
                  <a:lnTo>
                    <a:pt x="68" y="26"/>
                  </a:lnTo>
                  <a:lnTo>
                    <a:pt x="49" y="42"/>
                  </a:lnTo>
                  <a:lnTo>
                    <a:pt x="32" y="61"/>
                  </a:lnTo>
                  <a:lnTo>
                    <a:pt x="17" y="82"/>
                  </a:lnTo>
                  <a:lnTo>
                    <a:pt x="6" y="105"/>
                  </a:lnTo>
                  <a:lnTo>
                    <a:pt x="0" y="128"/>
                  </a:lnTo>
                  <a:close/>
                </a:path>
              </a:pathLst>
            </a:custGeom>
            <a:solidFill>
              <a:srgbClr val="000000">
                <a:alpha val="100000"/>
              </a:srgbClr>
            </a:solidFill>
            <a:ln w="9525" cap="flat" cmpd="sng">
              <a:solidFill>
                <a:schemeClr val="bg2">
                  <a:alpha val="100000"/>
                </a:schemeClr>
              </a:solidFill>
              <a:prstDash val="solid"/>
              <a:round/>
              <a:headEnd type="none" w="med" len="med"/>
              <a:tailEnd type="none" w="med" len="med"/>
            </a:ln>
          </p:spPr>
          <p:txBody>
            <a:bodyPr/>
            <a:p>
              <a:endParaRPr lang="zh-CN" altLang="en-US"/>
            </a:p>
          </p:txBody>
        </p:sp>
        <p:sp>
          <p:nvSpPr>
            <p:cNvPr id="7586" name="Freeform 1000"/>
            <p:cNvSpPr/>
            <p:nvPr/>
          </p:nvSpPr>
          <p:spPr>
            <a:xfrm>
              <a:off x="4423" y="3133"/>
              <a:ext cx="41" cy="52"/>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45" h="310">
                  <a:moveTo>
                    <a:pt x="200" y="116"/>
                  </a:moveTo>
                  <a:lnTo>
                    <a:pt x="208" y="124"/>
                  </a:lnTo>
                  <a:lnTo>
                    <a:pt x="214" y="133"/>
                  </a:lnTo>
                  <a:lnTo>
                    <a:pt x="220" y="144"/>
                  </a:lnTo>
                  <a:lnTo>
                    <a:pt x="223" y="154"/>
                  </a:lnTo>
                  <a:lnTo>
                    <a:pt x="226" y="164"/>
                  </a:lnTo>
                  <a:lnTo>
                    <a:pt x="224" y="176"/>
                  </a:lnTo>
                  <a:lnTo>
                    <a:pt x="222" y="187"/>
                  </a:lnTo>
                  <a:lnTo>
                    <a:pt x="216" y="198"/>
                  </a:lnTo>
                  <a:lnTo>
                    <a:pt x="208" y="209"/>
                  </a:lnTo>
                  <a:lnTo>
                    <a:pt x="199" y="219"/>
                  </a:lnTo>
                  <a:lnTo>
                    <a:pt x="188" y="229"/>
                  </a:lnTo>
                  <a:lnTo>
                    <a:pt x="177" y="238"/>
                  </a:lnTo>
                  <a:lnTo>
                    <a:pt x="166" y="246"/>
                  </a:lnTo>
                  <a:lnTo>
                    <a:pt x="154" y="255"/>
                  </a:lnTo>
                  <a:lnTo>
                    <a:pt x="142" y="264"/>
                  </a:lnTo>
                  <a:lnTo>
                    <a:pt x="132" y="275"/>
                  </a:lnTo>
                  <a:lnTo>
                    <a:pt x="128" y="278"/>
                  </a:lnTo>
                  <a:lnTo>
                    <a:pt x="126" y="283"/>
                  </a:lnTo>
                  <a:lnTo>
                    <a:pt x="124" y="287"/>
                  </a:lnTo>
                  <a:lnTo>
                    <a:pt x="121" y="292"/>
                  </a:lnTo>
                  <a:lnTo>
                    <a:pt x="120" y="296"/>
                  </a:lnTo>
                  <a:lnTo>
                    <a:pt x="120" y="301"/>
                  </a:lnTo>
                  <a:lnTo>
                    <a:pt x="122" y="306"/>
                  </a:lnTo>
                  <a:lnTo>
                    <a:pt x="126" y="309"/>
                  </a:lnTo>
                  <a:lnTo>
                    <a:pt x="131" y="310"/>
                  </a:lnTo>
                  <a:lnTo>
                    <a:pt x="135" y="310"/>
                  </a:lnTo>
                  <a:lnTo>
                    <a:pt x="139" y="309"/>
                  </a:lnTo>
                  <a:lnTo>
                    <a:pt x="142" y="306"/>
                  </a:lnTo>
                  <a:lnTo>
                    <a:pt x="154" y="292"/>
                  </a:lnTo>
                  <a:lnTo>
                    <a:pt x="167" y="280"/>
                  </a:lnTo>
                  <a:lnTo>
                    <a:pt x="180" y="269"/>
                  </a:lnTo>
                  <a:lnTo>
                    <a:pt x="194" y="257"/>
                  </a:lnTo>
                  <a:lnTo>
                    <a:pt x="207" y="246"/>
                  </a:lnTo>
                  <a:lnTo>
                    <a:pt x="220" y="233"/>
                  </a:lnTo>
                  <a:lnTo>
                    <a:pt x="230" y="219"/>
                  </a:lnTo>
                  <a:lnTo>
                    <a:pt x="238" y="204"/>
                  </a:lnTo>
                  <a:lnTo>
                    <a:pt x="244" y="186"/>
                  </a:lnTo>
                  <a:lnTo>
                    <a:pt x="245" y="169"/>
                  </a:lnTo>
                  <a:lnTo>
                    <a:pt x="243" y="152"/>
                  </a:lnTo>
                  <a:lnTo>
                    <a:pt x="237" y="134"/>
                  </a:lnTo>
                  <a:lnTo>
                    <a:pt x="228" y="119"/>
                  </a:lnTo>
                  <a:lnTo>
                    <a:pt x="217" y="105"/>
                  </a:lnTo>
                  <a:lnTo>
                    <a:pt x="203" y="93"/>
                  </a:lnTo>
                  <a:lnTo>
                    <a:pt x="188" y="83"/>
                  </a:lnTo>
                  <a:lnTo>
                    <a:pt x="176" y="76"/>
                  </a:lnTo>
                  <a:lnTo>
                    <a:pt x="163" y="69"/>
                  </a:lnTo>
                  <a:lnTo>
                    <a:pt x="151" y="61"/>
                  </a:lnTo>
                  <a:lnTo>
                    <a:pt x="136" y="54"/>
                  </a:lnTo>
                  <a:lnTo>
                    <a:pt x="122" y="46"/>
                  </a:lnTo>
                  <a:lnTo>
                    <a:pt x="107" y="39"/>
                  </a:lnTo>
                  <a:lnTo>
                    <a:pt x="93" y="31"/>
                  </a:lnTo>
                  <a:lnTo>
                    <a:pt x="79" y="24"/>
                  </a:lnTo>
                  <a:lnTo>
                    <a:pt x="66" y="18"/>
                  </a:lnTo>
                  <a:lnTo>
                    <a:pt x="53" y="13"/>
                  </a:lnTo>
                  <a:lnTo>
                    <a:pt x="40" y="8"/>
                  </a:lnTo>
                  <a:lnTo>
                    <a:pt x="30" y="5"/>
                  </a:lnTo>
                  <a:lnTo>
                    <a:pt x="20" y="1"/>
                  </a:lnTo>
                  <a:lnTo>
                    <a:pt x="12" y="0"/>
                  </a:lnTo>
                  <a:lnTo>
                    <a:pt x="5" y="0"/>
                  </a:lnTo>
                  <a:lnTo>
                    <a:pt x="0" y="2"/>
                  </a:lnTo>
                  <a:lnTo>
                    <a:pt x="11" y="8"/>
                  </a:lnTo>
                  <a:lnTo>
                    <a:pt x="23" y="14"/>
                  </a:lnTo>
                  <a:lnTo>
                    <a:pt x="36" y="20"/>
                  </a:lnTo>
                  <a:lnTo>
                    <a:pt x="47" y="25"/>
                  </a:lnTo>
                  <a:lnTo>
                    <a:pt x="60" y="31"/>
                  </a:lnTo>
                  <a:lnTo>
                    <a:pt x="73" y="37"/>
                  </a:lnTo>
                  <a:lnTo>
                    <a:pt x="86" y="44"/>
                  </a:lnTo>
                  <a:lnTo>
                    <a:pt x="99" y="51"/>
                  </a:lnTo>
                  <a:lnTo>
                    <a:pt x="113" y="57"/>
                  </a:lnTo>
                  <a:lnTo>
                    <a:pt x="126" y="64"/>
                  </a:lnTo>
                  <a:lnTo>
                    <a:pt x="139" y="71"/>
                  </a:lnTo>
                  <a:lnTo>
                    <a:pt x="152" y="79"/>
                  </a:lnTo>
                  <a:lnTo>
                    <a:pt x="165" y="88"/>
                  </a:lnTo>
                  <a:lnTo>
                    <a:pt x="176" y="96"/>
                  </a:lnTo>
                  <a:lnTo>
                    <a:pt x="188" y="106"/>
                  </a:lnTo>
                  <a:lnTo>
                    <a:pt x="200" y="116"/>
                  </a:lnTo>
                  <a:close/>
                </a:path>
              </a:pathLst>
            </a:custGeom>
            <a:solidFill>
              <a:srgbClr val="000000">
                <a:alpha val="100000"/>
              </a:srgbClr>
            </a:solidFill>
            <a:ln w="9525" cap="flat" cmpd="sng">
              <a:solidFill>
                <a:schemeClr val="bg2">
                  <a:alpha val="100000"/>
                </a:schemeClr>
              </a:solidFill>
              <a:prstDash val="solid"/>
              <a:round/>
              <a:headEnd type="none" w="med" len="med"/>
              <a:tailEnd type="none" w="med" len="med"/>
            </a:ln>
          </p:spPr>
          <p:txBody>
            <a:bodyPr/>
            <a:p>
              <a:endParaRPr lang="zh-CN" altLang="en-US"/>
            </a:p>
          </p:txBody>
        </p:sp>
        <p:sp>
          <p:nvSpPr>
            <p:cNvPr id="7587" name="Freeform 1001"/>
            <p:cNvSpPr/>
            <p:nvPr/>
          </p:nvSpPr>
          <p:spPr>
            <a:xfrm>
              <a:off x="4338" y="3209"/>
              <a:ext cx="125" cy="175"/>
            </a:xfrm>
            <a:custGeom>
              <a:avLst/>
              <a:gdLst/>
              <a:ahLst/>
              <a:cxnLst>
                <a:cxn ang="0">
                  <a:pos x="0" y="175"/>
                </a:cxn>
                <a:cxn ang="0">
                  <a:pos x="0" y="144"/>
                </a:cxn>
                <a:cxn ang="0">
                  <a:pos x="11" y="144"/>
                </a:cxn>
                <a:cxn ang="0">
                  <a:pos x="11" y="118"/>
                </a:cxn>
                <a:cxn ang="0">
                  <a:pos x="23" y="114"/>
                </a:cxn>
                <a:cxn ang="0">
                  <a:pos x="20" y="88"/>
                </a:cxn>
                <a:cxn ang="0">
                  <a:pos x="30" y="84"/>
                </a:cxn>
                <a:cxn ang="0">
                  <a:pos x="30" y="58"/>
                </a:cxn>
                <a:cxn ang="0">
                  <a:pos x="39" y="54"/>
                </a:cxn>
                <a:cxn ang="0">
                  <a:pos x="39" y="28"/>
                </a:cxn>
                <a:cxn ang="0">
                  <a:pos x="48" y="28"/>
                </a:cxn>
                <a:cxn ang="0">
                  <a:pos x="56" y="0"/>
                </a:cxn>
                <a:cxn ang="0">
                  <a:pos x="80" y="0"/>
                </a:cxn>
                <a:cxn ang="0">
                  <a:pos x="81" y="25"/>
                </a:cxn>
                <a:cxn ang="0">
                  <a:pos x="92" y="24"/>
                </a:cxn>
                <a:cxn ang="0">
                  <a:pos x="93" y="49"/>
                </a:cxn>
                <a:cxn ang="0">
                  <a:pos x="102" y="54"/>
                </a:cxn>
                <a:cxn ang="0">
                  <a:pos x="99" y="81"/>
                </a:cxn>
                <a:cxn ang="0">
                  <a:pos x="114" y="82"/>
                </a:cxn>
                <a:cxn ang="0">
                  <a:pos x="107" y="81"/>
                </a:cxn>
                <a:cxn ang="0">
                  <a:pos x="108" y="114"/>
                </a:cxn>
                <a:cxn ang="0">
                  <a:pos x="117" y="117"/>
                </a:cxn>
                <a:cxn ang="0">
                  <a:pos x="122" y="142"/>
                </a:cxn>
                <a:cxn ang="0">
                  <a:pos x="125" y="175"/>
                </a:cxn>
                <a:cxn ang="0">
                  <a:pos x="0" y="175"/>
                </a:cxn>
              </a:cxnLst>
              <a:pathLst>
                <a:path w="125" h="175">
                  <a:moveTo>
                    <a:pt x="0" y="175"/>
                  </a:moveTo>
                  <a:lnTo>
                    <a:pt x="0" y="144"/>
                  </a:lnTo>
                  <a:lnTo>
                    <a:pt x="11" y="144"/>
                  </a:lnTo>
                  <a:lnTo>
                    <a:pt x="11" y="118"/>
                  </a:lnTo>
                  <a:lnTo>
                    <a:pt x="23" y="114"/>
                  </a:lnTo>
                  <a:lnTo>
                    <a:pt x="20" y="88"/>
                  </a:lnTo>
                  <a:lnTo>
                    <a:pt x="30" y="84"/>
                  </a:lnTo>
                  <a:lnTo>
                    <a:pt x="30" y="58"/>
                  </a:lnTo>
                  <a:lnTo>
                    <a:pt x="39" y="54"/>
                  </a:lnTo>
                  <a:lnTo>
                    <a:pt x="39" y="28"/>
                  </a:lnTo>
                  <a:lnTo>
                    <a:pt x="48" y="28"/>
                  </a:lnTo>
                  <a:lnTo>
                    <a:pt x="56" y="0"/>
                  </a:lnTo>
                  <a:lnTo>
                    <a:pt x="80" y="0"/>
                  </a:lnTo>
                  <a:lnTo>
                    <a:pt x="81" y="25"/>
                  </a:lnTo>
                  <a:lnTo>
                    <a:pt x="92" y="24"/>
                  </a:lnTo>
                  <a:lnTo>
                    <a:pt x="93" y="49"/>
                  </a:lnTo>
                  <a:lnTo>
                    <a:pt x="102" y="54"/>
                  </a:lnTo>
                  <a:lnTo>
                    <a:pt x="99" y="81"/>
                  </a:lnTo>
                  <a:lnTo>
                    <a:pt x="114" y="82"/>
                  </a:lnTo>
                  <a:lnTo>
                    <a:pt x="107" y="81"/>
                  </a:lnTo>
                  <a:lnTo>
                    <a:pt x="108" y="114"/>
                  </a:lnTo>
                  <a:lnTo>
                    <a:pt x="117" y="117"/>
                  </a:lnTo>
                  <a:lnTo>
                    <a:pt x="122" y="142"/>
                  </a:lnTo>
                  <a:lnTo>
                    <a:pt x="125" y="175"/>
                  </a:lnTo>
                  <a:lnTo>
                    <a:pt x="0" y="175"/>
                  </a:lnTo>
                  <a:close/>
                </a:path>
              </a:pathLst>
            </a:custGeom>
            <a:solidFill>
              <a:srgbClr val="DDDDDD">
                <a:alpha val="100000"/>
              </a:srgbClr>
            </a:solidFill>
            <a:ln w="9525" cap="flat" cmpd="sng">
              <a:solidFill>
                <a:schemeClr val="bg2">
                  <a:alpha val="100000"/>
                </a:schemeClr>
              </a:solidFill>
              <a:prstDash val="solid"/>
              <a:round/>
              <a:headEnd type="none" w="med" len="med"/>
              <a:tailEnd type="none" w="med" len="med"/>
            </a:ln>
          </p:spPr>
          <p:txBody>
            <a:bodyPr/>
            <a:p>
              <a:endParaRPr lang="zh-CN" altLang="en-US"/>
            </a:p>
          </p:txBody>
        </p:sp>
      </p:grpSp>
      <p:grpSp>
        <p:nvGrpSpPr>
          <p:cNvPr id="7283" name="Group 1002"/>
          <p:cNvGrpSpPr/>
          <p:nvPr/>
        </p:nvGrpSpPr>
        <p:grpSpPr>
          <a:xfrm>
            <a:off x="5394325" y="3403600"/>
            <a:ext cx="290513" cy="404813"/>
            <a:chOff x="4290" y="3130"/>
            <a:chExt cx="183" cy="255"/>
          </a:xfrm>
        </p:grpSpPr>
        <p:pic>
          <p:nvPicPr>
            <p:cNvPr id="7552" name="Picture 1003"/>
            <p:cNvPicPr>
              <a:picLocks noChangeAspect="1"/>
            </p:cNvPicPr>
            <p:nvPr/>
          </p:nvPicPr>
          <p:blipFill>
            <a:blip r:embed="rId19"/>
            <a:stretch>
              <a:fillRect/>
            </a:stretch>
          </p:blipFill>
          <p:spPr>
            <a:xfrm>
              <a:off x="4343" y="3211"/>
              <a:ext cx="121" cy="174"/>
            </a:xfrm>
            <a:prstGeom prst="rect">
              <a:avLst/>
            </a:prstGeom>
            <a:solidFill>
              <a:srgbClr val="DDDDDD"/>
            </a:solidFill>
            <a:ln w="9525">
              <a:noFill/>
            </a:ln>
          </p:spPr>
        </p:pic>
        <p:sp>
          <p:nvSpPr>
            <p:cNvPr id="7553" name="Freeform 1004"/>
            <p:cNvSpPr/>
            <p:nvPr/>
          </p:nvSpPr>
          <p:spPr>
            <a:xfrm>
              <a:off x="4339" y="3143"/>
              <a:ext cx="33" cy="3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99" h="232">
                  <a:moveTo>
                    <a:pt x="70" y="29"/>
                  </a:moveTo>
                  <a:lnTo>
                    <a:pt x="55" y="39"/>
                  </a:lnTo>
                  <a:lnTo>
                    <a:pt x="42" y="50"/>
                  </a:lnTo>
                  <a:lnTo>
                    <a:pt x="30" y="63"/>
                  </a:lnTo>
                  <a:lnTo>
                    <a:pt x="20" y="77"/>
                  </a:lnTo>
                  <a:lnTo>
                    <a:pt x="12" y="91"/>
                  </a:lnTo>
                  <a:lnTo>
                    <a:pt x="6" y="108"/>
                  </a:lnTo>
                  <a:lnTo>
                    <a:pt x="2" y="125"/>
                  </a:lnTo>
                  <a:lnTo>
                    <a:pt x="0" y="142"/>
                  </a:lnTo>
                  <a:lnTo>
                    <a:pt x="2" y="166"/>
                  </a:lnTo>
                  <a:lnTo>
                    <a:pt x="12" y="186"/>
                  </a:lnTo>
                  <a:lnTo>
                    <a:pt x="26" y="203"/>
                  </a:lnTo>
                  <a:lnTo>
                    <a:pt x="45" y="216"/>
                  </a:lnTo>
                  <a:lnTo>
                    <a:pt x="66" y="226"/>
                  </a:lnTo>
                  <a:lnTo>
                    <a:pt x="88" y="230"/>
                  </a:lnTo>
                  <a:lnTo>
                    <a:pt x="111" y="232"/>
                  </a:lnTo>
                  <a:lnTo>
                    <a:pt x="134" y="228"/>
                  </a:lnTo>
                  <a:lnTo>
                    <a:pt x="138" y="228"/>
                  </a:lnTo>
                  <a:lnTo>
                    <a:pt x="143" y="226"/>
                  </a:lnTo>
                  <a:lnTo>
                    <a:pt x="147" y="222"/>
                  </a:lnTo>
                  <a:lnTo>
                    <a:pt x="148" y="218"/>
                  </a:lnTo>
                  <a:lnTo>
                    <a:pt x="145" y="212"/>
                  </a:lnTo>
                  <a:lnTo>
                    <a:pt x="141" y="207"/>
                  </a:lnTo>
                  <a:lnTo>
                    <a:pt x="135" y="203"/>
                  </a:lnTo>
                  <a:lnTo>
                    <a:pt x="129" y="201"/>
                  </a:lnTo>
                  <a:lnTo>
                    <a:pt x="117" y="197"/>
                  </a:lnTo>
                  <a:lnTo>
                    <a:pt x="105" y="195"/>
                  </a:lnTo>
                  <a:lnTo>
                    <a:pt x="94" y="193"/>
                  </a:lnTo>
                  <a:lnTo>
                    <a:pt x="83" y="190"/>
                  </a:lnTo>
                  <a:lnTo>
                    <a:pt x="73" y="187"/>
                  </a:lnTo>
                  <a:lnTo>
                    <a:pt x="62" y="182"/>
                  </a:lnTo>
                  <a:lnTo>
                    <a:pt x="53" y="176"/>
                  </a:lnTo>
                  <a:lnTo>
                    <a:pt x="43" y="167"/>
                  </a:lnTo>
                  <a:lnTo>
                    <a:pt x="40" y="128"/>
                  </a:lnTo>
                  <a:lnTo>
                    <a:pt x="49" y="96"/>
                  </a:lnTo>
                  <a:lnTo>
                    <a:pt x="68" y="71"/>
                  </a:lnTo>
                  <a:lnTo>
                    <a:pt x="94" y="50"/>
                  </a:lnTo>
                  <a:lnTo>
                    <a:pt x="122" y="34"/>
                  </a:lnTo>
                  <a:lnTo>
                    <a:pt x="151" y="21"/>
                  </a:lnTo>
                  <a:lnTo>
                    <a:pt x="178" y="12"/>
                  </a:lnTo>
                  <a:lnTo>
                    <a:pt x="199" y="4"/>
                  </a:lnTo>
                  <a:lnTo>
                    <a:pt x="186" y="1"/>
                  </a:lnTo>
                  <a:lnTo>
                    <a:pt x="172" y="0"/>
                  </a:lnTo>
                  <a:lnTo>
                    <a:pt x="156" y="2"/>
                  </a:lnTo>
                  <a:lnTo>
                    <a:pt x="138" y="4"/>
                  </a:lnTo>
                  <a:lnTo>
                    <a:pt x="121" y="10"/>
                  </a:lnTo>
                  <a:lnTo>
                    <a:pt x="103" y="16"/>
                  </a:lnTo>
                  <a:lnTo>
                    <a:pt x="86" y="23"/>
                  </a:lnTo>
                  <a:lnTo>
                    <a:pt x="70" y="29"/>
                  </a:lnTo>
                  <a:close/>
                </a:path>
              </a:pathLst>
            </a:custGeom>
            <a:solidFill>
              <a:srgbClr val="C9E8FF">
                <a:alpha val="100000"/>
              </a:srgbClr>
            </a:solidFill>
            <a:ln w="9525">
              <a:noFill/>
            </a:ln>
          </p:spPr>
          <p:txBody>
            <a:bodyPr/>
            <a:p>
              <a:endParaRPr lang="zh-CN" altLang="en-US"/>
            </a:p>
          </p:txBody>
        </p:sp>
        <p:sp>
          <p:nvSpPr>
            <p:cNvPr id="7554" name="Freeform 1005"/>
            <p:cNvSpPr/>
            <p:nvPr/>
          </p:nvSpPr>
          <p:spPr>
            <a:xfrm>
              <a:off x="4395" y="3142"/>
              <a:ext cx="22" cy="3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28" h="180">
                  <a:moveTo>
                    <a:pt x="108" y="59"/>
                  </a:moveTo>
                  <a:lnTo>
                    <a:pt x="113" y="77"/>
                  </a:lnTo>
                  <a:lnTo>
                    <a:pt x="111" y="94"/>
                  </a:lnTo>
                  <a:lnTo>
                    <a:pt x="103" y="108"/>
                  </a:lnTo>
                  <a:lnTo>
                    <a:pt x="91" y="121"/>
                  </a:lnTo>
                  <a:lnTo>
                    <a:pt x="77" y="132"/>
                  </a:lnTo>
                  <a:lnTo>
                    <a:pt x="61" y="144"/>
                  </a:lnTo>
                  <a:lnTo>
                    <a:pt x="45" y="154"/>
                  </a:lnTo>
                  <a:lnTo>
                    <a:pt x="30" y="164"/>
                  </a:lnTo>
                  <a:lnTo>
                    <a:pt x="28" y="168"/>
                  </a:lnTo>
                  <a:lnTo>
                    <a:pt x="27" y="170"/>
                  </a:lnTo>
                  <a:lnTo>
                    <a:pt x="27" y="174"/>
                  </a:lnTo>
                  <a:lnTo>
                    <a:pt x="28" y="177"/>
                  </a:lnTo>
                  <a:lnTo>
                    <a:pt x="32" y="179"/>
                  </a:lnTo>
                  <a:lnTo>
                    <a:pt x="35" y="180"/>
                  </a:lnTo>
                  <a:lnTo>
                    <a:pt x="37" y="180"/>
                  </a:lnTo>
                  <a:lnTo>
                    <a:pt x="41" y="179"/>
                  </a:lnTo>
                  <a:lnTo>
                    <a:pt x="60" y="169"/>
                  </a:lnTo>
                  <a:lnTo>
                    <a:pt x="77" y="158"/>
                  </a:lnTo>
                  <a:lnTo>
                    <a:pt x="94" y="145"/>
                  </a:lnTo>
                  <a:lnTo>
                    <a:pt x="109" y="130"/>
                  </a:lnTo>
                  <a:lnTo>
                    <a:pt x="120" y="114"/>
                  </a:lnTo>
                  <a:lnTo>
                    <a:pt x="127" y="95"/>
                  </a:lnTo>
                  <a:lnTo>
                    <a:pt x="128" y="76"/>
                  </a:lnTo>
                  <a:lnTo>
                    <a:pt x="123" y="55"/>
                  </a:lnTo>
                  <a:lnTo>
                    <a:pt x="113" y="39"/>
                  </a:lnTo>
                  <a:lnTo>
                    <a:pt x="97" y="25"/>
                  </a:lnTo>
                  <a:lnTo>
                    <a:pt x="79" y="15"/>
                  </a:lnTo>
                  <a:lnTo>
                    <a:pt x="57" y="7"/>
                  </a:lnTo>
                  <a:lnTo>
                    <a:pt x="36" y="2"/>
                  </a:lnTo>
                  <a:lnTo>
                    <a:pt x="19" y="0"/>
                  </a:lnTo>
                  <a:lnTo>
                    <a:pt x="6" y="0"/>
                  </a:lnTo>
                  <a:lnTo>
                    <a:pt x="0" y="4"/>
                  </a:lnTo>
                  <a:lnTo>
                    <a:pt x="14" y="9"/>
                  </a:lnTo>
                  <a:lnTo>
                    <a:pt x="29" y="14"/>
                  </a:lnTo>
                  <a:lnTo>
                    <a:pt x="46" y="19"/>
                  </a:lnTo>
                  <a:lnTo>
                    <a:pt x="61" y="23"/>
                  </a:lnTo>
                  <a:lnTo>
                    <a:pt x="76" y="29"/>
                  </a:lnTo>
                  <a:lnTo>
                    <a:pt x="89" y="37"/>
                  </a:lnTo>
                  <a:lnTo>
                    <a:pt x="100" y="46"/>
                  </a:lnTo>
                  <a:lnTo>
                    <a:pt x="108" y="59"/>
                  </a:lnTo>
                  <a:close/>
                </a:path>
              </a:pathLst>
            </a:custGeom>
            <a:solidFill>
              <a:srgbClr val="C9E8FF">
                <a:alpha val="100000"/>
              </a:srgbClr>
            </a:solidFill>
            <a:ln w="9525">
              <a:noFill/>
            </a:ln>
          </p:spPr>
          <p:txBody>
            <a:bodyPr/>
            <a:p>
              <a:endParaRPr lang="zh-CN" altLang="en-US"/>
            </a:p>
          </p:txBody>
        </p:sp>
        <p:sp>
          <p:nvSpPr>
            <p:cNvPr id="7555" name="Freeform 1006"/>
            <p:cNvSpPr/>
            <p:nvPr/>
          </p:nvSpPr>
          <p:spPr>
            <a:xfrm>
              <a:off x="4318" y="3135"/>
              <a:ext cx="54" cy="63"/>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322" h="378">
                  <a:moveTo>
                    <a:pt x="125" y="49"/>
                  </a:moveTo>
                  <a:lnTo>
                    <a:pt x="100" y="70"/>
                  </a:lnTo>
                  <a:lnTo>
                    <a:pt x="76" y="90"/>
                  </a:lnTo>
                  <a:lnTo>
                    <a:pt x="53" y="115"/>
                  </a:lnTo>
                  <a:lnTo>
                    <a:pt x="34" y="140"/>
                  </a:lnTo>
                  <a:lnTo>
                    <a:pt x="17" y="166"/>
                  </a:lnTo>
                  <a:lnTo>
                    <a:pt x="5" y="195"/>
                  </a:lnTo>
                  <a:lnTo>
                    <a:pt x="0" y="226"/>
                  </a:lnTo>
                  <a:lnTo>
                    <a:pt x="1" y="258"/>
                  </a:lnTo>
                  <a:lnTo>
                    <a:pt x="3" y="266"/>
                  </a:lnTo>
                  <a:lnTo>
                    <a:pt x="5" y="275"/>
                  </a:lnTo>
                  <a:lnTo>
                    <a:pt x="9" y="282"/>
                  </a:lnTo>
                  <a:lnTo>
                    <a:pt x="14" y="290"/>
                  </a:lnTo>
                  <a:lnTo>
                    <a:pt x="19" y="297"/>
                  </a:lnTo>
                  <a:lnTo>
                    <a:pt x="26" y="304"/>
                  </a:lnTo>
                  <a:lnTo>
                    <a:pt x="32" y="310"/>
                  </a:lnTo>
                  <a:lnTo>
                    <a:pt x="41" y="314"/>
                  </a:lnTo>
                  <a:lnTo>
                    <a:pt x="56" y="324"/>
                  </a:lnTo>
                  <a:lnTo>
                    <a:pt x="71" y="332"/>
                  </a:lnTo>
                  <a:lnTo>
                    <a:pt x="86" y="338"/>
                  </a:lnTo>
                  <a:lnTo>
                    <a:pt x="103" y="344"/>
                  </a:lnTo>
                  <a:lnTo>
                    <a:pt x="119" y="350"/>
                  </a:lnTo>
                  <a:lnTo>
                    <a:pt x="136" y="355"/>
                  </a:lnTo>
                  <a:lnTo>
                    <a:pt x="152" y="359"/>
                  </a:lnTo>
                  <a:lnTo>
                    <a:pt x="168" y="363"/>
                  </a:lnTo>
                  <a:lnTo>
                    <a:pt x="186" y="366"/>
                  </a:lnTo>
                  <a:lnTo>
                    <a:pt x="202" y="368"/>
                  </a:lnTo>
                  <a:lnTo>
                    <a:pt x="220" y="371"/>
                  </a:lnTo>
                  <a:lnTo>
                    <a:pt x="238" y="373"/>
                  </a:lnTo>
                  <a:lnTo>
                    <a:pt x="254" y="374"/>
                  </a:lnTo>
                  <a:lnTo>
                    <a:pt x="272" y="375"/>
                  </a:lnTo>
                  <a:lnTo>
                    <a:pt x="289" y="376"/>
                  </a:lnTo>
                  <a:lnTo>
                    <a:pt x="306" y="378"/>
                  </a:lnTo>
                  <a:lnTo>
                    <a:pt x="311" y="378"/>
                  </a:lnTo>
                  <a:lnTo>
                    <a:pt x="316" y="375"/>
                  </a:lnTo>
                  <a:lnTo>
                    <a:pt x="320" y="371"/>
                  </a:lnTo>
                  <a:lnTo>
                    <a:pt x="322" y="366"/>
                  </a:lnTo>
                  <a:lnTo>
                    <a:pt x="322" y="360"/>
                  </a:lnTo>
                  <a:lnTo>
                    <a:pt x="320" y="356"/>
                  </a:lnTo>
                  <a:lnTo>
                    <a:pt x="315" y="352"/>
                  </a:lnTo>
                  <a:lnTo>
                    <a:pt x="309" y="350"/>
                  </a:lnTo>
                  <a:lnTo>
                    <a:pt x="294" y="347"/>
                  </a:lnTo>
                  <a:lnTo>
                    <a:pt x="279" y="344"/>
                  </a:lnTo>
                  <a:lnTo>
                    <a:pt x="263" y="341"/>
                  </a:lnTo>
                  <a:lnTo>
                    <a:pt x="247" y="338"/>
                  </a:lnTo>
                  <a:lnTo>
                    <a:pt x="232" y="336"/>
                  </a:lnTo>
                  <a:lnTo>
                    <a:pt x="216" y="334"/>
                  </a:lnTo>
                  <a:lnTo>
                    <a:pt x="200" y="332"/>
                  </a:lnTo>
                  <a:lnTo>
                    <a:pt x="185" y="328"/>
                  </a:lnTo>
                  <a:lnTo>
                    <a:pt x="170" y="326"/>
                  </a:lnTo>
                  <a:lnTo>
                    <a:pt x="154" y="322"/>
                  </a:lnTo>
                  <a:lnTo>
                    <a:pt x="139" y="318"/>
                  </a:lnTo>
                  <a:lnTo>
                    <a:pt x="124" y="314"/>
                  </a:lnTo>
                  <a:lnTo>
                    <a:pt x="110" y="309"/>
                  </a:lnTo>
                  <a:lnTo>
                    <a:pt x="94" y="303"/>
                  </a:lnTo>
                  <a:lnTo>
                    <a:pt x="80" y="297"/>
                  </a:lnTo>
                  <a:lnTo>
                    <a:pt x="66" y="289"/>
                  </a:lnTo>
                  <a:lnTo>
                    <a:pt x="55" y="281"/>
                  </a:lnTo>
                  <a:lnTo>
                    <a:pt x="45" y="271"/>
                  </a:lnTo>
                  <a:lnTo>
                    <a:pt x="38" y="259"/>
                  </a:lnTo>
                  <a:lnTo>
                    <a:pt x="35" y="245"/>
                  </a:lnTo>
                  <a:lnTo>
                    <a:pt x="34" y="232"/>
                  </a:lnTo>
                  <a:lnTo>
                    <a:pt x="35" y="216"/>
                  </a:lnTo>
                  <a:lnTo>
                    <a:pt x="38" y="200"/>
                  </a:lnTo>
                  <a:lnTo>
                    <a:pt x="43" y="187"/>
                  </a:lnTo>
                  <a:lnTo>
                    <a:pt x="51" y="170"/>
                  </a:lnTo>
                  <a:lnTo>
                    <a:pt x="60" y="152"/>
                  </a:lnTo>
                  <a:lnTo>
                    <a:pt x="71" y="137"/>
                  </a:lnTo>
                  <a:lnTo>
                    <a:pt x="83" y="124"/>
                  </a:lnTo>
                  <a:lnTo>
                    <a:pt x="94" y="110"/>
                  </a:lnTo>
                  <a:lnTo>
                    <a:pt x="107" y="96"/>
                  </a:lnTo>
                  <a:lnTo>
                    <a:pt x="123" y="82"/>
                  </a:lnTo>
                  <a:lnTo>
                    <a:pt x="138" y="69"/>
                  </a:lnTo>
                  <a:lnTo>
                    <a:pt x="153" y="57"/>
                  </a:lnTo>
                  <a:lnTo>
                    <a:pt x="173" y="47"/>
                  </a:lnTo>
                  <a:lnTo>
                    <a:pt x="195" y="38"/>
                  </a:lnTo>
                  <a:lnTo>
                    <a:pt x="218" y="28"/>
                  </a:lnTo>
                  <a:lnTo>
                    <a:pt x="238" y="20"/>
                  </a:lnTo>
                  <a:lnTo>
                    <a:pt x="254" y="13"/>
                  </a:lnTo>
                  <a:lnTo>
                    <a:pt x="264" y="7"/>
                  </a:lnTo>
                  <a:lnTo>
                    <a:pt x="268" y="2"/>
                  </a:lnTo>
                  <a:lnTo>
                    <a:pt x="256" y="0"/>
                  </a:lnTo>
                  <a:lnTo>
                    <a:pt x="240" y="1"/>
                  </a:lnTo>
                  <a:lnTo>
                    <a:pt x="221" y="4"/>
                  </a:lnTo>
                  <a:lnTo>
                    <a:pt x="201" y="10"/>
                  </a:lnTo>
                  <a:lnTo>
                    <a:pt x="180" y="18"/>
                  </a:lnTo>
                  <a:lnTo>
                    <a:pt x="160" y="27"/>
                  </a:lnTo>
                  <a:lnTo>
                    <a:pt x="141" y="38"/>
                  </a:lnTo>
                  <a:lnTo>
                    <a:pt x="125" y="49"/>
                  </a:lnTo>
                  <a:close/>
                </a:path>
              </a:pathLst>
            </a:custGeom>
            <a:solidFill>
              <a:srgbClr val="C9E8FF">
                <a:alpha val="100000"/>
              </a:srgbClr>
            </a:solidFill>
            <a:ln w="9525">
              <a:noFill/>
            </a:ln>
          </p:spPr>
          <p:txBody>
            <a:bodyPr/>
            <a:p>
              <a:endParaRPr lang="zh-CN" altLang="en-US"/>
            </a:p>
          </p:txBody>
        </p:sp>
        <p:sp>
          <p:nvSpPr>
            <p:cNvPr id="7556" name="Freeform 1007"/>
            <p:cNvSpPr/>
            <p:nvPr/>
          </p:nvSpPr>
          <p:spPr>
            <a:xfrm>
              <a:off x="4394" y="3133"/>
              <a:ext cx="47" cy="42"/>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83" h="252">
                  <a:moveTo>
                    <a:pt x="235" y="77"/>
                  </a:moveTo>
                  <a:lnTo>
                    <a:pt x="248" y="91"/>
                  </a:lnTo>
                  <a:lnTo>
                    <a:pt x="256" y="107"/>
                  </a:lnTo>
                  <a:lnTo>
                    <a:pt x="259" y="124"/>
                  </a:lnTo>
                  <a:lnTo>
                    <a:pt x="259" y="142"/>
                  </a:lnTo>
                  <a:lnTo>
                    <a:pt x="257" y="157"/>
                  </a:lnTo>
                  <a:lnTo>
                    <a:pt x="252" y="170"/>
                  </a:lnTo>
                  <a:lnTo>
                    <a:pt x="244" y="183"/>
                  </a:lnTo>
                  <a:lnTo>
                    <a:pt x="236" y="193"/>
                  </a:lnTo>
                  <a:lnTo>
                    <a:pt x="225" y="204"/>
                  </a:lnTo>
                  <a:lnTo>
                    <a:pt x="215" y="214"/>
                  </a:lnTo>
                  <a:lnTo>
                    <a:pt x="204" y="224"/>
                  </a:lnTo>
                  <a:lnTo>
                    <a:pt x="194" y="234"/>
                  </a:lnTo>
                  <a:lnTo>
                    <a:pt x="191" y="238"/>
                  </a:lnTo>
                  <a:lnTo>
                    <a:pt x="191" y="241"/>
                  </a:lnTo>
                  <a:lnTo>
                    <a:pt x="191" y="245"/>
                  </a:lnTo>
                  <a:lnTo>
                    <a:pt x="194" y="248"/>
                  </a:lnTo>
                  <a:lnTo>
                    <a:pt x="197" y="250"/>
                  </a:lnTo>
                  <a:lnTo>
                    <a:pt x="202" y="252"/>
                  </a:lnTo>
                  <a:lnTo>
                    <a:pt x="205" y="250"/>
                  </a:lnTo>
                  <a:lnTo>
                    <a:pt x="209" y="248"/>
                  </a:lnTo>
                  <a:lnTo>
                    <a:pt x="232" y="233"/>
                  </a:lnTo>
                  <a:lnTo>
                    <a:pt x="252" y="214"/>
                  </a:lnTo>
                  <a:lnTo>
                    <a:pt x="268" y="192"/>
                  </a:lnTo>
                  <a:lnTo>
                    <a:pt x="278" y="167"/>
                  </a:lnTo>
                  <a:lnTo>
                    <a:pt x="283" y="141"/>
                  </a:lnTo>
                  <a:lnTo>
                    <a:pt x="280" y="115"/>
                  </a:lnTo>
                  <a:lnTo>
                    <a:pt x="271" y="91"/>
                  </a:lnTo>
                  <a:lnTo>
                    <a:pt x="252" y="69"/>
                  </a:lnTo>
                  <a:lnTo>
                    <a:pt x="238" y="57"/>
                  </a:lnTo>
                  <a:lnTo>
                    <a:pt x="222" y="48"/>
                  </a:lnTo>
                  <a:lnTo>
                    <a:pt x="204" y="39"/>
                  </a:lnTo>
                  <a:lnTo>
                    <a:pt x="184" y="31"/>
                  </a:lnTo>
                  <a:lnTo>
                    <a:pt x="164" y="23"/>
                  </a:lnTo>
                  <a:lnTo>
                    <a:pt x="144" y="17"/>
                  </a:lnTo>
                  <a:lnTo>
                    <a:pt x="123" y="13"/>
                  </a:lnTo>
                  <a:lnTo>
                    <a:pt x="103" y="8"/>
                  </a:lnTo>
                  <a:lnTo>
                    <a:pt x="83" y="5"/>
                  </a:lnTo>
                  <a:lnTo>
                    <a:pt x="66" y="2"/>
                  </a:lnTo>
                  <a:lnTo>
                    <a:pt x="48" y="0"/>
                  </a:lnTo>
                  <a:lnTo>
                    <a:pt x="34" y="0"/>
                  </a:lnTo>
                  <a:lnTo>
                    <a:pt x="21" y="0"/>
                  </a:lnTo>
                  <a:lnTo>
                    <a:pt x="11" y="0"/>
                  </a:lnTo>
                  <a:lnTo>
                    <a:pt x="4" y="2"/>
                  </a:lnTo>
                  <a:lnTo>
                    <a:pt x="0" y="5"/>
                  </a:lnTo>
                  <a:lnTo>
                    <a:pt x="12" y="7"/>
                  </a:lnTo>
                  <a:lnTo>
                    <a:pt x="24" y="8"/>
                  </a:lnTo>
                  <a:lnTo>
                    <a:pt x="38" y="10"/>
                  </a:lnTo>
                  <a:lnTo>
                    <a:pt x="52" y="13"/>
                  </a:lnTo>
                  <a:lnTo>
                    <a:pt x="66" y="16"/>
                  </a:lnTo>
                  <a:lnTo>
                    <a:pt x="82" y="18"/>
                  </a:lnTo>
                  <a:lnTo>
                    <a:pt x="98" y="22"/>
                  </a:lnTo>
                  <a:lnTo>
                    <a:pt x="114" y="25"/>
                  </a:lnTo>
                  <a:lnTo>
                    <a:pt x="129" y="30"/>
                  </a:lnTo>
                  <a:lnTo>
                    <a:pt x="146" y="34"/>
                  </a:lnTo>
                  <a:lnTo>
                    <a:pt x="162" y="39"/>
                  </a:lnTo>
                  <a:lnTo>
                    <a:pt x="177" y="45"/>
                  </a:lnTo>
                  <a:lnTo>
                    <a:pt x="193" y="52"/>
                  </a:lnTo>
                  <a:lnTo>
                    <a:pt x="208" y="60"/>
                  </a:lnTo>
                  <a:lnTo>
                    <a:pt x="222" y="68"/>
                  </a:lnTo>
                  <a:lnTo>
                    <a:pt x="235" y="77"/>
                  </a:lnTo>
                  <a:close/>
                </a:path>
              </a:pathLst>
            </a:custGeom>
            <a:solidFill>
              <a:srgbClr val="C9E8FF">
                <a:alpha val="100000"/>
              </a:srgbClr>
            </a:solidFill>
            <a:ln w="9525">
              <a:noFill/>
            </a:ln>
          </p:spPr>
          <p:txBody>
            <a:bodyPr/>
            <a:p>
              <a:endParaRPr lang="zh-CN" altLang="en-US"/>
            </a:p>
          </p:txBody>
        </p:sp>
        <p:sp>
          <p:nvSpPr>
            <p:cNvPr id="7557" name="Freeform 1008"/>
            <p:cNvSpPr/>
            <p:nvPr/>
          </p:nvSpPr>
          <p:spPr>
            <a:xfrm>
              <a:off x="4298" y="3153"/>
              <a:ext cx="19" cy="3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4" h="238">
                  <a:moveTo>
                    <a:pt x="0" y="130"/>
                  </a:moveTo>
                  <a:lnTo>
                    <a:pt x="0" y="149"/>
                  </a:lnTo>
                  <a:lnTo>
                    <a:pt x="4" y="168"/>
                  </a:lnTo>
                  <a:lnTo>
                    <a:pt x="12" y="185"/>
                  </a:lnTo>
                  <a:lnTo>
                    <a:pt x="24" y="200"/>
                  </a:lnTo>
                  <a:lnTo>
                    <a:pt x="38" y="213"/>
                  </a:lnTo>
                  <a:lnTo>
                    <a:pt x="55" y="224"/>
                  </a:lnTo>
                  <a:lnTo>
                    <a:pt x="73" y="232"/>
                  </a:lnTo>
                  <a:lnTo>
                    <a:pt x="92" y="237"/>
                  </a:lnTo>
                  <a:lnTo>
                    <a:pt x="98" y="238"/>
                  </a:lnTo>
                  <a:lnTo>
                    <a:pt x="104" y="235"/>
                  </a:lnTo>
                  <a:lnTo>
                    <a:pt x="109" y="232"/>
                  </a:lnTo>
                  <a:lnTo>
                    <a:pt x="111" y="227"/>
                  </a:lnTo>
                  <a:lnTo>
                    <a:pt x="111" y="222"/>
                  </a:lnTo>
                  <a:lnTo>
                    <a:pt x="110" y="216"/>
                  </a:lnTo>
                  <a:lnTo>
                    <a:pt x="106" y="211"/>
                  </a:lnTo>
                  <a:lnTo>
                    <a:pt x="100" y="209"/>
                  </a:lnTo>
                  <a:lnTo>
                    <a:pt x="82" y="202"/>
                  </a:lnTo>
                  <a:lnTo>
                    <a:pt x="64" y="193"/>
                  </a:lnTo>
                  <a:lnTo>
                    <a:pt x="50" y="180"/>
                  </a:lnTo>
                  <a:lnTo>
                    <a:pt x="39" y="167"/>
                  </a:lnTo>
                  <a:lnTo>
                    <a:pt x="32" y="149"/>
                  </a:lnTo>
                  <a:lnTo>
                    <a:pt x="29" y="131"/>
                  </a:lnTo>
                  <a:lnTo>
                    <a:pt x="29" y="111"/>
                  </a:lnTo>
                  <a:lnTo>
                    <a:pt x="35" y="91"/>
                  </a:lnTo>
                  <a:lnTo>
                    <a:pt x="42" y="76"/>
                  </a:lnTo>
                  <a:lnTo>
                    <a:pt x="51" y="62"/>
                  </a:lnTo>
                  <a:lnTo>
                    <a:pt x="62" y="49"/>
                  </a:lnTo>
                  <a:lnTo>
                    <a:pt x="73" y="38"/>
                  </a:lnTo>
                  <a:lnTo>
                    <a:pt x="84" y="28"/>
                  </a:lnTo>
                  <a:lnTo>
                    <a:pt x="96" y="18"/>
                  </a:lnTo>
                  <a:lnTo>
                    <a:pt x="106" y="9"/>
                  </a:lnTo>
                  <a:lnTo>
                    <a:pt x="114" y="1"/>
                  </a:lnTo>
                  <a:lnTo>
                    <a:pt x="106" y="0"/>
                  </a:lnTo>
                  <a:lnTo>
                    <a:pt x="93" y="6"/>
                  </a:lnTo>
                  <a:lnTo>
                    <a:pt x="76" y="18"/>
                  </a:lnTo>
                  <a:lnTo>
                    <a:pt x="56" y="36"/>
                  </a:lnTo>
                  <a:lnTo>
                    <a:pt x="37" y="57"/>
                  </a:lnTo>
                  <a:lnTo>
                    <a:pt x="20" y="80"/>
                  </a:lnTo>
                  <a:lnTo>
                    <a:pt x="7" y="106"/>
                  </a:lnTo>
                  <a:lnTo>
                    <a:pt x="0" y="130"/>
                  </a:lnTo>
                  <a:close/>
                </a:path>
              </a:pathLst>
            </a:custGeom>
            <a:solidFill>
              <a:srgbClr val="C9E8FF">
                <a:alpha val="100000"/>
              </a:srgbClr>
            </a:solidFill>
            <a:ln w="9525">
              <a:noFill/>
            </a:ln>
          </p:spPr>
          <p:txBody>
            <a:bodyPr/>
            <a:p>
              <a:endParaRPr lang="zh-CN" altLang="en-US"/>
            </a:p>
          </p:txBody>
        </p:sp>
        <p:sp>
          <p:nvSpPr>
            <p:cNvPr id="7558" name="Freeform 1009"/>
            <p:cNvSpPr/>
            <p:nvPr/>
          </p:nvSpPr>
          <p:spPr>
            <a:xfrm>
              <a:off x="4432" y="3130"/>
              <a:ext cx="41" cy="52"/>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46" h="310">
                  <a:moveTo>
                    <a:pt x="199" y="116"/>
                  </a:moveTo>
                  <a:lnTo>
                    <a:pt x="207" y="124"/>
                  </a:lnTo>
                  <a:lnTo>
                    <a:pt x="214" y="133"/>
                  </a:lnTo>
                  <a:lnTo>
                    <a:pt x="219" y="143"/>
                  </a:lnTo>
                  <a:lnTo>
                    <a:pt x="223" y="154"/>
                  </a:lnTo>
                  <a:lnTo>
                    <a:pt x="225" y="164"/>
                  </a:lnTo>
                  <a:lnTo>
                    <a:pt x="225" y="176"/>
                  </a:lnTo>
                  <a:lnTo>
                    <a:pt x="221" y="187"/>
                  </a:lnTo>
                  <a:lnTo>
                    <a:pt x="216" y="197"/>
                  </a:lnTo>
                  <a:lnTo>
                    <a:pt x="208" y="209"/>
                  </a:lnTo>
                  <a:lnTo>
                    <a:pt x="199" y="219"/>
                  </a:lnTo>
                  <a:lnTo>
                    <a:pt x="188" y="228"/>
                  </a:lnTo>
                  <a:lnTo>
                    <a:pt x="177" y="238"/>
                  </a:lnTo>
                  <a:lnTo>
                    <a:pt x="166" y="246"/>
                  </a:lnTo>
                  <a:lnTo>
                    <a:pt x="154" y="255"/>
                  </a:lnTo>
                  <a:lnTo>
                    <a:pt x="143" y="264"/>
                  </a:lnTo>
                  <a:lnTo>
                    <a:pt x="132" y="274"/>
                  </a:lnTo>
                  <a:lnTo>
                    <a:pt x="129" y="278"/>
                  </a:lnTo>
                  <a:lnTo>
                    <a:pt x="126" y="282"/>
                  </a:lnTo>
                  <a:lnTo>
                    <a:pt x="124" y="287"/>
                  </a:lnTo>
                  <a:lnTo>
                    <a:pt x="121" y="292"/>
                  </a:lnTo>
                  <a:lnTo>
                    <a:pt x="120" y="296"/>
                  </a:lnTo>
                  <a:lnTo>
                    <a:pt x="120" y="301"/>
                  </a:lnTo>
                  <a:lnTo>
                    <a:pt x="121" y="305"/>
                  </a:lnTo>
                  <a:lnTo>
                    <a:pt x="125" y="309"/>
                  </a:lnTo>
                  <a:lnTo>
                    <a:pt x="130" y="310"/>
                  </a:lnTo>
                  <a:lnTo>
                    <a:pt x="134" y="310"/>
                  </a:lnTo>
                  <a:lnTo>
                    <a:pt x="139" y="309"/>
                  </a:lnTo>
                  <a:lnTo>
                    <a:pt x="143" y="305"/>
                  </a:lnTo>
                  <a:lnTo>
                    <a:pt x="154" y="293"/>
                  </a:lnTo>
                  <a:lnTo>
                    <a:pt x="167" y="280"/>
                  </a:lnTo>
                  <a:lnTo>
                    <a:pt x="180" y="269"/>
                  </a:lnTo>
                  <a:lnTo>
                    <a:pt x="194" y="257"/>
                  </a:lnTo>
                  <a:lnTo>
                    <a:pt x="207" y="246"/>
                  </a:lnTo>
                  <a:lnTo>
                    <a:pt x="219" y="233"/>
                  </a:lnTo>
                  <a:lnTo>
                    <a:pt x="231" y="219"/>
                  </a:lnTo>
                  <a:lnTo>
                    <a:pt x="239" y="204"/>
                  </a:lnTo>
                  <a:lnTo>
                    <a:pt x="245" y="187"/>
                  </a:lnTo>
                  <a:lnTo>
                    <a:pt x="246" y="170"/>
                  </a:lnTo>
                  <a:lnTo>
                    <a:pt x="242" y="153"/>
                  </a:lnTo>
                  <a:lnTo>
                    <a:pt x="236" y="136"/>
                  </a:lnTo>
                  <a:lnTo>
                    <a:pt x="227" y="120"/>
                  </a:lnTo>
                  <a:lnTo>
                    <a:pt x="215" y="107"/>
                  </a:lnTo>
                  <a:lnTo>
                    <a:pt x="201" y="94"/>
                  </a:lnTo>
                  <a:lnTo>
                    <a:pt x="187" y="82"/>
                  </a:lnTo>
                  <a:lnTo>
                    <a:pt x="177" y="74"/>
                  </a:lnTo>
                  <a:lnTo>
                    <a:pt x="165" y="68"/>
                  </a:lnTo>
                  <a:lnTo>
                    <a:pt x="152" y="60"/>
                  </a:lnTo>
                  <a:lnTo>
                    <a:pt x="139" y="51"/>
                  </a:lnTo>
                  <a:lnTo>
                    <a:pt x="126" y="43"/>
                  </a:lnTo>
                  <a:lnTo>
                    <a:pt x="112" y="35"/>
                  </a:lnTo>
                  <a:lnTo>
                    <a:pt x="98" y="28"/>
                  </a:lnTo>
                  <a:lnTo>
                    <a:pt x="85" y="22"/>
                  </a:lnTo>
                  <a:lnTo>
                    <a:pt x="72" y="16"/>
                  </a:lnTo>
                  <a:lnTo>
                    <a:pt x="59" y="10"/>
                  </a:lnTo>
                  <a:lnTo>
                    <a:pt x="46" y="7"/>
                  </a:lnTo>
                  <a:lnTo>
                    <a:pt x="35" y="3"/>
                  </a:lnTo>
                  <a:lnTo>
                    <a:pt x="24" y="1"/>
                  </a:lnTo>
                  <a:lnTo>
                    <a:pt x="15" y="0"/>
                  </a:lnTo>
                  <a:lnTo>
                    <a:pt x="7" y="1"/>
                  </a:lnTo>
                  <a:lnTo>
                    <a:pt x="0" y="3"/>
                  </a:lnTo>
                  <a:lnTo>
                    <a:pt x="8" y="6"/>
                  </a:lnTo>
                  <a:lnTo>
                    <a:pt x="17" y="9"/>
                  </a:lnTo>
                  <a:lnTo>
                    <a:pt x="28" y="14"/>
                  </a:lnTo>
                  <a:lnTo>
                    <a:pt x="38" y="18"/>
                  </a:lnTo>
                  <a:lnTo>
                    <a:pt x="51" y="24"/>
                  </a:lnTo>
                  <a:lnTo>
                    <a:pt x="64" y="30"/>
                  </a:lnTo>
                  <a:lnTo>
                    <a:pt x="78" y="37"/>
                  </a:lnTo>
                  <a:lnTo>
                    <a:pt x="92" y="43"/>
                  </a:lnTo>
                  <a:lnTo>
                    <a:pt x="106" y="51"/>
                  </a:lnTo>
                  <a:lnTo>
                    <a:pt x="120" y="60"/>
                  </a:lnTo>
                  <a:lnTo>
                    <a:pt x="134" y="69"/>
                  </a:lnTo>
                  <a:lnTo>
                    <a:pt x="148" y="78"/>
                  </a:lnTo>
                  <a:lnTo>
                    <a:pt x="163" y="87"/>
                  </a:lnTo>
                  <a:lnTo>
                    <a:pt x="175" y="96"/>
                  </a:lnTo>
                  <a:lnTo>
                    <a:pt x="187" y="105"/>
                  </a:lnTo>
                  <a:lnTo>
                    <a:pt x="199" y="116"/>
                  </a:lnTo>
                  <a:close/>
                </a:path>
              </a:pathLst>
            </a:custGeom>
            <a:solidFill>
              <a:srgbClr val="C9E8FF">
                <a:alpha val="100000"/>
              </a:srgbClr>
            </a:solidFill>
            <a:ln w="9525">
              <a:noFill/>
            </a:ln>
          </p:spPr>
          <p:txBody>
            <a:bodyPr/>
            <a:p>
              <a:endParaRPr lang="zh-CN" altLang="en-US"/>
            </a:p>
          </p:txBody>
        </p:sp>
        <p:sp>
          <p:nvSpPr>
            <p:cNvPr id="7559" name="Freeform 1010"/>
            <p:cNvSpPr/>
            <p:nvPr/>
          </p:nvSpPr>
          <p:spPr>
            <a:xfrm>
              <a:off x="4387" y="3191"/>
              <a:ext cx="14" cy="3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83" h="187">
                  <a:moveTo>
                    <a:pt x="31" y="14"/>
                  </a:moveTo>
                  <a:lnTo>
                    <a:pt x="29" y="8"/>
                  </a:lnTo>
                  <a:lnTo>
                    <a:pt x="25" y="3"/>
                  </a:lnTo>
                  <a:lnTo>
                    <a:pt x="19" y="1"/>
                  </a:lnTo>
                  <a:lnTo>
                    <a:pt x="14" y="0"/>
                  </a:lnTo>
                  <a:lnTo>
                    <a:pt x="8" y="2"/>
                  </a:lnTo>
                  <a:lnTo>
                    <a:pt x="3" y="5"/>
                  </a:lnTo>
                  <a:lnTo>
                    <a:pt x="0" y="11"/>
                  </a:lnTo>
                  <a:lnTo>
                    <a:pt x="0" y="17"/>
                  </a:lnTo>
                  <a:lnTo>
                    <a:pt x="5" y="42"/>
                  </a:lnTo>
                  <a:lnTo>
                    <a:pt x="15" y="71"/>
                  </a:lnTo>
                  <a:lnTo>
                    <a:pt x="27" y="100"/>
                  </a:lnTo>
                  <a:lnTo>
                    <a:pt x="41" y="127"/>
                  </a:lnTo>
                  <a:lnTo>
                    <a:pt x="55" y="151"/>
                  </a:lnTo>
                  <a:lnTo>
                    <a:pt x="68" y="171"/>
                  </a:lnTo>
                  <a:lnTo>
                    <a:pt x="77" y="184"/>
                  </a:lnTo>
                  <a:lnTo>
                    <a:pt x="83" y="187"/>
                  </a:lnTo>
                  <a:lnTo>
                    <a:pt x="80" y="174"/>
                  </a:lnTo>
                  <a:lnTo>
                    <a:pt x="75" y="158"/>
                  </a:lnTo>
                  <a:lnTo>
                    <a:pt x="68" y="138"/>
                  </a:lnTo>
                  <a:lnTo>
                    <a:pt x="59" y="113"/>
                  </a:lnTo>
                  <a:lnTo>
                    <a:pt x="51" y="88"/>
                  </a:lnTo>
                  <a:lnTo>
                    <a:pt x="43" y="63"/>
                  </a:lnTo>
                  <a:lnTo>
                    <a:pt x="36" y="38"/>
                  </a:lnTo>
                  <a:lnTo>
                    <a:pt x="31" y="14"/>
                  </a:lnTo>
                  <a:close/>
                </a:path>
              </a:pathLst>
            </a:custGeom>
            <a:solidFill>
              <a:srgbClr val="000000">
                <a:alpha val="100000"/>
              </a:srgbClr>
            </a:solidFill>
            <a:ln w="9525">
              <a:noFill/>
            </a:ln>
          </p:spPr>
          <p:txBody>
            <a:bodyPr/>
            <a:p>
              <a:endParaRPr lang="zh-CN" altLang="en-US"/>
            </a:p>
          </p:txBody>
        </p:sp>
        <p:sp>
          <p:nvSpPr>
            <p:cNvPr id="7560" name="Freeform 1011"/>
            <p:cNvSpPr/>
            <p:nvPr/>
          </p:nvSpPr>
          <p:spPr>
            <a:xfrm>
              <a:off x="4381" y="3174"/>
              <a:ext cx="7" cy="1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44" h="94">
                  <a:moveTo>
                    <a:pt x="22" y="10"/>
                  </a:moveTo>
                  <a:lnTo>
                    <a:pt x="21" y="6"/>
                  </a:lnTo>
                  <a:lnTo>
                    <a:pt x="18" y="2"/>
                  </a:lnTo>
                  <a:lnTo>
                    <a:pt x="14" y="0"/>
                  </a:lnTo>
                  <a:lnTo>
                    <a:pt x="10" y="0"/>
                  </a:lnTo>
                  <a:lnTo>
                    <a:pt x="6" y="1"/>
                  </a:lnTo>
                  <a:lnTo>
                    <a:pt x="3" y="3"/>
                  </a:lnTo>
                  <a:lnTo>
                    <a:pt x="0" y="7"/>
                  </a:lnTo>
                  <a:lnTo>
                    <a:pt x="0" y="11"/>
                  </a:lnTo>
                  <a:lnTo>
                    <a:pt x="0" y="24"/>
                  </a:lnTo>
                  <a:lnTo>
                    <a:pt x="4" y="38"/>
                  </a:lnTo>
                  <a:lnTo>
                    <a:pt x="8" y="52"/>
                  </a:lnTo>
                  <a:lnTo>
                    <a:pt x="14" y="65"/>
                  </a:lnTo>
                  <a:lnTo>
                    <a:pt x="21" y="78"/>
                  </a:lnTo>
                  <a:lnTo>
                    <a:pt x="28" y="87"/>
                  </a:lnTo>
                  <a:lnTo>
                    <a:pt x="37" y="93"/>
                  </a:lnTo>
                  <a:lnTo>
                    <a:pt x="42" y="94"/>
                  </a:lnTo>
                  <a:lnTo>
                    <a:pt x="44" y="76"/>
                  </a:lnTo>
                  <a:lnTo>
                    <a:pt x="38" y="54"/>
                  </a:lnTo>
                  <a:lnTo>
                    <a:pt x="31" y="32"/>
                  </a:lnTo>
                  <a:lnTo>
                    <a:pt x="22" y="10"/>
                  </a:lnTo>
                  <a:close/>
                </a:path>
              </a:pathLst>
            </a:custGeom>
            <a:solidFill>
              <a:srgbClr val="000000">
                <a:alpha val="100000"/>
              </a:srgbClr>
            </a:solidFill>
            <a:ln w="9525">
              <a:noFill/>
            </a:ln>
          </p:spPr>
          <p:txBody>
            <a:bodyPr/>
            <a:p>
              <a:endParaRPr lang="zh-CN" altLang="en-US"/>
            </a:p>
          </p:txBody>
        </p:sp>
        <p:sp>
          <p:nvSpPr>
            <p:cNvPr id="7561" name="Freeform 1012"/>
            <p:cNvSpPr/>
            <p:nvPr/>
          </p:nvSpPr>
          <p:spPr>
            <a:xfrm>
              <a:off x="4375" y="3163"/>
              <a:ext cx="6" cy="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38" h="54">
                  <a:moveTo>
                    <a:pt x="20" y="7"/>
                  </a:moveTo>
                  <a:lnTo>
                    <a:pt x="20" y="8"/>
                  </a:lnTo>
                  <a:lnTo>
                    <a:pt x="19" y="4"/>
                  </a:lnTo>
                  <a:lnTo>
                    <a:pt x="15" y="1"/>
                  </a:lnTo>
                  <a:lnTo>
                    <a:pt x="12" y="0"/>
                  </a:lnTo>
                  <a:lnTo>
                    <a:pt x="7" y="0"/>
                  </a:lnTo>
                  <a:lnTo>
                    <a:pt x="4" y="1"/>
                  </a:lnTo>
                  <a:lnTo>
                    <a:pt x="1" y="4"/>
                  </a:lnTo>
                  <a:lnTo>
                    <a:pt x="0" y="8"/>
                  </a:lnTo>
                  <a:lnTo>
                    <a:pt x="0" y="11"/>
                  </a:lnTo>
                  <a:lnTo>
                    <a:pt x="1" y="17"/>
                  </a:lnTo>
                  <a:lnTo>
                    <a:pt x="4" y="24"/>
                  </a:lnTo>
                  <a:lnTo>
                    <a:pt x="8" y="32"/>
                  </a:lnTo>
                  <a:lnTo>
                    <a:pt x="14" y="39"/>
                  </a:lnTo>
                  <a:lnTo>
                    <a:pt x="20" y="46"/>
                  </a:lnTo>
                  <a:lnTo>
                    <a:pt x="27" y="50"/>
                  </a:lnTo>
                  <a:lnTo>
                    <a:pt x="33" y="54"/>
                  </a:lnTo>
                  <a:lnTo>
                    <a:pt x="38" y="54"/>
                  </a:lnTo>
                  <a:lnTo>
                    <a:pt x="36" y="42"/>
                  </a:lnTo>
                  <a:lnTo>
                    <a:pt x="32" y="29"/>
                  </a:lnTo>
                  <a:lnTo>
                    <a:pt x="25" y="16"/>
                  </a:lnTo>
                  <a:lnTo>
                    <a:pt x="20" y="7"/>
                  </a:lnTo>
                  <a:close/>
                </a:path>
              </a:pathLst>
            </a:custGeom>
            <a:solidFill>
              <a:srgbClr val="000000">
                <a:alpha val="100000"/>
              </a:srgbClr>
            </a:solidFill>
            <a:ln w="9525">
              <a:noFill/>
            </a:ln>
          </p:spPr>
          <p:txBody>
            <a:bodyPr/>
            <a:p>
              <a:endParaRPr lang="zh-CN" altLang="en-US"/>
            </a:p>
          </p:txBody>
        </p:sp>
        <p:sp>
          <p:nvSpPr>
            <p:cNvPr id="7562" name="Freeform 1013"/>
            <p:cNvSpPr/>
            <p:nvPr/>
          </p:nvSpPr>
          <p:spPr>
            <a:xfrm>
              <a:off x="4370" y="3155"/>
              <a:ext cx="8" cy="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2" h="36">
                  <a:moveTo>
                    <a:pt x="41" y="27"/>
                  </a:moveTo>
                  <a:lnTo>
                    <a:pt x="46" y="24"/>
                  </a:lnTo>
                  <a:lnTo>
                    <a:pt x="51" y="21"/>
                  </a:lnTo>
                  <a:lnTo>
                    <a:pt x="52" y="16"/>
                  </a:lnTo>
                  <a:lnTo>
                    <a:pt x="52" y="12"/>
                  </a:lnTo>
                  <a:lnTo>
                    <a:pt x="50" y="6"/>
                  </a:lnTo>
                  <a:lnTo>
                    <a:pt x="46" y="2"/>
                  </a:lnTo>
                  <a:lnTo>
                    <a:pt x="41" y="0"/>
                  </a:lnTo>
                  <a:lnTo>
                    <a:pt x="36" y="0"/>
                  </a:lnTo>
                  <a:lnTo>
                    <a:pt x="33" y="0"/>
                  </a:lnTo>
                  <a:lnTo>
                    <a:pt x="29" y="1"/>
                  </a:lnTo>
                  <a:lnTo>
                    <a:pt x="21" y="4"/>
                  </a:lnTo>
                  <a:lnTo>
                    <a:pt x="13" y="8"/>
                  </a:lnTo>
                  <a:lnTo>
                    <a:pt x="6" y="15"/>
                  </a:lnTo>
                  <a:lnTo>
                    <a:pt x="3" y="22"/>
                  </a:lnTo>
                  <a:lnTo>
                    <a:pt x="0" y="29"/>
                  </a:lnTo>
                  <a:lnTo>
                    <a:pt x="0" y="31"/>
                  </a:lnTo>
                  <a:lnTo>
                    <a:pt x="4" y="33"/>
                  </a:lnTo>
                  <a:lnTo>
                    <a:pt x="9" y="36"/>
                  </a:lnTo>
                  <a:lnTo>
                    <a:pt x="13" y="36"/>
                  </a:lnTo>
                  <a:lnTo>
                    <a:pt x="18" y="36"/>
                  </a:lnTo>
                  <a:lnTo>
                    <a:pt x="24" y="33"/>
                  </a:lnTo>
                  <a:lnTo>
                    <a:pt x="30" y="32"/>
                  </a:lnTo>
                  <a:lnTo>
                    <a:pt x="36" y="30"/>
                  </a:lnTo>
                  <a:lnTo>
                    <a:pt x="41" y="27"/>
                  </a:lnTo>
                  <a:close/>
                </a:path>
              </a:pathLst>
            </a:custGeom>
            <a:solidFill>
              <a:srgbClr val="000000">
                <a:alpha val="100000"/>
              </a:srgbClr>
            </a:solidFill>
            <a:ln w="9525">
              <a:noFill/>
            </a:ln>
          </p:spPr>
          <p:txBody>
            <a:bodyPr/>
            <a:p>
              <a:endParaRPr lang="zh-CN" altLang="en-US"/>
            </a:p>
          </p:txBody>
        </p:sp>
        <p:sp>
          <p:nvSpPr>
            <p:cNvPr id="7563" name="Freeform 1014"/>
            <p:cNvSpPr/>
            <p:nvPr/>
          </p:nvSpPr>
          <p:spPr>
            <a:xfrm>
              <a:off x="4330" y="3145"/>
              <a:ext cx="33" cy="3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98" h="236">
                  <a:moveTo>
                    <a:pt x="73" y="36"/>
                  </a:moveTo>
                  <a:lnTo>
                    <a:pt x="58" y="46"/>
                  </a:lnTo>
                  <a:lnTo>
                    <a:pt x="46" y="58"/>
                  </a:lnTo>
                  <a:lnTo>
                    <a:pt x="33" y="72"/>
                  </a:lnTo>
                  <a:lnTo>
                    <a:pt x="22" y="85"/>
                  </a:lnTo>
                  <a:lnTo>
                    <a:pt x="14" y="100"/>
                  </a:lnTo>
                  <a:lnTo>
                    <a:pt x="7" y="115"/>
                  </a:lnTo>
                  <a:lnTo>
                    <a:pt x="2" y="130"/>
                  </a:lnTo>
                  <a:lnTo>
                    <a:pt x="0" y="146"/>
                  </a:lnTo>
                  <a:lnTo>
                    <a:pt x="2" y="170"/>
                  </a:lnTo>
                  <a:lnTo>
                    <a:pt x="12" y="190"/>
                  </a:lnTo>
                  <a:lnTo>
                    <a:pt x="26" y="207"/>
                  </a:lnTo>
                  <a:lnTo>
                    <a:pt x="43" y="220"/>
                  </a:lnTo>
                  <a:lnTo>
                    <a:pt x="64" y="229"/>
                  </a:lnTo>
                  <a:lnTo>
                    <a:pt x="88" y="235"/>
                  </a:lnTo>
                  <a:lnTo>
                    <a:pt x="110" y="236"/>
                  </a:lnTo>
                  <a:lnTo>
                    <a:pt x="132" y="232"/>
                  </a:lnTo>
                  <a:lnTo>
                    <a:pt x="137" y="232"/>
                  </a:lnTo>
                  <a:lnTo>
                    <a:pt x="142" y="230"/>
                  </a:lnTo>
                  <a:lnTo>
                    <a:pt x="145" y="226"/>
                  </a:lnTo>
                  <a:lnTo>
                    <a:pt x="146" y="221"/>
                  </a:lnTo>
                  <a:lnTo>
                    <a:pt x="145" y="219"/>
                  </a:lnTo>
                  <a:lnTo>
                    <a:pt x="142" y="219"/>
                  </a:lnTo>
                  <a:lnTo>
                    <a:pt x="137" y="217"/>
                  </a:lnTo>
                  <a:lnTo>
                    <a:pt x="131" y="217"/>
                  </a:lnTo>
                  <a:lnTo>
                    <a:pt x="124" y="217"/>
                  </a:lnTo>
                  <a:lnTo>
                    <a:pt x="118" y="217"/>
                  </a:lnTo>
                  <a:lnTo>
                    <a:pt x="112" y="217"/>
                  </a:lnTo>
                  <a:lnTo>
                    <a:pt x="109" y="217"/>
                  </a:lnTo>
                  <a:lnTo>
                    <a:pt x="97" y="216"/>
                  </a:lnTo>
                  <a:lnTo>
                    <a:pt x="87" y="215"/>
                  </a:lnTo>
                  <a:lnTo>
                    <a:pt x="75" y="214"/>
                  </a:lnTo>
                  <a:lnTo>
                    <a:pt x="63" y="211"/>
                  </a:lnTo>
                  <a:lnTo>
                    <a:pt x="51" y="207"/>
                  </a:lnTo>
                  <a:lnTo>
                    <a:pt x="40" y="199"/>
                  </a:lnTo>
                  <a:lnTo>
                    <a:pt x="29" y="189"/>
                  </a:lnTo>
                  <a:lnTo>
                    <a:pt x="17" y="174"/>
                  </a:lnTo>
                  <a:lnTo>
                    <a:pt x="15" y="157"/>
                  </a:lnTo>
                  <a:lnTo>
                    <a:pt x="16" y="141"/>
                  </a:lnTo>
                  <a:lnTo>
                    <a:pt x="21" y="124"/>
                  </a:lnTo>
                  <a:lnTo>
                    <a:pt x="28" y="109"/>
                  </a:lnTo>
                  <a:lnTo>
                    <a:pt x="39" y="96"/>
                  </a:lnTo>
                  <a:lnTo>
                    <a:pt x="50" y="82"/>
                  </a:lnTo>
                  <a:lnTo>
                    <a:pt x="63" y="70"/>
                  </a:lnTo>
                  <a:lnTo>
                    <a:pt x="78" y="59"/>
                  </a:lnTo>
                  <a:lnTo>
                    <a:pt x="94" y="49"/>
                  </a:lnTo>
                  <a:lnTo>
                    <a:pt x="110" y="39"/>
                  </a:lnTo>
                  <a:lnTo>
                    <a:pt x="126" y="31"/>
                  </a:lnTo>
                  <a:lnTo>
                    <a:pt x="142" y="24"/>
                  </a:lnTo>
                  <a:lnTo>
                    <a:pt x="158" y="19"/>
                  </a:lnTo>
                  <a:lnTo>
                    <a:pt x="172" y="13"/>
                  </a:lnTo>
                  <a:lnTo>
                    <a:pt x="186" y="10"/>
                  </a:lnTo>
                  <a:lnTo>
                    <a:pt x="198" y="7"/>
                  </a:lnTo>
                  <a:lnTo>
                    <a:pt x="190" y="3"/>
                  </a:lnTo>
                  <a:lnTo>
                    <a:pt x="177" y="0"/>
                  </a:lnTo>
                  <a:lnTo>
                    <a:pt x="162" y="3"/>
                  </a:lnTo>
                  <a:lnTo>
                    <a:pt x="144" y="6"/>
                  </a:lnTo>
                  <a:lnTo>
                    <a:pt x="124" y="12"/>
                  </a:lnTo>
                  <a:lnTo>
                    <a:pt x="105" y="19"/>
                  </a:lnTo>
                  <a:lnTo>
                    <a:pt x="88" y="28"/>
                  </a:lnTo>
                  <a:lnTo>
                    <a:pt x="73" y="36"/>
                  </a:lnTo>
                  <a:close/>
                </a:path>
              </a:pathLst>
            </a:custGeom>
            <a:solidFill>
              <a:srgbClr val="000000">
                <a:alpha val="100000"/>
              </a:srgbClr>
            </a:solidFill>
            <a:ln w="9525" cap="flat" cmpd="sng">
              <a:solidFill>
                <a:schemeClr val="bg2">
                  <a:alpha val="100000"/>
                </a:schemeClr>
              </a:solidFill>
              <a:prstDash val="solid"/>
              <a:round/>
              <a:headEnd type="none" w="med" len="med"/>
              <a:tailEnd type="none" w="med" len="med"/>
            </a:ln>
          </p:spPr>
          <p:txBody>
            <a:bodyPr/>
            <a:p>
              <a:endParaRPr lang="zh-CN" altLang="en-US"/>
            </a:p>
          </p:txBody>
        </p:sp>
        <p:sp>
          <p:nvSpPr>
            <p:cNvPr id="7564" name="Freeform 1015"/>
            <p:cNvSpPr/>
            <p:nvPr/>
          </p:nvSpPr>
          <p:spPr>
            <a:xfrm>
              <a:off x="4386" y="3145"/>
              <a:ext cx="22" cy="3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28" h="183">
                  <a:moveTo>
                    <a:pt x="108" y="61"/>
                  </a:moveTo>
                  <a:lnTo>
                    <a:pt x="111" y="80"/>
                  </a:lnTo>
                  <a:lnTo>
                    <a:pt x="109" y="97"/>
                  </a:lnTo>
                  <a:lnTo>
                    <a:pt x="101" y="110"/>
                  </a:lnTo>
                  <a:lnTo>
                    <a:pt x="89" y="123"/>
                  </a:lnTo>
                  <a:lnTo>
                    <a:pt x="75" y="134"/>
                  </a:lnTo>
                  <a:lnTo>
                    <a:pt x="60" y="145"/>
                  </a:lnTo>
                  <a:lnTo>
                    <a:pt x="43" y="156"/>
                  </a:lnTo>
                  <a:lnTo>
                    <a:pt x="29" y="167"/>
                  </a:lnTo>
                  <a:lnTo>
                    <a:pt x="27" y="170"/>
                  </a:lnTo>
                  <a:lnTo>
                    <a:pt x="26" y="172"/>
                  </a:lnTo>
                  <a:lnTo>
                    <a:pt x="26" y="176"/>
                  </a:lnTo>
                  <a:lnTo>
                    <a:pt x="28" y="179"/>
                  </a:lnTo>
                  <a:lnTo>
                    <a:pt x="30" y="182"/>
                  </a:lnTo>
                  <a:lnTo>
                    <a:pt x="34" y="183"/>
                  </a:lnTo>
                  <a:lnTo>
                    <a:pt x="37" y="183"/>
                  </a:lnTo>
                  <a:lnTo>
                    <a:pt x="41" y="182"/>
                  </a:lnTo>
                  <a:lnTo>
                    <a:pt x="58" y="171"/>
                  </a:lnTo>
                  <a:lnTo>
                    <a:pt x="76" y="160"/>
                  </a:lnTo>
                  <a:lnTo>
                    <a:pt x="92" y="147"/>
                  </a:lnTo>
                  <a:lnTo>
                    <a:pt x="108" y="132"/>
                  </a:lnTo>
                  <a:lnTo>
                    <a:pt x="118" y="116"/>
                  </a:lnTo>
                  <a:lnTo>
                    <a:pt x="125" y="98"/>
                  </a:lnTo>
                  <a:lnTo>
                    <a:pt x="128" y="78"/>
                  </a:lnTo>
                  <a:lnTo>
                    <a:pt x="123" y="58"/>
                  </a:lnTo>
                  <a:lnTo>
                    <a:pt x="112" y="41"/>
                  </a:lnTo>
                  <a:lnTo>
                    <a:pt x="98" y="28"/>
                  </a:lnTo>
                  <a:lnTo>
                    <a:pt x="80" y="16"/>
                  </a:lnTo>
                  <a:lnTo>
                    <a:pt x="61" y="8"/>
                  </a:lnTo>
                  <a:lnTo>
                    <a:pt x="41" y="2"/>
                  </a:lnTo>
                  <a:lnTo>
                    <a:pt x="23" y="0"/>
                  </a:lnTo>
                  <a:lnTo>
                    <a:pt x="9" y="1"/>
                  </a:lnTo>
                  <a:lnTo>
                    <a:pt x="0" y="6"/>
                  </a:lnTo>
                  <a:lnTo>
                    <a:pt x="16" y="10"/>
                  </a:lnTo>
                  <a:lnTo>
                    <a:pt x="33" y="14"/>
                  </a:lnTo>
                  <a:lnTo>
                    <a:pt x="48" y="17"/>
                  </a:lnTo>
                  <a:lnTo>
                    <a:pt x="63" y="22"/>
                  </a:lnTo>
                  <a:lnTo>
                    <a:pt x="77" y="28"/>
                  </a:lnTo>
                  <a:lnTo>
                    <a:pt x="90" y="36"/>
                  </a:lnTo>
                  <a:lnTo>
                    <a:pt x="101" y="46"/>
                  </a:lnTo>
                  <a:lnTo>
                    <a:pt x="108" y="61"/>
                  </a:lnTo>
                  <a:close/>
                </a:path>
              </a:pathLst>
            </a:custGeom>
            <a:solidFill>
              <a:srgbClr val="000000">
                <a:alpha val="100000"/>
              </a:srgbClr>
            </a:solidFill>
            <a:ln w="9525" cap="flat" cmpd="sng">
              <a:solidFill>
                <a:schemeClr val="bg2">
                  <a:alpha val="100000"/>
                </a:schemeClr>
              </a:solidFill>
              <a:prstDash val="solid"/>
              <a:round/>
              <a:headEnd type="none" w="med" len="med"/>
              <a:tailEnd type="none" w="med" len="med"/>
            </a:ln>
          </p:spPr>
          <p:txBody>
            <a:bodyPr/>
            <a:p>
              <a:endParaRPr lang="zh-CN" altLang="en-US"/>
            </a:p>
          </p:txBody>
        </p:sp>
        <p:sp>
          <p:nvSpPr>
            <p:cNvPr id="7565" name="Freeform 1016"/>
            <p:cNvSpPr/>
            <p:nvPr/>
          </p:nvSpPr>
          <p:spPr>
            <a:xfrm>
              <a:off x="4309" y="3138"/>
              <a:ext cx="53" cy="63"/>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323" h="379">
                  <a:moveTo>
                    <a:pt x="126" y="50"/>
                  </a:moveTo>
                  <a:lnTo>
                    <a:pt x="101" y="70"/>
                  </a:lnTo>
                  <a:lnTo>
                    <a:pt x="76" y="92"/>
                  </a:lnTo>
                  <a:lnTo>
                    <a:pt x="54" y="115"/>
                  </a:lnTo>
                  <a:lnTo>
                    <a:pt x="34" y="140"/>
                  </a:lnTo>
                  <a:lnTo>
                    <a:pt x="18" y="167"/>
                  </a:lnTo>
                  <a:lnTo>
                    <a:pt x="6" y="196"/>
                  </a:lnTo>
                  <a:lnTo>
                    <a:pt x="0" y="227"/>
                  </a:lnTo>
                  <a:lnTo>
                    <a:pt x="1" y="259"/>
                  </a:lnTo>
                  <a:lnTo>
                    <a:pt x="4" y="267"/>
                  </a:lnTo>
                  <a:lnTo>
                    <a:pt x="7" y="277"/>
                  </a:lnTo>
                  <a:lnTo>
                    <a:pt x="11" y="283"/>
                  </a:lnTo>
                  <a:lnTo>
                    <a:pt x="15" y="291"/>
                  </a:lnTo>
                  <a:lnTo>
                    <a:pt x="21" y="298"/>
                  </a:lnTo>
                  <a:lnTo>
                    <a:pt x="27" y="305"/>
                  </a:lnTo>
                  <a:lnTo>
                    <a:pt x="34" y="311"/>
                  </a:lnTo>
                  <a:lnTo>
                    <a:pt x="41" y="316"/>
                  </a:lnTo>
                  <a:lnTo>
                    <a:pt x="57" y="325"/>
                  </a:lnTo>
                  <a:lnTo>
                    <a:pt x="72" y="333"/>
                  </a:lnTo>
                  <a:lnTo>
                    <a:pt x="87" y="340"/>
                  </a:lnTo>
                  <a:lnTo>
                    <a:pt x="103" y="345"/>
                  </a:lnTo>
                  <a:lnTo>
                    <a:pt x="120" y="351"/>
                  </a:lnTo>
                  <a:lnTo>
                    <a:pt x="136" y="356"/>
                  </a:lnTo>
                  <a:lnTo>
                    <a:pt x="153" y="360"/>
                  </a:lnTo>
                  <a:lnTo>
                    <a:pt x="169" y="364"/>
                  </a:lnTo>
                  <a:lnTo>
                    <a:pt x="187" y="367"/>
                  </a:lnTo>
                  <a:lnTo>
                    <a:pt x="204" y="370"/>
                  </a:lnTo>
                  <a:lnTo>
                    <a:pt x="221" y="372"/>
                  </a:lnTo>
                  <a:lnTo>
                    <a:pt x="238" y="374"/>
                  </a:lnTo>
                  <a:lnTo>
                    <a:pt x="256" y="375"/>
                  </a:lnTo>
                  <a:lnTo>
                    <a:pt x="273" y="376"/>
                  </a:lnTo>
                  <a:lnTo>
                    <a:pt x="290" y="378"/>
                  </a:lnTo>
                  <a:lnTo>
                    <a:pt x="307" y="379"/>
                  </a:lnTo>
                  <a:lnTo>
                    <a:pt x="312" y="379"/>
                  </a:lnTo>
                  <a:lnTo>
                    <a:pt x="317" y="375"/>
                  </a:lnTo>
                  <a:lnTo>
                    <a:pt x="320" y="372"/>
                  </a:lnTo>
                  <a:lnTo>
                    <a:pt x="323" y="366"/>
                  </a:lnTo>
                  <a:lnTo>
                    <a:pt x="323" y="360"/>
                  </a:lnTo>
                  <a:lnTo>
                    <a:pt x="320" y="356"/>
                  </a:lnTo>
                  <a:lnTo>
                    <a:pt x="316" y="352"/>
                  </a:lnTo>
                  <a:lnTo>
                    <a:pt x="311" y="351"/>
                  </a:lnTo>
                  <a:lnTo>
                    <a:pt x="295" y="351"/>
                  </a:lnTo>
                  <a:lnTo>
                    <a:pt x="279" y="351"/>
                  </a:lnTo>
                  <a:lnTo>
                    <a:pt x="263" y="350"/>
                  </a:lnTo>
                  <a:lnTo>
                    <a:pt x="248" y="349"/>
                  </a:lnTo>
                  <a:lnTo>
                    <a:pt x="231" y="348"/>
                  </a:lnTo>
                  <a:lnTo>
                    <a:pt x="215" y="345"/>
                  </a:lnTo>
                  <a:lnTo>
                    <a:pt x="200" y="343"/>
                  </a:lnTo>
                  <a:lnTo>
                    <a:pt x="183" y="341"/>
                  </a:lnTo>
                  <a:lnTo>
                    <a:pt x="168" y="337"/>
                  </a:lnTo>
                  <a:lnTo>
                    <a:pt x="151" y="334"/>
                  </a:lnTo>
                  <a:lnTo>
                    <a:pt x="136" y="329"/>
                  </a:lnTo>
                  <a:lnTo>
                    <a:pt x="121" y="325"/>
                  </a:lnTo>
                  <a:lnTo>
                    <a:pt x="106" y="320"/>
                  </a:lnTo>
                  <a:lnTo>
                    <a:pt x="92" y="313"/>
                  </a:lnTo>
                  <a:lnTo>
                    <a:pt x="76" y="306"/>
                  </a:lnTo>
                  <a:lnTo>
                    <a:pt x="62" y="300"/>
                  </a:lnTo>
                  <a:lnTo>
                    <a:pt x="51" y="291"/>
                  </a:lnTo>
                  <a:lnTo>
                    <a:pt x="41" y="280"/>
                  </a:lnTo>
                  <a:lnTo>
                    <a:pt x="35" y="269"/>
                  </a:lnTo>
                  <a:lnTo>
                    <a:pt x="31" y="255"/>
                  </a:lnTo>
                  <a:lnTo>
                    <a:pt x="31" y="239"/>
                  </a:lnTo>
                  <a:lnTo>
                    <a:pt x="33" y="218"/>
                  </a:lnTo>
                  <a:lnTo>
                    <a:pt x="38" y="197"/>
                  </a:lnTo>
                  <a:lnTo>
                    <a:pt x="42" y="182"/>
                  </a:lnTo>
                  <a:lnTo>
                    <a:pt x="51" y="165"/>
                  </a:lnTo>
                  <a:lnTo>
                    <a:pt x="60" y="150"/>
                  </a:lnTo>
                  <a:lnTo>
                    <a:pt x="68" y="136"/>
                  </a:lnTo>
                  <a:lnTo>
                    <a:pt x="79" y="124"/>
                  </a:lnTo>
                  <a:lnTo>
                    <a:pt x="89" y="111"/>
                  </a:lnTo>
                  <a:lnTo>
                    <a:pt x="101" y="100"/>
                  </a:lnTo>
                  <a:lnTo>
                    <a:pt x="114" y="88"/>
                  </a:lnTo>
                  <a:lnTo>
                    <a:pt x="129" y="76"/>
                  </a:lnTo>
                  <a:lnTo>
                    <a:pt x="144" y="64"/>
                  </a:lnTo>
                  <a:lnTo>
                    <a:pt x="162" y="53"/>
                  </a:lnTo>
                  <a:lnTo>
                    <a:pt x="181" y="41"/>
                  </a:lnTo>
                  <a:lnTo>
                    <a:pt x="201" y="31"/>
                  </a:lnTo>
                  <a:lnTo>
                    <a:pt x="219" y="22"/>
                  </a:lnTo>
                  <a:lnTo>
                    <a:pt x="237" y="14"/>
                  </a:lnTo>
                  <a:lnTo>
                    <a:pt x="253" y="7"/>
                  </a:lnTo>
                  <a:lnTo>
                    <a:pt x="268" y="1"/>
                  </a:lnTo>
                  <a:lnTo>
                    <a:pt x="255" y="0"/>
                  </a:lnTo>
                  <a:lnTo>
                    <a:pt x="238" y="1"/>
                  </a:lnTo>
                  <a:lnTo>
                    <a:pt x="221" y="5"/>
                  </a:lnTo>
                  <a:lnTo>
                    <a:pt x="201" y="11"/>
                  </a:lnTo>
                  <a:lnTo>
                    <a:pt x="181" y="19"/>
                  </a:lnTo>
                  <a:lnTo>
                    <a:pt x="161" y="28"/>
                  </a:lnTo>
                  <a:lnTo>
                    <a:pt x="142" y="39"/>
                  </a:lnTo>
                  <a:lnTo>
                    <a:pt x="126" y="50"/>
                  </a:lnTo>
                  <a:close/>
                </a:path>
              </a:pathLst>
            </a:custGeom>
            <a:solidFill>
              <a:srgbClr val="000000">
                <a:alpha val="100000"/>
              </a:srgbClr>
            </a:solidFill>
            <a:ln w="9525" cap="flat" cmpd="sng">
              <a:solidFill>
                <a:schemeClr val="bg2">
                  <a:alpha val="100000"/>
                </a:schemeClr>
              </a:solidFill>
              <a:prstDash val="solid"/>
              <a:round/>
              <a:headEnd type="none" w="med" len="med"/>
              <a:tailEnd type="none" w="med" len="med"/>
            </a:ln>
          </p:spPr>
          <p:txBody>
            <a:bodyPr/>
            <a:p>
              <a:endParaRPr lang="zh-CN" altLang="en-US"/>
            </a:p>
          </p:txBody>
        </p:sp>
        <p:sp>
          <p:nvSpPr>
            <p:cNvPr id="7566" name="Freeform 1017"/>
            <p:cNvSpPr/>
            <p:nvPr/>
          </p:nvSpPr>
          <p:spPr>
            <a:xfrm>
              <a:off x="4384" y="3136"/>
              <a:ext cx="47" cy="42"/>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82" h="253">
                  <a:moveTo>
                    <a:pt x="235" y="78"/>
                  </a:moveTo>
                  <a:lnTo>
                    <a:pt x="248" y="92"/>
                  </a:lnTo>
                  <a:lnTo>
                    <a:pt x="255" y="108"/>
                  </a:lnTo>
                  <a:lnTo>
                    <a:pt x="259" y="125"/>
                  </a:lnTo>
                  <a:lnTo>
                    <a:pt x="259" y="144"/>
                  </a:lnTo>
                  <a:lnTo>
                    <a:pt x="257" y="159"/>
                  </a:lnTo>
                  <a:lnTo>
                    <a:pt x="252" y="171"/>
                  </a:lnTo>
                  <a:lnTo>
                    <a:pt x="244" y="184"/>
                  </a:lnTo>
                  <a:lnTo>
                    <a:pt x="236" y="194"/>
                  </a:lnTo>
                  <a:lnTo>
                    <a:pt x="225" y="206"/>
                  </a:lnTo>
                  <a:lnTo>
                    <a:pt x="215" y="215"/>
                  </a:lnTo>
                  <a:lnTo>
                    <a:pt x="204" y="225"/>
                  </a:lnTo>
                  <a:lnTo>
                    <a:pt x="194" y="236"/>
                  </a:lnTo>
                  <a:lnTo>
                    <a:pt x="191" y="239"/>
                  </a:lnTo>
                  <a:lnTo>
                    <a:pt x="190" y="242"/>
                  </a:lnTo>
                  <a:lnTo>
                    <a:pt x="191" y="246"/>
                  </a:lnTo>
                  <a:lnTo>
                    <a:pt x="194" y="249"/>
                  </a:lnTo>
                  <a:lnTo>
                    <a:pt x="197" y="252"/>
                  </a:lnTo>
                  <a:lnTo>
                    <a:pt x="201" y="253"/>
                  </a:lnTo>
                  <a:lnTo>
                    <a:pt x="205" y="252"/>
                  </a:lnTo>
                  <a:lnTo>
                    <a:pt x="209" y="249"/>
                  </a:lnTo>
                  <a:lnTo>
                    <a:pt x="232" y="234"/>
                  </a:lnTo>
                  <a:lnTo>
                    <a:pt x="251" y="215"/>
                  </a:lnTo>
                  <a:lnTo>
                    <a:pt x="267" y="192"/>
                  </a:lnTo>
                  <a:lnTo>
                    <a:pt x="278" y="168"/>
                  </a:lnTo>
                  <a:lnTo>
                    <a:pt x="282" y="141"/>
                  </a:lnTo>
                  <a:lnTo>
                    <a:pt x="279" y="116"/>
                  </a:lnTo>
                  <a:lnTo>
                    <a:pt x="270" y="92"/>
                  </a:lnTo>
                  <a:lnTo>
                    <a:pt x="251" y="70"/>
                  </a:lnTo>
                  <a:lnTo>
                    <a:pt x="237" y="59"/>
                  </a:lnTo>
                  <a:lnTo>
                    <a:pt x="221" y="48"/>
                  </a:lnTo>
                  <a:lnTo>
                    <a:pt x="202" y="39"/>
                  </a:lnTo>
                  <a:lnTo>
                    <a:pt x="183" y="31"/>
                  </a:lnTo>
                  <a:lnTo>
                    <a:pt x="163" y="24"/>
                  </a:lnTo>
                  <a:lnTo>
                    <a:pt x="142" y="18"/>
                  </a:lnTo>
                  <a:lnTo>
                    <a:pt x="122" y="13"/>
                  </a:lnTo>
                  <a:lnTo>
                    <a:pt x="101" y="8"/>
                  </a:lnTo>
                  <a:lnTo>
                    <a:pt x="82" y="5"/>
                  </a:lnTo>
                  <a:lnTo>
                    <a:pt x="63" y="2"/>
                  </a:lnTo>
                  <a:lnTo>
                    <a:pt x="47" y="0"/>
                  </a:lnTo>
                  <a:lnTo>
                    <a:pt x="32" y="0"/>
                  </a:lnTo>
                  <a:lnTo>
                    <a:pt x="19" y="0"/>
                  </a:lnTo>
                  <a:lnTo>
                    <a:pt x="10" y="1"/>
                  </a:lnTo>
                  <a:lnTo>
                    <a:pt x="4" y="4"/>
                  </a:lnTo>
                  <a:lnTo>
                    <a:pt x="0" y="6"/>
                  </a:lnTo>
                  <a:lnTo>
                    <a:pt x="12" y="8"/>
                  </a:lnTo>
                  <a:lnTo>
                    <a:pt x="25" y="9"/>
                  </a:lnTo>
                  <a:lnTo>
                    <a:pt x="38" y="12"/>
                  </a:lnTo>
                  <a:lnTo>
                    <a:pt x="52" y="14"/>
                  </a:lnTo>
                  <a:lnTo>
                    <a:pt x="67" y="16"/>
                  </a:lnTo>
                  <a:lnTo>
                    <a:pt x="82" y="18"/>
                  </a:lnTo>
                  <a:lnTo>
                    <a:pt x="97" y="22"/>
                  </a:lnTo>
                  <a:lnTo>
                    <a:pt x="114" y="25"/>
                  </a:lnTo>
                  <a:lnTo>
                    <a:pt x="129" y="30"/>
                  </a:lnTo>
                  <a:lnTo>
                    <a:pt x="146" y="35"/>
                  </a:lnTo>
                  <a:lnTo>
                    <a:pt x="162" y="40"/>
                  </a:lnTo>
                  <a:lnTo>
                    <a:pt x="177" y="46"/>
                  </a:lnTo>
                  <a:lnTo>
                    <a:pt x="192" y="53"/>
                  </a:lnTo>
                  <a:lnTo>
                    <a:pt x="208" y="60"/>
                  </a:lnTo>
                  <a:lnTo>
                    <a:pt x="222" y="69"/>
                  </a:lnTo>
                  <a:lnTo>
                    <a:pt x="235" y="78"/>
                  </a:lnTo>
                  <a:close/>
                </a:path>
              </a:pathLst>
            </a:custGeom>
            <a:solidFill>
              <a:srgbClr val="000000">
                <a:alpha val="100000"/>
              </a:srgbClr>
            </a:solidFill>
            <a:ln w="9525" cap="flat" cmpd="sng">
              <a:solidFill>
                <a:schemeClr val="bg2">
                  <a:alpha val="100000"/>
                </a:schemeClr>
              </a:solidFill>
              <a:prstDash val="solid"/>
              <a:round/>
              <a:headEnd type="none" w="med" len="med"/>
              <a:tailEnd type="none" w="med" len="med"/>
            </a:ln>
          </p:spPr>
          <p:txBody>
            <a:bodyPr/>
            <a:p>
              <a:endParaRPr lang="zh-CN" altLang="en-US"/>
            </a:p>
          </p:txBody>
        </p:sp>
        <p:sp>
          <p:nvSpPr>
            <p:cNvPr id="7567" name="Freeform 1018"/>
            <p:cNvSpPr/>
            <p:nvPr/>
          </p:nvSpPr>
          <p:spPr>
            <a:xfrm>
              <a:off x="4290" y="3159"/>
              <a:ext cx="19" cy="3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5" h="236">
                  <a:moveTo>
                    <a:pt x="0" y="128"/>
                  </a:moveTo>
                  <a:lnTo>
                    <a:pt x="0" y="148"/>
                  </a:lnTo>
                  <a:lnTo>
                    <a:pt x="5" y="166"/>
                  </a:lnTo>
                  <a:lnTo>
                    <a:pt x="13" y="184"/>
                  </a:lnTo>
                  <a:lnTo>
                    <a:pt x="24" y="198"/>
                  </a:lnTo>
                  <a:lnTo>
                    <a:pt x="39" y="211"/>
                  </a:lnTo>
                  <a:lnTo>
                    <a:pt x="55" y="223"/>
                  </a:lnTo>
                  <a:lnTo>
                    <a:pt x="74" y="231"/>
                  </a:lnTo>
                  <a:lnTo>
                    <a:pt x="92" y="235"/>
                  </a:lnTo>
                  <a:lnTo>
                    <a:pt x="98" y="236"/>
                  </a:lnTo>
                  <a:lnTo>
                    <a:pt x="104" y="234"/>
                  </a:lnTo>
                  <a:lnTo>
                    <a:pt x="109" y="231"/>
                  </a:lnTo>
                  <a:lnTo>
                    <a:pt x="111" y="226"/>
                  </a:lnTo>
                  <a:lnTo>
                    <a:pt x="111" y="220"/>
                  </a:lnTo>
                  <a:lnTo>
                    <a:pt x="110" y="215"/>
                  </a:lnTo>
                  <a:lnTo>
                    <a:pt x="107" y="210"/>
                  </a:lnTo>
                  <a:lnTo>
                    <a:pt x="101" y="208"/>
                  </a:lnTo>
                  <a:lnTo>
                    <a:pt x="82" y="201"/>
                  </a:lnTo>
                  <a:lnTo>
                    <a:pt x="64" y="192"/>
                  </a:lnTo>
                  <a:lnTo>
                    <a:pt x="50" y="179"/>
                  </a:lnTo>
                  <a:lnTo>
                    <a:pt x="40" y="165"/>
                  </a:lnTo>
                  <a:lnTo>
                    <a:pt x="33" y="148"/>
                  </a:lnTo>
                  <a:lnTo>
                    <a:pt x="29" y="130"/>
                  </a:lnTo>
                  <a:lnTo>
                    <a:pt x="29" y="110"/>
                  </a:lnTo>
                  <a:lnTo>
                    <a:pt x="35" y="89"/>
                  </a:lnTo>
                  <a:lnTo>
                    <a:pt x="43" y="74"/>
                  </a:lnTo>
                  <a:lnTo>
                    <a:pt x="56" y="60"/>
                  </a:lnTo>
                  <a:lnTo>
                    <a:pt x="70" y="46"/>
                  </a:lnTo>
                  <a:lnTo>
                    <a:pt x="85" y="33"/>
                  </a:lnTo>
                  <a:lnTo>
                    <a:pt x="98" y="23"/>
                  </a:lnTo>
                  <a:lnTo>
                    <a:pt x="109" y="12"/>
                  </a:lnTo>
                  <a:lnTo>
                    <a:pt x="115" y="6"/>
                  </a:lnTo>
                  <a:lnTo>
                    <a:pt x="115" y="0"/>
                  </a:lnTo>
                  <a:lnTo>
                    <a:pt x="102" y="4"/>
                  </a:lnTo>
                  <a:lnTo>
                    <a:pt x="85" y="12"/>
                  </a:lnTo>
                  <a:lnTo>
                    <a:pt x="68" y="26"/>
                  </a:lnTo>
                  <a:lnTo>
                    <a:pt x="49" y="42"/>
                  </a:lnTo>
                  <a:lnTo>
                    <a:pt x="32" y="61"/>
                  </a:lnTo>
                  <a:lnTo>
                    <a:pt x="17" y="82"/>
                  </a:lnTo>
                  <a:lnTo>
                    <a:pt x="6" y="105"/>
                  </a:lnTo>
                  <a:lnTo>
                    <a:pt x="0" y="128"/>
                  </a:lnTo>
                  <a:close/>
                </a:path>
              </a:pathLst>
            </a:custGeom>
            <a:solidFill>
              <a:srgbClr val="000000">
                <a:alpha val="100000"/>
              </a:srgbClr>
            </a:solidFill>
            <a:ln w="9525" cap="flat" cmpd="sng">
              <a:solidFill>
                <a:schemeClr val="bg2">
                  <a:alpha val="100000"/>
                </a:schemeClr>
              </a:solidFill>
              <a:prstDash val="solid"/>
              <a:round/>
              <a:headEnd type="none" w="med" len="med"/>
              <a:tailEnd type="none" w="med" len="med"/>
            </a:ln>
          </p:spPr>
          <p:txBody>
            <a:bodyPr/>
            <a:p>
              <a:endParaRPr lang="zh-CN" altLang="en-US"/>
            </a:p>
          </p:txBody>
        </p:sp>
        <p:sp>
          <p:nvSpPr>
            <p:cNvPr id="7568" name="Freeform 1019"/>
            <p:cNvSpPr/>
            <p:nvPr/>
          </p:nvSpPr>
          <p:spPr>
            <a:xfrm>
              <a:off x="4423" y="3133"/>
              <a:ext cx="41" cy="52"/>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45" h="310">
                  <a:moveTo>
                    <a:pt x="200" y="116"/>
                  </a:moveTo>
                  <a:lnTo>
                    <a:pt x="208" y="124"/>
                  </a:lnTo>
                  <a:lnTo>
                    <a:pt x="214" y="133"/>
                  </a:lnTo>
                  <a:lnTo>
                    <a:pt x="220" y="144"/>
                  </a:lnTo>
                  <a:lnTo>
                    <a:pt x="223" y="154"/>
                  </a:lnTo>
                  <a:lnTo>
                    <a:pt x="226" y="164"/>
                  </a:lnTo>
                  <a:lnTo>
                    <a:pt x="224" y="176"/>
                  </a:lnTo>
                  <a:lnTo>
                    <a:pt x="222" y="187"/>
                  </a:lnTo>
                  <a:lnTo>
                    <a:pt x="216" y="198"/>
                  </a:lnTo>
                  <a:lnTo>
                    <a:pt x="208" y="209"/>
                  </a:lnTo>
                  <a:lnTo>
                    <a:pt x="199" y="219"/>
                  </a:lnTo>
                  <a:lnTo>
                    <a:pt x="188" y="229"/>
                  </a:lnTo>
                  <a:lnTo>
                    <a:pt x="177" y="238"/>
                  </a:lnTo>
                  <a:lnTo>
                    <a:pt x="166" y="246"/>
                  </a:lnTo>
                  <a:lnTo>
                    <a:pt x="154" y="255"/>
                  </a:lnTo>
                  <a:lnTo>
                    <a:pt x="142" y="264"/>
                  </a:lnTo>
                  <a:lnTo>
                    <a:pt x="132" y="275"/>
                  </a:lnTo>
                  <a:lnTo>
                    <a:pt x="128" y="278"/>
                  </a:lnTo>
                  <a:lnTo>
                    <a:pt x="126" y="283"/>
                  </a:lnTo>
                  <a:lnTo>
                    <a:pt x="124" y="287"/>
                  </a:lnTo>
                  <a:lnTo>
                    <a:pt x="121" y="292"/>
                  </a:lnTo>
                  <a:lnTo>
                    <a:pt x="120" y="296"/>
                  </a:lnTo>
                  <a:lnTo>
                    <a:pt x="120" y="301"/>
                  </a:lnTo>
                  <a:lnTo>
                    <a:pt x="122" y="306"/>
                  </a:lnTo>
                  <a:lnTo>
                    <a:pt x="126" y="309"/>
                  </a:lnTo>
                  <a:lnTo>
                    <a:pt x="131" y="310"/>
                  </a:lnTo>
                  <a:lnTo>
                    <a:pt x="135" y="310"/>
                  </a:lnTo>
                  <a:lnTo>
                    <a:pt x="139" y="309"/>
                  </a:lnTo>
                  <a:lnTo>
                    <a:pt x="142" y="306"/>
                  </a:lnTo>
                  <a:lnTo>
                    <a:pt x="154" y="292"/>
                  </a:lnTo>
                  <a:lnTo>
                    <a:pt x="167" y="280"/>
                  </a:lnTo>
                  <a:lnTo>
                    <a:pt x="180" y="269"/>
                  </a:lnTo>
                  <a:lnTo>
                    <a:pt x="194" y="257"/>
                  </a:lnTo>
                  <a:lnTo>
                    <a:pt x="207" y="246"/>
                  </a:lnTo>
                  <a:lnTo>
                    <a:pt x="220" y="233"/>
                  </a:lnTo>
                  <a:lnTo>
                    <a:pt x="230" y="219"/>
                  </a:lnTo>
                  <a:lnTo>
                    <a:pt x="238" y="204"/>
                  </a:lnTo>
                  <a:lnTo>
                    <a:pt x="244" y="186"/>
                  </a:lnTo>
                  <a:lnTo>
                    <a:pt x="245" y="169"/>
                  </a:lnTo>
                  <a:lnTo>
                    <a:pt x="243" y="152"/>
                  </a:lnTo>
                  <a:lnTo>
                    <a:pt x="237" y="134"/>
                  </a:lnTo>
                  <a:lnTo>
                    <a:pt x="228" y="119"/>
                  </a:lnTo>
                  <a:lnTo>
                    <a:pt x="217" y="105"/>
                  </a:lnTo>
                  <a:lnTo>
                    <a:pt x="203" y="93"/>
                  </a:lnTo>
                  <a:lnTo>
                    <a:pt x="188" y="83"/>
                  </a:lnTo>
                  <a:lnTo>
                    <a:pt x="176" y="76"/>
                  </a:lnTo>
                  <a:lnTo>
                    <a:pt x="163" y="69"/>
                  </a:lnTo>
                  <a:lnTo>
                    <a:pt x="151" y="61"/>
                  </a:lnTo>
                  <a:lnTo>
                    <a:pt x="136" y="54"/>
                  </a:lnTo>
                  <a:lnTo>
                    <a:pt x="122" y="46"/>
                  </a:lnTo>
                  <a:lnTo>
                    <a:pt x="107" y="39"/>
                  </a:lnTo>
                  <a:lnTo>
                    <a:pt x="93" y="31"/>
                  </a:lnTo>
                  <a:lnTo>
                    <a:pt x="79" y="24"/>
                  </a:lnTo>
                  <a:lnTo>
                    <a:pt x="66" y="18"/>
                  </a:lnTo>
                  <a:lnTo>
                    <a:pt x="53" y="13"/>
                  </a:lnTo>
                  <a:lnTo>
                    <a:pt x="40" y="8"/>
                  </a:lnTo>
                  <a:lnTo>
                    <a:pt x="30" y="5"/>
                  </a:lnTo>
                  <a:lnTo>
                    <a:pt x="20" y="1"/>
                  </a:lnTo>
                  <a:lnTo>
                    <a:pt x="12" y="0"/>
                  </a:lnTo>
                  <a:lnTo>
                    <a:pt x="5" y="0"/>
                  </a:lnTo>
                  <a:lnTo>
                    <a:pt x="0" y="2"/>
                  </a:lnTo>
                  <a:lnTo>
                    <a:pt x="11" y="8"/>
                  </a:lnTo>
                  <a:lnTo>
                    <a:pt x="23" y="14"/>
                  </a:lnTo>
                  <a:lnTo>
                    <a:pt x="36" y="20"/>
                  </a:lnTo>
                  <a:lnTo>
                    <a:pt x="47" y="25"/>
                  </a:lnTo>
                  <a:lnTo>
                    <a:pt x="60" y="31"/>
                  </a:lnTo>
                  <a:lnTo>
                    <a:pt x="73" y="37"/>
                  </a:lnTo>
                  <a:lnTo>
                    <a:pt x="86" y="44"/>
                  </a:lnTo>
                  <a:lnTo>
                    <a:pt x="99" y="51"/>
                  </a:lnTo>
                  <a:lnTo>
                    <a:pt x="113" y="57"/>
                  </a:lnTo>
                  <a:lnTo>
                    <a:pt x="126" y="64"/>
                  </a:lnTo>
                  <a:lnTo>
                    <a:pt x="139" y="71"/>
                  </a:lnTo>
                  <a:lnTo>
                    <a:pt x="152" y="79"/>
                  </a:lnTo>
                  <a:lnTo>
                    <a:pt x="165" y="88"/>
                  </a:lnTo>
                  <a:lnTo>
                    <a:pt x="176" y="96"/>
                  </a:lnTo>
                  <a:lnTo>
                    <a:pt x="188" y="106"/>
                  </a:lnTo>
                  <a:lnTo>
                    <a:pt x="200" y="116"/>
                  </a:lnTo>
                  <a:close/>
                </a:path>
              </a:pathLst>
            </a:custGeom>
            <a:solidFill>
              <a:srgbClr val="000000">
                <a:alpha val="100000"/>
              </a:srgbClr>
            </a:solidFill>
            <a:ln w="9525" cap="flat" cmpd="sng">
              <a:solidFill>
                <a:schemeClr val="bg2">
                  <a:alpha val="100000"/>
                </a:schemeClr>
              </a:solidFill>
              <a:prstDash val="solid"/>
              <a:round/>
              <a:headEnd type="none" w="med" len="med"/>
              <a:tailEnd type="none" w="med" len="med"/>
            </a:ln>
          </p:spPr>
          <p:txBody>
            <a:bodyPr/>
            <a:p>
              <a:endParaRPr lang="zh-CN" altLang="en-US"/>
            </a:p>
          </p:txBody>
        </p:sp>
        <p:sp>
          <p:nvSpPr>
            <p:cNvPr id="7569" name="Freeform 1020"/>
            <p:cNvSpPr/>
            <p:nvPr/>
          </p:nvSpPr>
          <p:spPr>
            <a:xfrm>
              <a:off x="4338" y="3209"/>
              <a:ext cx="125" cy="175"/>
            </a:xfrm>
            <a:custGeom>
              <a:avLst/>
              <a:gdLst/>
              <a:ahLst/>
              <a:cxnLst>
                <a:cxn ang="0">
                  <a:pos x="0" y="175"/>
                </a:cxn>
                <a:cxn ang="0">
                  <a:pos x="0" y="144"/>
                </a:cxn>
                <a:cxn ang="0">
                  <a:pos x="11" y="144"/>
                </a:cxn>
                <a:cxn ang="0">
                  <a:pos x="11" y="118"/>
                </a:cxn>
                <a:cxn ang="0">
                  <a:pos x="23" y="114"/>
                </a:cxn>
                <a:cxn ang="0">
                  <a:pos x="20" y="88"/>
                </a:cxn>
                <a:cxn ang="0">
                  <a:pos x="30" y="84"/>
                </a:cxn>
                <a:cxn ang="0">
                  <a:pos x="30" y="58"/>
                </a:cxn>
                <a:cxn ang="0">
                  <a:pos x="39" y="54"/>
                </a:cxn>
                <a:cxn ang="0">
                  <a:pos x="39" y="28"/>
                </a:cxn>
                <a:cxn ang="0">
                  <a:pos x="48" y="28"/>
                </a:cxn>
                <a:cxn ang="0">
                  <a:pos x="56" y="0"/>
                </a:cxn>
                <a:cxn ang="0">
                  <a:pos x="80" y="0"/>
                </a:cxn>
                <a:cxn ang="0">
                  <a:pos x="81" y="25"/>
                </a:cxn>
                <a:cxn ang="0">
                  <a:pos x="92" y="24"/>
                </a:cxn>
                <a:cxn ang="0">
                  <a:pos x="93" y="49"/>
                </a:cxn>
                <a:cxn ang="0">
                  <a:pos x="102" y="54"/>
                </a:cxn>
                <a:cxn ang="0">
                  <a:pos x="99" y="81"/>
                </a:cxn>
                <a:cxn ang="0">
                  <a:pos x="114" y="82"/>
                </a:cxn>
                <a:cxn ang="0">
                  <a:pos x="107" y="81"/>
                </a:cxn>
                <a:cxn ang="0">
                  <a:pos x="108" y="114"/>
                </a:cxn>
                <a:cxn ang="0">
                  <a:pos x="117" y="117"/>
                </a:cxn>
                <a:cxn ang="0">
                  <a:pos x="122" y="142"/>
                </a:cxn>
                <a:cxn ang="0">
                  <a:pos x="125" y="175"/>
                </a:cxn>
                <a:cxn ang="0">
                  <a:pos x="0" y="175"/>
                </a:cxn>
              </a:cxnLst>
              <a:pathLst>
                <a:path w="125" h="175">
                  <a:moveTo>
                    <a:pt x="0" y="175"/>
                  </a:moveTo>
                  <a:lnTo>
                    <a:pt x="0" y="144"/>
                  </a:lnTo>
                  <a:lnTo>
                    <a:pt x="11" y="144"/>
                  </a:lnTo>
                  <a:lnTo>
                    <a:pt x="11" y="118"/>
                  </a:lnTo>
                  <a:lnTo>
                    <a:pt x="23" y="114"/>
                  </a:lnTo>
                  <a:lnTo>
                    <a:pt x="20" y="88"/>
                  </a:lnTo>
                  <a:lnTo>
                    <a:pt x="30" y="84"/>
                  </a:lnTo>
                  <a:lnTo>
                    <a:pt x="30" y="58"/>
                  </a:lnTo>
                  <a:lnTo>
                    <a:pt x="39" y="54"/>
                  </a:lnTo>
                  <a:lnTo>
                    <a:pt x="39" y="28"/>
                  </a:lnTo>
                  <a:lnTo>
                    <a:pt x="48" y="28"/>
                  </a:lnTo>
                  <a:lnTo>
                    <a:pt x="56" y="0"/>
                  </a:lnTo>
                  <a:lnTo>
                    <a:pt x="80" y="0"/>
                  </a:lnTo>
                  <a:lnTo>
                    <a:pt x="81" y="25"/>
                  </a:lnTo>
                  <a:lnTo>
                    <a:pt x="92" y="24"/>
                  </a:lnTo>
                  <a:lnTo>
                    <a:pt x="93" y="49"/>
                  </a:lnTo>
                  <a:lnTo>
                    <a:pt x="102" y="54"/>
                  </a:lnTo>
                  <a:lnTo>
                    <a:pt x="99" y="81"/>
                  </a:lnTo>
                  <a:lnTo>
                    <a:pt x="114" y="82"/>
                  </a:lnTo>
                  <a:lnTo>
                    <a:pt x="107" y="81"/>
                  </a:lnTo>
                  <a:lnTo>
                    <a:pt x="108" y="114"/>
                  </a:lnTo>
                  <a:lnTo>
                    <a:pt x="117" y="117"/>
                  </a:lnTo>
                  <a:lnTo>
                    <a:pt x="122" y="142"/>
                  </a:lnTo>
                  <a:lnTo>
                    <a:pt x="125" y="175"/>
                  </a:lnTo>
                  <a:lnTo>
                    <a:pt x="0" y="175"/>
                  </a:lnTo>
                  <a:close/>
                </a:path>
              </a:pathLst>
            </a:custGeom>
            <a:solidFill>
              <a:srgbClr val="DDDDDD">
                <a:alpha val="100000"/>
              </a:srgbClr>
            </a:solidFill>
            <a:ln w="9525" cap="flat" cmpd="sng">
              <a:solidFill>
                <a:schemeClr val="bg2">
                  <a:alpha val="100000"/>
                </a:schemeClr>
              </a:solidFill>
              <a:prstDash val="solid"/>
              <a:round/>
              <a:headEnd type="none" w="med" len="med"/>
              <a:tailEnd type="none" w="med" len="med"/>
            </a:ln>
          </p:spPr>
          <p:txBody>
            <a:bodyPr/>
            <a:p>
              <a:endParaRPr lang="zh-CN" altLang="en-US"/>
            </a:p>
          </p:txBody>
        </p:sp>
      </p:grpSp>
      <p:grpSp>
        <p:nvGrpSpPr>
          <p:cNvPr id="631830" name="Group 1046"/>
          <p:cNvGrpSpPr/>
          <p:nvPr/>
        </p:nvGrpSpPr>
        <p:grpSpPr>
          <a:xfrm>
            <a:off x="5400675" y="1141413"/>
            <a:ext cx="1047750" cy="996950"/>
            <a:chOff x="3402" y="719"/>
            <a:chExt cx="660" cy="628"/>
          </a:xfrm>
        </p:grpSpPr>
        <p:sp>
          <p:nvSpPr>
            <p:cNvPr id="7542" name="Freeform 1030"/>
            <p:cNvSpPr/>
            <p:nvPr/>
          </p:nvSpPr>
          <p:spPr>
            <a:xfrm>
              <a:off x="3402" y="753"/>
              <a:ext cx="192" cy="594"/>
            </a:xfrm>
            <a:custGeom>
              <a:avLst/>
              <a:gdLst/>
              <a:ahLst/>
              <a:cxnLst>
                <a:cxn ang="0">
                  <a:pos x="0" y="594"/>
                </a:cxn>
                <a:cxn ang="0">
                  <a:pos x="192" y="0"/>
                </a:cxn>
                <a:cxn ang="0">
                  <a:pos x="192" y="515"/>
                </a:cxn>
                <a:cxn ang="0">
                  <a:pos x="0" y="594"/>
                </a:cxn>
              </a:cxnLst>
              <a:pathLst>
                <a:path w="192" h="594">
                  <a:moveTo>
                    <a:pt x="0" y="594"/>
                  </a:moveTo>
                  <a:lnTo>
                    <a:pt x="192" y="0"/>
                  </a:lnTo>
                  <a:lnTo>
                    <a:pt x="192" y="515"/>
                  </a:lnTo>
                  <a:lnTo>
                    <a:pt x="0" y="594"/>
                  </a:lnTo>
                  <a:close/>
                </a:path>
              </a:pathLst>
            </a:custGeom>
            <a:gradFill rotWithShape="1">
              <a:gsLst>
                <a:gs pos="0">
                  <a:schemeClr val="bg1">
                    <a:alpha val="100000"/>
                  </a:schemeClr>
                </a:gs>
                <a:gs pos="100000">
                  <a:srgbClr val="FF0000">
                    <a:alpha val="100000"/>
                  </a:srgbClr>
                </a:gs>
              </a:gsLst>
              <a:lin ang="0" scaled="1"/>
              <a:tileRect/>
            </a:gradFill>
            <a:ln w="9525" cap="flat" cmpd="sng">
              <a:solidFill>
                <a:srgbClr val="FF0000">
                  <a:alpha val="100000"/>
                </a:srgbClr>
              </a:solidFill>
              <a:prstDash val="solid"/>
              <a:round/>
              <a:headEnd type="none" w="med" len="med"/>
              <a:tailEnd type="none" w="med" len="med"/>
            </a:ln>
          </p:spPr>
          <p:txBody>
            <a:bodyPr/>
            <a:p>
              <a:endParaRPr lang="zh-CN" altLang="en-US"/>
            </a:p>
          </p:txBody>
        </p:sp>
        <p:grpSp>
          <p:nvGrpSpPr>
            <p:cNvPr id="7543" name="Group 310"/>
            <p:cNvGrpSpPr/>
            <p:nvPr/>
          </p:nvGrpSpPr>
          <p:grpSpPr>
            <a:xfrm>
              <a:off x="3549" y="719"/>
              <a:ext cx="513" cy="547"/>
              <a:chOff x="2956" y="969"/>
              <a:chExt cx="513" cy="547"/>
            </a:xfrm>
          </p:grpSpPr>
          <p:sp>
            <p:nvSpPr>
              <p:cNvPr id="7544" name="Rectangle 311"/>
              <p:cNvSpPr/>
              <p:nvPr/>
            </p:nvSpPr>
            <p:spPr>
              <a:xfrm>
                <a:off x="3018" y="969"/>
                <a:ext cx="426" cy="489"/>
              </a:xfrm>
              <a:prstGeom prst="rect">
                <a:avLst/>
              </a:prstGeom>
              <a:solidFill>
                <a:schemeClr val="accent2"/>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7545" name="Rectangle 312"/>
              <p:cNvSpPr/>
              <p:nvPr/>
            </p:nvSpPr>
            <p:spPr>
              <a:xfrm>
                <a:off x="2997" y="984"/>
                <a:ext cx="435" cy="504"/>
              </a:xfrm>
              <a:prstGeom prst="rect">
                <a:avLst/>
              </a:prstGeom>
              <a:solidFill>
                <a:schemeClr val="bg1"/>
              </a:solidFill>
              <a:ln w="1270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7546" name="Rectangle 313"/>
              <p:cNvSpPr/>
              <p:nvPr/>
            </p:nvSpPr>
            <p:spPr>
              <a:xfrm>
                <a:off x="3000" y="1185"/>
                <a:ext cx="432" cy="108"/>
              </a:xfrm>
              <a:prstGeom prst="rect">
                <a:avLst/>
              </a:prstGeom>
              <a:solidFill>
                <a:srgbClr val="FF0000"/>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7547" name="Text Box 314"/>
              <p:cNvSpPr txBox="1"/>
              <p:nvPr/>
            </p:nvSpPr>
            <p:spPr>
              <a:xfrm>
                <a:off x="2956" y="978"/>
                <a:ext cx="513" cy="53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000" dirty="0">
                    <a:ea typeface="宋体" panose="02010600030101010101" pitchFamily="2" charset="-122"/>
                  </a:rPr>
                  <a:t>application</a:t>
                </a:r>
                <a:endParaRPr lang="en-US" altLang="zh-CN" sz="1000" dirty="0">
                  <a:ea typeface="宋体" panose="02010600030101010101" pitchFamily="2" charset="-122"/>
                </a:endParaRPr>
              </a:p>
              <a:p>
                <a:pPr marL="0" lvl="0" indent="0" algn="ctr">
                  <a:spcBef>
                    <a:spcPct val="0"/>
                  </a:spcBef>
                  <a:buClrTx/>
                  <a:buSzTx/>
                  <a:buFontTx/>
                  <a:buNone/>
                </a:pPr>
                <a:r>
                  <a:rPr lang="en-US" altLang="zh-CN" sz="1000" dirty="0">
                    <a:ea typeface="宋体" panose="02010600030101010101" pitchFamily="2" charset="-122"/>
                  </a:rPr>
                  <a:t>transport</a:t>
                </a:r>
                <a:endParaRPr lang="en-US" altLang="zh-CN" sz="1000" dirty="0">
                  <a:ea typeface="宋体" panose="02010600030101010101" pitchFamily="2" charset="-122"/>
                </a:endParaRPr>
              </a:p>
              <a:p>
                <a:pPr marL="0" lvl="0" indent="0" algn="ctr">
                  <a:spcBef>
                    <a:spcPct val="0"/>
                  </a:spcBef>
                  <a:buClrTx/>
                  <a:buSzTx/>
                  <a:buFontTx/>
                  <a:buNone/>
                </a:pPr>
                <a:r>
                  <a:rPr lang="en-US" altLang="zh-CN" sz="1000" dirty="0">
                    <a:solidFill>
                      <a:schemeClr val="bg1"/>
                    </a:solidFill>
                    <a:ea typeface="宋体" panose="02010600030101010101" pitchFamily="2" charset="-122"/>
                  </a:rPr>
                  <a:t>network</a:t>
                </a:r>
                <a:endParaRPr lang="en-US" altLang="zh-CN" sz="1000" dirty="0">
                  <a:ea typeface="宋体" panose="02010600030101010101" pitchFamily="2" charset="-122"/>
                </a:endParaRPr>
              </a:p>
              <a:p>
                <a:pPr marL="0" lvl="0" indent="0" algn="ctr">
                  <a:spcBef>
                    <a:spcPct val="0"/>
                  </a:spcBef>
                  <a:buClrTx/>
                  <a:buSzTx/>
                  <a:buFontTx/>
                  <a:buNone/>
                </a:pPr>
                <a:r>
                  <a:rPr lang="en-US" altLang="zh-CN" sz="1000" dirty="0">
                    <a:ea typeface="宋体" panose="02010600030101010101" pitchFamily="2" charset="-122"/>
                  </a:rPr>
                  <a:t>data link</a:t>
                </a:r>
                <a:endParaRPr lang="en-US" altLang="zh-CN" sz="1000" dirty="0">
                  <a:ea typeface="宋体" panose="02010600030101010101" pitchFamily="2" charset="-122"/>
                </a:endParaRPr>
              </a:p>
              <a:p>
                <a:pPr marL="0" lvl="0" indent="0" algn="ctr">
                  <a:spcBef>
                    <a:spcPct val="0"/>
                  </a:spcBef>
                  <a:buClrTx/>
                  <a:buSzTx/>
                  <a:buFontTx/>
                  <a:buNone/>
                </a:pPr>
                <a:r>
                  <a:rPr lang="en-US" altLang="zh-CN" sz="1000" dirty="0">
                    <a:ea typeface="宋体" panose="02010600030101010101" pitchFamily="2" charset="-122"/>
                  </a:rPr>
                  <a:t>physical</a:t>
                </a:r>
                <a:endParaRPr lang="en-US" altLang="zh-CN" sz="2400" dirty="0">
                  <a:latin typeface="Times New Roman" panose="02020603050405020304" pitchFamily="18" charset="0"/>
                  <a:ea typeface="宋体" panose="02010600030101010101" pitchFamily="2" charset="-122"/>
                </a:endParaRPr>
              </a:p>
            </p:txBody>
          </p:sp>
          <p:sp>
            <p:nvSpPr>
              <p:cNvPr id="7548" name="Line 315"/>
              <p:cNvSpPr/>
              <p:nvPr/>
            </p:nvSpPr>
            <p:spPr>
              <a:xfrm>
                <a:off x="2997" y="1194"/>
                <a:ext cx="435" cy="3"/>
              </a:xfrm>
              <a:prstGeom prst="line">
                <a:avLst/>
              </a:prstGeom>
              <a:ln w="12700" cap="flat" cmpd="sng">
                <a:solidFill>
                  <a:schemeClr val="tx1"/>
                </a:solidFill>
                <a:prstDash val="solid"/>
                <a:headEnd type="none" w="med" len="med"/>
                <a:tailEnd type="none" w="med" len="med"/>
              </a:ln>
            </p:spPr>
          </p:sp>
          <p:sp>
            <p:nvSpPr>
              <p:cNvPr id="7549" name="Line 316"/>
              <p:cNvSpPr/>
              <p:nvPr/>
            </p:nvSpPr>
            <p:spPr>
              <a:xfrm>
                <a:off x="3003" y="1290"/>
                <a:ext cx="435" cy="3"/>
              </a:xfrm>
              <a:prstGeom prst="line">
                <a:avLst/>
              </a:prstGeom>
              <a:ln w="12700" cap="flat" cmpd="sng">
                <a:solidFill>
                  <a:schemeClr val="tx1"/>
                </a:solidFill>
                <a:prstDash val="solid"/>
                <a:headEnd type="none" w="med" len="med"/>
                <a:tailEnd type="none" w="med" len="med"/>
              </a:ln>
            </p:spPr>
          </p:sp>
          <p:sp>
            <p:nvSpPr>
              <p:cNvPr id="7550" name="Line 317"/>
              <p:cNvSpPr/>
              <p:nvPr/>
            </p:nvSpPr>
            <p:spPr>
              <a:xfrm>
                <a:off x="3003" y="1374"/>
                <a:ext cx="435" cy="3"/>
              </a:xfrm>
              <a:prstGeom prst="line">
                <a:avLst/>
              </a:prstGeom>
              <a:ln w="12700" cap="flat" cmpd="sng">
                <a:solidFill>
                  <a:schemeClr val="tx1"/>
                </a:solidFill>
                <a:prstDash val="solid"/>
                <a:headEnd type="none" w="med" len="med"/>
                <a:tailEnd type="none" w="med" len="med"/>
              </a:ln>
            </p:spPr>
          </p:sp>
          <p:sp>
            <p:nvSpPr>
              <p:cNvPr id="7551" name="Line 318"/>
              <p:cNvSpPr/>
              <p:nvPr/>
            </p:nvSpPr>
            <p:spPr>
              <a:xfrm>
                <a:off x="3003" y="1092"/>
                <a:ext cx="435" cy="3"/>
              </a:xfrm>
              <a:prstGeom prst="line">
                <a:avLst/>
              </a:prstGeom>
              <a:ln w="12700" cap="flat" cmpd="sng">
                <a:solidFill>
                  <a:schemeClr val="tx1"/>
                </a:solidFill>
                <a:prstDash val="solid"/>
                <a:headEnd type="none" w="med" len="med"/>
                <a:tailEnd type="none" w="med" len="med"/>
              </a:ln>
            </p:spPr>
          </p:sp>
        </p:grpSp>
      </p:grpSp>
      <p:grpSp>
        <p:nvGrpSpPr>
          <p:cNvPr id="631831" name="Group 1047"/>
          <p:cNvGrpSpPr/>
          <p:nvPr/>
        </p:nvGrpSpPr>
        <p:grpSpPr>
          <a:xfrm>
            <a:off x="8096250" y="4148138"/>
            <a:ext cx="1047750" cy="996950"/>
            <a:chOff x="3402" y="719"/>
            <a:chExt cx="660" cy="628"/>
          </a:xfrm>
        </p:grpSpPr>
        <p:sp>
          <p:nvSpPr>
            <p:cNvPr id="7532" name="Freeform 1048"/>
            <p:cNvSpPr/>
            <p:nvPr/>
          </p:nvSpPr>
          <p:spPr>
            <a:xfrm>
              <a:off x="3402" y="753"/>
              <a:ext cx="192" cy="594"/>
            </a:xfrm>
            <a:custGeom>
              <a:avLst/>
              <a:gdLst/>
              <a:ahLst/>
              <a:cxnLst>
                <a:cxn ang="0">
                  <a:pos x="0" y="594"/>
                </a:cxn>
                <a:cxn ang="0">
                  <a:pos x="192" y="0"/>
                </a:cxn>
                <a:cxn ang="0">
                  <a:pos x="192" y="515"/>
                </a:cxn>
                <a:cxn ang="0">
                  <a:pos x="0" y="594"/>
                </a:cxn>
              </a:cxnLst>
              <a:pathLst>
                <a:path w="192" h="594">
                  <a:moveTo>
                    <a:pt x="0" y="594"/>
                  </a:moveTo>
                  <a:lnTo>
                    <a:pt x="192" y="0"/>
                  </a:lnTo>
                  <a:lnTo>
                    <a:pt x="192" y="515"/>
                  </a:lnTo>
                  <a:lnTo>
                    <a:pt x="0" y="594"/>
                  </a:lnTo>
                  <a:close/>
                </a:path>
              </a:pathLst>
            </a:custGeom>
            <a:gradFill rotWithShape="1">
              <a:gsLst>
                <a:gs pos="0">
                  <a:schemeClr val="bg1">
                    <a:alpha val="100000"/>
                  </a:schemeClr>
                </a:gs>
                <a:gs pos="100000">
                  <a:srgbClr val="FF0000">
                    <a:alpha val="100000"/>
                  </a:srgbClr>
                </a:gs>
              </a:gsLst>
              <a:lin ang="0" scaled="1"/>
              <a:tileRect/>
            </a:gradFill>
            <a:ln w="9525" cap="flat" cmpd="sng">
              <a:solidFill>
                <a:srgbClr val="FF0000">
                  <a:alpha val="100000"/>
                </a:srgbClr>
              </a:solidFill>
              <a:prstDash val="solid"/>
              <a:round/>
              <a:headEnd type="none" w="med" len="med"/>
              <a:tailEnd type="none" w="med" len="med"/>
            </a:ln>
          </p:spPr>
          <p:txBody>
            <a:bodyPr/>
            <a:p>
              <a:endParaRPr lang="zh-CN" altLang="en-US"/>
            </a:p>
          </p:txBody>
        </p:sp>
        <p:grpSp>
          <p:nvGrpSpPr>
            <p:cNvPr id="7533" name="Group 1049"/>
            <p:cNvGrpSpPr/>
            <p:nvPr/>
          </p:nvGrpSpPr>
          <p:grpSpPr>
            <a:xfrm>
              <a:off x="3549" y="719"/>
              <a:ext cx="513" cy="547"/>
              <a:chOff x="2956" y="969"/>
              <a:chExt cx="513" cy="547"/>
            </a:xfrm>
          </p:grpSpPr>
          <p:sp>
            <p:nvSpPr>
              <p:cNvPr id="7534" name="Rectangle 1050"/>
              <p:cNvSpPr/>
              <p:nvPr/>
            </p:nvSpPr>
            <p:spPr>
              <a:xfrm>
                <a:off x="3018" y="969"/>
                <a:ext cx="426" cy="489"/>
              </a:xfrm>
              <a:prstGeom prst="rect">
                <a:avLst/>
              </a:prstGeom>
              <a:solidFill>
                <a:schemeClr val="accent2"/>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7535" name="Rectangle 1051"/>
              <p:cNvSpPr/>
              <p:nvPr/>
            </p:nvSpPr>
            <p:spPr>
              <a:xfrm>
                <a:off x="2997" y="984"/>
                <a:ext cx="435" cy="504"/>
              </a:xfrm>
              <a:prstGeom prst="rect">
                <a:avLst/>
              </a:prstGeom>
              <a:solidFill>
                <a:schemeClr val="bg1"/>
              </a:solidFill>
              <a:ln w="1270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7536" name="Rectangle 1052"/>
              <p:cNvSpPr/>
              <p:nvPr/>
            </p:nvSpPr>
            <p:spPr>
              <a:xfrm>
                <a:off x="3000" y="1185"/>
                <a:ext cx="432" cy="108"/>
              </a:xfrm>
              <a:prstGeom prst="rect">
                <a:avLst/>
              </a:prstGeom>
              <a:solidFill>
                <a:srgbClr val="FF0000"/>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7537" name="Text Box 1053"/>
              <p:cNvSpPr txBox="1"/>
              <p:nvPr/>
            </p:nvSpPr>
            <p:spPr>
              <a:xfrm>
                <a:off x="2956" y="978"/>
                <a:ext cx="513" cy="53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000" dirty="0">
                    <a:ea typeface="宋体" panose="02010600030101010101" pitchFamily="2" charset="-122"/>
                  </a:rPr>
                  <a:t>application</a:t>
                </a:r>
                <a:endParaRPr lang="en-US" altLang="zh-CN" sz="1000" dirty="0">
                  <a:ea typeface="宋体" panose="02010600030101010101" pitchFamily="2" charset="-122"/>
                </a:endParaRPr>
              </a:p>
              <a:p>
                <a:pPr marL="0" lvl="0" indent="0" algn="ctr">
                  <a:spcBef>
                    <a:spcPct val="0"/>
                  </a:spcBef>
                  <a:buClrTx/>
                  <a:buSzTx/>
                  <a:buFontTx/>
                  <a:buNone/>
                </a:pPr>
                <a:r>
                  <a:rPr lang="en-US" altLang="zh-CN" sz="1000" dirty="0">
                    <a:ea typeface="宋体" panose="02010600030101010101" pitchFamily="2" charset="-122"/>
                  </a:rPr>
                  <a:t>transport</a:t>
                </a:r>
                <a:endParaRPr lang="en-US" altLang="zh-CN" sz="1000" dirty="0">
                  <a:ea typeface="宋体" panose="02010600030101010101" pitchFamily="2" charset="-122"/>
                </a:endParaRPr>
              </a:p>
              <a:p>
                <a:pPr marL="0" lvl="0" indent="0" algn="ctr">
                  <a:spcBef>
                    <a:spcPct val="0"/>
                  </a:spcBef>
                  <a:buClrTx/>
                  <a:buSzTx/>
                  <a:buFontTx/>
                  <a:buNone/>
                </a:pPr>
                <a:r>
                  <a:rPr lang="en-US" altLang="zh-CN" sz="1000" dirty="0">
                    <a:solidFill>
                      <a:schemeClr val="bg1"/>
                    </a:solidFill>
                    <a:ea typeface="宋体" panose="02010600030101010101" pitchFamily="2" charset="-122"/>
                  </a:rPr>
                  <a:t>network</a:t>
                </a:r>
                <a:endParaRPr lang="en-US" altLang="zh-CN" sz="1000" dirty="0">
                  <a:ea typeface="宋体" panose="02010600030101010101" pitchFamily="2" charset="-122"/>
                </a:endParaRPr>
              </a:p>
              <a:p>
                <a:pPr marL="0" lvl="0" indent="0" algn="ctr">
                  <a:spcBef>
                    <a:spcPct val="0"/>
                  </a:spcBef>
                  <a:buClrTx/>
                  <a:buSzTx/>
                  <a:buFontTx/>
                  <a:buNone/>
                </a:pPr>
                <a:r>
                  <a:rPr lang="en-US" altLang="zh-CN" sz="1000" dirty="0">
                    <a:ea typeface="宋体" panose="02010600030101010101" pitchFamily="2" charset="-122"/>
                  </a:rPr>
                  <a:t>data link</a:t>
                </a:r>
                <a:endParaRPr lang="en-US" altLang="zh-CN" sz="1000" dirty="0">
                  <a:ea typeface="宋体" panose="02010600030101010101" pitchFamily="2" charset="-122"/>
                </a:endParaRPr>
              </a:p>
              <a:p>
                <a:pPr marL="0" lvl="0" indent="0" algn="ctr">
                  <a:spcBef>
                    <a:spcPct val="0"/>
                  </a:spcBef>
                  <a:buClrTx/>
                  <a:buSzTx/>
                  <a:buFontTx/>
                  <a:buNone/>
                </a:pPr>
                <a:r>
                  <a:rPr lang="en-US" altLang="zh-CN" sz="1000" dirty="0">
                    <a:ea typeface="宋体" panose="02010600030101010101" pitchFamily="2" charset="-122"/>
                  </a:rPr>
                  <a:t>physical</a:t>
                </a:r>
                <a:endParaRPr lang="en-US" altLang="zh-CN" sz="2400" dirty="0">
                  <a:latin typeface="Times New Roman" panose="02020603050405020304" pitchFamily="18" charset="0"/>
                  <a:ea typeface="宋体" panose="02010600030101010101" pitchFamily="2" charset="-122"/>
                </a:endParaRPr>
              </a:p>
            </p:txBody>
          </p:sp>
          <p:sp>
            <p:nvSpPr>
              <p:cNvPr id="7538" name="Line 1054"/>
              <p:cNvSpPr/>
              <p:nvPr/>
            </p:nvSpPr>
            <p:spPr>
              <a:xfrm>
                <a:off x="2997" y="1194"/>
                <a:ext cx="435" cy="3"/>
              </a:xfrm>
              <a:prstGeom prst="line">
                <a:avLst/>
              </a:prstGeom>
              <a:ln w="12700" cap="flat" cmpd="sng">
                <a:solidFill>
                  <a:schemeClr val="tx1"/>
                </a:solidFill>
                <a:prstDash val="solid"/>
                <a:headEnd type="none" w="med" len="med"/>
                <a:tailEnd type="none" w="med" len="med"/>
              </a:ln>
            </p:spPr>
          </p:sp>
          <p:sp>
            <p:nvSpPr>
              <p:cNvPr id="7539" name="Line 1055"/>
              <p:cNvSpPr/>
              <p:nvPr/>
            </p:nvSpPr>
            <p:spPr>
              <a:xfrm>
                <a:off x="3003" y="1290"/>
                <a:ext cx="435" cy="3"/>
              </a:xfrm>
              <a:prstGeom prst="line">
                <a:avLst/>
              </a:prstGeom>
              <a:ln w="12700" cap="flat" cmpd="sng">
                <a:solidFill>
                  <a:schemeClr val="tx1"/>
                </a:solidFill>
                <a:prstDash val="solid"/>
                <a:headEnd type="none" w="med" len="med"/>
                <a:tailEnd type="none" w="med" len="med"/>
              </a:ln>
            </p:spPr>
          </p:sp>
          <p:sp>
            <p:nvSpPr>
              <p:cNvPr id="7540" name="Line 1056"/>
              <p:cNvSpPr/>
              <p:nvPr/>
            </p:nvSpPr>
            <p:spPr>
              <a:xfrm>
                <a:off x="3003" y="1374"/>
                <a:ext cx="435" cy="3"/>
              </a:xfrm>
              <a:prstGeom prst="line">
                <a:avLst/>
              </a:prstGeom>
              <a:ln w="12700" cap="flat" cmpd="sng">
                <a:solidFill>
                  <a:schemeClr val="tx1"/>
                </a:solidFill>
                <a:prstDash val="solid"/>
                <a:headEnd type="none" w="med" len="med"/>
                <a:tailEnd type="none" w="med" len="med"/>
              </a:ln>
            </p:spPr>
          </p:sp>
          <p:sp>
            <p:nvSpPr>
              <p:cNvPr id="7541" name="Line 1057"/>
              <p:cNvSpPr/>
              <p:nvPr/>
            </p:nvSpPr>
            <p:spPr>
              <a:xfrm>
                <a:off x="3003" y="1092"/>
                <a:ext cx="435" cy="3"/>
              </a:xfrm>
              <a:prstGeom prst="line">
                <a:avLst/>
              </a:prstGeom>
              <a:ln w="12700" cap="flat" cmpd="sng">
                <a:solidFill>
                  <a:schemeClr val="tx1"/>
                </a:solidFill>
                <a:prstDash val="solid"/>
                <a:headEnd type="none" w="med" len="med"/>
                <a:tailEnd type="none" w="med" len="med"/>
              </a:ln>
            </p:spPr>
          </p:sp>
        </p:grpSp>
      </p:grpSp>
      <p:grpSp>
        <p:nvGrpSpPr>
          <p:cNvPr id="632062" name="Group 1278"/>
          <p:cNvGrpSpPr/>
          <p:nvPr/>
        </p:nvGrpSpPr>
        <p:grpSpPr>
          <a:xfrm>
            <a:off x="5832475" y="1822450"/>
            <a:ext cx="2546350" cy="3429000"/>
            <a:chOff x="3674" y="1148"/>
            <a:chExt cx="1604" cy="2160"/>
          </a:xfrm>
        </p:grpSpPr>
        <p:grpSp>
          <p:nvGrpSpPr>
            <p:cNvPr id="7290" name="Group 433"/>
            <p:cNvGrpSpPr/>
            <p:nvPr/>
          </p:nvGrpSpPr>
          <p:grpSpPr>
            <a:xfrm>
              <a:off x="3701" y="1305"/>
              <a:ext cx="513" cy="442"/>
              <a:chOff x="3937" y="633"/>
              <a:chExt cx="513" cy="442"/>
            </a:xfrm>
          </p:grpSpPr>
          <p:sp>
            <p:nvSpPr>
              <p:cNvPr id="7511" name="Line 434"/>
              <p:cNvSpPr/>
              <p:nvPr/>
            </p:nvSpPr>
            <p:spPr>
              <a:xfrm>
                <a:off x="4061" y="1035"/>
                <a:ext cx="312" cy="1"/>
              </a:xfrm>
              <a:prstGeom prst="line">
                <a:avLst/>
              </a:prstGeom>
              <a:ln w="12700" cap="flat" cmpd="sng">
                <a:solidFill>
                  <a:schemeClr val="tx1"/>
                </a:solidFill>
                <a:prstDash val="solid"/>
                <a:headEnd type="none" w="med" len="med"/>
                <a:tailEnd type="none" w="med" len="med"/>
              </a:ln>
            </p:spPr>
          </p:sp>
          <p:sp>
            <p:nvSpPr>
              <p:cNvPr id="7512" name="Line 435"/>
              <p:cNvSpPr/>
              <p:nvPr/>
            </p:nvSpPr>
            <p:spPr>
              <a:xfrm flipV="1">
                <a:off x="4212" y="929"/>
                <a:ext cx="1" cy="103"/>
              </a:xfrm>
              <a:prstGeom prst="line">
                <a:avLst/>
              </a:prstGeom>
              <a:ln w="12700" cap="flat" cmpd="sng">
                <a:solidFill>
                  <a:schemeClr val="tx1"/>
                </a:solidFill>
                <a:prstDash val="solid"/>
                <a:headEnd type="none" w="med" len="med"/>
                <a:tailEnd type="none" w="med" len="med"/>
              </a:ln>
            </p:spPr>
          </p:sp>
          <p:sp>
            <p:nvSpPr>
              <p:cNvPr id="7513" name="Oval 436"/>
              <p:cNvSpPr/>
              <p:nvPr/>
            </p:nvSpPr>
            <p:spPr>
              <a:xfrm>
                <a:off x="4048" y="854"/>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7514" name="Line 437"/>
              <p:cNvSpPr/>
              <p:nvPr/>
            </p:nvSpPr>
            <p:spPr>
              <a:xfrm>
                <a:off x="4048" y="847"/>
                <a:ext cx="0" cy="50"/>
              </a:xfrm>
              <a:prstGeom prst="line">
                <a:avLst/>
              </a:prstGeom>
              <a:ln w="12700" cap="flat" cmpd="sng">
                <a:solidFill>
                  <a:schemeClr val="tx1"/>
                </a:solidFill>
                <a:prstDash val="solid"/>
                <a:headEnd type="none" w="med" len="med"/>
                <a:tailEnd type="none" w="med" len="med"/>
              </a:ln>
            </p:spPr>
          </p:sp>
          <p:sp>
            <p:nvSpPr>
              <p:cNvPr id="7515" name="Line 438"/>
              <p:cNvSpPr/>
              <p:nvPr/>
            </p:nvSpPr>
            <p:spPr>
              <a:xfrm>
                <a:off x="4361" y="847"/>
                <a:ext cx="0" cy="50"/>
              </a:xfrm>
              <a:prstGeom prst="line">
                <a:avLst/>
              </a:prstGeom>
              <a:ln w="12700" cap="flat" cmpd="sng">
                <a:solidFill>
                  <a:schemeClr val="tx1"/>
                </a:solidFill>
                <a:prstDash val="solid"/>
                <a:headEnd type="none" w="med" len="med"/>
                <a:tailEnd type="none" w="med" len="med"/>
              </a:ln>
            </p:spPr>
          </p:sp>
          <p:sp>
            <p:nvSpPr>
              <p:cNvPr id="7516" name="Rectangle 439"/>
              <p:cNvSpPr/>
              <p:nvPr/>
            </p:nvSpPr>
            <p:spPr>
              <a:xfrm>
                <a:off x="4048" y="847"/>
                <a:ext cx="310"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7517" name="Oval 440"/>
              <p:cNvSpPr/>
              <p:nvPr/>
            </p:nvSpPr>
            <p:spPr>
              <a:xfrm>
                <a:off x="4045" y="788"/>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7518" name="Group 441"/>
              <p:cNvGrpSpPr/>
              <p:nvPr/>
            </p:nvGrpSpPr>
            <p:grpSpPr>
              <a:xfrm>
                <a:off x="4120" y="809"/>
                <a:ext cx="156" cy="55"/>
                <a:chOff x="2848" y="848"/>
                <a:chExt cx="140" cy="98"/>
              </a:xfrm>
            </p:grpSpPr>
            <p:sp>
              <p:nvSpPr>
                <p:cNvPr id="7529" name="Line 442"/>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7530" name="Line 443"/>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7531" name="Line 444"/>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7519" name="Group 445"/>
              <p:cNvGrpSpPr/>
              <p:nvPr/>
            </p:nvGrpSpPr>
            <p:grpSpPr>
              <a:xfrm flipV="1">
                <a:off x="4120" y="808"/>
                <a:ext cx="156" cy="56"/>
                <a:chOff x="2848" y="848"/>
                <a:chExt cx="140" cy="98"/>
              </a:xfrm>
            </p:grpSpPr>
            <p:sp>
              <p:nvSpPr>
                <p:cNvPr id="7526" name="Line 446"/>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7527" name="Line 447"/>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7528" name="Line 448"/>
                <p:cNvSpPr/>
                <p:nvPr/>
              </p:nvSpPr>
              <p:spPr>
                <a:xfrm>
                  <a:off x="2894" y="850"/>
                  <a:ext cx="52" cy="96"/>
                </a:xfrm>
                <a:prstGeom prst="line">
                  <a:avLst/>
                </a:prstGeom>
                <a:ln w="28575" cap="flat" cmpd="sng">
                  <a:solidFill>
                    <a:schemeClr val="tx1"/>
                  </a:solidFill>
                  <a:prstDash val="solid"/>
                  <a:headEnd type="none" w="med" len="med"/>
                  <a:tailEnd type="none" w="med" len="med"/>
                </a:ln>
              </p:spPr>
            </p:sp>
          </p:grpSp>
          <p:sp>
            <p:nvSpPr>
              <p:cNvPr id="7520" name="Rectangle 449"/>
              <p:cNvSpPr/>
              <p:nvPr/>
            </p:nvSpPr>
            <p:spPr>
              <a:xfrm>
                <a:off x="3996" y="732"/>
                <a:ext cx="426" cy="306"/>
              </a:xfrm>
              <a:prstGeom prst="rect">
                <a:avLst/>
              </a:prstGeom>
              <a:solidFill>
                <a:schemeClr val="accent2"/>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7521" name="Rectangle 450"/>
              <p:cNvSpPr/>
              <p:nvPr/>
            </p:nvSpPr>
            <p:spPr>
              <a:xfrm>
                <a:off x="3969" y="753"/>
                <a:ext cx="435" cy="312"/>
              </a:xfrm>
              <a:prstGeom prst="rect">
                <a:avLst/>
              </a:prstGeom>
              <a:solidFill>
                <a:schemeClr val="bg1"/>
              </a:solidFill>
              <a:ln w="1270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7522" name="Line 451"/>
              <p:cNvSpPr/>
              <p:nvPr/>
            </p:nvSpPr>
            <p:spPr>
              <a:xfrm>
                <a:off x="3966" y="945"/>
                <a:ext cx="435" cy="3"/>
              </a:xfrm>
              <a:prstGeom prst="line">
                <a:avLst/>
              </a:prstGeom>
              <a:ln w="12700" cap="flat" cmpd="sng">
                <a:solidFill>
                  <a:schemeClr val="tx1"/>
                </a:solidFill>
                <a:prstDash val="solid"/>
                <a:headEnd type="none" w="med" len="med"/>
                <a:tailEnd type="none" w="med" len="med"/>
              </a:ln>
            </p:spPr>
          </p:sp>
          <p:sp>
            <p:nvSpPr>
              <p:cNvPr id="7523" name="Line 452"/>
              <p:cNvSpPr/>
              <p:nvPr/>
            </p:nvSpPr>
            <p:spPr>
              <a:xfrm>
                <a:off x="3972" y="849"/>
                <a:ext cx="435" cy="3"/>
              </a:xfrm>
              <a:prstGeom prst="line">
                <a:avLst/>
              </a:prstGeom>
              <a:ln w="12700" cap="flat" cmpd="sng">
                <a:solidFill>
                  <a:schemeClr val="tx1"/>
                </a:solidFill>
                <a:prstDash val="solid"/>
                <a:headEnd type="none" w="med" len="med"/>
                <a:tailEnd type="none" w="med" len="med"/>
              </a:ln>
            </p:spPr>
          </p:sp>
          <p:sp>
            <p:nvSpPr>
              <p:cNvPr id="7524" name="Rectangle 453"/>
              <p:cNvSpPr/>
              <p:nvPr/>
            </p:nvSpPr>
            <p:spPr>
              <a:xfrm>
                <a:off x="3966" y="756"/>
                <a:ext cx="435" cy="93"/>
              </a:xfrm>
              <a:prstGeom prst="rect">
                <a:avLst/>
              </a:prstGeom>
              <a:solidFill>
                <a:srgbClr val="FF0000"/>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7525" name="Text Box 454"/>
              <p:cNvSpPr txBox="1"/>
              <p:nvPr/>
            </p:nvSpPr>
            <p:spPr>
              <a:xfrm>
                <a:off x="3937" y="633"/>
                <a:ext cx="513" cy="44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en-US" altLang="zh-CN" sz="1000" dirty="0">
                  <a:ea typeface="宋体" panose="02010600030101010101" pitchFamily="2" charset="-122"/>
                </a:endParaRPr>
              </a:p>
              <a:p>
                <a:pPr marL="0" lvl="0" indent="0" algn="ctr">
                  <a:spcBef>
                    <a:spcPct val="0"/>
                  </a:spcBef>
                  <a:buClrTx/>
                  <a:buSzTx/>
                  <a:buFontTx/>
                  <a:buNone/>
                </a:pPr>
                <a:r>
                  <a:rPr lang="en-US" altLang="zh-CN" sz="1000" dirty="0">
                    <a:solidFill>
                      <a:schemeClr val="bg1"/>
                    </a:solidFill>
                    <a:ea typeface="宋体" panose="02010600030101010101" pitchFamily="2" charset="-122"/>
                  </a:rPr>
                  <a:t>network</a:t>
                </a:r>
                <a:endParaRPr lang="en-US" altLang="zh-CN" sz="1000" dirty="0">
                  <a:solidFill>
                    <a:schemeClr val="bg1"/>
                  </a:solidFill>
                  <a:ea typeface="宋体" panose="02010600030101010101" pitchFamily="2" charset="-122"/>
                </a:endParaRPr>
              </a:p>
              <a:p>
                <a:pPr marL="0" lvl="0" indent="0" algn="ctr">
                  <a:spcBef>
                    <a:spcPct val="0"/>
                  </a:spcBef>
                  <a:buClrTx/>
                  <a:buSzTx/>
                  <a:buFontTx/>
                  <a:buNone/>
                </a:pPr>
                <a:r>
                  <a:rPr lang="en-US" altLang="zh-CN" sz="1000" dirty="0">
                    <a:ea typeface="宋体" panose="02010600030101010101" pitchFamily="2" charset="-122"/>
                  </a:rPr>
                  <a:t>data link</a:t>
                </a:r>
                <a:endParaRPr lang="en-US" altLang="zh-CN" sz="1000" dirty="0">
                  <a:ea typeface="宋体" panose="02010600030101010101" pitchFamily="2" charset="-122"/>
                </a:endParaRPr>
              </a:p>
              <a:p>
                <a:pPr marL="0" lvl="0" indent="0" algn="ctr">
                  <a:spcBef>
                    <a:spcPct val="0"/>
                  </a:spcBef>
                  <a:buClrTx/>
                  <a:buSzTx/>
                  <a:buFontTx/>
                  <a:buNone/>
                </a:pPr>
                <a:r>
                  <a:rPr lang="en-US" altLang="zh-CN" sz="1000" dirty="0">
                    <a:ea typeface="宋体" panose="02010600030101010101" pitchFamily="2" charset="-122"/>
                  </a:rPr>
                  <a:t>physical</a:t>
                </a:r>
                <a:endParaRPr lang="en-US" altLang="zh-CN" sz="2400" dirty="0">
                  <a:latin typeface="Times New Roman" panose="02020603050405020304" pitchFamily="18" charset="0"/>
                  <a:ea typeface="宋体" panose="02010600030101010101" pitchFamily="2" charset="-122"/>
                </a:endParaRPr>
              </a:p>
            </p:txBody>
          </p:sp>
        </p:grpSp>
        <p:grpSp>
          <p:nvGrpSpPr>
            <p:cNvPr id="7291" name="Group 1058"/>
            <p:cNvGrpSpPr/>
            <p:nvPr/>
          </p:nvGrpSpPr>
          <p:grpSpPr>
            <a:xfrm>
              <a:off x="4207" y="1532"/>
              <a:ext cx="513" cy="442"/>
              <a:chOff x="3937" y="633"/>
              <a:chExt cx="513" cy="442"/>
            </a:xfrm>
          </p:grpSpPr>
          <p:sp>
            <p:nvSpPr>
              <p:cNvPr id="7490" name="Line 1059"/>
              <p:cNvSpPr/>
              <p:nvPr/>
            </p:nvSpPr>
            <p:spPr>
              <a:xfrm>
                <a:off x="4061" y="1035"/>
                <a:ext cx="312" cy="1"/>
              </a:xfrm>
              <a:prstGeom prst="line">
                <a:avLst/>
              </a:prstGeom>
              <a:ln w="12700" cap="flat" cmpd="sng">
                <a:solidFill>
                  <a:schemeClr val="tx1"/>
                </a:solidFill>
                <a:prstDash val="solid"/>
                <a:headEnd type="none" w="med" len="med"/>
                <a:tailEnd type="none" w="med" len="med"/>
              </a:ln>
            </p:spPr>
          </p:sp>
          <p:sp>
            <p:nvSpPr>
              <p:cNvPr id="7491" name="Line 1060"/>
              <p:cNvSpPr/>
              <p:nvPr/>
            </p:nvSpPr>
            <p:spPr>
              <a:xfrm flipV="1">
                <a:off x="4212" y="929"/>
                <a:ext cx="1" cy="103"/>
              </a:xfrm>
              <a:prstGeom prst="line">
                <a:avLst/>
              </a:prstGeom>
              <a:ln w="12700" cap="flat" cmpd="sng">
                <a:solidFill>
                  <a:schemeClr val="tx1"/>
                </a:solidFill>
                <a:prstDash val="solid"/>
                <a:headEnd type="none" w="med" len="med"/>
                <a:tailEnd type="none" w="med" len="med"/>
              </a:ln>
            </p:spPr>
          </p:sp>
          <p:sp>
            <p:nvSpPr>
              <p:cNvPr id="7492" name="Oval 1061"/>
              <p:cNvSpPr/>
              <p:nvPr/>
            </p:nvSpPr>
            <p:spPr>
              <a:xfrm>
                <a:off x="4048" y="854"/>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7493" name="Line 1062"/>
              <p:cNvSpPr/>
              <p:nvPr/>
            </p:nvSpPr>
            <p:spPr>
              <a:xfrm>
                <a:off x="4048" y="847"/>
                <a:ext cx="0" cy="50"/>
              </a:xfrm>
              <a:prstGeom prst="line">
                <a:avLst/>
              </a:prstGeom>
              <a:ln w="12700" cap="flat" cmpd="sng">
                <a:solidFill>
                  <a:schemeClr val="tx1"/>
                </a:solidFill>
                <a:prstDash val="solid"/>
                <a:headEnd type="none" w="med" len="med"/>
                <a:tailEnd type="none" w="med" len="med"/>
              </a:ln>
            </p:spPr>
          </p:sp>
          <p:sp>
            <p:nvSpPr>
              <p:cNvPr id="7494" name="Line 1063"/>
              <p:cNvSpPr/>
              <p:nvPr/>
            </p:nvSpPr>
            <p:spPr>
              <a:xfrm>
                <a:off x="4361" y="847"/>
                <a:ext cx="0" cy="50"/>
              </a:xfrm>
              <a:prstGeom prst="line">
                <a:avLst/>
              </a:prstGeom>
              <a:ln w="12700" cap="flat" cmpd="sng">
                <a:solidFill>
                  <a:schemeClr val="tx1"/>
                </a:solidFill>
                <a:prstDash val="solid"/>
                <a:headEnd type="none" w="med" len="med"/>
                <a:tailEnd type="none" w="med" len="med"/>
              </a:ln>
            </p:spPr>
          </p:sp>
          <p:sp>
            <p:nvSpPr>
              <p:cNvPr id="7495" name="Rectangle 1064"/>
              <p:cNvSpPr/>
              <p:nvPr/>
            </p:nvSpPr>
            <p:spPr>
              <a:xfrm>
                <a:off x="4048" y="847"/>
                <a:ext cx="310"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7496" name="Oval 1065"/>
              <p:cNvSpPr/>
              <p:nvPr/>
            </p:nvSpPr>
            <p:spPr>
              <a:xfrm>
                <a:off x="4045" y="788"/>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7497" name="Group 1066"/>
              <p:cNvGrpSpPr/>
              <p:nvPr/>
            </p:nvGrpSpPr>
            <p:grpSpPr>
              <a:xfrm>
                <a:off x="4120" y="809"/>
                <a:ext cx="156" cy="55"/>
                <a:chOff x="2848" y="848"/>
                <a:chExt cx="140" cy="98"/>
              </a:xfrm>
            </p:grpSpPr>
            <p:sp>
              <p:nvSpPr>
                <p:cNvPr id="7508" name="Line 1067"/>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7509" name="Line 1068"/>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7510" name="Line 1069"/>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7498" name="Group 1070"/>
              <p:cNvGrpSpPr/>
              <p:nvPr/>
            </p:nvGrpSpPr>
            <p:grpSpPr>
              <a:xfrm flipV="1">
                <a:off x="4120" y="808"/>
                <a:ext cx="156" cy="56"/>
                <a:chOff x="2848" y="848"/>
                <a:chExt cx="140" cy="98"/>
              </a:xfrm>
            </p:grpSpPr>
            <p:sp>
              <p:nvSpPr>
                <p:cNvPr id="7505" name="Line 1071"/>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7506" name="Line 1072"/>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7507" name="Line 1073"/>
                <p:cNvSpPr/>
                <p:nvPr/>
              </p:nvSpPr>
              <p:spPr>
                <a:xfrm>
                  <a:off x="2894" y="850"/>
                  <a:ext cx="52" cy="96"/>
                </a:xfrm>
                <a:prstGeom prst="line">
                  <a:avLst/>
                </a:prstGeom>
                <a:ln w="28575" cap="flat" cmpd="sng">
                  <a:solidFill>
                    <a:schemeClr val="tx1"/>
                  </a:solidFill>
                  <a:prstDash val="solid"/>
                  <a:headEnd type="none" w="med" len="med"/>
                  <a:tailEnd type="none" w="med" len="med"/>
                </a:ln>
              </p:spPr>
            </p:sp>
          </p:grpSp>
          <p:sp>
            <p:nvSpPr>
              <p:cNvPr id="7499" name="Rectangle 1074"/>
              <p:cNvSpPr/>
              <p:nvPr/>
            </p:nvSpPr>
            <p:spPr>
              <a:xfrm>
                <a:off x="3996" y="732"/>
                <a:ext cx="426" cy="306"/>
              </a:xfrm>
              <a:prstGeom prst="rect">
                <a:avLst/>
              </a:prstGeom>
              <a:solidFill>
                <a:schemeClr val="accent2"/>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7500" name="Rectangle 1075"/>
              <p:cNvSpPr/>
              <p:nvPr/>
            </p:nvSpPr>
            <p:spPr>
              <a:xfrm>
                <a:off x="3969" y="753"/>
                <a:ext cx="435" cy="312"/>
              </a:xfrm>
              <a:prstGeom prst="rect">
                <a:avLst/>
              </a:prstGeom>
              <a:solidFill>
                <a:schemeClr val="bg1"/>
              </a:solidFill>
              <a:ln w="1270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7501" name="Line 1076"/>
              <p:cNvSpPr/>
              <p:nvPr/>
            </p:nvSpPr>
            <p:spPr>
              <a:xfrm>
                <a:off x="3966" y="945"/>
                <a:ext cx="435" cy="3"/>
              </a:xfrm>
              <a:prstGeom prst="line">
                <a:avLst/>
              </a:prstGeom>
              <a:ln w="12700" cap="flat" cmpd="sng">
                <a:solidFill>
                  <a:schemeClr val="tx1"/>
                </a:solidFill>
                <a:prstDash val="solid"/>
                <a:headEnd type="none" w="med" len="med"/>
                <a:tailEnd type="none" w="med" len="med"/>
              </a:ln>
            </p:spPr>
          </p:sp>
          <p:sp>
            <p:nvSpPr>
              <p:cNvPr id="7502" name="Line 1077"/>
              <p:cNvSpPr/>
              <p:nvPr/>
            </p:nvSpPr>
            <p:spPr>
              <a:xfrm>
                <a:off x="3972" y="849"/>
                <a:ext cx="435" cy="3"/>
              </a:xfrm>
              <a:prstGeom prst="line">
                <a:avLst/>
              </a:prstGeom>
              <a:ln w="12700" cap="flat" cmpd="sng">
                <a:solidFill>
                  <a:schemeClr val="tx1"/>
                </a:solidFill>
                <a:prstDash val="solid"/>
                <a:headEnd type="none" w="med" len="med"/>
                <a:tailEnd type="none" w="med" len="med"/>
              </a:ln>
            </p:spPr>
          </p:sp>
          <p:sp>
            <p:nvSpPr>
              <p:cNvPr id="7503" name="Rectangle 1078"/>
              <p:cNvSpPr/>
              <p:nvPr/>
            </p:nvSpPr>
            <p:spPr>
              <a:xfrm>
                <a:off x="3966" y="756"/>
                <a:ext cx="435" cy="93"/>
              </a:xfrm>
              <a:prstGeom prst="rect">
                <a:avLst/>
              </a:prstGeom>
              <a:solidFill>
                <a:srgbClr val="FF0000"/>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7504" name="Text Box 1079"/>
              <p:cNvSpPr txBox="1"/>
              <p:nvPr/>
            </p:nvSpPr>
            <p:spPr>
              <a:xfrm>
                <a:off x="3937" y="633"/>
                <a:ext cx="513" cy="44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en-US" altLang="zh-CN" sz="1000" dirty="0">
                  <a:ea typeface="宋体" panose="02010600030101010101" pitchFamily="2" charset="-122"/>
                </a:endParaRPr>
              </a:p>
              <a:p>
                <a:pPr marL="0" lvl="0" indent="0" algn="ctr">
                  <a:spcBef>
                    <a:spcPct val="0"/>
                  </a:spcBef>
                  <a:buClrTx/>
                  <a:buSzTx/>
                  <a:buFontTx/>
                  <a:buNone/>
                </a:pPr>
                <a:r>
                  <a:rPr lang="en-US" altLang="zh-CN" sz="1000" dirty="0">
                    <a:solidFill>
                      <a:schemeClr val="bg1"/>
                    </a:solidFill>
                    <a:ea typeface="宋体" panose="02010600030101010101" pitchFamily="2" charset="-122"/>
                  </a:rPr>
                  <a:t>network</a:t>
                </a:r>
                <a:endParaRPr lang="en-US" altLang="zh-CN" sz="1000" dirty="0">
                  <a:solidFill>
                    <a:schemeClr val="bg1"/>
                  </a:solidFill>
                  <a:ea typeface="宋体" panose="02010600030101010101" pitchFamily="2" charset="-122"/>
                </a:endParaRPr>
              </a:p>
              <a:p>
                <a:pPr marL="0" lvl="0" indent="0" algn="ctr">
                  <a:spcBef>
                    <a:spcPct val="0"/>
                  </a:spcBef>
                  <a:buClrTx/>
                  <a:buSzTx/>
                  <a:buFontTx/>
                  <a:buNone/>
                </a:pPr>
                <a:r>
                  <a:rPr lang="en-US" altLang="zh-CN" sz="1000" dirty="0">
                    <a:ea typeface="宋体" panose="02010600030101010101" pitchFamily="2" charset="-122"/>
                  </a:rPr>
                  <a:t>data link</a:t>
                </a:r>
                <a:endParaRPr lang="en-US" altLang="zh-CN" sz="1000" dirty="0">
                  <a:ea typeface="宋体" panose="02010600030101010101" pitchFamily="2" charset="-122"/>
                </a:endParaRPr>
              </a:p>
              <a:p>
                <a:pPr marL="0" lvl="0" indent="0" algn="ctr">
                  <a:spcBef>
                    <a:spcPct val="0"/>
                  </a:spcBef>
                  <a:buClrTx/>
                  <a:buSzTx/>
                  <a:buFontTx/>
                  <a:buNone/>
                </a:pPr>
                <a:r>
                  <a:rPr lang="en-US" altLang="zh-CN" sz="1000" dirty="0">
                    <a:ea typeface="宋体" panose="02010600030101010101" pitchFamily="2" charset="-122"/>
                  </a:rPr>
                  <a:t>physical</a:t>
                </a:r>
                <a:endParaRPr lang="en-US" altLang="zh-CN" sz="2400" dirty="0">
                  <a:latin typeface="Times New Roman" panose="02020603050405020304" pitchFamily="18" charset="0"/>
                  <a:ea typeface="宋体" panose="02010600030101010101" pitchFamily="2" charset="-122"/>
                </a:endParaRPr>
              </a:p>
            </p:txBody>
          </p:sp>
        </p:grpSp>
        <p:grpSp>
          <p:nvGrpSpPr>
            <p:cNvPr id="7292" name="Group 1080"/>
            <p:cNvGrpSpPr/>
            <p:nvPr/>
          </p:nvGrpSpPr>
          <p:grpSpPr>
            <a:xfrm>
              <a:off x="4661" y="1148"/>
              <a:ext cx="513" cy="442"/>
              <a:chOff x="3937" y="633"/>
              <a:chExt cx="513" cy="442"/>
            </a:xfrm>
          </p:grpSpPr>
          <p:sp>
            <p:nvSpPr>
              <p:cNvPr id="7469" name="Line 1081"/>
              <p:cNvSpPr/>
              <p:nvPr/>
            </p:nvSpPr>
            <p:spPr>
              <a:xfrm>
                <a:off x="4061" y="1035"/>
                <a:ext cx="312" cy="1"/>
              </a:xfrm>
              <a:prstGeom prst="line">
                <a:avLst/>
              </a:prstGeom>
              <a:ln w="12700" cap="flat" cmpd="sng">
                <a:solidFill>
                  <a:schemeClr val="tx1"/>
                </a:solidFill>
                <a:prstDash val="solid"/>
                <a:headEnd type="none" w="med" len="med"/>
                <a:tailEnd type="none" w="med" len="med"/>
              </a:ln>
            </p:spPr>
          </p:sp>
          <p:sp>
            <p:nvSpPr>
              <p:cNvPr id="7470" name="Line 1082"/>
              <p:cNvSpPr/>
              <p:nvPr/>
            </p:nvSpPr>
            <p:spPr>
              <a:xfrm flipV="1">
                <a:off x="4212" y="929"/>
                <a:ext cx="1" cy="103"/>
              </a:xfrm>
              <a:prstGeom prst="line">
                <a:avLst/>
              </a:prstGeom>
              <a:ln w="12700" cap="flat" cmpd="sng">
                <a:solidFill>
                  <a:schemeClr val="tx1"/>
                </a:solidFill>
                <a:prstDash val="solid"/>
                <a:headEnd type="none" w="med" len="med"/>
                <a:tailEnd type="none" w="med" len="med"/>
              </a:ln>
            </p:spPr>
          </p:sp>
          <p:sp>
            <p:nvSpPr>
              <p:cNvPr id="7471" name="Oval 1083"/>
              <p:cNvSpPr/>
              <p:nvPr/>
            </p:nvSpPr>
            <p:spPr>
              <a:xfrm>
                <a:off x="4048" y="854"/>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7472" name="Line 1084"/>
              <p:cNvSpPr/>
              <p:nvPr/>
            </p:nvSpPr>
            <p:spPr>
              <a:xfrm>
                <a:off x="4048" y="847"/>
                <a:ext cx="0" cy="50"/>
              </a:xfrm>
              <a:prstGeom prst="line">
                <a:avLst/>
              </a:prstGeom>
              <a:ln w="12700" cap="flat" cmpd="sng">
                <a:solidFill>
                  <a:schemeClr val="tx1"/>
                </a:solidFill>
                <a:prstDash val="solid"/>
                <a:headEnd type="none" w="med" len="med"/>
                <a:tailEnd type="none" w="med" len="med"/>
              </a:ln>
            </p:spPr>
          </p:sp>
          <p:sp>
            <p:nvSpPr>
              <p:cNvPr id="7473" name="Line 1085"/>
              <p:cNvSpPr/>
              <p:nvPr/>
            </p:nvSpPr>
            <p:spPr>
              <a:xfrm>
                <a:off x="4361" y="847"/>
                <a:ext cx="0" cy="50"/>
              </a:xfrm>
              <a:prstGeom prst="line">
                <a:avLst/>
              </a:prstGeom>
              <a:ln w="12700" cap="flat" cmpd="sng">
                <a:solidFill>
                  <a:schemeClr val="tx1"/>
                </a:solidFill>
                <a:prstDash val="solid"/>
                <a:headEnd type="none" w="med" len="med"/>
                <a:tailEnd type="none" w="med" len="med"/>
              </a:ln>
            </p:spPr>
          </p:sp>
          <p:sp>
            <p:nvSpPr>
              <p:cNvPr id="7474" name="Rectangle 1086"/>
              <p:cNvSpPr/>
              <p:nvPr/>
            </p:nvSpPr>
            <p:spPr>
              <a:xfrm>
                <a:off x="4048" y="847"/>
                <a:ext cx="310"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7475" name="Oval 1087"/>
              <p:cNvSpPr/>
              <p:nvPr/>
            </p:nvSpPr>
            <p:spPr>
              <a:xfrm>
                <a:off x="4045" y="788"/>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7476" name="Group 1088"/>
              <p:cNvGrpSpPr/>
              <p:nvPr/>
            </p:nvGrpSpPr>
            <p:grpSpPr>
              <a:xfrm>
                <a:off x="4120" y="809"/>
                <a:ext cx="156" cy="55"/>
                <a:chOff x="2848" y="848"/>
                <a:chExt cx="140" cy="98"/>
              </a:xfrm>
            </p:grpSpPr>
            <p:sp>
              <p:nvSpPr>
                <p:cNvPr id="7487" name="Line 1089"/>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7488" name="Line 1090"/>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7489" name="Line 1091"/>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7477" name="Group 1092"/>
              <p:cNvGrpSpPr/>
              <p:nvPr/>
            </p:nvGrpSpPr>
            <p:grpSpPr>
              <a:xfrm flipV="1">
                <a:off x="4120" y="808"/>
                <a:ext cx="156" cy="56"/>
                <a:chOff x="2848" y="848"/>
                <a:chExt cx="140" cy="98"/>
              </a:xfrm>
            </p:grpSpPr>
            <p:sp>
              <p:nvSpPr>
                <p:cNvPr id="7484" name="Line 1093"/>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7485" name="Line 1094"/>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7486" name="Line 1095"/>
                <p:cNvSpPr/>
                <p:nvPr/>
              </p:nvSpPr>
              <p:spPr>
                <a:xfrm>
                  <a:off x="2894" y="850"/>
                  <a:ext cx="52" cy="96"/>
                </a:xfrm>
                <a:prstGeom prst="line">
                  <a:avLst/>
                </a:prstGeom>
                <a:ln w="28575" cap="flat" cmpd="sng">
                  <a:solidFill>
                    <a:schemeClr val="tx1"/>
                  </a:solidFill>
                  <a:prstDash val="solid"/>
                  <a:headEnd type="none" w="med" len="med"/>
                  <a:tailEnd type="none" w="med" len="med"/>
                </a:ln>
              </p:spPr>
            </p:sp>
          </p:grpSp>
          <p:sp>
            <p:nvSpPr>
              <p:cNvPr id="7478" name="Rectangle 1096"/>
              <p:cNvSpPr/>
              <p:nvPr/>
            </p:nvSpPr>
            <p:spPr>
              <a:xfrm>
                <a:off x="3996" y="732"/>
                <a:ext cx="426" cy="306"/>
              </a:xfrm>
              <a:prstGeom prst="rect">
                <a:avLst/>
              </a:prstGeom>
              <a:solidFill>
                <a:schemeClr val="accent2"/>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7479" name="Rectangle 1097"/>
              <p:cNvSpPr/>
              <p:nvPr/>
            </p:nvSpPr>
            <p:spPr>
              <a:xfrm>
                <a:off x="3969" y="753"/>
                <a:ext cx="435" cy="312"/>
              </a:xfrm>
              <a:prstGeom prst="rect">
                <a:avLst/>
              </a:prstGeom>
              <a:solidFill>
                <a:schemeClr val="bg1"/>
              </a:solidFill>
              <a:ln w="1270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7480" name="Line 1098"/>
              <p:cNvSpPr/>
              <p:nvPr/>
            </p:nvSpPr>
            <p:spPr>
              <a:xfrm>
                <a:off x="3966" y="945"/>
                <a:ext cx="435" cy="3"/>
              </a:xfrm>
              <a:prstGeom prst="line">
                <a:avLst/>
              </a:prstGeom>
              <a:ln w="12700" cap="flat" cmpd="sng">
                <a:solidFill>
                  <a:schemeClr val="tx1"/>
                </a:solidFill>
                <a:prstDash val="solid"/>
                <a:headEnd type="none" w="med" len="med"/>
                <a:tailEnd type="none" w="med" len="med"/>
              </a:ln>
            </p:spPr>
          </p:sp>
          <p:sp>
            <p:nvSpPr>
              <p:cNvPr id="7481" name="Line 1099"/>
              <p:cNvSpPr/>
              <p:nvPr/>
            </p:nvSpPr>
            <p:spPr>
              <a:xfrm>
                <a:off x="3972" y="849"/>
                <a:ext cx="435" cy="3"/>
              </a:xfrm>
              <a:prstGeom prst="line">
                <a:avLst/>
              </a:prstGeom>
              <a:ln w="12700" cap="flat" cmpd="sng">
                <a:solidFill>
                  <a:schemeClr val="tx1"/>
                </a:solidFill>
                <a:prstDash val="solid"/>
                <a:headEnd type="none" w="med" len="med"/>
                <a:tailEnd type="none" w="med" len="med"/>
              </a:ln>
            </p:spPr>
          </p:sp>
          <p:sp>
            <p:nvSpPr>
              <p:cNvPr id="7482" name="Rectangle 1100"/>
              <p:cNvSpPr/>
              <p:nvPr/>
            </p:nvSpPr>
            <p:spPr>
              <a:xfrm>
                <a:off x="3966" y="756"/>
                <a:ext cx="435" cy="93"/>
              </a:xfrm>
              <a:prstGeom prst="rect">
                <a:avLst/>
              </a:prstGeom>
              <a:solidFill>
                <a:srgbClr val="FF0000"/>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7483" name="Text Box 1101"/>
              <p:cNvSpPr txBox="1"/>
              <p:nvPr/>
            </p:nvSpPr>
            <p:spPr>
              <a:xfrm>
                <a:off x="3937" y="633"/>
                <a:ext cx="513" cy="44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en-US" altLang="zh-CN" sz="1000" dirty="0">
                  <a:ea typeface="宋体" panose="02010600030101010101" pitchFamily="2" charset="-122"/>
                </a:endParaRPr>
              </a:p>
              <a:p>
                <a:pPr marL="0" lvl="0" indent="0" algn="ctr">
                  <a:spcBef>
                    <a:spcPct val="0"/>
                  </a:spcBef>
                  <a:buClrTx/>
                  <a:buSzTx/>
                  <a:buFontTx/>
                  <a:buNone/>
                </a:pPr>
                <a:r>
                  <a:rPr lang="en-US" altLang="zh-CN" sz="1000" dirty="0">
                    <a:solidFill>
                      <a:schemeClr val="bg1"/>
                    </a:solidFill>
                    <a:ea typeface="宋体" panose="02010600030101010101" pitchFamily="2" charset="-122"/>
                  </a:rPr>
                  <a:t>network</a:t>
                </a:r>
                <a:endParaRPr lang="en-US" altLang="zh-CN" sz="1000" dirty="0">
                  <a:solidFill>
                    <a:schemeClr val="bg1"/>
                  </a:solidFill>
                  <a:ea typeface="宋体" panose="02010600030101010101" pitchFamily="2" charset="-122"/>
                </a:endParaRPr>
              </a:p>
              <a:p>
                <a:pPr marL="0" lvl="0" indent="0" algn="ctr">
                  <a:spcBef>
                    <a:spcPct val="0"/>
                  </a:spcBef>
                  <a:buClrTx/>
                  <a:buSzTx/>
                  <a:buFontTx/>
                  <a:buNone/>
                </a:pPr>
                <a:r>
                  <a:rPr lang="en-US" altLang="zh-CN" sz="1000" dirty="0">
                    <a:ea typeface="宋体" panose="02010600030101010101" pitchFamily="2" charset="-122"/>
                  </a:rPr>
                  <a:t>data link</a:t>
                </a:r>
                <a:endParaRPr lang="en-US" altLang="zh-CN" sz="1000" dirty="0">
                  <a:ea typeface="宋体" panose="02010600030101010101" pitchFamily="2" charset="-122"/>
                </a:endParaRPr>
              </a:p>
              <a:p>
                <a:pPr marL="0" lvl="0" indent="0" algn="ctr">
                  <a:spcBef>
                    <a:spcPct val="0"/>
                  </a:spcBef>
                  <a:buClrTx/>
                  <a:buSzTx/>
                  <a:buFontTx/>
                  <a:buNone/>
                </a:pPr>
                <a:r>
                  <a:rPr lang="en-US" altLang="zh-CN" sz="1000" dirty="0">
                    <a:ea typeface="宋体" panose="02010600030101010101" pitchFamily="2" charset="-122"/>
                  </a:rPr>
                  <a:t>physical</a:t>
                </a:r>
                <a:endParaRPr lang="en-US" altLang="zh-CN" sz="2400" dirty="0">
                  <a:latin typeface="Times New Roman" panose="02020603050405020304" pitchFamily="18" charset="0"/>
                  <a:ea typeface="宋体" panose="02010600030101010101" pitchFamily="2" charset="-122"/>
                </a:endParaRPr>
              </a:p>
            </p:txBody>
          </p:sp>
        </p:grpSp>
        <p:grpSp>
          <p:nvGrpSpPr>
            <p:cNvPr id="7293" name="Group 1102"/>
            <p:cNvGrpSpPr/>
            <p:nvPr/>
          </p:nvGrpSpPr>
          <p:grpSpPr>
            <a:xfrm>
              <a:off x="4702" y="1523"/>
              <a:ext cx="513" cy="442"/>
              <a:chOff x="3937" y="633"/>
              <a:chExt cx="513" cy="442"/>
            </a:xfrm>
          </p:grpSpPr>
          <p:sp>
            <p:nvSpPr>
              <p:cNvPr id="7448" name="Line 1103"/>
              <p:cNvSpPr/>
              <p:nvPr/>
            </p:nvSpPr>
            <p:spPr>
              <a:xfrm>
                <a:off x="4061" y="1035"/>
                <a:ext cx="312" cy="1"/>
              </a:xfrm>
              <a:prstGeom prst="line">
                <a:avLst/>
              </a:prstGeom>
              <a:ln w="12700" cap="flat" cmpd="sng">
                <a:solidFill>
                  <a:schemeClr val="tx1"/>
                </a:solidFill>
                <a:prstDash val="solid"/>
                <a:headEnd type="none" w="med" len="med"/>
                <a:tailEnd type="none" w="med" len="med"/>
              </a:ln>
            </p:spPr>
          </p:sp>
          <p:sp>
            <p:nvSpPr>
              <p:cNvPr id="7449" name="Line 1104"/>
              <p:cNvSpPr/>
              <p:nvPr/>
            </p:nvSpPr>
            <p:spPr>
              <a:xfrm flipV="1">
                <a:off x="4212" y="929"/>
                <a:ext cx="1" cy="103"/>
              </a:xfrm>
              <a:prstGeom prst="line">
                <a:avLst/>
              </a:prstGeom>
              <a:ln w="12700" cap="flat" cmpd="sng">
                <a:solidFill>
                  <a:schemeClr val="tx1"/>
                </a:solidFill>
                <a:prstDash val="solid"/>
                <a:headEnd type="none" w="med" len="med"/>
                <a:tailEnd type="none" w="med" len="med"/>
              </a:ln>
            </p:spPr>
          </p:sp>
          <p:sp>
            <p:nvSpPr>
              <p:cNvPr id="7450" name="Oval 1105"/>
              <p:cNvSpPr/>
              <p:nvPr/>
            </p:nvSpPr>
            <p:spPr>
              <a:xfrm>
                <a:off x="4048" y="854"/>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7451" name="Line 1106"/>
              <p:cNvSpPr/>
              <p:nvPr/>
            </p:nvSpPr>
            <p:spPr>
              <a:xfrm>
                <a:off x="4048" y="847"/>
                <a:ext cx="0" cy="50"/>
              </a:xfrm>
              <a:prstGeom prst="line">
                <a:avLst/>
              </a:prstGeom>
              <a:ln w="12700" cap="flat" cmpd="sng">
                <a:solidFill>
                  <a:schemeClr val="tx1"/>
                </a:solidFill>
                <a:prstDash val="solid"/>
                <a:headEnd type="none" w="med" len="med"/>
                <a:tailEnd type="none" w="med" len="med"/>
              </a:ln>
            </p:spPr>
          </p:sp>
          <p:sp>
            <p:nvSpPr>
              <p:cNvPr id="7452" name="Line 1107"/>
              <p:cNvSpPr/>
              <p:nvPr/>
            </p:nvSpPr>
            <p:spPr>
              <a:xfrm>
                <a:off x="4361" y="847"/>
                <a:ext cx="0" cy="50"/>
              </a:xfrm>
              <a:prstGeom prst="line">
                <a:avLst/>
              </a:prstGeom>
              <a:ln w="12700" cap="flat" cmpd="sng">
                <a:solidFill>
                  <a:schemeClr val="tx1"/>
                </a:solidFill>
                <a:prstDash val="solid"/>
                <a:headEnd type="none" w="med" len="med"/>
                <a:tailEnd type="none" w="med" len="med"/>
              </a:ln>
            </p:spPr>
          </p:sp>
          <p:sp>
            <p:nvSpPr>
              <p:cNvPr id="7453" name="Rectangle 1108"/>
              <p:cNvSpPr/>
              <p:nvPr/>
            </p:nvSpPr>
            <p:spPr>
              <a:xfrm>
                <a:off x="4048" y="847"/>
                <a:ext cx="310"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7454" name="Oval 1109"/>
              <p:cNvSpPr/>
              <p:nvPr/>
            </p:nvSpPr>
            <p:spPr>
              <a:xfrm>
                <a:off x="4045" y="788"/>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7455" name="Group 1110"/>
              <p:cNvGrpSpPr/>
              <p:nvPr/>
            </p:nvGrpSpPr>
            <p:grpSpPr>
              <a:xfrm>
                <a:off x="4120" y="809"/>
                <a:ext cx="156" cy="55"/>
                <a:chOff x="2848" y="848"/>
                <a:chExt cx="140" cy="98"/>
              </a:xfrm>
            </p:grpSpPr>
            <p:sp>
              <p:nvSpPr>
                <p:cNvPr id="7466" name="Line 1111"/>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7467" name="Line 1112"/>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7468" name="Line 1113"/>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7456" name="Group 1114"/>
              <p:cNvGrpSpPr/>
              <p:nvPr/>
            </p:nvGrpSpPr>
            <p:grpSpPr>
              <a:xfrm flipV="1">
                <a:off x="4120" y="808"/>
                <a:ext cx="156" cy="56"/>
                <a:chOff x="2848" y="848"/>
                <a:chExt cx="140" cy="98"/>
              </a:xfrm>
            </p:grpSpPr>
            <p:sp>
              <p:nvSpPr>
                <p:cNvPr id="7463" name="Line 1115"/>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7464" name="Line 1116"/>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7465" name="Line 1117"/>
                <p:cNvSpPr/>
                <p:nvPr/>
              </p:nvSpPr>
              <p:spPr>
                <a:xfrm>
                  <a:off x="2894" y="850"/>
                  <a:ext cx="52" cy="96"/>
                </a:xfrm>
                <a:prstGeom prst="line">
                  <a:avLst/>
                </a:prstGeom>
                <a:ln w="28575" cap="flat" cmpd="sng">
                  <a:solidFill>
                    <a:schemeClr val="tx1"/>
                  </a:solidFill>
                  <a:prstDash val="solid"/>
                  <a:headEnd type="none" w="med" len="med"/>
                  <a:tailEnd type="none" w="med" len="med"/>
                </a:ln>
              </p:spPr>
            </p:sp>
          </p:grpSp>
          <p:sp>
            <p:nvSpPr>
              <p:cNvPr id="7457" name="Rectangle 1118"/>
              <p:cNvSpPr/>
              <p:nvPr/>
            </p:nvSpPr>
            <p:spPr>
              <a:xfrm>
                <a:off x="3996" y="732"/>
                <a:ext cx="426" cy="306"/>
              </a:xfrm>
              <a:prstGeom prst="rect">
                <a:avLst/>
              </a:prstGeom>
              <a:solidFill>
                <a:schemeClr val="accent2"/>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7458" name="Rectangle 1119"/>
              <p:cNvSpPr/>
              <p:nvPr/>
            </p:nvSpPr>
            <p:spPr>
              <a:xfrm>
                <a:off x="3969" y="753"/>
                <a:ext cx="435" cy="312"/>
              </a:xfrm>
              <a:prstGeom prst="rect">
                <a:avLst/>
              </a:prstGeom>
              <a:solidFill>
                <a:schemeClr val="bg1"/>
              </a:solidFill>
              <a:ln w="1270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7459" name="Line 1120"/>
              <p:cNvSpPr/>
              <p:nvPr/>
            </p:nvSpPr>
            <p:spPr>
              <a:xfrm>
                <a:off x="3966" y="945"/>
                <a:ext cx="435" cy="3"/>
              </a:xfrm>
              <a:prstGeom prst="line">
                <a:avLst/>
              </a:prstGeom>
              <a:ln w="12700" cap="flat" cmpd="sng">
                <a:solidFill>
                  <a:schemeClr val="tx1"/>
                </a:solidFill>
                <a:prstDash val="solid"/>
                <a:headEnd type="none" w="med" len="med"/>
                <a:tailEnd type="none" w="med" len="med"/>
              </a:ln>
            </p:spPr>
          </p:sp>
          <p:sp>
            <p:nvSpPr>
              <p:cNvPr id="7460" name="Line 1121"/>
              <p:cNvSpPr/>
              <p:nvPr/>
            </p:nvSpPr>
            <p:spPr>
              <a:xfrm>
                <a:off x="3972" y="849"/>
                <a:ext cx="435" cy="3"/>
              </a:xfrm>
              <a:prstGeom prst="line">
                <a:avLst/>
              </a:prstGeom>
              <a:ln w="12700" cap="flat" cmpd="sng">
                <a:solidFill>
                  <a:schemeClr val="tx1"/>
                </a:solidFill>
                <a:prstDash val="solid"/>
                <a:headEnd type="none" w="med" len="med"/>
                <a:tailEnd type="none" w="med" len="med"/>
              </a:ln>
            </p:spPr>
          </p:sp>
          <p:sp>
            <p:nvSpPr>
              <p:cNvPr id="7461" name="Rectangle 1122"/>
              <p:cNvSpPr/>
              <p:nvPr/>
            </p:nvSpPr>
            <p:spPr>
              <a:xfrm>
                <a:off x="3966" y="756"/>
                <a:ext cx="435" cy="93"/>
              </a:xfrm>
              <a:prstGeom prst="rect">
                <a:avLst/>
              </a:prstGeom>
              <a:solidFill>
                <a:srgbClr val="FF0000"/>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7462" name="Text Box 1123"/>
              <p:cNvSpPr txBox="1"/>
              <p:nvPr/>
            </p:nvSpPr>
            <p:spPr>
              <a:xfrm>
                <a:off x="3937" y="633"/>
                <a:ext cx="513" cy="44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en-US" altLang="zh-CN" sz="1000" dirty="0">
                  <a:ea typeface="宋体" panose="02010600030101010101" pitchFamily="2" charset="-122"/>
                </a:endParaRPr>
              </a:p>
              <a:p>
                <a:pPr marL="0" lvl="0" indent="0" algn="ctr">
                  <a:spcBef>
                    <a:spcPct val="0"/>
                  </a:spcBef>
                  <a:buClrTx/>
                  <a:buSzTx/>
                  <a:buFontTx/>
                  <a:buNone/>
                </a:pPr>
                <a:r>
                  <a:rPr lang="en-US" altLang="zh-CN" sz="1000" dirty="0">
                    <a:solidFill>
                      <a:schemeClr val="bg1"/>
                    </a:solidFill>
                    <a:ea typeface="宋体" panose="02010600030101010101" pitchFamily="2" charset="-122"/>
                  </a:rPr>
                  <a:t>network</a:t>
                </a:r>
                <a:endParaRPr lang="en-US" altLang="zh-CN" sz="1000" dirty="0">
                  <a:solidFill>
                    <a:schemeClr val="bg1"/>
                  </a:solidFill>
                  <a:ea typeface="宋体" panose="02010600030101010101" pitchFamily="2" charset="-122"/>
                </a:endParaRPr>
              </a:p>
              <a:p>
                <a:pPr marL="0" lvl="0" indent="0" algn="ctr">
                  <a:spcBef>
                    <a:spcPct val="0"/>
                  </a:spcBef>
                  <a:buClrTx/>
                  <a:buSzTx/>
                  <a:buFontTx/>
                  <a:buNone/>
                </a:pPr>
                <a:r>
                  <a:rPr lang="en-US" altLang="zh-CN" sz="1000" dirty="0">
                    <a:ea typeface="宋体" panose="02010600030101010101" pitchFamily="2" charset="-122"/>
                  </a:rPr>
                  <a:t>data link</a:t>
                </a:r>
                <a:endParaRPr lang="en-US" altLang="zh-CN" sz="1000" dirty="0">
                  <a:ea typeface="宋体" panose="02010600030101010101" pitchFamily="2" charset="-122"/>
                </a:endParaRPr>
              </a:p>
              <a:p>
                <a:pPr marL="0" lvl="0" indent="0" algn="ctr">
                  <a:spcBef>
                    <a:spcPct val="0"/>
                  </a:spcBef>
                  <a:buClrTx/>
                  <a:buSzTx/>
                  <a:buFontTx/>
                  <a:buNone/>
                </a:pPr>
                <a:r>
                  <a:rPr lang="en-US" altLang="zh-CN" sz="1000" dirty="0">
                    <a:ea typeface="宋体" panose="02010600030101010101" pitchFamily="2" charset="-122"/>
                  </a:rPr>
                  <a:t>physical</a:t>
                </a:r>
                <a:endParaRPr lang="en-US" altLang="zh-CN" sz="2400" dirty="0">
                  <a:latin typeface="Times New Roman" panose="02020603050405020304" pitchFamily="18" charset="0"/>
                  <a:ea typeface="宋体" panose="02010600030101010101" pitchFamily="2" charset="-122"/>
                </a:endParaRPr>
              </a:p>
            </p:txBody>
          </p:sp>
        </p:grpSp>
        <p:grpSp>
          <p:nvGrpSpPr>
            <p:cNvPr id="7294" name="Group 1124"/>
            <p:cNvGrpSpPr/>
            <p:nvPr/>
          </p:nvGrpSpPr>
          <p:grpSpPr>
            <a:xfrm>
              <a:off x="4197" y="1157"/>
              <a:ext cx="513" cy="442"/>
              <a:chOff x="3937" y="633"/>
              <a:chExt cx="513" cy="442"/>
            </a:xfrm>
          </p:grpSpPr>
          <p:sp>
            <p:nvSpPr>
              <p:cNvPr id="7427" name="Line 1125"/>
              <p:cNvSpPr/>
              <p:nvPr/>
            </p:nvSpPr>
            <p:spPr>
              <a:xfrm>
                <a:off x="4061" y="1035"/>
                <a:ext cx="312" cy="1"/>
              </a:xfrm>
              <a:prstGeom prst="line">
                <a:avLst/>
              </a:prstGeom>
              <a:ln w="12700" cap="flat" cmpd="sng">
                <a:solidFill>
                  <a:schemeClr val="tx1"/>
                </a:solidFill>
                <a:prstDash val="solid"/>
                <a:headEnd type="none" w="med" len="med"/>
                <a:tailEnd type="none" w="med" len="med"/>
              </a:ln>
            </p:spPr>
          </p:sp>
          <p:sp>
            <p:nvSpPr>
              <p:cNvPr id="7428" name="Line 1126"/>
              <p:cNvSpPr/>
              <p:nvPr/>
            </p:nvSpPr>
            <p:spPr>
              <a:xfrm flipV="1">
                <a:off x="4212" y="929"/>
                <a:ext cx="1" cy="103"/>
              </a:xfrm>
              <a:prstGeom prst="line">
                <a:avLst/>
              </a:prstGeom>
              <a:ln w="12700" cap="flat" cmpd="sng">
                <a:solidFill>
                  <a:schemeClr val="tx1"/>
                </a:solidFill>
                <a:prstDash val="solid"/>
                <a:headEnd type="none" w="med" len="med"/>
                <a:tailEnd type="none" w="med" len="med"/>
              </a:ln>
            </p:spPr>
          </p:sp>
          <p:sp>
            <p:nvSpPr>
              <p:cNvPr id="7429" name="Oval 1127"/>
              <p:cNvSpPr/>
              <p:nvPr/>
            </p:nvSpPr>
            <p:spPr>
              <a:xfrm>
                <a:off x="4048" y="854"/>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7430" name="Line 1128"/>
              <p:cNvSpPr/>
              <p:nvPr/>
            </p:nvSpPr>
            <p:spPr>
              <a:xfrm>
                <a:off x="4048" y="847"/>
                <a:ext cx="0" cy="50"/>
              </a:xfrm>
              <a:prstGeom prst="line">
                <a:avLst/>
              </a:prstGeom>
              <a:ln w="12700" cap="flat" cmpd="sng">
                <a:solidFill>
                  <a:schemeClr val="tx1"/>
                </a:solidFill>
                <a:prstDash val="solid"/>
                <a:headEnd type="none" w="med" len="med"/>
                <a:tailEnd type="none" w="med" len="med"/>
              </a:ln>
            </p:spPr>
          </p:sp>
          <p:sp>
            <p:nvSpPr>
              <p:cNvPr id="7431" name="Line 1129"/>
              <p:cNvSpPr/>
              <p:nvPr/>
            </p:nvSpPr>
            <p:spPr>
              <a:xfrm>
                <a:off x="4361" y="847"/>
                <a:ext cx="0" cy="50"/>
              </a:xfrm>
              <a:prstGeom prst="line">
                <a:avLst/>
              </a:prstGeom>
              <a:ln w="12700" cap="flat" cmpd="sng">
                <a:solidFill>
                  <a:schemeClr val="tx1"/>
                </a:solidFill>
                <a:prstDash val="solid"/>
                <a:headEnd type="none" w="med" len="med"/>
                <a:tailEnd type="none" w="med" len="med"/>
              </a:ln>
            </p:spPr>
          </p:sp>
          <p:sp>
            <p:nvSpPr>
              <p:cNvPr id="7432" name="Rectangle 1130"/>
              <p:cNvSpPr/>
              <p:nvPr/>
            </p:nvSpPr>
            <p:spPr>
              <a:xfrm>
                <a:off x="4048" y="847"/>
                <a:ext cx="310"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7433" name="Oval 1131"/>
              <p:cNvSpPr/>
              <p:nvPr/>
            </p:nvSpPr>
            <p:spPr>
              <a:xfrm>
                <a:off x="4045" y="788"/>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7434" name="Group 1132"/>
              <p:cNvGrpSpPr/>
              <p:nvPr/>
            </p:nvGrpSpPr>
            <p:grpSpPr>
              <a:xfrm>
                <a:off x="4120" y="809"/>
                <a:ext cx="156" cy="55"/>
                <a:chOff x="2848" y="848"/>
                <a:chExt cx="140" cy="98"/>
              </a:xfrm>
            </p:grpSpPr>
            <p:sp>
              <p:nvSpPr>
                <p:cNvPr id="7445" name="Line 1133"/>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7446" name="Line 1134"/>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7447" name="Line 1135"/>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7435" name="Group 1136"/>
              <p:cNvGrpSpPr/>
              <p:nvPr/>
            </p:nvGrpSpPr>
            <p:grpSpPr>
              <a:xfrm flipV="1">
                <a:off x="4120" y="808"/>
                <a:ext cx="156" cy="56"/>
                <a:chOff x="2848" y="848"/>
                <a:chExt cx="140" cy="98"/>
              </a:xfrm>
            </p:grpSpPr>
            <p:sp>
              <p:nvSpPr>
                <p:cNvPr id="7442" name="Line 1137"/>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7443" name="Line 1138"/>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7444" name="Line 1139"/>
                <p:cNvSpPr/>
                <p:nvPr/>
              </p:nvSpPr>
              <p:spPr>
                <a:xfrm>
                  <a:off x="2894" y="850"/>
                  <a:ext cx="52" cy="96"/>
                </a:xfrm>
                <a:prstGeom prst="line">
                  <a:avLst/>
                </a:prstGeom>
                <a:ln w="28575" cap="flat" cmpd="sng">
                  <a:solidFill>
                    <a:schemeClr val="tx1"/>
                  </a:solidFill>
                  <a:prstDash val="solid"/>
                  <a:headEnd type="none" w="med" len="med"/>
                  <a:tailEnd type="none" w="med" len="med"/>
                </a:ln>
              </p:spPr>
            </p:sp>
          </p:grpSp>
          <p:sp>
            <p:nvSpPr>
              <p:cNvPr id="7436" name="Rectangle 1140"/>
              <p:cNvSpPr/>
              <p:nvPr/>
            </p:nvSpPr>
            <p:spPr>
              <a:xfrm>
                <a:off x="3996" y="732"/>
                <a:ext cx="426" cy="306"/>
              </a:xfrm>
              <a:prstGeom prst="rect">
                <a:avLst/>
              </a:prstGeom>
              <a:solidFill>
                <a:schemeClr val="accent2"/>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7437" name="Rectangle 1141"/>
              <p:cNvSpPr/>
              <p:nvPr/>
            </p:nvSpPr>
            <p:spPr>
              <a:xfrm>
                <a:off x="3969" y="753"/>
                <a:ext cx="435" cy="312"/>
              </a:xfrm>
              <a:prstGeom prst="rect">
                <a:avLst/>
              </a:prstGeom>
              <a:solidFill>
                <a:schemeClr val="bg1"/>
              </a:solidFill>
              <a:ln w="1270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7438" name="Line 1142"/>
              <p:cNvSpPr/>
              <p:nvPr/>
            </p:nvSpPr>
            <p:spPr>
              <a:xfrm>
                <a:off x="3966" y="945"/>
                <a:ext cx="435" cy="3"/>
              </a:xfrm>
              <a:prstGeom prst="line">
                <a:avLst/>
              </a:prstGeom>
              <a:ln w="12700" cap="flat" cmpd="sng">
                <a:solidFill>
                  <a:schemeClr val="tx1"/>
                </a:solidFill>
                <a:prstDash val="solid"/>
                <a:headEnd type="none" w="med" len="med"/>
                <a:tailEnd type="none" w="med" len="med"/>
              </a:ln>
            </p:spPr>
          </p:sp>
          <p:sp>
            <p:nvSpPr>
              <p:cNvPr id="7439" name="Line 1143"/>
              <p:cNvSpPr/>
              <p:nvPr/>
            </p:nvSpPr>
            <p:spPr>
              <a:xfrm>
                <a:off x="3972" y="849"/>
                <a:ext cx="435" cy="3"/>
              </a:xfrm>
              <a:prstGeom prst="line">
                <a:avLst/>
              </a:prstGeom>
              <a:ln w="12700" cap="flat" cmpd="sng">
                <a:solidFill>
                  <a:schemeClr val="tx1"/>
                </a:solidFill>
                <a:prstDash val="solid"/>
                <a:headEnd type="none" w="med" len="med"/>
                <a:tailEnd type="none" w="med" len="med"/>
              </a:ln>
            </p:spPr>
          </p:sp>
          <p:sp>
            <p:nvSpPr>
              <p:cNvPr id="7440" name="Rectangle 1144"/>
              <p:cNvSpPr/>
              <p:nvPr/>
            </p:nvSpPr>
            <p:spPr>
              <a:xfrm>
                <a:off x="3966" y="756"/>
                <a:ext cx="435" cy="93"/>
              </a:xfrm>
              <a:prstGeom prst="rect">
                <a:avLst/>
              </a:prstGeom>
              <a:solidFill>
                <a:srgbClr val="FF0000"/>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7441" name="Text Box 1145"/>
              <p:cNvSpPr txBox="1"/>
              <p:nvPr/>
            </p:nvSpPr>
            <p:spPr>
              <a:xfrm>
                <a:off x="3937" y="633"/>
                <a:ext cx="513" cy="44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en-US" altLang="zh-CN" sz="1000" dirty="0">
                  <a:ea typeface="宋体" panose="02010600030101010101" pitchFamily="2" charset="-122"/>
                </a:endParaRPr>
              </a:p>
              <a:p>
                <a:pPr marL="0" lvl="0" indent="0" algn="ctr">
                  <a:spcBef>
                    <a:spcPct val="0"/>
                  </a:spcBef>
                  <a:buClrTx/>
                  <a:buSzTx/>
                  <a:buFontTx/>
                  <a:buNone/>
                </a:pPr>
                <a:r>
                  <a:rPr lang="en-US" altLang="zh-CN" sz="1000" dirty="0">
                    <a:solidFill>
                      <a:schemeClr val="bg1"/>
                    </a:solidFill>
                    <a:ea typeface="宋体" panose="02010600030101010101" pitchFamily="2" charset="-122"/>
                  </a:rPr>
                  <a:t>network</a:t>
                </a:r>
                <a:endParaRPr lang="en-US" altLang="zh-CN" sz="1000" dirty="0">
                  <a:solidFill>
                    <a:schemeClr val="bg1"/>
                  </a:solidFill>
                  <a:ea typeface="宋体" panose="02010600030101010101" pitchFamily="2" charset="-122"/>
                </a:endParaRPr>
              </a:p>
              <a:p>
                <a:pPr marL="0" lvl="0" indent="0" algn="ctr">
                  <a:spcBef>
                    <a:spcPct val="0"/>
                  </a:spcBef>
                  <a:buClrTx/>
                  <a:buSzTx/>
                  <a:buFontTx/>
                  <a:buNone/>
                </a:pPr>
                <a:r>
                  <a:rPr lang="en-US" altLang="zh-CN" sz="1000" dirty="0">
                    <a:ea typeface="宋体" panose="02010600030101010101" pitchFamily="2" charset="-122"/>
                  </a:rPr>
                  <a:t>data link</a:t>
                </a:r>
                <a:endParaRPr lang="en-US" altLang="zh-CN" sz="1000" dirty="0">
                  <a:ea typeface="宋体" panose="02010600030101010101" pitchFamily="2" charset="-122"/>
                </a:endParaRPr>
              </a:p>
              <a:p>
                <a:pPr marL="0" lvl="0" indent="0" algn="ctr">
                  <a:spcBef>
                    <a:spcPct val="0"/>
                  </a:spcBef>
                  <a:buClrTx/>
                  <a:buSzTx/>
                  <a:buFontTx/>
                  <a:buNone/>
                </a:pPr>
                <a:r>
                  <a:rPr lang="en-US" altLang="zh-CN" sz="1000" dirty="0">
                    <a:ea typeface="宋体" panose="02010600030101010101" pitchFamily="2" charset="-122"/>
                  </a:rPr>
                  <a:t>physical</a:t>
                </a:r>
                <a:endParaRPr lang="en-US" altLang="zh-CN" sz="2400" dirty="0">
                  <a:latin typeface="Times New Roman" panose="02020603050405020304" pitchFamily="18" charset="0"/>
                  <a:ea typeface="宋体" panose="02010600030101010101" pitchFamily="2" charset="-122"/>
                </a:endParaRPr>
              </a:p>
            </p:txBody>
          </p:sp>
        </p:grpSp>
        <p:grpSp>
          <p:nvGrpSpPr>
            <p:cNvPr id="7295" name="Group 1146"/>
            <p:cNvGrpSpPr/>
            <p:nvPr/>
          </p:nvGrpSpPr>
          <p:grpSpPr>
            <a:xfrm>
              <a:off x="4389" y="2239"/>
              <a:ext cx="513" cy="442"/>
              <a:chOff x="3937" y="633"/>
              <a:chExt cx="513" cy="442"/>
            </a:xfrm>
          </p:grpSpPr>
          <p:sp>
            <p:nvSpPr>
              <p:cNvPr id="7406" name="Line 1147"/>
              <p:cNvSpPr/>
              <p:nvPr/>
            </p:nvSpPr>
            <p:spPr>
              <a:xfrm>
                <a:off x="4061" y="1035"/>
                <a:ext cx="312" cy="1"/>
              </a:xfrm>
              <a:prstGeom prst="line">
                <a:avLst/>
              </a:prstGeom>
              <a:ln w="12700" cap="flat" cmpd="sng">
                <a:solidFill>
                  <a:schemeClr val="tx1"/>
                </a:solidFill>
                <a:prstDash val="solid"/>
                <a:headEnd type="none" w="med" len="med"/>
                <a:tailEnd type="none" w="med" len="med"/>
              </a:ln>
            </p:spPr>
          </p:sp>
          <p:sp>
            <p:nvSpPr>
              <p:cNvPr id="7407" name="Line 1148"/>
              <p:cNvSpPr/>
              <p:nvPr/>
            </p:nvSpPr>
            <p:spPr>
              <a:xfrm flipV="1">
                <a:off x="4212" y="929"/>
                <a:ext cx="1" cy="103"/>
              </a:xfrm>
              <a:prstGeom prst="line">
                <a:avLst/>
              </a:prstGeom>
              <a:ln w="12700" cap="flat" cmpd="sng">
                <a:solidFill>
                  <a:schemeClr val="tx1"/>
                </a:solidFill>
                <a:prstDash val="solid"/>
                <a:headEnd type="none" w="med" len="med"/>
                <a:tailEnd type="none" w="med" len="med"/>
              </a:ln>
            </p:spPr>
          </p:sp>
          <p:sp>
            <p:nvSpPr>
              <p:cNvPr id="7408" name="Oval 1149"/>
              <p:cNvSpPr/>
              <p:nvPr/>
            </p:nvSpPr>
            <p:spPr>
              <a:xfrm>
                <a:off x="4048" y="854"/>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7409" name="Line 1150"/>
              <p:cNvSpPr/>
              <p:nvPr/>
            </p:nvSpPr>
            <p:spPr>
              <a:xfrm>
                <a:off x="4048" y="847"/>
                <a:ext cx="0" cy="50"/>
              </a:xfrm>
              <a:prstGeom prst="line">
                <a:avLst/>
              </a:prstGeom>
              <a:ln w="12700" cap="flat" cmpd="sng">
                <a:solidFill>
                  <a:schemeClr val="tx1"/>
                </a:solidFill>
                <a:prstDash val="solid"/>
                <a:headEnd type="none" w="med" len="med"/>
                <a:tailEnd type="none" w="med" len="med"/>
              </a:ln>
            </p:spPr>
          </p:sp>
          <p:sp>
            <p:nvSpPr>
              <p:cNvPr id="7410" name="Line 1151"/>
              <p:cNvSpPr/>
              <p:nvPr/>
            </p:nvSpPr>
            <p:spPr>
              <a:xfrm>
                <a:off x="4361" y="847"/>
                <a:ext cx="0" cy="50"/>
              </a:xfrm>
              <a:prstGeom prst="line">
                <a:avLst/>
              </a:prstGeom>
              <a:ln w="12700" cap="flat" cmpd="sng">
                <a:solidFill>
                  <a:schemeClr val="tx1"/>
                </a:solidFill>
                <a:prstDash val="solid"/>
                <a:headEnd type="none" w="med" len="med"/>
                <a:tailEnd type="none" w="med" len="med"/>
              </a:ln>
            </p:spPr>
          </p:sp>
          <p:sp>
            <p:nvSpPr>
              <p:cNvPr id="7411" name="Rectangle 1152"/>
              <p:cNvSpPr/>
              <p:nvPr/>
            </p:nvSpPr>
            <p:spPr>
              <a:xfrm>
                <a:off x="4048" y="847"/>
                <a:ext cx="310"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7412" name="Oval 1153"/>
              <p:cNvSpPr/>
              <p:nvPr/>
            </p:nvSpPr>
            <p:spPr>
              <a:xfrm>
                <a:off x="4045" y="788"/>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7413" name="Group 1154"/>
              <p:cNvGrpSpPr/>
              <p:nvPr/>
            </p:nvGrpSpPr>
            <p:grpSpPr>
              <a:xfrm>
                <a:off x="4120" y="809"/>
                <a:ext cx="156" cy="55"/>
                <a:chOff x="2848" y="848"/>
                <a:chExt cx="140" cy="98"/>
              </a:xfrm>
            </p:grpSpPr>
            <p:sp>
              <p:nvSpPr>
                <p:cNvPr id="7424" name="Line 1155"/>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7425" name="Line 1156"/>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7426" name="Line 1157"/>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7414" name="Group 1158"/>
              <p:cNvGrpSpPr/>
              <p:nvPr/>
            </p:nvGrpSpPr>
            <p:grpSpPr>
              <a:xfrm flipV="1">
                <a:off x="4120" y="808"/>
                <a:ext cx="156" cy="56"/>
                <a:chOff x="2848" y="848"/>
                <a:chExt cx="140" cy="98"/>
              </a:xfrm>
            </p:grpSpPr>
            <p:sp>
              <p:nvSpPr>
                <p:cNvPr id="7421" name="Line 1159"/>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7422" name="Line 1160"/>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7423" name="Line 1161"/>
                <p:cNvSpPr/>
                <p:nvPr/>
              </p:nvSpPr>
              <p:spPr>
                <a:xfrm>
                  <a:off x="2894" y="850"/>
                  <a:ext cx="52" cy="96"/>
                </a:xfrm>
                <a:prstGeom prst="line">
                  <a:avLst/>
                </a:prstGeom>
                <a:ln w="28575" cap="flat" cmpd="sng">
                  <a:solidFill>
                    <a:schemeClr val="tx1"/>
                  </a:solidFill>
                  <a:prstDash val="solid"/>
                  <a:headEnd type="none" w="med" len="med"/>
                  <a:tailEnd type="none" w="med" len="med"/>
                </a:ln>
              </p:spPr>
            </p:sp>
          </p:grpSp>
          <p:sp>
            <p:nvSpPr>
              <p:cNvPr id="7415" name="Rectangle 1162"/>
              <p:cNvSpPr/>
              <p:nvPr/>
            </p:nvSpPr>
            <p:spPr>
              <a:xfrm>
                <a:off x="3996" y="732"/>
                <a:ext cx="426" cy="306"/>
              </a:xfrm>
              <a:prstGeom prst="rect">
                <a:avLst/>
              </a:prstGeom>
              <a:solidFill>
                <a:schemeClr val="accent2"/>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7416" name="Rectangle 1163"/>
              <p:cNvSpPr/>
              <p:nvPr/>
            </p:nvSpPr>
            <p:spPr>
              <a:xfrm>
                <a:off x="3969" y="753"/>
                <a:ext cx="435" cy="312"/>
              </a:xfrm>
              <a:prstGeom prst="rect">
                <a:avLst/>
              </a:prstGeom>
              <a:solidFill>
                <a:schemeClr val="bg1"/>
              </a:solidFill>
              <a:ln w="1270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7417" name="Line 1164"/>
              <p:cNvSpPr/>
              <p:nvPr/>
            </p:nvSpPr>
            <p:spPr>
              <a:xfrm>
                <a:off x="3966" y="945"/>
                <a:ext cx="435" cy="3"/>
              </a:xfrm>
              <a:prstGeom prst="line">
                <a:avLst/>
              </a:prstGeom>
              <a:ln w="12700" cap="flat" cmpd="sng">
                <a:solidFill>
                  <a:schemeClr val="tx1"/>
                </a:solidFill>
                <a:prstDash val="solid"/>
                <a:headEnd type="none" w="med" len="med"/>
                <a:tailEnd type="none" w="med" len="med"/>
              </a:ln>
            </p:spPr>
          </p:sp>
          <p:sp>
            <p:nvSpPr>
              <p:cNvPr id="7418" name="Line 1165"/>
              <p:cNvSpPr/>
              <p:nvPr/>
            </p:nvSpPr>
            <p:spPr>
              <a:xfrm>
                <a:off x="3972" y="849"/>
                <a:ext cx="435" cy="3"/>
              </a:xfrm>
              <a:prstGeom prst="line">
                <a:avLst/>
              </a:prstGeom>
              <a:ln w="12700" cap="flat" cmpd="sng">
                <a:solidFill>
                  <a:schemeClr val="tx1"/>
                </a:solidFill>
                <a:prstDash val="solid"/>
                <a:headEnd type="none" w="med" len="med"/>
                <a:tailEnd type="none" w="med" len="med"/>
              </a:ln>
            </p:spPr>
          </p:sp>
          <p:sp>
            <p:nvSpPr>
              <p:cNvPr id="7419" name="Rectangle 1166"/>
              <p:cNvSpPr/>
              <p:nvPr/>
            </p:nvSpPr>
            <p:spPr>
              <a:xfrm>
                <a:off x="3966" y="756"/>
                <a:ext cx="435" cy="93"/>
              </a:xfrm>
              <a:prstGeom prst="rect">
                <a:avLst/>
              </a:prstGeom>
              <a:solidFill>
                <a:srgbClr val="FF0000"/>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7420" name="Text Box 1167"/>
              <p:cNvSpPr txBox="1"/>
              <p:nvPr/>
            </p:nvSpPr>
            <p:spPr>
              <a:xfrm>
                <a:off x="3937" y="633"/>
                <a:ext cx="513" cy="44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en-US" altLang="zh-CN" sz="1000" dirty="0">
                  <a:ea typeface="宋体" panose="02010600030101010101" pitchFamily="2" charset="-122"/>
                </a:endParaRPr>
              </a:p>
              <a:p>
                <a:pPr marL="0" lvl="0" indent="0" algn="ctr">
                  <a:spcBef>
                    <a:spcPct val="0"/>
                  </a:spcBef>
                  <a:buClrTx/>
                  <a:buSzTx/>
                  <a:buFontTx/>
                  <a:buNone/>
                </a:pPr>
                <a:r>
                  <a:rPr lang="en-US" altLang="zh-CN" sz="1000" dirty="0">
                    <a:solidFill>
                      <a:schemeClr val="bg1"/>
                    </a:solidFill>
                    <a:ea typeface="宋体" panose="02010600030101010101" pitchFamily="2" charset="-122"/>
                  </a:rPr>
                  <a:t>network</a:t>
                </a:r>
                <a:endParaRPr lang="en-US" altLang="zh-CN" sz="1000" dirty="0">
                  <a:solidFill>
                    <a:schemeClr val="bg1"/>
                  </a:solidFill>
                  <a:ea typeface="宋体" panose="02010600030101010101" pitchFamily="2" charset="-122"/>
                </a:endParaRPr>
              </a:p>
              <a:p>
                <a:pPr marL="0" lvl="0" indent="0" algn="ctr">
                  <a:spcBef>
                    <a:spcPct val="0"/>
                  </a:spcBef>
                  <a:buClrTx/>
                  <a:buSzTx/>
                  <a:buFontTx/>
                  <a:buNone/>
                </a:pPr>
                <a:r>
                  <a:rPr lang="en-US" altLang="zh-CN" sz="1000" dirty="0">
                    <a:ea typeface="宋体" panose="02010600030101010101" pitchFamily="2" charset="-122"/>
                  </a:rPr>
                  <a:t>data link</a:t>
                </a:r>
                <a:endParaRPr lang="en-US" altLang="zh-CN" sz="1000" dirty="0">
                  <a:ea typeface="宋体" panose="02010600030101010101" pitchFamily="2" charset="-122"/>
                </a:endParaRPr>
              </a:p>
              <a:p>
                <a:pPr marL="0" lvl="0" indent="0" algn="ctr">
                  <a:spcBef>
                    <a:spcPct val="0"/>
                  </a:spcBef>
                  <a:buClrTx/>
                  <a:buSzTx/>
                  <a:buFontTx/>
                  <a:buNone/>
                </a:pPr>
                <a:r>
                  <a:rPr lang="en-US" altLang="zh-CN" sz="1000" dirty="0">
                    <a:ea typeface="宋体" panose="02010600030101010101" pitchFamily="2" charset="-122"/>
                  </a:rPr>
                  <a:t>physical</a:t>
                </a:r>
                <a:endParaRPr lang="en-US" altLang="zh-CN" sz="2400" dirty="0">
                  <a:latin typeface="Times New Roman" panose="02020603050405020304" pitchFamily="18" charset="0"/>
                  <a:ea typeface="宋体" panose="02010600030101010101" pitchFamily="2" charset="-122"/>
                </a:endParaRPr>
              </a:p>
            </p:txBody>
          </p:sp>
        </p:grpSp>
        <p:grpSp>
          <p:nvGrpSpPr>
            <p:cNvPr id="7296" name="Group 1168"/>
            <p:cNvGrpSpPr/>
            <p:nvPr/>
          </p:nvGrpSpPr>
          <p:grpSpPr>
            <a:xfrm>
              <a:off x="4765" y="1995"/>
              <a:ext cx="513" cy="442"/>
              <a:chOff x="3937" y="633"/>
              <a:chExt cx="513" cy="442"/>
            </a:xfrm>
          </p:grpSpPr>
          <p:sp>
            <p:nvSpPr>
              <p:cNvPr id="7385" name="Line 1169"/>
              <p:cNvSpPr/>
              <p:nvPr/>
            </p:nvSpPr>
            <p:spPr>
              <a:xfrm>
                <a:off x="4061" y="1035"/>
                <a:ext cx="312" cy="1"/>
              </a:xfrm>
              <a:prstGeom prst="line">
                <a:avLst/>
              </a:prstGeom>
              <a:ln w="12700" cap="flat" cmpd="sng">
                <a:solidFill>
                  <a:schemeClr val="tx1"/>
                </a:solidFill>
                <a:prstDash val="solid"/>
                <a:headEnd type="none" w="med" len="med"/>
                <a:tailEnd type="none" w="med" len="med"/>
              </a:ln>
            </p:spPr>
          </p:sp>
          <p:sp>
            <p:nvSpPr>
              <p:cNvPr id="7386" name="Line 1170"/>
              <p:cNvSpPr/>
              <p:nvPr/>
            </p:nvSpPr>
            <p:spPr>
              <a:xfrm flipV="1">
                <a:off x="4212" y="929"/>
                <a:ext cx="1" cy="103"/>
              </a:xfrm>
              <a:prstGeom prst="line">
                <a:avLst/>
              </a:prstGeom>
              <a:ln w="12700" cap="flat" cmpd="sng">
                <a:solidFill>
                  <a:schemeClr val="tx1"/>
                </a:solidFill>
                <a:prstDash val="solid"/>
                <a:headEnd type="none" w="med" len="med"/>
                <a:tailEnd type="none" w="med" len="med"/>
              </a:ln>
            </p:spPr>
          </p:sp>
          <p:sp>
            <p:nvSpPr>
              <p:cNvPr id="7387" name="Oval 1171"/>
              <p:cNvSpPr/>
              <p:nvPr/>
            </p:nvSpPr>
            <p:spPr>
              <a:xfrm>
                <a:off x="4048" y="854"/>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7388" name="Line 1172"/>
              <p:cNvSpPr/>
              <p:nvPr/>
            </p:nvSpPr>
            <p:spPr>
              <a:xfrm>
                <a:off x="4048" y="847"/>
                <a:ext cx="0" cy="50"/>
              </a:xfrm>
              <a:prstGeom prst="line">
                <a:avLst/>
              </a:prstGeom>
              <a:ln w="12700" cap="flat" cmpd="sng">
                <a:solidFill>
                  <a:schemeClr val="tx1"/>
                </a:solidFill>
                <a:prstDash val="solid"/>
                <a:headEnd type="none" w="med" len="med"/>
                <a:tailEnd type="none" w="med" len="med"/>
              </a:ln>
            </p:spPr>
          </p:sp>
          <p:sp>
            <p:nvSpPr>
              <p:cNvPr id="7389" name="Line 1173"/>
              <p:cNvSpPr/>
              <p:nvPr/>
            </p:nvSpPr>
            <p:spPr>
              <a:xfrm>
                <a:off x="4361" y="847"/>
                <a:ext cx="0" cy="50"/>
              </a:xfrm>
              <a:prstGeom prst="line">
                <a:avLst/>
              </a:prstGeom>
              <a:ln w="12700" cap="flat" cmpd="sng">
                <a:solidFill>
                  <a:schemeClr val="tx1"/>
                </a:solidFill>
                <a:prstDash val="solid"/>
                <a:headEnd type="none" w="med" len="med"/>
                <a:tailEnd type="none" w="med" len="med"/>
              </a:ln>
            </p:spPr>
          </p:sp>
          <p:sp>
            <p:nvSpPr>
              <p:cNvPr id="7390" name="Rectangle 1174"/>
              <p:cNvSpPr/>
              <p:nvPr/>
            </p:nvSpPr>
            <p:spPr>
              <a:xfrm>
                <a:off x="4048" y="847"/>
                <a:ext cx="310"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7391" name="Oval 1175"/>
              <p:cNvSpPr/>
              <p:nvPr/>
            </p:nvSpPr>
            <p:spPr>
              <a:xfrm>
                <a:off x="4045" y="788"/>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7392" name="Group 1176"/>
              <p:cNvGrpSpPr/>
              <p:nvPr/>
            </p:nvGrpSpPr>
            <p:grpSpPr>
              <a:xfrm>
                <a:off x="4120" y="809"/>
                <a:ext cx="156" cy="55"/>
                <a:chOff x="2848" y="848"/>
                <a:chExt cx="140" cy="98"/>
              </a:xfrm>
            </p:grpSpPr>
            <p:sp>
              <p:nvSpPr>
                <p:cNvPr id="7403" name="Line 1177"/>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7404" name="Line 1178"/>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7405" name="Line 1179"/>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7393" name="Group 1180"/>
              <p:cNvGrpSpPr/>
              <p:nvPr/>
            </p:nvGrpSpPr>
            <p:grpSpPr>
              <a:xfrm flipV="1">
                <a:off x="4120" y="808"/>
                <a:ext cx="156" cy="56"/>
                <a:chOff x="2848" y="848"/>
                <a:chExt cx="140" cy="98"/>
              </a:xfrm>
            </p:grpSpPr>
            <p:sp>
              <p:nvSpPr>
                <p:cNvPr id="7400" name="Line 1181"/>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7401" name="Line 1182"/>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7402" name="Line 1183"/>
                <p:cNvSpPr/>
                <p:nvPr/>
              </p:nvSpPr>
              <p:spPr>
                <a:xfrm>
                  <a:off x="2894" y="850"/>
                  <a:ext cx="52" cy="96"/>
                </a:xfrm>
                <a:prstGeom prst="line">
                  <a:avLst/>
                </a:prstGeom>
                <a:ln w="28575" cap="flat" cmpd="sng">
                  <a:solidFill>
                    <a:schemeClr val="tx1"/>
                  </a:solidFill>
                  <a:prstDash val="solid"/>
                  <a:headEnd type="none" w="med" len="med"/>
                  <a:tailEnd type="none" w="med" len="med"/>
                </a:ln>
              </p:spPr>
            </p:sp>
          </p:grpSp>
          <p:sp>
            <p:nvSpPr>
              <p:cNvPr id="7394" name="Rectangle 1184"/>
              <p:cNvSpPr/>
              <p:nvPr/>
            </p:nvSpPr>
            <p:spPr>
              <a:xfrm>
                <a:off x="3996" y="732"/>
                <a:ext cx="426" cy="306"/>
              </a:xfrm>
              <a:prstGeom prst="rect">
                <a:avLst/>
              </a:prstGeom>
              <a:solidFill>
                <a:schemeClr val="accent2"/>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7395" name="Rectangle 1185"/>
              <p:cNvSpPr/>
              <p:nvPr/>
            </p:nvSpPr>
            <p:spPr>
              <a:xfrm>
                <a:off x="3969" y="753"/>
                <a:ext cx="435" cy="312"/>
              </a:xfrm>
              <a:prstGeom prst="rect">
                <a:avLst/>
              </a:prstGeom>
              <a:solidFill>
                <a:schemeClr val="bg1"/>
              </a:solidFill>
              <a:ln w="1270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7396" name="Line 1186"/>
              <p:cNvSpPr/>
              <p:nvPr/>
            </p:nvSpPr>
            <p:spPr>
              <a:xfrm>
                <a:off x="3966" y="945"/>
                <a:ext cx="435" cy="3"/>
              </a:xfrm>
              <a:prstGeom prst="line">
                <a:avLst/>
              </a:prstGeom>
              <a:ln w="12700" cap="flat" cmpd="sng">
                <a:solidFill>
                  <a:schemeClr val="tx1"/>
                </a:solidFill>
                <a:prstDash val="solid"/>
                <a:headEnd type="none" w="med" len="med"/>
                <a:tailEnd type="none" w="med" len="med"/>
              </a:ln>
            </p:spPr>
          </p:sp>
          <p:sp>
            <p:nvSpPr>
              <p:cNvPr id="7397" name="Line 1187"/>
              <p:cNvSpPr/>
              <p:nvPr/>
            </p:nvSpPr>
            <p:spPr>
              <a:xfrm>
                <a:off x="3972" y="849"/>
                <a:ext cx="435" cy="3"/>
              </a:xfrm>
              <a:prstGeom prst="line">
                <a:avLst/>
              </a:prstGeom>
              <a:ln w="12700" cap="flat" cmpd="sng">
                <a:solidFill>
                  <a:schemeClr val="tx1"/>
                </a:solidFill>
                <a:prstDash val="solid"/>
                <a:headEnd type="none" w="med" len="med"/>
                <a:tailEnd type="none" w="med" len="med"/>
              </a:ln>
            </p:spPr>
          </p:sp>
          <p:sp>
            <p:nvSpPr>
              <p:cNvPr id="7398" name="Rectangle 1188"/>
              <p:cNvSpPr/>
              <p:nvPr/>
            </p:nvSpPr>
            <p:spPr>
              <a:xfrm>
                <a:off x="3966" y="756"/>
                <a:ext cx="435" cy="93"/>
              </a:xfrm>
              <a:prstGeom prst="rect">
                <a:avLst/>
              </a:prstGeom>
              <a:solidFill>
                <a:srgbClr val="FF0000"/>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7399" name="Text Box 1189"/>
              <p:cNvSpPr txBox="1"/>
              <p:nvPr/>
            </p:nvSpPr>
            <p:spPr>
              <a:xfrm>
                <a:off x="3937" y="633"/>
                <a:ext cx="513" cy="44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en-US" altLang="zh-CN" sz="1000" dirty="0">
                  <a:ea typeface="宋体" panose="02010600030101010101" pitchFamily="2" charset="-122"/>
                </a:endParaRPr>
              </a:p>
              <a:p>
                <a:pPr marL="0" lvl="0" indent="0" algn="ctr">
                  <a:spcBef>
                    <a:spcPct val="0"/>
                  </a:spcBef>
                  <a:buClrTx/>
                  <a:buSzTx/>
                  <a:buFontTx/>
                  <a:buNone/>
                </a:pPr>
                <a:r>
                  <a:rPr lang="en-US" altLang="zh-CN" sz="1000" dirty="0">
                    <a:solidFill>
                      <a:schemeClr val="bg1"/>
                    </a:solidFill>
                    <a:ea typeface="宋体" panose="02010600030101010101" pitchFamily="2" charset="-122"/>
                  </a:rPr>
                  <a:t>network</a:t>
                </a:r>
                <a:endParaRPr lang="en-US" altLang="zh-CN" sz="1000" dirty="0">
                  <a:solidFill>
                    <a:schemeClr val="bg1"/>
                  </a:solidFill>
                  <a:ea typeface="宋体" panose="02010600030101010101" pitchFamily="2" charset="-122"/>
                </a:endParaRPr>
              </a:p>
              <a:p>
                <a:pPr marL="0" lvl="0" indent="0" algn="ctr">
                  <a:spcBef>
                    <a:spcPct val="0"/>
                  </a:spcBef>
                  <a:buClrTx/>
                  <a:buSzTx/>
                  <a:buFontTx/>
                  <a:buNone/>
                </a:pPr>
                <a:r>
                  <a:rPr lang="en-US" altLang="zh-CN" sz="1000" dirty="0">
                    <a:ea typeface="宋体" panose="02010600030101010101" pitchFamily="2" charset="-122"/>
                  </a:rPr>
                  <a:t>data link</a:t>
                </a:r>
                <a:endParaRPr lang="en-US" altLang="zh-CN" sz="1000" dirty="0">
                  <a:ea typeface="宋体" panose="02010600030101010101" pitchFamily="2" charset="-122"/>
                </a:endParaRPr>
              </a:p>
              <a:p>
                <a:pPr marL="0" lvl="0" indent="0" algn="ctr">
                  <a:spcBef>
                    <a:spcPct val="0"/>
                  </a:spcBef>
                  <a:buClrTx/>
                  <a:buSzTx/>
                  <a:buFontTx/>
                  <a:buNone/>
                </a:pPr>
                <a:r>
                  <a:rPr lang="en-US" altLang="zh-CN" sz="1000" dirty="0">
                    <a:ea typeface="宋体" panose="02010600030101010101" pitchFamily="2" charset="-122"/>
                  </a:rPr>
                  <a:t>physical</a:t>
                </a:r>
                <a:endParaRPr lang="en-US" altLang="zh-CN" sz="2400" dirty="0">
                  <a:latin typeface="Times New Roman" panose="02020603050405020304" pitchFamily="18" charset="0"/>
                  <a:ea typeface="宋体" panose="02010600030101010101" pitchFamily="2" charset="-122"/>
                </a:endParaRPr>
              </a:p>
            </p:txBody>
          </p:sp>
        </p:grpSp>
        <p:grpSp>
          <p:nvGrpSpPr>
            <p:cNvPr id="7297" name="Group 1190"/>
            <p:cNvGrpSpPr/>
            <p:nvPr/>
          </p:nvGrpSpPr>
          <p:grpSpPr>
            <a:xfrm>
              <a:off x="4128" y="2003"/>
              <a:ext cx="513" cy="442"/>
              <a:chOff x="3937" y="633"/>
              <a:chExt cx="513" cy="442"/>
            </a:xfrm>
          </p:grpSpPr>
          <p:sp>
            <p:nvSpPr>
              <p:cNvPr id="7364" name="Line 1191"/>
              <p:cNvSpPr/>
              <p:nvPr/>
            </p:nvSpPr>
            <p:spPr>
              <a:xfrm>
                <a:off x="4061" y="1035"/>
                <a:ext cx="312" cy="1"/>
              </a:xfrm>
              <a:prstGeom prst="line">
                <a:avLst/>
              </a:prstGeom>
              <a:ln w="12700" cap="flat" cmpd="sng">
                <a:solidFill>
                  <a:schemeClr val="tx1"/>
                </a:solidFill>
                <a:prstDash val="solid"/>
                <a:headEnd type="none" w="med" len="med"/>
                <a:tailEnd type="none" w="med" len="med"/>
              </a:ln>
            </p:spPr>
          </p:sp>
          <p:sp>
            <p:nvSpPr>
              <p:cNvPr id="7365" name="Line 1192"/>
              <p:cNvSpPr/>
              <p:nvPr/>
            </p:nvSpPr>
            <p:spPr>
              <a:xfrm flipV="1">
                <a:off x="4212" y="929"/>
                <a:ext cx="1" cy="103"/>
              </a:xfrm>
              <a:prstGeom prst="line">
                <a:avLst/>
              </a:prstGeom>
              <a:ln w="12700" cap="flat" cmpd="sng">
                <a:solidFill>
                  <a:schemeClr val="tx1"/>
                </a:solidFill>
                <a:prstDash val="solid"/>
                <a:headEnd type="none" w="med" len="med"/>
                <a:tailEnd type="none" w="med" len="med"/>
              </a:ln>
            </p:spPr>
          </p:sp>
          <p:sp>
            <p:nvSpPr>
              <p:cNvPr id="7366" name="Oval 1193"/>
              <p:cNvSpPr/>
              <p:nvPr/>
            </p:nvSpPr>
            <p:spPr>
              <a:xfrm>
                <a:off x="4048" y="854"/>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7367" name="Line 1194"/>
              <p:cNvSpPr/>
              <p:nvPr/>
            </p:nvSpPr>
            <p:spPr>
              <a:xfrm>
                <a:off x="4048" y="847"/>
                <a:ext cx="0" cy="50"/>
              </a:xfrm>
              <a:prstGeom prst="line">
                <a:avLst/>
              </a:prstGeom>
              <a:ln w="12700" cap="flat" cmpd="sng">
                <a:solidFill>
                  <a:schemeClr val="tx1"/>
                </a:solidFill>
                <a:prstDash val="solid"/>
                <a:headEnd type="none" w="med" len="med"/>
                <a:tailEnd type="none" w="med" len="med"/>
              </a:ln>
            </p:spPr>
          </p:sp>
          <p:sp>
            <p:nvSpPr>
              <p:cNvPr id="7368" name="Line 1195"/>
              <p:cNvSpPr/>
              <p:nvPr/>
            </p:nvSpPr>
            <p:spPr>
              <a:xfrm>
                <a:off x="4361" y="847"/>
                <a:ext cx="0" cy="50"/>
              </a:xfrm>
              <a:prstGeom prst="line">
                <a:avLst/>
              </a:prstGeom>
              <a:ln w="12700" cap="flat" cmpd="sng">
                <a:solidFill>
                  <a:schemeClr val="tx1"/>
                </a:solidFill>
                <a:prstDash val="solid"/>
                <a:headEnd type="none" w="med" len="med"/>
                <a:tailEnd type="none" w="med" len="med"/>
              </a:ln>
            </p:spPr>
          </p:sp>
          <p:sp>
            <p:nvSpPr>
              <p:cNvPr id="7369" name="Rectangle 1196"/>
              <p:cNvSpPr/>
              <p:nvPr/>
            </p:nvSpPr>
            <p:spPr>
              <a:xfrm>
                <a:off x="4048" y="847"/>
                <a:ext cx="310"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7370" name="Oval 1197"/>
              <p:cNvSpPr/>
              <p:nvPr/>
            </p:nvSpPr>
            <p:spPr>
              <a:xfrm>
                <a:off x="4045" y="788"/>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7371" name="Group 1198"/>
              <p:cNvGrpSpPr/>
              <p:nvPr/>
            </p:nvGrpSpPr>
            <p:grpSpPr>
              <a:xfrm>
                <a:off x="4120" y="809"/>
                <a:ext cx="156" cy="55"/>
                <a:chOff x="2848" y="848"/>
                <a:chExt cx="140" cy="98"/>
              </a:xfrm>
            </p:grpSpPr>
            <p:sp>
              <p:nvSpPr>
                <p:cNvPr id="7382" name="Line 1199"/>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7383" name="Line 1200"/>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7384" name="Line 1201"/>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7372" name="Group 1202"/>
              <p:cNvGrpSpPr/>
              <p:nvPr/>
            </p:nvGrpSpPr>
            <p:grpSpPr>
              <a:xfrm flipV="1">
                <a:off x="4120" y="808"/>
                <a:ext cx="156" cy="56"/>
                <a:chOff x="2848" y="848"/>
                <a:chExt cx="140" cy="98"/>
              </a:xfrm>
            </p:grpSpPr>
            <p:sp>
              <p:nvSpPr>
                <p:cNvPr id="7379" name="Line 1203"/>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7380" name="Line 1204"/>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7381" name="Line 1205"/>
                <p:cNvSpPr/>
                <p:nvPr/>
              </p:nvSpPr>
              <p:spPr>
                <a:xfrm>
                  <a:off x="2894" y="850"/>
                  <a:ext cx="52" cy="96"/>
                </a:xfrm>
                <a:prstGeom prst="line">
                  <a:avLst/>
                </a:prstGeom>
                <a:ln w="28575" cap="flat" cmpd="sng">
                  <a:solidFill>
                    <a:schemeClr val="tx1"/>
                  </a:solidFill>
                  <a:prstDash val="solid"/>
                  <a:headEnd type="none" w="med" len="med"/>
                  <a:tailEnd type="none" w="med" len="med"/>
                </a:ln>
              </p:spPr>
            </p:sp>
          </p:grpSp>
          <p:sp>
            <p:nvSpPr>
              <p:cNvPr id="7373" name="Rectangle 1206"/>
              <p:cNvSpPr/>
              <p:nvPr/>
            </p:nvSpPr>
            <p:spPr>
              <a:xfrm>
                <a:off x="3996" y="732"/>
                <a:ext cx="426" cy="306"/>
              </a:xfrm>
              <a:prstGeom prst="rect">
                <a:avLst/>
              </a:prstGeom>
              <a:solidFill>
                <a:schemeClr val="accent2"/>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7374" name="Rectangle 1207"/>
              <p:cNvSpPr/>
              <p:nvPr/>
            </p:nvSpPr>
            <p:spPr>
              <a:xfrm>
                <a:off x="3969" y="753"/>
                <a:ext cx="435" cy="312"/>
              </a:xfrm>
              <a:prstGeom prst="rect">
                <a:avLst/>
              </a:prstGeom>
              <a:solidFill>
                <a:schemeClr val="bg1"/>
              </a:solidFill>
              <a:ln w="1270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7375" name="Line 1208"/>
              <p:cNvSpPr/>
              <p:nvPr/>
            </p:nvSpPr>
            <p:spPr>
              <a:xfrm>
                <a:off x="3966" y="945"/>
                <a:ext cx="435" cy="3"/>
              </a:xfrm>
              <a:prstGeom prst="line">
                <a:avLst/>
              </a:prstGeom>
              <a:ln w="12700" cap="flat" cmpd="sng">
                <a:solidFill>
                  <a:schemeClr val="tx1"/>
                </a:solidFill>
                <a:prstDash val="solid"/>
                <a:headEnd type="none" w="med" len="med"/>
                <a:tailEnd type="none" w="med" len="med"/>
              </a:ln>
            </p:spPr>
          </p:sp>
          <p:sp>
            <p:nvSpPr>
              <p:cNvPr id="7376" name="Line 1209"/>
              <p:cNvSpPr/>
              <p:nvPr/>
            </p:nvSpPr>
            <p:spPr>
              <a:xfrm>
                <a:off x="3972" y="849"/>
                <a:ext cx="435" cy="3"/>
              </a:xfrm>
              <a:prstGeom prst="line">
                <a:avLst/>
              </a:prstGeom>
              <a:ln w="12700" cap="flat" cmpd="sng">
                <a:solidFill>
                  <a:schemeClr val="tx1"/>
                </a:solidFill>
                <a:prstDash val="solid"/>
                <a:headEnd type="none" w="med" len="med"/>
                <a:tailEnd type="none" w="med" len="med"/>
              </a:ln>
            </p:spPr>
          </p:sp>
          <p:sp>
            <p:nvSpPr>
              <p:cNvPr id="7377" name="Rectangle 1210"/>
              <p:cNvSpPr/>
              <p:nvPr/>
            </p:nvSpPr>
            <p:spPr>
              <a:xfrm>
                <a:off x="3966" y="756"/>
                <a:ext cx="435" cy="93"/>
              </a:xfrm>
              <a:prstGeom prst="rect">
                <a:avLst/>
              </a:prstGeom>
              <a:solidFill>
                <a:srgbClr val="FF0000"/>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7378" name="Text Box 1211"/>
              <p:cNvSpPr txBox="1"/>
              <p:nvPr/>
            </p:nvSpPr>
            <p:spPr>
              <a:xfrm>
                <a:off x="3937" y="633"/>
                <a:ext cx="513" cy="44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en-US" altLang="zh-CN" sz="1000" dirty="0">
                  <a:ea typeface="宋体" panose="02010600030101010101" pitchFamily="2" charset="-122"/>
                </a:endParaRPr>
              </a:p>
              <a:p>
                <a:pPr marL="0" lvl="0" indent="0" algn="ctr">
                  <a:spcBef>
                    <a:spcPct val="0"/>
                  </a:spcBef>
                  <a:buClrTx/>
                  <a:buSzTx/>
                  <a:buFontTx/>
                  <a:buNone/>
                </a:pPr>
                <a:r>
                  <a:rPr lang="en-US" altLang="zh-CN" sz="1000" dirty="0">
                    <a:solidFill>
                      <a:schemeClr val="bg1"/>
                    </a:solidFill>
                    <a:ea typeface="宋体" panose="02010600030101010101" pitchFamily="2" charset="-122"/>
                  </a:rPr>
                  <a:t>network</a:t>
                </a:r>
                <a:endParaRPr lang="en-US" altLang="zh-CN" sz="1000" dirty="0">
                  <a:solidFill>
                    <a:schemeClr val="bg1"/>
                  </a:solidFill>
                  <a:ea typeface="宋体" panose="02010600030101010101" pitchFamily="2" charset="-122"/>
                </a:endParaRPr>
              </a:p>
              <a:p>
                <a:pPr marL="0" lvl="0" indent="0" algn="ctr">
                  <a:spcBef>
                    <a:spcPct val="0"/>
                  </a:spcBef>
                  <a:buClrTx/>
                  <a:buSzTx/>
                  <a:buFontTx/>
                  <a:buNone/>
                </a:pPr>
                <a:r>
                  <a:rPr lang="en-US" altLang="zh-CN" sz="1000" dirty="0">
                    <a:ea typeface="宋体" panose="02010600030101010101" pitchFamily="2" charset="-122"/>
                  </a:rPr>
                  <a:t>data link</a:t>
                </a:r>
                <a:endParaRPr lang="en-US" altLang="zh-CN" sz="1000" dirty="0">
                  <a:ea typeface="宋体" panose="02010600030101010101" pitchFamily="2" charset="-122"/>
                </a:endParaRPr>
              </a:p>
              <a:p>
                <a:pPr marL="0" lvl="0" indent="0" algn="ctr">
                  <a:spcBef>
                    <a:spcPct val="0"/>
                  </a:spcBef>
                  <a:buClrTx/>
                  <a:buSzTx/>
                  <a:buFontTx/>
                  <a:buNone/>
                </a:pPr>
                <a:r>
                  <a:rPr lang="en-US" altLang="zh-CN" sz="1000" dirty="0">
                    <a:ea typeface="宋体" panose="02010600030101010101" pitchFamily="2" charset="-122"/>
                  </a:rPr>
                  <a:t>physical</a:t>
                </a:r>
                <a:endParaRPr lang="en-US" altLang="zh-CN" sz="2400" dirty="0">
                  <a:latin typeface="Times New Roman" panose="02020603050405020304" pitchFamily="18" charset="0"/>
                  <a:ea typeface="宋体" panose="02010600030101010101" pitchFamily="2" charset="-122"/>
                </a:endParaRPr>
              </a:p>
            </p:txBody>
          </p:sp>
        </p:grpSp>
        <p:grpSp>
          <p:nvGrpSpPr>
            <p:cNvPr id="7298" name="Group 1212"/>
            <p:cNvGrpSpPr/>
            <p:nvPr/>
          </p:nvGrpSpPr>
          <p:grpSpPr>
            <a:xfrm>
              <a:off x="4608" y="2771"/>
              <a:ext cx="513" cy="442"/>
              <a:chOff x="3937" y="633"/>
              <a:chExt cx="513" cy="442"/>
            </a:xfrm>
          </p:grpSpPr>
          <p:sp>
            <p:nvSpPr>
              <p:cNvPr id="7343" name="Line 1213"/>
              <p:cNvSpPr/>
              <p:nvPr/>
            </p:nvSpPr>
            <p:spPr>
              <a:xfrm>
                <a:off x="4061" y="1035"/>
                <a:ext cx="312" cy="1"/>
              </a:xfrm>
              <a:prstGeom prst="line">
                <a:avLst/>
              </a:prstGeom>
              <a:ln w="12700" cap="flat" cmpd="sng">
                <a:solidFill>
                  <a:schemeClr val="tx1"/>
                </a:solidFill>
                <a:prstDash val="solid"/>
                <a:headEnd type="none" w="med" len="med"/>
                <a:tailEnd type="none" w="med" len="med"/>
              </a:ln>
            </p:spPr>
          </p:sp>
          <p:sp>
            <p:nvSpPr>
              <p:cNvPr id="7344" name="Line 1214"/>
              <p:cNvSpPr/>
              <p:nvPr/>
            </p:nvSpPr>
            <p:spPr>
              <a:xfrm flipV="1">
                <a:off x="4212" y="929"/>
                <a:ext cx="1" cy="103"/>
              </a:xfrm>
              <a:prstGeom prst="line">
                <a:avLst/>
              </a:prstGeom>
              <a:ln w="12700" cap="flat" cmpd="sng">
                <a:solidFill>
                  <a:schemeClr val="tx1"/>
                </a:solidFill>
                <a:prstDash val="solid"/>
                <a:headEnd type="none" w="med" len="med"/>
                <a:tailEnd type="none" w="med" len="med"/>
              </a:ln>
            </p:spPr>
          </p:sp>
          <p:sp>
            <p:nvSpPr>
              <p:cNvPr id="7345" name="Oval 1215"/>
              <p:cNvSpPr/>
              <p:nvPr/>
            </p:nvSpPr>
            <p:spPr>
              <a:xfrm>
                <a:off x="4048" y="854"/>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7346" name="Line 1216"/>
              <p:cNvSpPr/>
              <p:nvPr/>
            </p:nvSpPr>
            <p:spPr>
              <a:xfrm>
                <a:off x="4048" y="847"/>
                <a:ext cx="0" cy="50"/>
              </a:xfrm>
              <a:prstGeom prst="line">
                <a:avLst/>
              </a:prstGeom>
              <a:ln w="12700" cap="flat" cmpd="sng">
                <a:solidFill>
                  <a:schemeClr val="tx1"/>
                </a:solidFill>
                <a:prstDash val="solid"/>
                <a:headEnd type="none" w="med" len="med"/>
                <a:tailEnd type="none" w="med" len="med"/>
              </a:ln>
            </p:spPr>
          </p:sp>
          <p:sp>
            <p:nvSpPr>
              <p:cNvPr id="7347" name="Line 1217"/>
              <p:cNvSpPr/>
              <p:nvPr/>
            </p:nvSpPr>
            <p:spPr>
              <a:xfrm>
                <a:off x="4361" y="847"/>
                <a:ext cx="0" cy="50"/>
              </a:xfrm>
              <a:prstGeom prst="line">
                <a:avLst/>
              </a:prstGeom>
              <a:ln w="12700" cap="flat" cmpd="sng">
                <a:solidFill>
                  <a:schemeClr val="tx1"/>
                </a:solidFill>
                <a:prstDash val="solid"/>
                <a:headEnd type="none" w="med" len="med"/>
                <a:tailEnd type="none" w="med" len="med"/>
              </a:ln>
            </p:spPr>
          </p:sp>
          <p:sp>
            <p:nvSpPr>
              <p:cNvPr id="7348" name="Rectangle 1218"/>
              <p:cNvSpPr/>
              <p:nvPr/>
            </p:nvSpPr>
            <p:spPr>
              <a:xfrm>
                <a:off x="4048" y="847"/>
                <a:ext cx="310"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7349" name="Oval 1219"/>
              <p:cNvSpPr/>
              <p:nvPr/>
            </p:nvSpPr>
            <p:spPr>
              <a:xfrm>
                <a:off x="4045" y="788"/>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7350" name="Group 1220"/>
              <p:cNvGrpSpPr/>
              <p:nvPr/>
            </p:nvGrpSpPr>
            <p:grpSpPr>
              <a:xfrm>
                <a:off x="4120" y="809"/>
                <a:ext cx="156" cy="55"/>
                <a:chOff x="2848" y="848"/>
                <a:chExt cx="140" cy="98"/>
              </a:xfrm>
            </p:grpSpPr>
            <p:sp>
              <p:nvSpPr>
                <p:cNvPr id="7361" name="Line 1221"/>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7362" name="Line 1222"/>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7363" name="Line 1223"/>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7351" name="Group 1224"/>
              <p:cNvGrpSpPr/>
              <p:nvPr/>
            </p:nvGrpSpPr>
            <p:grpSpPr>
              <a:xfrm flipV="1">
                <a:off x="4120" y="808"/>
                <a:ext cx="156" cy="56"/>
                <a:chOff x="2848" y="848"/>
                <a:chExt cx="140" cy="98"/>
              </a:xfrm>
            </p:grpSpPr>
            <p:sp>
              <p:nvSpPr>
                <p:cNvPr id="7358" name="Line 1225"/>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7359" name="Line 1226"/>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7360" name="Line 1227"/>
                <p:cNvSpPr/>
                <p:nvPr/>
              </p:nvSpPr>
              <p:spPr>
                <a:xfrm>
                  <a:off x="2894" y="850"/>
                  <a:ext cx="52" cy="96"/>
                </a:xfrm>
                <a:prstGeom prst="line">
                  <a:avLst/>
                </a:prstGeom>
                <a:ln w="28575" cap="flat" cmpd="sng">
                  <a:solidFill>
                    <a:schemeClr val="tx1"/>
                  </a:solidFill>
                  <a:prstDash val="solid"/>
                  <a:headEnd type="none" w="med" len="med"/>
                  <a:tailEnd type="none" w="med" len="med"/>
                </a:ln>
              </p:spPr>
            </p:sp>
          </p:grpSp>
          <p:sp>
            <p:nvSpPr>
              <p:cNvPr id="7352" name="Rectangle 1228"/>
              <p:cNvSpPr/>
              <p:nvPr/>
            </p:nvSpPr>
            <p:spPr>
              <a:xfrm>
                <a:off x="3996" y="732"/>
                <a:ext cx="426" cy="306"/>
              </a:xfrm>
              <a:prstGeom prst="rect">
                <a:avLst/>
              </a:prstGeom>
              <a:solidFill>
                <a:schemeClr val="accent2"/>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7353" name="Rectangle 1229"/>
              <p:cNvSpPr/>
              <p:nvPr/>
            </p:nvSpPr>
            <p:spPr>
              <a:xfrm>
                <a:off x="3969" y="753"/>
                <a:ext cx="435" cy="312"/>
              </a:xfrm>
              <a:prstGeom prst="rect">
                <a:avLst/>
              </a:prstGeom>
              <a:solidFill>
                <a:schemeClr val="bg1"/>
              </a:solidFill>
              <a:ln w="1270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7354" name="Line 1230"/>
              <p:cNvSpPr/>
              <p:nvPr/>
            </p:nvSpPr>
            <p:spPr>
              <a:xfrm>
                <a:off x="3966" y="945"/>
                <a:ext cx="435" cy="3"/>
              </a:xfrm>
              <a:prstGeom prst="line">
                <a:avLst/>
              </a:prstGeom>
              <a:ln w="12700" cap="flat" cmpd="sng">
                <a:solidFill>
                  <a:schemeClr val="tx1"/>
                </a:solidFill>
                <a:prstDash val="solid"/>
                <a:headEnd type="none" w="med" len="med"/>
                <a:tailEnd type="none" w="med" len="med"/>
              </a:ln>
            </p:spPr>
          </p:sp>
          <p:sp>
            <p:nvSpPr>
              <p:cNvPr id="7355" name="Line 1231"/>
              <p:cNvSpPr/>
              <p:nvPr/>
            </p:nvSpPr>
            <p:spPr>
              <a:xfrm>
                <a:off x="3972" y="849"/>
                <a:ext cx="435" cy="3"/>
              </a:xfrm>
              <a:prstGeom prst="line">
                <a:avLst/>
              </a:prstGeom>
              <a:ln w="12700" cap="flat" cmpd="sng">
                <a:solidFill>
                  <a:schemeClr val="tx1"/>
                </a:solidFill>
                <a:prstDash val="solid"/>
                <a:headEnd type="none" w="med" len="med"/>
                <a:tailEnd type="none" w="med" len="med"/>
              </a:ln>
            </p:spPr>
          </p:sp>
          <p:sp>
            <p:nvSpPr>
              <p:cNvPr id="7356" name="Rectangle 1232"/>
              <p:cNvSpPr/>
              <p:nvPr/>
            </p:nvSpPr>
            <p:spPr>
              <a:xfrm>
                <a:off x="3966" y="756"/>
                <a:ext cx="435" cy="93"/>
              </a:xfrm>
              <a:prstGeom prst="rect">
                <a:avLst/>
              </a:prstGeom>
              <a:solidFill>
                <a:srgbClr val="FF0000"/>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7357" name="Text Box 1233"/>
              <p:cNvSpPr txBox="1"/>
              <p:nvPr/>
            </p:nvSpPr>
            <p:spPr>
              <a:xfrm>
                <a:off x="3937" y="633"/>
                <a:ext cx="513" cy="44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en-US" altLang="zh-CN" sz="1000" dirty="0">
                  <a:ea typeface="宋体" panose="02010600030101010101" pitchFamily="2" charset="-122"/>
                </a:endParaRPr>
              </a:p>
              <a:p>
                <a:pPr marL="0" lvl="0" indent="0" algn="ctr">
                  <a:spcBef>
                    <a:spcPct val="0"/>
                  </a:spcBef>
                  <a:buClrTx/>
                  <a:buSzTx/>
                  <a:buFontTx/>
                  <a:buNone/>
                </a:pPr>
                <a:r>
                  <a:rPr lang="en-US" altLang="zh-CN" sz="1000" dirty="0">
                    <a:solidFill>
                      <a:schemeClr val="bg1"/>
                    </a:solidFill>
                    <a:ea typeface="宋体" panose="02010600030101010101" pitchFamily="2" charset="-122"/>
                  </a:rPr>
                  <a:t>network</a:t>
                </a:r>
                <a:endParaRPr lang="en-US" altLang="zh-CN" sz="1000" dirty="0">
                  <a:solidFill>
                    <a:schemeClr val="bg1"/>
                  </a:solidFill>
                  <a:ea typeface="宋体" panose="02010600030101010101" pitchFamily="2" charset="-122"/>
                </a:endParaRPr>
              </a:p>
              <a:p>
                <a:pPr marL="0" lvl="0" indent="0" algn="ctr">
                  <a:spcBef>
                    <a:spcPct val="0"/>
                  </a:spcBef>
                  <a:buClrTx/>
                  <a:buSzTx/>
                  <a:buFontTx/>
                  <a:buNone/>
                </a:pPr>
                <a:r>
                  <a:rPr lang="en-US" altLang="zh-CN" sz="1000" dirty="0">
                    <a:ea typeface="宋体" panose="02010600030101010101" pitchFamily="2" charset="-122"/>
                  </a:rPr>
                  <a:t>data link</a:t>
                </a:r>
                <a:endParaRPr lang="en-US" altLang="zh-CN" sz="1000" dirty="0">
                  <a:ea typeface="宋体" panose="02010600030101010101" pitchFamily="2" charset="-122"/>
                </a:endParaRPr>
              </a:p>
              <a:p>
                <a:pPr marL="0" lvl="0" indent="0" algn="ctr">
                  <a:spcBef>
                    <a:spcPct val="0"/>
                  </a:spcBef>
                  <a:buClrTx/>
                  <a:buSzTx/>
                  <a:buFontTx/>
                  <a:buNone/>
                </a:pPr>
                <a:r>
                  <a:rPr lang="en-US" altLang="zh-CN" sz="1000" dirty="0">
                    <a:ea typeface="宋体" panose="02010600030101010101" pitchFamily="2" charset="-122"/>
                  </a:rPr>
                  <a:t>physical</a:t>
                </a:r>
                <a:endParaRPr lang="en-US" altLang="zh-CN" sz="2400" dirty="0">
                  <a:latin typeface="Times New Roman" panose="02020603050405020304" pitchFamily="18" charset="0"/>
                  <a:ea typeface="宋体" panose="02010600030101010101" pitchFamily="2" charset="-122"/>
                </a:endParaRPr>
              </a:p>
            </p:txBody>
          </p:sp>
        </p:grpSp>
        <p:grpSp>
          <p:nvGrpSpPr>
            <p:cNvPr id="7299" name="Group 1234"/>
            <p:cNvGrpSpPr/>
            <p:nvPr/>
          </p:nvGrpSpPr>
          <p:grpSpPr>
            <a:xfrm>
              <a:off x="4119" y="2640"/>
              <a:ext cx="513" cy="442"/>
              <a:chOff x="3937" y="633"/>
              <a:chExt cx="513" cy="442"/>
            </a:xfrm>
          </p:grpSpPr>
          <p:sp>
            <p:nvSpPr>
              <p:cNvPr id="7322" name="Line 1235"/>
              <p:cNvSpPr/>
              <p:nvPr/>
            </p:nvSpPr>
            <p:spPr>
              <a:xfrm>
                <a:off x="4061" y="1035"/>
                <a:ext cx="312" cy="1"/>
              </a:xfrm>
              <a:prstGeom prst="line">
                <a:avLst/>
              </a:prstGeom>
              <a:ln w="12700" cap="flat" cmpd="sng">
                <a:solidFill>
                  <a:schemeClr val="tx1"/>
                </a:solidFill>
                <a:prstDash val="solid"/>
                <a:headEnd type="none" w="med" len="med"/>
                <a:tailEnd type="none" w="med" len="med"/>
              </a:ln>
            </p:spPr>
          </p:sp>
          <p:sp>
            <p:nvSpPr>
              <p:cNvPr id="7323" name="Line 1236"/>
              <p:cNvSpPr/>
              <p:nvPr/>
            </p:nvSpPr>
            <p:spPr>
              <a:xfrm flipV="1">
                <a:off x="4212" y="929"/>
                <a:ext cx="1" cy="103"/>
              </a:xfrm>
              <a:prstGeom prst="line">
                <a:avLst/>
              </a:prstGeom>
              <a:ln w="12700" cap="flat" cmpd="sng">
                <a:solidFill>
                  <a:schemeClr val="tx1"/>
                </a:solidFill>
                <a:prstDash val="solid"/>
                <a:headEnd type="none" w="med" len="med"/>
                <a:tailEnd type="none" w="med" len="med"/>
              </a:ln>
            </p:spPr>
          </p:sp>
          <p:sp>
            <p:nvSpPr>
              <p:cNvPr id="7324" name="Oval 1237"/>
              <p:cNvSpPr/>
              <p:nvPr/>
            </p:nvSpPr>
            <p:spPr>
              <a:xfrm>
                <a:off x="4048" y="854"/>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7325" name="Line 1238"/>
              <p:cNvSpPr/>
              <p:nvPr/>
            </p:nvSpPr>
            <p:spPr>
              <a:xfrm>
                <a:off x="4048" y="847"/>
                <a:ext cx="0" cy="50"/>
              </a:xfrm>
              <a:prstGeom prst="line">
                <a:avLst/>
              </a:prstGeom>
              <a:ln w="12700" cap="flat" cmpd="sng">
                <a:solidFill>
                  <a:schemeClr val="tx1"/>
                </a:solidFill>
                <a:prstDash val="solid"/>
                <a:headEnd type="none" w="med" len="med"/>
                <a:tailEnd type="none" w="med" len="med"/>
              </a:ln>
            </p:spPr>
          </p:sp>
          <p:sp>
            <p:nvSpPr>
              <p:cNvPr id="7326" name="Line 1239"/>
              <p:cNvSpPr/>
              <p:nvPr/>
            </p:nvSpPr>
            <p:spPr>
              <a:xfrm>
                <a:off x="4361" y="847"/>
                <a:ext cx="0" cy="50"/>
              </a:xfrm>
              <a:prstGeom prst="line">
                <a:avLst/>
              </a:prstGeom>
              <a:ln w="12700" cap="flat" cmpd="sng">
                <a:solidFill>
                  <a:schemeClr val="tx1"/>
                </a:solidFill>
                <a:prstDash val="solid"/>
                <a:headEnd type="none" w="med" len="med"/>
                <a:tailEnd type="none" w="med" len="med"/>
              </a:ln>
            </p:spPr>
          </p:sp>
          <p:sp>
            <p:nvSpPr>
              <p:cNvPr id="7327" name="Rectangle 1240"/>
              <p:cNvSpPr/>
              <p:nvPr/>
            </p:nvSpPr>
            <p:spPr>
              <a:xfrm>
                <a:off x="4048" y="847"/>
                <a:ext cx="310"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7328" name="Oval 1241"/>
              <p:cNvSpPr/>
              <p:nvPr/>
            </p:nvSpPr>
            <p:spPr>
              <a:xfrm>
                <a:off x="4045" y="788"/>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7329" name="Group 1242"/>
              <p:cNvGrpSpPr/>
              <p:nvPr/>
            </p:nvGrpSpPr>
            <p:grpSpPr>
              <a:xfrm>
                <a:off x="4120" y="809"/>
                <a:ext cx="156" cy="55"/>
                <a:chOff x="2848" y="848"/>
                <a:chExt cx="140" cy="98"/>
              </a:xfrm>
            </p:grpSpPr>
            <p:sp>
              <p:nvSpPr>
                <p:cNvPr id="7340" name="Line 1243"/>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7341" name="Line 1244"/>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7342" name="Line 1245"/>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7330" name="Group 1246"/>
              <p:cNvGrpSpPr/>
              <p:nvPr/>
            </p:nvGrpSpPr>
            <p:grpSpPr>
              <a:xfrm flipV="1">
                <a:off x="4120" y="808"/>
                <a:ext cx="156" cy="56"/>
                <a:chOff x="2848" y="848"/>
                <a:chExt cx="140" cy="98"/>
              </a:xfrm>
            </p:grpSpPr>
            <p:sp>
              <p:nvSpPr>
                <p:cNvPr id="7337" name="Line 1247"/>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7338" name="Line 1248"/>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7339" name="Line 1249"/>
                <p:cNvSpPr/>
                <p:nvPr/>
              </p:nvSpPr>
              <p:spPr>
                <a:xfrm>
                  <a:off x="2894" y="850"/>
                  <a:ext cx="52" cy="96"/>
                </a:xfrm>
                <a:prstGeom prst="line">
                  <a:avLst/>
                </a:prstGeom>
                <a:ln w="28575" cap="flat" cmpd="sng">
                  <a:solidFill>
                    <a:schemeClr val="tx1"/>
                  </a:solidFill>
                  <a:prstDash val="solid"/>
                  <a:headEnd type="none" w="med" len="med"/>
                  <a:tailEnd type="none" w="med" len="med"/>
                </a:ln>
              </p:spPr>
            </p:sp>
          </p:grpSp>
          <p:sp>
            <p:nvSpPr>
              <p:cNvPr id="7331" name="Rectangle 1250"/>
              <p:cNvSpPr/>
              <p:nvPr/>
            </p:nvSpPr>
            <p:spPr>
              <a:xfrm>
                <a:off x="3996" y="732"/>
                <a:ext cx="426" cy="306"/>
              </a:xfrm>
              <a:prstGeom prst="rect">
                <a:avLst/>
              </a:prstGeom>
              <a:solidFill>
                <a:schemeClr val="accent2"/>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7332" name="Rectangle 1251"/>
              <p:cNvSpPr/>
              <p:nvPr/>
            </p:nvSpPr>
            <p:spPr>
              <a:xfrm>
                <a:off x="3969" y="753"/>
                <a:ext cx="435" cy="312"/>
              </a:xfrm>
              <a:prstGeom prst="rect">
                <a:avLst/>
              </a:prstGeom>
              <a:solidFill>
                <a:schemeClr val="bg1"/>
              </a:solidFill>
              <a:ln w="1270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7333" name="Line 1252"/>
              <p:cNvSpPr/>
              <p:nvPr/>
            </p:nvSpPr>
            <p:spPr>
              <a:xfrm>
                <a:off x="3966" y="945"/>
                <a:ext cx="435" cy="3"/>
              </a:xfrm>
              <a:prstGeom prst="line">
                <a:avLst/>
              </a:prstGeom>
              <a:ln w="12700" cap="flat" cmpd="sng">
                <a:solidFill>
                  <a:schemeClr val="tx1"/>
                </a:solidFill>
                <a:prstDash val="solid"/>
                <a:headEnd type="none" w="med" len="med"/>
                <a:tailEnd type="none" w="med" len="med"/>
              </a:ln>
            </p:spPr>
          </p:sp>
          <p:sp>
            <p:nvSpPr>
              <p:cNvPr id="7334" name="Line 1253"/>
              <p:cNvSpPr/>
              <p:nvPr/>
            </p:nvSpPr>
            <p:spPr>
              <a:xfrm>
                <a:off x="3972" y="849"/>
                <a:ext cx="435" cy="3"/>
              </a:xfrm>
              <a:prstGeom prst="line">
                <a:avLst/>
              </a:prstGeom>
              <a:ln w="12700" cap="flat" cmpd="sng">
                <a:solidFill>
                  <a:schemeClr val="tx1"/>
                </a:solidFill>
                <a:prstDash val="solid"/>
                <a:headEnd type="none" w="med" len="med"/>
                <a:tailEnd type="none" w="med" len="med"/>
              </a:ln>
            </p:spPr>
          </p:sp>
          <p:sp>
            <p:nvSpPr>
              <p:cNvPr id="7335" name="Rectangle 1254"/>
              <p:cNvSpPr/>
              <p:nvPr/>
            </p:nvSpPr>
            <p:spPr>
              <a:xfrm>
                <a:off x="3966" y="756"/>
                <a:ext cx="435" cy="93"/>
              </a:xfrm>
              <a:prstGeom prst="rect">
                <a:avLst/>
              </a:prstGeom>
              <a:solidFill>
                <a:srgbClr val="FF0000"/>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7336" name="Text Box 1255"/>
              <p:cNvSpPr txBox="1"/>
              <p:nvPr/>
            </p:nvSpPr>
            <p:spPr>
              <a:xfrm>
                <a:off x="3937" y="633"/>
                <a:ext cx="513" cy="44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en-US" altLang="zh-CN" sz="1000" dirty="0">
                  <a:ea typeface="宋体" panose="02010600030101010101" pitchFamily="2" charset="-122"/>
                </a:endParaRPr>
              </a:p>
              <a:p>
                <a:pPr marL="0" lvl="0" indent="0" algn="ctr">
                  <a:spcBef>
                    <a:spcPct val="0"/>
                  </a:spcBef>
                  <a:buClrTx/>
                  <a:buSzTx/>
                  <a:buFontTx/>
                  <a:buNone/>
                </a:pPr>
                <a:r>
                  <a:rPr lang="en-US" altLang="zh-CN" sz="1000" dirty="0">
                    <a:solidFill>
                      <a:schemeClr val="bg1"/>
                    </a:solidFill>
                    <a:ea typeface="宋体" panose="02010600030101010101" pitchFamily="2" charset="-122"/>
                  </a:rPr>
                  <a:t>network</a:t>
                </a:r>
                <a:endParaRPr lang="en-US" altLang="zh-CN" sz="1000" dirty="0">
                  <a:solidFill>
                    <a:schemeClr val="bg1"/>
                  </a:solidFill>
                  <a:ea typeface="宋体" panose="02010600030101010101" pitchFamily="2" charset="-122"/>
                </a:endParaRPr>
              </a:p>
              <a:p>
                <a:pPr marL="0" lvl="0" indent="0" algn="ctr">
                  <a:spcBef>
                    <a:spcPct val="0"/>
                  </a:spcBef>
                  <a:buClrTx/>
                  <a:buSzTx/>
                  <a:buFontTx/>
                  <a:buNone/>
                </a:pPr>
                <a:r>
                  <a:rPr lang="en-US" altLang="zh-CN" sz="1000" dirty="0">
                    <a:ea typeface="宋体" panose="02010600030101010101" pitchFamily="2" charset="-122"/>
                  </a:rPr>
                  <a:t>data link</a:t>
                </a:r>
                <a:endParaRPr lang="en-US" altLang="zh-CN" sz="1000" dirty="0">
                  <a:ea typeface="宋体" panose="02010600030101010101" pitchFamily="2" charset="-122"/>
                </a:endParaRPr>
              </a:p>
              <a:p>
                <a:pPr marL="0" lvl="0" indent="0" algn="ctr">
                  <a:spcBef>
                    <a:spcPct val="0"/>
                  </a:spcBef>
                  <a:buClrTx/>
                  <a:buSzTx/>
                  <a:buFontTx/>
                  <a:buNone/>
                </a:pPr>
                <a:r>
                  <a:rPr lang="en-US" altLang="zh-CN" sz="1000" dirty="0">
                    <a:ea typeface="宋体" panose="02010600030101010101" pitchFamily="2" charset="-122"/>
                  </a:rPr>
                  <a:t>physical</a:t>
                </a:r>
                <a:endParaRPr lang="en-US" altLang="zh-CN" sz="2400" dirty="0">
                  <a:latin typeface="Times New Roman" panose="02020603050405020304" pitchFamily="18" charset="0"/>
                  <a:ea typeface="宋体" panose="02010600030101010101" pitchFamily="2" charset="-122"/>
                </a:endParaRPr>
              </a:p>
            </p:txBody>
          </p:sp>
        </p:grpSp>
        <p:grpSp>
          <p:nvGrpSpPr>
            <p:cNvPr id="7300" name="Group 1256"/>
            <p:cNvGrpSpPr/>
            <p:nvPr/>
          </p:nvGrpSpPr>
          <p:grpSpPr>
            <a:xfrm>
              <a:off x="3674" y="2866"/>
              <a:ext cx="513" cy="442"/>
              <a:chOff x="3937" y="633"/>
              <a:chExt cx="513" cy="442"/>
            </a:xfrm>
          </p:grpSpPr>
          <p:sp>
            <p:nvSpPr>
              <p:cNvPr id="7301" name="Line 1257"/>
              <p:cNvSpPr/>
              <p:nvPr/>
            </p:nvSpPr>
            <p:spPr>
              <a:xfrm>
                <a:off x="4061" y="1035"/>
                <a:ext cx="312" cy="1"/>
              </a:xfrm>
              <a:prstGeom prst="line">
                <a:avLst/>
              </a:prstGeom>
              <a:ln w="12700" cap="flat" cmpd="sng">
                <a:solidFill>
                  <a:schemeClr val="tx1"/>
                </a:solidFill>
                <a:prstDash val="solid"/>
                <a:headEnd type="none" w="med" len="med"/>
                <a:tailEnd type="none" w="med" len="med"/>
              </a:ln>
            </p:spPr>
          </p:sp>
          <p:sp>
            <p:nvSpPr>
              <p:cNvPr id="7302" name="Line 1258"/>
              <p:cNvSpPr/>
              <p:nvPr/>
            </p:nvSpPr>
            <p:spPr>
              <a:xfrm flipV="1">
                <a:off x="4212" y="929"/>
                <a:ext cx="1" cy="103"/>
              </a:xfrm>
              <a:prstGeom prst="line">
                <a:avLst/>
              </a:prstGeom>
              <a:ln w="12700" cap="flat" cmpd="sng">
                <a:solidFill>
                  <a:schemeClr val="tx1"/>
                </a:solidFill>
                <a:prstDash val="solid"/>
                <a:headEnd type="none" w="med" len="med"/>
                <a:tailEnd type="none" w="med" len="med"/>
              </a:ln>
            </p:spPr>
          </p:sp>
          <p:sp>
            <p:nvSpPr>
              <p:cNvPr id="7303" name="Oval 1259"/>
              <p:cNvSpPr/>
              <p:nvPr/>
            </p:nvSpPr>
            <p:spPr>
              <a:xfrm>
                <a:off x="4048" y="854"/>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7304" name="Line 1260"/>
              <p:cNvSpPr/>
              <p:nvPr/>
            </p:nvSpPr>
            <p:spPr>
              <a:xfrm>
                <a:off x="4048" y="847"/>
                <a:ext cx="0" cy="50"/>
              </a:xfrm>
              <a:prstGeom prst="line">
                <a:avLst/>
              </a:prstGeom>
              <a:ln w="12700" cap="flat" cmpd="sng">
                <a:solidFill>
                  <a:schemeClr val="tx1"/>
                </a:solidFill>
                <a:prstDash val="solid"/>
                <a:headEnd type="none" w="med" len="med"/>
                <a:tailEnd type="none" w="med" len="med"/>
              </a:ln>
            </p:spPr>
          </p:sp>
          <p:sp>
            <p:nvSpPr>
              <p:cNvPr id="7305" name="Line 1261"/>
              <p:cNvSpPr/>
              <p:nvPr/>
            </p:nvSpPr>
            <p:spPr>
              <a:xfrm>
                <a:off x="4361" y="847"/>
                <a:ext cx="0" cy="50"/>
              </a:xfrm>
              <a:prstGeom prst="line">
                <a:avLst/>
              </a:prstGeom>
              <a:ln w="12700" cap="flat" cmpd="sng">
                <a:solidFill>
                  <a:schemeClr val="tx1"/>
                </a:solidFill>
                <a:prstDash val="solid"/>
                <a:headEnd type="none" w="med" len="med"/>
                <a:tailEnd type="none" w="med" len="med"/>
              </a:ln>
            </p:spPr>
          </p:sp>
          <p:sp>
            <p:nvSpPr>
              <p:cNvPr id="7306" name="Rectangle 1262"/>
              <p:cNvSpPr/>
              <p:nvPr/>
            </p:nvSpPr>
            <p:spPr>
              <a:xfrm>
                <a:off x="4048" y="847"/>
                <a:ext cx="310"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7307" name="Oval 1263"/>
              <p:cNvSpPr/>
              <p:nvPr/>
            </p:nvSpPr>
            <p:spPr>
              <a:xfrm>
                <a:off x="4045" y="788"/>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7308" name="Group 1264"/>
              <p:cNvGrpSpPr/>
              <p:nvPr/>
            </p:nvGrpSpPr>
            <p:grpSpPr>
              <a:xfrm>
                <a:off x="4120" y="809"/>
                <a:ext cx="156" cy="55"/>
                <a:chOff x="2848" y="848"/>
                <a:chExt cx="140" cy="98"/>
              </a:xfrm>
            </p:grpSpPr>
            <p:sp>
              <p:nvSpPr>
                <p:cNvPr id="7319" name="Line 1265"/>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7320" name="Line 1266"/>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7321" name="Line 1267"/>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7309" name="Group 1268"/>
              <p:cNvGrpSpPr/>
              <p:nvPr/>
            </p:nvGrpSpPr>
            <p:grpSpPr>
              <a:xfrm flipV="1">
                <a:off x="4120" y="808"/>
                <a:ext cx="156" cy="56"/>
                <a:chOff x="2848" y="848"/>
                <a:chExt cx="140" cy="98"/>
              </a:xfrm>
            </p:grpSpPr>
            <p:sp>
              <p:nvSpPr>
                <p:cNvPr id="7316" name="Line 1269"/>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7317" name="Line 1270"/>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7318" name="Line 1271"/>
                <p:cNvSpPr/>
                <p:nvPr/>
              </p:nvSpPr>
              <p:spPr>
                <a:xfrm>
                  <a:off x="2894" y="850"/>
                  <a:ext cx="52" cy="96"/>
                </a:xfrm>
                <a:prstGeom prst="line">
                  <a:avLst/>
                </a:prstGeom>
                <a:ln w="28575" cap="flat" cmpd="sng">
                  <a:solidFill>
                    <a:schemeClr val="tx1"/>
                  </a:solidFill>
                  <a:prstDash val="solid"/>
                  <a:headEnd type="none" w="med" len="med"/>
                  <a:tailEnd type="none" w="med" len="med"/>
                </a:ln>
              </p:spPr>
            </p:sp>
          </p:grpSp>
          <p:sp>
            <p:nvSpPr>
              <p:cNvPr id="7310" name="Rectangle 1272"/>
              <p:cNvSpPr/>
              <p:nvPr/>
            </p:nvSpPr>
            <p:spPr>
              <a:xfrm>
                <a:off x="3996" y="732"/>
                <a:ext cx="426" cy="306"/>
              </a:xfrm>
              <a:prstGeom prst="rect">
                <a:avLst/>
              </a:prstGeom>
              <a:solidFill>
                <a:schemeClr val="accent2"/>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7311" name="Rectangle 1273"/>
              <p:cNvSpPr/>
              <p:nvPr/>
            </p:nvSpPr>
            <p:spPr>
              <a:xfrm>
                <a:off x="3969" y="753"/>
                <a:ext cx="435" cy="312"/>
              </a:xfrm>
              <a:prstGeom prst="rect">
                <a:avLst/>
              </a:prstGeom>
              <a:solidFill>
                <a:schemeClr val="bg1"/>
              </a:solidFill>
              <a:ln w="1270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7312" name="Line 1274"/>
              <p:cNvSpPr/>
              <p:nvPr/>
            </p:nvSpPr>
            <p:spPr>
              <a:xfrm>
                <a:off x="3966" y="945"/>
                <a:ext cx="435" cy="3"/>
              </a:xfrm>
              <a:prstGeom prst="line">
                <a:avLst/>
              </a:prstGeom>
              <a:ln w="12700" cap="flat" cmpd="sng">
                <a:solidFill>
                  <a:schemeClr val="tx1"/>
                </a:solidFill>
                <a:prstDash val="solid"/>
                <a:headEnd type="none" w="med" len="med"/>
                <a:tailEnd type="none" w="med" len="med"/>
              </a:ln>
            </p:spPr>
          </p:sp>
          <p:sp>
            <p:nvSpPr>
              <p:cNvPr id="7313" name="Line 1275"/>
              <p:cNvSpPr/>
              <p:nvPr/>
            </p:nvSpPr>
            <p:spPr>
              <a:xfrm>
                <a:off x="3972" y="849"/>
                <a:ext cx="435" cy="3"/>
              </a:xfrm>
              <a:prstGeom prst="line">
                <a:avLst/>
              </a:prstGeom>
              <a:ln w="12700" cap="flat" cmpd="sng">
                <a:solidFill>
                  <a:schemeClr val="tx1"/>
                </a:solidFill>
                <a:prstDash val="solid"/>
                <a:headEnd type="none" w="med" len="med"/>
                <a:tailEnd type="none" w="med" len="med"/>
              </a:ln>
            </p:spPr>
          </p:sp>
          <p:sp>
            <p:nvSpPr>
              <p:cNvPr id="7314" name="Rectangle 1276"/>
              <p:cNvSpPr/>
              <p:nvPr/>
            </p:nvSpPr>
            <p:spPr>
              <a:xfrm>
                <a:off x="3966" y="756"/>
                <a:ext cx="435" cy="93"/>
              </a:xfrm>
              <a:prstGeom prst="rect">
                <a:avLst/>
              </a:prstGeom>
              <a:solidFill>
                <a:srgbClr val="FF0000"/>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7315" name="Text Box 1277"/>
              <p:cNvSpPr txBox="1"/>
              <p:nvPr/>
            </p:nvSpPr>
            <p:spPr>
              <a:xfrm>
                <a:off x="3937" y="633"/>
                <a:ext cx="513" cy="44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en-US" altLang="zh-CN" sz="1000" dirty="0">
                  <a:ea typeface="宋体" panose="02010600030101010101" pitchFamily="2" charset="-122"/>
                </a:endParaRPr>
              </a:p>
              <a:p>
                <a:pPr marL="0" lvl="0" indent="0" algn="ctr">
                  <a:spcBef>
                    <a:spcPct val="0"/>
                  </a:spcBef>
                  <a:buClrTx/>
                  <a:buSzTx/>
                  <a:buFontTx/>
                  <a:buNone/>
                </a:pPr>
                <a:r>
                  <a:rPr lang="en-US" altLang="zh-CN" sz="1000" dirty="0">
                    <a:solidFill>
                      <a:schemeClr val="bg1"/>
                    </a:solidFill>
                    <a:ea typeface="宋体" panose="02010600030101010101" pitchFamily="2" charset="-122"/>
                  </a:rPr>
                  <a:t>network</a:t>
                </a:r>
                <a:endParaRPr lang="en-US" altLang="zh-CN" sz="1000" dirty="0">
                  <a:solidFill>
                    <a:schemeClr val="bg1"/>
                  </a:solidFill>
                  <a:ea typeface="宋体" panose="02010600030101010101" pitchFamily="2" charset="-122"/>
                </a:endParaRPr>
              </a:p>
              <a:p>
                <a:pPr marL="0" lvl="0" indent="0" algn="ctr">
                  <a:spcBef>
                    <a:spcPct val="0"/>
                  </a:spcBef>
                  <a:buClrTx/>
                  <a:buSzTx/>
                  <a:buFontTx/>
                  <a:buNone/>
                </a:pPr>
                <a:r>
                  <a:rPr lang="en-US" altLang="zh-CN" sz="1000" dirty="0">
                    <a:ea typeface="宋体" panose="02010600030101010101" pitchFamily="2" charset="-122"/>
                  </a:rPr>
                  <a:t>data link</a:t>
                </a:r>
                <a:endParaRPr lang="en-US" altLang="zh-CN" sz="1000" dirty="0">
                  <a:ea typeface="宋体" panose="02010600030101010101" pitchFamily="2" charset="-122"/>
                </a:endParaRPr>
              </a:p>
              <a:p>
                <a:pPr marL="0" lvl="0" indent="0" algn="ctr">
                  <a:spcBef>
                    <a:spcPct val="0"/>
                  </a:spcBef>
                  <a:buClrTx/>
                  <a:buSzTx/>
                  <a:buFontTx/>
                  <a:buNone/>
                </a:pPr>
                <a:r>
                  <a:rPr lang="en-US" altLang="zh-CN" sz="1000" dirty="0">
                    <a:ea typeface="宋体" panose="02010600030101010101" pitchFamily="2" charset="-122"/>
                  </a:rPr>
                  <a:t>physical</a:t>
                </a:r>
                <a:endParaRPr lang="en-US" altLang="zh-CN" sz="2400" dirty="0">
                  <a:latin typeface="Times New Roman" panose="02020603050405020304" pitchFamily="18" charset="0"/>
                  <a:ea typeface="宋体" panose="02010600030101010101" pitchFamily="2" charset="-122"/>
                </a:endParaRPr>
              </a:p>
            </p:txBody>
          </p:sp>
        </p:grpSp>
      </p:grpSp>
      <p:sp>
        <p:nvSpPr>
          <p:cNvPr id="632064" name="Rectangle 1280"/>
          <p:cNvSpPr/>
          <p:nvPr/>
        </p:nvSpPr>
        <p:spPr>
          <a:xfrm>
            <a:off x="5721350" y="858838"/>
            <a:ext cx="388938" cy="138112"/>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632065" name="Rectangle 1281"/>
          <p:cNvSpPr/>
          <p:nvPr/>
        </p:nvSpPr>
        <p:spPr>
          <a:xfrm>
            <a:off x="5651500" y="1509713"/>
            <a:ext cx="596900" cy="138112"/>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632066" name="Rectangle 1282"/>
          <p:cNvSpPr/>
          <p:nvPr/>
        </p:nvSpPr>
        <p:spPr>
          <a:xfrm>
            <a:off x="8477250" y="4487863"/>
            <a:ext cx="388938" cy="138112"/>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31830"/>
                                        </p:tgtEl>
                                        <p:attrNameLst>
                                          <p:attrName>style.visibility</p:attrName>
                                        </p:attrNameLst>
                                      </p:cBhvr>
                                      <p:to>
                                        <p:strVal val="visible"/>
                                      </p:to>
                                    </p:set>
                                    <p:animEffect transition="in" filter="wipe(left)">
                                      <p:cBhvr>
                                        <p:cTn id="7" dur="500"/>
                                        <p:tgtEl>
                                          <p:spTgt spid="631830"/>
                                        </p:tgtEl>
                                      </p:cBhvr>
                                    </p:animEffect>
                                  </p:childTnLst>
                                </p:cTn>
                              </p:par>
                              <p:par>
                                <p:cTn id="8" presetID="22" presetClass="entr" presetSubtype="8" fill="hold" nodeType="withEffect">
                                  <p:stCondLst>
                                    <p:cond delay="0"/>
                                  </p:stCondLst>
                                  <p:childTnLst>
                                    <p:set>
                                      <p:cBhvr>
                                        <p:cTn id="9" dur="1" fill="hold">
                                          <p:stCondLst>
                                            <p:cond delay="0"/>
                                          </p:stCondLst>
                                        </p:cTn>
                                        <p:tgtEl>
                                          <p:spTgt spid="631831"/>
                                        </p:tgtEl>
                                        <p:attrNameLst>
                                          <p:attrName>style.visibility</p:attrName>
                                        </p:attrNameLst>
                                      </p:cBhvr>
                                      <p:to>
                                        <p:strVal val="visible"/>
                                      </p:to>
                                    </p:set>
                                    <p:animEffect transition="in" filter="wipe(left)">
                                      <p:cBhvr>
                                        <p:cTn id="10" dur="500"/>
                                        <p:tgtEl>
                                          <p:spTgt spid="631831"/>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nodeType="clickEffect">
                                  <p:stCondLst>
                                    <p:cond delay="0"/>
                                  </p:stCondLst>
                                  <p:childTnLst>
                                    <p:set>
                                      <p:cBhvr>
                                        <p:cTn id="14" dur="1" fill="hold">
                                          <p:stCondLst>
                                            <p:cond delay="0"/>
                                          </p:stCondLst>
                                        </p:cTn>
                                        <p:tgtEl>
                                          <p:spTgt spid="632062"/>
                                        </p:tgtEl>
                                        <p:attrNameLst>
                                          <p:attrName>style.visibility</p:attrName>
                                        </p:attrNameLst>
                                      </p:cBhvr>
                                      <p:to>
                                        <p:strVal val="visible"/>
                                      </p:to>
                                    </p:set>
                                    <p:animEffect transition="in" filter="dissolve">
                                      <p:cBhvr>
                                        <p:cTn id="15" dur="1000"/>
                                        <p:tgtEl>
                                          <p:spTgt spid="632062"/>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632064"/>
                                        </p:tgtEl>
                                        <p:attrNameLst>
                                          <p:attrName>style.visibility</p:attrName>
                                        </p:attrNameLst>
                                      </p:cBhvr>
                                      <p:to>
                                        <p:strVal val="visible"/>
                                      </p:to>
                                    </p:set>
                                  </p:childTnLst>
                                </p:cTn>
                              </p:par>
                            </p:childTnLst>
                          </p:cTn>
                        </p:par>
                        <p:par>
                          <p:cTn id="20" fill="hold">
                            <p:stCondLst>
                              <p:cond delay="0"/>
                            </p:stCondLst>
                            <p:childTnLst>
                              <p:par>
                                <p:cTn id="21" presetID="42" presetClass="path" presetSubtype="0" accel="50000" decel="50000" fill="hold" nodeType="afterEffect">
                                  <p:stCondLst>
                                    <p:cond delay="0"/>
                                  </p:stCondLst>
                                  <p:childTnLst>
                                    <p:animMotion origin="layout" path="M 0.00244 0.01227 L 0.00382 0.0949 " pathEditMode="relative" rAng="0" ptsTypes="AA">
                                      <p:cBhvr>
                                        <p:cTn id="22" dur="2000" fill="hold"/>
                                        <p:tgtEl>
                                          <p:spTgt spid="632064"/>
                                        </p:tgtEl>
                                        <p:attrNameLst>
                                          <p:attrName>ppt_x</p:attrName>
                                          <p:attrName>ppt_y</p:attrName>
                                        </p:attrNameLst>
                                      </p:cBhvr>
                                      <p:rCtr x="100" y="4100"/>
                                    </p:animMotion>
                                  </p:childTnLst>
                                </p:cTn>
                              </p:par>
                            </p:childTnLst>
                          </p:cTn>
                        </p:par>
                        <p:par>
                          <p:cTn id="23" fill="hold">
                            <p:stCondLst>
                              <p:cond delay="2000"/>
                            </p:stCondLst>
                            <p:childTnLst>
                              <p:par>
                                <p:cTn id="24" presetID="1" presetClass="exit" presetSubtype="0" fill="hold" nodeType="afterEffect">
                                  <p:stCondLst>
                                    <p:cond delay="0"/>
                                  </p:stCondLst>
                                  <p:childTnLst>
                                    <p:set>
                                      <p:cBhvr>
                                        <p:cTn id="25" dur="1" fill="hold">
                                          <p:stCondLst>
                                            <p:cond delay="0"/>
                                          </p:stCondLst>
                                        </p:cTn>
                                        <p:tgtEl>
                                          <p:spTgt spid="632064"/>
                                        </p:tgtEl>
                                        <p:attrNameLst>
                                          <p:attrName>style.visibility</p:attrName>
                                        </p:attrNameLst>
                                      </p:cBhvr>
                                      <p:to>
                                        <p:strVal val="hidden"/>
                                      </p:to>
                                    </p:set>
                                  </p:childTnLst>
                                </p:cTn>
                              </p:par>
                            </p:childTnLst>
                          </p:cTn>
                        </p:par>
                        <p:par>
                          <p:cTn id="26" fill="hold">
                            <p:stCondLst>
                              <p:cond delay="2000"/>
                            </p:stCondLst>
                            <p:childTnLst>
                              <p:par>
                                <p:cTn id="27" presetID="1" presetClass="entr" presetSubtype="0" fill="hold" nodeType="afterEffect">
                                  <p:stCondLst>
                                    <p:cond delay="0"/>
                                  </p:stCondLst>
                                  <p:childTnLst>
                                    <p:set>
                                      <p:cBhvr>
                                        <p:cTn id="28" dur="1" fill="hold">
                                          <p:stCondLst>
                                            <p:cond delay="0"/>
                                          </p:stCondLst>
                                        </p:cTn>
                                        <p:tgtEl>
                                          <p:spTgt spid="632065"/>
                                        </p:tgtEl>
                                        <p:attrNameLst>
                                          <p:attrName>style.visibility</p:attrName>
                                        </p:attrNameLst>
                                      </p:cBhvr>
                                      <p:to>
                                        <p:strVal val="visible"/>
                                      </p:to>
                                    </p:set>
                                  </p:childTnLst>
                                </p:cTn>
                              </p:par>
                            </p:childTnLst>
                          </p:cTn>
                        </p:par>
                        <p:par>
                          <p:cTn id="29" fill="hold">
                            <p:stCondLst>
                              <p:cond delay="2000"/>
                            </p:stCondLst>
                            <p:childTnLst>
                              <p:par>
                                <p:cTn id="30" presetID="0" presetClass="path" presetSubtype="0" accel="50000" decel="50000" fill="hold" nodeType="afterEffect">
                                  <p:stCondLst>
                                    <p:cond delay="0"/>
                                  </p:stCondLst>
                                  <p:childTnLst>
                                    <p:animMotion origin="layout" path="M 2.5E-6 -1.48148E-6 L 2.5E-6 0.07269 L 0.02726 0.18982 L 0.02726 0.1132 L 0.07118 0.11112 L 0.07257 0.18982 L 0.11667 0.14144 L 0.11667 0.07871 L 0.16059 0.07686 L 0.10903 0.23426 L 0.11511 0.15949 L 0.1559 0.15949 L 0.15747 0.23635 L 0.1059 0.34537 L 0.10295 0.27061 L 0.14236 0.26875 L 0.14688 0.39584 L 0.1559 0.3213 L 0.19236 0.31922 L 0.19688 0.39792 L 0.1059 0.49908 L 0.1059 0.41621 L 0.14236 0.41621 L 0.14236 0.49699 L 0.18785 0.53542 L 0.18785 0.44653 L 0.2257 0.44653 L 0.22865 0.52732 L 0.31198 0.50301 L 0.31198 0.43843 " pathEditMode="relative" ptsTypes="AAAAAAAAAAAAAAAAAAAAAAAAAAAAAA">
                                      <p:cBhvr>
                                        <p:cTn id="31" dur="5000" fill="hold"/>
                                        <p:tgtEl>
                                          <p:spTgt spid="632065"/>
                                        </p:tgtEl>
                                        <p:attrNameLst>
                                          <p:attrName>ppt_x</p:attrName>
                                          <p:attrName>ppt_y</p:attrName>
                                        </p:attrNameLst>
                                      </p:cBhvr>
                                    </p:animMotion>
                                  </p:childTnLst>
                                </p:cTn>
                              </p:par>
                            </p:childTnLst>
                          </p:cTn>
                        </p:par>
                        <p:par>
                          <p:cTn id="32" fill="hold">
                            <p:stCondLst>
                              <p:cond delay="7000"/>
                            </p:stCondLst>
                            <p:childTnLst>
                              <p:par>
                                <p:cTn id="33" presetID="1" presetClass="exit" presetSubtype="0" fill="hold" nodeType="afterEffect">
                                  <p:stCondLst>
                                    <p:cond delay="0"/>
                                  </p:stCondLst>
                                  <p:childTnLst>
                                    <p:set>
                                      <p:cBhvr>
                                        <p:cTn id="34" dur="1" fill="hold">
                                          <p:stCondLst>
                                            <p:cond delay="0"/>
                                          </p:stCondLst>
                                        </p:cTn>
                                        <p:tgtEl>
                                          <p:spTgt spid="632065"/>
                                        </p:tgtEl>
                                        <p:attrNameLst>
                                          <p:attrName>style.visibility</p:attrName>
                                        </p:attrNameLst>
                                      </p:cBhvr>
                                      <p:to>
                                        <p:strVal val="hidden"/>
                                      </p:to>
                                    </p:set>
                                  </p:childTnLst>
                                </p:cTn>
                              </p:par>
                            </p:childTnLst>
                          </p:cTn>
                        </p:par>
                        <p:par>
                          <p:cTn id="35" fill="hold">
                            <p:stCondLst>
                              <p:cond delay="7000"/>
                            </p:stCondLst>
                            <p:childTnLst>
                              <p:par>
                                <p:cTn id="36" presetID="1" presetClass="entr" presetSubtype="0" fill="hold" nodeType="afterEffect">
                                  <p:stCondLst>
                                    <p:cond delay="0"/>
                                  </p:stCondLst>
                                  <p:childTnLst>
                                    <p:set>
                                      <p:cBhvr>
                                        <p:cTn id="37" dur="1" fill="hold">
                                          <p:stCondLst>
                                            <p:cond delay="0"/>
                                          </p:stCondLst>
                                        </p:cTn>
                                        <p:tgtEl>
                                          <p:spTgt spid="632066"/>
                                        </p:tgtEl>
                                        <p:attrNameLst>
                                          <p:attrName>style.visibility</p:attrName>
                                        </p:attrNameLst>
                                      </p:cBhvr>
                                      <p:to>
                                        <p:strVal val="visible"/>
                                      </p:to>
                                    </p:set>
                                  </p:childTnLst>
                                </p:cTn>
                              </p:par>
                            </p:childTnLst>
                          </p:cTn>
                        </p:par>
                        <p:par>
                          <p:cTn id="38" fill="hold">
                            <p:stCondLst>
                              <p:cond delay="7000"/>
                            </p:stCondLst>
                            <p:childTnLst>
                              <p:par>
                                <p:cTn id="39" presetID="1" presetClass="entr" presetSubtype="0" fill="hold" nodeType="afterEffect">
                                  <p:stCondLst>
                                    <p:cond delay="0"/>
                                  </p:stCondLst>
                                  <p:childTnLst>
                                    <p:set>
                                      <p:cBhvr>
                                        <p:cTn id="40" dur="1" fill="hold">
                                          <p:stCondLst>
                                            <p:cond delay="0"/>
                                          </p:stCondLst>
                                        </p:cTn>
                                        <p:tgtEl>
                                          <p:spTgt spid="632066"/>
                                        </p:tgtEl>
                                        <p:attrNameLst>
                                          <p:attrName>style.visibility</p:attrName>
                                        </p:attrNameLst>
                                      </p:cBhvr>
                                      <p:to>
                                        <p:strVal val="visible"/>
                                      </p:to>
                                    </p:set>
                                  </p:childTnLst>
                                </p:cTn>
                              </p:par>
                            </p:childTnLst>
                          </p:cTn>
                        </p:par>
                        <p:par>
                          <p:cTn id="41" fill="hold">
                            <p:stCondLst>
                              <p:cond delay="7000"/>
                            </p:stCondLst>
                            <p:childTnLst>
                              <p:par>
                                <p:cTn id="42" presetID="42" presetClass="path" presetSubtype="0" accel="50000" decel="50000" fill="hold" nodeType="afterEffect">
                                  <p:stCondLst>
                                    <p:cond delay="0"/>
                                  </p:stCondLst>
                                  <p:childTnLst>
                                    <p:animMotion origin="layout" path="M -3.05556E-6 0 L -0.00156 -0.07106 " pathEditMode="relative" rAng="0" ptsTypes="AA">
                                      <p:cBhvr>
                                        <p:cTn id="43" dur="2000" fill="hold"/>
                                        <p:tgtEl>
                                          <p:spTgt spid="632066"/>
                                        </p:tgtEl>
                                        <p:attrNameLst>
                                          <p:attrName>ppt_x</p:attrName>
                                          <p:attrName>ppt_y</p:attrName>
                                        </p:attrNameLst>
                                      </p:cBhvr>
                                      <p:rCtr x="-100" y="-36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页脚占位符 4"/>
          <p:cNvSpPr txBox="1">
            <a:spLocks noGrp="1"/>
          </p:cNvSpPr>
          <p:nvPr>
            <p:ph type="ftr" sz="quarter" idx="11"/>
          </p:nvPr>
        </p:nvSpPr>
        <p:spPr/>
        <p:txBody>
          <a:bodyPr/>
          <a:p>
            <a:pPr marL="0" indent="0" algn="r">
              <a:spcBef>
                <a:spcPct val="0"/>
              </a:spcBef>
              <a:buClrTx/>
              <a:buSzTx/>
              <a:buFontTx/>
              <a:buNone/>
            </a:pPr>
            <a:r>
              <a:rPr lang="en-US" altLang="zh-CN" sz="1400" dirty="0">
                <a:ea typeface="宋体" panose="02010600030101010101" pitchFamily="2" charset="-122"/>
              </a:rPr>
              <a:t>Network Layer</a:t>
            </a:r>
            <a:endParaRPr lang="en-US" altLang="zh-CN" sz="1400" dirty="0">
              <a:latin typeface="Times New Roman" panose="02020603050405020304" pitchFamily="18" charset="0"/>
              <a:ea typeface="宋体" panose="02010600030101010101" pitchFamily="2" charset="-122"/>
            </a:endParaRPr>
          </a:p>
        </p:txBody>
      </p:sp>
      <p:sp>
        <p:nvSpPr>
          <p:cNvPr id="8195" name="灯片编号占位符 5"/>
          <p:cNvSpPr txBox="1">
            <a:spLocks noGrp="1"/>
          </p:cNvSpPr>
          <p:nvPr>
            <p:ph type="sldNum" sz="quarter" idx="12"/>
          </p:nvPr>
        </p:nvSpPr>
        <p:spPr/>
        <p:txBody>
          <a:bodyPr/>
          <a:p>
            <a:pPr marL="0" indent="0" algn="r">
              <a:spcBef>
                <a:spcPct val="0"/>
              </a:spcBef>
              <a:buClrTx/>
              <a:buSzTx/>
              <a:buFontTx/>
              <a:buNone/>
            </a:pPr>
            <a:r>
              <a:rPr lang="en-US" altLang="zh-CN" sz="1400" dirty="0">
                <a:ea typeface="宋体" panose="02010600030101010101" pitchFamily="2" charset="-122"/>
              </a:rPr>
              <a:t>4-</a:t>
            </a: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8196" name="Rectangle 2"/>
          <p:cNvSpPr>
            <a:spLocks noGrp="1"/>
          </p:cNvSpPr>
          <p:nvPr>
            <p:ph type="title"/>
          </p:nvPr>
        </p:nvSpPr>
        <p:spPr/>
        <p:txBody>
          <a:bodyPr vert="horz" wrap="square" lIns="91440" tIns="45720" rIns="91440" bIns="45720" anchor="ctr" anchorCtr="0"/>
          <a:p>
            <a:r>
              <a:rPr lang="en-US" altLang="zh-CN" sz="3600" dirty="0">
                <a:ea typeface="宋体" panose="02010600030101010101" pitchFamily="2" charset="-122"/>
              </a:rPr>
              <a:t>Two Key Network-Layer Functions</a:t>
            </a:r>
            <a:endParaRPr lang="en-US" altLang="zh-CN" sz="3600" dirty="0">
              <a:ea typeface="宋体" panose="02010600030101010101" pitchFamily="2" charset="-122"/>
            </a:endParaRPr>
          </a:p>
        </p:txBody>
      </p:sp>
      <p:sp>
        <p:nvSpPr>
          <p:cNvPr id="8197" name="Rectangle 3"/>
          <p:cNvSpPr>
            <a:spLocks noGrp="1"/>
          </p:cNvSpPr>
          <p:nvPr>
            <p:ph idx="1"/>
          </p:nvPr>
        </p:nvSpPr>
        <p:spPr>
          <a:xfrm>
            <a:off x="379413" y="1625600"/>
            <a:ext cx="4192587" cy="4648200"/>
          </a:xfrm>
        </p:spPr>
        <p:txBody>
          <a:bodyPr vert="horz" wrap="square" lIns="91440" tIns="45720" rIns="91440" bIns="45720" anchor="t" anchorCtr="0"/>
          <a:p>
            <a:r>
              <a:rPr lang="en-US" altLang="zh-CN" i="1" dirty="0">
                <a:solidFill>
                  <a:schemeClr val="accent2"/>
                </a:solidFill>
                <a:ea typeface="宋体" panose="02010600030101010101" pitchFamily="2" charset="-122"/>
              </a:rPr>
              <a:t>forwarding:</a:t>
            </a:r>
            <a:r>
              <a:rPr lang="en-US" altLang="zh-CN" dirty="0">
                <a:ea typeface="宋体" panose="02010600030101010101" pitchFamily="2" charset="-122"/>
              </a:rPr>
              <a:t> move packets from router’s input to appropriate router output</a:t>
            </a:r>
            <a:endParaRPr lang="en-US" altLang="zh-CN" dirty="0">
              <a:ea typeface="宋体" panose="02010600030101010101" pitchFamily="2" charset="-122"/>
            </a:endParaRPr>
          </a:p>
          <a:p>
            <a:pPr>
              <a:spcBef>
                <a:spcPct val="70000"/>
              </a:spcBef>
            </a:pPr>
            <a:r>
              <a:rPr lang="en-US" altLang="zh-CN" i="1" dirty="0">
                <a:solidFill>
                  <a:schemeClr val="accent2"/>
                </a:solidFill>
                <a:ea typeface="宋体" panose="02010600030101010101" pitchFamily="2" charset="-122"/>
              </a:rPr>
              <a:t>routing:</a:t>
            </a:r>
            <a:r>
              <a:rPr lang="en-US" altLang="zh-CN" dirty="0">
                <a:ea typeface="宋体" panose="02010600030101010101" pitchFamily="2" charset="-122"/>
              </a:rPr>
              <a:t> determine route taken by packets from source to dest. </a:t>
            </a:r>
            <a:endParaRPr lang="en-US" altLang="zh-CN" dirty="0">
              <a:ea typeface="宋体" panose="02010600030101010101" pitchFamily="2" charset="-122"/>
            </a:endParaRPr>
          </a:p>
          <a:p>
            <a:pPr lvl="1">
              <a:spcBef>
                <a:spcPct val="70000"/>
              </a:spcBef>
            </a:pPr>
            <a:r>
              <a:rPr lang="en-US" altLang="zh-CN" i="1" dirty="0">
                <a:ea typeface="宋体" panose="02010600030101010101" pitchFamily="2" charset="-122"/>
              </a:rPr>
              <a:t>routing algorithms</a:t>
            </a:r>
            <a:endParaRPr lang="en-US" altLang="zh-CN" dirty="0">
              <a:ea typeface="宋体" panose="02010600030101010101" pitchFamily="2" charset="-122"/>
            </a:endParaRPr>
          </a:p>
          <a:p>
            <a:pPr>
              <a:buNone/>
            </a:pPr>
            <a:endParaRPr lang="en-US" altLang="zh-CN" dirty="0">
              <a:ea typeface="宋体" panose="02010600030101010101" pitchFamily="2" charset="-122"/>
            </a:endParaRPr>
          </a:p>
        </p:txBody>
      </p:sp>
      <p:sp>
        <p:nvSpPr>
          <p:cNvPr id="8198" name="Rectangle 4"/>
          <p:cNvSpPr/>
          <p:nvPr/>
        </p:nvSpPr>
        <p:spPr>
          <a:xfrm>
            <a:off x="4706938" y="1611313"/>
            <a:ext cx="4192587" cy="4648200"/>
          </a:xfrm>
          <a:prstGeom prst="rect">
            <a:avLst/>
          </a:prstGeom>
          <a:noFill/>
          <a:ln w="9525">
            <a:noFill/>
          </a:ln>
        </p:spPr>
        <p:txBody>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342900" lvl="0" indent="-342900">
              <a:spcBef>
                <a:spcPct val="70000"/>
              </a:spcBef>
              <a:buNone/>
            </a:pPr>
            <a:r>
              <a:rPr lang="en-US" altLang="zh-CN" u="sng" dirty="0">
                <a:solidFill>
                  <a:srgbClr val="FF0000"/>
                </a:solidFill>
                <a:ea typeface="宋体" panose="02010600030101010101" pitchFamily="2" charset="-122"/>
              </a:rPr>
              <a:t>analogy:</a:t>
            </a:r>
            <a:endParaRPr lang="en-US" altLang="zh-CN" u="sng" dirty="0">
              <a:solidFill>
                <a:srgbClr val="FF0000"/>
              </a:solidFill>
              <a:ea typeface="宋体" panose="02010600030101010101" pitchFamily="2" charset="-122"/>
            </a:endParaRPr>
          </a:p>
          <a:p>
            <a:pPr marL="342900" lvl="0" indent="-342900">
              <a:spcBef>
                <a:spcPct val="70000"/>
              </a:spcBef>
              <a:buFont typeface="ZapfDingbats"/>
              <a:buChar char="r"/>
            </a:pPr>
            <a:r>
              <a:rPr lang="en-US" altLang="zh-CN" dirty="0">
                <a:solidFill>
                  <a:schemeClr val="accent2"/>
                </a:solidFill>
                <a:ea typeface="宋体" panose="02010600030101010101" pitchFamily="2" charset="-122"/>
              </a:rPr>
              <a:t>forwarding:</a:t>
            </a:r>
            <a:r>
              <a:rPr lang="en-US" altLang="zh-CN" dirty="0">
                <a:ea typeface="宋体" panose="02010600030101010101" pitchFamily="2" charset="-122"/>
              </a:rPr>
              <a:t> process of getting through single interchange</a:t>
            </a:r>
            <a:endParaRPr lang="en-US" altLang="zh-CN" dirty="0">
              <a:ea typeface="宋体" panose="02010600030101010101" pitchFamily="2" charset="-122"/>
            </a:endParaRPr>
          </a:p>
          <a:p>
            <a:pPr marL="342900" lvl="0" indent="-342900">
              <a:spcBef>
                <a:spcPct val="70000"/>
              </a:spcBef>
              <a:buFont typeface="ZapfDingbats"/>
              <a:buChar char="r"/>
            </a:pPr>
            <a:r>
              <a:rPr lang="en-US" altLang="zh-CN" dirty="0">
                <a:solidFill>
                  <a:schemeClr val="accent2"/>
                </a:solidFill>
                <a:ea typeface="宋体" panose="02010600030101010101" pitchFamily="2" charset="-122"/>
              </a:rPr>
              <a:t>routing:</a:t>
            </a:r>
            <a:r>
              <a:rPr lang="en-US" altLang="zh-CN" dirty="0">
                <a:ea typeface="宋体" panose="02010600030101010101" pitchFamily="2" charset="-122"/>
              </a:rPr>
              <a:t> process of planning trip from source to dest</a:t>
            </a:r>
            <a:endParaRPr lang="en-US" altLang="zh-CN" dirty="0">
              <a:ea typeface="宋体" panose="02010600030101010101" pitchFamily="2" charset="-122"/>
            </a:endParaRPr>
          </a:p>
          <a:p>
            <a:pPr marL="342900" lvl="0" indent="-342900">
              <a:buFont typeface="ZapfDingbats"/>
              <a:buChar char="r"/>
            </a:pPr>
            <a:endParaRPr lang="en-US" altLang="zh-CN" dirty="0">
              <a:ea typeface="宋体" panose="02010600030101010101" pitchFamily="2"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页脚占位符 2"/>
          <p:cNvSpPr txBox="1">
            <a:spLocks noGrp="1"/>
          </p:cNvSpPr>
          <p:nvPr>
            <p:ph type="ftr" sz="quarter" idx="11"/>
          </p:nvPr>
        </p:nvSpPr>
        <p:spPr/>
        <p:txBody>
          <a:bodyPr/>
          <a:p>
            <a:pPr marL="0" indent="0" algn="r">
              <a:spcBef>
                <a:spcPct val="0"/>
              </a:spcBef>
              <a:buClrTx/>
              <a:buSzTx/>
              <a:buFontTx/>
              <a:buNone/>
            </a:pPr>
            <a:r>
              <a:rPr lang="en-US" altLang="zh-CN" sz="1400" dirty="0">
                <a:ea typeface="宋体" panose="02010600030101010101" pitchFamily="2" charset="-122"/>
              </a:rPr>
              <a:t>Network Layer</a:t>
            </a:r>
            <a:endParaRPr lang="en-US" altLang="zh-CN" sz="1400" dirty="0">
              <a:latin typeface="Times New Roman" panose="02020603050405020304" pitchFamily="18" charset="0"/>
              <a:ea typeface="宋体" panose="02010600030101010101" pitchFamily="2" charset="-122"/>
            </a:endParaRPr>
          </a:p>
        </p:txBody>
      </p:sp>
      <p:sp>
        <p:nvSpPr>
          <p:cNvPr id="9219" name="灯片编号占位符 3"/>
          <p:cNvSpPr txBox="1">
            <a:spLocks noGrp="1"/>
          </p:cNvSpPr>
          <p:nvPr>
            <p:ph type="sldNum" sz="quarter" idx="12"/>
          </p:nvPr>
        </p:nvSpPr>
        <p:spPr/>
        <p:txBody>
          <a:bodyPr/>
          <a:p>
            <a:pPr marL="0" indent="0" algn="r">
              <a:spcBef>
                <a:spcPct val="0"/>
              </a:spcBef>
              <a:buClrTx/>
              <a:buSzTx/>
              <a:buFontTx/>
              <a:buNone/>
            </a:pPr>
            <a:r>
              <a:rPr lang="en-US" altLang="zh-CN" sz="1400" dirty="0">
                <a:ea typeface="宋体" panose="02010600030101010101" pitchFamily="2" charset="-122"/>
              </a:rPr>
              <a:t>4-</a:t>
            </a: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grpSp>
        <p:nvGrpSpPr>
          <p:cNvPr id="9220" name="Group 166"/>
          <p:cNvGrpSpPr/>
          <p:nvPr/>
        </p:nvGrpSpPr>
        <p:grpSpPr>
          <a:xfrm>
            <a:off x="1301750" y="1208088"/>
            <a:ext cx="5530850" cy="5245100"/>
            <a:chOff x="398" y="129"/>
            <a:chExt cx="3484" cy="3304"/>
          </a:xfrm>
        </p:grpSpPr>
        <p:sp>
          <p:nvSpPr>
            <p:cNvPr id="9222" name="Freeform 2"/>
            <p:cNvSpPr/>
            <p:nvPr/>
          </p:nvSpPr>
          <p:spPr>
            <a:xfrm>
              <a:off x="2031" y="2058"/>
              <a:ext cx="1794" cy="933"/>
            </a:xfrm>
            <a:custGeom>
              <a:avLst/>
              <a:gdLst/>
              <a:ahLst/>
              <a:cxnLst>
                <a:cxn ang="0">
                  <a:pos x="6" y="483"/>
                </a:cxn>
                <a:cxn ang="0">
                  <a:pos x="108" y="125"/>
                </a:cxn>
                <a:cxn ang="0">
                  <a:pos x="559" y="100"/>
                </a:cxn>
                <a:cxn ang="0">
                  <a:pos x="1128" y="29"/>
                </a:cxn>
                <a:cxn ang="0">
                  <a:pos x="1716" y="275"/>
                </a:cxn>
                <a:cxn ang="0">
                  <a:pos x="1596" y="827"/>
                </a:cxn>
                <a:cxn ang="0">
                  <a:pos x="1380" y="911"/>
                </a:cxn>
                <a:cxn ang="0">
                  <a:pos x="840" y="929"/>
                </a:cxn>
                <a:cxn ang="0">
                  <a:pos x="414" y="911"/>
                </a:cxn>
                <a:cxn ang="0">
                  <a:pos x="143" y="832"/>
                </a:cxn>
                <a:cxn ang="0">
                  <a:pos x="6" y="483"/>
                </a:cxn>
              </a:cxnLst>
              <a:pathLst>
                <a:path w="1794" h="933">
                  <a:moveTo>
                    <a:pt x="6" y="483"/>
                  </a:moveTo>
                  <a:cubicBezTo>
                    <a:pt x="0" y="365"/>
                    <a:pt x="16" y="189"/>
                    <a:pt x="108" y="125"/>
                  </a:cubicBezTo>
                  <a:cubicBezTo>
                    <a:pt x="200" y="61"/>
                    <a:pt x="389" y="116"/>
                    <a:pt x="559" y="100"/>
                  </a:cubicBezTo>
                  <a:cubicBezTo>
                    <a:pt x="729" y="84"/>
                    <a:pt x="935" y="0"/>
                    <a:pt x="1128" y="29"/>
                  </a:cubicBezTo>
                  <a:cubicBezTo>
                    <a:pt x="1321" y="58"/>
                    <a:pt x="1638" y="142"/>
                    <a:pt x="1716" y="275"/>
                  </a:cubicBezTo>
                  <a:cubicBezTo>
                    <a:pt x="1794" y="408"/>
                    <a:pt x="1652" y="721"/>
                    <a:pt x="1596" y="827"/>
                  </a:cubicBezTo>
                  <a:cubicBezTo>
                    <a:pt x="1540" y="933"/>
                    <a:pt x="1506" y="894"/>
                    <a:pt x="1380" y="911"/>
                  </a:cubicBezTo>
                  <a:cubicBezTo>
                    <a:pt x="1254" y="928"/>
                    <a:pt x="1001" y="929"/>
                    <a:pt x="840" y="929"/>
                  </a:cubicBezTo>
                  <a:cubicBezTo>
                    <a:pt x="679" y="929"/>
                    <a:pt x="530" y="927"/>
                    <a:pt x="414" y="911"/>
                  </a:cubicBezTo>
                  <a:cubicBezTo>
                    <a:pt x="298" y="895"/>
                    <a:pt x="211" y="903"/>
                    <a:pt x="143" y="832"/>
                  </a:cubicBezTo>
                  <a:cubicBezTo>
                    <a:pt x="75" y="761"/>
                    <a:pt x="4" y="624"/>
                    <a:pt x="6" y="483"/>
                  </a:cubicBezTo>
                  <a:close/>
                </a:path>
              </a:pathLst>
            </a:custGeom>
            <a:solidFill>
              <a:srgbClr val="66CCFF">
                <a:alpha val="100000"/>
              </a:srgbClr>
            </a:solidFill>
            <a:ln w="9525">
              <a:noFill/>
            </a:ln>
          </p:spPr>
          <p:txBody>
            <a:bodyPr/>
            <a:p>
              <a:endParaRPr lang="zh-CN" altLang="en-US"/>
            </a:p>
          </p:txBody>
        </p:sp>
        <p:sp>
          <p:nvSpPr>
            <p:cNvPr id="9223" name="Freeform 3"/>
            <p:cNvSpPr/>
            <p:nvPr/>
          </p:nvSpPr>
          <p:spPr>
            <a:xfrm>
              <a:off x="1090" y="1594"/>
              <a:ext cx="1443" cy="816"/>
            </a:xfrm>
            <a:custGeom>
              <a:avLst/>
              <a:gdLst/>
              <a:ahLst/>
              <a:cxnLst>
                <a:cxn ang="0">
                  <a:pos x="0" y="0"/>
                </a:cxn>
                <a:cxn ang="0">
                  <a:pos x="1076" y="782"/>
                </a:cxn>
                <a:cxn ang="0">
                  <a:pos x="1320" y="788"/>
                </a:cxn>
                <a:cxn ang="0">
                  <a:pos x="1443" y="5"/>
                </a:cxn>
                <a:cxn ang="0">
                  <a:pos x="0" y="0"/>
                </a:cxn>
              </a:cxnLst>
              <a:pathLst>
                <a:path w="1443" h="816">
                  <a:moveTo>
                    <a:pt x="0" y="0"/>
                  </a:moveTo>
                  <a:cubicBezTo>
                    <a:pt x="571" y="285"/>
                    <a:pt x="856" y="408"/>
                    <a:pt x="1076" y="782"/>
                  </a:cubicBezTo>
                  <a:cubicBezTo>
                    <a:pt x="1185" y="775"/>
                    <a:pt x="1220" y="816"/>
                    <a:pt x="1320" y="788"/>
                  </a:cubicBezTo>
                  <a:cubicBezTo>
                    <a:pt x="1264" y="347"/>
                    <a:pt x="1276" y="352"/>
                    <a:pt x="1443" y="5"/>
                  </a:cubicBezTo>
                  <a:cubicBezTo>
                    <a:pt x="867" y="5"/>
                    <a:pt x="233" y="0"/>
                    <a:pt x="0" y="0"/>
                  </a:cubicBezTo>
                  <a:close/>
                </a:path>
              </a:pathLst>
            </a:custGeom>
            <a:gradFill rotWithShape="1">
              <a:gsLst>
                <a:gs pos="0">
                  <a:schemeClr val="accent1">
                    <a:alpha val="100000"/>
                  </a:schemeClr>
                </a:gs>
                <a:gs pos="100000">
                  <a:schemeClr val="bg1">
                    <a:alpha val="100000"/>
                  </a:schemeClr>
                </a:gs>
              </a:gsLst>
              <a:lin ang="5400000" scaled="1"/>
              <a:tileRect/>
            </a:gradFill>
            <a:ln w="9525">
              <a:noFill/>
            </a:ln>
          </p:spPr>
          <p:txBody>
            <a:bodyPr/>
            <a:p>
              <a:endParaRPr lang="zh-CN" altLang="en-US"/>
            </a:p>
          </p:txBody>
        </p:sp>
        <p:sp>
          <p:nvSpPr>
            <p:cNvPr id="9224" name="Rectangle 4"/>
            <p:cNvSpPr/>
            <p:nvPr/>
          </p:nvSpPr>
          <p:spPr>
            <a:xfrm>
              <a:off x="1084" y="129"/>
              <a:ext cx="1460" cy="1470"/>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9225" name="Oval 5"/>
            <p:cNvSpPr/>
            <p:nvPr/>
          </p:nvSpPr>
          <p:spPr>
            <a:xfrm>
              <a:off x="1163" y="162"/>
              <a:ext cx="1320" cy="381"/>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9226" name="Freeform 6"/>
            <p:cNvSpPr/>
            <p:nvPr/>
          </p:nvSpPr>
          <p:spPr>
            <a:xfrm>
              <a:off x="2433" y="2249"/>
              <a:ext cx="342" cy="186"/>
            </a:xfrm>
            <a:custGeom>
              <a:avLst/>
              <a:gdLst/>
              <a:ahLst/>
              <a:cxnLst>
                <a:cxn ang="0">
                  <a:pos x="0" y="186"/>
                </a:cxn>
                <a:cxn ang="0">
                  <a:pos x="342" y="0"/>
                </a:cxn>
              </a:cxnLst>
              <a:pathLst>
                <a:path w="342" h="186">
                  <a:moveTo>
                    <a:pt x="0" y="186"/>
                  </a:moveTo>
                  <a:lnTo>
                    <a:pt x="342" y="0"/>
                  </a:lnTo>
                </a:path>
              </a:pathLst>
            </a:custGeom>
            <a:noFill/>
            <a:ln w="12700" cap="flat" cmpd="sng">
              <a:solidFill>
                <a:schemeClr val="tx1">
                  <a:alpha val="100000"/>
                </a:schemeClr>
              </a:solidFill>
              <a:prstDash val="solid"/>
              <a:round/>
              <a:headEnd type="none" w="med" len="med"/>
              <a:tailEnd type="none" w="med" len="med"/>
            </a:ln>
          </p:spPr>
          <p:txBody>
            <a:bodyPr/>
            <a:p>
              <a:endParaRPr lang="zh-CN" altLang="en-US"/>
            </a:p>
          </p:txBody>
        </p:sp>
        <p:grpSp>
          <p:nvGrpSpPr>
            <p:cNvPr id="9227" name="Group 7"/>
            <p:cNvGrpSpPr/>
            <p:nvPr/>
          </p:nvGrpSpPr>
          <p:grpSpPr>
            <a:xfrm>
              <a:off x="2122" y="2359"/>
              <a:ext cx="316" cy="147"/>
              <a:chOff x="3600" y="219"/>
              <a:chExt cx="360" cy="175"/>
            </a:xfrm>
          </p:grpSpPr>
          <p:sp>
            <p:nvSpPr>
              <p:cNvPr id="9372" name="Oval 8"/>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9373" name="Line 9"/>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9374" name="Line 10"/>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9375" name="Rectangle 11"/>
              <p:cNvSpPr/>
              <p:nvPr/>
            </p:nvSpPr>
            <p:spPr>
              <a:xfrm>
                <a:off x="3603" y="289"/>
                <a:ext cx="354" cy="5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9376" name="Oval 12"/>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9377" name="Group 13"/>
              <p:cNvGrpSpPr/>
              <p:nvPr/>
            </p:nvGrpSpPr>
            <p:grpSpPr>
              <a:xfrm>
                <a:off x="3686" y="244"/>
                <a:ext cx="177" cy="66"/>
                <a:chOff x="2848" y="848"/>
                <a:chExt cx="140" cy="98"/>
              </a:xfrm>
            </p:grpSpPr>
            <p:sp>
              <p:nvSpPr>
                <p:cNvPr id="9382" name="Line 14"/>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9383" name="Line 15"/>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9384" name="Line 16"/>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9378" name="Group 17"/>
              <p:cNvGrpSpPr/>
              <p:nvPr/>
            </p:nvGrpSpPr>
            <p:grpSpPr>
              <a:xfrm flipV="1">
                <a:off x="3686" y="243"/>
                <a:ext cx="177" cy="66"/>
                <a:chOff x="2848" y="848"/>
                <a:chExt cx="140" cy="98"/>
              </a:xfrm>
            </p:grpSpPr>
            <p:sp>
              <p:nvSpPr>
                <p:cNvPr id="9379" name="Line 18"/>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9380" name="Line 19"/>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9381" name="Line 20"/>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9228" name="Group 21"/>
            <p:cNvGrpSpPr/>
            <p:nvPr/>
          </p:nvGrpSpPr>
          <p:grpSpPr>
            <a:xfrm>
              <a:off x="2344" y="2761"/>
              <a:ext cx="316" cy="147"/>
              <a:chOff x="3600" y="219"/>
              <a:chExt cx="360" cy="175"/>
            </a:xfrm>
          </p:grpSpPr>
          <p:sp>
            <p:nvSpPr>
              <p:cNvPr id="9359" name="Oval 22"/>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9360" name="Line 23"/>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9361" name="Line 24"/>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9362" name="Rectangle 25"/>
              <p:cNvSpPr/>
              <p:nvPr/>
            </p:nvSpPr>
            <p:spPr>
              <a:xfrm>
                <a:off x="3603" y="289"/>
                <a:ext cx="354" cy="5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9363" name="Oval 26"/>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9364" name="Group 27"/>
              <p:cNvGrpSpPr/>
              <p:nvPr/>
            </p:nvGrpSpPr>
            <p:grpSpPr>
              <a:xfrm>
                <a:off x="3686" y="244"/>
                <a:ext cx="177" cy="66"/>
                <a:chOff x="2848" y="848"/>
                <a:chExt cx="140" cy="98"/>
              </a:xfrm>
            </p:grpSpPr>
            <p:sp>
              <p:nvSpPr>
                <p:cNvPr id="9369" name="Line 28"/>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9370" name="Line 29"/>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9371" name="Line 30"/>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9365" name="Group 31"/>
              <p:cNvGrpSpPr/>
              <p:nvPr/>
            </p:nvGrpSpPr>
            <p:grpSpPr>
              <a:xfrm flipV="1">
                <a:off x="3686" y="243"/>
                <a:ext cx="177" cy="66"/>
                <a:chOff x="2848" y="848"/>
                <a:chExt cx="140" cy="98"/>
              </a:xfrm>
            </p:grpSpPr>
            <p:sp>
              <p:nvSpPr>
                <p:cNvPr id="9366" name="Line 32"/>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9367" name="Line 33"/>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9368" name="Line 34"/>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9229" name="Group 35"/>
            <p:cNvGrpSpPr/>
            <p:nvPr/>
          </p:nvGrpSpPr>
          <p:grpSpPr>
            <a:xfrm>
              <a:off x="2769" y="2167"/>
              <a:ext cx="316" cy="147"/>
              <a:chOff x="3600" y="219"/>
              <a:chExt cx="360" cy="175"/>
            </a:xfrm>
          </p:grpSpPr>
          <p:sp>
            <p:nvSpPr>
              <p:cNvPr id="9346" name="Oval 36"/>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9347" name="Line 37"/>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9348" name="Line 38"/>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9349" name="Rectangle 39"/>
              <p:cNvSpPr/>
              <p:nvPr/>
            </p:nvSpPr>
            <p:spPr>
              <a:xfrm>
                <a:off x="3603" y="289"/>
                <a:ext cx="354" cy="5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9350" name="Oval 40"/>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9351" name="Group 41"/>
              <p:cNvGrpSpPr/>
              <p:nvPr/>
            </p:nvGrpSpPr>
            <p:grpSpPr>
              <a:xfrm>
                <a:off x="3686" y="244"/>
                <a:ext cx="177" cy="66"/>
                <a:chOff x="2848" y="848"/>
                <a:chExt cx="140" cy="98"/>
              </a:xfrm>
            </p:grpSpPr>
            <p:sp>
              <p:nvSpPr>
                <p:cNvPr id="9356" name="Line 42"/>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9357" name="Line 43"/>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9358" name="Line 44"/>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9352" name="Group 45"/>
              <p:cNvGrpSpPr/>
              <p:nvPr/>
            </p:nvGrpSpPr>
            <p:grpSpPr>
              <a:xfrm flipV="1">
                <a:off x="3686" y="243"/>
                <a:ext cx="177" cy="66"/>
                <a:chOff x="2848" y="848"/>
                <a:chExt cx="140" cy="98"/>
              </a:xfrm>
            </p:grpSpPr>
            <p:sp>
              <p:nvSpPr>
                <p:cNvPr id="9353" name="Line 46"/>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9354" name="Line 47"/>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9355" name="Line 48"/>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9230" name="Group 49"/>
            <p:cNvGrpSpPr/>
            <p:nvPr/>
          </p:nvGrpSpPr>
          <p:grpSpPr>
            <a:xfrm>
              <a:off x="2720" y="2586"/>
              <a:ext cx="315" cy="147"/>
              <a:chOff x="3600" y="219"/>
              <a:chExt cx="360" cy="175"/>
            </a:xfrm>
          </p:grpSpPr>
          <p:sp>
            <p:nvSpPr>
              <p:cNvPr id="9333" name="Oval 50"/>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9334" name="Line 51"/>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9335" name="Line 52"/>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9336" name="Rectangle 53"/>
              <p:cNvSpPr/>
              <p:nvPr/>
            </p:nvSpPr>
            <p:spPr>
              <a:xfrm>
                <a:off x="3603" y="289"/>
                <a:ext cx="354" cy="5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9337" name="Oval 54"/>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9338" name="Group 55"/>
              <p:cNvGrpSpPr/>
              <p:nvPr/>
            </p:nvGrpSpPr>
            <p:grpSpPr>
              <a:xfrm>
                <a:off x="3686" y="244"/>
                <a:ext cx="177" cy="66"/>
                <a:chOff x="2848" y="848"/>
                <a:chExt cx="140" cy="98"/>
              </a:xfrm>
            </p:grpSpPr>
            <p:sp>
              <p:nvSpPr>
                <p:cNvPr id="9343" name="Line 56"/>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9344" name="Line 57"/>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9345" name="Line 58"/>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9339" name="Group 59"/>
              <p:cNvGrpSpPr/>
              <p:nvPr/>
            </p:nvGrpSpPr>
            <p:grpSpPr>
              <a:xfrm flipV="1">
                <a:off x="3686" y="243"/>
                <a:ext cx="177" cy="66"/>
                <a:chOff x="2848" y="848"/>
                <a:chExt cx="140" cy="98"/>
              </a:xfrm>
            </p:grpSpPr>
            <p:sp>
              <p:nvSpPr>
                <p:cNvPr id="9340" name="Line 60"/>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9341" name="Line 61"/>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9342" name="Line 62"/>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9231" name="Group 63"/>
            <p:cNvGrpSpPr/>
            <p:nvPr/>
          </p:nvGrpSpPr>
          <p:grpSpPr>
            <a:xfrm>
              <a:off x="3120" y="2773"/>
              <a:ext cx="316" cy="147"/>
              <a:chOff x="3600" y="219"/>
              <a:chExt cx="360" cy="175"/>
            </a:xfrm>
          </p:grpSpPr>
          <p:sp>
            <p:nvSpPr>
              <p:cNvPr id="9320" name="Oval 64"/>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9321" name="Line 65"/>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9322" name="Line 66"/>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9323" name="Rectangle 67"/>
              <p:cNvSpPr/>
              <p:nvPr/>
            </p:nvSpPr>
            <p:spPr>
              <a:xfrm>
                <a:off x="3603" y="289"/>
                <a:ext cx="354" cy="5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9324" name="Oval 68"/>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9325" name="Group 69"/>
              <p:cNvGrpSpPr/>
              <p:nvPr/>
            </p:nvGrpSpPr>
            <p:grpSpPr>
              <a:xfrm>
                <a:off x="3686" y="244"/>
                <a:ext cx="177" cy="66"/>
                <a:chOff x="2848" y="848"/>
                <a:chExt cx="140" cy="98"/>
              </a:xfrm>
            </p:grpSpPr>
            <p:sp>
              <p:nvSpPr>
                <p:cNvPr id="9330" name="Line 70"/>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9331" name="Line 71"/>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9332" name="Line 72"/>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9326" name="Group 73"/>
              <p:cNvGrpSpPr/>
              <p:nvPr/>
            </p:nvGrpSpPr>
            <p:grpSpPr>
              <a:xfrm flipV="1">
                <a:off x="3686" y="243"/>
                <a:ext cx="177" cy="66"/>
                <a:chOff x="2848" y="848"/>
                <a:chExt cx="140" cy="98"/>
              </a:xfrm>
            </p:grpSpPr>
            <p:sp>
              <p:nvSpPr>
                <p:cNvPr id="9327" name="Line 74"/>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9328" name="Line 75"/>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9329" name="Line 76"/>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9232" name="Group 77"/>
            <p:cNvGrpSpPr/>
            <p:nvPr/>
          </p:nvGrpSpPr>
          <p:grpSpPr>
            <a:xfrm>
              <a:off x="3400" y="2360"/>
              <a:ext cx="316" cy="147"/>
              <a:chOff x="3600" y="219"/>
              <a:chExt cx="360" cy="175"/>
            </a:xfrm>
          </p:grpSpPr>
          <p:sp>
            <p:nvSpPr>
              <p:cNvPr id="9307" name="Oval 78"/>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9308" name="Line 79"/>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9309" name="Line 80"/>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9310" name="Rectangle 81"/>
              <p:cNvSpPr/>
              <p:nvPr/>
            </p:nvSpPr>
            <p:spPr>
              <a:xfrm>
                <a:off x="3603" y="289"/>
                <a:ext cx="354" cy="5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9311" name="Oval 82"/>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9312" name="Group 83"/>
              <p:cNvGrpSpPr/>
              <p:nvPr/>
            </p:nvGrpSpPr>
            <p:grpSpPr>
              <a:xfrm>
                <a:off x="3686" y="244"/>
                <a:ext cx="177" cy="66"/>
                <a:chOff x="2848" y="848"/>
                <a:chExt cx="140" cy="98"/>
              </a:xfrm>
            </p:grpSpPr>
            <p:sp>
              <p:nvSpPr>
                <p:cNvPr id="9317" name="Line 84"/>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9318" name="Line 85"/>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9319" name="Line 86"/>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9313" name="Group 87"/>
              <p:cNvGrpSpPr/>
              <p:nvPr/>
            </p:nvGrpSpPr>
            <p:grpSpPr>
              <a:xfrm flipV="1">
                <a:off x="3686" y="243"/>
                <a:ext cx="177" cy="66"/>
                <a:chOff x="2848" y="848"/>
                <a:chExt cx="140" cy="98"/>
              </a:xfrm>
            </p:grpSpPr>
            <p:sp>
              <p:nvSpPr>
                <p:cNvPr id="9314" name="Line 88"/>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9315" name="Line 89"/>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9316" name="Line 90"/>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sp>
          <p:nvSpPr>
            <p:cNvPr id="9233" name="Freeform 91"/>
            <p:cNvSpPr/>
            <p:nvPr/>
          </p:nvSpPr>
          <p:spPr>
            <a:xfrm>
              <a:off x="3089" y="2245"/>
              <a:ext cx="318" cy="194"/>
            </a:xfrm>
            <a:custGeom>
              <a:avLst/>
              <a:gdLst/>
              <a:ahLst/>
              <a:cxnLst>
                <a:cxn ang="0">
                  <a:pos x="0" y="0"/>
                </a:cxn>
                <a:cxn ang="0">
                  <a:pos x="318" y="194"/>
                </a:cxn>
              </a:cxnLst>
              <a:pathLst>
                <a:path w="318" h="194">
                  <a:moveTo>
                    <a:pt x="0" y="0"/>
                  </a:moveTo>
                  <a:lnTo>
                    <a:pt x="318" y="194"/>
                  </a:lnTo>
                </a:path>
              </a:pathLst>
            </a:custGeom>
            <a:noFill/>
            <a:ln w="12700" cap="flat" cmpd="sng">
              <a:solidFill>
                <a:schemeClr val="tx1">
                  <a:alpha val="100000"/>
                </a:schemeClr>
              </a:solidFill>
              <a:prstDash val="solid"/>
              <a:round/>
              <a:headEnd type="none" w="med" len="med"/>
              <a:tailEnd type="none" w="med" len="med"/>
            </a:ln>
          </p:spPr>
          <p:txBody>
            <a:bodyPr/>
            <a:p>
              <a:endParaRPr lang="zh-CN" altLang="en-US"/>
            </a:p>
          </p:txBody>
        </p:sp>
        <p:sp>
          <p:nvSpPr>
            <p:cNvPr id="9234" name="Freeform 92"/>
            <p:cNvSpPr/>
            <p:nvPr/>
          </p:nvSpPr>
          <p:spPr>
            <a:xfrm>
              <a:off x="2418" y="2492"/>
              <a:ext cx="303" cy="150"/>
            </a:xfrm>
            <a:custGeom>
              <a:avLst/>
              <a:gdLst/>
              <a:ahLst/>
              <a:cxnLst>
                <a:cxn ang="0">
                  <a:pos x="0" y="0"/>
                </a:cxn>
                <a:cxn ang="0">
                  <a:pos x="374" y="53"/>
                </a:cxn>
              </a:cxnLst>
              <a:pathLst>
                <a:path w="294" h="174">
                  <a:moveTo>
                    <a:pt x="0" y="0"/>
                  </a:moveTo>
                  <a:lnTo>
                    <a:pt x="294" y="174"/>
                  </a:lnTo>
                </a:path>
              </a:pathLst>
            </a:custGeom>
            <a:noFill/>
            <a:ln w="12700" cap="flat" cmpd="sng">
              <a:solidFill>
                <a:schemeClr val="tx1">
                  <a:alpha val="100000"/>
                </a:schemeClr>
              </a:solidFill>
              <a:prstDash val="solid"/>
              <a:round/>
              <a:headEnd type="none" w="med" len="med"/>
              <a:tailEnd type="none" w="med" len="med"/>
            </a:ln>
          </p:spPr>
          <p:txBody>
            <a:bodyPr/>
            <a:p>
              <a:endParaRPr lang="zh-CN" altLang="en-US"/>
            </a:p>
          </p:txBody>
        </p:sp>
        <p:sp>
          <p:nvSpPr>
            <p:cNvPr id="9235" name="Freeform 93"/>
            <p:cNvSpPr/>
            <p:nvPr/>
          </p:nvSpPr>
          <p:spPr>
            <a:xfrm>
              <a:off x="3015" y="2477"/>
              <a:ext cx="396" cy="156"/>
            </a:xfrm>
            <a:custGeom>
              <a:avLst/>
              <a:gdLst/>
              <a:ahLst/>
              <a:cxnLst>
                <a:cxn ang="0">
                  <a:pos x="0" y="74"/>
                </a:cxn>
                <a:cxn ang="0">
                  <a:pos x="550" y="0"/>
                </a:cxn>
              </a:cxnLst>
              <a:pathLst>
                <a:path w="378" h="174">
                  <a:moveTo>
                    <a:pt x="0" y="174"/>
                  </a:moveTo>
                  <a:lnTo>
                    <a:pt x="378" y="0"/>
                  </a:lnTo>
                </a:path>
              </a:pathLst>
            </a:custGeom>
            <a:noFill/>
            <a:ln w="12700" cap="flat" cmpd="sng">
              <a:solidFill>
                <a:schemeClr val="tx1">
                  <a:alpha val="100000"/>
                </a:schemeClr>
              </a:solidFill>
              <a:prstDash val="solid"/>
              <a:round/>
              <a:headEnd type="none" w="med" len="med"/>
              <a:tailEnd type="none" w="med" len="med"/>
            </a:ln>
          </p:spPr>
          <p:txBody>
            <a:bodyPr/>
            <a:p>
              <a:endParaRPr lang="zh-CN" altLang="en-US"/>
            </a:p>
          </p:txBody>
        </p:sp>
        <p:sp>
          <p:nvSpPr>
            <p:cNvPr id="9236" name="Freeform 94"/>
            <p:cNvSpPr/>
            <p:nvPr/>
          </p:nvSpPr>
          <p:spPr>
            <a:xfrm>
              <a:off x="3435" y="2511"/>
              <a:ext cx="130" cy="320"/>
            </a:xfrm>
            <a:custGeom>
              <a:avLst/>
              <a:gdLst/>
              <a:ahLst/>
              <a:cxnLst>
                <a:cxn ang="0">
                  <a:pos x="0" y="14"/>
                </a:cxn>
                <a:cxn ang="0">
                  <a:pos x="258" y="0"/>
                </a:cxn>
              </a:cxnLst>
              <a:pathLst>
                <a:path w="118" h="500">
                  <a:moveTo>
                    <a:pt x="0" y="500"/>
                  </a:moveTo>
                  <a:lnTo>
                    <a:pt x="118" y="0"/>
                  </a:lnTo>
                </a:path>
              </a:pathLst>
            </a:custGeom>
            <a:noFill/>
            <a:ln w="12700" cap="flat" cmpd="sng">
              <a:solidFill>
                <a:schemeClr val="tx1">
                  <a:alpha val="100000"/>
                </a:schemeClr>
              </a:solidFill>
              <a:prstDash val="solid"/>
              <a:round/>
              <a:headEnd type="none" w="med" len="med"/>
              <a:tailEnd type="none" w="med" len="med"/>
            </a:ln>
          </p:spPr>
          <p:txBody>
            <a:bodyPr/>
            <a:p>
              <a:endParaRPr lang="zh-CN" altLang="en-US"/>
            </a:p>
          </p:txBody>
        </p:sp>
        <p:sp>
          <p:nvSpPr>
            <p:cNvPr id="9237" name="Freeform 95"/>
            <p:cNvSpPr/>
            <p:nvPr/>
          </p:nvSpPr>
          <p:spPr>
            <a:xfrm>
              <a:off x="2657" y="2847"/>
              <a:ext cx="464" cy="47"/>
            </a:xfrm>
            <a:custGeom>
              <a:avLst/>
              <a:gdLst/>
              <a:ahLst/>
              <a:cxnLst>
                <a:cxn ang="0">
                  <a:pos x="2261" y="689"/>
                </a:cxn>
                <a:cxn ang="0">
                  <a:pos x="0" y="0"/>
                </a:cxn>
              </a:cxnLst>
              <a:pathLst>
                <a:path w="370" h="32">
                  <a:moveTo>
                    <a:pt x="370" y="32"/>
                  </a:moveTo>
                  <a:lnTo>
                    <a:pt x="0" y="0"/>
                  </a:lnTo>
                </a:path>
              </a:pathLst>
            </a:custGeom>
            <a:noFill/>
            <a:ln w="12700" cap="flat" cmpd="sng">
              <a:solidFill>
                <a:schemeClr val="tx1">
                  <a:alpha val="100000"/>
                </a:schemeClr>
              </a:solidFill>
              <a:prstDash val="solid"/>
              <a:round/>
              <a:headEnd type="none" w="med" len="med"/>
              <a:tailEnd type="none" w="med" len="med"/>
            </a:ln>
          </p:spPr>
          <p:txBody>
            <a:bodyPr/>
            <a:p>
              <a:endParaRPr lang="zh-CN" altLang="en-US"/>
            </a:p>
          </p:txBody>
        </p:sp>
        <p:sp>
          <p:nvSpPr>
            <p:cNvPr id="9238" name="Freeform 96"/>
            <p:cNvSpPr/>
            <p:nvPr/>
          </p:nvSpPr>
          <p:spPr>
            <a:xfrm>
              <a:off x="2319" y="2507"/>
              <a:ext cx="122" cy="268"/>
            </a:xfrm>
            <a:custGeom>
              <a:avLst/>
              <a:gdLst/>
              <a:ahLst/>
              <a:cxnLst>
                <a:cxn ang="0">
                  <a:pos x="8" y="13"/>
                </a:cxn>
                <a:cxn ang="0">
                  <a:pos x="9" y="13"/>
                </a:cxn>
                <a:cxn ang="0">
                  <a:pos x="0" y="0"/>
                </a:cxn>
              </a:cxnLst>
              <a:pathLst>
                <a:path w="176" h="412">
                  <a:moveTo>
                    <a:pt x="162" y="408"/>
                  </a:moveTo>
                  <a:lnTo>
                    <a:pt x="176" y="412"/>
                  </a:lnTo>
                  <a:lnTo>
                    <a:pt x="0" y="0"/>
                  </a:lnTo>
                </a:path>
              </a:pathLst>
            </a:custGeom>
            <a:noFill/>
            <a:ln w="12700" cap="flat" cmpd="sng">
              <a:solidFill>
                <a:schemeClr val="tx1">
                  <a:alpha val="100000"/>
                </a:schemeClr>
              </a:solidFill>
              <a:prstDash val="solid"/>
              <a:round/>
              <a:headEnd type="none" w="med" len="med"/>
              <a:tailEnd type="none" w="med" len="med"/>
            </a:ln>
          </p:spPr>
          <p:txBody>
            <a:bodyPr/>
            <a:p>
              <a:endParaRPr lang="zh-CN" altLang="en-US"/>
            </a:p>
          </p:txBody>
        </p:sp>
        <p:sp>
          <p:nvSpPr>
            <p:cNvPr id="9239" name="Rectangle 97"/>
            <p:cNvSpPr/>
            <p:nvPr/>
          </p:nvSpPr>
          <p:spPr>
            <a:xfrm>
              <a:off x="1128" y="2264"/>
              <a:ext cx="728" cy="150"/>
            </a:xfrm>
            <a:prstGeom prst="rect">
              <a:avLst/>
            </a:prstGeom>
            <a:solidFill>
              <a:schemeClr val="bg2"/>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9240" name="Rectangle 98"/>
            <p:cNvSpPr/>
            <p:nvPr/>
          </p:nvSpPr>
          <p:spPr>
            <a:xfrm>
              <a:off x="1113" y="2279"/>
              <a:ext cx="723" cy="150"/>
            </a:xfrm>
            <a:prstGeom prst="rect">
              <a:avLst/>
            </a:prstGeom>
            <a:solidFill>
              <a:schemeClr val="accent2"/>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9241" name="Line 99"/>
            <p:cNvSpPr/>
            <p:nvPr/>
          </p:nvSpPr>
          <p:spPr>
            <a:xfrm>
              <a:off x="1759" y="2362"/>
              <a:ext cx="266" cy="0"/>
            </a:xfrm>
            <a:prstGeom prst="line">
              <a:avLst/>
            </a:prstGeom>
            <a:ln w="9525" cap="flat" cmpd="sng">
              <a:solidFill>
                <a:schemeClr val="accent2"/>
              </a:solidFill>
              <a:prstDash val="solid"/>
              <a:headEnd type="none" w="med" len="med"/>
              <a:tailEnd type="triangle" w="med" len="med"/>
            </a:ln>
          </p:spPr>
        </p:sp>
        <p:sp>
          <p:nvSpPr>
            <p:cNvPr id="9242" name="Text Box 100"/>
            <p:cNvSpPr txBox="1"/>
            <p:nvPr/>
          </p:nvSpPr>
          <p:spPr>
            <a:xfrm>
              <a:off x="2390" y="2183"/>
              <a:ext cx="196"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eaLnBrk="1" hangingPunct="1">
                <a:spcBef>
                  <a:spcPct val="0"/>
                </a:spcBef>
                <a:buClrTx/>
                <a:buSzTx/>
                <a:buFontTx/>
                <a:buNone/>
              </a:pPr>
              <a:r>
                <a:rPr lang="en-US" altLang="zh-CN" sz="1800" dirty="0">
                  <a:latin typeface="Arial" panose="020B0604020202020204" pitchFamily="34" charset="0"/>
                  <a:ea typeface="宋体" panose="02010600030101010101" pitchFamily="2" charset="-122"/>
                </a:rPr>
                <a:t>1</a:t>
              </a:r>
              <a:endParaRPr lang="en-US" altLang="zh-CN" sz="1800" dirty="0">
                <a:latin typeface="Arial" panose="020B0604020202020204" pitchFamily="34" charset="0"/>
                <a:ea typeface="宋体" panose="02010600030101010101" pitchFamily="2" charset="-122"/>
              </a:endParaRPr>
            </a:p>
          </p:txBody>
        </p:sp>
        <p:sp>
          <p:nvSpPr>
            <p:cNvPr id="9243" name="Text Box 101"/>
            <p:cNvSpPr txBox="1"/>
            <p:nvPr/>
          </p:nvSpPr>
          <p:spPr>
            <a:xfrm>
              <a:off x="2336" y="2459"/>
              <a:ext cx="187" cy="2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eaLnBrk="1" hangingPunct="1">
                <a:spcBef>
                  <a:spcPct val="0"/>
                </a:spcBef>
                <a:buClrTx/>
                <a:buSzTx/>
                <a:buFontTx/>
                <a:buNone/>
              </a:pPr>
              <a:r>
                <a:rPr lang="en-US" altLang="zh-CN" sz="1600" dirty="0">
                  <a:latin typeface="Arial" panose="020B0604020202020204" pitchFamily="34" charset="0"/>
                  <a:ea typeface="宋体" panose="02010600030101010101" pitchFamily="2" charset="-122"/>
                </a:rPr>
                <a:t>2</a:t>
              </a:r>
              <a:endParaRPr lang="en-US" altLang="zh-CN" sz="1600" dirty="0">
                <a:latin typeface="Arial" panose="020B0604020202020204" pitchFamily="34" charset="0"/>
                <a:ea typeface="宋体" panose="02010600030101010101" pitchFamily="2" charset="-122"/>
              </a:endParaRPr>
            </a:p>
          </p:txBody>
        </p:sp>
        <p:sp>
          <p:nvSpPr>
            <p:cNvPr id="9244" name="Text Box 102"/>
            <p:cNvSpPr txBox="1"/>
            <p:nvPr/>
          </p:nvSpPr>
          <p:spPr>
            <a:xfrm>
              <a:off x="2178" y="2505"/>
              <a:ext cx="187" cy="2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eaLnBrk="1" hangingPunct="1">
                <a:spcBef>
                  <a:spcPct val="0"/>
                </a:spcBef>
                <a:buClrTx/>
                <a:buSzTx/>
                <a:buFontTx/>
                <a:buNone/>
              </a:pPr>
              <a:r>
                <a:rPr lang="en-US" altLang="zh-CN" sz="1600" dirty="0">
                  <a:latin typeface="Arial" panose="020B0604020202020204" pitchFamily="34" charset="0"/>
                  <a:ea typeface="宋体" panose="02010600030101010101" pitchFamily="2" charset="-122"/>
                </a:rPr>
                <a:t>3</a:t>
              </a:r>
              <a:endParaRPr lang="en-US" altLang="zh-CN" sz="1600" dirty="0">
                <a:latin typeface="Arial" panose="020B0604020202020204" pitchFamily="34" charset="0"/>
                <a:ea typeface="宋体" panose="02010600030101010101" pitchFamily="2" charset="-122"/>
              </a:endParaRPr>
            </a:p>
          </p:txBody>
        </p:sp>
        <p:sp>
          <p:nvSpPr>
            <p:cNvPr id="9245" name="Rectangle 104"/>
            <p:cNvSpPr/>
            <p:nvPr/>
          </p:nvSpPr>
          <p:spPr>
            <a:xfrm>
              <a:off x="1509" y="2281"/>
              <a:ext cx="269" cy="151"/>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9246" name="Text Box 105"/>
            <p:cNvSpPr txBox="1"/>
            <p:nvPr/>
          </p:nvSpPr>
          <p:spPr>
            <a:xfrm>
              <a:off x="1479" y="2264"/>
              <a:ext cx="328" cy="17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eaLnBrk="1" hangingPunct="1">
                <a:spcBef>
                  <a:spcPct val="0"/>
                </a:spcBef>
                <a:buClrTx/>
                <a:buSzTx/>
                <a:buFontTx/>
                <a:buNone/>
              </a:pPr>
              <a:r>
                <a:rPr lang="en-US" altLang="zh-CN" sz="1200" dirty="0">
                  <a:latin typeface="Arial" panose="020B0604020202020204" pitchFamily="34" charset="0"/>
                  <a:ea typeface="宋体" panose="02010600030101010101" pitchFamily="2" charset="-122"/>
                </a:rPr>
                <a:t>0111</a:t>
              </a:r>
              <a:endParaRPr lang="en-US" altLang="zh-CN" sz="1200" dirty="0">
                <a:latin typeface="Arial" panose="020B0604020202020204" pitchFamily="34" charset="0"/>
                <a:ea typeface="宋体" panose="02010600030101010101" pitchFamily="2" charset="-122"/>
              </a:endParaRPr>
            </a:p>
          </p:txBody>
        </p:sp>
        <p:sp>
          <p:nvSpPr>
            <p:cNvPr id="9247" name="Text Box 106"/>
            <p:cNvSpPr txBox="1"/>
            <p:nvPr/>
          </p:nvSpPr>
          <p:spPr>
            <a:xfrm>
              <a:off x="398" y="1841"/>
              <a:ext cx="1019" cy="366"/>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eaLnBrk="1" hangingPunct="1">
                <a:spcBef>
                  <a:spcPct val="0"/>
                </a:spcBef>
                <a:buClrTx/>
                <a:buSzTx/>
                <a:buFontTx/>
                <a:buNone/>
              </a:pPr>
              <a:r>
                <a:rPr lang="en-US" altLang="zh-CN" sz="1600" dirty="0">
                  <a:latin typeface="Arial" panose="020B0604020202020204" pitchFamily="34" charset="0"/>
                  <a:ea typeface="宋体" panose="02010600030101010101" pitchFamily="2" charset="-122"/>
                </a:rPr>
                <a:t>value in arriving</a:t>
              </a:r>
              <a:endParaRPr lang="en-US" altLang="zh-CN" sz="1600" dirty="0">
                <a:latin typeface="Arial" panose="020B0604020202020204" pitchFamily="34" charset="0"/>
                <a:ea typeface="宋体" panose="02010600030101010101" pitchFamily="2" charset="-122"/>
              </a:endParaRPr>
            </a:p>
            <a:p>
              <a:pPr marL="0" lvl="0" indent="0" eaLnBrk="1" hangingPunct="1">
                <a:spcBef>
                  <a:spcPct val="0"/>
                </a:spcBef>
                <a:buClrTx/>
                <a:buSzTx/>
                <a:buFontTx/>
                <a:buNone/>
              </a:pPr>
              <a:r>
                <a:rPr lang="en-US" altLang="zh-CN" sz="1600" dirty="0">
                  <a:latin typeface="Arial" panose="020B0604020202020204" pitchFamily="34" charset="0"/>
                  <a:ea typeface="宋体" panose="02010600030101010101" pitchFamily="2" charset="-122"/>
                </a:rPr>
                <a:t>packet’s header</a:t>
              </a:r>
              <a:endParaRPr lang="en-US" altLang="zh-CN" sz="1600" dirty="0">
                <a:latin typeface="Arial" panose="020B0604020202020204" pitchFamily="34" charset="0"/>
                <a:ea typeface="宋体" panose="02010600030101010101" pitchFamily="2" charset="-122"/>
              </a:endParaRPr>
            </a:p>
          </p:txBody>
        </p:sp>
        <p:sp>
          <p:nvSpPr>
            <p:cNvPr id="9248" name="Line 107"/>
            <p:cNvSpPr/>
            <p:nvPr/>
          </p:nvSpPr>
          <p:spPr>
            <a:xfrm flipH="1">
              <a:off x="1269" y="2444"/>
              <a:ext cx="850" cy="0"/>
            </a:xfrm>
            <a:prstGeom prst="line">
              <a:avLst/>
            </a:prstGeom>
            <a:ln w="9525" cap="flat" cmpd="sng">
              <a:solidFill>
                <a:schemeClr val="tx1"/>
              </a:solidFill>
              <a:prstDash val="solid"/>
              <a:headEnd type="none" w="med" len="med"/>
              <a:tailEnd type="none" w="med" len="med"/>
            </a:ln>
          </p:spPr>
        </p:sp>
        <p:sp>
          <p:nvSpPr>
            <p:cNvPr id="9249" name="Text Box 108"/>
            <p:cNvSpPr txBox="1"/>
            <p:nvPr/>
          </p:nvSpPr>
          <p:spPr>
            <a:xfrm>
              <a:off x="1244" y="261"/>
              <a:ext cx="1174" cy="19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eaLnBrk="1" hangingPunct="1">
                <a:spcBef>
                  <a:spcPct val="0"/>
                </a:spcBef>
                <a:buClrTx/>
                <a:buSzTx/>
                <a:buFontTx/>
                <a:buNone/>
              </a:pPr>
              <a:r>
                <a:rPr lang="en-US" altLang="zh-CN" sz="1400" dirty="0">
                  <a:latin typeface="Arial" panose="020B0604020202020204" pitchFamily="34" charset="0"/>
                  <a:ea typeface="宋体" panose="02010600030101010101" pitchFamily="2" charset="-122"/>
                </a:rPr>
                <a:t>routing algorithm</a:t>
              </a:r>
              <a:endParaRPr lang="en-US" altLang="zh-CN" sz="1400" dirty="0">
                <a:latin typeface="Arial" panose="020B0604020202020204" pitchFamily="34" charset="0"/>
                <a:ea typeface="宋体" panose="02010600030101010101" pitchFamily="2" charset="-122"/>
              </a:endParaRPr>
            </a:p>
          </p:txBody>
        </p:sp>
        <p:sp>
          <p:nvSpPr>
            <p:cNvPr id="9250" name="Rectangle 109"/>
            <p:cNvSpPr/>
            <p:nvPr/>
          </p:nvSpPr>
          <p:spPr>
            <a:xfrm>
              <a:off x="1197" y="732"/>
              <a:ext cx="1263" cy="806"/>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9251" name="Text Box 110"/>
            <p:cNvSpPr txBox="1"/>
            <p:nvPr/>
          </p:nvSpPr>
          <p:spPr>
            <a:xfrm>
              <a:off x="1248" y="702"/>
              <a:ext cx="1171" cy="19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eaLnBrk="1" hangingPunct="1">
                <a:spcBef>
                  <a:spcPct val="0"/>
                </a:spcBef>
                <a:buClrTx/>
                <a:buSzTx/>
                <a:buFontTx/>
                <a:buNone/>
              </a:pPr>
              <a:r>
                <a:rPr lang="en-US" altLang="zh-CN" sz="1400" dirty="0">
                  <a:latin typeface="Arial" panose="020B0604020202020204" pitchFamily="34" charset="0"/>
                  <a:ea typeface="宋体" panose="02010600030101010101" pitchFamily="2" charset="-122"/>
                </a:rPr>
                <a:t>local forwarding table</a:t>
              </a:r>
              <a:endParaRPr lang="en-US" altLang="zh-CN" sz="1400" dirty="0">
                <a:latin typeface="Arial" panose="020B0604020202020204" pitchFamily="34" charset="0"/>
                <a:ea typeface="宋体" panose="02010600030101010101" pitchFamily="2" charset="-122"/>
              </a:endParaRPr>
            </a:p>
          </p:txBody>
        </p:sp>
        <p:sp>
          <p:nvSpPr>
            <p:cNvPr id="9252" name="Text Box 111"/>
            <p:cNvSpPr txBox="1"/>
            <p:nvPr/>
          </p:nvSpPr>
          <p:spPr>
            <a:xfrm>
              <a:off x="1174" y="858"/>
              <a:ext cx="764" cy="19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eaLnBrk="1" hangingPunct="1">
                <a:spcBef>
                  <a:spcPct val="0"/>
                </a:spcBef>
                <a:buClrTx/>
                <a:buSzTx/>
                <a:buFontTx/>
                <a:buNone/>
              </a:pPr>
              <a:r>
                <a:rPr lang="en-US" altLang="zh-CN" sz="1400" dirty="0">
                  <a:latin typeface="Arial" panose="020B0604020202020204" pitchFamily="34" charset="0"/>
                  <a:ea typeface="宋体" panose="02010600030101010101" pitchFamily="2" charset="-122"/>
                </a:rPr>
                <a:t>header value</a:t>
              </a:r>
              <a:endParaRPr lang="en-US" altLang="zh-CN" sz="1400" dirty="0">
                <a:latin typeface="Arial" panose="020B0604020202020204" pitchFamily="34" charset="0"/>
                <a:ea typeface="宋体" panose="02010600030101010101" pitchFamily="2" charset="-122"/>
              </a:endParaRPr>
            </a:p>
          </p:txBody>
        </p:sp>
        <p:sp>
          <p:nvSpPr>
            <p:cNvPr id="9253" name="Text Box 112"/>
            <p:cNvSpPr txBox="1"/>
            <p:nvPr/>
          </p:nvSpPr>
          <p:spPr>
            <a:xfrm>
              <a:off x="1846" y="859"/>
              <a:ext cx="656" cy="19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eaLnBrk="1" hangingPunct="1">
                <a:spcBef>
                  <a:spcPct val="0"/>
                </a:spcBef>
                <a:buClrTx/>
                <a:buSzTx/>
                <a:buFontTx/>
                <a:buNone/>
              </a:pPr>
              <a:r>
                <a:rPr lang="en-US" altLang="zh-CN" sz="1400" dirty="0">
                  <a:latin typeface="Arial" panose="020B0604020202020204" pitchFamily="34" charset="0"/>
                  <a:ea typeface="宋体" panose="02010600030101010101" pitchFamily="2" charset="-122"/>
                </a:rPr>
                <a:t>output link</a:t>
              </a:r>
              <a:endParaRPr lang="en-US" altLang="zh-CN" sz="1400" dirty="0">
                <a:latin typeface="Arial" panose="020B0604020202020204" pitchFamily="34" charset="0"/>
                <a:ea typeface="宋体" panose="02010600030101010101" pitchFamily="2" charset="-122"/>
              </a:endParaRPr>
            </a:p>
          </p:txBody>
        </p:sp>
        <p:sp>
          <p:nvSpPr>
            <p:cNvPr id="9254" name="Line 113"/>
            <p:cNvSpPr/>
            <p:nvPr/>
          </p:nvSpPr>
          <p:spPr>
            <a:xfrm>
              <a:off x="1908" y="866"/>
              <a:ext cx="5" cy="672"/>
            </a:xfrm>
            <a:prstGeom prst="line">
              <a:avLst/>
            </a:prstGeom>
            <a:ln w="9525" cap="flat" cmpd="sng">
              <a:solidFill>
                <a:schemeClr val="tx1"/>
              </a:solidFill>
              <a:prstDash val="solid"/>
              <a:headEnd type="none" w="med" len="med"/>
              <a:tailEnd type="none" w="med" len="med"/>
            </a:ln>
          </p:spPr>
        </p:sp>
        <p:sp>
          <p:nvSpPr>
            <p:cNvPr id="9255" name="Text Box 114"/>
            <p:cNvSpPr txBox="1"/>
            <p:nvPr/>
          </p:nvSpPr>
          <p:spPr>
            <a:xfrm>
              <a:off x="1587" y="1037"/>
              <a:ext cx="328" cy="51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r" eaLnBrk="1" hangingPunct="1">
                <a:spcBef>
                  <a:spcPct val="0"/>
                </a:spcBef>
                <a:buClrTx/>
                <a:buSzTx/>
                <a:buFontTx/>
                <a:buNone/>
              </a:pPr>
              <a:r>
                <a:rPr lang="en-US" altLang="zh-CN" sz="1200" dirty="0">
                  <a:latin typeface="Arial" panose="020B0604020202020204" pitchFamily="34" charset="0"/>
                  <a:ea typeface="宋体" panose="02010600030101010101" pitchFamily="2" charset="-122"/>
                </a:rPr>
                <a:t>0100</a:t>
              </a:r>
              <a:endParaRPr lang="en-US" altLang="zh-CN" sz="1200" dirty="0">
                <a:latin typeface="Arial" panose="020B0604020202020204" pitchFamily="34" charset="0"/>
                <a:ea typeface="宋体" panose="02010600030101010101" pitchFamily="2" charset="-122"/>
              </a:endParaRPr>
            </a:p>
            <a:p>
              <a:pPr marL="0" lvl="0" indent="0" algn="r" eaLnBrk="1" hangingPunct="1">
                <a:spcBef>
                  <a:spcPct val="0"/>
                </a:spcBef>
                <a:buClrTx/>
                <a:buSzTx/>
                <a:buFontTx/>
                <a:buNone/>
              </a:pPr>
              <a:r>
                <a:rPr lang="en-US" altLang="zh-CN" sz="1200" dirty="0">
                  <a:latin typeface="Arial" panose="020B0604020202020204" pitchFamily="34" charset="0"/>
                  <a:ea typeface="宋体" panose="02010600030101010101" pitchFamily="2" charset="-122"/>
                </a:rPr>
                <a:t>0101</a:t>
              </a:r>
              <a:endParaRPr lang="en-US" altLang="zh-CN" sz="1200" dirty="0">
                <a:latin typeface="Arial" panose="020B0604020202020204" pitchFamily="34" charset="0"/>
                <a:ea typeface="宋体" panose="02010600030101010101" pitchFamily="2" charset="-122"/>
              </a:endParaRPr>
            </a:p>
            <a:p>
              <a:pPr marL="0" lvl="0" indent="0" algn="r" eaLnBrk="1" hangingPunct="1">
                <a:spcBef>
                  <a:spcPct val="0"/>
                </a:spcBef>
                <a:buClrTx/>
                <a:buSzTx/>
                <a:buFontTx/>
                <a:buNone/>
              </a:pPr>
              <a:r>
                <a:rPr lang="en-US" altLang="zh-CN" sz="1200" dirty="0">
                  <a:latin typeface="Arial" panose="020B0604020202020204" pitchFamily="34" charset="0"/>
                  <a:ea typeface="宋体" panose="02010600030101010101" pitchFamily="2" charset="-122"/>
                </a:rPr>
                <a:t>0111</a:t>
              </a:r>
              <a:endParaRPr lang="en-US" altLang="zh-CN" sz="1200" dirty="0">
                <a:latin typeface="Arial" panose="020B0604020202020204" pitchFamily="34" charset="0"/>
                <a:ea typeface="宋体" panose="02010600030101010101" pitchFamily="2" charset="-122"/>
              </a:endParaRPr>
            </a:p>
            <a:p>
              <a:pPr marL="0" lvl="0" indent="0" algn="r" eaLnBrk="1" hangingPunct="1">
                <a:spcBef>
                  <a:spcPct val="0"/>
                </a:spcBef>
                <a:buClrTx/>
                <a:buSzTx/>
                <a:buFontTx/>
                <a:buNone/>
              </a:pPr>
              <a:r>
                <a:rPr lang="en-US" altLang="zh-CN" sz="1200" dirty="0">
                  <a:latin typeface="Arial" panose="020B0604020202020204" pitchFamily="34" charset="0"/>
                  <a:ea typeface="宋体" panose="02010600030101010101" pitchFamily="2" charset="-122"/>
                </a:rPr>
                <a:t>1001</a:t>
              </a:r>
              <a:endParaRPr lang="en-US" altLang="zh-CN" sz="1200" dirty="0">
                <a:latin typeface="Arial" panose="020B0604020202020204" pitchFamily="34" charset="0"/>
                <a:ea typeface="宋体" panose="02010600030101010101" pitchFamily="2" charset="-122"/>
              </a:endParaRPr>
            </a:p>
          </p:txBody>
        </p:sp>
        <p:sp>
          <p:nvSpPr>
            <p:cNvPr id="9256" name="Text Box 115"/>
            <p:cNvSpPr txBox="1"/>
            <p:nvPr/>
          </p:nvSpPr>
          <p:spPr>
            <a:xfrm>
              <a:off x="1918" y="1037"/>
              <a:ext cx="169" cy="51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eaLnBrk="1" hangingPunct="1">
                <a:spcBef>
                  <a:spcPct val="0"/>
                </a:spcBef>
                <a:buClrTx/>
                <a:buSzTx/>
                <a:buFontTx/>
                <a:buNone/>
              </a:pPr>
              <a:r>
                <a:rPr lang="en-US" altLang="zh-CN" sz="1200" dirty="0">
                  <a:latin typeface="Arial" panose="020B0604020202020204" pitchFamily="34" charset="0"/>
                  <a:ea typeface="宋体" panose="02010600030101010101" pitchFamily="2" charset="-122"/>
                </a:rPr>
                <a:t>3</a:t>
              </a:r>
              <a:endParaRPr lang="en-US" altLang="zh-CN" sz="1200" dirty="0">
                <a:latin typeface="Arial" panose="020B0604020202020204" pitchFamily="34" charset="0"/>
                <a:ea typeface="宋体" panose="02010600030101010101" pitchFamily="2" charset="-122"/>
              </a:endParaRPr>
            </a:p>
            <a:p>
              <a:pPr marL="0" lvl="0" indent="0" algn="ctr" eaLnBrk="1" hangingPunct="1">
                <a:spcBef>
                  <a:spcPct val="0"/>
                </a:spcBef>
                <a:buClrTx/>
                <a:buSzTx/>
                <a:buFontTx/>
                <a:buNone/>
              </a:pPr>
              <a:r>
                <a:rPr lang="en-US" altLang="zh-CN" sz="1200" dirty="0">
                  <a:latin typeface="Arial" panose="020B0604020202020204" pitchFamily="34" charset="0"/>
                  <a:ea typeface="宋体" panose="02010600030101010101" pitchFamily="2" charset="-122"/>
                </a:rPr>
                <a:t>2</a:t>
              </a:r>
              <a:endParaRPr lang="en-US" altLang="zh-CN" sz="1200" dirty="0">
                <a:latin typeface="Arial" panose="020B0604020202020204" pitchFamily="34" charset="0"/>
                <a:ea typeface="宋体" panose="02010600030101010101" pitchFamily="2" charset="-122"/>
              </a:endParaRPr>
            </a:p>
            <a:p>
              <a:pPr marL="0" lvl="0" indent="0" algn="ctr" eaLnBrk="1" hangingPunct="1">
                <a:spcBef>
                  <a:spcPct val="0"/>
                </a:spcBef>
                <a:buClrTx/>
                <a:buSzTx/>
                <a:buFontTx/>
                <a:buNone/>
              </a:pPr>
              <a:r>
                <a:rPr lang="en-US" altLang="zh-CN" sz="1200" dirty="0">
                  <a:latin typeface="Arial" panose="020B0604020202020204" pitchFamily="34" charset="0"/>
                  <a:ea typeface="宋体" panose="02010600030101010101" pitchFamily="2" charset="-122"/>
                </a:rPr>
                <a:t>2</a:t>
              </a:r>
              <a:endParaRPr lang="en-US" altLang="zh-CN" sz="1200" dirty="0">
                <a:latin typeface="Arial" panose="020B0604020202020204" pitchFamily="34" charset="0"/>
                <a:ea typeface="宋体" panose="02010600030101010101" pitchFamily="2" charset="-122"/>
              </a:endParaRPr>
            </a:p>
            <a:p>
              <a:pPr marL="0" lvl="0" indent="0" algn="ctr" eaLnBrk="1" hangingPunct="1">
                <a:spcBef>
                  <a:spcPct val="0"/>
                </a:spcBef>
                <a:buClrTx/>
                <a:buSzTx/>
                <a:buFontTx/>
                <a:buNone/>
              </a:pPr>
              <a:r>
                <a:rPr lang="en-US" altLang="zh-CN" sz="1200" dirty="0">
                  <a:latin typeface="Arial" panose="020B0604020202020204" pitchFamily="34" charset="0"/>
                  <a:ea typeface="宋体" panose="02010600030101010101" pitchFamily="2" charset="-122"/>
                </a:rPr>
                <a:t>1</a:t>
              </a:r>
              <a:endParaRPr lang="en-US" altLang="zh-CN" sz="1200" dirty="0">
                <a:latin typeface="Arial" panose="020B0604020202020204" pitchFamily="34" charset="0"/>
                <a:ea typeface="宋体" panose="02010600030101010101" pitchFamily="2" charset="-122"/>
              </a:endParaRPr>
            </a:p>
          </p:txBody>
        </p:sp>
        <p:sp>
          <p:nvSpPr>
            <p:cNvPr id="9257" name="Line 116"/>
            <p:cNvSpPr/>
            <p:nvPr/>
          </p:nvSpPr>
          <p:spPr>
            <a:xfrm>
              <a:off x="1197" y="1028"/>
              <a:ext cx="1264" cy="0"/>
            </a:xfrm>
            <a:prstGeom prst="line">
              <a:avLst/>
            </a:prstGeom>
            <a:ln w="9525" cap="flat" cmpd="sng">
              <a:solidFill>
                <a:schemeClr val="tx1"/>
              </a:solidFill>
              <a:prstDash val="solid"/>
              <a:headEnd type="none" w="med" len="med"/>
              <a:tailEnd type="none" w="med" len="med"/>
            </a:ln>
          </p:spPr>
        </p:sp>
        <p:sp>
          <p:nvSpPr>
            <p:cNvPr id="9258" name="Line 117"/>
            <p:cNvSpPr/>
            <p:nvPr/>
          </p:nvSpPr>
          <p:spPr>
            <a:xfrm>
              <a:off x="1192" y="872"/>
              <a:ext cx="1264" cy="0"/>
            </a:xfrm>
            <a:prstGeom prst="line">
              <a:avLst/>
            </a:prstGeom>
            <a:ln w="9525" cap="flat" cmpd="sng">
              <a:solidFill>
                <a:schemeClr val="tx1"/>
              </a:solidFill>
              <a:prstDash val="solid"/>
              <a:headEnd type="none" w="med" len="med"/>
              <a:tailEnd type="none" w="med" len="med"/>
            </a:ln>
          </p:spPr>
        </p:sp>
        <p:sp>
          <p:nvSpPr>
            <p:cNvPr id="9259" name="AutoShape 118"/>
            <p:cNvSpPr/>
            <p:nvPr/>
          </p:nvSpPr>
          <p:spPr>
            <a:xfrm rot="5400000">
              <a:off x="1763" y="547"/>
              <a:ext cx="151" cy="172"/>
            </a:xfrm>
            <a:prstGeom prst="rightArrow">
              <a:avLst>
                <a:gd name="adj1" fmla="val 51166"/>
                <a:gd name="adj2" fmla="val 39736"/>
              </a:avLst>
            </a:prstGeom>
            <a:solidFill>
              <a:schemeClr val="accent2"/>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9260" name="Line 119"/>
            <p:cNvSpPr/>
            <p:nvPr/>
          </p:nvSpPr>
          <p:spPr>
            <a:xfrm>
              <a:off x="1371" y="2086"/>
              <a:ext cx="229" cy="216"/>
            </a:xfrm>
            <a:prstGeom prst="line">
              <a:avLst/>
            </a:prstGeom>
            <a:ln w="9525" cap="flat" cmpd="sng">
              <a:solidFill>
                <a:schemeClr val="tx1"/>
              </a:solidFill>
              <a:prstDash val="solid"/>
              <a:headEnd type="none" w="med" len="med"/>
              <a:tailEnd type="triangle" w="med" len="med"/>
            </a:ln>
          </p:spPr>
        </p:sp>
        <p:sp>
          <p:nvSpPr>
            <p:cNvPr id="9261" name="Freeform 120"/>
            <p:cNvSpPr/>
            <p:nvPr/>
          </p:nvSpPr>
          <p:spPr>
            <a:xfrm>
              <a:off x="2047" y="2395"/>
              <a:ext cx="554" cy="167"/>
            </a:xfrm>
            <a:custGeom>
              <a:avLst/>
              <a:gdLst/>
              <a:ahLst/>
              <a:cxnLst>
                <a:cxn ang="0">
                  <a:pos x="0" y="10"/>
                </a:cxn>
                <a:cxn ang="0">
                  <a:pos x="324" y="26"/>
                </a:cxn>
                <a:cxn ang="0">
                  <a:pos x="554" y="167"/>
                </a:cxn>
              </a:cxnLst>
              <a:pathLst>
                <a:path w="554" h="167">
                  <a:moveTo>
                    <a:pt x="0" y="10"/>
                  </a:moveTo>
                  <a:cubicBezTo>
                    <a:pt x="102" y="0"/>
                    <a:pt x="240" y="5"/>
                    <a:pt x="324" y="26"/>
                  </a:cubicBezTo>
                  <a:cubicBezTo>
                    <a:pt x="416" y="52"/>
                    <a:pt x="502" y="120"/>
                    <a:pt x="554" y="167"/>
                  </a:cubicBezTo>
                </a:path>
              </a:pathLst>
            </a:custGeom>
            <a:noFill/>
            <a:ln w="57150" cap="flat" cmpd="sng">
              <a:solidFill>
                <a:srgbClr val="FF3300">
                  <a:alpha val="100000"/>
                </a:srgbClr>
              </a:solidFill>
              <a:prstDash val="solid"/>
              <a:round/>
              <a:headEnd type="none" w="med" len="med"/>
              <a:tailEnd type="triangle" w="med" len="med"/>
            </a:ln>
          </p:spPr>
          <p:txBody>
            <a:bodyPr/>
            <a:p>
              <a:endParaRPr lang="zh-CN" altLang="en-US"/>
            </a:p>
          </p:txBody>
        </p:sp>
        <p:sp>
          <p:nvSpPr>
            <p:cNvPr id="9262" name="Freeform 121"/>
            <p:cNvSpPr/>
            <p:nvPr/>
          </p:nvSpPr>
          <p:spPr>
            <a:xfrm flipH="1">
              <a:off x="3518" y="2127"/>
              <a:ext cx="364" cy="234"/>
            </a:xfrm>
            <a:custGeom>
              <a:avLst/>
              <a:gdLst/>
              <a:ahLst/>
              <a:cxnLst>
                <a:cxn ang="0">
                  <a:pos x="0" y="0"/>
                </a:cxn>
                <a:cxn ang="0">
                  <a:pos x="0" y="0"/>
                </a:cxn>
                <a:cxn ang="0">
                  <a:pos x="0" y="0"/>
                </a:cxn>
                <a:cxn ang="0">
                  <a:pos x="0" y="0"/>
                </a:cxn>
                <a:cxn ang="0">
                  <a:pos x="0" y="0"/>
                </a:cxn>
              </a:cxnLst>
              <a:pathLst>
                <a:path w="1443" h="816">
                  <a:moveTo>
                    <a:pt x="0" y="0"/>
                  </a:moveTo>
                  <a:cubicBezTo>
                    <a:pt x="571" y="285"/>
                    <a:pt x="856" y="408"/>
                    <a:pt x="1076" y="782"/>
                  </a:cubicBezTo>
                  <a:cubicBezTo>
                    <a:pt x="1185" y="775"/>
                    <a:pt x="1220" y="816"/>
                    <a:pt x="1320" y="788"/>
                  </a:cubicBezTo>
                  <a:cubicBezTo>
                    <a:pt x="1264" y="347"/>
                    <a:pt x="1276" y="352"/>
                    <a:pt x="1443" y="5"/>
                  </a:cubicBezTo>
                  <a:cubicBezTo>
                    <a:pt x="867" y="5"/>
                    <a:pt x="233" y="0"/>
                    <a:pt x="0" y="0"/>
                  </a:cubicBezTo>
                  <a:close/>
                </a:path>
              </a:pathLst>
            </a:custGeom>
            <a:gradFill rotWithShape="1">
              <a:gsLst>
                <a:gs pos="0">
                  <a:schemeClr val="accent1">
                    <a:alpha val="100000"/>
                  </a:schemeClr>
                </a:gs>
                <a:gs pos="100000">
                  <a:schemeClr val="bg1">
                    <a:alpha val="100000"/>
                  </a:schemeClr>
                </a:gs>
              </a:gsLst>
              <a:lin ang="5400000" scaled="1"/>
              <a:tileRect/>
            </a:gradFill>
            <a:ln w="9525">
              <a:noFill/>
            </a:ln>
          </p:spPr>
          <p:txBody>
            <a:bodyPr/>
            <a:p>
              <a:endParaRPr lang="zh-CN" altLang="en-US"/>
            </a:p>
          </p:txBody>
        </p:sp>
        <p:sp>
          <p:nvSpPr>
            <p:cNvPr id="9263" name="Freeform 122"/>
            <p:cNvSpPr/>
            <p:nvPr/>
          </p:nvSpPr>
          <p:spPr>
            <a:xfrm flipH="1">
              <a:off x="2881" y="1948"/>
              <a:ext cx="364" cy="234"/>
            </a:xfrm>
            <a:custGeom>
              <a:avLst/>
              <a:gdLst/>
              <a:ahLst/>
              <a:cxnLst>
                <a:cxn ang="0">
                  <a:pos x="0" y="0"/>
                </a:cxn>
                <a:cxn ang="0">
                  <a:pos x="0" y="0"/>
                </a:cxn>
                <a:cxn ang="0">
                  <a:pos x="0" y="0"/>
                </a:cxn>
                <a:cxn ang="0">
                  <a:pos x="0" y="0"/>
                </a:cxn>
                <a:cxn ang="0">
                  <a:pos x="0" y="0"/>
                </a:cxn>
              </a:cxnLst>
              <a:pathLst>
                <a:path w="1443" h="816">
                  <a:moveTo>
                    <a:pt x="0" y="0"/>
                  </a:moveTo>
                  <a:cubicBezTo>
                    <a:pt x="571" y="285"/>
                    <a:pt x="856" y="408"/>
                    <a:pt x="1076" y="782"/>
                  </a:cubicBezTo>
                  <a:cubicBezTo>
                    <a:pt x="1185" y="775"/>
                    <a:pt x="1220" y="816"/>
                    <a:pt x="1320" y="788"/>
                  </a:cubicBezTo>
                  <a:cubicBezTo>
                    <a:pt x="1264" y="347"/>
                    <a:pt x="1276" y="352"/>
                    <a:pt x="1443" y="5"/>
                  </a:cubicBezTo>
                  <a:cubicBezTo>
                    <a:pt x="867" y="5"/>
                    <a:pt x="233" y="0"/>
                    <a:pt x="0" y="0"/>
                  </a:cubicBezTo>
                  <a:close/>
                </a:path>
              </a:pathLst>
            </a:custGeom>
            <a:gradFill rotWithShape="1">
              <a:gsLst>
                <a:gs pos="0">
                  <a:schemeClr val="accent1">
                    <a:alpha val="100000"/>
                  </a:schemeClr>
                </a:gs>
                <a:gs pos="100000">
                  <a:schemeClr val="bg1">
                    <a:alpha val="100000"/>
                  </a:schemeClr>
                </a:gs>
              </a:gsLst>
              <a:lin ang="5400000" scaled="1"/>
              <a:tileRect/>
            </a:gradFill>
            <a:ln w="9525">
              <a:noFill/>
            </a:ln>
          </p:spPr>
          <p:txBody>
            <a:bodyPr/>
            <a:p>
              <a:endParaRPr lang="zh-CN" altLang="en-US"/>
            </a:p>
          </p:txBody>
        </p:sp>
        <p:sp>
          <p:nvSpPr>
            <p:cNvPr id="9264" name="Freeform 123"/>
            <p:cNvSpPr/>
            <p:nvPr/>
          </p:nvSpPr>
          <p:spPr>
            <a:xfrm flipH="1" flipV="1">
              <a:off x="3302" y="2922"/>
              <a:ext cx="342" cy="234"/>
            </a:xfrm>
            <a:custGeom>
              <a:avLst/>
              <a:gdLst/>
              <a:ahLst/>
              <a:cxnLst>
                <a:cxn ang="0">
                  <a:pos x="0" y="0"/>
                </a:cxn>
                <a:cxn ang="0">
                  <a:pos x="0" y="0"/>
                </a:cxn>
                <a:cxn ang="0">
                  <a:pos x="0" y="0"/>
                </a:cxn>
                <a:cxn ang="0">
                  <a:pos x="0" y="0"/>
                </a:cxn>
                <a:cxn ang="0">
                  <a:pos x="0" y="0"/>
                </a:cxn>
              </a:cxnLst>
              <a:pathLst>
                <a:path w="1443" h="816">
                  <a:moveTo>
                    <a:pt x="0" y="0"/>
                  </a:moveTo>
                  <a:cubicBezTo>
                    <a:pt x="571" y="285"/>
                    <a:pt x="856" y="408"/>
                    <a:pt x="1076" y="782"/>
                  </a:cubicBezTo>
                  <a:cubicBezTo>
                    <a:pt x="1185" y="775"/>
                    <a:pt x="1220" y="816"/>
                    <a:pt x="1320" y="788"/>
                  </a:cubicBezTo>
                  <a:cubicBezTo>
                    <a:pt x="1264" y="347"/>
                    <a:pt x="1276" y="352"/>
                    <a:pt x="1443" y="5"/>
                  </a:cubicBezTo>
                  <a:cubicBezTo>
                    <a:pt x="867" y="5"/>
                    <a:pt x="233" y="0"/>
                    <a:pt x="0" y="0"/>
                  </a:cubicBezTo>
                  <a:close/>
                </a:path>
              </a:pathLst>
            </a:custGeom>
            <a:gradFill rotWithShape="1">
              <a:gsLst>
                <a:gs pos="0">
                  <a:schemeClr val="accent1">
                    <a:alpha val="100000"/>
                  </a:schemeClr>
                </a:gs>
                <a:gs pos="100000">
                  <a:schemeClr val="bg1">
                    <a:alpha val="100000"/>
                  </a:schemeClr>
                </a:gs>
              </a:gsLst>
              <a:lin ang="5400000" scaled="1"/>
              <a:tileRect/>
            </a:gradFill>
            <a:ln w="9525">
              <a:noFill/>
            </a:ln>
          </p:spPr>
          <p:txBody>
            <a:bodyPr/>
            <a:p>
              <a:endParaRPr lang="zh-CN" altLang="en-US"/>
            </a:p>
          </p:txBody>
        </p:sp>
        <p:sp>
          <p:nvSpPr>
            <p:cNvPr id="9265" name="Freeform 124"/>
            <p:cNvSpPr/>
            <p:nvPr/>
          </p:nvSpPr>
          <p:spPr>
            <a:xfrm flipH="1" flipV="1">
              <a:off x="2452" y="2912"/>
              <a:ext cx="342" cy="234"/>
            </a:xfrm>
            <a:custGeom>
              <a:avLst/>
              <a:gdLst/>
              <a:ahLst/>
              <a:cxnLst>
                <a:cxn ang="0">
                  <a:pos x="0" y="0"/>
                </a:cxn>
                <a:cxn ang="0">
                  <a:pos x="0" y="0"/>
                </a:cxn>
                <a:cxn ang="0">
                  <a:pos x="0" y="0"/>
                </a:cxn>
                <a:cxn ang="0">
                  <a:pos x="0" y="0"/>
                </a:cxn>
                <a:cxn ang="0">
                  <a:pos x="0" y="0"/>
                </a:cxn>
              </a:cxnLst>
              <a:pathLst>
                <a:path w="1443" h="816">
                  <a:moveTo>
                    <a:pt x="0" y="0"/>
                  </a:moveTo>
                  <a:cubicBezTo>
                    <a:pt x="571" y="285"/>
                    <a:pt x="856" y="408"/>
                    <a:pt x="1076" y="782"/>
                  </a:cubicBezTo>
                  <a:cubicBezTo>
                    <a:pt x="1185" y="775"/>
                    <a:pt x="1220" y="816"/>
                    <a:pt x="1320" y="788"/>
                  </a:cubicBezTo>
                  <a:cubicBezTo>
                    <a:pt x="1264" y="347"/>
                    <a:pt x="1276" y="352"/>
                    <a:pt x="1443" y="5"/>
                  </a:cubicBezTo>
                  <a:cubicBezTo>
                    <a:pt x="867" y="5"/>
                    <a:pt x="233" y="0"/>
                    <a:pt x="0" y="0"/>
                  </a:cubicBezTo>
                  <a:close/>
                </a:path>
              </a:pathLst>
            </a:custGeom>
            <a:gradFill rotWithShape="1">
              <a:gsLst>
                <a:gs pos="0">
                  <a:schemeClr val="accent1">
                    <a:alpha val="100000"/>
                  </a:schemeClr>
                </a:gs>
                <a:gs pos="100000">
                  <a:schemeClr val="bg1">
                    <a:alpha val="100000"/>
                  </a:schemeClr>
                </a:gs>
              </a:gsLst>
              <a:lin ang="5400000" scaled="1"/>
              <a:tileRect/>
            </a:gradFill>
            <a:ln w="9525">
              <a:noFill/>
            </a:ln>
          </p:spPr>
          <p:txBody>
            <a:bodyPr/>
            <a:p>
              <a:endParaRPr lang="zh-CN" altLang="en-US"/>
            </a:p>
          </p:txBody>
        </p:sp>
        <p:sp>
          <p:nvSpPr>
            <p:cNvPr id="9266" name="Freeform 125"/>
            <p:cNvSpPr/>
            <p:nvPr/>
          </p:nvSpPr>
          <p:spPr>
            <a:xfrm flipH="1" flipV="1">
              <a:off x="2855" y="2728"/>
              <a:ext cx="342" cy="285"/>
            </a:xfrm>
            <a:custGeom>
              <a:avLst/>
              <a:gdLst/>
              <a:ahLst/>
              <a:cxnLst>
                <a:cxn ang="0">
                  <a:pos x="0" y="0"/>
                </a:cxn>
                <a:cxn ang="0">
                  <a:pos x="0" y="0"/>
                </a:cxn>
                <a:cxn ang="0">
                  <a:pos x="0" y="0"/>
                </a:cxn>
                <a:cxn ang="0">
                  <a:pos x="0" y="0"/>
                </a:cxn>
                <a:cxn ang="0">
                  <a:pos x="0" y="0"/>
                </a:cxn>
              </a:cxnLst>
              <a:pathLst>
                <a:path w="1443" h="816">
                  <a:moveTo>
                    <a:pt x="0" y="0"/>
                  </a:moveTo>
                  <a:cubicBezTo>
                    <a:pt x="571" y="285"/>
                    <a:pt x="856" y="408"/>
                    <a:pt x="1076" y="782"/>
                  </a:cubicBezTo>
                  <a:cubicBezTo>
                    <a:pt x="1185" y="775"/>
                    <a:pt x="1220" y="816"/>
                    <a:pt x="1320" y="788"/>
                  </a:cubicBezTo>
                  <a:cubicBezTo>
                    <a:pt x="1264" y="347"/>
                    <a:pt x="1276" y="352"/>
                    <a:pt x="1443" y="5"/>
                  </a:cubicBezTo>
                  <a:cubicBezTo>
                    <a:pt x="867" y="5"/>
                    <a:pt x="233" y="0"/>
                    <a:pt x="0" y="0"/>
                  </a:cubicBezTo>
                  <a:close/>
                </a:path>
              </a:pathLst>
            </a:custGeom>
            <a:gradFill rotWithShape="1">
              <a:gsLst>
                <a:gs pos="0">
                  <a:schemeClr val="accent1">
                    <a:alpha val="100000"/>
                  </a:schemeClr>
                </a:gs>
                <a:gs pos="100000">
                  <a:schemeClr val="bg1">
                    <a:alpha val="100000"/>
                  </a:schemeClr>
                </a:gs>
              </a:gsLst>
              <a:lin ang="5400000" scaled="1"/>
              <a:tileRect/>
            </a:gradFill>
            <a:ln w="9525">
              <a:noFill/>
            </a:ln>
          </p:spPr>
          <p:txBody>
            <a:bodyPr/>
            <a:p>
              <a:endParaRPr lang="zh-CN" altLang="en-US"/>
            </a:p>
          </p:txBody>
        </p:sp>
        <p:grpSp>
          <p:nvGrpSpPr>
            <p:cNvPr id="9267" name="Group 126"/>
            <p:cNvGrpSpPr/>
            <p:nvPr/>
          </p:nvGrpSpPr>
          <p:grpSpPr>
            <a:xfrm>
              <a:off x="2886" y="1668"/>
              <a:ext cx="347" cy="285"/>
              <a:chOff x="2886" y="1668"/>
              <a:chExt cx="347" cy="285"/>
            </a:xfrm>
          </p:grpSpPr>
          <p:sp>
            <p:nvSpPr>
              <p:cNvPr id="9300" name="Rectangle 127"/>
              <p:cNvSpPr/>
              <p:nvPr/>
            </p:nvSpPr>
            <p:spPr>
              <a:xfrm>
                <a:off x="2886" y="1668"/>
                <a:ext cx="347" cy="285"/>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9301" name="Oval 128"/>
              <p:cNvSpPr/>
              <p:nvPr/>
            </p:nvSpPr>
            <p:spPr>
              <a:xfrm>
                <a:off x="2905" y="1674"/>
                <a:ext cx="314" cy="74"/>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9302" name="Rectangle 129"/>
              <p:cNvSpPr/>
              <p:nvPr/>
            </p:nvSpPr>
            <p:spPr>
              <a:xfrm>
                <a:off x="2913" y="1785"/>
                <a:ext cx="300" cy="156"/>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9303" name="Line 130"/>
              <p:cNvSpPr/>
              <p:nvPr/>
            </p:nvSpPr>
            <p:spPr>
              <a:xfrm>
                <a:off x="3082" y="1811"/>
                <a:ext cx="1" cy="130"/>
              </a:xfrm>
              <a:prstGeom prst="line">
                <a:avLst/>
              </a:prstGeom>
              <a:ln w="9525" cap="flat" cmpd="sng">
                <a:solidFill>
                  <a:schemeClr val="tx1"/>
                </a:solidFill>
                <a:prstDash val="solid"/>
                <a:headEnd type="none" w="med" len="med"/>
                <a:tailEnd type="none" w="med" len="med"/>
              </a:ln>
            </p:spPr>
          </p:sp>
          <p:sp>
            <p:nvSpPr>
              <p:cNvPr id="9304" name="Line 131"/>
              <p:cNvSpPr/>
              <p:nvPr/>
            </p:nvSpPr>
            <p:spPr>
              <a:xfrm>
                <a:off x="2913" y="1842"/>
                <a:ext cx="300" cy="0"/>
              </a:xfrm>
              <a:prstGeom prst="line">
                <a:avLst/>
              </a:prstGeom>
              <a:ln w="9525" cap="flat" cmpd="sng">
                <a:solidFill>
                  <a:schemeClr val="tx1"/>
                </a:solidFill>
                <a:prstDash val="solid"/>
                <a:headEnd type="none" w="med" len="med"/>
                <a:tailEnd type="none" w="med" len="med"/>
              </a:ln>
            </p:spPr>
          </p:sp>
          <p:sp>
            <p:nvSpPr>
              <p:cNvPr id="9305" name="Line 132"/>
              <p:cNvSpPr/>
              <p:nvPr/>
            </p:nvSpPr>
            <p:spPr>
              <a:xfrm>
                <a:off x="2912" y="1812"/>
                <a:ext cx="300" cy="0"/>
              </a:xfrm>
              <a:prstGeom prst="line">
                <a:avLst/>
              </a:prstGeom>
              <a:ln w="9525" cap="flat" cmpd="sng">
                <a:solidFill>
                  <a:schemeClr val="tx1"/>
                </a:solidFill>
                <a:prstDash val="solid"/>
                <a:headEnd type="none" w="med" len="med"/>
                <a:tailEnd type="none" w="med" len="med"/>
              </a:ln>
            </p:spPr>
          </p:sp>
          <p:sp>
            <p:nvSpPr>
              <p:cNvPr id="9306" name="AutoShape 133"/>
              <p:cNvSpPr/>
              <p:nvPr/>
            </p:nvSpPr>
            <p:spPr>
              <a:xfrm rot="5400000">
                <a:off x="3051" y="1745"/>
                <a:ext cx="29" cy="41"/>
              </a:xfrm>
              <a:prstGeom prst="rightArrow">
                <a:avLst>
                  <a:gd name="adj1" fmla="val 51166"/>
                  <a:gd name="adj2" fmla="val 39736"/>
                </a:avLst>
              </a:prstGeom>
              <a:solidFill>
                <a:schemeClr val="accent2"/>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grpSp>
          <p:nvGrpSpPr>
            <p:cNvPr id="9268" name="Group 134"/>
            <p:cNvGrpSpPr/>
            <p:nvPr/>
          </p:nvGrpSpPr>
          <p:grpSpPr>
            <a:xfrm>
              <a:off x="3524" y="1840"/>
              <a:ext cx="347" cy="285"/>
              <a:chOff x="2886" y="1668"/>
              <a:chExt cx="347" cy="285"/>
            </a:xfrm>
          </p:grpSpPr>
          <p:sp>
            <p:nvSpPr>
              <p:cNvPr id="9293" name="Rectangle 135"/>
              <p:cNvSpPr/>
              <p:nvPr/>
            </p:nvSpPr>
            <p:spPr>
              <a:xfrm>
                <a:off x="2886" y="1668"/>
                <a:ext cx="347" cy="285"/>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9294" name="Oval 136"/>
              <p:cNvSpPr/>
              <p:nvPr/>
            </p:nvSpPr>
            <p:spPr>
              <a:xfrm>
                <a:off x="2905" y="1674"/>
                <a:ext cx="314" cy="74"/>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9295" name="Rectangle 137"/>
              <p:cNvSpPr/>
              <p:nvPr/>
            </p:nvSpPr>
            <p:spPr>
              <a:xfrm>
                <a:off x="2913" y="1785"/>
                <a:ext cx="300" cy="156"/>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9296" name="Line 138"/>
              <p:cNvSpPr/>
              <p:nvPr/>
            </p:nvSpPr>
            <p:spPr>
              <a:xfrm>
                <a:off x="3082" y="1811"/>
                <a:ext cx="1" cy="130"/>
              </a:xfrm>
              <a:prstGeom prst="line">
                <a:avLst/>
              </a:prstGeom>
              <a:ln w="9525" cap="flat" cmpd="sng">
                <a:solidFill>
                  <a:schemeClr val="tx1"/>
                </a:solidFill>
                <a:prstDash val="solid"/>
                <a:headEnd type="none" w="med" len="med"/>
                <a:tailEnd type="none" w="med" len="med"/>
              </a:ln>
            </p:spPr>
          </p:sp>
          <p:sp>
            <p:nvSpPr>
              <p:cNvPr id="9297" name="Line 139"/>
              <p:cNvSpPr/>
              <p:nvPr/>
            </p:nvSpPr>
            <p:spPr>
              <a:xfrm>
                <a:off x="2913" y="1842"/>
                <a:ext cx="300" cy="0"/>
              </a:xfrm>
              <a:prstGeom prst="line">
                <a:avLst/>
              </a:prstGeom>
              <a:ln w="9525" cap="flat" cmpd="sng">
                <a:solidFill>
                  <a:schemeClr val="tx1"/>
                </a:solidFill>
                <a:prstDash val="solid"/>
                <a:headEnd type="none" w="med" len="med"/>
                <a:tailEnd type="none" w="med" len="med"/>
              </a:ln>
            </p:spPr>
          </p:sp>
          <p:sp>
            <p:nvSpPr>
              <p:cNvPr id="9298" name="Line 140"/>
              <p:cNvSpPr/>
              <p:nvPr/>
            </p:nvSpPr>
            <p:spPr>
              <a:xfrm>
                <a:off x="2912" y="1812"/>
                <a:ext cx="300" cy="0"/>
              </a:xfrm>
              <a:prstGeom prst="line">
                <a:avLst/>
              </a:prstGeom>
              <a:ln w="9525" cap="flat" cmpd="sng">
                <a:solidFill>
                  <a:schemeClr val="tx1"/>
                </a:solidFill>
                <a:prstDash val="solid"/>
                <a:headEnd type="none" w="med" len="med"/>
                <a:tailEnd type="none" w="med" len="med"/>
              </a:ln>
            </p:spPr>
          </p:sp>
          <p:sp>
            <p:nvSpPr>
              <p:cNvPr id="9299" name="AutoShape 141"/>
              <p:cNvSpPr/>
              <p:nvPr/>
            </p:nvSpPr>
            <p:spPr>
              <a:xfrm rot="5400000">
                <a:off x="3051" y="1745"/>
                <a:ext cx="29" cy="41"/>
              </a:xfrm>
              <a:prstGeom prst="rightArrow">
                <a:avLst>
                  <a:gd name="adj1" fmla="val 51166"/>
                  <a:gd name="adj2" fmla="val 39736"/>
                </a:avLst>
              </a:prstGeom>
              <a:solidFill>
                <a:schemeClr val="accent2"/>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grpSp>
          <p:nvGrpSpPr>
            <p:cNvPr id="9269" name="Group 142"/>
            <p:cNvGrpSpPr/>
            <p:nvPr/>
          </p:nvGrpSpPr>
          <p:grpSpPr>
            <a:xfrm>
              <a:off x="3291" y="3148"/>
              <a:ext cx="347" cy="285"/>
              <a:chOff x="2886" y="1668"/>
              <a:chExt cx="347" cy="285"/>
            </a:xfrm>
          </p:grpSpPr>
          <p:sp>
            <p:nvSpPr>
              <p:cNvPr id="9286" name="Rectangle 143"/>
              <p:cNvSpPr/>
              <p:nvPr/>
            </p:nvSpPr>
            <p:spPr>
              <a:xfrm>
                <a:off x="2886" y="1668"/>
                <a:ext cx="347" cy="285"/>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9287" name="Oval 144"/>
              <p:cNvSpPr/>
              <p:nvPr/>
            </p:nvSpPr>
            <p:spPr>
              <a:xfrm>
                <a:off x="2905" y="1674"/>
                <a:ext cx="314" cy="74"/>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9288" name="Rectangle 145"/>
              <p:cNvSpPr/>
              <p:nvPr/>
            </p:nvSpPr>
            <p:spPr>
              <a:xfrm>
                <a:off x="2913" y="1785"/>
                <a:ext cx="300" cy="156"/>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9289" name="Line 146"/>
              <p:cNvSpPr/>
              <p:nvPr/>
            </p:nvSpPr>
            <p:spPr>
              <a:xfrm>
                <a:off x="3082" y="1811"/>
                <a:ext cx="1" cy="130"/>
              </a:xfrm>
              <a:prstGeom prst="line">
                <a:avLst/>
              </a:prstGeom>
              <a:ln w="9525" cap="flat" cmpd="sng">
                <a:solidFill>
                  <a:schemeClr val="tx1"/>
                </a:solidFill>
                <a:prstDash val="solid"/>
                <a:headEnd type="none" w="med" len="med"/>
                <a:tailEnd type="none" w="med" len="med"/>
              </a:ln>
            </p:spPr>
          </p:sp>
          <p:sp>
            <p:nvSpPr>
              <p:cNvPr id="9290" name="Line 147"/>
              <p:cNvSpPr/>
              <p:nvPr/>
            </p:nvSpPr>
            <p:spPr>
              <a:xfrm>
                <a:off x="2913" y="1842"/>
                <a:ext cx="300" cy="0"/>
              </a:xfrm>
              <a:prstGeom prst="line">
                <a:avLst/>
              </a:prstGeom>
              <a:ln w="9525" cap="flat" cmpd="sng">
                <a:solidFill>
                  <a:schemeClr val="tx1"/>
                </a:solidFill>
                <a:prstDash val="solid"/>
                <a:headEnd type="none" w="med" len="med"/>
                <a:tailEnd type="none" w="med" len="med"/>
              </a:ln>
            </p:spPr>
          </p:sp>
          <p:sp>
            <p:nvSpPr>
              <p:cNvPr id="9291" name="Line 148"/>
              <p:cNvSpPr/>
              <p:nvPr/>
            </p:nvSpPr>
            <p:spPr>
              <a:xfrm>
                <a:off x="2912" y="1812"/>
                <a:ext cx="300" cy="0"/>
              </a:xfrm>
              <a:prstGeom prst="line">
                <a:avLst/>
              </a:prstGeom>
              <a:ln w="9525" cap="flat" cmpd="sng">
                <a:solidFill>
                  <a:schemeClr val="tx1"/>
                </a:solidFill>
                <a:prstDash val="solid"/>
                <a:headEnd type="none" w="med" len="med"/>
                <a:tailEnd type="none" w="med" len="med"/>
              </a:ln>
            </p:spPr>
          </p:sp>
          <p:sp>
            <p:nvSpPr>
              <p:cNvPr id="9292" name="AutoShape 149"/>
              <p:cNvSpPr/>
              <p:nvPr/>
            </p:nvSpPr>
            <p:spPr>
              <a:xfrm rot="5400000">
                <a:off x="3051" y="1745"/>
                <a:ext cx="29" cy="41"/>
              </a:xfrm>
              <a:prstGeom prst="rightArrow">
                <a:avLst>
                  <a:gd name="adj1" fmla="val 51166"/>
                  <a:gd name="adj2" fmla="val 39736"/>
                </a:avLst>
              </a:prstGeom>
              <a:solidFill>
                <a:schemeClr val="accent2"/>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grpSp>
          <p:nvGrpSpPr>
            <p:cNvPr id="9270" name="Group 150"/>
            <p:cNvGrpSpPr/>
            <p:nvPr/>
          </p:nvGrpSpPr>
          <p:grpSpPr>
            <a:xfrm>
              <a:off x="2853" y="3010"/>
              <a:ext cx="347" cy="285"/>
              <a:chOff x="2886" y="1668"/>
              <a:chExt cx="347" cy="285"/>
            </a:xfrm>
          </p:grpSpPr>
          <p:sp>
            <p:nvSpPr>
              <p:cNvPr id="9279" name="Rectangle 151"/>
              <p:cNvSpPr/>
              <p:nvPr/>
            </p:nvSpPr>
            <p:spPr>
              <a:xfrm>
                <a:off x="2886" y="1668"/>
                <a:ext cx="347" cy="285"/>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9280" name="Oval 152"/>
              <p:cNvSpPr/>
              <p:nvPr/>
            </p:nvSpPr>
            <p:spPr>
              <a:xfrm>
                <a:off x="2905" y="1674"/>
                <a:ext cx="314" cy="74"/>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9281" name="Rectangle 153"/>
              <p:cNvSpPr/>
              <p:nvPr/>
            </p:nvSpPr>
            <p:spPr>
              <a:xfrm>
                <a:off x="2913" y="1785"/>
                <a:ext cx="300" cy="156"/>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9282" name="Line 154"/>
              <p:cNvSpPr/>
              <p:nvPr/>
            </p:nvSpPr>
            <p:spPr>
              <a:xfrm>
                <a:off x="3082" y="1811"/>
                <a:ext cx="1" cy="130"/>
              </a:xfrm>
              <a:prstGeom prst="line">
                <a:avLst/>
              </a:prstGeom>
              <a:ln w="9525" cap="flat" cmpd="sng">
                <a:solidFill>
                  <a:schemeClr val="tx1"/>
                </a:solidFill>
                <a:prstDash val="solid"/>
                <a:headEnd type="none" w="med" len="med"/>
                <a:tailEnd type="none" w="med" len="med"/>
              </a:ln>
            </p:spPr>
          </p:sp>
          <p:sp>
            <p:nvSpPr>
              <p:cNvPr id="9283" name="Line 155"/>
              <p:cNvSpPr/>
              <p:nvPr/>
            </p:nvSpPr>
            <p:spPr>
              <a:xfrm>
                <a:off x="2913" y="1842"/>
                <a:ext cx="300" cy="0"/>
              </a:xfrm>
              <a:prstGeom prst="line">
                <a:avLst/>
              </a:prstGeom>
              <a:ln w="9525" cap="flat" cmpd="sng">
                <a:solidFill>
                  <a:schemeClr val="tx1"/>
                </a:solidFill>
                <a:prstDash val="solid"/>
                <a:headEnd type="none" w="med" len="med"/>
                <a:tailEnd type="none" w="med" len="med"/>
              </a:ln>
            </p:spPr>
          </p:sp>
          <p:sp>
            <p:nvSpPr>
              <p:cNvPr id="9284" name="Line 156"/>
              <p:cNvSpPr/>
              <p:nvPr/>
            </p:nvSpPr>
            <p:spPr>
              <a:xfrm>
                <a:off x="2912" y="1812"/>
                <a:ext cx="300" cy="0"/>
              </a:xfrm>
              <a:prstGeom prst="line">
                <a:avLst/>
              </a:prstGeom>
              <a:ln w="9525" cap="flat" cmpd="sng">
                <a:solidFill>
                  <a:schemeClr val="tx1"/>
                </a:solidFill>
                <a:prstDash val="solid"/>
                <a:headEnd type="none" w="med" len="med"/>
                <a:tailEnd type="none" w="med" len="med"/>
              </a:ln>
            </p:spPr>
          </p:sp>
          <p:sp>
            <p:nvSpPr>
              <p:cNvPr id="9285" name="AutoShape 157"/>
              <p:cNvSpPr/>
              <p:nvPr/>
            </p:nvSpPr>
            <p:spPr>
              <a:xfrm rot="5400000">
                <a:off x="3051" y="1745"/>
                <a:ext cx="29" cy="41"/>
              </a:xfrm>
              <a:prstGeom prst="rightArrow">
                <a:avLst>
                  <a:gd name="adj1" fmla="val 51166"/>
                  <a:gd name="adj2" fmla="val 39736"/>
                </a:avLst>
              </a:prstGeom>
              <a:solidFill>
                <a:schemeClr val="accent2"/>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grpSp>
          <p:nvGrpSpPr>
            <p:cNvPr id="9271" name="Group 158"/>
            <p:cNvGrpSpPr/>
            <p:nvPr/>
          </p:nvGrpSpPr>
          <p:grpSpPr>
            <a:xfrm>
              <a:off x="2440" y="3131"/>
              <a:ext cx="347" cy="285"/>
              <a:chOff x="2886" y="1668"/>
              <a:chExt cx="347" cy="285"/>
            </a:xfrm>
          </p:grpSpPr>
          <p:sp>
            <p:nvSpPr>
              <p:cNvPr id="9272" name="Rectangle 159"/>
              <p:cNvSpPr/>
              <p:nvPr/>
            </p:nvSpPr>
            <p:spPr>
              <a:xfrm>
                <a:off x="2886" y="1668"/>
                <a:ext cx="347" cy="285"/>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9273" name="Oval 160"/>
              <p:cNvSpPr/>
              <p:nvPr/>
            </p:nvSpPr>
            <p:spPr>
              <a:xfrm>
                <a:off x="2905" y="1674"/>
                <a:ext cx="314" cy="74"/>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9274" name="Rectangle 161"/>
              <p:cNvSpPr/>
              <p:nvPr/>
            </p:nvSpPr>
            <p:spPr>
              <a:xfrm>
                <a:off x="2913" y="1785"/>
                <a:ext cx="300" cy="156"/>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9275" name="Line 162"/>
              <p:cNvSpPr/>
              <p:nvPr/>
            </p:nvSpPr>
            <p:spPr>
              <a:xfrm>
                <a:off x="3082" y="1811"/>
                <a:ext cx="1" cy="130"/>
              </a:xfrm>
              <a:prstGeom prst="line">
                <a:avLst/>
              </a:prstGeom>
              <a:ln w="9525" cap="flat" cmpd="sng">
                <a:solidFill>
                  <a:schemeClr val="tx1"/>
                </a:solidFill>
                <a:prstDash val="solid"/>
                <a:headEnd type="none" w="med" len="med"/>
                <a:tailEnd type="none" w="med" len="med"/>
              </a:ln>
            </p:spPr>
          </p:sp>
          <p:sp>
            <p:nvSpPr>
              <p:cNvPr id="9276" name="Line 163"/>
              <p:cNvSpPr/>
              <p:nvPr/>
            </p:nvSpPr>
            <p:spPr>
              <a:xfrm>
                <a:off x="2913" y="1842"/>
                <a:ext cx="300" cy="0"/>
              </a:xfrm>
              <a:prstGeom prst="line">
                <a:avLst/>
              </a:prstGeom>
              <a:ln w="9525" cap="flat" cmpd="sng">
                <a:solidFill>
                  <a:schemeClr val="tx1"/>
                </a:solidFill>
                <a:prstDash val="solid"/>
                <a:headEnd type="none" w="med" len="med"/>
                <a:tailEnd type="none" w="med" len="med"/>
              </a:ln>
            </p:spPr>
          </p:sp>
          <p:sp>
            <p:nvSpPr>
              <p:cNvPr id="9277" name="Line 164"/>
              <p:cNvSpPr/>
              <p:nvPr/>
            </p:nvSpPr>
            <p:spPr>
              <a:xfrm>
                <a:off x="2912" y="1812"/>
                <a:ext cx="300" cy="0"/>
              </a:xfrm>
              <a:prstGeom prst="line">
                <a:avLst/>
              </a:prstGeom>
              <a:ln w="9525" cap="flat" cmpd="sng">
                <a:solidFill>
                  <a:schemeClr val="tx1"/>
                </a:solidFill>
                <a:prstDash val="solid"/>
                <a:headEnd type="none" w="med" len="med"/>
                <a:tailEnd type="none" w="med" len="med"/>
              </a:ln>
            </p:spPr>
          </p:sp>
          <p:sp>
            <p:nvSpPr>
              <p:cNvPr id="9278" name="AutoShape 165"/>
              <p:cNvSpPr/>
              <p:nvPr/>
            </p:nvSpPr>
            <p:spPr>
              <a:xfrm rot="5400000">
                <a:off x="3051" y="1745"/>
                <a:ext cx="29" cy="41"/>
              </a:xfrm>
              <a:prstGeom prst="rightArrow">
                <a:avLst>
                  <a:gd name="adj1" fmla="val 51166"/>
                  <a:gd name="adj2" fmla="val 39736"/>
                </a:avLst>
              </a:prstGeom>
              <a:solidFill>
                <a:schemeClr val="accent2"/>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grpSp>
      <p:sp>
        <p:nvSpPr>
          <p:cNvPr id="9221" name="Text Box 167"/>
          <p:cNvSpPr txBox="1"/>
          <p:nvPr/>
        </p:nvSpPr>
        <p:spPr>
          <a:xfrm>
            <a:off x="501650" y="250825"/>
            <a:ext cx="8148638" cy="5794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3200" u="sng" dirty="0">
                <a:solidFill>
                  <a:schemeClr val="accent2"/>
                </a:solidFill>
                <a:ea typeface="宋体" panose="02010600030101010101" pitchFamily="2" charset="-122"/>
              </a:rPr>
              <a:t>Interplay between routing and forwarding</a:t>
            </a:r>
            <a:endParaRPr lang="en-US" altLang="zh-CN" sz="3200" u="sng" dirty="0">
              <a:solidFill>
                <a:schemeClr val="accent2"/>
              </a:solidFill>
              <a:ea typeface="宋体" panose="02010600030101010101" pitchFamily="2"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页脚占位符 4"/>
          <p:cNvSpPr txBox="1">
            <a:spLocks noGrp="1"/>
          </p:cNvSpPr>
          <p:nvPr>
            <p:ph type="ftr" sz="quarter" idx="11"/>
          </p:nvPr>
        </p:nvSpPr>
        <p:spPr/>
        <p:txBody>
          <a:bodyPr/>
          <a:p>
            <a:pPr marL="0" indent="0" algn="r">
              <a:spcBef>
                <a:spcPct val="0"/>
              </a:spcBef>
              <a:buClrTx/>
              <a:buSzTx/>
              <a:buFontTx/>
              <a:buNone/>
            </a:pPr>
            <a:r>
              <a:rPr lang="en-US" altLang="zh-CN" sz="1400" dirty="0">
                <a:ea typeface="宋体" panose="02010600030101010101" pitchFamily="2" charset="-122"/>
              </a:rPr>
              <a:t>Network Layer</a:t>
            </a:r>
            <a:endParaRPr lang="en-US" altLang="zh-CN" sz="1400" dirty="0">
              <a:latin typeface="Times New Roman" panose="02020603050405020304" pitchFamily="18" charset="0"/>
              <a:ea typeface="宋体" panose="02010600030101010101" pitchFamily="2" charset="-122"/>
            </a:endParaRPr>
          </a:p>
        </p:txBody>
      </p:sp>
      <p:sp>
        <p:nvSpPr>
          <p:cNvPr id="10243" name="灯片编号占位符 5"/>
          <p:cNvSpPr txBox="1">
            <a:spLocks noGrp="1"/>
          </p:cNvSpPr>
          <p:nvPr>
            <p:ph type="sldNum" sz="quarter" idx="12"/>
          </p:nvPr>
        </p:nvSpPr>
        <p:spPr/>
        <p:txBody>
          <a:bodyPr/>
          <a:p>
            <a:pPr marL="0" indent="0" algn="r">
              <a:spcBef>
                <a:spcPct val="0"/>
              </a:spcBef>
              <a:buClrTx/>
              <a:buSzTx/>
              <a:buFontTx/>
              <a:buNone/>
            </a:pPr>
            <a:r>
              <a:rPr lang="en-US" altLang="zh-CN" sz="1400" dirty="0">
                <a:ea typeface="宋体" panose="02010600030101010101" pitchFamily="2" charset="-122"/>
              </a:rPr>
              <a:t>4-</a:t>
            </a: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10244" name="Rectangle 2"/>
          <p:cNvSpPr>
            <a:spLocks noGrp="1"/>
          </p:cNvSpPr>
          <p:nvPr>
            <p:ph type="title"/>
          </p:nvPr>
        </p:nvSpPr>
        <p:spPr/>
        <p:txBody>
          <a:bodyPr vert="horz" wrap="square" lIns="91440" tIns="45720" rIns="91440" bIns="45720" anchor="ctr" anchorCtr="0"/>
          <a:p>
            <a:r>
              <a:rPr lang="en-US" altLang="zh-CN" dirty="0">
                <a:ea typeface="宋体" panose="02010600030101010101" pitchFamily="2" charset="-122"/>
              </a:rPr>
              <a:t>Connection setup</a:t>
            </a:r>
            <a:endParaRPr lang="en-US" altLang="zh-CN" dirty="0">
              <a:ea typeface="宋体" panose="02010600030101010101" pitchFamily="2" charset="-122"/>
            </a:endParaRPr>
          </a:p>
        </p:txBody>
      </p:sp>
      <p:sp>
        <p:nvSpPr>
          <p:cNvPr id="10245" name="Rectangle 3"/>
          <p:cNvSpPr>
            <a:spLocks noGrp="1"/>
          </p:cNvSpPr>
          <p:nvPr>
            <p:ph idx="1"/>
          </p:nvPr>
        </p:nvSpPr>
        <p:spPr>
          <a:xfrm>
            <a:off x="533400" y="1600200"/>
            <a:ext cx="8220075" cy="4648200"/>
          </a:xfrm>
        </p:spPr>
        <p:txBody>
          <a:bodyPr vert="horz" wrap="square" lIns="91440" tIns="45720" rIns="91440" bIns="45720" anchor="t" anchorCtr="0"/>
          <a:p>
            <a:r>
              <a:rPr lang="en-US" altLang="zh-CN" sz="2400" dirty="0">
                <a:ea typeface="宋体" panose="02010600030101010101" pitchFamily="2" charset="-122"/>
              </a:rPr>
              <a:t>3</a:t>
            </a:r>
            <a:r>
              <a:rPr lang="en-US" altLang="zh-CN" sz="2400" baseline="30000" dirty="0">
                <a:ea typeface="宋体" panose="02010600030101010101" pitchFamily="2" charset="-122"/>
              </a:rPr>
              <a:t>rd</a:t>
            </a:r>
            <a:r>
              <a:rPr lang="en-US" altLang="zh-CN" sz="2400" dirty="0">
                <a:ea typeface="宋体" panose="02010600030101010101" pitchFamily="2" charset="-122"/>
              </a:rPr>
              <a:t> important function in </a:t>
            </a:r>
            <a:r>
              <a:rPr lang="en-US" altLang="zh-CN" sz="2400" i="1" dirty="0">
                <a:ea typeface="宋体" panose="02010600030101010101" pitchFamily="2" charset="-122"/>
              </a:rPr>
              <a:t>some</a:t>
            </a:r>
            <a:r>
              <a:rPr lang="en-US" altLang="zh-CN" sz="2400" dirty="0">
                <a:ea typeface="宋体" panose="02010600030101010101" pitchFamily="2" charset="-122"/>
              </a:rPr>
              <a:t> network architectures:</a:t>
            </a:r>
            <a:endParaRPr lang="en-US" altLang="zh-CN" sz="2400" dirty="0">
              <a:ea typeface="宋体" panose="02010600030101010101" pitchFamily="2" charset="-122"/>
            </a:endParaRPr>
          </a:p>
          <a:p>
            <a:pPr lvl="1"/>
            <a:r>
              <a:rPr lang="en-US" altLang="zh-CN" dirty="0">
                <a:ea typeface="宋体" panose="02010600030101010101" pitchFamily="2" charset="-122"/>
              </a:rPr>
              <a:t>ATM, frame relay, X.25</a:t>
            </a:r>
            <a:endParaRPr lang="en-US" altLang="zh-CN" dirty="0">
              <a:ea typeface="宋体" panose="02010600030101010101" pitchFamily="2" charset="-122"/>
            </a:endParaRPr>
          </a:p>
          <a:p>
            <a:r>
              <a:rPr lang="en-US" altLang="zh-CN" sz="2400" dirty="0">
                <a:ea typeface="宋体" panose="02010600030101010101" pitchFamily="2" charset="-122"/>
              </a:rPr>
              <a:t>before datagrams flow, two end hosts </a:t>
            </a:r>
            <a:r>
              <a:rPr lang="en-US" altLang="zh-CN" sz="2400" i="1" dirty="0">
                <a:ea typeface="宋体" panose="02010600030101010101" pitchFamily="2" charset="-122"/>
              </a:rPr>
              <a:t>and</a:t>
            </a:r>
            <a:r>
              <a:rPr lang="en-US" altLang="zh-CN" sz="2400" dirty="0">
                <a:ea typeface="宋体" panose="02010600030101010101" pitchFamily="2" charset="-122"/>
              </a:rPr>
              <a:t> intervening routers establish virtual connection</a:t>
            </a:r>
            <a:endParaRPr lang="en-US" altLang="zh-CN" sz="2400" dirty="0">
              <a:ea typeface="宋体" panose="02010600030101010101" pitchFamily="2" charset="-122"/>
            </a:endParaRPr>
          </a:p>
          <a:p>
            <a:pPr lvl="1"/>
            <a:r>
              <a:rPr lang="en-US" altLang="zh-CN" dirty="0">
                <a:ea typeface="宋体" panose="02010600030101010101" pitchFamily="2" charset="-122"/>
              </a:rPr>
              <a:t>routers get involved</a:t>
            </a:r>
            <a:endParaRPr lang="en-US" altLang="zh-CN" dirty="0">
              <a:ea typeface="宋体" panose="02010600030101010101" pitchFamily="2" charset="-122"/>
            </a:endParaRPr>
          </a:p>
          <a:p>
            <a:r>
              <a:rPr lang="en-US" altLang="zh-CN" sz="2400" dirty="0">
                <a:ea typeface="宋体" panose="02010600030101010101" pitchFamily="2" charset="-122"/>
              </a:rPr>
              <a:t>network vs transport layer connection service:</a:t>
            </a:r>
            <a:endParaRPr lang="en-US" altLang="zh-CN" sz="2400" dirty="0">
              <a:ea typeface="宋体" panose="02010600030101010101" pitchFamily="2" charset="-122"/>
            </a:endParaRPr>
          </a:p>
          <a:p>
            <a:pPr lvl="1"/>
            <a:r>
              <a:rPr lang="en-US" altLang="zh-CN" dirty="0">
                <a:solidFill>
                  <a:srgbClr val="FF0000"/>
                </a:solidFill>
                <a:ea typeface="宋体" panose="02010600030101010101" pitchFamily="2" charset="-122"/>
              </a:rPr>
              <a:t>network:</a:t>
            </a:r>
            <a:r>
              <a:rPr lang="en-US" altLang="zh-CN" dirty="0">
                <a:ea typeface="宋体" panose="02010600030101010101" pitchFamily="2" charset="-122"/>
              </a:rPr>
              <a:t> between two hosts (may also involve intervening routers in case of VCs)</a:t>
            </a:r>
            <a:endParaRPr lang="en-US" altLang="zh-CN" dirty="0">
              <a:ea typeface="宋体" panose="02010600030101010101" pitchFamily="2" charset="-122"/>
            </a:endParaRPr>
          </a:p>
          <a:p>
            <a:pPr lvl="1"/>
            <a:r>
              <a:rPr lang="en-US" altLang="zh-CN" dirty="0">
                <a:solidFill>
                  <a:srgbClr val="FF0000"/>
                </a:solidFill>
                <a:ea typeface="宋体" panose="02010600030101010101" pitchFamily="2" charset="-122"/>
              </a:rPr>
              <a:t>transport:</a:t>
            </a:r>
            <a:r>
              <a:rPr lang="en-US" altLang="zh-CN" dirty="0">
                <a:ea typeface="宋体" panose="02010600030101010101" pitchFamily="2" charset="-122"/>
              </a:rPr>
              <a:t> between two processes</a:t>
            </a:r>
            <a:endParaRPr lang="en-US" altLang="zh-CN" dirty="0">
              <a:ea typeface="宋体" panose="02010600030101010101" pitchFamily="2" charset="-122"/>
            </a:endParaRPr>
          </a:p>
          <a:p>
            <a:pPr>
              <a:buNone/>
            </a:pPr>
            <a:endParaRPr lang="en-US" altLang="zh-CN" sz="2400" dirty="0">
              <a:ea typeface="宋体" panose="02010600030101010101" pitchFamily="2"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页脚占位符 5"/>
          <p:cNvSpPr txBox="1">
            <a:spLocks noGrp="1"/>
          </p:cNvSpPr>
          <p:nvPr>
            <p:ph type="ftr" sz="quarter" idx="11"/>
          </p:nvPr>
        </p:nvSpPr>
        <p:spPr/>
        <p:txBody>
          <a:bodyPr/>
          <a:p>
            <a:pPr marL="0" indent="0" algn="r">
              <a:spcBef>
                <a:spcPct val="0"/>
              </a:spcBef>
              <a:buClrTx/>
              <a:buSzTx/>
              <a:buFontTx/>
              <a:buNone/>
            </a:pPr>
            <a:r>
              <a:rPr lang="en-US" altLang="zh-CN" sz="1400" dirty="0">
                <a:ea typeface="宋体" panose="02010600030101010101" pitchFamily="2" charset="-122"/>
              </a:rPr>
              <a:t>Network Layer</a:t>
            </a:r>
            <a:endParaRPr lang="en-US" altLang="zh-CN" sz="1400" dirty="0">
              <a:latin typeface="Times New Roman" panose="02020603050405020304" pitchFamily="18" charset="0"/>
              <a:ea typeface="宋体" panose="02010600030101010101" pitchFamily="2" charset="-122"/>
            </a:endParaRPr>
          </a:p>
        </p:txBody>
      </p:sp>
      <p:sp>
        <p:nvSpPr>
          <p:cNvPr id="11267" name="灯片编号占位符 6"/>
          <p:cNvSpPr txBox="1">
            <a:spLocks noGrp="1"/>
          </p:cNvSpPr>
          <p:nvPr>
            <p:ph type="sldNum" sz="quarter" idx="12"/>
          </p:nvPr>
        </p:nvSpPr>
        <p:spPr/>
        <p:txBody>
          <a:bodyPr/>
          <a:p>
            <a:pPr marL="0" indent="0" algn="r">
              <a:spcBef>
                <a:spcPct val="0"/>
              </a:spcBef>
              <a:buClrTx/>
              <a:buSzTx/>
              <a:buFontTx/>
              <a:buNone/>
            </a:pPr>
            <a:r>
              <a:rPr lang="en-US" altLang="zh-CN" sz="1400" dirty="0">
                <a:ea typeface="宋体" panose="02010600030101010101" pitchFamily="2" charset="-122"/>
              </a:rPr>
              <a:t>4-</a:t>
            </a: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11268" name="Rectangle 2"/>
          <p:cNvSpPr>
            <a:spLocks noGrp="1"/>
          </p:cNvSpPr>
          <p:nvPr>
            <p:ph type="title"/>
          </p:nvPr>
        </p:nvSpPr>
        <p:spPr/>
        <p:txBody>
          <a:bodyPr vert="horz" wrap="square" lIns="91440" tIns="45720" rIns="91440" bIns="45720" anchor="ctr" anchorCtr="0"/>
          <a:p>
            <a:r>
              <a:rPr lang="en-US" altLang="zh-CN" dirty="0">
                <a:ea typeface="宋体" panose="02010600030101010101" pitchFamily="2" charset="-122"/>
              </a:rPr>
              <a:t>Network service model</a:t>
            </a:r>
            <a:endParaRPr lang="en-US" altLang="zh-CN" dirty="0">
              <a:ea typeface="宋体" panose="02010600030101010101" pitchFamily="2" charset="-122"/>
            </a:endParaRPr>
          </a:p>
        </p:txBody>
      </p:sp>
      <p:sp>
        <p:nvSpPr>
          <p:cNvPr id="11269" name="Rectangle 13"/>
          <p:cNvSpPr/>
          <p:nvPr/>
        </p:nvSpPr>
        <p:spPr>
          <a:xfrm>
            <a:off x="609600" y="1430338"/>
            <a:ext cx="7554913" cy="82232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buNone/>
            </a:pPr>
            <a:r>
              <a:rPr lang="en-US" altLang="zh-CN" sz="2400" dirty="0">
                <a:solidFill>
                  <a:srgbClr val="FF0000"/>
                </a:solidFill>
                <a:ea typeface="宋体" panose="02010600030101010101" pitchFamily="2" charset="-122"/>
              </a:rPr>
              <a:t>Q:</a:t>
            </a:r>
            <a:r>
              <a:rPr lang="en-US" altLang="zh-CN" sz="2400" dirty="0">
                <a:ea typeface="宋体" panose="02010600030101010101" pitchFamily="2" charset="-122"/>
              </a:rPr>
              <a:t> What </a:t>
            </a:r>
            <a:r>
              <a:rPr lang="en-US" altLang="zh-CN" sz="2400" i="1" dirty="0">
                <a:solidFill>
                  <a:schemeClr val="accent2"/>
                </a:solidFill>
                <a:ea typeface="宋体" panose="02010600030101010101" pitchFamily="2" charset="-122"/>
              </a:rPr>
              <a:t>service model</a:t>
            </a:r>
            <a:r>
              <a:rPr lang="en-US" altLang="zh-CN" sz="2400" dirty="0">
                <a:ea typeface="宋体" panose="02010600030101010101" pitchFamily="2" charset="-122"/>
              </a:rPr>
              <a:t> for “channel” transporting datagrams from sender to receiver?</a:t>
            </a:r>
            <a:endParaRPr lang="en-US" altLang="zh-CN" sz="2400" dirty="0">
              <a:ea typeface="宋体" panose="02010600030101010101" pitchFamily="2" charset="-122"/>
            </a:endParaRPr>
          </a:p>
        </p:txBody>
      </p:sp>
      <p:sp>
        <p:nvSpPr>
          <p:cNvPr id="11270" name="Rectangle 15"/>
          <p:cNvSpPr>
            <a:spLocks noGrp="1"/>
          </p:cNvSpPr>
          <p:nvPr>
            <p:ph sz="half" idx="1"/>
          </p:nvPr>
        </p:nvSpPr>
        <p:spPr>
          <a:xfrm>
            <a:off x="442913" y="2476500"/>
            <a:ext cx="3810000" cy="4648200"/>
          </a:xfrm>
        </p:spPr>
        <p:txBody>
          <a:bodyPr vert="horz" wrap="square" lIns="91440" tIns="45720" rIns="91440" bIns="45720" anchor="t" anchorCtr="0"/>
          <a:p>
            <a:pPr>
              <a:buClr>
                <a:schemeClr val="accent2"/>
              </a:buClr>
              <a:buSzPct val="85000"/>
              <a:buFont typeface="ZapfDingbats"/>
              <a:buNone/>
            </a:pPr>
            <a:r>
              <a:rPr lang="en-US" altLang="zh-CN" sz="2400" u="sng" dirty="0">
                <a:solidFill>
                  <a:srgbClr val="FF0000"/>
                </a:solidFill>
                <a:ea typeface="宋体" panose="02010600030101010101" pitchFamily="2" charset="-122"/>
              </a:rPr>
              <a:t>Example services for individual datagrams:</a:t>
            </a:r>
            <a:endParaRPr lang="en-US" altLang="zh-CN" sz="2400" u="sng" dirty="0">
              <a:solidFill>
                <a:srgbClr val="FF0000"/>
              </a:solidFill>
              <a:ea typeface="宋体" panose="02010600030101010101" pitchFamily="2" charset="-122"/>
            </a:endParaRPr>
          </a:p>
          <a:p>
            <a:pPr>
              <a:buClr>
                <a:schemeClr val="accent2"/>
              </a:buClr>
              <a:buSzPct val="85000"/>
              <a:buFont typeface="ZapfDingbats"/>
            </a:pPr>
            <a:r>
              <a:rPr lang="en-US" altLang="zh-CN" sz="2400" dirty="0">
                <a:ea typeface="宋体" panose="02010600030101010101" pitchFamily="2" charset="-122"/>
              </a:rPr>
              <a:t>guaranteed delivery</a:t>
            </a:r>
            <a:endParaRPr lang="en-US" altLang="zh-CN" sz="2400" dirty="0">
              <a:ea typeface="宋体" panose="02010600030101010101" pitchFamily="2" charset="-122"/>
            </a:endParaRPr>
          </a:p>
          <a:p>
            <a:pPr>
              <a:buClr>
                <a:schemeClr val="accent2"/>
              </a:buClr>
              <a:buSzPct val="85000"/>
              <a:buFont typeface="ZapfDingbats"/>
            </a:pPr>
            <a:r>
              <a:rPr lang="en-US" altLang="zh-CN" sz="2400" dirty="0">
                <a:ea typeface="宋体" panose="02010600030101010101" pitchFamily="2" charset="-122"/>
              </a:rPr>
              <a:t>guaranteed delivery with less than 40 msec delay</a:t>
            </a:r>
            <a:endParaRPr lang="en-US" altLang="zh-CN" sz="2400" dirty="0">
              <a:ea typeface="宋体" panose="02010600030101010101" pitchFamily="2" charset="-122"/>
            </a:endParaRPr>
          </a:p>
        </p:txBody>
      </p:sp>
      <p:sp>
        <p:nvSpPr>
          <p:cNvPr id="11271" name="Rectangle 16"/>
          <p:cNvSpPr>
            <a:spLocks noGrp="1"/>
          </p:cNvSpPr>
          <p:nvPr>
            <p:ph sz="half" idx="2"/>
          </p:nvPr>
        </p:nvSpPr>
        <p:spPr>
          <a:xfrm>
            <a:off x="4559300" y="2424113"/>
            <a:ext cx="3810000" cy="3686175"/>
          </a:xfrm>
        </p:spPr>
        <p:txBody>
          <a:bodyPr vert="horz" wrap="square" lIns="91440" tIns="45720" rIns="91440" bIns="45720" anchor="t" anchorCtr="0"/>
          <a:p>
            <a:pPr>
              <a:buClr>
                <a:schemeClr val="accent2"/>
              </a:buClr>
              <a:buSzPct val="85000"/>
              <a:buFont typeface="ZapfDingbats"/>
              <a:buNone/>
            </a:pPr>
            <a:r>
              <a:rPr lang="en-US" altLang="zh-CN" sz="2400" u="sng" dirty="0">
                <a:solidFill>
                  <a:srgbClr val="FF0000"/>
                </a:solidFill>
                <a:ea typeface="宋体" panose="02010600030101010101" pitchFamily="2" charset="-122"/>
              </a:rPr>
              <a:t>Example services for a flow of datagrams:</a:t>
            </a:r>
            <a:endParaRPr lang="en-US" altLang="zh-CN" sz="2400" u="sng" dirty="0">
              <a:solidFill>
                <a:srgbClr val="FF0000"/>
              </a:solidFill>
              <a:ea typeface="宋体" panose="02010600030101010101" pitchFamily="2" charset="-122"/>
            </a:endParaRPr>
          </a:p>
          <a:p>
            <a:pPr>
              <a:buClr>
                <a:schemeClr val="accent2"/>
              </a:buClr>
              <a:buSzPct val="85000"/>
              <a:buFont typeface="ZapfDingbats"/>
            </a:pPr>
            <a:r>
              <a:rPr lang="en-US" altLang="zh-CN" sz="2400" dirty="0">
                <a:ea typeface="宋体" panose="02010600030101010101" pitchFamily="2" charset="-122"/>
              </a:rPr>
              <a:t>in-order datagram delivery</a:t>
            </a:r>
            <a:endParaRPr lang="en-US" altLang="zh-CN" sz="2400" dirty="0">
              <a:ea typeface="宋体" panose="02010600030101010101" pitchFamily="2" charset="-122"/>
            </a:endParaRPr>
          </a:p>
          <a:p>
            <a:pPr>
              <a:buClr>
                <a:schemeClr val="accent2"/>
              </a:buClr>
              <a:buSzPct val="85000"/>
              <a:buFont typeface="ZapfDingbats"/>
            </a:pPr>
            <a:r>
              <a:rPr lang="en-US" altLang="zh-CN" sz="2400" dirty="0">
                <a:ea typeface="宋体" panose="02010600030101010101" pitchFamily="2" charset="-122"/>
              </a:rPr>
              <a:t>guaranteed minimum bandwidth to flow</a:t>
            </a:r>
            <a:endParaRPr lang="en-US" altLang="zh-CN" sz="2400" dirty="0">
              <a:ea typeface="宋体" panose="02010600030101010101" pitchFamily="2" charset="-122"/>
            </a:endParaRPr>
          </a:p>
          <a:p>
            <a:pPr>
              <a:buClr>
                <a:schemeClr val="accent2"/>
              </a:buClr>
              <a:buSzPct val="85000"/>
              <a:buFont typeface="ZapfDingbats"/>
            </a:pPr>
            <a:r>
              <a:rPr lang="en-US" altLang="zh-CN" sz="2400" dirty="0">
                <a:ea typeface="宋体" panose="02010600030101010101" pitchFamily="2" charset="-122"/>
              </a:rPr>
              <a:t>restrictions on changes in inter-packet spacing</a:t>
            </a:r>
            <a:endParaRPr lang="en-US" altLang="zh-CN" sz="2400" dirty="0">
              <a:ea typeface="宋体" panose="02010600030101010101" pitchFamily="2" charset="-122"/>
            </a:endParaRPr>
          </a:p>
          <a:p>
            <a:pPr>
              <a:buClr>
                <a:schemeClr val="accent2"/>
              </a:buClr>
              <a:buSzPct val="85000"/>
              <a:buFont typeface="ZapfDingbats"/>
            </a:pPr>
            <a:endParaRPr lang="en-US" altLang="zh-CN" sz="2400" dirty="0">
              <a:ea typeface="宋体" panose="02010600030101010101" pitchFamily="2"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页脚占位符 3"/>
          <p:cNvSpPr txBox="1">
            <a:spLocks noGrp="1"/>
          </p:cNvSpPr>
          <p:nvPr>
            <p:ph type="ftr" sz="quarter" idx="11"/>
          </p:nvPr>
        </p:nvSpPr>
        <p:spPr/>
        <p:txBody>
          <a:bodyPr/>
          <a:p>
            <a:pPr marL="0" indent="0" algn="r">
              <a:spcBef>
                <a:spcPct val="0"/>
              </a:spcBef>
              <a:buClrTx/>
              <a:buSzTx/>
              <a:buFontTx/>
              <a:buNone/>
            </a:pPr>
            <a:r>
              <a:rPr lang="en-US" altLang="zh-CN" sz="1400" dirty="0">
                <a:ea typeface="宋体" panose="02010600030101010101" pitchFamily="2" charset="-122"/>
              </a:rPr>
              <a:t>Network Layer</a:t>
            </a:r>
            <a:endParaRPr lang="en-US" altLang="zh-CN" sz="1400" dirty="0">
              <a:latin typeface="Times New Roman" panose="02020603050405020304" pitchFamily="18" charset="0"/>
              <a:ea typeface="宋体" panose="02010600030101010101" pitchFamily="2" charset="-122"/>
            </a:endParaRPr>
          </a:p>
        </p:txBody>
      </p:sp>
      <p:sp>
        <p:nvSpPr>
          <p:cNvPr id="12291" name="灯片编号占位符 4"/>
          <p:cNvSpPr txBox="1">
            <a:spLocks noGrp="1"/>
          </p:cNvSpPr>
          <p:nvPr>
            <p:ph type="sldNum" sz="quarter" idx="12"/>
          </p:nvPr>
        </p:nvSpPr>
        <p:spPr/>
        <p:txBody>
          <a:bodyPr/>
          <a:p>
            <a:pPr marL="0" indent="0" algn="r">
              <a:spcBef>
                <a:spcPct val="0"/>
              </a:spcBef>
              <a:buClrTx/>
              <a:buSzTx/>
              <a:buFontTx/>
              <a:buNone/>
            </a:pPr>
            <a:r>
              <a:rPr lang="en-US" altLang="zh-CN" sz="1400" dirty="0">
                <a:ea typeface="宋体" panose="02010600030101010101" pitchFamily="2" charset="-122"/>
              </a:rPr>
              <a:t>4-</a:t>
            </a: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12292" name="Rectangle 2"/>
          <p:cNvSpPr>
            <a:spLocks noGrp="1"/>
          </p:cNvSpPr>
          <p:nvPr>
            <p:ph type="title"/>
          </p:nvPr>
        </p:nvSpPr>
        <p:spPr/>
        <p:txBody>
          <a:bodyPr vert="horz" wrap="square" lIns="91440" tIns="45720" rIns="91440" bIns="45720" anchor="ctr" anchorCtr="0"/>
          <a:p>
            <a:r>
              <a:rPr lang="en-US" altLang="zh-CN" sz="3600" dirty="0">
                <a:ea typeface="宋体" panose="02010600030101010101" pitchFamily="2" charset="-122"/>
              </a:rPr>
              <a:t>Network layer service models:</a:t>
            </a:r>
            <a:endParaRPr lang="en-US" altLang="zh-CN" dirty="0">
              <a:ea typeface="宋体" panose="02010600030101010101" pitchFamily="2" charset="-122"/>
            </a:endParaRPr>
          </a:p>
        </p:txBody>
      </p:sp>
      <p:sp>
        <p:nvSpPr>
          <p:cNvPr id="12293" name="Text Box 3"/>
          <p:cNvSpPr txBox="1"/>
          <p:nvPr/>
        </p:nvSpPr>
        <p:spPr>
          <a:xfrm>
            <a:off x="309563" y="1506538"/>
            <a:ext cx="1538287" cy="37496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r">
              <a:spcBef>
                <a:spcPct val="0"/>
              </a:spcBef>
              <a:buClrTx/>
              <a:buSzTx/>
              <a:buFontTx/>
              <a:buNone/>
            </a:pPr>
            <a:r>
              <a:rPr lang="en-US" altLang="zh-CN" sz="2000" dirty="0">
                <a:latin typeface="Arial" panose="020B0604020202020204" pitchFamily="34" charset="0"/>
                <a:ea typeface="宋体" panose="02010600030101010101" pitchFamily="2" charset="-122"/>
              </a:rPr>
              <a:t>Network</a:t>
            </a:r>
            <a:endParaRPr lang="en-US" altLang="zh-CN" sz="2000" dirty="0">
              <a:latin typeface="Arial" panose="020B0604020202020204" pitchFamily="34" charset="0"/>
              <a:ea typeface="宋体" panose="02010600030101010101" pitchFamily="2" charset="-122"/>
            </a:endParaRPr>
          </a:p>
          <a:p>
            <a:pPr marL="0" lvl="0" indent="0" algn="r">
              <a:spcBef>
                <a:spcPct val="0"/>
              </a:spcBef>
              <a:buClrTx/>
              <a:buSzTx/>
              <a:buFontTx/>
              <a:buNone/>
            </a:pPr>
            <a:r>
              <a:rPr lang="en-US" altLang="zh-CN" sz="2000" dirty="0">
                <a:latin typeface="Arial" panose="020B0604020202020204" pitchFamily="34" charset="0"/>
                <a:ea typeface="宋体" panose="02010600030101010101" pitchFamily="2" charset="-122"/>
              </a:rPr>
              <a:t>Architecture</a:t>
            </a:r>
            <a:endParaRPr lang="en-US" altLang="zh-CN" sz="2000" dirty="0">
              <a:latin typeface="Arial" panose="020B0604020202020204" pitchFamily="34" charset="0"/>
              <a:ea typeface="宋体" panose="02010600030101010101" pitchFamily="2" charset="-122"/>
            </a:endParaRPr>
          </a:p>
          <a:p>
            <a:pPr marL="0" lvl="0" indent="0" algn="r">
              <a:spcBef>
                <a:spcPct val="0"/>
              </a:spcBef>
              <a:buClrTx/>
              <a:buSzTx/>
              <a:buFontTx/>
              <a:buNone/>
            </a:pPr>
            <a:endParaRPr lang="en-US" altLang="zh-CN" sz="2000" dirty="0">
              <a:latin typeface="Arial" panose="020B0604020202020204" pitchFamily="34" charset="0"/>
              <a:ea typeface="宋体" panose="02010600030101010101" pitchFamily="2" charset="-122"/>
            </a:endParaRPr>
          </a:p>
          <a:p>
            <a:pPr marL="0" lvl="0" indent="0" algn="r">
              <a:spcBef>
                <a:spcPct val="0"/>
              </a:spcBef>
              <a:buClrTx/>
              <a:buSzTx/>
              <a:buFontTx/>
              <a:buNone/>
            </a:pPr>
            <a:r>
              <a:rPr lang="en-US" altLang="zh-CN" sz="2000" dirty="0">
                <a:latin typeface="Arial" panose="020B0604020202020204" pitchFamily="34" charset="0"/>
                <a:ea typeface="宋体" panose="02010600030101010101" pitchFamily="2" charset="-122"/>
              </a:rPr>
              <a:t>Internet</a:t>
            </a:r>
            <a:endParaRPr lang="en-US" altLang="zh-CN" sz="2000" dirty="0">
              <a:latin typeface="Arial" panose="020B0604020202020204" pitchFamily="34" charset="0"/>
              <a:ea typeface="宋体" panose="02010600030101010101" pitchFamily="2" charset="-122"/>
            </a:endParaRPr>
          </a:p>
          <a:p>
            <a:pPr marL="0" lvl="0" indent="0" algn="r">
              <a:spcBef>
                <a:spcPct val="0"/>
              </a:spcBef>
              <a:buClrTx/>
              <a:buSzTx/>
              <a:buFontTx/>
              <a:buNone/>
            </a:pPr>
            <a:endParaRPr lang="en-US" altLang="zh-CN" sz="2000" dirty="0">
              <a:latin typeface="Arial" panose="020B0604020202020204" pitchFamily="34" charset="0"/>
              <a:ea typeface="宋体" panose="02010600030101010101" pitchFamily="2" charset="-122"/>
            </a:endParaRPr>
          </a:p>
          <a:p>
            <a:pPr marL="0" lvl="0" indent="0" algn="r">
              <a:spcBef>
                <a:spcPct val="0"/>
              </a:spcBef>
              <a:buClrTx/>
              <a:buSzTx/>
              <a:buFontTx/>
              <a:buNone/>
            </a:pPr>
            <a:r>
              <a:rPr lang="en-US" altLang="zh-CN" sz="2000" strike="sngStrike" dirty="0">
                <a:latin typeface="Arial" panose="020B0604020202020204" pitchFamily="34" charset="0"/>
                <a:ea typeface="宋体" panose="02010600030101010101" pitchFamily="2" charset="-122"/>
              </a:rPr>
              <a:t>ATM</a:t>
            </a:r>
            <a:endParaRPr lang="en-US" altLang="zh-CN" sz="2000" strike="sngStrike" dirty="0">
              <a:latin typeface="Arial" panose="020B0604020202020204" pitchFamily="34" charset="0"/>
              <a:ea typeface="宋体" panose="02010600030101010101" pitchFamily="2" charset="-122"/>
            </a:endParaRPr>
          </a:p>
          <a:p>
            <a:pPr marL="0" lvl="0" indent="0" algn="r">
              <a:spcBef>
                <a:spcPct val="0"/>
              </a:spcBef>
              <a:buClrTx/>
              <a:buSzTx/>
              <a:buFontTx/>
              <a:buNone/>
            </a:pPr>
            <a:endParaRPr lang="en-US" altLang="zh-CN" sz="2000" strike="sngStrike" dirty="0">
              <a:latin typeface="Arial" panose="020B0604020202020204" pitchFamily="34" charset="0"/>
              <a:ea typeface="宋体" panose="02010600030101010101" pitchFamily="2" charset="-122"/>
            </a:endParaRPr>
          </a:p>
          <a:p>
            <a:pPr marL="0" lvl="0" indent="0" algn="r">
              <a:spcBef>
                <a:spcPct val="0"/>
              </a:spcBef>
              <a:buClrTx/>
              <a:buSzTx/>
              <a:buFontTx/>
              <a:buNone/>
            </a:pPr>
            <a:r>
              <a:rPr lang="en-US" altLang="zh-CN" sz="2000" strike="sngStrike" dirty="0">
                <a:latin typeface="Arial" panose="020B0604020202020204" pitchFamily="34" charset="0"/>
                <a:ea typeface="宋体" panose="02010600030101010101" pitchFamily="2" charset="-122"/>
              </a:rPr>
              <a:t>ATM</a:t>
            </a:r>
            <a:endParaRPr lang="en-US" altLang="zh-CN" sz="2000" strike="sngStrike" dirty="0">
              <a:latin typeface="Arial" panose="020B0604020202020204" pitchFamily="34" charset="0"/>
              <a:ea typeface="宋体" panose="02010600030101010101" pitchFamily="2" charset="-122"/>
            </a:endParaRPr>
          </a:p>
          <a:p>
            <a:pPr marL="0" lvl="0" indent="0" algn="r">
              <a:spcBef>
                <a:spcPct val="0"/>
              </a:spcBef>
              <a:buClrTx/>
              <a:buSzTx/>
              <a:buFontTx/>
              <a:buNone/>
            </a:pPr>
            <a:endParaRPr lang="en-US" altLang="zh-CN" sz="2000" strike="sngStrike" dirty="0">
              <a:latin typeface="Arial" panose="020B0604020202020204" pitchFamily="34" charset="0"/>
              <a:ea typeface="宋体" panose="02010600030101010101" pitchFamily="2" charset="-122"/>
            </a:endParaRPr>
          </a:p>
          <a:p>
            <a:pPr marL="0" lvl="0" indent="0" algn="r">
              <a:spcBef>
                <a:spcPct val="0"/>
              </a:spcBef>
              <a:buClrTx/>
              <a:buSzTx/>
              <a:buFontTx/>
              <a:buNone/>
            </a:pPr>
            <a:r>
              <a:rPr lang="en-US" altLang="zh-CN" sz="2000" strike="sngStrike" dirty="0">
                <a:latin typeface="Arial" panose="020B0604020202020204" pitchFamily="34" charset="0"/>
                <a:ea typeface="宋体" panose="02010600030101010101" pitchFamily="2" charset="-122"/>
              </a:rPr>
              <a:t>ATM</a:t>
            </a:r>
            <a:endParaRPr lang="en-US" altLang="zh-CN" sz="2000" strike="sngStrike" dirty="0">
              <a:latin typeface="Arial" panose="020B0604020202020204" pitchFamily="34" charset="0"/>
              <a:ea typeface="宋体" panose="02010600030101010101" pitchFamily="2" charset="-122"/>
            </a:endParaRPr>
          </a:p>
          <a:p>
            <a:pPr marL="0" lvl="0" indent="0" algn="r">
              <a:spcBef>
                <a:spcPct val="0"/>
              </a:spcBef>
              <a:buClrTx/>
              <a:buSzTx/>
              <a:buFontTx/>
              <a:buNone/>
            </a:pPr>
            <a:endParaRPr lang="en-US" altLang="zh-CN" sz="2000" strike="sngStrike" dirty="0">
              <a:latin typeface="Arial" panose="020B0604020202020204" pitchFamily="34" charset="0"/>
              <a:ea typeface="宋体" panose="02010600030101010101" pitchFamily="2" charset="-122"/>
            </a:endParaRPr>
          </a:p>
          <a:p>
            <a:pPr marL="0" lvl="0" indent="0" algn="r">
              <a:spcBef>
                <a:spcPct val="0"/>
              </a:spcBef>
              <a:buClrTx/>
              <a:buSzTx/>
              <a:buFontTx/>
              <a:buNone/>
            </a:pPr>
            <a:r>
              <a:rPr lang="en-US" altLang="zh-CN" sz="2000" strike="sngStrike" dirty="0">
                <a:latin typeface="Arial" panose="020B0604020202020204" pitchFamily="34" charset="0"/>
                <a:ea typeface="宋体" panose="02010600030101010101" pitchFamily="2" charset="-122"/>
              </a:rPr>
              <a:t>ATM</a:t>
            </a:r>
            <a:endParaRPr lang="en-US" altLang="zh-CN" sz="2400" strike="sngStrike" dirty="0">
              <a:latin typeface="Times New Roman" panose="02020603050405020304" pitchFamily="18" charset="0"/>
              <a:ea typeface="宋体" panose="02010600030101010101" pitchFamily="2" charset="-122"/>
            </a:endParaRPr>
          </a:p>
        </p:txBody>
      </p:sp>
      <p:sp>
        <p:nvSpPr>
          <p:cNvPr id="12294" name="Text Box 4"/>
          <p:cNvSpPr txBox="1"/>
          <p:nvPr/>
        </p:nvSpPr>
        <p:spPr>
          <a:xfrm>
            <a:off x="1966913" y="1506538"/>
            <a:ext cx="1309687" cy="37496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2000" dirty="0">
                <a:latin typeface="Arial" panose="020B0604020202020204" pitchFamily="34" charset="0"/>
                <a:ea typeface="宋体" panose="02010600030101010101" pitchFamily="2" charset="-122"/>
              </a:rPr>
              <a:t>Service</a:t>
            </a:r>
            <a:endParaRPr lang="en-US" altLang="zh-CN" sz="2000" dirty="0">
              <a:latin typeface="Arial" panose="020B0604020202020204" pitchFamily="34" charset="0"/>
              <a:ea typeface="宋体" panose="02010600030101010101" pitchFamily="2" charset="-122"/>
            </a:endParaRPr>
          </a:p>
          <a:p>
            <a:pPr marL="0" lvl="0" indent="0">
              <a:spcBef>
                <a:spcPct val="0"/>
              </a:spcBef>
              <a:buClrTx/>
              <a:buSzTx/>
              <a:buFontTx/>
              <a:buNone/>
            </a:pPr>
            <a:r>
              <a:rPr lang="en-US" altLang="zh-CN" sz="2000" dirty="0">
                <a:latin typeface="Arial" panose="020B0604020202020204" pitchFamily="34" charset="0"/>
                <a:ea typeface="宋体" panose="02010600030101010101" pitchFamily="2" charset="-122"/>
              </a:rPr>
              <a:t>Model</a:t>
            </a:r>
            <a:endParaRPr lang="en-US" altLang="zh-CN" sz="2000" dirty="0">
              <a:latin typeface="Arial" panose="020B0604020202020204" pitchFamily="34" charset="0"/>
              <a:ea typeface="宋体" panose="02010600030101010101" pitchFamily="2" charset="-122"/>
            </a:endParaRPr>
          </a:p>
          <a:p>
            <a:pPr marL="0" lvl="0" indent="0">
              <a:spcBef>
                <a:spcPct val="0"/>
              </a:spcBef>
              <a:buClrTx/>
              <a:buSzTx/>
              <a:buFontTx/>
              <a:buNone/>
            </a:pPr>
            <a:endParaRPr lang="en-US" altLang="zh-CN" sz="2000" dirty="0">
              <a:latin typeface="Arial" panose="020B0604020202020204" pitchFamily="34" charset="0"/>
              <a:ea typeface="宋体" panose="02010600030101010101" pitchFamily="2" charset="-122"/>
            </a:endParaRPr>
          </a:p>
          <a:p>
            <a:pPr marL="0" lvl="0" indent="0">
              <a:spcBef>
                <a:spcPct val="0"/>
              </a:spcBef>
              <a:buClrTx/>
              <a:buSzTx/>
              <a:buFontTx/>
              <a:buNone/>
            </a:pPr>
            <a:r>
              <a:rPr lang="en-US" altLang="zh-CN" sz="2000" dirty="0">
                <a:latin typeface="Arial" panose="020B0604020202020204" pitchFamily="34" charset="0"/>
                <a:ea typeface="宋体" panose="02010600030101010101" pitchFamily="2" charset="-122"/>
              </a:rPr>
              <a:t>best effort</a:t>
            </a:r>
            <a:endParaRPr lang="en-US" altLang="zh-CN" sz="2000" dirty="0">
              <a:latin typeface="Arial" panose="020B0604020202020204" pitchFamily="34" charset="0"/>
              <a:ea typeface="宋体" panose="02010600030101010101" pitchFamily="2" charset="-122"/>
            </a:endParaRPr>
          </a:p>
          <a:p>
            <a:pPr marL="0" lvl="0" indent="0">
              <a:spcBef>
                <a:spcPct val="0"/>
              </a:spcBef>
              <a:buClrTx/>
              <a:buSzTx/>
              <a:buFontTx/>
              <a:buNone/>
            </a:pPr>
            <a:endParaRPr lang="en-US" altLang="zh-CN" sz="2000" dirty="0">
              <a:latin typeface="Arial" panose="020B0604020202020204" pitchFamily="34" charset="0"/>
              <a:ea typeface="宋体" panose="02010600030101010101" pitchFamily="2" charset="-122"/>
            </a:endParaRPr>
          </a:p>
          <a:p>
            <a:pPr marL="0" lvl="0" indent="0">
              <a:spcBef>
                <a:spcPct val="0"/>
              </a:spcBef>
              <a:buClrTx/>
              <a:buSzTx/>
              <a:buFontTx/>
              <a:buNone/>
            </a:pPr>
            <a:r>
              <a:rPr lang="en-US" altLang="zh-CN" sz="2000" dirty="0">
                <a:latin typeface="Arial" panose="020B0604020202020204" pitchFamily="34" charset="0"/>
                <a:ea typeface="宋体" panose="02010600030101010101" pitchFamily="2" charset="-122"/>
              </a:rPr>
              <a:t>CBR</a:t>
            </a:r>
            <a:endParaRPr lang="en-US" altLang="zh-CN" sz="2000" dirty="0">
              <a:latin typeface="Arial" panose="020B0604020202020204" pitchFamily="34" charset="0"/>
              <a:ea typeface="宋体" panose="02010600030101010101" pitchFamily="2" charset="-122"/>
            </a:endParaRPr>
          </a:p>
          <a:p>
            <a:pPr marL="0" lvl="0" indent="0">
              <a:spcBef>
                <a:spcPct val="0"/>
              </a:spcBef>
              <a:buClrTx/>
              <a:buSzTx/>
              <a:buFontTx/>
              <a:buNone/>
            </a:pPr>
            <a:endParaRPr lang="en-US" altLang="zh-CN" sz="2000" dirty="0">
              <a:latin typeface="Arial" panose="020B0604020202020204" pitchFamily="34" charset="0"/>
              <a:ea typeface="宋体" panose="02010600030101010101" pitchFamily="2" charset="-122"/>
            </a:endParaRPr>
          </a:p>
          <a:p>
            <a:pPr marL="0" lvl="0" indent="0">
              <a:spcBef>
                <a:spcPct val="0"/>
              </a:spcBef>
              <a:buClrTx/>
              <a:buSzTx/>
              <a:buFontTx/>
              <a:buNone/>
            </a:pPr>
            <a:r>
              <a:rPr lang="en-US" altLang="zh-CN" sz="2000" dirty="0">
                <a:latin typeface="Arial" panose="020B0604020202020204" pitchFamily="34" charset="0"/>
                <a:ea typeface="宋体" panose="02010600030101010101" pitchFamily="2" charset="-122"/>
              </a:rPr>
              <a:t>VBR</a:t>
            </a:r>
            <a:endParaRPr lang="en-US" altLang="zh-CN" sz="2000" dirty="0">
              <a:latin typeface="Arial" panose="020B0604020202020204" pitchFamily="34" charset="0"/>
              <a:ea typeface="宋体" panose="02010600030101010101" pitchFamily="2" charset="-122"/>
            </a:endParaRPr>
          </a:p>
          <a:p>
            <a:pPr marL="0" lvl="0" indent="0">
              <a:spcBef>
                <a:spcPct val="0"/>
              </a:spcBef>
              <a:buClrTx/>
              <a:buSzTx/>
              <a:buFontTx/>
              <a:buNone/>
            </a:pPr>
            <a:endParaRPr lang="en-US" altLang="zh-CN" sz="2000" dirty="0">
              <a:latin typeface="Arial" panose="020B0604020202020204" pitchFamily="34" charset="0"/>
              <a:ea typeface="宋体" panose="02010600030101010101" pitchFamily="2" charset="-122"/>
            </a:endParaRPr>
          </a:p>
          <a:p>
            <a:pPr marL="0" lvl="0" indent="0">
              <a:spcBef>
                <a:spcPct val="0"/>
              </a:spcBef>
              <a:buClrTx/>
              <a:buSzTx/>
              <a:buFontTx/>
              <a:buNone/>
            </a:pPr>
            <a:r>
              <a:rPr lang="en-US" altLang="zh-CN" sz="2000" dirty="0">
                <a:latin typeface="Arial" panose="020B0604020202020204" pitchFamily="34" charset="0"/>
                <a:ea typeface="宋体" panose="02010600030101010101" pitchFamily="2" charset="-122"/>
              </a:rPr>
              <a:t>ABR</a:t>
            </a:r>
            <a:endParaRPr lang="en-US" altLang="zh-CN" sz="2000" dirty="0">
              <a:latin typeface="Arial" panose="020B0604020202020204" pitchFamily="34" charset="0"/>
              <a:ea typeface="宋体" panose="02010600030101010101" pitchFamily="2" charset="-122"/>
            </a:endParaRPr>
          </a:p>
          <a:p>
            <a:pPr marL="0" lvl="0" indent="0">
              <a:spcBef>
                <a:spcPct val="0"/>
              </a:spcBef>
              <a:buClrTx/>
              <a:buSzTx/>
              <a:buFontTx/>
              <a:buNone/>
            </a:pPr>
            <a:endParaRPr lang="en-US" altLang="zh-CN" sz="2000" dirty="0">
              <a:latin typeface="Arial" panose="020B0604020202020204" pitchFamily="34" charset="0"/>
              <a:ea typeface="宋体" panose="02010600030101010101" pitchFamily="2" charset="-122"/>
            </a:endParaRPr>
          </a:p>
          <a:p>
            <a:pPr marL="0" lvl="0" indent="0">
              <a:spcBef>
                <a:spcPct val="0"/>
              </a:spcBef>
              <a:buClrTx/>
              <a:buSzTx/>
              <a:buFontTx/>
              <a:buNone/>
            </a:pPr>
            <a:r>
              <a:rPr lang="en-US" altLang="zh-CN" sz="2000" dirty="0">
                <a:latin typeface="Arial" panose="020B0604020202020204" pitchFamily="34" charset="0"/>
                <a:ea typeface="宋体" panose="02010600030101010101" pitchFamily="2" charset="-122"/>
              </a:rPr>
              <a:t>UBR</a:t>
            </a:r>
            <a:endParaRPr lang="en-US" altLang="zh-CN" sz="2400" dirty="0">
              <a:latin typeface="Times New Roman" panose="02020603050405020304" pitchFamily="18" charset="0"/>
              <a:ea typeface="宋体" panose="02010600030101010101" pitchFamily="2" charset="-122"/>
            </a:endParaRPr>
          </a:p>
        </p:txBody>
      </p:sp>
      <p:sp>
        <p:nvSpPr>
          <p:cNvPr id="12295" name="Text Box 5"/>
          <p:cNvSpPr txBox="1"/>
          <p:nvPr/>
        </p:nvSpPr>
        <p:spPr>
          <a:xfrm>
            <a:off x="3300413" y="1801813"/>
            <a:ext cx="1538287" cy="3444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2000" dirty="0">
                <a:latin typeface="Arial" panose="020B0604020202020204" pitchFamily="34" charset="0"/>
                <a:ea typeface="宋体" panose="02010600030101010101" pitchFamily="2" charset="-122"/>
              </a:rPr>
              <a:t>Bandwidth</a:t>
            </a:r>
            <a:endParaRPr lang="en-US" altLang="zh-CN" sz="2000" dirty="0">
              <a:latin typeface="Arial" panose="020B0604020202020204" pitchFamily="34" charset="0"/>
              <a:ea typeface="宋体" panose="02010600030101010101" pitchFamily="2" charset="-122"/>
            </a:endParaRPr>
          </a:p>
          <a:p>
            <a:pPr marL="0" lvl="0" indent="0">
              <a:spcBef>
                <a:spcPct val="0"/>
              </a:spcBef>
              <a:buClrTx/>
              <a:buSzTx/>
              <a:buFontTx/>
              <a:buNone/>
            </a:pPr>
            <a:endParaRPr lang="en-US" altLang="zh-CN" sz="2000" dirty="0">
              <a:latin typeface="Arial" panose="020B0604020202020204" pitchFamily="34" charset="0"/>
              <a:ea typeface="宋体" panose="02010600030101010101" pitchFamily="2" charset="-122"/>
            </a:endParaRPr>
          </a:p>
          <a:p>
            <a:pPr marL="0" lvl="0" indent="0">
              <a:spcBef>
                <a:spcPct val="0"/>
              </a:spcBef>
              <a:buClrTx/>
              <a:buSzTx/>
              <a:buFontTx/>
              <a:buNone/>
            </a:pPr>
            <a:r>
              <a:rPr lang="en-US" altLang="zh-CN" sz="2000" dirty="0">
                <a:latin typeface="Arial" panose="020B0604020202020204" pitchFamily="34" charset="0"/>
                <a:ea typeface="宋体" panose="02010600030101010101" pitchFamily="2" charset="-122"/>
              </a:rPr>
              <a:t>none</a:t>
            </a:r>
            <a:endParaRPr lang="en-US" altLang="zh-CN" sz="2000" dirty="0">
              <a:latin typeface="Arial" panose="020B0604020202020204" pitchFamily="34" charset="0"/>
              <a:ea typeface="宋体" panose="02010600030101010101" pitchFamily="2" charset="-122"/>
            </a:endParaRPr>
          </a:p>
          <a:p>
            <a:pPr marL="0" lvl="0" indent="0">
              <a:spcBef>
                <a:spcPct val="0"/>
              </a:spcBef>
              <a:buClrTx/>
              <a:buSzTx/>
              <a:buFontTx/>
              <a:buNone/>
            </a:pPr>
            <a:endParaRPr lang="en-US" altLang="zh-CN" sz="2000" dirty="0">
              <a:latin typeface="Arial" panose="020B0604020202020204" pitchFamily="34" charset="0"/>
              <a:ea typeface="宋体" panose="02010600030101010101" pitchFamily="2" charset="-122"/>
            </a:endParaRPr>
          </a:p>
          <a:p>
            <a:pPr marL="0" lvl="0" indent="0">
              <a:spcBef>
                <a:spcPct val="0"/>
              </a:spcBef>
              <a:buClrTx/>
              <a:buSzTx/>
              <a:buFontTx/>
              <a:buNone/>
            </a:pPr>
            <a:r>
              <a:rPr lang="en-US" altLang="zh-CN" sz="2000" dirty="0">
                <a:latin typeface="Arial" panose="020B0604020202020204" pitchFamily="34" charset="0"/>
                <a:ea typeface="宋体" panose="02010600030101010101" pitchFamily="2" charset="-122"/>
              </a:rPr>
              <a:t>constant</a:t>
            </a:r>
            <a:endParaRPr lang="en-US" altLang="zh-CN" sz="2000" dirty="0">
              <a:latin typeface="Arial" panose="020B0604020202020204" pitchFamily="34" charset="0"/>
              <a:ea typeface="宋体" panose="02010600030101010101" pitchFamily="2" charset="-122"/>
            </a:endParaRPr>
          </a:p>
          <a:p>
            <a:pPr marL="0" lvl="0" indent="0">
              <a:spcBef>
                <a:spcPct val="0"/>
              </a:spcBef>
              <a:buClrTx/>
              <a:buSzTx/>
              <a:buFontTx/>
              <a:buNone/>
            </a:pPr>
            <a:r>
              <a:rPr lang="en-US" altLang="zh-CN" sz="2000" dirty="0">
                <a:latin typeface="Arial" panose="020B0604020202020204" pitchFamily="34" charset="0"/>
                <a:ea typeface="宋体" panose="02010600030101010101" pitchFamily="2" charset="-122"/>
              </a:rPr>
              <a:t>rate</a:t>
            </a:r>
            <a:endParaRPr lang="en-US" altLang="zh-CN" sz="2000" dirty="0">
              <a:latin typeface="Arial" panose="020B0604020202020204" pitchFamily="34" charset="0"/>
              <a:ea typeface="宋体" panose="02010600030101010101" pitchFamily="2" charset="-122"/>
            </a:endParaRPr>
          </a:p>
          <a:p>
            <a:pPr marL="0" lvl="0" indent="0">
              <a:spcBef>
                <a:spcPct val="0"/>
              </a:spcBef>
              <a:buClrTx/>
              <a:buSzTx/>
              <a:buFontTx/>
              <a:buNone/>
            </a:pPr>
            <a:r>
              <a:rPr lang="en-US" altLang="zh-CN" sz="2000" dirty="0">
                <a:latin typeface="Arial" panose="020B0604020202020204" pitchFamily="34" charset="0"/>
                <a:ea typeface="宋体" panose="02010600030101010101" pitchFamily="2" charset="-122"/>
              </a:rPr>
              <a:t>guaranteed</a:t>
            </a:r>
            <a:endParaRPr lang="en-US" altLang="zh-CN" sz="2000" dirty="0">
              <a:latin typeface="Arial" panose="020B0604020202020204" pitchFamily="34" charset="0"/>
              <a:ea typeface="宋体" panose="02010600030101010101" pitchFamily="2" charset="-122"/>
            </a:endParaRPr>
          </a:p>
          <a:p>
            <a:pPr marL="0" lvl="0" indent="0">
              <a:spcBef>
                <a:spcPct val="0"/>
              </a:spcBef>
              <a:buClrTx/>
              <a:buSzTx/>
              <a:buFontTx/>
              <a:buNone/>
            </a:pPr>
            <a:r>
              <a:rPr lang="en-US" altLang="zh-CN" sz="2000" dirty="0">
                <a:latin typeface="Arial" panose="020B0604020202020204" pitchFamily="34" charset="0"/>
                <a:ea typeface="宋体" panose="02010600030101010101" pitchFamily="2" charset="-122"/>
              </a:rPr>
              <a:t>rate</a:t>
            </a:r>
            <a:endParaRPr lang="en-US" altLang="zh-CN" sz="2000" dirty="0">
              <a:latin typeface="Arial" panose="020B0604020202020204" pitchFamily="34" charset="0"/>
              <a:ea typeface="宋体" panose="02010600030101010101" pitchFamily="2" charset="-122"/>
            </a:endParaRPr>
          </a:p>
          <a:p>
            <a:pPr marL="0" lvl="0" indent="0">
              <a:spcBef>
                <a:spcPct val="0"/>
              </a:spcBef>
              <a:buClrTx/>
              <a:buSzTx/>
              <a:buFontTx/>
              <a:buNone/>
            </a:pPr>
            <a:r>
              <a:rPr lang="en-US" altLang="zh-CN" sz="2000" dirty="0">
                <a:latin typeface="Arial" panose="020B0604020202020204" pitchFamily="34" charset="0"/>
                <a:ea typeface="宋体" panose="02010600030101010101" pitchFamily="2" charset="-122"/>
              </a:rPr>
              <a:t>guaranteed </a:t>
            </a:r>
            <a:endParaRPr lang="en-US" altLang="zh-CN" sz="2000" dirty="0">
              <a:latin typeface="Arial" panose="020B0604020202020204" pitchFamily="34" charset="0"/>
              <a:ea typeface="宋体" panose="02010600030101010101" pitchFamily="2" charset="-122"/>
            </a:endParaRPr>
          </a:p>
          <a:p>
            <a:pPr marL="0" lvl="0" indent="0">
              <a:spcBef>
                <a:spcPct val="0"/>
              </a:spcBef>
              <a:buClrTx/>
              <a:buSzTx/>
              <a:buFontTx/>
              <a:buNone/>
            </a:pPr>
            <a:r>
              <a:rPr lang="en-US" altLang="zh-CN" sz="2000" dirty="0">
                <a:latin typeface="Arial" panose="020B0604020202020204" pitchFamily="34" charset="0"/>
                <a:ea typeface="宋体" panose="02010600030101010101" pitchFamily="2" charset="-122"/>
              </a:rPr>
              <a:t>minimum</a:t>
            </a:r>
            <a:endParaRPr lang="en-US" altLang="zh-CN" sz="2000" dirty="0">
              <a:latin typeface="Arial" panose="020B0604020202020204" pitchFamily="34" charset="0"/>
              <a:ea typeface="宋体" panose="02010600030101010101" pitchFamily="2" charset="-122"/>
            </a:endParaRPr>
          </a:p>
          <a:p>
            <a:pPr marL="0" lvl="0" indent="0">
              <a:spcBef>
                <a:spcPct val="0"/>
              </a:spcBef>
              <a:buClrTx/>
              <a:buSzTx/>
              <a:buFontTx/>
              <a:buNone/>
            </a:pPr>
            <a:r>
              <a:rPr lang="en-US" altLang="zh-CN" sz="2000" dirty="0">
                <a:latin typeface="Arial" panose="020B0604020202020204" pitchFamily="34" charset="0"/>
                <a:ea typeface="宋体" panose="02010600030101010101" pitchFamily="2" charset="-122"/>
              </a:rPr>
              <a:t>none</a:t>
            </a:r>
            <a:endParaRPr lang="en-US" altLang="zh-CN" sz="2400" dirty="0">
              <a:latin typeface="Times New Roman" panose="02020603050405020304" pitchFamily="18" charset="0"/>
              <a:ea typeface="宋体" panose="02010600030101010101" pitchFamily="2" charset="-122"/>
            </a:endParaRPr>
          </a:p>
        </p:txBody>
      </p:sp>
      <p:sp>
        <p:nvSpPr>
          <p:cNvPr id="12296" name="Line 6"/>
          <p:cNvSpPr/>
          <p:nvPr/>
        </p:nvSpPr>
        <p:spPr>
          <a:xfrm>
            <a:off x="409575" y="2324100"/>
            <a:ext cx="8429625" cy="9525"/>
          </a:xfrm>
          <a:prstGeom prst="line">
            <a:avLst/>
          </a:prstGeom>
          <a:ln w="28575" cap="flat" cmpd="sng">
            <a:solidFill>
              <a:schemeClr val="accent2"/>
            </a:solidFill>
            <a:prstDash val="solid"/>
            <a:headEnd type="none" w="med" len="med"/>
            <a:tailEnd type="none" w="med" len="med"/>
          </a:ln>
        </p:spPr>
      </p:sp>
      <p:sp>
        <p:nvSpPr>
          <p:cNvPr id="12297" name="Line 7"/>
          <p:cNvSpPr/>
          <p:nvPr/>
        </p:nvSpPr>
        <p:spPr>
          <a:xfrm>
            <a:off x="514350" y="3057525"/>
            <a:ext cx="8429625" cy="9525"/>
          </a:xfrm>
          <a:prstGeom prst="line">
            <a:avLst/>
          </a:prstGeom>
          <a:ln w="19050" cap="flat" cmpd="sng">
            <a:solidFill>
              <a:schemeClr val="accent2"/>
            </a:solidFill>
            <a:prstDash val="solid"/>
            <a:headEnd type="none" w="med" len="med"/>
            <a:tailEnd type="none" w="med" len="med"/>
          </a:ln>
        </p:spPr>
      </p:sp>
      <p:sp>
        <p:nvSpPr>
          <p:cNvPr id="12298" name="Line 8"/>
          <p:cNvSpPr/>
          <p:nvPr/>
        </p:nvSpPr>
        <p:spPr>
          <a:xfrm>
            <a:off x="561975" y="3676650"/>
            <a:ext cx="8429625" cy="9525"/>
          </a:xfrm>
          <a:prstGeom prst="line">
            <a:avLst/>
          </a:prstGeom>
          <a:ln w="19050" cap="flat" cmpd="sng">
            <a:solidFill>
              <a:schemeClr val="accent2"/>
            </a:solidFill>
            <a:prstDash val="solid"/>
            <a:headEnd type="none" w="med" len="med"/>
            <a:tailEnd type="none" w="med" len="med"/>
          </a:ln>
        </p:spPr>
      </p:sp>
      <p:sp>
        <p:nvSpPr>
          <p:cNvPr id="12299" name="Line 9"/>
          <p:cNvSpPr/>
          <p:nvPr/>
        </p:nvSpPr>
        <p:spPr>
          <a:xfrm>
            <a:off x="561975" y="4305300"/>
            <a:ext cx="8429625" cy="9525"/>
          </a:xfrm>
          <a:prstGeom prst="line">
            <a:avLst/>
          </a:prstGeom>
          <a:ln w="19050" cap="flat" cmpd="sng">
            <a:solidFill>
              <a:schemeClr val="accent2"/>
            </a:solidFill>
            <a:prstDash val="solid"/>
            <a:headEnd type="none" w="med" len="med"/>
            <a:tailEnd type="none" w="med" len="med"/>
          </a:ln>
        </p:spPr>
      </p:sp>
      <p:sp>
        <p:nvSpPr>
          <p:cNvPr id="12300" name="Line 10"/>
          <p:cNvSpPr/>
          <p:nvPr/>
        </p:nvSpPr>
        <p:spPr>
          <a:xfrm>
            <a:off x="571500" y="4886325"/>
            <a:ext cx="8429625" cy="9525"/>
          </a:xfrm>
          <a:prstGeom prst="line">
            <a:avLst/>
          </a:prstGeom>
          <a:ln w="19050" cap="flat" cmpd="sng">
            <a:solidFill>
              <a:schemeClr val="accent2"/>
            </a:solidFill>
            <a:prstDash val="solid"/>
            <a:headEnd type="none" w="med" len="med"/>
            <a:tailEnd type="none" w="med" len="med"/>
          </a:ln>
        </p:spPr>
      </p:sp>
      <p:sp>
        <p:nvSpPr>
          <p:cNvPr id="12301" name="Text Box 11"/>
          <p:cNvSpPr txBox="1"/>
          <p:nvPr/>
        </p:nvSpPr>
        <p:spPr>
          <a:xfrm>
            <a:off x="4700588" y="1801813"/>
            <a:ext cx="720725" cy="3444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2000" dirty="0">
                <a:latin typeface="Arial" panose="020B0604020202020204" pitchFamily="34" charset="0"/>
                <a:ea typeface="宋体" panose="02010600030101010101" pitchFamily="2" charset="-122"/>
              </a:rPr>
              <a:t>Loss</a:t>
            </a:r>
            <a:endParaRPr lang="en-US" altLang="zh-CN" sz="2000" dirty="0">
              <a:latin typeface="Arial" panose="020B0604020202020204" pitchFamily="34" charset="0"/>
              <a:ea typeface="宋体" panose="02010600030101010101" pitchFamily="2" charset="-122"/>
            </a:endParaRPr>
          </a:p>
          <a:p>
            <a:pPr marL="0" lvl="0" indent="0">
              <a:spcBef>
                <a:spcPct val="0"/>
              </a:spcBef>
              <a:buClrTx/>
              <a:buSzTx/>
              <a:buFontTx/>
              <a:buNone/>
            </a:pPr>
            <a:endParaRPr lang="en-US" altLang="zh-CN" sz="2000" dirty="0">
              <a:latin typeface="Arial" panose="020B0604020202020204" pitchFamily="34" charset="0"/>
              <a:ea typeface="宋体" panose="02010600030101010101" pitchFamily="2" charset="-122"/>
            </a:endParaRPr>
          </a:p>
          <a:p>
            <a:pPr marL="0" lvl="0" indent="0">
              <a:spcBef>
                <a:spcPct val="0"/>
              </a:spcBef>
              <a:buClrTx/>
              <a:buSzTx/>
              <a:buFontTx/>
              <a:buNone/>
            </a:pPr>
            <a:r>
              <a:rPr lang="en-US" altLang="zh-CN" sz="2000" dirty="0">
                <a:latin typeface="Arial" panose="020B0604020202020204" pitchFamily="34" charset="0"/>
                <a:ea typeface="宋体" panose="02010600030101010101" pitchFamily="2" charset="-122"/>
              </a:rPr>
              <a:t>no</a:t>
            </a:r>
            <a:endParaRPr lang="en-US" altLang="zh-CN" sz="2000" dirty="0">
              <a:latin typeface="Arial" panose="020B0604020202020204" pitchFamily="34" charset="0"/>
              <a:ea typeface="宋体" panose="02010600030101010101" pitchFamily="2" charset="-122"/>
            </a:endParaRPr>
          </a:p>
          <a:p>
            <a:pPr marL="0" lvl="0" indent="0">
              <a:spcBef>
                <a:spcPct val="0"/>
              </a:spcBef>
              <a:buClrTx/>
              <a:buSzTx/>
              <a:buFontTx/>
              <a:buNone/>
            </a:pPr>
            <a:endParaRPr lang="en-US" altLang="zh-CN" sz="2000" dirty="0">
              <a:latin typeface="Arial" panose="020B0604020202020204" pitchFamily="34" charset="0"/>
              <a:ea typeface="宋体" panose="02010600030101010101" pitchFamily="2" charset="-122"/>
            </a:endParaRPr>
          </a:p>
          <a:p>
            <a:pPr marL="0" lvl="0" indent="0">
              <a:spcBef>
                <a:spcPct val="0"/>
              </a:spcBef>
              <a:buClrTx/>
              <a:buSzTx/>
              <a:buFontTx/>
              <a:buNone/>
            </a:pPr>
            <a:r>
              <a:rPr lang="en-US" altLang="zh-CN" sz="2000" dirty="0">
                <a:latin typeface="Arial" panose="020B0604020202020204" pitchFamily="34" charset="0"/>
                <a:ea typeface="宋体" panose="02010600030101010101" pitchFamily="2" charset="-122"/>
              </a:rPr>
              <a:t>yes</a:t>
            </a:r>
            <a:endParaRPr lang="en-US" altLang="zh-CN" sz="2000" dirty="0">
              <a:latin typeface="Arial" panose="020B0604020202020204" pitchFamily="34" charset="0"/>
              <a:ea typeface="宋体" panose="02010600030101010101" pitchFamily="2" charset="-122"/>
            </a:endParaRPr>
          </a:p>
          <a:p>
            <a:pPr marL="0" lvl="0" indent="0">
              <a:spcBef>
                <a:spcPct val="0"/>
              </a:spcBef>
              <a:buClrTx/>
              <a:buSzTx/>
              <a:buFontTx/>
              <a:buNone/>
            </a:pPr>
            <a:endParaRPr lang="en-US" altLang="zh-CN" sz="2000" dirty="0">
              <a:latin typeface="Arial" panose="020B0604020202020204" pitchFamily="34" charset="0"/>
              <a:ea typeface="宋体" panose="02010600030101010101" pitchFamily="2" charset="-122"/>
            </a:endParaRPr>
          </a:p>
          <a:p>
            <a:pPr marL="0" lvl="0" indent="0">
              <a:spcBef>
                <a:spcPct val="0"/>
              </a:spcBef>
              <a:buClrTx/>
              <a:buSzTx/>
              <a:buFontTx/>
              <a:buNone/>
            </a:pPr>
            <a:r>
              <a:rPr lang="en-US" altLang="zh-CN" sz="2000" dirty="0">
                <a:latin typeface="Arial" panose="020B0604020202020204" pitchFamily="34" charset="0"/>
                <a:ea typeface="宋体" panose="02010600030101010101" pitchFamily="2" charset="-122"/>
              </a:rPr>
              <a:t>yes</a:t>
            </a:r>
            <a:endParaRPr lang="en-US" altLang="zh-CN" sz="2000" dirty="0">
              <a:latin typeface="Arial" panose="020B0604020202020204" pitchFamily="34" charset="0"/>
              <a:ea typeface="宋体" panose="02010600030101010101" pitchFamily="2" charset="-122"/>
            </a:endParaRPr>
          </a:p>
          <a:p>
            <a:pPr marL="0" lvl="0" indent="0">
              <a:spcBef>
                <a:spcPct val="0"/>
              </a:spcBef>
              <a:buClrTx/>
              <a:buSzTx/>
              <a:buFontTx/>
              <a:buNone/>
            </a:pPr>
            <a:endParaRPr lang="en-US" altLang="zh-CN" sz="2000" dirty="0">
              <a:latin typeface="Arial" panose="020B0604020202020204" pitchFamily="34" charset="0"/>
              <a:ea typeface="宋体" panose="02010600030101010101" pitchFamily="2" charset="-122"/>
            </a:endParaRPr>
          </a:p>
          <a:p>
            <a:pPr marL="0" lvl="0" indent="0">
              <a:spcBef>
                <a:spcPct val="0"/>
              </a:spcBef>
              <a:buClrTx/>
              <a:buSzTx/>
              <a:buFontTx/>
              <a:buNone/>
            </a:pPr>
            <a:r>
              <a:rPr lang="en-US" altLang="zh-CN" sz="2000" dirty="0">
                <a:latin typeface="Arial" panose="020B0604020202020204" pitchFamily="34" charset="0"/>
                <a:ea typeface="宋体" panose="02010600030101010101" pitchFamily="2" charset="-122"/>
              </a:rPr>
              <a:t>no</a:t>
            </a:r>
            <a:endParaRPr lang="en-US" altLang="zh-CN" sz="2000" dirty="0">
              <a:latin typeface="Arial" panose="020B0604020202020204" pitchFamily="34" charset="0"/>
              <a:ea typeface="宋体" panose="02010600030101010101" pitchFamily="2" charset="-122"/>
            </a:endParaRPr>
          </a:p>
          <a:p>
            <a:pPr marL="0" lvl="0" indent="0">
              <a:spcBef>
                <a:spcPct val="0"/>
              </a:spcBef>
              <a:buClrTx/>
              <a:buSzTx/>
              <a:buFontTx/>
              <a:buNone/>
            </a:pPr>
            <a:endParaRPr lang="en-US" altLang="zh-CN" sz="2000" dirty="0">
              <a:latin typeface="Arial" panose="020B0604020202020204" pitchFamily="34" charset="0"/>
              <a:ea typeface="宋体" panose="02010600030101010101" pitchFamily="2" charset="-122"/>
            </a:endParaRPr>
          </a:p>
          <a:p>
            <a:pPr marL="0" lvl="0" indent="0">
              <a:spcBef>
                <a:spcPct val="0"/>
              </a:spcBef>
              <a:buClrTx/>
              <a:buSzTx/>
              <a:buFontTx/>
              <a:buNone/>
            </a:pPr>
            <a:r>
              <a:rPr lang="en-US" altLang="zh-CN" sz="2000" dirty="0">
                <a:latin typeface="Arial" panose="020B0604020202020204" pitchFamily="34" charset="0"/>
                <a:ea typeface="宋体" panose="02010600030101010101" pitchFamily="2" charset="-122"/>
              </a:rPr>
              <a:t>no</a:t>
            </a:r>
            <a:endParaRPr lang="en-US" altLang="zh-CN" sz="2400" dirty="0">
              <a:latin typeface="Times New Roman" panose="02020603050405020304" pitchFamily="18" charset="0"/>
              <a:ea typeface="宋体" panose="02010600030101010101" pitchFamily="2" charset="-122"/>
            </a:endParaRPr>
          </a:p>
        </p:txBody>
      </p:sp>
      <p:sp>
        <p:nvSpPr>
          <p:cNvPr id="12302" name="Text Box 12"/>
          <p:cNvSpPr txBox="1"/>
          <p:nvPr/>
        </p:nvSpPr>
        <p:spPr>
          <a:xfrm>
            <a:off x="5424488" y="1811338"/>
            <a:ext cx="831850" cy="3444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2000" dirty="0">
                <a:latin typeface="Arial" panose="020B0604020202020204" pitchFamily="34" charset="0"/>
                <a:ea typeface="宋体" panose="02010600030101010101" pitchFamily="2" charset="-122"/>
              </a:rPr>
              <a:t>Order</a:t>
            </a:r>
            <a:endParaRPr lang="en-US" altLang="zh-CN" sz="2000" dirty="0">
              <a:latin typeface="Arial" panose="020B0604020202020204" pitchFamily="34" charset="0"/>
              <a:ea typeface="宋体" panose="02010600030101010101" pitchFamily="2" charset="-122"/>
            </a:endParaRPr>
          </a:p>
          <a:p>
            <a:pPr marL="0" lvl="0" indent="0">
              <a:spcBef>
                <a:spcPct val="0"/>
              </a:spcBef>
              <a:buClrTx/>
              <a:buSzTx/>
              <a:buFontTx/>
              <a:buNone/>
            </a:pPr>
            <a:endParaRPr lang="en-US" altLang="zh-CN" sz="2000" dirty="0">
              <a:latin typeface="Arial" panose="020B0604020202020204" pitchFamily="34" charset="0"/>
              <a:ea typeface="宋体" panose="02010600030101010101" pitchFamily="2" charset="-122"/>
            </a:endParaRPr>
          </a:p>
          <a:p>
            <a:pPr marL="0" lvl="0" indent="0">
              <a:spcBef>
                <a:spcPct val="0"/>
              </a:spcBef>
              <a:buClrTx/>
              <a:buSzTx/>
              <a:buFontTx/>
              <a:buNone/>
            </a:pPr>
            <a:r>
              <a:rPr lang="en-US" altLang="zh-CN" sz="2000" dirty="0">
                <a:latin typeface="Arial" panose="020B0604020202020204" pitchFamily="34" charset="0"/>
                <a:ea typeface="宋体" panose="02010600030101010101" pitchFamily="2" charset="-122"/>
              </a:rPr>
              <a:t>no</a:t>
            </a:r>
            <a:endParaRPr lang="en-US" altLang="zh-CN" sz="2000" dirty="0">
              <a:latin typeface="Arial" panose="020B0604020202020204" pitchFamily="34" charset="0"/>
              <a:ea typeface="宋体" panose="02010600030101010101" pitchFamily="2" charset="-122"/>
            </a:endParaRPr>
          </a:p>
          <a:p>
            <a:pPr marL="0" lvl="0" indent="0">
              <a:spcBef>
                <a:spcPct val="0"/>
              </a:spcBef>
              <a:buClrTx/>
              <a:buSzTx/>
              <a:buFontTx/>
              <a:buNone/>
            </a:pPr>
            <a:endParaRPr lang="en-US" altLang="zh-CN" sz="2000" dirty="0">
              <a:latin typeface="Arial" panose="020B0604020202020204" pitchFamily="34" charset="0"/>
              <a:ea typeface="宋体" panose="02010600030101010101" pitchFamily="2" charset="-122"/>
            </a:endParaRPr>
          </a:p>
          <a:p>
            <a:pPr marL="0" lvl="0" indent="0">
              <a:spcBef>
                <a:spcPct val="0"/>
              </a:spcBef>
              <a:buClrTx/>
              <a:buSzTx/>
              <a:buFontTx/>
              <a:buNone/>
            </a:pPr>
            <a:r>
              <a:rPr lang="en-US" altLang="zh-CN" sz="2000" dirty="0">
                <a:latin typeface="Arial" panose="020B0604020202020204" pitchFamily="34" charset="0"/>
                <a:ea typeface="宋体" panose="02010600030101010101" pitchFamily="2" charset="-122"/>
              </a:rPr>
              <a:t>yes</a:t>
            </a:r>
            <a:endParaRPr lang="en-US" altLang="zh-CN" sz="2000" dirty="0">
              <a:latin typeface="Arial" panose="020B0604020202020204" pitchFamily="34" charset="0"/>
              <a:ea typeface="宋体" panose="02010600030101010101" pitchFamily="2" charset="-122"/>
            </a:endParaRPr>
          </a:p>
          <a:p>
            <a:pPr marL="0" lvl="0" indent="0">
              <a:spcBef>
                <a:spcPct val="0"/>
              </a:spcBef>
              <a:buClrTx/>
              <a:buSzTx/>
              <a:buFontTx/>
              <a:buNone/>
            </a:pPr>
            <a:endParaRPr lang="en-US" altLang="zh-CN" sz="2000" dirty="0">
              <a:latin typeface="Arial" panose="020B0604020202020204" pitchFamily="34" charset="0"/>
              <a:ea typeface="宋体" panose="02010600030101010101" pitchFamily="2" charset="-122"/>
            </a:endParaRPr>
          </a:p>
          <a:p>
            <a:pPr marL="0" lvl="0" indent="0">
              <a:spcBef>
                <a:spcPct val="0"/>
              </a:spcBef>
              <a:buClrTx/>
              <a:buSzTx/>
              <a:buFontTx/>
              <a:buNone/>
            </a:pPr>
            <a:r>
              <a:rPr lang="en-US" altLang="zh-CN" sz="2000" dirty="0">
                <a:latin typeface="Arial" panose="020B0604020202020204" pitchFamily="34" charset="0"/>
                <a:ea typeface="宋体" panose="02010600030101010101" pitchFamily="2" charset="-122"/>
              </a:rPr>
              <a:t>yes</a:t>
            </a:r>
            <a:endParaRPr lang="en-US" altLang="zh-CN" sz="2000" dirty="0">
              <a:latin typeface="Arial" panose="020B0604020202020204" pitchFamily="34" charset="0"/>
              <a:ea typeface="宋体" panose="02010600030101010101" pitchFamily="2" charset="-122"/>
            </a:endParaRPr>
          </a:p>
          <a:p>
            <a:pPr marL="0" lvl="0" indent="0">
              <a:spcBef>
                <a:spcPct val="0"/>
              </a:spcBef>
              <a:buClrTx/>
              <a:buSzTx/>
              <a:buFontTx/>
              <a:buNone/>
            </a:pPr>
            <a:endParaRPr lang="en-US" altLang="zh-CN" sz="2000" dirty="0">
              <a:latin typeface="Arial" panose="020B0604020202020204" pitchFamily="34" charset="0"/>
              <a:ea typeface="宋体" panose="02010600030101010101" pitchFamily="2" charset="-122"/>
            </a:endParaRPr>
          </a:p>
          <a:p>
            <a:pPr marL="0" lvl="0" indent="0">
              <a:spcBef>
                <a:spcPct val="0"/>
              </a:spcBef>
              <a:buClrTx/>
              <a:buSzTx/>
              <a:buFontTx/>
              <a:buNone/>
            </a:pPr>
            <a:r>
              <a:rPr lang="en-US" altLang="zh-CN" sz="2000" dirty="0">
                <a:latin typeface="Arial" panose="020B0604020202020204" pitchFamily="34" charset="0"/>
                <a:ea typeface="宋体" panose="02010600030101010101" pitchFamily="2" charset="-122"/>
              </a:rPr>
              <a:t>yes</a:t>
            </a:r>
            <a:endParaRPr lang="en-US" altLang="zh-CN" sz="2000" dirty="0">
              <a:latin typeface="Arial" panose="020B0604020202020204" pitchFamily="34" charset="0"/>
              <a:ea typeface="宋体" panose="02010600030101010101" pitchFamily="2" charset="-122"/>
            </a:endParaRPr>
          </a:p>
          <a:p>
            <a:pPr marL="0" lvl="0" indent="0">
              <a:spcBef>
                <a:spcPct val="0"/>
              </a:spcBef>
              <a:buClrTx/>
              <a:buSzTx/>
              <a:buFontTx/>
              <a:buNone/>
            </a:pPr>
            <a:endParaRPr lang="en-US" altLang="zh-CN" sz="2000" dirty="0">
              <a:latin typeface="Arial" panose="020B0604020202020204" pitchFamily="34" charset="0"/>
              <a:ea typeface="宋体" panose="02010600030101010101" pitchFamily="2" charset="-122"/>
            </a:endParaRPr>
          </a:p>
          <a:p>
            <a:pPr marL="0" lvl="0" indent="0">
              <a:spcBef>
                <a:spcPct val="0"/>
              </a:spcBef>
              <a:buClrTx/>
              <a:buSzTx/>
              <a:buFontTx/>
              <a:buNone/>
            </a:pPr>
            <a:r>
              <a:rPr lang="en-US" altLang="zh-CN" sz="2000" dirty="0">
                <a:latin typeface="Arial" panose="020B0604020202020204" pitchFamily="34" charset="0"/>
                <a:ea typeface="宋体" panose="02010600030101010101" pitchFamily="2" charset="-122"/>
              </a:rPr>
              <a:t>yes</a:t>
            </a:r>
            <a:endParaRPr lang="en-US" altLang="zh-CN" sz="2400" dirty="0">
              <a:latin typeface="Times New Roman" panose="02020603050405020304" pitchFamily="18" charset="0"/>
              <a:ea typeface="宋体" panose="02010600030101010101" pitchFamily="2" charset="-122"/>
            </a:endParaRPr>
          </a:p>
        </p:txBody>
      </p:sp>
      <p:sp>
        <p:nvSpPr>
          <p:cNvPr id="12303" name="Text Box 13"/>
          <p:cNvSpPr txBox="1"/>
          <p:nvPr/>
        </p:nvSpPr>
        <p:spPr>
          <a:xfrm>
            <a:off x="6281738" y="1811338"/>
            <a:ext cx="947737" cy="3444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2000" dirty="0">
                <a:latin typeface="Arial" panose="020B0604020202020204" pitchFamily="34" charset="0"/>
                <a:ea typeface="宋体" panose="02010600030101010101" pitchFamily="2" charset="-122"/>
              </a:rPr>
              <a:t>Timing</a:t>
            </a:r>
            <a:endParaRPr lang="en-US" altLang="zh-CN" sz="2000" dirty="0">
              <a:latin typeface="Arial" panose="020B0604020202020204" pitchFamily="34" charset="0"/>
              <a:ea typeface="宋体" panose="02010600030101010101" pitchFamily="2" charset="-122"/>
            </a:endParaRPr>
          </a:p>
          <a:p>
            <a:pPr marL="0" lvl="0" indent="0">
              <a:spcBef>
                <a:spcPct val="0"/>
              </a:spcBef>
              <a:buClrTx/>
              <a:buSzTx/>
              <a:buFontTx/>
              <a:buNone/>
            </a:pPr>
            <a:endParaRPr lang="en-US" altLang="zh-CN" sz="2000" dirty="0">
              <a:latin typeface="Arial" panose="020B0604020202020204" pitchFamily="34" charset="0"/>
              <a:ea typeface="宋体" panose="02010600030101010101" pitchFamily="2" charset="-122"/>
            </a:endParaRPr>
          </a:p>
          <a:p>
            <a:pPr marL="0" lvl="0" indent="0">
              <a:spcBef>
                <a:spcPct val="0"/>
              </a:spcBef>
              <a:buClrTx/>
              <a:buSzTx/>
              <a:buFontTx/>
              <a:buNone/>
            </a:pPr>
            <a:r>
              <a:rPr lang="en-US" altLang="zh-CN" sz="2000" dirty="0">
                <a:latin typeface="Arial" panose="020B0604020202020204" pitchFamily="34" charset="0"/>
                <a:ea typeface="宋体" panose="02010600030101010101" pitchFamily="2" charset="-122"/>
              </a:rPr>
              <a:t>no</a:t>
            </a:r>
            <a:endParaRPr lang="en-US" altLang="zh-CN" sz="2000" dirty="0">
              <a:latin typeface="Arial" panose="020B0604020202020204" pitchFamily="34" charset="0"/>
              <a:ea typeface="宋体" panose="02010600030101010101" pitchFamily="2" charset="-122"/>
            </a:endParaRPr>
          </a:p>
          <a:p>
            <a:pPr marL="0" lvl="0" indent="0">
              <a:spcBef>
                <a:spcPct val="0"/>
              </a:spcBef>
              <a:buClrTx/>
              <a:buSzTx/>
              <a:buFontTx/>
              <a:buNone/>
            </a:pPr>
            <a:endParaRPr lang="en-US" altLang="zh-CN" sz="2000" dirty="0">
              <a:latin typeface="Arial" panose="020B0604020202020204" pitchFamily="34" charset="0"/>
              <a:ea typeface="宋体" panose="02010600030101010101" pitchFamily="2" charset="-122"/>
            </a:endParaRPr>
          </a:p>
          <a:p>
            <a:pPr marL="0" lvl="0" indent="0">
              <a:spcBef>
                <a:spcPct val="0"/>
              </a:spcBef>
              <a:buClrTx/>
              <a:buSzTx/>
              <a:buFontTx/>
              <a:buNone/>
            </a:pPr>
            <a:r>
              <a:rPr lang="en-US" altLang="zh-CN" sz="2000" dirty="0">
                <a:latin typeface="Arial" panose="020B0604020202020204" pitchFamily="34" charset="0"/>
                <a:ea typeface="宋体" panose="02010600030101010101" pitchFamily="2" charset="-122"/>
              </a:rPr>
              <a:t>yes</a:t>
            </a:r>
            <a:endParaRPr lang="en-US" altLang="zh-CN" sz="2000" dirty="0">
              <a:latin typeface="Arial" panose="020B0604020202020204" pitchFamily="34" charset="0"/>
              <a:ea typeface="宋体" panose="02010600030101010101" pitchFamily="2" charset="-122"/>
            </a:endParaRPr>
          </a:p>
          <a:p>
            <a:pPr marL="0" lvl="0" indent="0">
              <a:spcBef>
                <a:spcPct val="0"/>
              </a:spcBef>
              <a:buClrTx/>
              <a:buSzTx/>
              <a:buFontTx/>
              <a:buNone/>
            </a:pPr>
            <a:endParaRPr lang="en-US" altLang="zh-CN" sz="2000" dirty="0">
              <a:latin typeface="Arial" panose="020B0604020202020204" pitchFamily="34" charset="0"/>
              <a:ea typeface="宋体" panose="02010600030101010101" pitchFamily="2" charset="-122"/>
            </a:endParaRPr>
          </a:p>
          <a:p>
            <a:pPr marL="0" lvl="0" indent="0">
              <a:spcBef>
                <a:spcPct val="0"/>
              </a:spcBef>
              <a:buClrTx/>
              <a:buSzTx/>
              <a:buFontTx/>
              <a:buNone/>
            </a:pPr>
            <a:r>
              <a:rPr lang="en-US" altLang="zh-CN" sz="2000" dirty="0">
                <a:latin typeface="Arial" panose="020B0604020202020204" pitchFamily="34" charset="0"/>
                <a:ea typeface="宋体" panose="02010600030101010101" pitchFamily="2" charset="-122"/>
              </a:rPr>
              <a:t>yes</a:t>
            </a:r>
            <a:endParaRPr lang="en-US" altLang="zh-CN" sz="2000" dirty="0">
              <a:latin typeface="Arial" panose="020B0604020202020204" pitchFamily="34" charset="0"/>
              <a:ea typeface="宋体" panose="02010600030101010101" pitchFamily="2" charset="-122"/>
            </a:endParaRPr>
          </a:p>
          <a:p>
            <a:pPr marL="0" lvl="0" indent="0">
              <a:spcBef>
                <a:spcPct val="0"/>
              </a:spcBef>
              <a:buClrTx/>
              <a:buSzTx/>
              <a:buFontTx/>
              <a:buNone/>
            </a:pPr>
            <a:endParaRPr lang="en-US" altLang="zh-CN" sz="2000" dirty="0">
              <a:latin typeface="Arial" panose="020B0604020202020204" pitchFamily="34" charset="0"/>
              <a:ea typeface="宋体" panose="02010600030101010101" pitchFamily="2" charset="-122"/>
            </a:endParaRPr>
          </a:p>
          <a:p>
            <a:pPr marL="0" lvl="0" indent="0">
              <a:spcBef>
                <a:spcPct val="0"/>
              </a:spcBef>
              <a:buClrTx/>
              <a:buSzTx/>
              <a:buFontTx/>
              <a:buNone/>
            </a:pPr>
            <a:r>
              <a:rPr lang="en-US" altLang="zh-CN" sz="2000" dirty="0">
                <a:latin typeface="Arial" panose="020B0604020202020204" pitchFamily="34" charset="0"/>
                <a:ea typeface="宋体" panose="02010600030101010101" pitchFamily="2" charset="-122"/>
              </a:rPr>
              <a:t>no</a:t>
            </a:r>
            <a:endParaRPr lang="en-US" altLang="zh-CN" sz="2000" dirty="0">
              <a:latin typeface="Arial" panose="020B0604020202020204" pitchFamily="34" charset="0"/>
              <a:ea typeface="宋体" panose="02010600030101010101" pitchFamily="2" charset="-122"/>
            </a:endParaRPr>
          </a:p>
          <a:p>
            <a:pPr marL="0" lvl="0" indent="0">
              <a:spcBef>
                <a:spcPct val="0"/>
              </a:spcBef>
              <a:buClrTx/>
              <a:buSzTx/>
              <a:buFontTx/>
              <a:buNone/>
            </a:pPr>
            <a:endParaRPr lang="en-US" altLang="zh-CN" sz="2000" dirty="0">
              <a:latin typeface="Arial" panose="020B0604020202020204" pitchFamily="34" charset="0"/>
              <a:ea typeface="宋体" panose="02010600030101010101" pitchFamily="2" charset="-122"/>
            </a:endParaRPr>
          </a:p>
          <a:p>
            <a:pPr marL="0" lvl="0" indent="0">
              <a:spcBef>
                <a:spcPct val="0"/>
              </a:spcBef>
              <a:buClrTx/>
              <a:buSzTx/>
              <a:buFontTx/>
              <a:buNone/>
            </a:pPr>
            <a:r>
              <a:rPr lang="en-US" altLang="zh-CN" sz="2000" dirty="0">
                <a:latin typeface="Arial" panose="020B0604020202020204" pitchFamily="34" charset="0"/>
                <a:ea typeface="宋体" panose="02010600030101010101" pitchFamily="2" charset="-122"/>
              </a:rPr>
              <a:t>no</a:t>
            </a:r>
            <a:endParaRPr lang="en-US" altLang="zh-CN" sz="2400" dirty="0">
              <a:latin typeface="Times New Roman" panose="02020603050405020304" pitchFamily="18" charset="0"/>
              <a:ea typeface="宋体" panose="02010600030101010101" pitchFamily="2" charset="-122"/>
            </a:endParaRPr>
          </a:p>
        </p:txBody>
      </p:sp>
      <p:sp>
        <p:nvSpPr>
          <p:cNvPr id="12304" name="Text Box 14"/>
          <p:cNvSpPr txBox="1"/>
          <p:nvPr/>
        </p:nvSpPr>
        <p:spPr>
          <a:xfrm>
            <a:off x="7281863" y="1525588"/>
            <a:ext cx="1481137" cy="37496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2000" dirty="0">
                <a:latin typeface="Arial" panose="020B0604020202020204" pitchFamily="34" charset="0"/>
                <a:ea typeface="宋体" panose="02010600030101010101" pitchFamily="2" charset="-122"/>
              </a:rPr>
              <a:t>Congestion</a:t>
            </a:r>
            <a:endParaRPr lang="en-US" altLang="zh-CN" sz="2000" dirty="0">
              <a:latin typeface="Arial" panose="020B0604020202020204" pitchFamily="34" charset="0"/>
              <a:ea typeface="宋体" panose="02010600030101010101" pitchFamily="2" charset="-122"/>
            </a:endParaRPr>
          </a:p>
          <a:p>
            <a:pPr marL="0" lvl="0" indent="0">
              <a:spcBef>
                <a:spcPct val="0"/>
              </a:spcBef>
              <a:buClrTx/>
              <a:buSzTx/>
              <a:buFontTx/>
              <a:buNone/>
            </a:pPr>
            <a:r>
              <a:rPr lang="en-US" altLang="zh-CN" sz="2000" dirty="0">
                <a:latin typeface="Arial" panose="020B0604020202020204" pitchFamily="34" charset="0"/>
                <a:ea typeface="宋体" panose="02010600030101010101" pitchFamily="2" charset="-122"/>
              </a:rPr>
              <a:t>feedback</a:t>
            </a:r>
            <a:endParaRPr lang="en-US" altLang="zh-CN" sz="2000" dirty="0">
              <a:latin typeface="Arial" panose="020B0604020202020204" pitchFamily="34" charset="0"/>
              <a:ea typeface="宋体" panose="02010600030101010101" pitchFamily="2" charset="-122"/>
            </a:endParaRPr>
          </a:p>
          <a:p>
            <a:pPr marL="0" lvl="0" indent="0">
              <a:spcBef>
                <a:spcPct val="0"/>
              </a:spcBef>
              <a:buClrTx/>
              <a:buSzTx/>
              <a:buFontTx/>
              <a:buNone/>
            </a:pPr>
            <a:endParaRPr lang="en-US" altLang="zh-CN" sz="2000" dirty="0">
              <a:latin typeface="Arial" panose="020B0604020202020204" pitchFamily="34" charset="0"/>
              <a:ea typeface="宋体" panose="02010600030101010101" pitchFamily="2" charset="-122"/>
            </a:endParaRPr>
          </a:p>
          <a:p>
            <a:pPr marL="0" lvl="0" indent="0">
              <a:spcBef>
                <a:spcPct val="0"/>
              </a:spcBef>
              <a:buClrTx/>
              <a:buSzTx/>
              <a:buFontTx/>
              <a:buNone/>
            </a:pPr>
            <a:r>
              <a:rPr lang="en-US" altLang="zh-CN" sz="2000" dirty="0">
                <a:latin typeface="Arial" panose="020B0604020202020204" pitchFamily="34" charset="0"/>
                <a:ea typeface="宋体" panose="02010600030101010101" pitchFamily="2" charset="-122"/>
              </a:rPr>
              <a:t>no (inferred</a:t>
            </a:r>
            <a:endParaRPr lang="en-US" altLang="zh-CN" sz="2000" dirty="0">
              <a:latin typeface="Arial" panose="020B0604020202020204" pitchFamily="34" charset="0"/>
              <a:ea typeface="宋体" panose="02010600030101010101" pitchFamily="2" charset="-122"/>
            </a:endParaRPr>
          </a:p>
          <a:p>
            <a:pPr marL="0" lvl="0" indent="0">
              <a:spcBef>
                <a:spcPct val="0"/>
              </a:spcBef>
              <a:buClrTx/>
              <a:buSzTx/>
              <a:buFontTx/>
              <a:buNone/>
            </a:pPr>
            <a:r>
              <a:rPr lang="en-US" altLang="zh-CN" sz="2000" dirty="0">
                <a:latin typeface="Arial" panose="020B0604020202020204" pitchFamily="34" charset="0"/>
                <a:ea typeface="宋体" panose="02010600030101010101" pitchFamily="2" charset="-122"/>
              </a:rPr>
              <a:t>via loss)</a:t>
            </a:r>
            <a:endParaRPr lang="en-US" altLang="zh-CN" sz="2000" dirty="0">
              <a:latin typeface="Arial" panose="020B0604020202020204" pitchFamily="34" charset="0"/>
              <a:ea typeface="宋体" panose="02010600030101010101" pitchFamily="2" charset="-122"/>
            </a:endParaRPr>
          </a:p>
          <a:p>
            <a:pPr marL="0" lvl="0" indent="0">
              <a:spcBef>
                <a:spcPct val="0"/>
              </a:spcBef>
              <a:buClrTx/>
              <a:buSzTx/>
              <a:buFontTx/>
              <a:buNone/>
            </a:pPr>
            <a:r>
              <a:rPr lang="en-US" altLang="zh-CN" sz="2000" dirty="0">
                <a:latin typeface="Arial" panose="020B0604020202020204" pitchFamily="34" charset="0"/>
                <a:ea typeface="宋体" panose="02010600030101010101" pitchFamily="2" charset="-122"/>
              </a:rPr>
              <a:t>no</a:t>
            </a:r>
            <a:endParaRPr lang="en-US" altLang="zh-CN" sz="2000" dirty="0">
              <a:latin typeface="Arial" panose="020B0604020202020204" pitchFamily="34" charset="0"/>
              <a:ea typeface="宋体" panose="02010600030101010101" pitchFamily="2" charset="-122"/>
            </a:endParaRPr>
          </a:p>
          <a:p>
            <a:pPr marL="0" lvl="0" indent="0">
              <a:spcBef>
                <a:spcPct val="0"/>
              </a:spcBef>
              <a:buClrTx/>
              <a:buSzTx/>
              <a:buFontTx/>
              <a:buNone/>
            </a:pPr>
            <a:r>
              <a:rPr lang="en-US" altLang="zh-CN" sz="2000" dirty="0">
                <a:latin typeface="Arial" panose="020B0604020202020204" pitchFamily="34" charset="0"/>
                <a:ea typeface="宋体" panose="02010600030101010101" pitchFamily="2" charset="-122"/>
              </a:rPr>
              <a:t>congestion</a:t>
            </a:r>
            <a:endParaRPr lang="en-US" altLang="zh-CN" sz="2000" dirty="0">
              <a:latin typeface="Arial" panose="020B0604020202020204" pitchFamily="34" charset="0"/>
              <a:ea typeface="宋体" panose="02010600030101010101" pitchFamily="2" charset="-122"/>
            </a:endParaRPr>
          </a:p>
          <a:p>
            <a:pPr marL="0" lvl="0" indent="0">
              <a:spcBef>
                <a:spcPct val="0"/>
              </a:spcBef>
              <a:buClrTx/>
              <a:buSzTx/>
              <a:buFontTx/>
              <a:buNone/>
            </a:pPr>
            <a:r>
              <a:rPr lang="en-US" altLang="zh-CN" sz="2000" dirty="0">
                <a:latin typeface="Arial" panose="020B0604020202020204" pitchFamily="34" charset="0"/>
                <a:ea typeface="宋体" panose="02010600030101010101" pitchFamily="2" charset="-122"/>
              </a:rPr>
              <a:t>no</a:t>
            </a:r>
            <a:endParaRPr lang="en-US" altLang="zh-CN" sz="2000" dirty="0">
              <a:latin typeface="Arial" panose="020B0604020202020204" pitchFamily="34" charset="0"/>
              <a:ea typeface="宋体" panose="02010600030101010101" pitchFamily="2" charset="-122"/>
            </a:endParaRPr>
          </a:p>
          <a:p>
            <a:pPr marL="0" lvl="0" indent="0">
              <a:spcBef>
                <a:spcPct val="0"/>
              </a:spcBef>
              <a:buClrTx/>
              <a:buSzTx/>
              <a:buFontTx/>
              <a:buNone/>
            </a:pPr>
            <a:r>
              <a:rPr lang="en-US" altLang="zh-CN" sz="2000" dirty="0">
                <a:latin typeface="Arial" panose="020B0604020202020204" pitchFamily="34" charset="0"/>
                <a:ea typeface="宋体" panose="02010600030101010101" pitchFamily="2" charset="-122"/>
              </a:rPr>
              <a:t>congestion</a:t>
            </a:r>
            <a:endParaRPr lang="en-US" altLang="zh-CN" sz="2000" dirty="0">
              <a:latin typeface="Arial" panose="020B0604020202020204" pitchFamily="34" charset="0"/>
              <a:ea typeface="宋体" panose="02010600030101010101" pitchFamily="2" charset="-122"/>
            </a:endParaRPr>
          </a:p>
          <a:p>
            <a:pPr marL="0" lvl="0" indent="0">
              <a:spcBef>
                <a:spcPct val="0"/>
              </a:spcBef>
              <a:buClrTx/>
              <a:buSzTx/>
              <a:buFontTx/>
              <a:buNone/>
            </a:pPr>
            <a:r>
              <a:rPr lang="en-US" altLang="zh-CN" sz="2000" dirty="0">
                <a:latin typeface="Arial" panose="020B0604020202020204" pitchFamily="34" charset="0"/>
                <a:ea typeface="宋体" panose="02010600030101010101" pitchFamily="2" charset="-122"/>
              </a:rPr>
              <a:t>yes</a:t>
            </a:r>
            <a:endParaRPr lang="en-US" altLang="zh-CN" sz="2000" dirty="0">
              <a:latin typeface="Arial" panose="020B0604020202020204" pitchFamily="34" charset="0"/>
              <a:ea typeface="宋体" panose="02010600030101010101" pitchFamily="2" charset="-122"/>
            </a:endParaRPr>
          </a:p>
          <a:p>
            <a:pPr marL="0" lvl="0" indent="0">
              <a:spcBef>
                <a:spcPct val="0"/>
              </a:spcBef>
              <a:buClrTx/>
              <a:buSzTx/>
              <a:buFontTx/>
              <a:buNone/>
            </a:pPr>
            <a:endParaRPr lang="en-US" altLang="zh-CN" sz="2000" dirty="0">
              <a:latin typeface="Arial" panose="020B0604020202020204" pitchFamily="34" charset="0"/>
              <a:ea typeface="宋体" panose="02010600030101010101" pitchFamily="2" charset="-122"/>
            </a:endParaRPr>
          </a:p>
          <a:p>
            <a:pPr marL="0" lvl="0" indent="0">
              <a:spcBef>
                <a:spcPct val="0"/>
              </a:spcBef>
              <a:buClrTx/>
              <a:buSzTx/>
              <a:buFontTx/>
              <a:buNone/>
            </a:pPr>
            <a:r>
              <a:rPr lang="en-US" altLang="zh-CN" sz="2000" dirty="0">
                <a:latin typeface="Arial" panose="020B0604020202020204" pitchFamily="34" charset="0"/>
                <a:ea typeface="宋体" panose="02010600030101010101" pitchFamily="2" charset="-122"/>
              </a:rPr>
              <a:t>no</a:t>
            </a:r>
            <a:endParaRPr lang="en-US" altLang="zh-CN" sz="2400" dirty="0">
              <a:latin typeface="Times New Roman" panose="02020603050405020304" pitchFamily="18" charset="0"/>
              <a:ea typeface="宋体" panose="02010600030101010101" pitchFamily="2" charset="-122"/>
            </a:endParaRPr>
          </a:p>
        </p:txBody>
      </p:sp>
      <p:sp>
        <p:nvSpPr>
          <p:cNvPr id="12305" name="Text Box 15"/>
          <p:cNvSpPr txBox="1"/>
          <p:nvPr/>
        </p:nvSpPr>
        <p:spPr>
          <a:xfrm>
            <a:off x="4672013" y="1374775"/>
            <a:ext cx="1720850"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2000" dirty="0">
                <a:latin typeface="Arial" panose="020B0604020202020204" pitchFamily="34" charset="0"/>
                <a:ea typeface="宋体" panose="02010600030101010101" pitchFamily="2" charset="-122"/>
              </a:rPr>
              <a:t>Guarantees ?</a:t>
            </a:r>
            <a:endParaRPr lang="en-US" altLang="zh-CN" sz="2400" dirty="0">
              <a:latin typeface="Times New Roman" panose="02020603050405020304" pitchFamily="18" charset="0"/>
              <a:ea typeface="宋体" panose="02010600030101010101" pitchFamily="2" charset="-122"/>
            </a:endParaRPr>
          </a:p>
        </p:txBody>
      </p:sp>
      <p:sp>
        <p:nvSpPr>
          <p:cNvPr id="12306" name="Line 16"/>
          <p:cNvSpPr/>
          <p:nvPr/>
        </p:nvSpPr>
        <p:spPr>
          <a:xfrm flipV="1">
            <a:off x="3390900" y="1800225"/>
            <a:ext cx="3733800" cy="0"/>
          </a:xfrm>
          <a:prstGeom prst="line">
            <a:avLst/>
          </a:prstGeom>
          <a:ln w="19050" cap="flat" cmpd="sng">
            <a:solidFill>
              <a:schemeClr val="accent2"/>
            </a:solidFill>
            <a:prstDash val="solid"/>
            <a:headEnd type="none" w="med" len="med"/>
            <a:tailEnd type="none" w="med" len="med"/>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页脚占位符 5"/>
          <p:cNvSpPr txBox="1">
            <a:spLocks noGrp="1"/>
          </p:cNvSpPr>
          <p:nvPr>
            <p:ph type="ftr" sz="quarter" idx="11"/>
          </p:nvPr>
        </p:nvSpPr>
        <p:spPr/>
        <p:txBody>
          <a:bodyPr/>
          <a:p>
            <a:pPr marL="0" indent="0" algn="r">
              <a:spcBef>
                <a:spcPct val="0"/>
              </a:spcBef>
              <a:buClrTx/>
              <a:buSzTx/>
              <a:buFontTx/>
              <a:buNone/>
            </a:pPr>
            <a:r>
              <a:rPr lang="en-US" altLang="zh-CN" sz="1400" dirty="0">
                <a:ea typeface="宋体" panose="02010600030101010101" pitchFamily="2" charset="-122"/>
              </a:rPr>
              <a:t>Network Layer</a:t>
            </a:r>
            <a:endParaRPr lang="en-US" altLang="zh-CN" sz="1400" dirty="0">
              <a:latin typeface="Times New Roman" panose="02020603050405020304" pitchFamily="18" charset="0"/>
              <a:ea typeface="宋体" panose="02010600030101010101" pitchFamily="2" charset="-122"/>
            </a:endParaRPr>
          </a:p>
        </p:txBody>
      </p:sp>
      <p:sp>
        <p:nvSpPr>
          <p:cNvPr id="13315" name="灯片编号占位符 6"/>
          <p:cNvSpPr txBox="1">
            <a:spLocks noGrp="1"/>
          </p:cNvSpPr>
          <p:nvPr>
            <p:ph type="sldNum" sz="quarter" idx="12"/>
          </p:nvPr>
        </p:nvSpPr>
        <p:spPr/>
        <p:txBody>
          <a:bodyPr/>
          <a:p>
            <a:pPr marL="0" indent="0" algn="r">
              <a:spcBef>
                <a:spcPct val="0"/>
              </a:spcBef>
              <a:buClrTx/>
              <a:buSzTx/>
              <a:buFontTx/>
              <a:buNone/>
            </a:pPr>
            <a:r>
              <a:rPr lang="en-US" altLang="zh-CN" sz="1400" dirty="0">
                <a:ea typeface="宋体" panose="02010600030101010101" pitchFamily="2" charset="-122"/>
              </a:rPr>
              <a:t>4-</a:t>
            </a: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13316" name="Rectangle 2"/>
          <p:cNvSpPr>
            <a:spLocks noGrp="1"/>
          </p:cNvSpPr>
          <p:nvPr>
            <p:ph type="title"/>
          </p:nvPr>
        </p:nvSpPr>
        <p:spPr/>
        <p:txBody>
          <a:bodyPr vert="horz" wrap="square" lIns="91440" tIns="45720" rIns="91440" bIns="45720" anchor="ctr" anchorCtr="0"/>
          <a:p>
            <a:r>
              <a:rPr lang="en-US" altLang="zh-CN" dirty="0">
                <a:ea typeface="宋体" panose="02010600030101010101" pitchFamily="2" charset="-122"/>
              </a:rPr>
              <a:t>Chapter 4: Network Layer</a:t>
            </a:r>
            <a:endParaRPr lang="en-US" altLang="zh-CN" dirty="0">
              <a:ea typeface="宋体" panose="02010600030101010101" pitchFamily="2" charset="-122"/>
            </a:endParaRPr>
          </a:p>
        </p:txBody>
      </p:sp>
      <p:sp>
        <p:nvSpPr>
          <p:cNvPr id="13317" name="Rectangle 3"/>
          <p:cNvSpPr>
            <a:spLocks noGrp="1"/>
          </p:cNvSpPr>
          <p:nvPr>
            <p:ph sz="half" idx="1"/>
          </p:nvPr>
        </p:nvSpPr>
        <p:spPr/>
        <p:txBody>
          <a:bodyPr vert="horz" wrap="square" lIns="91440" tIns="45720" rIns="91440" bIns="45720" anchor="t" anchorCtr="0"/>
          <a:p>
            <a:pPr>
              <a:buClr>
                <a:schemeClr val="accent2"/>
              </a:buClr>
              <a:buSzPct val="85000"/>
              <a:buFont typeface="ZapfDingbats"/>
            </a:pPr>
            <a:r>
              <a:rPr lang="en-US" altLang="zh-CN" sz="2400" dirty="0">
                <a:ea typeface="宋体" panose="02010600030101010101" pitchFamily="2" charset="-122"/>
              </a:rPr>
              <a:t>4. 1 Introduction</a:t>
            </a:r>
            <a:endParaRPr lang="en-US" altLang="zh-CN" sz="2400" dirty="0">
              <a:ea typeface="宋体" panose="02010600030101010101" pitchFamily="2" charset="-122"/>
            </a:endParaRPr>
          </a:p>
          <a:p>
            <a:pPr>
              <a:buClr>
                <a:schemeClr val="accent2"/>
              </a:buClr>
              <a:buSzPct val="85000"/>
              <a:buFont typeface="ZapfDingbats"/>
            </a:pPr>
            <a:r>
              <a:rPr lang="en-US" altLang="zh-CN" sz="2400" dirty="0">
                <a:solidFill>
                  <a:srgbClr val="FF0000"/>
                </a:solidFill>
                <a:ea typeface="宋体" panose="02010600030101010101" pitchFamily="2" charset="-122"/>
              </a:rPr>
              <a:t>4.2 Virtual circuit and datagram networks</a:t>
            </a:r>
            <a:endParaRPr lang="en-US" altLang="zh-CN" sz="2400" dirty="0">
              <a:solidFill>
                <a:srgbClr val="FF0000"/>
              </a:solidFill>
              <a:ea typeface="宋体" panose="02010600030101010101" pitchFamily="2" charset="-122"/>
            </a:endParaRPr>
          </a:p>
          <a:p>
            <a:pPr>
              <a:buClr>
                <a:schemeClr val="accent2"/>
              </a:buClr>
              <a:buSzPct val="85000"/>
              <a:buFont typeface="ZapfDingbats"/>
            </a:pPr>
            <a:r>
              <a:rPr lang="en-US" altLang="zh-CN" sz="2400" dirty="0">
                <a:ea typeface="宋体" panose="02010600030101010101" pitchFamily="2" charset="-122"/>
              </a:rPr>
              <a:t>4.3 What’s inside a router</a:t>
            </a:r>
            <a:endParaRPr lang="en-US" altLang="zh-CN" sz="2400" dirty="0">
              <a:ea typeface="宋体" panose="02010600030101010101" pitchFamily="2" charset="-122"/>
            </a:endParaRPr>
          </a:p>
          <a:p>
            <a:pPr>
              <a:buClr>
                <a:schemeClr val="accent2"/>
              </a:buClr>
              <a:buSzPct val="85000"/>
              <a:buFont typeface="ZapfDingbats"/>
            </a:pPr>
            <a:r>
              <a:rPr lang="en-US" altLang="zh-CN" sz="2400" dirty="0">
                <a:ea typeface="宋体" panose="02010600030101010101" pitchFamily="2" charset="-122"/>
              </a:rPr>
              <a:t>4.4 IP: Internet Protocol</a:t>
            </a:r>
            <a:endParaRPr lang="en-US" altLang="zh-CN" sz="24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Datagram format</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IPv4 addressing</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ICMP</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IPv6</a:t>
            </a:r>
            <a:endParaRPr lang="en-US" altLang="zh-CN" sz="2000" dirty="0">
              <a:ea typeface="宋体" panose="02010600030101010101" pitchFamily="2" charset="-122"/>
            </a:endParaRPr>
          </a:p>
        </p:txBody>
      </p:sp>
      <p:sp>
        <p:nvSpPr>
          <p:cNvPr id="13318" name="Rectangle 4"/>
          <p:cNvSpPr>
            <a:spLocks noGrp="1"/>
          </p:cNvSpPr>
          <p:nvPr>
            <p:ph sz="half" idx="2"/>
          </p:nvPr>
        </p:nvSpPr>
        <p:spPr/>
        <p:txBody>
          <a:bodyPr vert="horz" wrap="square" lIns="91440" tIns="45720" rIns="91440" bIns="45720" anchor="t" anchorCtr="0"/>
          <a:p>
            <a:pPr>
              <a:buClr>
                <a:schemeClr val="accent2"/>
              </a:buClr>
              <a:buSzPct val="85000"/>
              <a:buFont typeface="ZapfDingbats"/>
            </a:pPr>
            <a:r>
              <a:rPr lang="en-US" altLang="zh-CN" sz="2400" dirty="0">
                <a:ea typeface="宋体" panose="02010600030101010101" pitchFamily="2" charset="-122"/>
              </a:rPr>
              <a:t>4.5 Routing algorithms</a:t>
            </a:r>
            <a:endParaRPr lang="en-US" altLang="zh-CN" sz="24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Link state</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Distance Vector</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Hierarchical routing</a:t>
            </a:r>
            <a:endParaRPr lang="en-US" altLang="zh-CN" sz="2000" dirty="0">
              <a:ea typeface="宋体" panose="02010600030101010101" pitchFamily="2" charset="-122"/>
            </a:endParaRPr>
          </a:p>
          <a:p>
            <a:pPr>
              <a:buClr>
                <a:schemeClr val="accent2"/>
              </a:buClr>
              <a:buSzPct val="85000"/>
              <a:buFont typeface="ZapfDingbats"/>
            </a:pPr>
            <a:r>
              <a:rPr lang="en-US" altLang="zh-CN" sz="2400" dirty="0">
                <a:ea typeface="宋体" panose="02010600030101010101" pitchFamily="2" charset="-122"/>
              </a:rPr>
              <a:t>4.6 Routing in the Internet</a:t>
            </a:r>
            <a:endParaRPr lang="en-US" altLang="zh-CN" sz="24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RIP</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OSPF</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BGP</a:t>
            </a:r>
            <a:endParaRPr lang="en-US" altLang="zh-CN" sz="2000" dirty="0">
              <a:ea typeface="宋体" panose="02010600030101010101" pitchFamily="2" charset="-122"/>
            </a:endParaRPr>
          </a:p>
          <a:p>
            <a:pPr>
              <a:buClr>
                <a:schemeClr val="accent2"/>
              </a:buClr>
              <a:buSzPct val="85000"/>
              <a:buFont typeface="ZapfDingbats"/>
            </a:pPr>
            <a:r>
              <a:rPr lang="en-US" altLang="zh-CN" sz="2400" dirty="0">
                <a:ea typeface="宋体" panose="02010600030101010101" pitchFamily="2" charset="-122"/>
              </a:rPr>
              <a:t>4.7 Broadcast and multicast routing</a:t>
            </a:r>
            <a:endParaRPr lang="en-US" altLang="zh-CN" sz="2400" dirty="0">
              <a:ea typeface="宋体" panose="02010600030101010101" pitchFamily="2" charset="-122"/>
            </a:endParaRPr>
          </a:p>
          <a:p>
            <a:pPr>
              <a:buClr>
                <a:schemeClr val="accent2"/>
              </a:buClr>
              <a:buSzPct val="85000"/>
              <a:buFont typeface="ZapfDingbats"/>
            </a:pPr>
            <a:endParaRPr lang="en-US" altLang="zh-CN" sz="2400" dirty="0">
              <a:ea typeface="宋体" panose="02010600030101010101" pitchFamily="2"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页脚占位符 4"/>
          <p:cNvSpPr txBox="1">
            <a:spLocks noGrp="1"/>
          </p:cNvSpPr>
          <p:nvPr>
            <p:ph type="ftr" sz="quarter" idx="11"/>
          </p:nvPr>
        </p:nvSpPr>
        <p:spPr/>
        <p:txBody>
          <a:bodyPr/>
          <a:p>
            <a:pPr marL="0" indent="0" algn="r">
              <a:spcBef>
                <a:spcPct val="0"/>
              </a:spcBef>
              <a:buClrTx/>
              <a:buSzTx/>
              <a:buFontTx/>
              <a:buNone/>
            </a:pPr>
            <a:r>
              <a:rPr lang="en-US" altLang="zh-CN" sz="1400" dirty="0">
                <a:ea typeface="宋体" panose="02010600030101010101" pitchFamily="2" charset="-122"/>
              </a:rPr>
              <a:t>Network Layer</a:t>
            </a:r>
            <a:endParaRPr lang="en-US" altLang="zh-CN" sz="1400" dirty="0">
              <a:latin typeface="Times New Roman" panose="02020603050405020304" pitchFamily="18" charset="0"/>
              <a:ea typeface="宋体" panose="02010600030101010101" pitchFamily="2" charset="-122"/>
            </a:endParaRPr>
          </a:p>
        </p:txBody>
      </p:sp>
      <p:sp>
        <p:nvSpPr>
          <p:cNvPr id="14339" name="灯片编号占位符 5"/>
          <p:cNvSpPr txBox="1">
            <a:spLocks noGrp="1"/>
          </p:cNvSpPr>
          <p:nvPr>
            <p:ph type="sldNum" sz="quarter" idx="12"/>
          </p:nvPr>
        </p:nvSpPr>
        <p:spPr/>
        <p:txBody>
          <a:bodyPr/>
          <a:p>
            <a:pPr marL="0" indent="0" algn="r">
              <a:spcBef>
                <a:spcPct val="0"/>
              </a:spcBef>
              <a:buClrTx/>
              <a:buSzTx/>
              <a:buFontTx/>
              <a:buNone/>
            </a:pPr>
            <a:r>
              <a:rPr lang="en-US" altLang="zh-CN" sz="1400" dirty="0">
                <a:ea typeface="宋体" panose="02010600030101010101" pitchFamily="2" charset="-122"/>
              </a:rPr>
              <a:t>4-</a:t>
            </a: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14340" name="Rectangle 2"/>
          <p:cNvSpPr>
            <a:spLocks noGrp="1"/>
          </p:cNvSpPr>
          <p:nvPr>
            <p:ph type="title"/>
          </p:nvPr>
        </p:nvSpPr>
        <p:spPr/>
        <p:txBody>
          <a:bodyPr vert="horz" wrap="square" lIns="91440" tIns="45720" rIns="91440" bIns="45720" anchor="ctr" anchorCtr="0"/>
          <a:p>
            <a:r>
              <a:rPr lang="en-US" altLang="zh-CN" sz="3600" dirty="0">
                <a:ea typeface="宋体" panose="02010600030101010101" pitchFamily="2" charset="-122"/>
              </a:rPr>
              <a:t>Network layer connection and connection-less service</a:t>
            </a:r>
            <a:endParaRPr lang="en-US" altLang="zh-CN" sz="3600" dirty="0">
              <a:ea typeface="宋体" panose="02010600030101010101" pitchFamily="2" charset="-122"/>
            </a:endParaRPr>
          </a:p>
        </p:txBody>
      </p:sp>
      <p:sp>
        <p:nvSpPr>
          <p:cNvPr id="14341" name="Rectangle 3"/>
          <p:cNvSpPr>
            <a:spLocks noGrp="1"/>
          </p:cNvSpPr>
          <p:nvPr>
            <p:ph idx="1"/>
          </p:nvPr>
        </p:nvSpPr>
        <p:spPr/>
        <p:txBody>
          <a:bodyPr vert="horz" wrap="square" lIns="91440" tIns="45720" rIns="91440" bIns="45720" anchor="t" anchorCtr="0"/>
          <a:p>
            <a:r>
              <a:rPr lang="en-US" altLang="zh-CN" dirty="0">
                <a:ea typeface="宋体" panose="02010600030101010101" pitchFamily="2" charset="-122"/>
              </a:rPr>
              <a:t>datagram network provides network-layer connectionless service</a:t>
            </a:r>
            <a:endParaRPr lang="en-US" altLang="zh-CN" dirty="0">
              <a:ea typeface="宋体" panose="02010600030101010101" pitchFamily="2" charset="-122"/>
            </a:endParaRPr>
          </a:p>
          <a:p>
            <a:r>
              <a:rPr lang="en-US" altLang="zh-CN" dirty="0">
                <a:ea typeface="宋体" panose="02010600030101010101" pitchFamily="2" charset="-122"/>
              </a:rPr>
              <a:t>VC network provides network-layer connection service</a:t>
            </a:r>
            <a:endParaRPr lang="en-US" altLang="zh-CN" dirty="0">
              <a:ea typeface="宋体" panose="02010600030101010101" pitchFamily="2" charset="-122"/>
            </a:endParaRPr>
          </a:p>
          <a:p>
            <a:r>
              <a:rPr lang="en-US" altLang="zh-CN" dirty="0">
                <a:ea typeface="宋体" panose="02010600030101010101" pitchFamily="2" charset="-122"/>
              </a:rPr>
              <a:t>analogous to the transport-layer services, but:</a:t>
            </a:r>
            <a:endParaRPr lang="en-US" altLang="zh-CN" dirty="0">
              <a:ea typeface="宋体" panose="02010600030101010101" pitchFamily="2" charset="-122"/>
            </a:endParaRPr>
          </a:p>
          <a:p>
            <a:pPr lvl="1"/>
            <a:r>
              <a:rPr lang="en-US" altLang="zh-CN" dirty="0">
                <a:solidFill>
                  <a:srgbClr val="FF0000"/>
                </a:solidFill>
                <a:ea typeface="宋体" panose="02010600030101010101" pitchFamily="2" charset="-122"/>
              </a:rPr>
              <a:t>service: </a:t>
            </a:r>
            <a:r>
              <a:rPr lang="en-US" altLang="zh-CN" dirty="0">
                <a:ea typeface="宋体" panose="02010600030101010101" pitchFamily="2" charset="-122"/>
              </a:rPr>
              <a:t>host-to-host</a:t>
            </a:r>
            <a:endParaRPr lang="en-US" altLang="zh-CN" dirty="0">
              <a:ea typeface="宋体" panose="02010600030101010101" pitchFamily="2" charset="-122"/>
            </a:endParaRPr>
          </a:p>
          <a:p>
            <a:pPr lvl="1"/>
            <a:r>
              <a:rPr lang="en-US" altLang="zh-CN" dirty="0">
                <a:solidFill>
                  <a:srgbClr val="FF0000"/>
                </a:solidFill>
                <a:ea typeface="宋体" panose="02010600030101010101" pitchFamily="2" charset="-122"/>
              </a:rPr>
              <a:t>no choice: </a:t>
            </a:r>
            <a:r>
              <a:rPr lang="en-US" altLang="zh-CN" dirty="0">
                <a:ea typeface="宋体" panose="02010600030101010101" pitchFamily="2" charset="-122"/>
              </a:rPr>
              <a:t>network provides one or the other</a:t>
            </a:r>
            <a:endParaRPr lang="en-US" altLang="zh-CN" dirty="0">
              <a:ea typeface="宋体" panose="02010600030101010101" pitchFamily="2" charset="-122"/>
            </a:endParaRPr>
          </a:p>
          <a:p>
            <a:pPr lvl="1"/>
            <a:r>
              <a:rPr lang="en-US" altLang="zh-CN" dirty="0">
                <a:solidFill>
                  <a:srgbClr val="FF0000"/>
                </a:solidFill>
                <a:ea typeface="宋体" panose="02010600030101010101" pitchFamily="2" charset="-122"/>
              </a:rPr>
              <a:t>implementation: </a:t>
            </a:r>
            <a:r>
              <a:rPr lang="en-US" altLang="zh-CN" dirty="0">
                <a:ea typeface="宋体" panose="02010600030101010101" pitchFamily="2" charset="-122"/>
              </a:rPr>
              <a:t>in network core</a:t>
            </a:r>
            <a:endParaRPr lang="en-US" altLang="zh-CN" dirty="0">
              <a:ea typeface="宋体" panose="02010600030101010101" pitchFamily="2"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页脚占位符 5"/>
          <p:cNvSpPr txBox="1">
            <a:spLocks noGrp="1"/>
          </p:cNvSpPr>
          <p:nvPr>
            <p:ph type="ftr" sz="quarter" idx="11"/>
          </p:nvPr>
        </p:nvSpPr>
        <p:spPr/>
        <p:txBody>
          <a:bodyPr/>
          <a:p>
            <a:pPr marL="0" indent="0" algn="r">
              <a:spcBef>
                <a:spcPct val="0"/>
              </a:spcBef>
              <a:buClrTx/>
              <a:buSzTx/>
              <a:buFontTx/>
              <a:buNone/>
            </a:pPr>
            <a:r>
              <a:rPr lang="en-US" altLang="zh-CN" sz="1400" dirty="0">
                <a:ea typeface="宋体" panose="02010600030101010101" pitchFamily="2" charset="-122"/>
              </a:rPr>
              <a:t>Network Layer</a:t>
            </a:r>
            <a:endParaRPr lang="en-US" altLang="zh-CN" sz="1400" dirty="0">
              <a:latin typeface="Times New Roman" panose="02020603050405020304" pitchFamily="18" charset="0"/>
              <a:ea typeface="宋体" panose="02010600030101010101" pitchFamily="2" charset="-122"/>
            </a:endParaRPr>
          </a:p>
        </p:txBody>
      </p:sp>
      <p:sp>
        <p:nvSpPr>
          <p:cNvPr id="19459" name="灯片编号占位符 6"/>
          <p:cNvSpPr txBox="1">
            <a:spLocks noGrp="1"/>
          </p:cNvSpPr>
          <p:nvPr>
            <p:ph type="sldNum" sz="quarter" idx="12"/>
          </p:nvPr>
        </p:nvSpPr>
        <p:spPr/>
        <p:txBody>
          <a:bodyPr/>
          <a:p>
            <a:pPr marL="0" indent="0" algn="r">
              <a:spcBef>
                <a:spcPct val="0"/>
              </a:spcBef>
              <a:buClrTx/>
              <a:buSzTx/>
              <a:buFontTx/>
              <a:buNone/>
            </a:pPr>
            <a:r>
              <a:rPr lang="en-US" altLang="zh-CN" sz="1400" dirty="0">
                <a:ea typeface="宋体" panose="02010600030101010101" pitchFamily="2" charset="-122"/>
              </a:rPr>
              <a:t>4-</a:t>
            </a: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19460" name="Rectangle 2"/>
          <p:cNvSpPr>
            <a:spLocks noGrp="1"/>
          </p:cNvSpPr>
          <p:nvPr>
            <p:ph type="title"/>
          </p:nvPr>
        </p:nvSpPr>
        <p:spPr>
          <a:xfrm>
            <a:off x="519113" y="0"/>
            <a:ext cx="7772400" cy="1143000"/>
          </a:xfrm>
        </p:spPr>
        <p:txBody>
          <a:bodyPr vert="horz" wrap="square" lIns="91440" tIns="45720" rIns="91440" bIns="45720" anchor="ctr" anchorCtr="0"/>
          <a:p>
            <a:r>
              <a:rPr lang="en-US" altLang="zh-CN" sz="3600" dirty="0">
                <a:ea typeface="宋体" panose="02010600030101010101" pitchFamily="2" charset="-122"/>
              </a:rPr>
              <a:t>Datagram networks</a:t>
            </a:r>
            <a:endParaRPr lang="en-US" altLang="zh-CN" dirty="0">
              <a:ea typeface="宋体" panose="02010600030101010101" pitchFamily="2" charset="-122"/>
            </a:endParaRPr>
          </a:p>
        </p:txBody>
      </p:sp>
      <p:sp>
        <p:nvSpPr>
          <p:cNvPr id="19461" name="Rectangle 3"/>
          <p:cNvSpPr>
            <a:spLocks noGrp="1"/>
          </p:cNvSpPr>
          <p:nvPr>
            <p:ph sz="half" idx="1"/>
          </p:nvPr>
        </p:nvSpPr>
        <p:spPr>
          <a:xfrm>
            <a:off x="568325" y="1038225"/>
            <a:ext cx="7781925" cy="2276475"/>
          </a:xfrm>
        </p:spPr>
        <p:txBody>
          <a:bodyPr vert="horz" wrap="square" lIns="91440" tIns="45720" rIns="91440" bIns="45720" anchor="t" anchorCtr="0"/>
          <a:p>
            <a:pPr>
              <a:buClr>
                <a:schemeClr val="accent2"/>
              </a:buClr>
              <a:buSzPct val="85000"/>
              <a:buFont typeface="ZapfDingbats"/>
            </a:pPr>
            <a:r>
              <a:rPr lang="en-US" altLang="zh-CN" sz="2400" dirty="0">
                <a:ea typeface="宋体" panose="02010600030101010101" pitchFamily="2" charset="-122"/>
              </a:rPr>
              <a:t>no call setup at network layer</a:t>
            </a:r>
            <a:endParaRPr lang="en-US" altLang="zh-CN" sz="2400" dirty="0">
              <a:ea typeface="宋体" panose="02010600030101010101" pitchFamily="2" charset="-122"/>
            </a:endParaRPr>
          </a:p>
          <a:p>
            <a:pPr>
              <a:buClr>
                <a:schemeClr val="accent2"/>
              </a:buClr>
              <a:buSzPct val="85000"/>
              <a:buFont typeface="ZapfDingbats"/>
            </a:pPr>
            <a:r>
              <a:rPr lang="en-US" altLang="zh-CN" sz="2400" dirty="0">
                <a:ea typeface="宋体" panose="02010600030101010101" pitchFamily="2" charset="-122"/>
              </a:rPr>
              <a:t>routers: no state about end-to-end connections</a:t>
            </a:r>
            <a:endParaRPr lang="en-US" altLang="zh-CN" sz="24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no network-level concept of “connection”</a:t>
            </a:r>
            <a:endParaRPr lang="en-US" altLang="zh-CN" sz="2000" dirty="0">
              <a:ea typeface="宋体" panose="02010600030101010101" pitchFamily="2" charset="-122"/>
            </a:endParaRPr>
          </a:p>
          <a:p>
            <a:pPr>
              <a:buClr>
                <a:schemeClr val="accent2"/>
              </a:buClr>
              <a:buSzPct val="85000"/>
              <a:buFont typeface="ZapfDingbats"/>
            </a:pPr>
            <a:r>
              <a:rPr lang="en-US" altLang="zh-CN" sz="2400" dirty="0">
                <a:ea typeface="宋体" panose="02010600030101010101" pitchFamily="2" charset="-122"/>
              </a:rPr>
              <a:t>packets forwarded using destination host address</a:t>
            </a:r>
            <a:endParaRPr lang="en-US" altLang="zh-CN" sz="24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packets between same source-dest pair may take different paths</a:t>
            </a:r>
            <a:endParaRPr lang="en-US" altLang="zh-CN" sz="2000" dirty="0">
              <a:ea typeface="宋体" panose="02010600030101010101" pitchFamily="2" charset="-122"/>
            </a:endParaRPr>
          </a:p>
        </p:txBody>
      </p:sp>
      <p:sp>
        <p:nvSpPr>
          <p:cNvPr id="19462" name="Line 5"/>
          <p:cNvSpPr/>
          <p:nvPr/>
        </p:nvSpPr>
        <p:spPr>
          <a:xfrm rot="5400000" flipV="1">
            <a:off x="2706688" y="4821238"/>
            <a:ext cx="6350" cy="1577975"/>
          </a:xfrm>
          <a:prstGeom prst="line">
            <a:avLst/>
          </a:prstGeom>
          <a:ln w="12700" cap="flat" cmpd="sng">
            <a:solidFill>
              <a:schemeClr val="tx1"/>
            </a:solidFill>
            <a:prstDash val="solid"/>
            <a:headEnd type="none" w="med" len="med"/>
            <a:tailEnd type="none" w="med" len="med"/>
          </a:ln>
        </p:spPr>
      </p:sp>
      <p:grpSp>
        <p:nvGrpSpPr>
          <p:cNvPr id="19463" name="Group 91"/>
          <p:cNvGrpSpPr/>
          <p:nvPr/>
        </p:nvGrpSpPr>
        <p:grpSpPr>
          <a:xfrm>
            <a:off x="479425" y="3741738"/>
            <a:ext cx="1566863" cy="1987550"/>
            <a:chOff x="2366" y="929"/>
            <a:chExt cx="987" cy="1252"/>
          </a:xfrm>
        </p:grpSpPr>
        <p:graphicFrame>
          <p:nvGraphicFramePr>
            <p:cNvPr id="19596" name="Object 92"/>
            <p:cNvGraphicFramePr>
              <a:graphicFrameLocks noChangeAspect="1"/>
            </p:cNvGraphicFramePr>
            <p:nvPr/>
          </p:nvGraphicFramePr>
          <p:xfrm>
            <a:off x="2741" y="929"/>
            <a:ext cx="333" cy="264"/>
          </p:xfrm>
          <a:graphic>
            <a:graphicData uri="http://schemas.openxmlformats.org/presentationml/2006/ole">
              <mc:AlternateContent xmlns:mc="http://schemas.openxmlformats.org/markup-compatibility/2006">
                <mc:Choice xmlns:v="urn:schemas-microsoft-com:vml" Requires="v">
                  <p:oleObj spid="_x0000_s3081" name="" r:id="rId1" imgW="1307465" imgH="1083945" progId="MS_ClipArt_Gallery.2">
                    <p:embed/>
                  </p:oleObj>
                </mc:Choice>
                <mc:Fallback>
                  <p:oleObj name="" r:id="rId1" imgW="1307465" imgH="1083945" progId="MS_ClipArt_Gallery.2">
                    <p:embed/>
                    <p:pic>
                      <p:nvPicPr>
                        <p:cNvPr id="0" name="图片 3080"/>
                        <p:cNvPicPr/>
                        <p:nvPr/>
                      </p:nvPicPr>
                      <p:blipFill>
                        <a:blip r:embed="rId2"/>
                        <a:stretch>
                          <a:fillRect/>
                        </a:stretch>
                      </p:blipFill>
                      <p:spPr>
                        <a:xfrm>
                          <a:off x="2741" y="929"/>
                          <a:ext cx="333" cy="264"/>
                        </a:xfrm>
                        <a:prstGeom prst="rect">
                          <a:avLst/>
                        </a:prstGeom>
                        <a:noFill/>
                        <a:ln w="38100">
                          <a:noFill/>
                          <a:miter/>
                        </a:ln>
                      </p:spPr>
                    </p:pic>
                  </p:oleObj>
                </mc:Fallback>
              </mc:AlternateContent>
            </a:graphicData>
          </a:graphic>
        </p:graphicFrame>
        <p:grpSp>
          <p:nvGrpSpPr>
            <p:cNvPr id="19597" name="Group 93"/>
            <p:cNvGrpSpPr/>
            <p:nvPr/>
          </p:nvGrpSpPr>
          <p:grpSpPr>
            <a:xfrm>
              <a:off x="2366" y="1145"/>
              <a:ext cx="987" cy="1036"/>
              <a:chOff x="2956" y="969"/>
              <a:chExt cx="513" cy="529"/>
            </a:xfrm>
          </p:grpSpPr>
          <p:sp>
            <p:nvSpPr>
              <p:cNvPr id="19598" name="Rectangle 94"/>
              <p:cNvSpPr/>
              <p:nvPr/>
            </p:nvSpPr>
            <p:spPr>
              <a:xfrm>
                <a:off x="3018" y="969"/>
                <a:ext cx="426" cy="489"/>
              </a:xfrm>
              <a:prstGeom prst="rect">
                <a:avLst/>
              </a:prstGeom>
              <a:solidFill>
                <a:schemeClr val="accent2"/>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9599" name="Rectangle 95"/>
              <p:cNvSpPr/>
              <p:nvPr/>
            </p:nvSpPr>
            <p:spPr>
              <a:xfrm>
                <a:off x="2997" y="984"/>
                <a:ext cx="435" cy="504"/>
              </a:xfrm>
              <a:prstGeom prst="rect">
                <a:avLst/>
              </a:prstGeom>
              <a:solidFill>
                <a:schemeClr val="bg1"/>
              </a:solidFill>
              <a:ln w="1270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9600" name="Rectangle 96"/>
              <p:cNvSpPr/>
              <p:nvPr/>
            </p:nvSpPr>
            <p:spPr>
              <a:xfrm>
                <a:off x="3000" y="1185"/>
                <a:ext cx="432" cy="108"/>
              </a:xfrm>
              <a:prstGeom prst="rect">
                <a:avLst/>
              </a:prstGeom>
              <a:solidFill>
                <a:srgbClr val="FF0000"/>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9601" name="Text Box 97"/>
              <p:cNvSpPr txBox="1"/>
              <p:nvPr/>
            </p:nvSpPr>
            <p:spPr>
              <a:xfrm>
                <a:off x="2956" y="978"/>
                <a:ext cx="513" cy="52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000" dirty="0">
                    <a:ea typeface="宋体" panose="02010600030101010101" pitchFamily="2" charset="-122"/>
                  </a:rPr>
                  <a:t>application</a:t>
                </a:r>
                <a:endParaRPr lang="en-US" altLang="zh-CN" sz="2000" dirty="0">
                  <a:ea typeface="宋体" panose="02010600030101010101" pitchFamily="2" charset="-122"/>
                </a:endParaRPr>
              </a:p>
              <a:p>
                <a:pPr marL="0" lvl="0" indent="0" algn="ctr">
                  <a:spcBef>
                    <a:spcPct val="0"/>
                  </a:spcBef>
                  <a:buClrTx/>
                  <a:buSzTx/>
                  <a:buFontTx/>
                  <a:buNone/>
                </a:pPr>
                <a:r>
                  <a:rPr lang="en-US" altLang="zh-CN" sz="2000" dirty="0">
                    <a:ea typeface="宋体" panose="02010600030101010101" pitchFamily="2" charset="-122"/>
                  </a:rPr>
                  <a:t>transport</a:t>
                </a:r>
                <a:endParaRPr lang="en-US" altLang="zh-CN" sz="2000" dirty="0">
                  <a:ea typeface="宋体" panose="02010600030101010101" pitchFamily="2" charset="-122"/>
                </a:endParaRPr>
              </a:p>
              <a:p>
                <a:pPr marL="0" lvl="0" indent="0" algn="ctr">
                  <a:spcBef>
                    <a:spcPct val="0"/>
                  </a:spcBef>
                  <a:buClrTx/>
                  <a:buSzTx/>
                  <a:buFontTx/>
                  <a:buNone/>
                </a:pPr>
                <a:r>
                  <a:rPr lang="en-US" altLang="zh-CN" sz="2000" dirty="0">
                    <a:solidFill>
                      <a:schemeClr val="bg1"/>
                    </a:solidFill>
                    <a:ea typeface="宋体" panose="02010600030101010101" pitchFamily="2" charset="-122"/>
                  </a:rPr>
                  <a:t>network</a:t>
                </a:r>
                <a:endParaRPr lang="en-US" altLang="zh-CN" sz="2000" dirty="0">
                  <a:ea typeface="宋体" panose="02010600030101010101" pitchFamily="2" charset="-122"/>
                </a:endParaRPr>
              </a:p>
              <a:p>
                <a:pPr marL="0" lvl="0" indent="0" algn="ctr">
                  <a:spcBef>
                    <a:spcPct val="0"/>
                  </a:spcBef>
                  <a:buClrTx/>
                  <a:buSzTx/>
                  <a:buFontTx/>
                  <a:buNone/>
                </a:pPr>
                <a:r>
                  <a:rPr lang="en-US" altLang="zh-CN" sz="2000" dirty="0">
                    <a:ea typeface="宋体" panose="02010600030101010101" pitchFamily="2" charset="-122"/>
                  </a:rPr>
                  <a:t>data link</a:t>
                </a:r>
                <a:endParaRPr lang="en-US" altLang="zh-CN" sz="2000" dirty="0">
                  <a:ea typeface="宋体" panose="02010600030101010101" pitchFamily="2" charset="-122"/>
                </a:endParaRPr>
              </a:p>
              <a:p>
                <a:pPr marL="0" lvl="0" indent="0" algn="ctr">
                  <a:spcBef>
                    <a:spcPct val="0"/>
                  </a:spcBef>
                  <a:buClrTx/>
                  <a:buSzTx/>
                  <a:buFontTx/>
                  <a:buNone/>
                </a:pPr>
                <a:r>
                  <a:rPr lang="en-US" altLang="zh-CN" sz="2000" dirty="0">
                    <a:ea typeface="宋体" panose="02010600030101010101" pitchFamily="2" charset="-122"/>
                  </a:rPr>
                  <a:t>physical</a:t>
                </a:r>
                <a:endParaRPr lang="en-US" altLang="zh-CN" sz="2000" dirty="0">
                  <a:latin typeface="Times New Roman" panose="02020603050405020304" pitchFamily="18" charset="0"/>
                  <a:ea typeface="宋体" panose="02010600030101010101" pitchFamily="2" charset="-122"/>
                </a:endParaRPr>
              </a:p>
            </p:txBody>
          </p:sp>
          <p:sp>
            <p:nvSpPr>
              <p:cNvPr id="19602" name="Line 98"/>
              <p:cNvSpPr/>
              <p:nvPr/>
            </p:nvSpPr>
            <p:spPr>
              <a:xfrm>
                <a:off x="2997" y="1194"/>
                <a:ext cx="435" cy="3"/>
              </a:xfrm>
              <a:prstGeom prst="line">
                <a:avLst/>
              </a:prstGeom>
              <a:ln w="12700" cap="flat" cmpd="sng">
                <a:solidFill>
                  <a:schemeClr val="tx1"/>
                </a:solidFill>
                <a:prstDash val="solid"/>
                <a:headEnd type="none" w="med" len="med"/>
                <a:tailEnd type="none" w="med" len="med"/>
              </a:ln>
            </p:spPr>
          </p:sp>
          <p:sp>
            <p:nvSpPr>
              <p:cNvPr id="19603" name="Line 99"/>
              <p:cNvSpPr/>
              <p:nvPr/>
            </p:nvSpPr>
            <p:spPr>
              <a:xfrm>
                <a:off x="3003" y="1290"/>
                <a:ext cx="435" cy="3"/>
              </a:xfrm>
              <a:prstGeom prst="line">
                <a:avLst/>
              </a:prstGeom>
              <a:ln w="12700" cap="flat" cmpd="sng">
                <a:solidFill>
                  <a:schemeClr val="tx1"/>
                </a:solidFill>
                <a:prstDash val="solid"/>
                <a:headEnd type="none" w="med" len="med"/>
                <a:tailEnd type="none" w="med" len="med"/>
              </a:ln>
            </p:spPr>
          </p:sp>
          <p:sp>
            <p:nvSpPr>
              <p:cNvPr id="19604" name="Line 100"/>
              <p:cNvSpPr/>
              <p:nvPr/>
            </p:nvSpPr>
            <p:spPr>
              <a:xfrm>
                <a:off x="3003" y="1374"/>
                <a:ext cx="435" cy="3"/>
              </a:xfrm>
              <a:prstGeom prst="line">
                <a:avLst/>
              </a:prstGeom>
              <a:ln w="12700" cap="flat" cmpd="sng">
                <a:solidFill>
                  <a:schemeClr val="tx1"/>
                </a:solidFill>
                <a:prstDash val="solid"/>
                <a:headEnd type="none" w="med" len="med"/>
                <a:tailEnd type="none" w="med" len="med"/>
              </a:ln>
            </p:spPr>
          </p:sp>
          <p:sp>
            <p:nvSpPr>
              <p:cNvPr id="19605" name="Line 101"/>
              <p:cNvSpPr/>
              <p:nvPr/>
            </p:nvSpPr>
            <p:spPr>
              <a:xfrm>
                <a:off x="3003" y="1092"/>
                <a:ext cx="435" cy="3"/>
              </a:xfrm>
              <a:prstGeom prst="line">
                <a:avLst/>
              </a:prstGeom>
              <a:ln w="12700" cap="flat" cmpd="sng">
                <a:solidFill>
                  <a:schemeClr val="tx1"/>
                </a:solidFill>
                <a:prstDash val="solid"/>
                <a:headEnd type="none" w="med" len="med"/>
                <a:tailEnd type="none" w="med" len="med"/>
              </a:ln>
            </p:spPr>
          </p:sp>
        </p:grpSp>
      </p:grpSp>
      <p:graphicFrame>
        <p:nvGraphicFramePr>
          <p:cNvPr id="19464" name="Object 109"/>
          <p:cNvGraphicFramePr>
            <a:graphicFrameLocks noChangeAspect="1"/>
          </p:cNvGraphicFramePr>
          <p:nvPr/>
        </p:nvGraphicFramePr>
        <p:xfrm>
          <a:off x="7856538" y="3913188"/>
          <a:ext cx="528637" cy="419100"/>
        </p:xfrm>
        <a:graphic>
          <a:graphicData uri="http://schemas.openxmlformats.org/presentationml/2006/ole">
            <mc:AlternateContent xmlns:mc="http://schemas.openxmlformats.org/markup-compatibility/2006">
              <mc:Choice xmlns:v="urn:schemas-microsoft-com:vml" Requires="v">
                <p:oleObj spid="_x0000_s3080" name="" r:id="rId3" imgW="1307465" imgH="1083945" progId="MS_ClipArt_Gallery.2">
                  <p:embed/>
                </p:oleObj>
              </mc:Choice>
              <mc:Fallback>
                <p:oleObj name="" r:id="rId3" imgW="1307465" imgH="1083945" progId="MS_ClipArt_Gallery.2">
                  <p:embed/>
                  <p:pic>
                    <p:nvPicPr>
                      <p:cNvPr id="0" name="图片 3079"/>
                      <p:cNvPicPr/>
                      <p:nvPr/>
                    </p:nvPicPr>
                    <p:blipFill>
                      <a:blip r:embed="rId2"/>
                      <a:stretch>
                        <a:fillRect/>
                      </a:stretch>
                    </p:blipFill>
                    <p:spPr>
                      <a:xfrm>
                        <a:off x="7856538" y="3913188"/>
                        <a:ext cx="528637" cy="419100"/>
                      </a:xfrm>
                      <a:prstGeom prst="rect">
                        <a:avLst/>
                      </a:prstGeom>
                      <a:noFill/>
                      <a:ln w="38100">
                        <a:noFill/>
                        <a:miter/>
                      </a:ln>
                    </p:spPr>
                  </p:pic>
                </p:oleObj>
              </mc:Fallback>
            </mc:AlternateContent>
          </a:graphicData>
        </a:graphic>
      </p:graphicFrame>
      <p:grpSp>
        <p:nvGrpSpPr>
          <p:cNvPr id="19465" name="Group 110"/>
          <p:cNvGrpSpPr/>
          <p:nvPr/>
        </p:nvGrpSpPr>
        <p:grpSpPr>
          <a:xfrm>
            <a:off x="7261225" y="4256088"/>
            <a:ext cx="1566863" cy="1644650"/>
            <a:chOff x="2956" y="969"/>
            <a:chExt cx="513" cy="529"/>
          </a:xfrm>
        </p:grpSpPr>
        <p:sp>
          <p:nvSpPr>
            <p:cNvPr id="19588" name="Rectangle 111"/>
            <p:cNvSpPr/>
            <p:nvPr/>
          </p:nvSpPr>
          <p:spPr>
            <a:xfrm>
              <a:off x="3018" y="969"/>
              <a:ext cx="426" cy="489"/>
            </a:xfrm>
            <a:prstGeom prst="rect">
              <a:avLst/>
            </a:prstGeom>
            <a:solidFill>
              <a:schemeClr val="accent2"/>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9589" name="Rectangle 112"/>
            <p:cNvSpPr/>
            <p:nvPr/>
          </p:nvSpPr>
          <p:spPr>
            <a:xfrm>
              <a:off x="2997" y="984"/>
              <a:ext cx="435" cy="504"/>
            </a:xfrm>
            <a:prstGeom prst="rect">
              <a:avLst/>
            </a:prstGeom>
            <a:solidFill>
              <a:schemeClr val="bg1"/>
            </a:solidFill>
            <a:ln w="1270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9590" name="Rectangle 113"/>
            <p:cNvSpPr/>
            <p:nvPr/>
          </p:nvSpPr>
          <p:spPr>
            <a:xfrm>
              <a:off x="3000" y="1185"/>
              <a:ext cx="432" cy="108"/>
            </a:xfrm>
            <a:prstGeom prst="rect">
              <a:avLst/>
            </a:prstGeom>
            <a:solidFill>
              <a:srgbClr val="FF0000"/>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9591" name="Text Box 114"/>
            <p:cNvSpPr txBox="1"/>
            <p:nvPr/>
          </p:nvSpPr>
          <p:spPr>
            <a:xfrm>
              <a:off x="2956" y="978"/>
              <a:ext cx="513" cy="52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000" dirty="0">
                  <a:ea typeface="宋体" panose="02010600030101010101" pitchFamily="2" charset="-122"/>
                </a:rPr>
                <a:t>application</a:t>
              </a:r>
              <a:endParaRPr lang="en-US" altLang="zh-CN" sz="2000" dirty="0">
                <a:ea typeface="宋体" panose="02010600030101010101" pitchFamily="2" charset="-122"/>
              </a:endParaRPr>
            </a:p>
            <a:p>
              <a:pPr marL="0" lvl="0" indent="0" algn="ctr">
                <a:spcBef>
                  <a:spcPct val="0"/>
                </a:spcBef>
                <a:buClrTx/>
                <a:buSzTx/>
                <a:buFontTx/>
                <a:buNone/>
              </a:pPr>
              <a:r>
                <a:rPr lang="en-US" altLang="zh-CN" sz="2000" dirty="0">
                  <a:ea typeface="宋体" panose="02010600030101010101" pitchFamily="2" charset="-122"/>
                </a:rPr>
                <a:t>transport</a:t>
              </a:r>
              <a:endParaRPr lang="en-US" altLang="zh-CN" sz="2000" dirty="0">
                <a:ea typeface="宋体" panose="02010600030101010101" pitchFamily="2" charset="-122"/>
              </a:endParaRPr>
            </a:p>
            <a:p>
              <a:pPr marL="0" lvl="0" indent="0" algn="ctr">
                <a:spcBef>
                  <a:spcPct val="0"/>
                </a:spcBef>
                <a:buClrTx/>
                <a:buSzTx/>
                <a:buFontTx/>
                <a:buNone/>
              </a:pPr>
              <a:r>
                <a:rPr lang="en-US" altLang="zh-CN" sz="2000" dirty="0">
                  <a:solidFill>
                    <a:schemeClr val="bg1"/>
                  </a:solidFill>
                  <a:ea typeface="宋体" panose="02010600030101010101" pitchFamily="2" charset="-122"/>
                </a:rPr>
                <a:t>network</a:t>
              </a:r>
              <a:endParaRPr lang="en-US" altLang="zh-CN" sz="2000" dirty="0">
                <a:ea typeface="宋体" panose="02010600030101010101" pitchFamily="2" charset="-122"/>
              </a:endParaRPr>
            </a:p>
            <a:p>
              <a:pPr marL="0" lvl="0" indent="0" algn="ctr">
                <a:spcBef>
                  <a:spcPct val="0"/>
                </a:spcBef>
                <a:buClrTx/>
                <a:buSzTx/>
                <a:buFontTx/>
                <a:buNone/>
              </a:pPr>
              <a:r>
                <a:rPr lang="en-US" altLang="zh-CN" sz="2000" dirty="0">
                  <a:ea typeface="宋体" panose="02010600030101010101" pitchFamily="2" charset="-122"/>
                </a:rPr>
                <a:t>data link</a:t>
              </a:r>
              <a:endParaRPr lang="en-US" altLang="zh-CN" sz="2000" dirty="0">
                <a:ea typeface="宋体" panose="02010600030101010101" pitchFamily="2" charset="-122"/>
              </a:endParaRPr>
            </a:p>
            <a:p>
              <a:pPr marL="0" lvl="0" indent="0" algn="ctr">
                <a:spcBef>
                  <a:spcPct val="0"/>
                </a:spcBef>
                <a:buClrTx/>
                <a:buSzTx/>
                <a:buFontTx/>
                <a:buNone/>
              </a:pPr>
              <a:r>
                <a:rPr lang="en-US" altLang="zh-CN" sz="2000" dirty="0">
                  <a:ea typeface="宋体" panose="02010600030101010101" pitchFamily="2" charset="-122"/>
                </a:rPr>
                <a:t>physical</a:t>
              </a:r>
              <a:endParaRPr lang="en-US" altLang="zh-CN" sz="2000" dirty="0">
                <a:latin typeface="Times New Roman" panose="02020603050405020304" pitchFamily="18" charset="0"/>
                <a:ea typeface="宋体" panose="02010600030101010101" pitchFamily="2" charset="-122"/>
              </a:endParaRPr>
            </a:p>
          </p:txBody>
        </p:sp>
        <p:sp>
          <p:nvSpPr>
            <p:cNvPr id="19592" name="Line 115"/>
            <p:cNvSpPr/>
            <p:nvPr/>
          </p:nvSpPr>
          <p:spPr>
            <a:xfrm>
              <a:off x="2997" y="1194"/>
              <a:ext cx="435" cy="3"/>
            </a:xfrm>
            <a:prstGeom prst="line">
              <a:avLst/>
            </a:prstGeom>
            <a:ln w="12700" cap="flat" cmpd="sng">
              <a:solidFill>
                <a:schemeClr val="tx1"/>
              </a:solidFill>
              <a:prstDash val="solid"/>
              <a:headEnd type="none" w="med" len="med"/>
              <a:tailEnd type="none" w="med" len="med"/>
            </a:ln>
          </p:spPr>
        </p:sp>
        <p:sp>
          <p:nvSpPr>
            <p:cNvPr id="19593" name="Line 116"/>
            <p:cNvSpPr/>
            <p:nvPr/>
          </p:nvSpPr>
          <p:spPr>
            <a:xfrm>
              <a:off x="3003" y="1290"/>
              <a:ext cx="435" cy="3"/>
            </a:xfrm>
            <a:prstGeom prst="line">
              <a:avLst/>
            </a:prstGeom>
            <a:ln w="12700" cap="flat" cmpd="sng">
              <a:solidFill>
                <a:schemeClr val="tx1"/>
              </a:solidFill>
              <a:prstDash val="solid"/>
              <a:headEnd type="none" w="med" len="med"/>
              <a:tailEnd type="none" w="med" len="med"/>
            </a:ln>
          </p:spPr>
        </p:sp>
        <p:sp>
          <p:nvSpPr>
            <p:cNvPr id="19594" name="Line 117"/>
            <p:cNvSpPr/>
            <p:nvPr/>
          </p:nvSpPr>
          <p:spPr>
            <a:xfrm>
              <a:off x="3003" y="1374"/>
              <a:ext cx="435" cy="3"/>
            </a:xfrm>
            <a:prstGeom prst="line">
              <a:avLst/>
            </a:prstGeom>
            <a:ln w="12700" cap="flat" cmpd="sng">
              <a:solidFill>
                <a:schemeClr val="tx1"/>
              </a:solidFill>
              <a:prstDash val="solid"/>
              <a:headEnd type="none" w="med" len="med"/>
              <a:tailEnd type="none" w="med" len="med"/>
            </a:ln>
          </p:spPr>
        </p:sp>
        <p:sp>
          <p:nvSpPr>
            <p:cNvPr id="19595" name="Line 118"/>
            <p:cNvSpPr/>
            <p:nvPr/>
          </p:nvSpPr>
          <p:spPr>
            <a:xfrm>
              <a:off x="3003" y="1092"/>
              <a:ext cx="435" cy="3"/>
            </a:xfrm>
            <a:prstGeom prst="line">
              <a:avLst/>
            </a:prstGeom>
            <a:ln w="12700" cap="flat" cmpd="sng">
              <a:solidFill>
                <a:schemeClr val="tx1"/>
              </a:solidFill>
              <a:prstDash val="solid"/>
              <a:headEnd type="none" w="med" len="med"/>
              <a:tailEnd type="none" w="med" len="med"/>
            </a:ln>
          </p:spPr>
        </p:sp>
      </p:grpSp>
      <p:sp>
        <p:nvSpPr>
          <p:cNvPr id="19466" name="Line 119"/>
          <p:cNvSpPr/>
          <p:nvPr/>
        </p:nvSpPr>
        <p:spPr>
          <a:xfrm rot="-5400000" flipH="1" flipV="1">
            <a:off x="6702425" y="5003800"/>
            <a:ext cx="6350" cy="1403350"/>
          </a:xfrm>
          <a:prstGeom prst="line">
            <a:avLst/>
          </a:prstGeom>
          <a:ln w="12700" cap="flat" cmpd="sng">
            <a:solidFill>
              <a:schemeClr val="tx1"/>
            </a:solidFill>
            <a:prstDash val="solid"/>
            <a:headEnd type="none" w="med" len="med"/>
            <a:tailEnd type="none" w="med" len="med"/>
          </a:ln>
        </p:spPr>
      </p:sp>
      <p:sp>
        <p:nvSpPr>
          <p:cNvPr id="111736" name="Text Box 120"/>
          <p:cNvSpPr txBox="1"/>
          <p:nvPr/>
        </p:nvSpPr>
        <p:spPr>
          <a:xfrm>
            <a:off x="1998663" y="4946650"/>
            <a:ext cx="1497012"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800" dirty="0">
                <a:solidFill>
                  <a:srgbClr val="FF0000"/>
                </a:solidFill>
                <a:ea typeface="宋体" panose="02010600030101010101" pitchFamily="2" charset="-122"/>
              </a:rPr>
              <a:t>1. Send data</a:t>
            </a:r>
            <a:endParaRPr lang="en-US" altLang="zh-CN" sz="2400" dirty="0">
              <a:latin typeface="Times New Roman" panose="02020603050405020304" pitchFamily="18" charset="0"/>
              <a:ea typeface="宋体" panose="02010600030101010101" pitchFamily="2" charset="-122"/>
            </a:endParaRPr>
          </a:p>
        </p:txBody>
      </p:sp>
      <p:sp>
        <p:nvSpPr>
          <p:cNvPr id="111738" name="Text Box 122"/>
          <p:cNvSpPr txBox="1"/>
          <p:nvPr/>
        </p:nvSpPr>
        <p:spPr>
          <a:xfrm>
            <a:off x="5618163" y="5013325"/>
            <a:ext cx="1806575"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800" dirty="0">
                <a:solidFill>
                  <a:srgbClr val="FF0000"/>
                </a:solidFill>
                <a:ea typeface="宋体" panose="02010600030101010101" pitchFamily="2" charset="-122"/>
              </a:rPr>
              <a:t>2. Receive data</a:t>
            </a:r>
            <a:endParaRPr lang="en-US" altLang="zh-CN" sz="2400" dirty="0">
              <a:latin typeface="Times New Roman" panose="02020603050405020304" pitchFamily="18" charset="0"/>
              <a:ea typeface="宋体" panose="02010600030101010101" pitchFamily="2" charset="-122"/>
            </a:endParaRPr>
          </a:p>
        </p:txBody>
      </p:sp>
      <p:sp>
        <p:nvSpPr>
          <p:cNvPr id="19469" name="Freeform 172"/>
          <p:cNvSpPr/>
          <p:nvPr/>
        </p:nvSpPr>
        <p:spPr>
          <a:xfrm>
            <a:off x="2028825" y="4914900"/>
            <a:ext cx="304800" cy="657225"/>
          </a:xfrm>
          <a:custGeom>
            <a:avLst/>
            <a:gdLst/>
            <a:ahLst/>
            <a:cxnLst>
              <a:cxn ang="0">
                <a:pos x="0" y="0"/>
              </a:cxn>
              <a:cxn ang="0">
                <a:pos x="0" y="2147483646"/>
              </a:cxn>
              <a:cxn ang="0">
                <a:pos x="2147483646" y="2147483646"/>
              </a:cxn>
            </a:cxnLst>
            <a:pathLst>
              <a:path w="192" h="414">
                <a:moveTo>
                  <a:pt x="0" y="0"/>
                </a:moveTo>
                <a:lnTo>
                  <a:pt x="0" y="414"/>
                </a:lnTo>
                <a:lnTo>
                  <a:pt x="192" y="408"/>
                </a:lnTo>
              </a:path>
            </a:pathLst>
          </a:custGeom>
          <a:noFill/>
          <a:ln w="19050" cap="flat" cmpd="sng">
            <a:solidFill>
              <a:srgbClr val="FF0000">
                <a:alpha val="100000"/>
              </a:srgbClr>
            </a:solidFill>
            <a:prstDash val="solid"/>
            <a:round/>
            <a:headEnd type="none" w="med" len="med"/>
            <a:tailEnd type="triangle" w="med" len="med"/>
          </a:ln>
        </p:spPr>
        <p:txBody>
          <a:bodyPr/>
          <a:p>
            <a:endParaRPr lang="zh-CN" altLang="en-US"/>
          </a:p>
        </p:txBody>
      </p:sp>
      <p:sp>
        <p:nvSpPr>
          <p:cNvPr id="19470" name="Freeform 173"/>
          <p:cNvSpPr/>
          <p:nvPr/>
        </p:nvSpPr>
        <p:spPr>
          <a:xfrm>
            <a:off x="6662738" y="5357813"/>
            <a:ext cx="609600" cy="295275"/>
          </a:xfrm>
          <a:custGeom>
            <a:avLst/>
            <a:gdLst/>
            <a:ahLst/>
            <a:cxnLst>
              <a:cxn ang="0">
                <a:pos x="0" y="2147483646"/>
              </a:cxn>
              <a:cxn ang="0">
                <a:pos x="2147483646" y="2147483646"/>
              </a:cxn>
              <a:cxn ang="0">
                <a:pos x="2147483646" y="0"/>
              </a:cxn>
            </a:cxnLst>
            <a:pathLst>
              <a:path w="384" h="186">
                <a:moveTo>
                  <a:pt x="0" y="186"/>
                </a:moveTo>
                <a:lnTo>
                  <a:pt x="384" y="186"/>
                </a:lnTo>
                <a:lnTo>
                  <a:pt x="384" y="0"/>
                </a:lnTo>
              </a:path>
            </a:pathLst>
          </a:custGeom>
          <a:noFill/>
          <a:ln w="19050" cap="flat" cmpd="sng">
            <a:solidFill>
              <a:srgbClr val="FF0000">
                <a:alpha val="100000"/>
              </a:srgbClr>
            </a:solidFill>
            <a:prstDash val="solid"/>
            <a:round/>
            <a:headEnd type="none" w="med" len="med"/>
            <a:tailEnd type="triangle" w="med" len="med"/>
          </a:ln>
        </p:spPr>
        <p:txBody>
          <a:bodyPr/>
          <a:p>
            <a:endParaRPr lang="zh-CN" altLang="en-US"/>
          </a:p>
        </p:txBody>
      </p:sp>
      <p:grpSp>
        <p:nvGrpSpPr>
          <p:cNvPr id="19471" name="Group 177"/>
          <p:cNvGrpSpPr/>
          <p:nvPr/>
        </p:nvGrpSpPr>
        <p:grpSpPr>
          <a:xfrm>
            <a:off x="2386013" y="5353050"/>
            <a:ext cx="361950" cy="261938"/>
            <a:chOff x="1548" y="3723"/>
            <a:chExt cx="228" cy="165"/>
          </a:xfrm>
        </p:grpSpPr>
        <p:sp>
          <p:nvSpPr>
            <p:cNvPr id="19585" name="Rectangle 175"/>
            <p:cNvSpPr/>
            <p:nvPr/>
          </p:nvSpPr>
          <p:spPr>
            <a:xfrm>
              <a:off x="1563" y="3723"/>
              <a:ext cx="102" cy="150"/>
            </a:xfrm>
            <a:prstGeom prst="rect">
              <a:avLst/>
            </a:prstGeom>
            <a:solidFill>
              <a:schemeClr val="bg2"/>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9586" name="Rectangle 174"/>
            <p:cNvSpPr/>
            <p:nvPr/>
          </p:nvSpPr>
          <p:spPr>
            <a:xfrm>
              <a:off x="1548" y="3738"/>
              <a:ext cx="102" cy="150"/>
            </a:xfrm>
            <a:prstGeom prst="rect">
              <a:avLst/>
            </a:prstGeom>
            <a:solidFill>
              <a:schemeClr val="accent2"/>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9587" name="Line 176"/>
            <p:cNvSpPr/>
            <p:nvPr/>
          </p:nvSpPr>
          <p:spPr>
            <a:xfrm>
              <a:off x="1650" y="3816"/>
              <a:ext cx="126" cy="0"/>
            </a:xfrm>
            <a:prstGeom prst="line">
              <a:avLst/>
            </a:prstGeom>
            <a:ln w="9525" cap="flat" cmpd="sng">
              <a:solidFill>
                <a:schemeClr val="accent2"/>
              </a:solidFill>
              <a:prstDash val="solid"/>
              <a:headEnd type="none" w="med" len="med"/>
              <a:tailEnd type="triangle" w="med" len="med"/>
            </a:ln>
          </p:spPr>
        </p:sp>
      </p:grpSp>
      <p:grpSp>
        <p:nvGrpSpPr>
          <p:cNvPr id="19472" name="Group 198"/>
          <p:cNvGrpSpPr/>
          <p:nvPr/>
        </p:nvGrpSpPr>
        <p:grpSpPr>
          <a:xfrm>
            <a:off x="3176588" y="5078413"/>
            <a:ext cx="3024187" cy="1481137"/>
            <a:chOff x="2001" y="3199"/>
            <a:chExt cx="1905" cy="933"/>
          </a:xfrm>
        </p:grpSpPr>
        <p:sp>
          <p:nvSpPr>
            <p:cNvPr id="19477" name="Freeform 4"/>
            <p:cNvSpPr/>
            <p:nvPr/>
          </p:nvSpPr>
          <p:spPr>
            <a:xfrm>
              <a:off x="2112" y="3199"/>
              <a:ext cx="1794" cy="933"/>
            </a:xfrm>
            <a:custGeom>
              <a:avLst/>
              <a:gdLst/>
              <a:ahLst/>
              <a:cxnLst>
                <a:cxn ang="0">
                  <a:pos x="6" y="483"/>
                </a:cxn>
                <a:cxn ang="0">
                  <a:pos x="108" y="125"/>
                </a:cxn>
                <a:cxn ang="0">
                  <a:pos x="559" y="100"/>
                </a:cxn>
                <a:cxn ang="0">
                  <a:pos x="1128" y="29"/>
                </a:cxn>
                <a:cxn ang="0">
                  <a:pos x="1716" y="275"/>
                </a:cxn>
                <a:cxn ang="0">
                  <a:pos x="1596" y="827"/>
                </a:cxn>
                <a:cxn ang="0">
                  <a:pos x="1380" y="911"/>
                </a:cxn>
                <a:cxn ang="0">
                  <a:pos x="840" y="929"/>
                </a:cxn>
                <a:cxn ang="0">
                  <a:pos x="414" y="911"/>
                </a:cxn>
                <a:cxn ang="0">
                  <a:pos x="143" y="832"/>
                </a:cxn>
                <a:cxn ang="0">
                  <a:pos x="6" y="483"/>
                </a:cxn>
              </a:cxnLst>
              <a:pathLst>
                <a:path w="1794" h="933">
                  <a:moveTo>
                    <a:pt x="6" y="483"/>
                  </a:moveTo>
                  <a:cubicBezTo>
                    <a:pt x="0" y="365"/>
                    <a:pt x="16" y="189"/>
                    <a:pt x="108" y="125"/>
                  </a:cubicBezTo>
                  <a:cubicBezTo>
                    <a:pt x="200" y="61"/>
                    <a:pt x="389" y="116"/>
                    <a:pt x="559" y="100"/>
                  </a:cubicBezTo>
                  <a:cubicBezTo>
                    <a:pt x="729" y="84"/>
                    <a:pt x="935" y="0"/>
                    <a:pt x="1128" y="29"/>
                  </a:cubicBezTo>
                  <a:cubicBezTo>
                    <a:pt x="1321" y="58"/>
                    <a:pt x="1638" y="142"/>
                    <a:pt x="1716" y="275"/>
                  </a:cubicBezTo>
                  <a:cubicBezTo>
                    <a:pt x="1794" y="408"/>
                    <a:pt x="1652" y="721"/>
                    <a:pt x="1596" y="827"/>
                  </a:cubicBezTo>
                  <a:cubicBezTo>
                    <a:pt x="1540" y="933"/>
                    <a:pt x="1506" y="894"/>
                    <a:pt x="1380" y="911"/>
                  </a:cubicBezTo>
                  <a:cubicBezTo>
                    <a:pt x="1254" y="928"/>
                    <a:pt x="1001" y="929"/>
                    <a:pt x="840" y="929"/>
                  </a:cubicBezTo>
                  <a:cubicBezTo>
                    <a:pt x="679" y="929"/>
                    <a:pt x="530" y="927"/>
                    <a:pt x="414" y="911"/>
                  </a:cubicBezTo>
                  <a:cubicBezTo>
                    <a:pt x="298" y="895"/>
                    <a:pt x="211" y="903"/>
                    <a:pt x="143" y="832"/>
                  </a:cubicBezTo>
                  <a:cubicBezTo>
                    <a:pt x="75" y="761"/>
                    <a:pt x="4" y="624"/>
                    <a:pt x="6" y="483"/>
                  </a:cubicBezTo>
                  <a:close/>
                </a:path>
              </a:pathLst>
            </a:custGeom>
            <a:solidFill>
              <a:srgbClr val="66CCFF">
                <a:alpha val="100000"/>
              </a:srgbClr>
            </a:solidFill>
            <a:ln w="9525">
              <a:noFill/>
            </a:ln>
          </p:spPr>
          <p:txBody>
            <a:bodyPr/>
            <a:p>
              <a:endParaRPr lang="zh-CN" altLang="en-US"/>
            </a:p>
          </p:txBody>
        </p:sp>
        <p:sp>
          <p:nvSpPr>
            <p:cNvPr id="19478" name="Freeform 6"/>
            <p:cNvSpPr/>
            <p:nvPr/>
          </p:nvSpPr>
          <p:spPr>
            <a:xfrm>
              <a:off x="2514" y="3384"/>
              <a:ext cx="342" cy="186"/>
            </a:xfrm>
            <a:custGeom>
              <a:avLst/>
              <a:gdLst/>
              <a:ahLst/>
              <a:cxnLst>
                <a:cxn ang="0">
                  <a:pos x="0" y="186"/>
                </a:cxn>
                <a:cxn ang="0">
                  <a:pos x="342" y="0"/>
                </a:cxn>
              </a:cxnLst>
              <a:pathLst>
                <a:path w="342" h="186">
                  <a:moveTo>
                    <a:pt x="0" y="186"/>
                  </a:moveTo>
                  <a:lnTo>
                    <a:pt x="342" y="0"/>
                  </a:lnTo>
                </a:path>
              </a:pathLst>
            </a:custGeom>
            <a:noFill/>
            <a:ln w="12700" cap="flat" cmpd="sng">
              <a:solidFill>
                <a:schemeClr val="tx1">
                  <a:alpha val="100000"/>
                </a:schemeClr>
              </a:solidFill>
              <a:prstDash val="solid"/>
              <a:round/>
              <a:headEnd type="none" w="med" len="med"/>
              <a:tailEnd type="none" w="med" len="med"/>
            </a:ln>
          </p:spPr>
          <p:txBody>
            <a:bodyPr/>
            <a:p>
              <a:endParaRPr lang="zh-CN" altLang="en-US"/>
            </a:p>
          </p:txBody>
        </p:sp>
        <p:grpSp>
          <p:nvGrpSpPr>
            <p:cNvPr id="19479" name="Group 7"/>
            <p:cNvGrpSpPr/>
            <p:nvPr/>
          </p:nvGrpSpPr>
          <p:grpSpPr>
            <a:xfrm>
              <a:off x="2203" y="3494"/>
              <a:ext cx="316" cy="147"/>
              <a:chOff x="3600" y="219"/>
              <a:chExt cx="360" cy="175"/>
            </a:xfrm>
          </p:grpSpPr>
          <p:sp>
            <p:nvSpPr>
              <p:cNvPr id="19572" name="Oval 8"/>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9573" name="Line 9"/>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19574" name="Line 10"/>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19575" name="Rectangle 11"/>
              <p:cNvSpPr/>
              <p:nvPr/>
            </p:nvSpPr>
            <p:spPr>
              <a:xfrm>
                <a:off x="3603" y="289"/>
                <a:ext cx="354" cy="5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9576" name="Oval 12"/>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9577" name="Group 13"/>
              <p:cNvGrpSpPr/>
              <p:nvPr/>
            </p:nvGrpSpPr>
            <p:grpSpPr>
              <a:xfrm>
                <a:off x="3686" y="244"/>
                <a:ext cx="177" cy="66"/>
                <a:chOff x="2848" y="848"/>
                <a:chExt cx="140" cy="98"/>
              </a:xfrm>
            </p:grpSpPr>
            <p:sp>
              <p:nvSpPr>
                <p:cNvPr id="19582" name="Line 14"/>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9583" name="Line 15"/>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9584" name="Line 16"/>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19578" name="Group 17"/>
              <p:cNvGrpSpPr/>
              <p:nvPr/>
            </p:nvGrpSpPr>
            <p:grpSpPr>
              <a:xfrm flipV="1">
                <a:off x="3686" y="243"/>
                <a:ext cx="177" cy="66"/>
                <a:chOff x="2848" y="848"/>
                <a:chExt cx="140" cy="98"/>
              </a:xfrm>
            </p:grpSpPr>
            <p:sp>
              <p:nvSpPr>
                <p:cNvPr id="19579" name="Line 18"/>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9580" name="Line 19"/>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9581" name="Line 20"/>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19480" name="Group 21"/>
            <p:cNvGrpSpPr/>
            <p:nvPr/>
          </p:nvGrpSpPr>
          <p:grpSpPr>
            <a:xfrm>
              <a:off x="2425" y="3896"/>
              <a:ext cx="316" cy="147"/>
              <a:chOff x="3600" y="219"/>
              <a:chExt cx="360" cy="175"/>
            </a:xfrm>
          </p:grpSpPr>
          <p:sp>
            <p:nvSpPr>
              <p:cNvPr id="19559" name="Oval 22"/>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9560" name="Line 23"/>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19561" name="Line 24"/>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19562" name="Rectangle 25"/>
              <p:cNvSpPr/>
              <p:nvPr/>
            </p:nvSpPr>
            <p:spPr>
              <a:xfrm>
                <a:off x="3603" y="289"/>
                <a:ext cx="354" cy="5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9563" name="Oval 26"/>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9564" name="Group 27"/>
              <p:cNvGrpSpPr/>
              <p:nvPr/>
            </p:nvGrpSpPr>
            <p:grpSpPr>
              <a:xfrm>
                <a:off x="3686" y="244"/>
                <a:ext cx="177" cy="66"/>
                <a:chOff x="2848" y="848"/>
                <a:chExt cx="140" cy="98"/>
              </a:xfrm>
            </p:grpSpPr>
            <p:sp>
              <p:nvSpPr>
                <p:cNvPr id="19569" name="Line 28"/>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9570" name="Line 29"/>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9571" name="Line 30"/>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19565" name="Group 31"/>
              <p:cNvGrpSpPr/>
              <p:nvPr/>
            </p:nvGrpSpPr>
            <p:grpSpPr>
              <a:xfrm flipV="1">
                <a:off x="3686" y="243"/>
                <a:ext cx="177" cy="66"/>
                <a:chOff x="2848" y="848"/>
                <a:chExt cx="140" cy="98"/>
              </a:xfrm>
            </p:grpSpPr>
            <p:sp>
              <p:nvSpPr>
                <p:cNvPr id="19566" name="Line 32"/>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9567" name="Line 33"/>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9568" name="Line 34"/>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19481" name="Group 35"/>
            <p:cNvGrpSpPr/>
            <p:nvPr/>
          </p:nvGrpSpPr>
          <p:grpSpPr>
            <a:xfrm>
              <a:off x="2850" y="3302"/>
              <a:ext cx="316" cy="147"/>
              <a:chOff x="3600" y="219"/>
              <a:chExt cx="360" cy="175"/>
            </a:xfrm>
          </p:grpSpPr>
          <p:sp>
            <p:nvSpPr>
              <p:cNvPr id="19546" name="Oval 36"/>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9547" name="Line 37"/>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19548" name="Line 38"/>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19549" name="Rectangle 39"/>
              <p:cNvSpPr/>
              <p:nvPr/>
            </p:nvSpPr>
            <p:spPr>
              <a:xfrm>
                <a:off x="3603" y="289"/>
                <a:ext cx="354" cy="5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9550" name="Oval 40"/>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9551" name="Group 41"/>
              <p:cNvGrpSpPr/>
              <p:nvPr/>
            </p:nvGrpSpPr>
            <p:grpSpPr>
              <a:xfrm>
                <a:off x="3686" y="244"/>
                <a:ext cx="177" cy="66"/>
                <a:chOff x="2848" y="848"/>
                <a:chExt cx="140" cy="98"/>
              </a:xfrm>
            </p:grpSpPr>
            <p:sp>
              <p:nvSpPr>
                <p:cNvPr id="19556" name="Line 42"/>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9557" name="Line 43"/>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9558" name="Line 44"/>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19552" name="Group 45"/>
              <p:cNvGrpSpPr/>
              <p:nvPr/>
            </p:nvGrpSpPr>
            <p:grpSpPr>
              <a:xfrm flipV="1">
                <a:off x="3686" y="243"/>
                <a:ext cx="177" cy="66"/>
                <a:chOff x="2848" y="848"/>
                <a:chExt cx="140" cy="98"/>
              </a:xfrm>
            </p:grpSpPr>
            <p:sp>
              <p:nvSpPr>
                <p:cNvPr id="19553" name="Line 46"/>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9554" name="Line 47"/>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9555" name="Line 48"/>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19482" name="Group 49"/>
            <p:cNvGrpSpPr/>
            <p:nvPr/>
          </p:nvGrpSpPr>
          <p:grpSpPr>
            <a:xfrm>
              <a:off x="2801" y="3721"/>
              <a:ext cx="315" cy="147"/>
              <a:chOff x="3600" y="219"/>
              <a:chExt cx="360" cy="175"/>
            </a:xfrm>
          </p:grpSpPr>
          <p:sp>
            <p:nvSpPr>
              <p:cNvPr id="19533" name="Oval 50"/>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9534" name="Line 51"/>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19535" name="Line 52"/>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19536" name="Rectangle 53"/>
              <p:cNvSpPr/>
              <p:nvPr/>
            </p:nvSpPr>
            <p:spPr>
              <a:xfrm>
                <a:off x="3603" y="289"/>
                <a:ext cx="354" cy="5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9537" name="Oval 54"/>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9538" name="Group 55"/>
              <p:cNvGrpSpPr/>
              <p:nvPr/>
            </p:nvGrpSpPr>
            <p:grpSpPr>
              <a:xfrm>
                <a:off x="3686" y="244"/>
                <a:ext cx="177" cy="66"/>
                <a:chOff x="2848" y="848"/>
                <a:chExt cx="140" cy="98"/>
              </a:xfrm>
            </p:grpSpPr>
            <p:sp>
              <p:nvSpPr>
                <p:cNvPr id="19543" name="Line 56"/>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9544" name="Line 57"/>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9545" name="Line 58"/>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19539" name="Group 59"/>
              <p:cNvGrpSpPr/>
              <p:nvPr/>
            </p:nvGrpSpPr>
            <p:grpSpPr>
              <a:xfrm flipV="1">
                <a:off x="3686" y="243"/>
                <a:ext cx="177" cy="66"/>
                <a:chOff x="2848" y="848"/>
                <a:chExt cx="140" cy="98"/>
              </a:xfrm>
            </p:grpSpPr>
            <p:sp>
              <p:nvSpPr>
                <p:cNvPr id="19540" name="Line 60"/>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9541" name="Line 61"/>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9542" name="Line 62"/>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19483" name="Group 63"/>
            <p:cNvGrpSpPr/>
            <p:nvPr/>
          </p:nvGrpSpPr>
          <p:grpSpPr>
            <a:xfrm>
              <a:off x="3201" y="3908"/>
              <a:ext cx="316" cy="147"/>
              <a:chOff x="3600" y="219"/>
              <a:chExt cx="360" cy="175"/>
            </a:xfrm>
          </p:grpSpPr>
          <p:sp>
            <p:nvSpPr>
              <p:cNvPr id="19520" name="Oval 64"/>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9521" name="Line 65"/>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19522" name="Line 66"/>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19523" name="Rectangle 67"/>
              <p:cNvSpPr/>
              <p:nvPr/>
            </p:nvSpPr>
            <p:spPr>
              <a:xfrm>
                <a:off x="3603" y="289"/>
                <a:ext cx="354" cy="5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9524" name="Oval 68"/>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9525" name="Group 69"/>
              <p:cNvGrpSpPr/>
              <p:nvPr/>
            </p:nvGrpSpPr>
            <p:grpSpPr>
              <a:xfrm>
                <a:off x="3686" y="244"/>
                <a:ext cx="177" cy="66"/>
                <a:chOff x="2848" y="848"/>
                <a:chExt cx="140" cy="98"/>
              </a:xfrm>
            </p:grpSpPr>
            <p:sp>
              <p:nvSpPr>
                <p:cNvPr id="19530" name="Line 70"/>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9531" name="Line 71"/>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9532" name="Line 72"/>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19526" name="Group 73"/>
              <p:cNvGrpSpPr/>
              <p:nvPr/>
            </p:nvGrpSpPr>
            <p:grpSpPr>
              <a:xfrm flipV="1">
                <a:off x="3686" y="243"/>
                <a:ext cx="177" cy="66"/>
                <a:chOff x="2848" y="848"/>
                <a:chExt cx="140" cy="98"/>
              </a:xfrm>
            </p:grpSpPr>
            <p:sp>
              <p:nvSpPr>
                <p:cNvPr id="19527" name="Line 74"/>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9528" name="Line 75"/>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9529" name="Line 76"/>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19484" name="Group 77"/>
            <p:cNvGrpSpPr/>
            <p:nvPr/>
          </p:nvGrpSpPr>
          <p:grpSpPr>
            <a:xfrm>
              <a:off x="3481" y="3495"/>
              <a:ext cx="316" cy="147"/>
              <a:chOff x="3600" y="219"/>
              <a:chExt cx="360" cy="175"/>
            </a:xfrm>
          </p:grpSpPr>
          <p:sp>
            <p:nvSpPr>
              <p:cNvPr id="19507" name="Oval 78"/>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9508" name="Line 79"/>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19509" name="Line 80"/>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19510" name="Rectangle 81"/>
              <p:cNvSpPr/>
              <p:nvPr/>
            </p:nvSpPr>
            <p:spPr>
              <a:xfrm>
                <a:off x="3603" y="289"/>
                <a:ext cx="354" cy="5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9511" name="Oval 82"/>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9512" name="Group 83"/>
              <p:cNvGrpSpPr/>
              <p:nvPr/>
            </p:nvGrpSpPr>
            <p:grpSpPr>
              <a:xfrm>
                <a:off x="3686" y="244"/>
                <a:ext cx="177" cy="66"/>
                <a:chOff x="2848" y="848"/>
                <a:chExt cx="140" cy="98"/>
              </a:xfrm>
            </p:grpSpPr>
            <p:sp>
              <p:nvSpPr>
                <p:cNvPr id="19517" name="Line 84"/>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9518" name="Line 85"/>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9519" name="Line 86"/>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19513" name="Group 87"/>
              <p:cNvGrpSpPr/>
              <p:nvPr/>
            </p:nvGrpSpPr>
            <p:grpSpPr>
              <a:xfrm flipV="1">
                <a:off x="3686" y="243"/>
                <a:ext cx="177" cy="66"/>
                <a:chOff x="2848" y="848"/>
                <a:chExt cx="140" cy="98"/>
              </a:xfrm>
            </p:grpSpPr>
            <p:sp>
              <p:nvSpPr>
                <p:cNvPr id="19514" name="Line 88"/>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9515" name="Line 89"/>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9516" name="Line 90"/>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sp>
          <p:nvSpPr>
            <p:cNvPr id="19485" name="Freeform 102"/>
            <p:cNvSpPr/>
            <p:nvPr/>
          </p:nvSpPr>
          <p:spPr>
            <a:xfrm>
              <a:off x="3170" y="3380"/>
              <a:ext cx="318" cy="194"/>
            </a:xfrm>
            <a:custGeom>
              <a:avLst/>
              <a:gdLst/>
              <a:ahLst/>
              <a:cxnLst>
                <a:cxn ang="0">
                  <a:pos x="0" y="0"/>
                </a:cxn>
                <a:cxn ang="0">
                  <a:pos x="318" y="194"/>
                </a:cxn>
              </a:cxnLst>
              <a:pathLst>
                <a:path w="318" h="194">
                  <a:moveTo>
                    <a:pt x="0" y="0"/>
                  </a:moveTo>
                  <a:lnTo>
                    <a:pt x="318" y="194"/>
                  </a:lnTo>
                </a:path>
              </a:pathLst>
            </a:custGeom>
            <a:noFill/>
            <a:ln w="12700" cap="flat" cmpd="sng">
              <a:solidFill>
                <a:schemeClr val="tx1">
                  <a:alpha val="100000"/>
                </a:schemeClr>
              </a:solidFill>
              <a:prstDash val="solid"/>
              <a:round/>
              <a:headEnd type="none" w="med" len="med"/>
              <a:tailEnd type="none" w="med" len="med"/>
            </a:ln>
          </p:spPr>
          <p:txBody>
            <a:bodyPr/>
            <a:p>
              <a:endParaRPr lang="zh-CN" altLang="en-US"/>
            </a:p>
          </p:txBody>
        </p:sp>
        <p:sp>
          <p:nvSpPr>
            <p:cNvPr id="19486" name="Freeform 103"/>
            <p:cNvSpPr/>
            <p:nvPr/>
          </p:nvSpPr>
          <p:spPr>
            <a:xfrm>
              <a:off x="2499" y="3627"/>
              <a:ext cx="303" cy="150"/>
            </a:xfrm>
            <a:custGeom>
              <a:avLst/>
              <a:gdLst/>
              <a:ahLst/>
              <a:cxnLst>
                <a:cxn ang="0">
                  <a:pos x="0" y="0"/>
                </a:cxn>
                <a:cxn ang="0">
                  <a:pos x="374" y="53"/>
                </a:cxn>
              </a:cxnLst>
              <a:pathLst>
                <a:path w="294" h="174">
                  <a:moveTo>
                    <a:pt x="0" y="0"/>
                  </a:moveTo>
                  <a:lnTo>
                    <a:pt x="294" y="174"/>
                  </a:lnTo>
                </a:path>
              </a:pathLst>
            </a:custGeom>
            <a:noFill/>
            <a:ln w="12700" cap="flat" cmpd="sng">
              <a:solidFill>
                <a:schemeClr val="tx1">
                  <a:alpha val="100000"/>
                </a:schemeClr>
              </a:solidFill>
              <a:prstDash val="solid"/>
              <a:round/>
              <a:headEnd type="none" w="med" len="med"/>
              <a:tailEnd type="none" w="med" len="med"/>
            </a:ln>
          </p:spPr>
          <p:txBody>
            <a:bodyPr/>
            <a:p>
              <a:endParaRPr lang="zh-CN" altLang="en-US"/>
            </a:p>
          </p:txBody>
        </p:sp>
        <p:sp>
          <p:nvSpPr>
            <p:cNvPr id="19487" name="Freeform 104"/>
            <p:cNvSpPr/>
            <p:nvPr/>
          </p:nvSpPr>
          <p:spPr>
            <a:xfrm>
              <a:off x="3096" y="3612"/>
              <a:ext cx="396" cy="156"/>
            </a:xfrm>
            <a:custGeom>
              <a:avLst/>
              <a:gdLst/>
              <a:ahLst/>
              <a:cxnLst>
                <a:cxn ang="0">
                  <a:pos x="0" y="74"/>
                </a:cxn>
                <a:cxn ang="0">
                  <a:pos x="550" y="0"/>
                </a:cxn>
              </a:cxnLst>
              <a:pathLst>
                <a:path w="378" h="174">
                  <a:moveTo>
                    <a:pt x="0" y="174"/>
                  </a:moveTo>
                  <a:lnTo>
                    <a:pt x="378" y="0"/>
                  </a:lnTo>
                </a:path>
              </a:pathLst>
            </a:custGeom>
            <a:noFill/>
            <a:ln w="12700" cap="flat" cmpd="sng">
              <a:solidFill>
                <a:schemeClr val="tx1">
                  <a:alpha val="100000"/>
                </a:schemeClr>
              </a:solidFill>
              <a:prstDash val="solid"/>
              <a:round/>
              <a:headEnd type="none" w="med" len="med"/>
              <a:tailEnd type="none" w="med" len="med"/>
            </a:ln>
          </p:spPr>
          <p:txBody>
            <a:bodyPr/>
            <a:p>
              <a:endParaRPr lang="zh-CN" altLang="en-US"/>
            </a:p>
          </p:txBody>
        </p:sp>
        <p:sp>
          <p:nvSpPr>
            <p:cNvPr id="19488" name="Freeform 105"/>
            <p:cNvSpPr/>
            <p:nvPr/>
          </p:nvSpPr>
          <p:spPr>
            <a:xfrm>
              <a:off x="3516" y="3646"/>
              <a:ext cx="130" cy="320"/>
            </a:xfrm>
            <a:custGeom>
              <a:avLst/>
              <a:gdLst/>
              <a:ahLst/>
              <a:cxnLst>
                <a:cxn ang="0">
                  <a:pos x="0" y="14"/>
                </a:cxn>
                <a:cxn ang="0">
                  <a:pos x="258" y="0"/>
                </a:cxn>
              </a:cxnLst>
              <a:pathLst>
                <a:path w="118" h="500">
                  <a:moveTo>
                    <a:pt x="0" y="500"/>
                  </a:moveTo>
                  <a:lnTo>
                    <a:pt x="118" y="0"/>
                  </a:lnTo>
                </a:path>
              </a:pathLst>
            </a:custGeom>
            <a:noFill/>
            <a:ln w="12700" cap="flat" cmpd="sng">
              <a:solidFill>
                <a:schemeClr val="tx1">
                  <a:alpha val="100000"/>
                </a:schemeClr>
              </a:solidFill>
              <a:prstDash val="solid"/>
              <a:round/>
              <a:headEnd type="none" w="med" len="med"/>
              <a:tailEnd type="none" w="med" len="med"/>
            </a:ln>
          </p:spPr>
          <p:txBody>
            <a:bodyPr/>
            <a:p>
              <a:endParaRPr lang="zh-CN" altLang="en-US"/>
            </a:p>
          </p:txBody>
        </p:sp>
        <p:sp>
          <p:nvSpPr>
            <p:cNvPr id="19489" name="Freeform 106"/>
            <p:cNvSpPr/>
            <p:nvPr/>
          </p:nvSpPr>
          <p:spPr>
            <a:xfrm>
              <a:off x="2738" y="3982"/>
              <a:ext cx="464" cy="47"/>
            </a:xfrm>
            <a:custGeom>
              <a:avLst/>
              <a:gdLst/>
              <a:ahLst/>
              <a:cxnLst>
                <a:cxn ang="0">
                  <a:pos x="2261" y="689"/>
                </a:cxn>
                <a:cxn ang="0">
                  <a:pos x="0" y="0"/>
                </a:cxn>
              </a:cxnLst>
              <a:pathLst>
                <a:path w="370" h="32">
                  <a:moveTo>
                    <a:pt x="370" y="32"/>
                  </a:moveTo>
                  <a:lnTo>
                    <a:pt x="0" y="0"/>
                  </a:lnTo>
                </a:path>
              </a:pathLst>
            </a:custGeom>
            <a:noFill/>
            <a:ln w="12700" cap="flat" cmpd="sng">
              <a:solidFill>
                <a:schemeClr val="tx1">
                  <a:alpha val="100000"/>
                </a:schemeClr>
              </a:solidFill>
              <a:prstDash val="solid"/>
              <a:round/>
              <a:headEnd type="none" w="med" len="med"/>
              <a:tailEnd type="none" w="med" len="med"/>
            </a:ln>
          </p:spPr>
          <p:txBody>
            <a:bodyPr/>
            <a:p>
              <a:endParaRPr lang="zh-CN" altLang="en-US"/>
            </a:p>
          </p:txBody>
        </p:sp>
        <p:sp>
          <p:nvSpPr>
            <p:cNvPr id="19490" name="Freeform 107"/>
            <p:cNvSpPr/>
            <p:nvPr/>
          </p:nvSpPr>
          <p:spPr>
            <a:xfrm>
              <a:off x="2400" y="3642"/>
              <a:ext cx="122" cy="268"/>
            </a:xfrm>
            <a:custGeom>
              <a:avLst/>
              <a:gdLst/>
              <a:ahLst/>
              <a:cxnLst>
                <a:cxn ang="0">
                  <a:pos x="8" y="13"/>
                </a:cxn>
                <a:cxn ang="0">
                  <a:pos x="9" y="13"/>
                </a:cxn>
                <a:cxn ang="0">
                  <a:pos x="0" y="0"/>
                </a:cxn>
              </a:cxnLst>
              <a:pathLst>
                <a:path w="176" h="412">
                  <a:moveTo>
                    <a:pt x="162" y="408"/>
                  </a:moveTo>
                  <a:lnTo>
                    <a:pt x="176" y="412"/>
                  </a:lnTo>
                  <a:lnTo>
                    <a:pt x="0" y="0"/>
                  </a:lnTo>
                </a:path>
              </a:pathLst>
            </a:custGeom>
            <a:noFill/>
            <a:ln w="12700" cap="flat" cmpd="sng">
              <a:solidFill>
                <a:schemeClr val="tx1">
                  <a:alpha val="100000"/>
                </a:schemeClr>
              </a:solidFill>
              <a:prstDash val="solid"/>
              <a:round/>
              <a:headEnd type="none" w="med" len="med"/>
              <a:tailEnd type="none" w="med" len="med"/>
            </a:ln>
          </p:spPr>
          <p:txBody>
            <a:bodyPr/>
            <a:p>
              <a:endParaRPr lang="zh-CN" altLang="en-US"/>
            </a:p>
          </p:txBody>
        </p:sp>
        <p:grpSp>
          <p:nvGrpSpPr>
            <p:cNvPr id="19491" name="Group 178"/>
            <p:cNvGrpSpPr/>
            <p:nvPr/>
          </p:nvGrpSpPr>
          <p:grpSpPr>
            <a:xfrm>
              <a:off x="2001" y="3375"/>
              <a:ext cx="228" cy="165"/>
              <a:chOff x="1548" y="3723"/>
              <a:chExt cx="228" cy="165"/>
            </a:xfrm>
          </p:grpSpPr>
          <p:sp>
            <p:nvSpPr>
              <p:cNvPr id="19504" name="Rectangle 179"/>
              <p:cNvSpPr/>
              <p:nvPr/>
            </p:nvSpPr>
            <p:spPr>
              <a:xfrm>
                <a:off x="1563" y="3723"/>
                <a:ext cx="102" cy="150"/>
              </a:xfrm>
              <a:prstGeom prst="rect">
                <a:avLst/>
              </a:prstGeom>
              <a:solidFill>
                <a:schemeClr val="bg2"/>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9505" name="Rectangle 180"/>
              <p:cNvSpPr/>
              <p:nvPr/>
            </p:nvSpPr>
            <p:spPr>
              <a:xfrm>
                <a:off x="1548" y="3738"/>
                <a:ext cx="102" cy="150"/>
              </a:xfrm>
              <a:prstGeom prst="rect">
                <a:avLst/>
              </a:prstGeom>
              <a:solidFill>
                <a:schemeClr val="accent2"/>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9506" name="Line 181"/>
              <p:cNvSpPr/>
              <p:nvPr/>
            </p:nvSpPr>
            <p:spPr>
              <a:xfrm>
                <a:off x="1650" y="3816"/>
                <a:ext cx="126" cy="0"/>
              </a:xfrm>
              <a:prstGeom prst="line">
                <a:avLst/>
              </a:prstGeom>
              <a:ln w="9525" cap="flat" cmpd="sng">
                <a:solidFill>
                  <a:schemeClr val="accent2"/>
                </a:solidFill>
                <a:prstDash val="solid"/>
                <a:headEnd type="none" w="med" len="med"/>
                <a:tailEnd type="triangle" w="med" len="med"/>
              </a:ln>
            </p:spPr>
          </p:sp>
        </p:grpSp>
        <p:grpSp>
          <p:nvGrpSpPr>
            <p:cNvPr id="19492" name="Group 182"/>
            <p:cNvGrpSpPr/>
            <p:nvPr/>
          </p:nvGrpSpPr>
          <p:grpSpPr>
            <a:xfrm>
              <a:off x="3180" y="3306"/>
              <a:ext cx="228" cy="165"/>
              <a:chOff x="1548" y="3723"/>
              <a:chExt cx="228" cy="165"/>
            </a:xfrm>
          </p:grpSpPr>
          <p:sp>
            <p:nvSpPr>
              <p:cNvPr id="19501" name="Rectangle 183"/>
              <p:cNvSpPr/>
              <p:nvPr/>
            </p:nvSpPr>
            <p:spPr>
              <a:xfrm>
                <a:off x="1563" y="3723"/>
                <a:ext cx="102" cy="150"/>
              </a:xfrm>
              <a:prstGeom prst="rect">
                <a:avLst/>
              </a:prstGeom>
              <a:solidFill>
                <a:schemeClr val="bg2"/>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9502" name="Rectangle 184"/>
              <p:cNvSpPr/>
              <p:nvPr/>
            </p:nvSpPr>
            <p:spPr>
              <a:xfrm>
                <a:off x="1548" y="3738"/>
                <a:ext cx="102" cy="150"/>
              </a:xfrm>
              <a:prstGeom prst="rect">
                <a:avLst/>
              </a:prstGeom>
              <a:solidFill>
                <a:schemeClr val="accent2"/>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9503" name="Line 185"/>
              <p:cNvSpPr/>
              <p:nvPr/>
            </p:nvSpPr>
            <p:spPr>
              <a:xfrm>
                <a:off x="1650" y="3816"/>
                <a:ext cx="126" cy="0"/>
              </a:xfrm>
              <a:prstGeom prst="line">
                <a:avLst/>
              </a:prstGeom>
              <a:ln w="9525" cap="flat" cmpd="sng">
                <a:solidFill>
                  <a:schemeClr val="accent2"/>
                </a:solidFill>
                <a:prstDash val="solid"/>
                <a:headEnd type="none" w="med" len="med"/>
                <a:tailEnd type="triangle" w="med" len="med"/>
              </a:ln>
            </p:spPr>
          </p:sp>
        </p:grpSp>
        <p:grpSp>
          <p:nvGrpSpPr>
            <p:cNvPr id="19493" name="Group 186"/>
            <p:cNvGrpSpPr/>
            <p:nvPr/>
          </p:nvGrpSpPr>
          <p:grpSpPr>
            <a:xfrm>
              <a:off x="2850" y="3897"/>
              <a:ext cx="228" cy="165"/>
              <a:chOff x="1548" y="3723"/>
              <a:chExt cx="228" cy="165"/>
            </a:xfrm>
          </p:grpSpPr>
          <p:sp>
            <p:nvSpPr>
              <p:cNvPr id="19498" name="Rectangle 187"/>
              <p:cNvSpPr/>
              <p:nvPr/>
            </p:nvSpPr>
            <p:spPr>
              <a:xfrm>
                <a:off x="1563" y="3723"/>
                <a:ext cx="102" cy="150"/>
              </a:xfrm>
              <a:prstGeom prst="rect">
                <a:avLst/>
              </a:prstGeom>
              <a:solidFill>
                <a:schemeClr val="bg2"/>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9499" name="Rectangle 188"/>
              <p:cNvSpPr/>
              <p:nvPr/>
            </p:nvSpPr>
            <p:spPr>
              <a:xfrm>
                <a:off x="1548" y="3738"/>
                <a:ext cx="102" cy="150"/>
              </a:xfrm>
              <a:prstGeom prst="rect">
                <a:avLst/>
              </a:prstGeom>
              <a:solidFill>
                <a:schemeClr val="accent2"/>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9500" name="Line 189"/>
              <p:cNvSpPr/>
              <p:nvPr/>
            </p:nvSpPr>
            <p:spPr>
              <a:xfrm>
                <a:off x="1650" y="3816"/>
                <a:ext cx="126" cy="0"/>
              </a:xfrm>
              <a:prstGeom prst="line">
                <a:avLst/>
              </a:prstGeom>
              <a:ln w="9525" cap="flat" cmpd="sng">
                <a:solidFill>
                  <a:schemeClr val="accent2"/>
                </a:solidFill>
                <a:prstDash val="solid"/>
                <a:headEnd type="none" w="med" len="med"/>
                <a:tailEnd type="triangle" w="med" len="med"/>
              </a:ln>
            </p:spPr>
          </p:sp>
        </p:grpSp>
        <p:grpSp>
          <p:nvGrpSpPr>
            <p:cNvPr id="19494" name="Group 190"/>
            <p:cNvGrpSpPr/>
            <p:nvPr/>
          </p:nvGrpSpPr>
          <p:grpSpPr>
            <a:xfrm>
              <a:off x="2586" y="3597"/>
              <a:ext cx="228" cy="165"/>
              <a:chOff x="1548" y="3723"/>
              <a:chExt cx="228" cy="165"/>
            </a:xfrm>
          </p:grpSpPr>
          <p:sp>
            <p:nvSpPr>
              <p:cNvPr id="19495" name="Rectangle 191"/>
              <p:cNvSpPr/>
              <p:nvPr/>
            </p:nvSpPr>
            <p:spPr>
              <a:xfrm>
                <a:off x="1563" y="3723"/>
                <a:ext cx="102" cy="150"/>
              </a:xfrm>
              <a:prstGeom prst="rect">
                <a:avLst/>
              </a:prstGeom>
              <a:solidFill>
                <a:schemeClr val="bg2"/>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9496" name="Rectangle 192"/>
              <p:cNvSpPr/>
              <p:nvPr/>
            </p:nvSpPr>
            <p:spPr>
              <a:xfrm>
                <a:off x="1548" y="3738"/>
                <a:ext cx="102" cy="150"/>
              </a:xfrm>
              <a:prstGeom prst="rect">
                <a:avLst/>
              </a:prstGeom>
              <a:solidFill>
                <a:schemeClr val="accent2"/>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9497" name="Line 193"/>
              <p:cNvSpPr/>
              <p:nvPr/>
            </p:nvSpPr>
            <p:spPr>
              <a:xfrm>
                <a:off x="1650" y="3816"/>
                <a:ext cx="126" cy="0"/>
              </a:xfrm>
              <a:prstGeom prst="line">
                <a:avLst/>
              </a:prstGeom>
              <a:ln w="9525" cap="flat" cmpd="sng">
                <a:solidFill>
                  <a:schemeClr val="accent2"/>
                </a:solidFill>
                <a:prstDash val="solid"/>
                <a:headEnd type="none" w="med" len="med"/>
                <a:tailEnd type="triangle" w="med" len="med"/>
              </a:ln>
            </p:spPr>
          </p:sp>
        </p:grpSp>
      </p:grpSp>
      <p:grpSp>
        <p:nvGrpSpPr>
          <p:cNvPr id="19473" name="Group 194"/>
          <p:cNvGrpSpPr/>
          <p:nvPr/>
        </p:nvGrpSpPr>
        <p:grpSpPr>
          <a:xfrm>
            <a:off x="6457950" y="5434013"/>
            <a:ext cx="361950" cy="261937"/>
            <a:chOff x="1548" y="3723"/>
            <a:chExt cx="228" cy="165"/>
          </a:xfrm>
        </p:grpSpPr>
        <p:sp>
          <p:nvSpPr>
            <p:cNvPr id="19474" name="Rectangle 195"/>
            <p:cNvSpPr/>
            <p:nvPr/>
          </p:nvSpPr>
          <p:spPr>
            <a:xfrm>
              <a:off x="1563" y="3723"/>
              <a:ext cx="102" cy="150"/>
            </a:xfrm>
            <a:prstGeom prst="rect">
              <a:avLst/>
            </a:prstGeom>
            <a:solidFill>
              <a:schemeClr val="bg2"/>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9475" name="Rectangle 196"/>
            <p:cNvSpPr/>
            <p:nvPr/>
          </p:nvSpPr>
          <p:spPr>
            <a:xfrm>
              <a:off x="1548" y="3738"/>
              <a:ext cx="102" cy="150"/>
            </a:xfrm>
            <a:prstGeom prst="rect">
              <a:avLst/>
            </a:prstGeom>
            <a:solidFill>
              <a:schemeClr val="accent2"/>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9476" name="Line 197"/>
            <p:cNvSpPr/>
            <p:nvPr/>
          </p:nvSpPr>
          <p:spPr>
            <a:xfrm>
              <a:off x="1650" y="3816"/>
              <a:ext cx="126" cy="0"/>
            </a:xfrm>
            <a:prstGeom prst="line">
              <a:avLst/>
            </a:prstGeom>
            <a:ln w="9525" cap="flat" cmpd="sng">
              <a:solidFill>
                <a:schemeClr val="accent2"/>
              </a:solidFill>
              <a:prstDash val="solid"/>
              <a:headEnd type="none" w="med" len="med"/>
              <a:tailEnd type="triangle" w="med" len="med"/>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11736"/>
                                        </p:tgtEl>
                                        <p:attrNameLst>
                                          <p:attrName>style.visibility</p:attrName>
                                        </p:attrNameLst>
                                      </p:cBhvr>
                                      <p:to>
                                        <p:strVal val="visible"/>
                                      </p:to>
                                    </p:set>
                                    <p:animEffect transition="in" filter="dissolve">
                                      <p:cBhvr>
                                        <p:cTn id="7" dur="500"/>
                                        <p:tgtEl>
                                          <p:spTgt spid="111736"/>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111738"/>
                                        </p:tgtEl>
                                        <p:attrNameLst>
                                          <p:attrName>style.visibility</p:attrName>
                                        </p:attrNameLst>
                                      </p:cBhvr>
                                      <p:to>
                                        <p:strVal val="visible"/>
                                      </p:to>
                                    </p:set>
                                    <p:animEffect transition="in" filter="dissolve">
                                      <p:cBhvr>
                                        <p:cTn id="11" dur="500"/>
                                        <p:tgtEl>
                                          <p:spTgt spid="1117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736" grpId="0"/>
      <p:bldP spid="11173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页脚占位符 4"/>
          <p:cNvSpPr txBox="1">
            <a:spLocks noGrp="1"/>
          </p:cNvSpPr>
          <p:nvPr>
            <p:ph type="ftr" sz="quarter" idx="11"/>
          </p:nvPr>
        </p:nvSpPr>
        <p:spPr/>
        <p:txBody>
          <a:bodyPr/>
          <a:p>
            <a:pPr marL="0" indent="0" algn="r">
              <a:spcBef>
                <a:spcPct val="0"/>
              </a:spcBef>
              <a:buClrTx/>
              <a:buSzTx/>
              <a:buFontTx/>
              <a:buNone/>
            </a:pPr>
            <a:r>
              <a:rPr lang="en-US" altLang="zh-CN" sz="1400" dirty="0">
                <a:ea typeface="宋体" panose="02010600030101010101" pitchFamily="2" charset="-122"/>
              </a:rPr>
              <a:t>Network Layer</a:t>
            </a:r>
            <a:endParaRPr lang="en-US" altLang="zh-CN" sz="1400" dirty="0">
              <a:latin typeface="Times New Roman" panose="02020603050405020304" pitchFamily="18" charset="0"/>
              <a:ea typeface="宋体" panose="02010600030101010101" pitchFamily="2" charset="-122"/>
            </a:endParaRPr>
          </a:p>
        </p:txBody>
      </p:sp>
      <p:sp>
        <p:nvSpPr>
          <p:cNvPr id="20483" name="灯片编号占位符 5"/>
          <p:cNvSpPr txBox="1">
            <a:spLocks noGrp="1"/>
          </p:cNvSpPr>
          <p:nvPr>
            <p:ph type="sldNum" sz="quarter" idx="12"/>
          </p:nvPr>
        </p:nvSpPr>
        <p:spPr/>
        <p:txBody>
          <a:bodyPr/>
          <a:p>
            <a:pPr marL="0" indent="0" algn="r">
              <a:spcBef>
                <a:spcPct val="0"/>
              </a:spcBef>
              <a:buClrTx/>
              <a:buSzTx/>
              <a:buFontTx/>
              <a:buNone/>
            </a:pPr>
            <a:r>
              <a:rPr lang="en-US" altLang="zh-CN" sz="1400" dirty="0">
                <a:ea typeface="宋体" panose="02010600030101010101" pitchFamily="2" charset="-122"/>
              </a:rPr>
              <a:t>4-</a:t>
            </a: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20484" name="Rectangle 2"/>
          <p:cNvSpPr>
            <a:spLocks noGrp="1"/>
          </p:cNvSpPr>
          <p:nvPr>
            <p:ph type="title"/>
          </p:nvPr>
        </p:nvSpPr>
        <p:spPr/>
        <p:txBody>
          <a:bodyPr vert="horz" wrap="square" lIns="91440" tIns="45720" rIns="91440" bIns="45720" anchor="ctr" anchorCtr="0"/>
          <a:p>
            <a:r>
              <a:rPr lang="en-US" altLang="zh-CN" dirty="0">
                <a:ea typeface="宋体" panose="02010600030101010101" pitchFamily="2" charset="-122"/>
              </a:rPr>
              <a:t>Forwarding table</a:t>
            </a:r>
            <a:endParaRPr lang="en-US" altLang="zh-CN" dirty="0">
              <a:ea typeface="宋体" panose="02010600030101010101" pitchFamily="2" charset="-122"/>
            </a:endParaRPr>
          </a:p>
        </p:txBody>
      </p:sp>
      <p:sp>
        <p:nvSpPr>
          <p:cNvPr id="20485" name="Rectangle 7"/>
          <p:cNvSpPr/>
          <p:nvPr/>
        </p:nvSpPr>
        <p:spPr>
          <a:xfrm>
            <a:off x="277813" y="1803400"/>
            <a:ext cx="8432800" cy="4332288"/>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just">
              <a:spcBef>
                <a:spcPct val="0"/>
              </a:spcBef>
              <a:buClrTx/>
              <a:buSzTx/>
              <a:buFontTx/>
              <a:buNone/>
            </a:pPr>
            <a:r>
              <a:rPr lang="en-US" altLang="zh-CN" sz="1800" dirty="0">
                <a:ea typeface="宋体" panose="02010600030101010101" pitchFamily="2" charset="-122"/>
              </a:rPr>
              <a:t>                    </a:t>
            </a:r>
            <a:r>
              <a:rPr lang="en-US" altLang="zh-CN" sz="1800" u="sng" dirty="0">
                <a:latin typeface="Times" pitchFamily="18" charset="0"/>
                <a:ea typeface="宋体" panose="02010600030101010101" pitchFamily="2" charset="-122"/>
              </a:rPr>
              <a:t>Destination Address Range</a:t>
            </a:r>
            <a:r>
              <a:rPr lang="en-US" altLang="zh-CN" sz="1800" dirty="0">
                <a:latin typeface="Times" pitchFamily="18" charset="0"/>
                <a:ea typeface="宋体" panose="02010600030101010101" pitchFamily="2" charset="-122"/>
              </a:rPr>
              <a:t>                                           </a:t>
            </a:r>
            <a:r>
              <a:rPr lang="en-US" altLang="zh-CN" sz="1800" u="sng" dirty="0">
                <a:latin typeface="Times" pitchFamily="18" charset="0"/>
                <a:ea typeface="宋体" panose="02010600030101010101" pitchFamily="2" charset="-122"/>
              </a:rPr>
              <a:t>Link Interface</a:t>
            </a:r>
            <a:endParaRPr lang="en-US" altLang="zh-CN" sz="1800" u="sng" dirty="0">
              <a:latin typeface="Times" pitchFamily="18" charset="0"/>
              <a:ea typeface="宋体" panose="02010600030101010101" pitchFamily="2" charset="-122"/>
            </a:endParaRPr>
          </a:p>
          <a:p>
            <a:pPr marL="0" lvl="0" indent="0" algn="just">
              <a:spcBef>
                <a:spcPct val="0"/>
              </a:spcBef>
              <a:buClrTx/>
              <a:buSzTx/>
              <a:buFontTx/>
              <a:buNone/>
            </a:pPr>
            <a:endParaRPr lang="en-US" altLang="zh-CN" sz="2000" dirty="0">
              <a:ea typeface="宋体" panose="02010600030101010101" pitchFamily="2" charset="-122"/>
            </a:endParaRPr>
          </a:p>
          <a:p>
            <a:pPr marL="0" lvl="0" indent="0" algn="just">
              <a:spcBef>
                <a:spcPct val="0"/>
              </a:spcBef>
              <a:buClrTx/>
              <a:buSzTx/>
              <a:buFontTx/>
              <a:buNone/>
            </a:pPr>
            <a:r>
              <a:rPr lang="en-US" altLang="zh-CN" sz="1800" dirty="0">
                <a:latin typeface="Times" pitchFamily="18" charset="0"/>
                <a:ea typeface="宋体" panose="02010600030101010101" pitchFamily="2" charset="-122"/>
              </a:rPr>
              <a:t>         11001000 00010111 00010000 00000000</a:t>
            </a:r>
            <a:endParaRPr lang="en-US" altLang="zh-CN" sz="2000" dirty="0">
              <a:ea typeface="宋体" panose="02010600030101010101" pitchFamily="2" charset="-122"/>
            </a:endParaRPr>
          </a:p>
          <a:p>
            <a:pPr marL="0" lvl="0" indent="0" algn="just">
              <a:spcBef>
                <a:spcPct val="0"/>
              </a:spcBef>
              <a:buClrTx/>
              <a:buSzTx/>
              <a:buFontTx/>
              <a:buNone/>
            </a:pPr>
            <a:r>
              <a:rPr lang="en-US" altLang="zh-CN" sz="1800" dirty="0">
                <a:latin typeface="Times" pitchFamily="18" charset="0"/>
                <a:ea typeface="宋体" panose="02010600030101010101" pitchFamily="2" charset="-122"/>
              </a:rPr>
              <a:t>                                       through                                                                  0  </a:t>
            </a:r>
            <a:endParaRPr lang="en-US" altLang="zh-CN" sz="2000" dirty="0">
              <a:ea typeface="宋体" panose="02010600030101010101" pitchFamily="2" charset="-122"/>
            </a:endParaRPr>
          </a:p>
          <a:p>
            <a:pPr marL="0" lvl="0" indent="0" algn="just">
              <a:spcBef>
                <a:spcPct val="0"/>
              </a:spcBef>
              <a:buClrTx/>
              <a:buSzTx/>
              <a:buFontTx/>
              <a:buNone/>
            </a:pPr>
            <a:r>
              <a:rPr lang="en-US" altLang="zh-CN" sz="1800" dirty="0">
                <a:latin typeface="Times" pitchFamily="18" charset="0"/>
                <a:ea typeface="宋体" panose="02010600030101010101" pitchFamily="2" charset="-122"/>
              </a:rPr>
              <a:t>         11001000 00010111 00010111 11111111</a:t>
            </a:r>
            <a:endParaRPr lang="en-US" altLang="zh-CN" sz="1800" dirty="0">
              <a:latin typeface="Times" pitchFamily="18" charset="0"/>
              <a:ea typeface="宋体" panose="02010600030101010101" pitchFamily="2" charset="-122"/>
            </a:endParaRPr>
          </a:p>
          <a:p>
            <a:pPr marL="0" lvl="0" indent="0" algn="just">
              <a:spcBef>
                <a:spcPct val="0"/>
              </a:spcBef>
              <a:buClrTx/>
              <a:buSzTx/>
              <a:buFontTx/>
              <a:buNone/>
            </a:pPr>
            <a:endParaRPr lang="en-US" altLang="zh-CN" sz="2000" dirty="0">
              <a:ea typeface="宋体" panose="02010600030101010101" pitchFamily="2" charset="-122"/>
            </a:endParaRPr>
          </a:p>
          <a:p>
            <a:pPr marL="0" lvl="0" indent="0" algn="just">
              <a:spcBef>
                <a:spcPct val="0"/>
              </a:spcBef>
              <a:buClrTx/>
              <a:buSzTx/>
              <a:buFontTx/>
              <a:buNone/>
            </a:pPr>
            <a:r>
              <a:rPr lang="en-US" altLang="zh-CN" sz="1800" dirty="0">
                <a:latin typeface="Times" pitchFamily="18" charset="0"/>
                <a:ea typeface="宋体" panose="02010600030101010101" pitchFamily="2" charset="-122"/>
              </a:rPr>
              <a:t>         11001000 00010111 00011000 00000000</a:t>
            </a:r>
            <a:endParaRPr lang="en-US" altLang="zh-CN" sz="2000" dirty="0">
              <a:ea typeface="宋体" panose="02010600030101010101" pitchFamily="2" charset="-122"/>
            </a:endParaRPr>
          </a:p>
          <a:p>
            <a:pPr marL="0" lvl="0" indent="0" algn="just">
              <a:spcBef>
                <a:spcPct val="0"/>
              </a:spcBef>
              <a:buClrTx/>
              <a:buSzTx/>
              <a:buFontTx/>
              <a:buNone/>
            </a:pPr>
            <a:r>
              <a:rPr lang="en-US" altLang="zh-CN" sz="1800" dirty="0">
                <a:latin typeface="Times" pitchFamily="18" charset="0"/>
                <a:ea typeface="宋体" panose="02010600030101010101" pitchFamily="2" charset="-122"/>
              </a:rPr>
              <a:t>                                      through                                                                   1</a:t>
            </a:r>
            <a:endParaRPr lang="en-US" altLang="zh-CN" sz="2000" dirty="0">
              <a:ea typeface="宋体" panose="02010600030101010101" pitchFamily="2" charset="-122"/>
            </a:endParaRPr>
          </a:p>
          <a:p>
            <a:pPr marL="0" lvl="0" indent="0" algn="just">
              <a:spcBef>
                <a:spcPct val="0"/>
              </a:spcBef>
              <a:buClrTx/>
              <a:buSzTx/>
              <a:buFontTx/>
              <a:buNone/>
            </a:pPr>
            <a:r>
              <a:rPr lang="en-US" altLang="zh-CN" sz="1800" dirty="0">
                <a:latin typeface="Times" pitchFamily="18" charset="0"/>
                <a:ea typeface="宋体" panose="02010600030101010101" pitchFamily="2" charset="-122"/>
              </a:rPr>
              <a:t>         11001000 00010111 00011000 11111111  </a:t>
            </a:r>
            <a:endParaRPr lang="en-US" altLang="zh-CN" sz="1800" dirty="0">
              <a:latin typeface="Times" pitchFamily="18" charset="0"/>
              <a:ea typeface="宋体" panose="02010600030101010101" pitchFamily="2" charset="-122"/>
            </a:endParaRPr>
          </a:p>
          <a:p>
            <a:pPr marL="0" lvl="0" indent="0" algn="just">
              <a:spcBef>
                <a:spcPct val="0"/>
              </a:spcBef>
              <a:buClrTx/>
              <a:buSzTx/>
              <a:buFontTx/>
              <a:buNone/>
            </a:pPr>
            <a:endParaRPr lang="en-US" altLang="zh-CN" sz="2000" dirty="0">
              <a:ea typeface="宋体" panose="02010600030101010101" pitchFamily="2" charset="-122"/>
            </a:endParaRPr>
          </a:p>
          <a:p>
            <a:pPr marL="0" lvl="0" indent="0" algn="just">
              <a:spcBef>
                <a:spcPct val="0"/>
              </a:spcBef>
              <a:buClrTx/>
              <a:buSzTx/>
              <a:buFontTx/>
              <a:buNone/>
            </a:pPr>
            <a:r>
              <a:rPr lang="en-US" altLang="zh-CN" sz="1800" dirty="0">
                <a:latin typeface="Times" pitchFamily="18" charset="0"/>
                <a:ea typeface="宋体" panose="02010600030101010101" pitchFamily="2" charset="-122"/>
              </a:rPr>
              <a:t>         11001000 00010111 00011001 00000000</a:t>
            </a:r>
            <a:endParaRPr lang="en-US" altLang="zh-CN" sz="2000" dirty="0">
              <a:ea typeface="宋体" panose="02010600030101010101" pitchFamily="2" charset="-122"/>
            </a:endParaRPr>
          </a:p>
          <a:p>
            <a:pPr marL="0" lvl="0" indent="0" algn="just">
              <a:spcBef>
                <a:spcPct val="0"/>
              </a:spcBef>
              <a:buClrTx/>
              <a:buSzTx/>
              <a:buFontTx/>
              <a:buNone/>
            </a:pPr>
            <a:r>
              <a:rPr lang="en-US" altLang="zh-CN" sz="1800" dirty="0">
                <a:latin typeface="Times" pitchFamily="18" charset="0"/>
                <a:ea typeface="宋体" panose="02010600030101010101" pitchFamily="2" charset="-122"/>
              </a:rPr>
              <a:t>                                      through                                                                   2</a:t>
            </a:r>
            <a:endParaRPr lang="en-US" altLang="zh-CN" sz="2000" dirty="0">
              <a:ea typeface="宋体" panose="02010600030101010101" pitchFamily="2" charset="-122"/>
            </a:endParaRPr>
          </a:p>
          <a:p>
            <a:pPr marL="0" lvl="0" indent="0" algn="just">
              <a:spcBef>
                <a:spcPct val="0"/>
              </a:spcBef>
              <a:buClrTx/>
              <a:buSzTx/>
              <a:buFontTx/>
              <a:buNone/>
            </a:pPr>
            <a:r>
              <a:rPr lang="en-US" altLang="zh-CN" sz="1800" dirty="0">
                <a:latin typeface="Times" pitchFamily="18" charset="0"/>
                <a:ea typeface="宋体" panose="02010600030101010101" pitchFamily="2" charset="-122"/>
              </a:rPr>
              <a:t>         11001000 00010111 00011111 11111111  </a:t>
            </a:r>
            <a:endParaRPr lang="en-US" altLang="zh-CN" sz="1800" dirty="0">
              <a:latin typeface="Times" pitchFamily="18" charset="0"/>
              <a:ea typeface="宋体" panose="02010600030101010101" pitchFamily="2" charset="-122"/>
            </a:endParaRPr>
          </a:p>
          <a:p>
            <a:pPr marL="0" lvl="0" indent="0" algn="just">
              <a:spcBef>
                <a:spcPct val="0"/>
              </a:spcBef>
              <a:buClrTx/>
              <a:buSzTx/>
              <a:buFontTx/>
              <a:buNone/>
            </a:pPr>
            <a:endParaRPr lang="en-US" altLang="zh-CN" sz="2000" dirty="0">
              <a:ea typeface="宋体" panose="02010600030101010101" pitchFamily="2" charset="-122"/>
            </a:endParaRPr>
          </a:p>
          <a:p>
            <a:pPr marL="0" lvl="0" indent="0" algn="just">
              <a:spcBef>
                <a:spcPct val="0"/>
              </a:spcBef>
              <a:buClrTx/>
              <a:buSzTx/>
              <a:buFontTx/>
              <a:buNone/>
            </a:pPr>
            <a:r>
              <a:rPr lang="en-US" altLang="zh-CN" sz="1800" dirty="0">
                <a:latin typeface="Times" pitchFamily="18" charset="0"/>
                <a:ea typeface="宋体" panose="02010600030101010101" pitchFamily="2" charset="-122"/>
              </a:rPr>
              <a:t>                             otherwise                                                                         3</a:t>
            </a:r>
            <a:endParaRPr lang="en-US" altLang="zh-CN" sz="1800" dirty="0">
              <a:latin typeface="Times" pitchFamily="18" charset="0"/>
              <a:ea typeface="宋体" panose="02010600030101010101" pitchFamily="2" charset="-122"/>
            </a:endParaRPr>
          </a:p>
        </p:txBody>
      </p:sp>
      <p:sp>
        <p:nvSpPr>
          <p:cNvPr id="20486" name="Text Box 8"/>
          <p:cNvSpPr txBox="1"/>
          <p:nvPr/>
        </p:nvSpPr>
        <p:spPr>
          <a:xfrm>
            <a:off x="5459413" y="398463"/>
            <a:ext cx="2436812" cy="831850"/>
          </a:xfrm>
          <a:prstGeom prst="rect">
            <a:avLst/>
          </a:prstGeom>
          <a:noFill/>
          <a:ln w="9525" cap="flat" cmpd="sng">
            <a:solidFill>
              <a:srgbClr val="FF6600"/>
            </a:solidFill>
            <a:prstDash val="solid"/>
            <a:miter/>
            <a:headEnd type="none" w="med" len="med"/>
            <a:tailEnd type="none" w="med" len="med"/>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2400" dirty="0">
                <a:solidFill>
                  <a:srgbClr val="FF0000"/>
                </a:solidFill>
                <a:ea typeface="宋体" panose="02010600030101010101" pitchFamily="2" charset="-122"/>
              </a:rPr>
              <a:t>4 billion </a:t>
            </a:r>
            <a:endParaRPr lang="en-US" altLang="zh-CN" sz="2400" dirty="0">
              <a:solidFill>
                <a:srgbClr val="FF0000"/>
              </a:solidFill>
              <a:ea typeface="宋体" panose="02010600030101010101" pitchFamily="2" charset="-122"/>
            </a:endParaRPr>
          </a:p>
          <a:p>
            <a:pPr marL="0" lvl="0" indent="0">
              <a:spcBef>
                <a:spcPct val="0"/>
              </a:spcBef>
              <a:buClrTx/>
              <a:buSzTx/>
              <a:buFontTx/>
              <a:buNone/>
            </a:pPr>
            <a:r>
              <a:rPr lang="en-US" altLang="zh-CN" sz="2400" dirty="0">
                <a:solidFill>
                  <a:srgbClr val="FF0000"/>
                </a:solidFill>
                <a:ea typeface="宋体" panose="02010600030101010101" pitchFamily="2" charset="-122"/>
              </a:rPr>
              <a:t>possible entries</a:t>
            </a:r>
            <a:endParaRPr lang="en-US" altLang="zh-CN" sz="2400" dirty="0">
              <a:solidFill>
                <a:srgbClr val="FF0000"/>
              </a:solidFill>
              <a:ea typeface="宋体" panose="02010600030101010101" pitchFamily="2"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页脚占位符 4"/>
          <p:cNvSpPr txBox="1">
            <a:spLocks noGrp="1"/>
          </p:cNvSpPr>
          <p:nvPr>
            <p:ph type="ftr" sz="quarter" idx="11"/>
          </p:nvPr>
        </p:nvSpPr>
        <p:spPr/>
        <p:txBody>
          <a:bodyPr/>
          <a:p>
            <a:pPr marL="0" indent="0" algn="r">
              <a:spcBef>
                <a:spcPct val="0"/>
              </a:spcBef>
              <a:buClrTx/>
              <a:buSzTx/>
              <a:buFontTx/>
              <a:buNone/>
            </a:pPr>
            <a:r>
              <a:rPr lang="en-US" altLang="zh-CN" sz="1400" dirty="0">
                <a:ea typeface="宋体" panose="02010600030101010101" pitchFamily="2" charset="-122"/>
              </a:rPr>
              <a:t>Network Layer</a:t>
            </a:r>
            <a:endParaRPr lang="en-US" altLang="zh-CN" sz="1400" dirty="0">
              <a:latin typeface="Times New Roman" panose="02020603050405020304" pitchFamily="18" charset="0"/>
              <a:ea typeface="宋体" panose="02010600030101010101" pitchFamily="2" charset="-122"/>
            </a:endParaRPr>
          </a:p>
        </p:txBody>
      </p:sp>
      <p:sp>
        <p:nvSpPr>
          <p:cNvPr id="21507" name="灯片编号占位符 5"/>
          <p:cNvSpPr txBox="1">
            <a:spLocks noGrp="1"/>
          </p:cNvSpPr>
          <p:nvPr>
            <p:ph type="sldNum" sz="quarter" idx="12"/>
          </p:nvPr>
        </p:nvSpPr>
        <p:spPr/>
        <p:txBody>
          <a:bodyPr/>
          <a:p>
            <a:pPr marL="0" indent="0" algn="r">
              <a:spcBef>
                <a:spcPct val="0"/>
              </a:spcBef>
              <a:buClrTx/>
              <a:buSzTx/>
              <a:buFontTx/>
              <a:buNone/>
            </a:pPr>
            <a:r>
              <a:rPr lang="en-US" altLang="zh-CN" sz="1400" dirty="0">
                <a:ea typeface="宋体" panose="02010600030101010101" pitchFamily="2" charset="-122"/>
              </a:rPr>
              <a:t>4-</a:t>
            </a: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21508" name="Rectangle 18"/>
          <p:cNvSpPr/>
          <p:nvPr/>
        </p:nvSpPr>
        <p:spPr>
          <a:xfrm>
            <a:off x="4330700" y="4240213"/>
            <a:ext cx="1636713" cy="269875"/>
          </a:xfrm>
          <a:prstGeom prst="rect">
            <a:avLst/>
          </a:prstGeom>
          <a:solidFill>
            <a:srgbClr val="33CCFF"/>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21509" name="Rectangle 17"/>
          <p:cNvSpPr/>
          <p:nvPr/>
        </p:nvSpPr>
        <p:spPr>
          <a:xfrm>
            <a:off x="4370388" y="5002213"/>
            <a:ext cx="1636712" cy="269875"/>
          </a:xfrm>
          <a:prstGeom prst="rect">
            <a:avLst/>
          </a:prstGeom>
          <a:solidFill>
            <a:srgbClr val="33CCFF"/>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21510" name="Rectangle 2"/>
          <p:cNvSpPr>
            <a:spLocks noGrp="1"/>
          </p:cNvSpPr>
          <p:nvPr>
            <p:ph type="title"/>
          </p:nvPr>
        </p:nvSpPr>
        <p:spPr/>
        <p:txBody>
          <a:bodyPr vert="horz" wrap="square" lIns="91440" tIns="45720" rIns="91440" bIns="45720" anchor="ctr" anchorCtr="0"/>
          <a:p>
            <a:r>
              <a:rPr lang="en-US" altLang="zh-CN" dirty="0">
                <a:ea typeface="宋体" panose="02010600030101010101" pitchFamily="2" charset="-122"/>
              </a:rPr>
              <a:t>Longest prefix matching</a:t>
            </a:r>
            <a:r>
              <a:rPr lang="zh-CN" altLang="en-US" dirty="0">
                <a:ea typeface="宋体" panose="02010600030101010101" pitchFamily="2" charset="-122"/>
              </a:rPr>
              <a:t>（题）</a:t>
            </a:r>
            <a:endParaRPr lang="zh-CN" altLang="en-US" dirty="0">
              <a:ea typeface="宋体" panose="02010600030101010101" pitchFamily="2" charset="-122"/>
            </a:endParaRPr>
          </a:p>
        </p:txBody>
      </p:sp>
      <p:sp>
        <p:nvSpPr>
          <p:cNvPr id="21511" name="Rectangle 5"/>
          <p:cNvSpPr/>
          <p:nvPr/>
        </p:nvSpPr>
        <p:spPr>
          <a:xfrm>
            <a:off x="584200" y="1822450"/>
            <a:ext cx="6534150" cy="1465263"/>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just">
              <a:spcBef>
                <a:spcPct val="0"/>
              </a:spcBef>
              <a:buClrTx/>
              <a:buSzTx/>
              <a:buFontTx/>
              <a:buNone/>
            </a:pPr>
            <a:r>
              <a:rPr lang="en-US" altLang="zh-CN" sz="1800" dirty="0">
                <a:ea typeface="宋体" panose="02010600030101010101" pitchFamily="2" charset="-122"/>
              </a:rPr>
              <a:t>                                </a:t>
            </a:r>
            <a:r>
              <a:rPr lang="en-US" altLang="zh-CN" sz="1800" u="sng" dirty="0">
                <a:latin typeface="Times" pitchFamily="18" charset="0"/>
                <a:ea typeface="宋体" panose="02010600030101010101" pitchFamily="2" charset="-122"/>
              </a:rPr>
              <a:t>Prefix Match</a:t>
            </a:r>
            <a:r>
              <a:rPr lang="en-US" altLang="zh-CN" sz="1800" dirty="0">
                <a:latin typeface="Times" pitchFamily="18" charset="0"/>
                <a:ea typeface="宋体" panose="02010600030101010101" pitchFamily="2" charset="-122"/>
              </a:rPr>
              <a:t>                        </a:t>
            </a:r>
            <a:r>
              <a:rPr lang="en-US" altLang="zh-CN" sz="1800" u="sng" dirty="0">
                <a:latin typeface="Times" pitchFamily="18" charset="0"/>
                <a:ea typeface="宋体" panose="02010600030101010101" pitchFamily="2" charset="-122"/>
              </a:rPr>
              <a:t>Link Interface</a:t>
            </a:r>
            <a:endParaRPr lang="en-US" altLang="zh-CN" sz="2000" dirty="0">
              <a:ea typeface="宋体" panose="02010600030101010101" pitchFamily="2" charset="-122"/>
            </a:endParaRPr>
          </a:p>
          <a:p>
            <a:pPr marL="0" lvl="0" indent="0" algn="just">
              <a:spcBef>
                <a:spcPct val="0"/>
              </a:spcBef>
              <a:buClrTx/>
              <a:buSzTx/>
              <a:buFontTx/>
              <a:buNone/>
            </a:pPr>
            <a:r>
              <a:rPr lang="en-US" altLang="zh-CN" sz="1800" dirty="0">
                <a:latin typeface="Times" pitchFamily="18" charset="0"/>
                <a:ea typeface="宋体" panose="02010600030101010101" pitchFamily="2" charset="-122"/>
              </a:rPr>
              <a:t>          11001000 00010111 00010                                       0 </a:t>
            </a:r>
            <a:endParaRPr lang="en-US" altLang="zh-CN" sz="2000" dirty="0">
              <a:ea typeface="宋体" panose="02010600030101010101" pitchFamily="2" charset="-122"/>
            </a:endParaRPr>
          </a:p>
          <a:p>
            <a:pPr marL="0" lvl="0" indent="0" algn="just">
              <a:spcBef>
                <a:spcPct val="0"/>
              </a:spcBef>
              <a:buClrTx/>
              <a:buSzTx/>
              <a:buFontTx/>
              <a:buNone/>
            </a:pPr>
            <a:r>
              <a:rPr lang="en-US" altLang="zh-CN" sz="1800" dirty="0">
                <a:latin typeface="Times" pitchFamily="18" charset="0"/>
                <a:ea typeface="宋体" panose="02010600030101010101" pitchFamily="2" charset="-122"/>
              </a:rPr>
              <a:t>          11001000 00010111 00011000                                 1</a:t>
            </a:r>
            <a:endParaRPr lang="en-US" altLang="zh-CN" sz="2000" dirty="0">
              <a:ea typeface="宋体" panose="02010600030101010101" pitchFamily="2" charset="-122"/>
            </a:endParaRPr>
          </a:p>
          <a:p>
            <a:pPr marL="0" lvl="0" indent="0" algn="just">
              <a:spcBef>
                <a:spcPct val="0"/>
              </a:spcBef>
              <a:buClrTx/>
              <a:buSzTx/>
              <a:buFontTx/>
              <a:buNone/>
            </a:pPr>
            <a:r>
              <a:rPr lang="en-US" altLang="zh-CN" sz="1800" dirty="0">
                <a:latin typeface="Times" pitchFamily="18" charset="0"/>
                <a:ea typeface="宋体" panose="02010600030101010101" pitchFamily="2" charset="-122"/>
              </a:rPr>
              <a:t>          11001000 00010111 00011                                       2</a:t>
            </a:r>
            <a:endParaRPr lang="en-US" altLang="zh-CN" sz="2000" dirty="0">
              <a:ea typeface="宋体" panose="02010600030101010101" pitchFamily="2" charset="-122"/>
            </a:endParaRPr>
          </a:p>
          <a:p>
            <a:pPr marL="0" lvl="0" indent="0" algn="just">
              <a:spcBef>
                <a:spcPct val="0"/>
              </a:spcBef>
              <a:buClrTx/>
              <a:buSzTx/>
              <a:buFontTx/>
              <a:buNone/>
            </a:pPr>
            <a:r>
              <a:rPr lang="en-US" altLang="zh-CN" sz="1800" dirty="0">
                <a:latin typeface="Times" pitchFamily="18" charset="0"/>
                <a:ea typeface="宋体" panose="02010600030101010101" pitchFamily="2" charset="-122"/>
              </a:rPr>
              <a:t>                        otherwise                                                     3</a:t>
            </a:r>
            <a:endParaRPr lang="en-US" altLang="zh-CN" sz="1800" dirty="0">
              <a:latin typeface="Times" pitchFamily="18" charset="0"/>
              <a:ea typeface="宋体" panose="02010600030101010101" pitchFamily="2" charset="-122"/>
            </a:endParaRPr>
          </a:p>
        </p:txBody>
      </p:sp>
      <p:sp>
        <p:nvSpPr>
          <p:cNvPr id="21512" name="Rectangle 7"/>
          <p:cNvSpPr/>
          <p:nvPr/>
        </p:nvSpPr>
        <p:spPr>
          <a:xfrm>
            <a:off x="1046163" y="4959350"/>
            <a:ext cx="5126037" cy="366713"/>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DA: 11001000  00010111  00011000  10101010 </a:t>
            </a:r>
            <a:endParaRPr lang="en-US" altLang="zh-CN" sz="1800" dirty="0">
              <a:ea typeface="宋体" panose="02010600030101010101" pitchFamily="2" charset="-122"/>
            </a:endParaRPr>
          </a:p>
        </p:txBody>
      </p:sp>
      <p:sp>
        <p:nvSpPr>
          <p:cNvPr id="21513" name="Text Box 8"/>
          <p:cNvSpPr txBox="1"/>
          <p:nvPr/>
        </p:nvSpPr>
        <p:spPr>
          <a:xfrm>
            <a:off x="1028700" y="3690938"/>
            <a:ext cx="1177925" cy="3667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solidFill>
                  <a:srgbClr val="FF0000"/>
                </a:solidFill>
                <a:ea typeface="宋体" panose="02010600030101010101" pitchFamily="2" charset="-122"/>
              </a:rPr>
              <a:t>Examples</a:t>
            </a:r>
            <a:endParaRPr lang="en-US" altLang="zh-CN" sz="1800" dirty="0">
              <a:solidFill>
                <a:srgbClr val="FF0000"/>
              </a:solidFill>
              <a:ea typeface="宋体" panose="02010600030101010101" pitchFamily="2" charset="-122"/>
            </a:endParaRPr>
          </a:p>
        </p:txBody>
      </p:sp>
      <p:sp>
        <p:nvSpPr>
          <p:cNvPr id="21514" name="Text Box 9"/>
          <p:cNvSpPr txBox="1"/>
          <p:nvPr/>
        </p:nvSpPr>
        <p:spPr>
          <a:xfrm>
            <a:off x="977900" y="4191000"/>
            <a:ext cx="5126038"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DA: 11001000  00010111  00010110  10100001 </a:t>
            </a:r>
            <a:endParaRPr lang="en-US" altLang="zh-CN" sz="1800" dirty="0">
              <a:ea typeface="宋体" panose="02010600030101010101" pitchFamily="2" charset="-122"/>
            </a:endParaRPr>
          </a:p>
        </p:txBody>
      </p:sp>
      <p:sp>
        <p:nvSpPr>
          <p:cNvPr id="21515" name="Text Box 15"/>
          <p:cNvSpPr txBox="1"/>
          <p:nvPr/>
        </p:nvSpPr>
        <p:spPr>
          <a:xfrm>
            <a:off x="6540500" y="4167188"/>
            <a:ext cx="2055813" cy="3667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solidFill>
                  <a:srgbClr val="FF0000"/>
                </a:solidFill>
                <a:ea typeface="宋体" panose="02010600030101010101" pitchFamily="2" charset="-122"/>
              </a:rPr>
              <a:t>Which interface?</a:t>
            </a:r>
            <a:endParaRPr lang="en-US" altLang="zh-CN" sz="1800" dirty="0">
              <a:solidFill>
                <a:srgbClr val="FF0000"/>
              </a:solidFill>
              <a:ea typeface="宋体" panose="02010600030101010101" pitchFamily="2" charset="-122"/>
            </a:endParaRPr>
          </a:p>
        </p:txBody>
      </p:sp>
      <p:sp>
        <p:nvSpPr>
          <p:cNvPr id="21516" name="Text Box 16"/>
          <p:cNvSpPr txBox="1"/>
          <p:nvPr/>
        </p:nvSpPr>
        <p:spPr>
          <a:xfrm>
            <a:off x="6564313" y="4951413"/>
            <a:ext cx="2055812" cy="3667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solidFill>
                  <a:srgbClr val="FF0000"/>
                </a:solidFill>
                <a:ea typeface="宋体" panose="02010600030101010101" pitchFamily="2" charset="-122"/>
              </a:rPr>
              <a:t>Which interface?</a:t>
            </a:r>
            <a:endParaRPr lang="en-US" altLang="zh-CN" sz="1800" dirty="0">
              <a:solidFill>
                <a:srgbClr val="FF0000"/>
              </a:solidFill>
              <a:ea typeface="宋体" panose="02010600030101010101" pitchFamily="2"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页脚占位符 5"/>
          <p:cNvSpPr txBox="1">
            <a:spLocks noGrp="1"/>
          </p:cNvSpPr>
          <p:nvPr>
            <p:ph type="ftr" sz="quarter" idx="11"/>
          </p:nvPr>
        </p:nvSpPr>
        <p:spPr/>
        <p:txBody>
          <a:bodyPr/>
          <a:p>
            <a:pPr marL="0" indent="0" algn="r">
              <a:spcBef>
                <a:spcPct val="0"/>
              </a:spcBef>
              <a:buClrTx/>
              <a:buSzTx/>
              <a:buFontTx/>
              <a:buNone/>
            </a:pPr>
            <a:r>
              <a:rPr lang="en-US" altLang="zh-CN" sz="1400" dirty="0">
                <a:ea typeface="宋体" panose="02010600030101010101" pitchFamily="2" charset="-122"/>
              </a:rPr>
              <a:t>Network Layer</a:t>
            </a:r>
            <a:endParaRPr lang="en-US" altLang="zh-CN" sz="1400" dirty="0">
              <a:latin typeface="Times New Roman" panose="02020603050405020304" pitchFamily="18" charset="0"/>
              <a:ea typeface="宋体" panose="02010600030101010101" pitchFamily="2" charset="-122"/>
            </a:endParaRPr>
          </a:p>
        </p:txBody>
      </p:sp>
      <p:sp>
        <p:nvSpPr>
          <p:cNvPr id="22531" name="灯片编号占位符 6"/>
          <p:cNvSpPr txBox="1">
            <a:spLocks noGrp="1"/>
          </p:cNvSpPr>
          <p:nvPr>
            <p:ph type="sldNum" sz="quarter" idx="12"/>
          </p:nvPr>
        </p:nvSpPr>
        <p:spPr/>
        <p:txBody>
          <a:bodyPr/>
          <a:p>
            <a:pPr marL="0" indent="0" algn="r">
              <a:spcBef>
                <a:spcPct val="0"/>
              </a:spcBef>
              <a:buClrTx/>
              <a:buSzTx/>
              <a:buFontTx/>
              <a:buNone/>
            </a:pPr>
            <a:r>
              <a:rPr lang="en-US" altLang="zh-CN" sz="1400" dirty="0">
                <a:ea typeface="宋体" panose="02010600030101010101" pitchFamily="2" charset="-122"/>
              </a:rPr>
              <a:t>4-</a:t>
            </a: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22532" name="Rectangle 2"/>
          <p:cNvSpPr>
            <a:spLocks noGrp="1"/>
          </p:cNvSpPr>
          <p:nvPr>
            <p:ph type="title"/>
          </p:nvPr>
        </p:nvSpPr>
        <p:spPr>
          <a:xfrm>
            <a:off x="533400" y="228600"/>
            <a:ext cx="8324850" cy="1143000"/>
          </a:xfrm>
        </p:spPr>
        <p:txBody>
          <a:bodyPr vert="horz" wrap="square" lIns="91440" tIns="45720" rIns="91440" bIns="45720" anchor="ctr" anchorCtr="0"/>
          <a:p>
            <a:r>
              <a:rPr lang="en-US" altLang="zh-CN" sz="3200" dirty="0">
                <a:ea typeface="宋体" panose="02010600030101010101" pitchFamily="2" charset="-122"/>
              </a:rPr>
              <a:t>Datagram or VC network: why?</a:t>
            </a:r>
            <a:endParaRPr lang="en-US" altLang="zh-CN" dirty="0">
              <a:ea typeface="宋体" panose="02010600030101010101" pitchFamily="2" charset="-122"/>
            </a:endParaRPr>
          </a:p>
        </p:txBody>
      </p:sp>
      <p:sp>
        <p:nvSpPr>
          <p:cNvPr id="22533" name="Rectangle 3"/>
          <p:cNvSpPr>
            <a:spLocks noGrp="1"/>
          </p:cNvSpPr>
          <p:nvPr>
            <p:ph sz="half" idx="1"/>
          </p:nvPr>
        </p:nvSpPr>
        <p:spPr>
          <a:xfrm>
            <a:off x="542925" y="1476375"/>
            <a:ext cx="4029075" cy="4648200"/>
          </a:xfrm>
        </p:spPr>
        <p:txBody>
          <a:bodyPr vert="horz" wrap="square" lIns="91440" tIns="45720" rIns="91440" bIns="45720" anchor="t" anchorCtr="0"/>
          <a:p>
            <a:pPr>
              <a:buClr>
                <a:schemeClr val="accent2"/>
              </a:buClr>
              <a:buSzPct val="85000"/>
              <a:buFont typeface="ZapfDingbats"/>
              <a:buNone/>
            </a:pPr>
            <a:r>
              <a:rPr lang="en-US" altLang="zh-CN" sz="2400" dirty="0">
                <a:solidFill>
                  <a:srgbClr val="FF0000"/>
                </a:solidFill>
                <a:ea typeface="宋体" panose="02010600030101010101" pitchFamily="2" charset="-122"/>
              </a:rPr>
              <a:t>Internet (datagram)</a:t>
            </a:r>
            <a:endParaRPr lang="en-US" altLang="zh-CN" sz="2400" dirty="0">
              <a:ea typeface="宋体" panose="02010600030101010101" pitchFamily="2" charset="-122"/>
            </a:endParaRPr>
          </a:p>
          <a:p>
            <a:pPr>
              <a:buClr>
                <a:schemeClr val="accent2"/>
              </a:buClr>
              <a:buSzPct val="85000"/>
              <a:buFont typeface="ZapfDingbats"/>
            </a:pPr>
            <a:r>
              <a:rPr lang="en-US" altLang="zh-CN" sz="2000" dirty="0">
                <a:ea typeface="宋体" panose="02010600030101010101" pitchFamily="2" charset="-122"/>
              </a:rPr>
              <a:t>data exchange among computers</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“elastic” service, no strict timing req. </a:t>
            </a:r>
            <a:endParaRPr lang="en-US" altLang="zh-CN" sz="2000" dirty="0">
              <a:ea typeface="宋体" panose="02010600030101010101" pitchFamily="2" charset="-122"/>
            </a:endParaRPr>
          </a:p>
          <a:p>
            <a:pPr>
              <a:buClr>
                <a:schemeClr val="accent2"/>
              </a:buClr>
              <a:buSzPct val="85000"/>
              <a:buFont typeface="ZapfDingbats"/>
            </a:pPr>
            <a:r>
              <a:rPr lang="en-US" altLang="zh-CN" sz="2000" dirty="0">
                <a:ea typeface="宋体" panose="02010600030101010101" pitchFamily="2" charset="-122"/>
              </a:rPr>
              <a:t>“smart” end systems (computers)</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can adapt, perform control, error recovery</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simple inside network, complexity at “edge”</a:t>
            </a:r>
            <a:endParaRPr lang="en-US" altLang="zh-CN" sz="2000" dirty="0">
              <a:ea typeface="宋体" panose="02010600030101010101" pitchFamily="2" charset="-122"/>
            </a:endParaRPr>
          </a:p>
          <a:p>
            <a:pPr>
              <a:buClr>
                <a:schemeClr val="accent2"/>
              </a:buClr>
              <a:buSzPct val="85000"/>
              <a:buFont typeface="ZapfDingbats"/>
            </a:pPr>
            <a:r>
              <a:rPr lang="en-US" altLang="zh-CN" sz="2000" dirty="0">
                <a:ea typeface="宋体" panose="02010600030101010101" pitchFamily="2" charset="-122"/>
              </a:rPr>
              <a:t>many link types </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different characteristics</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uniform service difficult</a:t>
            </a:r>
            <a:endParaRPr lang="en-US" altLang="zh-CN" sz="2000" dirty="0">
              <a:ea typeface="宋体" panose="02010600030101010101" pitchFamily="2" charset="-122"/>
            </a:endParaRPr>
          </a:p>
        </p:txBody>
      </p:sp>
      <p:sp>
        <p:nvSpPr>
          <p:cNvPr id="22534" name="Rectangle 4"/>
          <p:cNvSpPr>
            <a:spLocks noGrp="1"/>
          </p:cNvSpPr>
          <p:nvPr>
            <p:ph sz="half" idx="2"/>
          </p:nvPr>
        </p:nvSpPr>
        <p:spPr>
          <a:xfrm>
            <a:off x="4505325" y="1552575"/>
            <a:ext cx="3810000" cy="4648200"/>
          </a:xfrm>
        </p:spPr>
        <p:txBody>
          <a:bodyPr vert="horz" wrap="square" lIns="91440" tIns="45720" rIns="91440" bIns="45720" anchor="t" anchorCtr="0"/>
          <a:p>
            <a:pPr>
              <a:buClr>
                <a:schemeClr val="accent2"/>
              </a:buClr>
              <a:buSzPct val="85000"/>
              <a:buFont typeface="ZapfDingbats"/>
              <a:buNone/>
            </a:pPr>
            <a:r>
              <a:rPr lang="en-US" altLang="zh-CN" sz="2400" strike="sngStrike" dirty="0">
                <a:solidFill>
                  <a:srgbClr val="FF0000"/>
                </a:solidFill>
                <a:ea typeface="宋体" panose="02010600030101010101" pitchFamily="2" charset="-122"/>
              </a:rPr>
              <a:t>ATM (VC)</a:t>
            </a:r>
            <a:endParaRPr lang="en-US" altLang="zh-CN" sz="2400" strike="sngStrike" dirty="0">
              <a:ea typeface="宋体" panose="02010600030101010101" pitchFamily="2" charset="-122"/>
            </a:endParaRPr>
          </a:p>
          <a:p>
            <a:pPr>
              <a:buClr>
                <a:schemeClr val="accent2"/>
              </a:buClr>
              <a:buSzPct val="85000"/>
              <a:buFont typeface="ZapfDingbats"/>
            </a:pPr>
            <a:r>
              <a:rPr lang="en-US" altLang="zh-CN" sz="2000" strike="sngStrike" dirty="0">
                <a:ea typeface="宋体" panose="02010600030101010101" pitchFamily="2" charset="-122"/>
              </a:rPr>
              <a:t>evolved from telephony</a:t>
            </a:r>
            <a:endParaRPr lang="en-US" altLang="zh-CN" sz="2000" strike="sngStrike" dirty="0">
              <a:ea typeface="宋体" panose="02010600030101010101" pitchFamily="2" charset="-122"/>
            </a:endParaRPr>
          </a:p>
          <a:p>
            <a:pPr>
              <a:buClr>
                <a:schemeClr val="accent2"/>
              </a:buClr>
              <a:buSzPct val="85000"/>
              <a:buFont typeface="ZapfDingbats"/>
            </a:pPr>
            <a:r>
              <a:rPr lang="en-US" altLang="zh-CN" sz="2000" strike="sngStrike" dirty="0">
                <a:ea typeface="宋体" panose="02010600030101010101" pitchFamily="2" charset="-122"/>
              </a:rPr>
              <a:t>human conversation: </a:t>
            </a:r>
            <a:endParaRPr lang="en-US" altLang="zh-CN" sz="2000" strike="sngStrike" dirty="0">
              <a:ea typeface="宋体" panose="02010600030101010101" pitchFamily="2" charset="-122"/>
            </a:endParaRPr>
          </a:p>
          <a:p>
            <a:pPr lvl="1">
              <a:buClr>
                <a:schemeClr val="accent2"/>
              </a:buClr>
              <a:buSzPct val="75000"/>
              <a:buFont typeface="ZapfDingbats"/>
            </a:pPr>
            <a:r>
              <a:rPr lang="en-US" altLang="zh-CN" sz="2000" strike="sngStrike" dirty="0">
                <a:ea typeface="宋体" panose="02010600030101010101" pitchFamily="2" charset="-122"/>
              </a:rPr>
              <a:t>strict timing, reliability requirements</a:t>
            </a:r>
            <a:endParaRPr lang="en-US" altLang="zh-CN" sz="2000" strike="sngStrike" dirty="0">
              <a:ea typeface="宋体" panose="02010600030101010101" pitchFamily="2" charset="-122"/>
            </a:endParaRPr>
          </a:p>
          <a:p>
            <a:pPr lvl="1">
              <a:buClr>
                <a:schemeClr val="accent2"/>
              </a:buClr>
              <a:buSzPct val="75000"/>
              <a:buFont typeface="ZapfDingbats"/>
            </a:pPr>
            <a:r>
              <a:rPr lang="en-US" altLang="zh-CN" sz="2000" strike="sngStrike" dirty="0">
                <a:ea typeface="宋体" panose="02010600030101010101" pitchFamily="2" charset="-122"/>
              </a:rPr>
              <a:t>need for guaranteed service</a:t>
            </a:r>
            <a:endParaRPr lang="en-US" altLang="zh-CN" sz="1800" strike="sngStrike" dirty="0">
              <a:ea typeface="宋体" panose="02010600030101010101" pitchFamily="2" charset="-122"/>
            </a:endParaRPr>
          </a:p>
          <a:p>
            <a:pPr>
              <a:buClr>
                <a:schemeClr val="accent2"/>
              </a:buClr>
              <a:buSzPct val="85000"/>
              <a:buFont typeface="ZapfDingbats"/>
            </a:pPr>
            <a:r>
              <a:rPr lang="en-US" altLang="zh-CN" sz="2000" strike="sngStrike" dirty="0">
                <a:ea typeface="宋体" panose="02010600030101010101" pitchFamily="2" charset="-122"/>
              </a:rPr>
              <a:t>“dumb” end systems</a:t>
            </a:r>
            <a:endParaRPr lang="en-US" altLang="zh-CN" sz="2000" strike="sngStrike" dirty="0">
              <a:ea typeface="宋体" panose="02010600030101010101" pitchFamily="2" charset="-122"/>
            </a:endParaRPr>
          </a:p>
          <a:p>
            <a:pPr lvl="1">
              <a:buClr>
                <a:schemeClr val="accent2"/>
              </a:buClr>
              <a:buSzPct val="75000"/>
              <a:buFont typeface="ZapfDingbats"/>
            </a:pPr>
            <a:r>
              <a:rPr lang="en-US" altLang="zh-CN" sz="2000" strike="sngStrike" dirty="0">
                <a:ea typeface="宋体" panose="02010600030101010101" pitchFamily="2" charset="-122"/>
              </a:rPr>
              <a:t>telephones</a:t>
            </a:r>
            <a:endParaRPr lang="en-US" altLang="zh-CN" sz="2000" strike="sngStrike" dirty="0">
              <a:ea typeface="宋体" panose="02010600030101010101" pitchFamily="2" charset="-122"/>
            </a:endParaRPr>
          </a:p>
          <a:p>
            <a:pPr lvl="1">
              <a:buClr>
                <a:schemeClr val="accent2"/>
              </a:buClr>
              <a:buSzPct val="75000"/>
              <a:buFont typeface="ZapfDingbats"/>
            </a:pPr>
            <a:r>
              <a:rPr lang="en-US" altLang="zh-CN" sz="2000" strike="sngStrike" dirty="0">
                <a:ea typeface="宋体" panose="02010600030101010101" pitchFamily="2" charset="-122"/>
              </a:rPr>
              <a:t>complexity inside network</a:t>
            </a:r>
            <a:endParaRPr lang="en-US" altLang="zh-CN" sz="2000" strike="sngStrike" dirty="0">
              <a:ea typeface="宋体" panose="02010600030101010101" pitchFamily="2"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页脚占位符 5"/>
          <p:cNvSpPr txBox="1">
            <a:spLocks noGrp="1"/>
          </p:cNvSpPr>
          <p:nvPr>
            <p:ph type="ftr" sz="quarter" idx="11"/>
          </p:nvPr>
        </p:nvSpPr>
        <p:spPr/>
        <p:txBody>
          <a:bodyPr/>
          <a:p>
            <a:pPr marL="0" indent="0" algn="r">
              <a:spcBef>
                <a:spcPct val="0"/>
              </a:spcBef>
              <a:buClrTx/>
              <a:buSzTx/>
              <a:buFontTx/>
              <a:buNone/>
            </a:pPr>
            <a:r>
              <a:rPr lang="en-US" altLang="zh-CN" sz="1400" dirty="0">
                <a:ea typeface="宋体" panose="02010600030101010101" pitchFamily="2" charset="-122"/>
              </a:rPr>
              <a:t>Network Layer</a:t>
            </a:r>
            <a:endParaRPr lang="en-US" altLang="zh-CN" sz="1400" dirty="0">
              <a:latin typeface="Times New Roman" panose="02020603050405020304" pitchFamily="18" charset="0"/>
              <a:ea typeface="宋体" panose="02010600030101010101" pitchFamily="2" charset="-122"/>
            </a:endParaRPr>
          </a:p>
        </p:txBody>
      </p:sp>
      <p:sp>
        <p:nvSpPr>
          <p:cNvPr id="23555" name="灯片编号占位符 6"/>
          <p:cNvSpPr txBox="1">
            <a:spLocks noGrp="1"/>
          </p:cNvSpPr>
          <p:nvPr>
            <p:ph type="sldNum" sz="quarter" idx="12"/>
          </p:nvPr>
        </p:nvSpPr>
        <p:spPr/>
        <p:txBody>
          <a:bodyPr/>
          <a:p>
            <a:pPr marL="0" indent="0" algn="r">
              <a:spcBef>
                <a:spcPct val="0"/>
              </a:spcBef>
              <a:buClrTx/>
              <a:buSzTx/>
              <a:buFontTx/>
              <a:buNone/>
            </a:pPr>
            <a:r>
              <a:rPr lang="en-US" altLang="zh-CN" sz="1400" dirty="0">
                <a:ea typeface="宋体" panose="02010600030101010101" pitchFamily="2" charset="-122"/>
              </a:rPr>
              <a:t>4-</a:t>
            </a: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23556" name="Rectangle 2"/>
          <p:cNvSpPr>
            <a:spLocks noGrp="1"/>
          </p:cNvSpPr>
          <p:nvPr>
            <p:ph type="title"/>
          </p:nvPr>
        </p:nvSpPr>
        <p:spPr/>
        <p:txBody>
          <a:bodyPr vert="horz" wrap="square" lIns="91440" tIns="45720" rIns="91440" bIns="45720" anchor="ctr" anchorCtr="0"/>
          <a:p>
            <a:r>
              <a:rPr lang="en-US" altLang="zh-CN" dirty="0">
                <a:ea typeface="宋体" panose="02010600030101010101" pitchFamily="2" charset="-122"/>
              </a:rPr>
              <a:t>Chapter 4: Network Layer</a:t>
            </a:r>
            <a:endParaRPr lang="en-US" altLang="zh-CN" dirty="0">
              <a:ea typeface="宋体" panose="02010600030101010101" pitchFamily="2" charset="-122"/>
            </a:endParaRPr>
          </a:p>
        </p:txBody>
      </p:sp>
      <p:sp>
        <p:nvSpPr>
          <p:cNvPr id="23557" name="Rectangle 3"/>
          <p:cNvSpPr>
            <a:spLocks noGrp="1"/>
          </p:cNvSpPr>
          <p:nvPr>
            <p:ph sz="half" idx="1"/>
          </p:nvPr>
        </p:nvSpPr>
        <p:spPr/>
        <p:txBody>
          <a:bodyPr vert="horz" wrap="square" lIns="91440" tIns="45720" rIns="91440" bIns="45720" anchor="t" anchorCtr="0"/>
          <a:p>
            <a:pPr>
              <a:buClr>
                <a:schemeClr val="accent2"/>
              </a:buClr>
              <a:buSzPct val="85000"/>
              <a:buFont typeface="ZapfDingbats"/>
            </a:pPr>
            <a:r>
              <a:rPr lang="en-US" altLang="zh-CN" sz="2400" dirty="0">
                <a:ea typeface="宋体" panose="02010600030101010101" pitchFamily="2" charset="-122"/>
              </a:rPr>
              <a:t>4. 1 Introduction</a:t>
            </a:r>
            <a:endParaRPr lang="en-US" altLang="zh-CN" sz="2400" dirty="0">
              <a:ea typeface="宋体" panose="02010600030101010101" pitchFamily="2" charset="-122"/>
            </a:endParaRPr>
          </a:p>
          <a:p>
            <a:pPr>
              <a:buClr>
                <a:schemeClr val="accent2"/>
              </a:buClr>
              <a:buSzPct val="85000"/>
              <a:buFont typeface="ZapfDingbats"/>
            </a:pPr>
            <a:r>
              <a:rPr lang="en-US" altLang="zh-CN" sz="2400" dirty="0">
                <a:ea typeface="宋体" panose="02010600030101010101" pitchFamily="2" charset="-122"/>
              </a:rPr>
              <a:t>4.2 Virtual circuit and datagram networks</a:t>
            </a:r>
            <a:endParaRPr lang="en-US" altLang="zh-CN" sz="2400" dirty="0">
              <a:ea typeface="宋体" panose="02010600030101010101" pitchFamily="2" charset="-122"/>
            </a:endParaRPr>
          </a:p>
          <a:p>
            <a:pPr>
              <a:buClr>
                <a:schemeClr val="accent2"/>
              </a:buClr>
              <a:buSzPct val="85000"/>
              <a:buFont typeface="ZapfDingbats"/>
            </a:pPr>
            <a:r>
              <a:rPr lang="en-US" altLang="zh-CN" sz="2400" dirty="0">
                <a:solidFill>
                  <a:srgbClr val="FF0000"/>
                </a:solidFill>
                <a:ea typeface="宋体" panose="02010600030101010101" pitchFamily="2" charset="-122"/>
              </a:rPr>
              <a:t>4.3 What’s inside a router</a:t>
            </a:r>
            <a:endParaRPr lang="en-US" altLang="zh-CN" sz="2400" dirty="0">
              <a:solidFill>
                <a:srgbClr val="FF0000"/>
              </a:solidFill>
              <a:ea typeface="宋体" panose="02010600030101010101" pitchFamily="2" charset="-122"/>
            </a:endParaRPr>
          </a:p>
          <a:p>
            <a:pPr>
              <a:buClr>
                <a:schemeClr val="accent2"/>
              </a:buClr>
              <a:buSzPct val="85000"/>
              <a:buFont typeface="ZapfDingbats"/>
            </a:pPr>
            <a:r>
              <a:rPr lang="en-US" altLang="zh-CN" sz="2400" dirty="0">
                <a:ea typeface="宋体" panose="02010600030101010101" pitchFamily="2" charset="-122"/>
              </a:rPr>
              <a:t>4.4 IP: Internet Protocol</a:t>
            </a:r>
            <a:endParaRPr lang="en-US" altLang="zh-CN" sz="24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Datagram format</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IPv4 addressing</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ICMP</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IPv6</a:t>
            </a:r>
            <a:endParaRPr lang="en-US" altLang="zh-CN" sz="2000" dirty="0">
              <a:ea typeface="宋体" panose="02010600030101010101" pitchFamily="2" charset="-122"/>
            </a:endParaRPr>
          </a:p>
        </p:txBody>
      </p:sp>
      <p:sp>
        <p:nvSpPr>
          <p:cNvPr id="23558" name="Rectangle 4"/>
          <p:cNvSpPr>
            <a:spLocks noGrp="1"/>
          </p:cNvSpPr>
          <p:nvPr>
            <p:ph sz="half" idx="2"/>
          </p:nvPr>
        </p:nvSpPr>
        <p:spPr/>
        <p:txBody>
          <a:bodyPr vert="horz" wrap="square" lIns="91440" tIns="45720" rIns="91440" bIns="45720" anchor="t" anchorCtr="0"/>
          <a:p>
            <a:pPr>
              <a:buClr>
                <a:schemeClr val="accent2"/>
              </a:buClr>
              <a:buSzPct val="85000"/>
              <a:buFont typeface="ZapfDingbats"/>
            </a:pPr>
            <a:r>
              <a:rPr lang="en-US" altLang="zh-CN" sz="2400" dirty="0">
                <a:ea typeface="宋体" panose="02010600030101010101" pitchFamily="2" charset="-122"/>
              </a:rPr>
              <a:t>4.5 Routing algorithms</a:t>
            </a:r>
            <a:endParaRPr lang="en-US" altLang="zh-CN" sz="24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Link state</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Distance Vector</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Hierarchical routing</a:t>
            </a:r>
            <a:endParaRPr lang="en-US" altLang="zh-CN" sz="2000" dirty="0">
              <a:ea typeface="宋体" panose="02010600030101010101" pitchFamily="2" charset="-122"/>
            </a:endParaRPr>
          </a:p>
          <a:p>
            <a:pPr>
              <a:buClr>
                <a:schemeClr val="accent2"/>
              </a:buClr>
              <a:buSzPct val="85000"/>
              <a:buFont typeface="ZapfDingbats"/>
            </a:pPr>
            <a:r>
              <a:rPr lang="en-US" altLang="zh-CN" sz="2400" dirty="0">
                <a:ea typeface="宋体" panose="02010600030101010101" pitchFamily="2" charset="-122"/>
              </a:rPr>
              <a:t>4.6 Routing in the Internet</a:t>
            </a:r>
            <a:endParaRPr lang="en-US" altLang="zh-CN" sz="24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RIP</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OSPF</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BGP</a:t>
            </a:r>
            <a:endParaRPr lang="en-US" altLang="zh-CN" sz="2000" dirty="0">
              <a:ea typeface="宋体" panose="02010600030101010101" pitchFamily="2" charset="-122"/>
            </a:endParaRPr>
          </a:p>
          <a:p>
            <a:pPr>
              <a:buClr>
                <a:schemeClr val="accent2"/>
              </a:buClr>
              <a:buSzPct val="85000"/>
              <a:buFont typeface="ZapfDingbats"/>
            </a:pPr>
            <a:r>
              <a:rPr lang="en-US" altLang="zh-CN" sz="2400" dirty="0">
                <a:ea typeface="宋体" panose="02010600030101010101" pitchFamily="2" charset="-122"/>
              </a:rPr>
              <a:t>4.7 Broadcast and multicast routing</a:t>
            </a:r>
            <a:endParaRPr lang="en-US" altLang="zh-CN" sz="2400" dirty="0">
              <a:ea typeface="宋体" panose="02010600030101010101" pitchFamily="2" charset="-122"/>
            </a:endParaRPr>
          </a:p>
          <a:p>
            <a:pPr>
              <a:buClr>
                <a:schemeClr val="accent2"/>
              </a:buClr>
              <a:buSzPct val="85000"/>
              <a:buFont typeface="ZapfDingbats"/>
            </a:pPr>
            <a:endParaRPr lang="en-US" altLang="zh-CN" sz="2400" dirty="0">
              <a:ea typeface="宋体" panose="02010600030101010101" pitchFamily="2"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页脚占位符 4"/>
          <p:cNvSpPr txBox="1">
            <a:spLocks noGrp="1"/>
          </p:cNvSpPr>
          <p:nvPr>
            <p:ph type="ftr" sz="quarter" idx="11"/>
          </p:nvPr>
        </p:nvSpPr>
        <p:spPr/>
        <p:txBody>
          <a:bodyPr/>
          <a:p>
            <a:pPr marL="0" indent="0" algn="r">
              <a:spcBef>
                <a:spcPct val="0"/>
              </a:spcBef>
              <a:buClrTx/>
              <a:buSzTx/>
              <a:buFontTx/>
              <a:buNone/>
            </a:pPr>
            <a:r>
              <a:rPr lang="en-US" altLang="zh-CN" sz="1400" dirty="0">
                <a:ea typeface="宋体" panose="02010600030101010101" pitchFamily="2" charset="-122"/>
              </a:rPr>
              <a:t>Network Layer</a:t>
            </a:r>
            <a:endParaRPr lang="en-US" altLang="zh-CN" sz="1400" dirty="0">
              <a:latin typeface="Times New Roman" panose="02020603050405020304" pitchFamily="18" charset="0"/>
              <a:ea typeface="宋体" panose="02010600030101010101" pitchFamily="2" charset="-122"/>
            </a:endParaRPr>
          </a:p>
        </p:txBody>
      </p:sp>
      <p:sp>
        <p:nvSpPr>
          <p:cNvPr id="24579" name="灯片编号占位符 5"/>
          <p:cNvSpPr txBox="1">
            <a:spLocks noGrp="1"/>
          </p:cNvSpPr>
          <p:nvPr>
            <p:ph type="sldNum" sz="quarter" idx="12"/>
          </p:nvPr>
        </p:nvSpPr>
        <p:spPr/>
        <p:txBody>
          <a:bodyPr/>
          <a:p>
            <a:pPr marL="0" indent="0" algn="r">
              <a:spcBef>
                <a:spcPct val="0"/>
              </a:spcBef>
              <a:buClrTx/>
              <a:buSzTx/>
              <a:buFontTx/>
              <a:buNone/>
            </a:pPr>
            <a:r>
              <a:rPr lang="en-US" altLang="zh-CN" sz="1400" dirty="0">
                <a:ea typeface="宋体" panose="02010600030101010101" pitchFamily="2" charset="-122"/>
              </a:rPr>
              <a:t>4-</a:t>
            </a: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24580" name="Rectangle 2"/>
          <p:cNvSpPr>
            <a:spLocks noGrp="1"/>
          </p:cNvSpPr>
          <p:nvPr>
            <p:ph type="title"/>
          </p:nvPr>
        </p:nvSpPr>
        <p:spPr>
          <a:xfrm>
            <a:off x="685800" y="304800"/>
            <a:ext cx="7772400" cy="609600"/>
          </a:xfrm>
        </p:spPr>
        <p:txBody>
          <a:bodyPr vert="horz" wrap="square" lIns="91440" tIns="45720" rIns="91440" bIns="45720" anchor="ctr" anchorCtr="0"/>
          <a:p>
            <a:r>
              <a:rPr lang="en-US" altLang="zh-CN" sz="3600" dirty="0">
                <a:ea typeface="宋体" panose="02010600030101010101" pitchFamily="2" charset="-122"/>
              </a:rPr>
              <a:t>Router Architecture Overview</a:t>
            </a:r>
            <a:endParaRPr lang="en-US" altLang="zh-CN" dirty="0">
              <a:ea typeface="宋体" panose="02010600030101010101" pitchFamily="2" charset="-122"/>
            </a:endParaRPr>
          </a:p>
        </p:txBody>
      </p:sp>
      <p:sp>
        <p:nvSpPr>
          <p:cNvPr id="24581" name="Rectangle 3"/>
          <p:cNvSpPr>
            <a:spLocks noGrp="1"/>
          </p:cNvSpPr>
          <p:nvPr>
            <p:ph idx="1"/>
          </p:nvPr>
        </p:nvSpPr>
        <p:spPr>
          <a:xfrm>
            <a:off x="609600" y="1295400"/>
            <a:ext cx="8126413" cy="914400"/>
          </a:xfrm>
        </p:spPr>
        <p:txBody>
          <a:bodyPr vert="horz" wrap="square" lIns="91440" tIns="45720" rIns="91440" bIns="45720" anchor="t" anchorCtr="0"/>
          <a:p>
            <a:pPr>
              <a:buNone/>
            </a:pPr>
            <a:r>
              <a:rPr lang="en-US" altLang="zh-CN" dirty="0">
                <a:ea typeface="宋体" panose="02010600030101010101" pitchFamily="2" charset="-122"/>
              </a:rPr>
              <a:t>Two key router functions:</a:t>
            </a:r>
            <a:r>
              <a:rPr lang="en-US" altLang="zh-CN" sz="1800" dirty="0">
                <a:ea typeface="宋体" panose="02010600030101010101" pitchFamily="2" charset="-122"/>
              </a:rPr>
              <a:t> </a:t>
            </a:r>
            <a:endParaRPr lang="en-US" altLang="zh-CN" sz="1800" dirty="0">
              <a:ea typeface="宋体" panose="02010600030101010101" pitchFamily="2" charset="-122"/>
            </a:endParaRPr>
          </a:p>
          <a:p>
            <a:r>
              <a:rPr lang="en-US" altLang="zh-CN" sz="2400" dirty="0">
                <a:ea typeface="宋体" panose="02010600030101010101" pitchFamily="2" charset="-122"/>
              </a:rPr>
              <a:t>run routing algorithms/protocol (RIP, OSPF, BGP)</a:t>
            </a:r>
            <a:endParaRPr lang="en-US" altLang="zh-CN" sz="2400" dirty="0">
              <a:ea typeface="宋体" panose="02010600030101010101" pitchFamily="2" charset="-122"/>
            </a:endParaRPr>
          </a:p>
          <a:p>
            <a:r>
              <a:rPr lang="en-US" altLang="zh-CN" sz="2400" i="1" dirty="0">
                <a:ea typeface="宋体" panose="02010600030101010101" pitchFamily="2" charset="-122"/>
              </a:rPr>
              <a:t>forwarding </a:t>
            </a:r>
            <a:r>
              <a:rPr lang="en-US" altLang="zh-CN" sz="2400" dirty="0">
                <a:ea typeface="宋体" panose="02010600030101010101" pitchFamily="2" charset="-122"/>
              </a:rPr>
              <a:t>datagrams from incoming to outgoing link</a:t>
            </a:r>
            <a:endParaRPr lang="en-US" altLang="zh-CN" sz="2400" dirty="0">
              <a:ea typeface="宋体" panose="02010600030101010101" pitchFamily="2" charset="-122"/>
            </a:endParaRPr>
          </a:p>
        </p:txBody>
      </p:sp>
      <p:pic>
        <p:nvPicPr>
          <p:cNvPr id="24582" name="Picture 4"/>
          <p:cNvPicPr>
            <a:picLocks noChangeAspect="1"/>
          </p:cNvPicPr>
          <p:nvPr/>
        </p:nvPicPr>
        <p:blipFill>
          <a:blip r:embed="rId1"/>
          <a:stretch>
            <a:fillRect/>
          </a:stretch>
        </p:blipFill>
        <p:spPr>
          <a:xfrm>
            <a:off x="1485900" y="2900363"/>
            <a:ext cx="6399213" cy="3525837"/>
          </a:xfrm>
          <a:prstGeom prst="rect">
            <a:avLst/>
          </a:prstGeom>
          <a:noFill/>
          <a:ln w="9525">
            <a:noFill/>
          </a:ln>
        </p:spPr>
      </p:pic>
    </p:spTree>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页脚占位符 4"/>
          <p:cNvSpPr txBox="1">
            <a:spLocks noGrp="1"/>
          </p:cNvSpPr>
          <p:nvPr>
            <p:ph type="ftr" sz="quarter" idx="11"/>
          </p:nvPr>
        </p:nvSpPr>
        <p:spPr/>
        <p:txBody>
          <a:bodyPr/>
          <a:p>
            <a:pPr marL="0" indent="0" algn="r">
              <a:spcBef>
                <a:spcPct val="0"/>
              </a:spcBef>
              <a:buClrTx/>
              <a:buSzTx/>
              <a:buFontTx/>
              <a:buNone/>
            </a:pPr>
            <a:r>
              <a:rPr lang="en-US" altLang="zh-CN" sz="1400" dirty="0">
                <a:ea typeface="宋体" panose="02010600030101010101" pitchFamily="2" charset="-122"/>
              </a:rPr>
              <a:t>Network Layer</a:t>
            </a:r>
            <a:endParaRPr lang="en-US" altLang="zh-CN" sz="1400" dirty="0">
              <a:latin typeface="Times New Roman" panose="02020603050405020304" pitchFamily="18" charset="0"/>
              <a:ea typeface="宋体" panose="02010600030101010101" pitchFamily="2" charset="-122"/>
            </a:endParaRPr>
          </a:p>
        </p:txBody>
      </p:sp>
      <p:sp>
        <p:nvSpPr>
          <p:cNvPr id="25603" name="灯片编号占位符 5"/>
          <p:cNvSpPr txBox="1">
            <a:spLocks noGrp="1"/>
          </p:cNvSpPr>
          <p:nvPr>
            <p:ph type="sldNum" sz="quarter" idx="12"/>
          </p:nvPr>
        </p:nvSpPr>
        <p:spPr/>
        <p:txBody>
          <a:bodyPr/>
          <a:p>
            <a:pPr marL="0" indent="0" algn="r">
              <a:spcBef>
                <a:spcPct val="0"/>
              </a:spcBef>
              <a:buClrTx/>
              <a:buSzTx/>
              <a:buFontTx/>
              <a:buNone/>
            </a:pPr>
            <a:r>
              <a:rPr lang="en-US" altLang="zh-CN" sz="1400" dirty="0">
                <a:ea typeface="宋体" panose="02010600030101010101" pitchFamily="2" charset="-122"/>
              </a:rPr>
              <a:t>4-</a:t>
            </a: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pic>
        <p:nvPicPr>
          <p:cNvPr id="25604" name="Picture 2"/>
          <p:cNvPicPr>
            <a:picLocks noChangeAspect="1"/>
          </p:cNvPicPr>
          <p:nvPr/>
        </p:nvPicPr>
        <p:blipFill>
          <a:blip r:embed="rId1"/>
          <a:stretch>
            <a:fillRect/>
          </a:stretch>
        </p:blipFill>
        <p:spPr>
          <a:xfrm>
            <a:off x="2076450" y="923925"/>
            <a:ext cx="5441950" cy="2605088"/>
          </a:xfrm>
          <a:prstGeom prst="rect">
            <a:avLst/>
          </a:prstGeom>
          <a:noFill/>
          <a:ln w="9525">
            <a:noFill/>
          </a:ln>
        </p:spPr>
      </p:pic>
      <p:sp>
        <p:nvSpPr>
          <p:cNvPr id="25605" name="Rectangle 3"/>
          <p:cNvSpPr>
            <a:spLocks noGrp="1"/>
          </p:cNvSpPr>
          <p:nvPr>
            <p:ph type="title"/>
          </p:nvPr>
        </p:nvSpPr>
        <p:spPr>
          <a:xfrm>
            <a:off x="644525" y="504825"/>
            <a:ext cx="7772400" cy="609600"/>
          </a:xfrm>
        </p:spPr>
        <p:txBody>
          <a:bodyPr vert="horz" wrap="square" lIns="91440" tIns="45720" rIns="91440" bIns="45720" anchor="ctr" anchorCtr="0"/>
          <a:p>
            <a:r>
              <a:rPr lang="en-US" altLang="zh-CN" sz="3600" dirty="0">
                <a:ea typeface="宋体" panose="02010600030101010101" pitchFamily="2" charset="-122"/>
              </a:rPr>
              <a:t>Input Port Functions</a:t>
            </a:r>
            <a:endParaRPr lang="en-US" altLang="zh-CN" dirty="0">
              <a:ea typeface="宋体" panose="02010600030101010101" pitchFamily="2" charset="-122"/>
            </a:endParaRPr>
          </a:p>
        </p:txBody>
      </p:sp>
      <p:sp>
        <p:nvSpPr>
          <p:cNvPr id="25606" name="Rectangle 4"/>
          <p:cNvSpPr>
            <a:spLocks noGrp="1"/>
          </p:cNvSpPr>
          <p:nvPr>
            <p:ph idx="1"/>
          </p:nvPr>
        </p:nvSpPr>
        <p:spPr>
          <a:xfrm>
            <a:off x="3394075" y="3668713"/>
            <a:ext cx="5456238" cy="2667000"/>
          </a:xfrm>
        </p:spPr>
        <p:txBody>
          <a:bodyPr vert="horz" wrap="square" lIns="91440" tIns="45720" rIns="91440" bIns="45720" anchor="t" anchorCtr="0"/>
          <a:p>
            <a:pPr>
              <a:lnSpc>
                <a:spcPct val="90000"/>
              </a:lnSpc>
              <a:buNone/>
            </a:pPr>
            <a:r>
              <a:rPr lang="en-US" altLang="zh-CN" sz="2400" b="1" dirty="0">
                <a:ea typeface="宋体" panose="02010600030101010101" pitchFamily="2" charset="-122"/>
              </a:rPr>
              <a:t>Decentralized switching</a:t>
            </a:r>
            <a:r>
              <a:rPr lang="en-US" altLang="zh-CN" sz="2400" i="1" dirty="0">
                <a:ea typeface="宋体" panose="02010600030101010101" pitchFamily="2" charset="-122"/>
              </a:rPr>
              <a:t>:</a:t>
            </a:r>
            <a:r>
              <a:rPr lang="en-US" altLang="zh-CN" sz="2400" dirty="0">
                <a:ea typeface="宋体" panose="02010600030101010101" pitchFamily="2" charset="-122"/>
              </a:rPr>
              <a:t> </a:t>
            </a:r>
            <a:endParaRPr lang="en-US" altLang="zh-CN" sz="2400" dirty="0">
              <a:ea typeface="宋体" panose="02010600030101010101" pitchFamily="2" charset="-122"/>
            </a:endParaRPr>
          </a:p>
          <a:p>
            <a:pPr>
              <a:lnSpc>
                <a:spcPct val="90000"/>
              </a:lnSpc>
            </a:pPr>
            <a:r>
              <a:rPr lang="en-US" altLang="zh-CN" sz="2000" dirty="0">
                <a:ea typeface="宋体" panose="02010600030101010101" pitchFamily="2" charset="-122"/>
              </a:rPr>
              <a:t>given datagram dest., lookup output port using forwarding table in input port memory</a:t>
            </a:r>
            <a:endParaRPr lang="en-US" altLang="zh-CN" sz="2000" dirty="0">
              <a:ea typeface="宋体" panose="02010600030101010101" pitchFamily="2" charset="-122"/>
            </a:endParaRPr>
          </a:p>
          <a:p>
            <a:pPr>
              <a:lnSpc>
                <a:spcPct val="90000"/>
              </a:lnSpc>
            </a:pPr>
            <a:r>
              <a:rPr lang="en-US" altLang="zh-CN" sz="2000" dirty="0">
                <a:ea typeface="宋体" panose="02010600030101010101" pitchFamily="2" charset="-122"/>
              </a:rPr>
              <a:t>goal: complete input port processing at ‘line speed’</a:t>
            </a:r>
            <a:endParaRPr lang="en-US" altLang="zh-CN" sz="2000" dirty="0">
              <a:ea typeface="宋体" panose="02010600030101010101" pitchFamily="2" charset="-122"/>
            </a:endParaRPr>
          </a:p>
          <a:p>
            <a:pPr>
              <a:lnSpc>
                <a:spcPct val="90000"/>
              </a:lnSpc>
            </a:pPr>
            <a:r>
              <a:rPr lang="en-US" altLang="zh-CN" sz="2000" dirty="0">
                <a:ea typeface="宋体" panose="02010600030101010101" pitchFamily="2" charset="-122"/>
              </a:rPr>
              <a:t>queuing: if datagrams arrive faster than forwarding rate into switch fabric</a:t>
            </a:r>
            <a:endParaRPr lang="en-US" altLang="zh-CN" sz="2000" dirty="0">
              <a:ea typeface="宋体" panose="02010600030101010101" pitchFamily="2" charset="-122"/>
            </a:endParaRPr>
          </a:p>
        </p:txBody>
      </p:sp>
      <p:sp>
        <p:nvSpPr>
          <p:cNvPr id="25607" name="Text Box 5"/>
          <p:cNvSpPr txBox="1"/>
          <p:nvPr/>
        </p:nvSpPr>
        <p:spPr>
          <a:xfrm>
            <a:off x="0" y="3060700"/>
            <a:ext cx="2376488" cy="7016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r">
              <a:spcBef>
                <a:spcPct val="0"/>
              </a:spcBef>
              <a:buClrTx/>
              <a:buSzTx/>
              <a:buFontTx/>
              <a:buNone/>
            </a:pPr>
            <a:r>
              <a:rPr lang="en-US" altLang="zh-CN" sz="2000" dirty="0">
                <a:solidFill>
                  <a:schemeClr val="accent2"/>
                </a:solidFill>
                <a:ea typeface="宋体" panose="02010600030101010101" pitchFamily="2" charset="-122"/>
              </a:rPr>
              <a:t>Physical layer:</a:t>
            </a:r>
            <a:endParaRPr lang="en-US" altLang="zh-CN" sz="2000" dirty="0">
              <a:ea typeface="宋体" panose="02010600030101010101" pitchFamily="2" charset="-122"/>
            </a:endParaRPr>
          </a:p>
          <a:p>
            <a:pPr marL="0" lvl="0" indent="0" algn="r">
              <a:spcBef>
                <a:spcPct val="0"/>
              </a:spcBef>
              <a:buClrTx/>
              <a:buSzTx/>
              <a:buFontTx/>
              <a:buNone/>
            </a:pPr>
            <a:r>
              <a:rPr lang="en-US" altLang="zh-CN" sz="2000" dirty="0">
                <a:ea typeface="宋体" panose="02010600030101010101" pitchFamily="2" charset="-122"/>
              </a:rPr>
              <a:t>bit-level reception</a:t>
            </a:r>
            <a:endParaRPr lang="en-US" altLang="zh-CN" sz="1800" dirty="0">
              <a:ea typeface="宋体" panose="02010600030101010101" pitchFamily="2" charset="-122"/>
            </a:endParaRPr>
          </a:p>
        </p:txBody>
      </p:sp>
      <p:sp>
        <p:nvSpPr>
          <p:cNvPr id="25608" name="Text Box 6"/>
          <p:cNvSpPr txBox="1"/>
          <p:nvPr/>
        </p:nvSpPr>
        <p:spPr>
          <a:xfrm>
            <a:off x="411163" y="3789363"/>
            <a:ext cx="1979612" cy="10064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r">
              <a:spcBef>
                <a:spcPct val="0"/>
              </a:spcBef>
              <a:buClrTx/>
              <a:buSzTx/>
              <a:buFontTx/>
              <a:buNone/>
            </a:pPr>
            <a:r>
              <a:rPr lang="en-US" altLang="zh-CN" sz="2000" dirty="0">
                <a:solidFill>
                  <a:schemeClr val="accent2"/>
                </a:solidFill>
                <a:ea typeface="宋体" panose="02010600030101010101" pitchFamily="2" charset="-122"/>
              </a:rPr>
              <a:t>Data link layer:</a:t>
            </a:r>
            <a:endParaRPr lang="en-US" altLang="zh-CN" sz="2000" dirty="0">
              <a:solidFill>
                <a:schemeClr val="accent2"/>
              </a:solidFill>
              <a:ea typeface="宋体" panose="02010600030101010101" pitchFamily="2" charset="-122"/>
            </a:endParaRPr>
          </a:p>
          <a:p>
            <a:pPr marL="0" lvl="0" indent="0" algn="r">
              <a:spcBef>
                <a:spcPct val="0"/>
              </a:spcBef>
              <a:buClrTx/>
              <a:buSzTx/>
              <a:buFontTx/>
              <a:buNone/>
            </a:pPr>
            <a:r>
              <a:rPr lang="en-US" altLang="zh-CN" sz="2000" dirty="0">
                <a:ea typeface="宋体" panose="02010600030101010101" pitchFamily="2" charset="-122"/>
              </a:rPr>
              <a:t>e.g., Ethernet</a:t>
            </a:r>
            <a:endParaRPr lang="en-US" altLang="zh-CN" sz="2000" dirty="0">
              <a:ea typeface="宋体" panose="02010600030101010101" pitchFamily="2" charset="-122"/>
            </a:endParaRPr>
          </a:p>
          <a:p>
            <a:pPr marL="0" lvl="0" indent="0" algn="r">
              <a:spcBef>
                <a:spcPct val="0"/>
              </a:spcBef>
              <a:buClrTx/>
              <a:buSzTx/>
              <a:buFontTx/>
              <a:buNone/>
            </a:pPr>
            <a:r>
              <a:rPr lang="en-US" altLang="zh-CN" sz="2000" dirty="0">
                <a:ea typeface="宋体" panose="02010600030101010101" pitchFamily="2" charset="-122"/>
              </a:rPr>
              <a:t>see chapter 5</a:t>
            </a:r>
            <a:endParaRPr lang="en-US" altLang="zh-CN" sz="1800" dirty="0">
              <a:ea typeface="宋体" panose="02010600030101010101" pitchFamily="2" charset="-122"/>
            </a:endParaRPr>
          </a:p>
        </p:txBody>
      </p:sp>
      <p:sp>
        <p:nvSpPr>
          <p:cNvPr id="25609" name="Freeform 7"/>
          <p:cNvSpPr/>
          <p:nvPr/>
        </p:nvSpPr>
        <p:spPr>
          <a:xfrm flipV="1">
            <a:off x="1963738" y="2662238"/>
            <a:ext cx="796925" cy="422275"/>
          </a:xfrm>
          <a:custGeom>
            <a:avLst/>
            <a:gdLst/>
            <a:ahLst/>
            <a:cxnLst>
              <a:cxn ang="0">
                <a:pos x="0" y="0"/>
              </a:cxn>
              <a:cxn ang="0">
                <a:pos x="2147483646" y="2147483646"/>
              </a:cxn>
              <a:cxn ang="0">
                <a:pos x="2147483646" y="2147483646"/>
              </a:cxn>
              <a:cxn ang="0">
                <a:pos x="2147483646" y="2147483646"/>
              </a:cxn>
            </a:cxnLst>
            <a:pathLst>
              <a:path w="769" h="517">
                <a:moveTo>
                  <a:pt x="0" y="0"/>
                </a:moveTo>
                <a:cubicBezTo>
                  <a:pt x="71" y="62"/>
                  <a:pt x="351" y="347"/>
                  <a:pt x="428" y="375"/>
                </a:cubicBezTo>
                <a:cubicBezTo>
                  <a:pt x="505" y="403"/>
                  <a:pt x="404" y="145"/>
                  <a:pt x="461" y="169"/>
                </a:cubicBezTo>
                <a:cubicBezTo>
                  <a:pt x="518" y="192"/>
                  <a:pt x="705" y="444"/>
                  <a:pt x="769" y="517"/>
                </a:cubicBezTo>
              </a:path>
            </a:pathLst>
          </a:custGeom>
          <a:noFill/>
          <a:ln w="28575" cap="flat" cmpd="sng">
            <a:solidFill>
              <a:srgbClr val="FF0000">
                <a:alpha val="100000"/>
              </a:srgbClr>
            </a:solidFill>
            <a:prstDash val="solid"/>
            <a:round/>
            <a:headEnd type="none" w="med" len="med"/>
            <a:tailEnd type="triangle" w="med" len="med"/>
          </a:ln>
        </p:spPr>
        <p:txBody>
          <a:bodyPr/>
          <a:p>
            <a:endParaRPr lang="zh-CN" altLang="en-US"/>
          </a:p>
        </p:txBody>
      </p:sp>
      <p:sp>
        <p:nvSpPr>
          <p:cNvPr id="25610" name="Freeform 8"/>
          <p:cNvSpPr/>
          <p:nvPr/>
        </p:nvSpPr>
        <p:spPr>
          <a:xfrm flipV="1">
            <a:off x="2338388" y="2674938"/>
            <a:ext cx="1408112" cy="1198562"/>
          </a:xfrm>
          <a:custGeom>
            <a:avLst/>
            <a:gdLst/>
            <a:ahLst/>
            <a:cxnLst>
              <a:cxn ang="0">
                <a:pos x="0" y="0"/>
              </a:cxn>
              <a:cxn ang="0">
                <a:pos x="2147483646" y="2147483646"/>
              </a:cxn>
              <a:cxn ang="0">
                <a:pos x="2147483646" y="2147483646"/>
              </a:cxn>
              <a:cxn ang="0">
                <a:pos x="2147483646" y="2147483646"/>
              </a:cxn>
            </a:cxnLst>
            <a:pathLst>
              <a:path w="769" h="517">
                <a:moveTo>
                  <a:pt x="0" y="0"/>
                </a:moveTo>
                <a:cubicBezTo>
                  <a:pt x="71" y="62"/>
                  <a:pt x="351" y="347"/>
                  <a:pt x="428" y="375"/>
                </a:cubicBezTo>
                <a:cubicBezTo>
                  <a:pt x="505" y="403"/>
                  <a:pt x="404" y="145"/>
                  <a:pt x="461" y="169"/>
                </a:cubicBezTo>
                <a:cubicBezTo>
                  <a:pt x="518" y="192"/>
                  <a:pt x="705" y="444"/>
                  <a:pt x="769" y="517"/>
                </a:cubicBezTo>
              </a:path>
            </a:pathLst>
          </a:custGeom>
          <a:noFill/>
          <a:ln w="28575" cap="flat" cmpd="sng">
            <a:solidFill>
              <a:srgbClr val="FF0000">
                <a:alpha val="100000"/>
              </a:srgbClr>
            </a:solidFill>
            <a:prstDash val="solid"/>
            <a:round/>
            <a:headEnd type="none" w="med" len="med"/>
            <a:tailEnd type="triangle" w="med" len="med"/>
          </a:ln>
        </p:spPr>
        <p:txBody>
          <a:bodyPr/>
          <a:p>
            <a:endParaRPr lang="zh-CN" altLang="en-US"/>
          </a:p>
        </p:txBody>
      </p:sp>
      <p:sp>
        <p:nvSpPr>
          <p:cNvPr id="25611" name="Freeform 9"/>
          <p:cNvSpPr/>
          <p:nvPr/>
        </p:nvSpPr>
        <p:spPr>
          <a:xfrm flipV="1">
            <a:off x="5222875" y="2873375"/>
            <a:ext cx="760413" cy="881063"/>
          </a:xfrm>
          <a:custGeom>
            <a:avLst/>
            <a:gdLst/>
            <a:ahLst/>
            <a:cxnLst>
              <a:cxn ang="0">
                <a:pos x="0" y="0"/>
              </a:cxn>
              <a:cxn ang="0">
                <a:pos x="2147483646" y="2147483646"/>
              </a:cxn>
              <a:cxn ang="0">
                <a:pos x="2147483646" y="2147483646"/>
              </a:cxn>
              <a:cxn ang="0">
                <a:pos x="2147483646" y="2147483646"/>
              </a:cxn>
            </a:cxnLst>
            <a:pathLst>
              <a:path w="769" h="517">
                <a:moveTo>
                  <a:pt x="0" y="0"/>
                </a:moveTo>
                <a:cubicBezTo>
                  <a:pt x="71" y="62"/>
                  <a:pt x="351" y="347"/>
                  <a:pt x="428" y="375"/>
                </a:cubicBezTo>
                <a:cubicBezTo>
                  <a:pt x="505" y="403"/>
                  <a:pt x="404" y="145"/>
                  <a:pt x="461" y="169"/>
                </a:cubicBezTo>
                <a:cubicBezTo>
                  <a:pt x="518" y="192"/>
                  <a:pt x="705" y="444"/>
                  <a:pt x="769" y="517"/>
                </a:cubicBezTo>
              </a:path>
            </a:pathLst>
          </a:custGeom>
          <a:noFill/>
          <a:ln w="28575" cap="flat" cmpd="sng">
            <a:solidFill>
              <a:srgbClr val="FF0000">
                <a:alpha val="100000"/>
              </a:srgbClr>
            </a:solidFill>
            <a:prstDash val="solid"/>
            <a:round/>
            <a:headEnd type="none" w="med" len="med"/>
            <a:tailEnd type="triangle" w="med" len="med"/>
          </a:ln>
        </p:spPr>
        <p:txBody>
          <a:bodyPr/>
          <a:p>
            <a:endParaRPr lang="zh-CN" altLang="en-US"/>
          </a:p>
        </p:txBody>
      </p:sp>
    </p:spTree>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页脚占位符 4"/>
          <p:cNvSpPr txBox="1">
            <a:spLocks noGrp="1"/>
          </p:cNvSpPr>
          <p:nvPr>
            <p:ph type="ftr" sz="quarter" idx="11"/>
          </p:nvPr>
        </p:nvSpPr>
        <p:spPr/>
        <p:txBody>
          <a:bodyPr/>
          <a:p>
            <a:pPr marL="0" indent="0" algn="r">
              <a:spcBef>
                <a:spcPct val="0"/>
              </a:spcBef>
              <a:buClrTx/>
              <a:buSzTx/>
              <a:buFontTx/>
              <a:buNone/>
            </a:pPr>
            <a:r>
              <a:rPr lang="en-US" altLang="zh-CN" sz="1400" dirty="0">
                <a:ea typeface="宋体" panose="02010600030101010101" pitchFamily="2" charset="-122"/>
              </a:rPr>
              <a:t>Network Layer</a:t>
            </a:r>
            <a:endParaRPr lang="en-US" altLang="zh-CN" sz="1400" dirty="0">
              <a:latin typeface="Times New Roman" panose="02020603050405020304" pitchFamily="18" charset="0"/>
              <a:ea typeface="宋体" panose="02010600030101010101" pitchFamily="2" charset="-122"/>
            </a:endParaRPr>
          </a:p>
        </p:txBody>
      </p:sp>
      <p:sp>
        <p:nvSpPr>
          <p:cNvPr id="26627" name="灯片编号占位符 5"/>
          <p:cNvSpPr txBox="1">
            <a:spLocks noGrp="1"/>
          </p:cNvSpPr>
          <p:nvPr>
            <p:ph type="sldNum" sz="quarter" idx="12"/>
          </p:nvPr>
        </p:nvSpPr>
        <p:spPr/>
        <p:txBody>
          <a:bodyPr/>
          <a:p>
            <a:pPr marL="0" indent="0" algn="r">
              <a:spcBef>
                <a:spcPct val="0"/>
              </a:spcBef>
              <a:buClrTx/>
              <a:buSzTx/>
              <a:buFontTx/>
              <a:buNone/>
            </a:pPr>
            <a:r>
              <a:rPr lang="en-US" altLang="zh-CN" sz="1400" dirty="0">
                <a:ea typeface="宋体" panose="02010600030101010101" pitchFamily="2" charset="-122"/>
              </a:rPr>
              <a:t>4-</a:t>
            </a: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pic>
        <p:nvPicPr>
          <p:cNvPr id="26628" name="Picture 2"/>
          <p:cNvPicPr>
            <a:picLocks noChangeAspect="1"/>
          </p:cNvPicPr>
          <p:nvPr/>
        </p:nvPicPr>
        <p:blipFill>
          <a:blip r:embed="rId1"/>
          <a:stretch>
            <a:fillRect/>
          </a:stretch>
        </p:blipFill>
        <p:spPr>
          <a:xfrm>
            <a:off x="803275" y="1387475"/>
            <a:ext cx="7391400" cy="5019675"/>
          </a:xfrm>
          <a:prstGeom prst="rect">
            <a:avLst/>
          </a:prstGeom>
          <a:noFill/>
          <a:ln w="9525">
            <a:noFill/>
          </a:ln>
        </p:spPr>
      </p:pic>
      <p:sp>
        <p:nvSpPr>
          <p:cNvPr id="26629" name="Rectangle 3"/>
          <p:cNvSpPr>
            <a:spLocks noGrp="1"/>
          </p:cNvSpPr>
          <p:nvPr>
            <p:ph type="title"/>
          </p:nvPr>
        </p:nvSpPr>
        <p:spPr>
          <a:xfrm>
            <a:off x="685800" y="304800"/>
            <a:ext cx="7772400" cy="685800"/>
          </a:xfrm>
        </p:spPr>
        <p:txBody>
          <a:bodyPr vert="horz" wrap="square" lIns="91440" tIns="45720" rIns="91440" bIns="45720" anchor="ctr" anchorCtr="0"/>
          <a:p>
            <a:r>
              <a:rPr lang="en-US" altLang="zh-CN" sz="3600" dirty="0">
                <a:ea typeface="宋体" panose="02010600030101010101" pitchFamily="2" charset="-122"/>
              </a:rPr>
              <a:t>Three types of switching fabrics</a:t>
            </a:r>
            <a:endParaRPr lang="en-US" altLang="zh-CN" dirty="0">
              <a:ea typeface="宋体" panose="02010600030101010101" pitchFamily="2" charset="-122"/>
            </a:endParaRPr>
          </a:p>
        </p:txBody>
      </p:sp>
    </p:spTree>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27650" name="页脚占位符 4"/>
          <p:cNvSpPr txBox="1">
            <a:spLocks noGrp="1"/>
          </p:cNvSpPr>
          <p:nvPr>
            <p:ph type="ftr" sz="quarter" idx="11"/>
          </p:nvPr>
        </p:nvSpPr>
        <p:spPr/>
        <p:txBody>
          <a:bodyPr/>
          <a:p>
            <a:pPr marL="0" indent="0" algn="r">
              <a:spcBef>
                <a:spcPct val="0"/>
              </a:spcBef>
              <a:buClrTx/>
              <a:buSzTx/>
              <a:buFontTx/>
              <a:buNone/>
            </a:pPr>
            <a:r>
              <a:rPr lang="en-US" altLang="zh-CN" sz="1400" dirty="0">
                <a:ea typeface="宋体" panose="02010600030101010101" pitchFamily="2" charset="-122"/>
              </a:rPr>
              <a:t>Network Layer</a:t>
            </a:r>
            <a:endParaRPr lang="en-US" altLang="zh-CN" sz="1400" dirty="0">
              <a:latin typeface="Times New Roman" panose="02020603050405020304" pitchFamily="18" charset="0"/>
              <a:ea typeface="宋体" panose="02010600030101010101" pitchFamily="2" charset="-122"/>
            </a:endParaRPr>
          </a:p>
        </p:txBody>
      </p:sp>
      <p:sp>
        <p:nvSpPr>
          <p:cNvPr id="27651" name="灯片编号占位符 5"/>
          <p:cNvSpPr txBox="1">
            <a:spLocks noGrp="1"/>
          </p:cNvSpPr>
          <p:nvPr>
            <p:ph type="sldNum" sz="quarter" idx="12"/>
          </p:nvPr>
        </p:nvSpPr>
        <p:spPr/>
        <p:txBody>
          <a:bodyPr/>
          <a:p>
            <a:pPr marL="0" indent="0" algn="r">
              <a:spcBef>
                <a:spcPct val="0"/>
              </a:spcBef>
              <a:buClrTx/>
              <a:buSzTx/>
              <a:buFontTx/>
              <a:buNone/>
            </a:pPr>
            <a:r>
              <a:rPr lang="en-US" altLang="zh-CN" sz="1400" dirty="0">
                <a:ea typeface="宋体" panose="02010600030101010101" pitchFamily="2" charset="-122"/>
              </a:rPr>
              <a:t>4-</a:t>
            </a: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27652" name="Rectangle 2"/>
          <p:cNvSpPr>
            <a:spLocks noGrp="1"/>
          </p:cNvSpPr>
          <p:nvPr>
            <p:ph type="title"/>
          </p:nvPr>
        </p:nvSpPr>
        <p:spPr>
          <a:xfrm>
            <a:off x="685800" y="228600"/>
            <a:ext cx="7772400" cy="609600"/>
          </a:xfrm>
        </p:spPr>
        <p:txBody>
          <a:bodyPr vert="horz" wrap="square" lIns="91440" tIns="45720" rIns="91440" bIns="45720" anchor="ctr" anchorCtr="0"/>
          <a:p>
            <a:r>
              <a:rPr lang="en-US" altLang="zh-CN" sz="3600" dirty="0">
                <a:ea typeface="宋体" panose="02010600030101010101" pitchFamily="2" charset="-122"/>
              </a:rPr>
              <a:t>Switching Via Memory</a:t>
            </a:r>
            <a:endParaRPr lang="en-US" altLang="zh-CN" dirty="0">
              <a:ea typeface="宋体" panose="02010600030101010101" pitchFamily="2" charset="-122"/>
            </a:endParaRPr>
          </a:p>
        </p:txBody>
      </p:sp>
      <p:sp>
        <p:nvSpPr>
          <p:cNvPr id="27653" name="Rectangle 3"/>
          <p:cNvSpPr>
            <a:spLocks noGrp="1"/>
          </p:cNvSpPr>
          <p:nvPr>
            <p:ph idx="1"/>
          </p:nvPr>
        </p:nvSpPr>
        <p:spPr>
          <a:xfrm>
            <a:off x="685800" y="1066800"/>
            <a:ext cx="7848600" cy="1066800"/>
          </a:xfrm>
        </p:spPr>
        <p:txBody>
          <a:bodyPr vert="horz" wrap="square" lIns="91440" tIns="45720" rIns="91440" bIns="45720" anchor="t" anchorCtr="0"/>
          <a:p>
            <a:pPr marL="114300" indent="-114300">
              <a:buNone/>
            </a:pPr>
            <a:r>
              <a:rPr lang="en-US" altLang="zh-CN" sz="2400" dirty="0">
                <a:solidFill>
                  <a:srgbClr val="FF0000"/>
                </a:solidFill>
                <a:ea typeface="宋体" panose="02010600030101010101" pitchFamily="2" charset="-122"/>
              </a:rPr>
              <a:t>First generation routers:</a:t>
            </a:r>
            <a:endParaRPr lang="en-US" altLang="zh-CN" sz="1800" dirty="0">
              <a:ea typeface="宋体" panose="02010600030101010101" pitchFamily="2" charset="-122"/>
            </a:endParaRPr>
          </a:p>
          <a:p>
            <a:pPr marL="114300" indent="-114300"/>
            <a:r>
              <a:rPr lang="en-US" altLang="zh-CN" sz="2400" dirty="0">
                <a:ea typeface="宋体" panose="02010600030101010101" pitchFamily="2" charset="-122"/>
              </a:rPr>
              <a:t> traditional computers with switching under direct control of CPU</a:t>
            </a:r>
            <a:endParaRPr lang="en-US" altLang="zh-CN" sz="2400" dirty="0">
              <a:ea typeface="宋体" panose="02010600030101010101" pitchFamily="2" charset="-122"/>
            </a:endParaRPr>
          </a:p>
          <a:p>
            <a:pPr marL="114300" indent="-114300"/>
            <a:r>
              <a:rPr lang="en-US" altLang="zh-CN" sz="2400" dirty="0">
                <a:ea typeface="宋体" panose="02010600030101010101" pitchFamily="2" charset="-122"/>
              </a:rPr>
              <a:t>packet copied to system’s memory</a:t>
            </a:r>
            <a:endParaRPr lang="en-US" altLang="zh-CN" sz="2400" dirty="0">
              <a:ea typeface="宋体" panose="02010600030101010101" pitchFamily="2" charset="-122"/>
            </a:endParaRPr>
          </a:p>
          <a:p>
            <a:pPr marL="114300" indent="-114300"/>
            <a:r>
              <a:rPr lang="en-US" altLang="zh-CN" sz="2400" dirty="0">
                <a:ea typeface="宋体" panose="02010600030101010101" pitchFamily="2" charset="-122"/>
              </a:rPr>
              <a:t> speed limited by memory bandwidth (2 bus crossings per datagram)</a:t>
            </a:r>
            <a:endParaRPr lang="en-US" altLang="zh-CN" sz="1800" dirty="0">
              <a:ea typeface="宋体" panose="02010600030101010101" pitchFamily="2" charset="-122"/>
            </a:endParaRPr>
          </a:p>
        </p:txBody>
      </p:sp>
      <p:grpSp>
        <p:nvGrpSpPr>
          <p:cNvPr id="27654" name="Group 4"/>
          <p:cNvGrpSpPr/>
          <p:nvPr/>
        </p:nvGrpSpPr>
        <p:grpSpPr>
          <a:xfrm>
            <a:off x="1314450" y="3565525"/>
            <a:ext cx="6400800" cy="2071688"/>
            <a:chOff x="1056" y="2199"/>
            <a:chExt cx="4032" cy="1305"/>
          </a:xfrm>
        </p:grpSpPr>
        <p:sp>
          <p:nvSpPr>
            <p:cNvPr id="27655" name="Rectangle 5"/>
            <p:cNvSpPr/>
            <p:nvPr/>
          </p:nvSpPr>
          <p:spPr>
            <a:xfrm>
              <a:off x="1776" y="2640"/>
              <a:ext cx="528" cy="432"/>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27656" name="Rectangle 6"/>
            <p:cNvSpPr/>
            <p:nvPr/>
          </p:nvSpPr>
          <p:spPr>
            <a:xfrm>
              <a:off x="3840" y="2640"/>
              <a:ext cx="528" cy="432"/>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27657" name="Rectangle 7"/>
            <p:cNvSpPr/>
            <p:nvPr/>
          </p:nvSpPr>
          <p:spPr>
            <a:xfrm>
              <a:off x="2544" y="2448"/>
              <a:ext cx="1104" cy="624"/>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27658" name="Line 8"/>
            <p:cNvSpPr/>
            <p:nvPr/>
          </p:nvSpPr>
          <p:spPr>
            <a:xfrm>
              <a:off x="1584" y="3408"/>
              <a:ext cx="2928" cy="0"/>
            </a:xfrm>
            <a:prstGeom prst="line">
              <a:avLst/>
            </a:prstGeom>
            <a:ln w="9525" cap="flat" cmpd="sng">
              <a:solidFill>
                <a:schemeClr val="tx1"/>
              </a:solidFill>
              <a:prstDash val="solid"/>
              <a:headEnd type="none" w="med" len="med"/>
              <a:tailEnd type="none" w="med" len="med"/>
            </a:ln>
          </p:spPr>
        </p:sp>
        <p:sp>
          <p:nvSpPr>
            <p:cNvPr id="27659" name="Line 9"/>
            <p:cNvSpPr/>
            <p:nvPr/>
          </p:nvSpPr>
          <p:spPr>
            <a:xfrm>
              <a:off x="2064" y="3072"/>
              <a:ext cx="0" cy="336"/>
            </a:xfrm>
            <a:prstGeom prst="line">
              <a:avLst/>
            </a:prstGeom>
            <a:ln w="9525" cap="flat" cmpd="sng">
              <a:solidFill>
                <a:schemeClr val="tx1"/>
              </a:solidFill>
              <a:prstDash val="solid"/>
              <a:headEnd type="none" w="med" len="med"/>
              <a:tailEnd type="none" w="med" len="med"/>
            </a:ln>
          </p:spPr>
        </p:sp>
        <p:sp>
          <p:nvSpPr>
            <p:cNvPr id="27660" name="Line 10"/>
            <p:cNvSpPr/>
            <p:nvPr/>
          </p:nvSpPr>
          <p:spPr>
            <a:xfrm>
              <a:off x="3120" y="3072"/>
              <a:ext cx="0" cy="336"/>
            </a:xfrm>
            <a:prstGeom prst="line">
              <a:avLst/>
            </a:prstGeom>
            <a:ln w="9525" cap="flat" cmpd="sng">
              <a:solidFill>
                <a:schemeClr val="tx1"/>
              </a:solidFill>
              <a:prstDash val="solid"/>
              <a:headEnd type="none" w="med" len="med"/>
              <a:tailEnd type="none" w="med" len="med"/>
            </a:ln>
          </p:spPr>
        </p:sp>
        <p:sp>
          <p:nvSpPr>
            <p:cNvPr id="27661" name="Line 11"/>
            <p:cNvSpPr/>
            <p:nvPr/>
          </p:nvSpPr>
          <p:spPr>
            <a:xfrm>
              <a:off x="4128" y="3072"/>
              <a:ext cx="0" cy="336"/>
            </a:xfrm>
            <a:prstGeom prst="line">
              <a:avLst/>
            </a:prstGeom>
            <a:ln w="9525" cap="flat" cmpd="sng">
              <a:solidFill>
                <a:schemeClr val="tx1"/>
              </a:solidFill>
              <a:prstDash val="solid"/>
              <a:headEnd type="none" w="med" len="med"/>
              <a:tailEnd type="none" w="med" len="med"/>
            </a:ln>
          </p:spPr>
        </p:sp>
        <p:sp>
          <p:nvSpPr>
            <p:cNvPr id="27662" name="Line 12"/>
            <p:cNvSpPr/>
            <p:nvPr/>
          </p:nvSpPr>
          <p:spPr>
            <a:xfrm flipH="1">
              <a:off x="1056" y="2784"/>
              <a:ext cx="720" cy="0"/>
            </a:xfrm>
            <a:prstGeom prst="line">
              <a:avLst/>
            </a:prstGeom>
            <a:ln w="9525" cap="flat" cmpd="sng">
              <a:solidFill>
                <a:schemeClr val="tx1"/>
              </a:solidFill>
              <a:prstDash val="solid"/>
              <a:headEnd type="none" w="med" len="med"/>
              <a:tailEnd type="none" w="med" len="med"/>
            </a:ln>
          </p:spPr>
        </p:sp>
        <p:sp>
          <p:nvSpPr>
            <p:cNvPr id="27663" name="Line 13"/>
            <p:cNvSpPr/>
            <p:nvPr/>
          </p:nvSpPr>
          <p:spPr>
            <a:xfrm flipH="1">
              <a:off x="4368" y="2736"/>
              <a:ext cx="720" cy="0"/>
            </a:xfrm>
            <a:prstGeom prst="line">
              <a:avLst/>
            </a:prstGeom>
            <a:ln w="9525" cap="flat" cmpd="sng">
              <a:solidFill>
                <a:schemeClr val="tx1"/>
              </a:solidFill>
              <a:prstDash val="solid"/>
              <a:headEnd type="none" w="med" len="med"/>
              <a:tailEnd type="none" w="med" len="med"/>
            </a:ln>
          </p:spPr>
        </p:sp>
        <p:sp>
          <p:nvSpPr>
            <p:cNvPr id="27664" name="Line 14"/>
            <p:cNvSpPr/>
            <p:nvPr/>
          </p:nvSpPr>
          <p:spPr>
            <a:xfrm>
              <a:off x="1200" y="2880"/>
              <a:ext cx="816" cy="0"/>
            </a:xfrm>
            <a:prstGeom prst="line">
              <a:avLst/>
            </a:prstGeom>
            <a:ln w="9525" cap="flat" cmpd="sng">
              <a:solidFill>
                <a:schemeClr val="tx1"/>
              </a:solidFill>
              <a:prstDash val="sysDot"/>
              <a:headEnd type="none" w="med" len="med"/>
              <a:tailEnd type="arrow" w="med" len="med"/>
            </a:ln>
          </p:spPr>
        </p:sp>
        <p:sp>
          <p:nvSpPr>
            <p:cNvPr id="27665" name="Line 15"/>
            <p:cNvSpPr/>
            <p:nvPr/>
          </p:nvSpPr>
          <p:spPr>
            <a:xfrm>
              <a:off x="2016" y="2880"/>
              <a:ext cx="0" cy="624"/>
            </a:xfrm>
            <a:prstGeom prst="line">
              <a:avLst/>
            </a:prstGeom>
            <a:ln w="9525" cap="flat" cmpd="sng">
              <a:solidFill>
                <a:schemeClr val="tx1"/>
              </a:solidFill>
              <a:prstDash val="sysDot"/>
              <a:headEnd type="none" w="med" len="med"/>
              <a:tailEnd type="arrow" w="med" len="med"/>
            </a:ln>
          </p:spPr>
        </p:sp>
        <p:sp>
          <p:nvSpPr>
            <p:cNvPr id="27666" name="Line 16"/>
            <p:cNvSpPr/>
            <p:nvPr/>
          </p:nvSpPr>
          <p:spPr>
            <a:xfrm>
              <a:off x="2016" y="3504"/>
              <a:ext cx="960" cy="0"/>
            </a:xfrm>
            <a:prstGeom prst="line">
              <a:avLst/>
            </a:prstGeom>
            <a:ln w="9525" cap="flat" cmpd="sng">
              <a:solidFill>
                <a:schemeClr val="tx1"/>
              </a:solidFill>
              <a:prstDash val="sysDot"/>
              <a:headEnd type="none" w="med" len="med"/>
              <a:tailEnd type="arrow" w="med" len="med"/>
            </a:ln>
          </p:spPr>
        </p:sp>
        <p:sp>
          <p:nvSpPr>
            <p:cNvPr id="27667" name="Line 17"/>
            <p:cNvSpPr/>
            <p:nvPr/>
          </p:nvSpPr>
          <p:spPr>
            <a:xfrm flipV="1">
              <a:off x="2976" y="2880"/>
              <a:ext cx="0" cy="624"/>
            </a:xfrm>
            <a:prstGeom prst="line">
              <a:avLst/>
            </a:prstGeom>
            <a:ln w="9525" cap="flat" cmpd="sng">
              <a:solidFill>
                <a:schemeClr val="tx1"/>
              </a:solidFill>
              <a:prstDash val="sysDot"/>
              <a:headEnd type="none" w="med" len="med"/>
              <a:tailEnd type="arrow" w="med" len="med"/>
            </a:ln>
          </p:spPr>
        </p:sp>
        <p:sp>
          <p:nvSpPr>
            <p:cNvPr id="27668" name="Line 18"/>
            <p:cNvSpPr/>
            <p:nvPr/>
          </p:nvSpPr>
          <p:spPr>
            <a:xfrm>
              <a:off x="2976" y="2880"/>
              <a:ext cx="336" cy="0"/>
            </a:xfrm>
            <a:prstGeom prst="line">
              <a:avLst/>
            </a:prstGeom>
            <a:ln w="9525" cap="flat" cmpd="sng">
              <a:solidFill>
                <a:schemeClr val="tx1"/>
              </a:solidFill>
              <a:prstDash val="sysDot"/>
              <a:headEnd type="none" w="med" len="med"/>
              <a:tailEnd type="arrow" w="med" len="med"/>
            </a:ln>
          </p:spPr>
        </p:sp>
        <p:sp>
          <p:nvSpPr>
            <p:cNvPr id="27669" name="Line 19"/>
            <p:cNvSpPr/>
            <p:nvPr/>
          </p:nvSpPr>
          <p:spPr>
            <a:xfrm>
              <a:off x="3312" y="2880"/>
              <a:ext cx="0" cy="624"/>
            </a:xfrm>
            <a:prstGeom prst="line">
              <a:avLst/>
            </a:prstGeom>
            <a:ln w="9525" cap="flat" cmpd="sng">
              <a:solidFill>
                <a:schemeClr val="tx1"/>
              </a:solidFill>
              <a:prstDash val="sysDot"/>
              <a:headEnd type="none" w="med" len="med"/>
              <a:tailEnd type="arrow" w="med" len="med"/>
            </a:ln>
          </p:spPr>
        </p:sp>
        <p:sp>
          <p:nvSpPr>
            <p:cNvPr id="27670" name="Line 20"/>
            <p:cNvSpPr/>
            <p:nvPr/>
          </p:nvSpPr>
          <p:spPr>
            <a:xfrm>
              <a:off x="3312" y="3504"/>
              <a:ext cx="768" cy="0"/>
            </a:xfrm>
            <a:prstGeom prst="line">
              <a:avLst/>
            </a:prstGeom>
            <a:ln w="9525" cap="flat" cmpd="sng">
              <a:solidFill>
                <a:schemeClr val="tx1"/>
              </a:solidFill>
              <a:prstDash val="sysDot"/>
              <a:headEnd type="none" w="med" len="med"/>
              <a:tailEnd type="arrow" w="med" len="med"/>
            </a:ln>
          </p:spPr>
        </p:sp>
        <p:sp>
          <p:nvSpPr>
            <p:cNvPr id="27671" name="Line 21"/>
            <p:cNvSpPr/>
            <p:nvPr/>
          </p:nvSpPr>
          <p:spPr>
            <a:xfrm flipV="1">
              <a:off x="4080" y="2784"/>
              <a:ext cx="0" cy="720"/>
            </a:xfrm>
            <a:prstGeom prst="line">
              <a:avLst/>
            </a:prstGeom>
            <a:ln w="9525" cap="flat" cmpd="sng">
              <a:solidFill>
                <a:schemeClr val="tx1"/>
              </a:solidFill>
              <a:prstDash val="sysDot"/>
              <a:headEnd type="none" w="med" len="med"/>
              <a:tailEnd type="arrow" w="med" len="med"/>
            </a:ln>
          </p:spPr>
        </p:sp>
        <p:sp>
          <p:nvSpPr>
            <p:cNvPr id="27672" name="Line 22"/>
            <p:cNvSpPr/>
            <p:nvPr/>
          </p:nvSpPr>
          <p:spPr>
            <a:xfrm>
              <a:off x="4080" y="2784"/>
              <a:ext cx="768" cy="0"/>
            </a:xfrm>
            <a:prstGeom prst="line">
              <a:avLst/>
            </a:prstGeom>
            <a:ln w="9525" cap="flat" cmpd="sng">
              <a:solidFill>
                <a:schemeClr val="tx1"/>
              </a:solidFill>
              <a:prstDash val="sysDot"/>
              <a:headEnd type="none" w="med" len="med"/>
              <a:tailEnd type="arrow" w="med" len="med"/>
            </a:ln>
          </p:spPr>
        </p:sp>
        <p:sp>
          <p:nvSpPr>
            <p:cNvPr id="27673" name="Text Box 23"/>
            <p:cNvSpPr txBox="1"/>
            <p:nvPr/>
          </p:nvSpPr>
          <p:spPr>
            <a:xfrm>
              <a:off x="1766" y="2247"/>
              <a:ext cx="387" cy="366"/>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600" dirty="0">
                  <a:latin typeface="Times New Roman" panose="02020603050405020304" pitchFamily="18" charset="0"/>
                  <a:ea typeface="宋体" panose="02010600030101010101" pitchFamily="2" charset="-122"/>
                </a:rPr>
                <a:t>Input</a:t>
              </a:r>
              <a:endParaRPr lang="en-US" altLang="zh-CN" sz="1600" dirty="0">
                <a:latin typeface="Times New Roman" panose="02020603050405020304" pitchFamily="18" charset="0"/>
                <a:ea typeface="宋体" panose="02010600030101010101" pitchFamily="2" charset="-122"/>
              </a:endParaRPr>
            </a:p>
            <a:p>
              <a:pPr marL="0" lvl="0" indent="0">
                <a:spcBef>
                  <a:spcPct val="0"/>
                </a:spcBef>
                <a:buClrTx/>
                <a:buSzTx/>
                <a:buFontTx/>
                <a:buNone/>
              </a:pPr>
              <a:r>
                <a:rPr lang="en-US" altLang="zh-CN" sz="1600" dirty="0">
                  <a:latin typeface="Times New Roman" panose="02020603050405020304" pitchFamily="18" charset="0"/>
                  <a:ea typeface="宋体" panose="02010600030101010101" pitchFamily="2" charset="-122"/>
                </a:rPr>
                <a:t>Port</a:t>
              </a:r>
              <a:endParaRPr lang="en-US" altLang="zh-CN" sz="3200" dirty="0">
                <a:latin typeface="Times New Roman" panose="02020603050405020304" pitchFamily="18" charset="0"/>
                <a:ea typeface="宋体" panose="02010600030101010101" pitchFamily="2" charset="-122"/>
              </a:endParaRPr>
            </a:p>
          </p:txBody>
        </p:sp>
        <p:sp>
          <p:nvSpPr>
            <p:cNvPr id="27674" name="Text Box 24"/>
            <p:cNvSpPr txBox="1"/>
            <p:nvPr/>
          </p:nvSpPr>
          <p:spPr>
            <a:xfrm>
              <a:off x="3840" y="2256"/>
              <a:ext cx="472" cy="366"/>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600" dirty="0">
                  <a:latin typeface="Times New Roman" panose="02020603050405020304" pitchFamily="18" charset="0"/>
                  <a:ea typeface="宋体" panose="02010600030101010101" pitchFamily="2" charset="-122"/>
                </a:rPr>
                <a:t>Output</a:t>
              </a:r>
              <a:endParaRPr lang="en-US" altLang="zh-CN" sz="1600" dirty="0">
                <a:latin typeface="Times New Roman" panose="02020603050405020304" pitchFamily="18" charset="0"/>
                <a:ea typeface="宋体" panose="02010600030101010101" pitchFamily="2" charset="-122"/>
              </a:endParaRPr>
            </a:p>
            <a:p>
              <a:pPr marL="0" lvl="0" indent="0">
                <a:spcBef>
                  <a:spcPct val="0"/>
                </a:spcBef>
                <a:buClrTx/>
                <a:buSzTx/>
                <a:buFontTx/>
                <a:buNone/>
              </a:pPr>
              <a:r>
                <a:rPr lang="en-US" altLang="zh-CN" sz="1600" dirty="0">
                  <a:latin typeface="Times New Roman" panose="02020603050405020304" pitchFamily="18" charset="0"/>
                  <a:ea typeface="宋体" panose="02010600030101010101" pitchFamily="2" charset="-122"/>
                </a:rPr>
                <a:t>Port</a:t>
              </a:r>
              <a:endParaRPr lang="en-US" altLang="zh-CN" sz="3200" dirty="0">
                <a:latin typeface="Times New Roman" panose="02020603050405020304" pitchFamily="18" charset="0"/>
                <a:ea typeface="宋体" panose="02010600030101010101" pitchFamily="2" charset="-122"/>
              </a:endParaRPr>
            </a:p>
          </p:txBody>
        </p:sp>
        <p:sp>
          <p:nvSpPr>
            <p:cNvPr id="27675" name="Text Box 25"/>
            <p:cNvSpPr txBox="1"/>
            <p:nvPr/>
          </p:nvSpPr>
          <p:spPr>
            <a:xfrm>
              <a:off x="2630" y="2199"/>
              <a:ext cx="558" cy="2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600" dirty="0">
                  <a:latin typeface="Times New Roman" panose="02020603050405020304" pitchFamily="18" charset="0"/>
                  <a:ea typeface="宋体" panose="02010600030101010101" pitchFamily="2" charset="-122"/>
                </a:rPr>
                <a:t>Memory</a:t>
              </a:r>
              <a:endParaRPr lang="en-US" altLang="zh-CN" sz="3200" dirty="0">
                <a:latin typeface="Times New Roman" panose="02020603050405020304" pitchFamily="18" charset="0"/>
                <a:ea typeface="宋体" panose="02010600030101010101" pitchFamily="2" charset="-122"/>
              </a:endParaRPr>
            </a:p>
          </p:txBody>
        </p:sp>
        <p:sp>
          <p:nvSpPr>
            <p:cNvPr id="27676" name="Text Box 26"/>
            <p:cNvSpPr txBox="1"/>
            <p:nvPr/>
          </p:nvSpPr>
          <p:spPr>
            <a:xfrm>
              <a:off x="4310" y="3207"/>
              <a:ext cx="725" cy="2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600" dirty="0">
                  <a:latin typeface="Times New Roman" panose="02020603050405020304" pitchFamily="18" charset="0"/>
                  <a:ea typeface="宋体" panose="02010600030101010101" pitchFamily="2" charset="-122"/>
                </a:rPr>
                <a:t>System Bus</a:t>
              </a:r>
              <a:endParaRPr lang="en-US" altLang="zh-CN" sz="3200" dirty="0">
                <a:latin typeface="Times New Roman" panose="02020603050405020304" pitchFamily="18" charset="0"/>
                <a:ea typeface="宋体" panose="02010600030101010101" pitchFamily="2" charset="-122"/>
              </a:endParaRPr>
            </a:p>
          </p:txBody>
        </p:sp>
      </p:grpSp>
    </p:spTree>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页脚占位符 4"/>
          <p:cNvSpPr txBox="1">
            <a:spLocks noGrp="1"/>
          </p:cNvSpPr>
          <p:nvPr>
            <p:ph type="ftr" sz="quarter" idx="11"/>
          </p:nvPr>
        </p:nvSpPr>
        <p:spPr/>
        <p:txBody>
          <a:bodyPr/>
          <a:p>
            <a:pPr marL="0" indent="0" algn="r">
              <a:spcBef>
                <a:spcPct val="0"/>
              </a:spcBef>
              <a:buClrTx/>
              <a:buSzTx/>
              <a:buFontTx/>
              <a:buNone/>
            </a:pPr>
            <a:r>
              <a:rPr lang="en-US" altLang="zh-CN" sz="1400" dirty="0">
                <a:ea typeface="宋体" panose="02010600030101010101" pitchFamily="2" charset="-122"/>
              </a:rPr>
              <a:t>Network Layer</a:t>
            </a:r>
            <a:endParaRPr lang="en-US" altLang="zh-CN" sz="1400" dirty="0">
              <a:latin typeface="Times New Roman" panose="02020603050405020304" pitchFamily="18" charset="0"/>
              <a:ea typeface="宋体" panose="02010600030101010101" pitchFamily="2" charset="-122"/>
            </a:endParaRPr>
          </a:p>
        </p:txBody>
      </p:sp>
      <p:sp>
        <p:nvSpPr>
          <p:cNvPr id="28675" name="灯片编号占位符 5"/>
          <p:cNvSpPr txBox="1">
            <a:spLocks noGrp="1"/>
          </p:cNvSpPr>
          <p:nvPr>
            <p:ph type="sldNum" sz="quarter" idx="12"/>
          </p:nvPr>
        </p:nvSpPr>
        <p:spPr/>
        <p:txBody>
          <a:bodyPr/>
          <a:p>
            <a:pPr marL="0" indent="0" algn="r">
              <a:spcBef>
                <a:spcPct val="0"/>
              </a:spcBef>
              <a:buClrTx/>
              <a:buSzTx/>
              <a:buFontTx/>
              <a:buNone/>
            </a:pPr>
            <a:r>
              <a:rPr lang="en-US" altLang="zh-CN" sz="1400" dirty="0">
                <a:ea typeface="宋体" panose="02010600030101010101" pitchFamily="2" charset="-122"/>
              </a:rPr>
              <a:t>4-</a:t>
            </a: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grpSp>
        <p:nvGrpSpPr>
          <p:cNvPr id="28676" name="Group 2"/>
          <p:cNvGrpSpPr/>
          <p:nvPr/>
        </p:nvGrpSpPr>
        <p:grpSpPr>
          <a:xfrm>
            <a:off x="1190625" y="671513"/>
            <a:ext cx="7391400" cy="5184775"/>
            <a:chOff x="1002" y="245"/>
            <a:chExt cx="4656" cy="3266"/>
          </a:xfrm>
        </p:grpSpPr>
        <p:pic>
          <p:nvPicPr>
            <p:cNvPr id="28679" name="Picture 3"/>
            <p:cNvPicPr>
              <a:picLocks noChangeAspect="1"/>
            </p:cNvPicPr>
            <p:nvPr/>
          </p:nvPicPr>
          <p:blipFill>
            <a:blip r:embed="rId1"/>
            <a:stretch>
              <a:fillRect/>
            </a:stretch>
          </p:blipFill>
          <p:spPr>
            <a:xfrm>
              <a:off x="1002" y="252"/>
              <a:ext cx="4656" cy="3162"/>
            </a:xfrm>
            <a:prstGeom prst="rect">
              <a:avLst/>
            </a:prstGeom>
            <a:noFill/>
            <a:ln w="9525">
              <a:noFill/>
            </a:ln>
          </p:spPr>
        </p:pic>
        <p:sp>
          <p:nvSpPr>
            <p:cNvPr id="28680" name="Rectangle 4"/>
            <p:cNvSpPr/>
            <p:nvPr/>
          </p:nvSpPr>
          <p:spPr>
            <a:xfrm>
              <a:off x="1030" y="245"/>
              <a:ext cx="2474" cy="1311"/>
            </a:xfrm>
            <a:prstGeom prst="rect">
              <a:avLst/>
            </a:prstGeom>
            <a:solidFill>
              <a:schemeClr val="bg1"/>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28681" name="Rectangle 5"/>
            <p:cNvSpPr/>
            <p:nvPr/>
          </p:nvSpPr>
          <p:spPr>
            <a:xfrm>
              <a:off x="1992" y="1748"/>
              <a:ext cx="3237" cy="1763"/>
            </a:xfrm>
            <a:prstGeom prst="rect">
              <a:avLst/>
            </a:prstGeom>
            <a:solidFill>
              <a:schemeClr val="bg1"/>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sp>
        <p:nvSpPr>
          <p:cNvPr id="28677" name="Rectangle 6"/>
          <p:cNvSpPr>
            <a:spLocks noGrp="1"/>
          </p:cNvSpPr>
          <p:nvPr>
            <p:ph type="title"/>
          </p:nvPr>
        </p:nvSpPr>
        <p:spPr>
          <a:xfrm>
            <a:off x="650875" y="798513"/>
            <a:ext cx="7772400" cy="685800"/>
          </a:xfrm>
        </p:spPr>
        <p:txBody>
          <a:bodyPr vert="horz" wrap="square" lIns="91440" tIns="45720" rIns="91440" bIns="45720" anchor="ctr" anchorCtr="0"/>
          <a:p>
            <a:r>
              <a:rPr lang="en-US" altLang="zh-CN" sz="3600" dirty="0">
                <a:ea typeface="宋体" panose="02010600030101010101" pitchFamily="2" charset="-122"/>
              </a:rPr>
              <a:t>Switching Via a Bus</a:t>
            </a:r>
            <a:endParaRPr lang="en-US" altLang="zh-CN" dirty="0">
              <a:ea typeface="宋体" panose="02010600030101010101" pitchFamily="2" charset="-122"/>
            </a:endParaRPr>
          </a:p>
        </p:txBody>
      </p:sp>
      <p:sp>
        <p:nvSpPr>
          <p:cNvPr id="28678" name="Rectangle 7"/>
          <p:cNvSpPr>
            <a:spLocks noGrp="1"/>
          </p:cNvSpPr>
          <p:nvPr>
            <p:ph idx="1"/>
          </p:nvPr>
        </p:nvSpPr>
        <p:spPr>
          <a:xfrm>
            <a:off x="396875" y="2500313"/>
            <a:ext cx="5608638" cy="4071937"/>
          </a:xfrm>
        </p:spPr>
        <p:txBody>
          <a:bodyPr vert="horz" wrap="square" lIns="91440" tIns="45720" rIns="91440" bIns="45720" anchor="t" anchorCtr="0"/>
          <a:p>
            <a:r>
              <a:rPr lang="en-US" altLang="zh-CN" sz="2400" dirty="0">
                <a:ea typeface="宋体" panose="02010600030101010101" pitchFamily="2" charset="-122"/>
              </a:rPr>
              <a:t>datagram from input port memory</a:t>
            </a:r>
            <a:endParaRPr lang="en-US" altLang="zh-CN" sz="2400" dirty="0">
              <a:ea typeface="宋体" panose="02010600030101010101" pitchFamily="2" charset="-122"/>
            </a:endParaRPr>
          </a:p>
          <a:p>
            <a:pPr>
              <a:buNone/>
            </a:pPr>
            <a:r>
              <a:rPr lang="en-US" altLang="zh-CN" sz="2400" dirty="0">
                <a:ea typeface="宋体" panose="02010600030101010101" pitchFamily="2" charset="-122"/>
              </a:rPr>
              <a:t>    to output port memory via a shared bus</a:t>
            </a:r>
            <a:endParaRPr lang="en-US" altLang="zh-CN" sz="2400" dirty="0">
              <a:ea typeface="宋体" panose="02010600030101010101" pitchFamily="2" charset="-122"/>
            </a:endParaRPr>
          </a:p>
          <a:p>
            <a:r>
              <a:rPr lang="en-US" altLang="zh-CN" sz="2400" dirty="0">
                <a:solidFill>
                  <a:srgbClr val="FF0000"/>
                </a:solidFill>
                <a:ea typeface="宋体" panose="02010600030101010101" pitchFamily="2" charset="-122"/>
              </a:rPr>
              <a:t>bus contention:</a:t>
            </a:r>
            <a:r>
              <a:rPr lang="en-US" altLang="zh-CN" sz="2400" dirty="0">
                <a:ea typeface="宋体" panose="02010600030101010101" pitchFamily="2" charset="-122"/>
              </a:rPr>
              <a:t>  switching speed limited by bus bandwidth</a:t>
            </a:r>
            <a:endParaRPr lang="en-US" altLang="zh-CN" sz="2400" dirty="0">
              <a:ea typeface="宋体" panose="02010600030101010101" pitchFamily="2" charset="-122"/>
            </a:endParaRPr>
          </a:p>
          <a:p>
            <a:r>
              <a:rPr lang="en-US" altLang="zh-CN" sz="2400" dirty="0">
                <a:ea typeface="宋体" panose="02010600030101010101" pitchFamily="2" charset="-122"/>
              </a:rPr>
              <a:t>32 Gbps bus, Cisco 5600: sufficient speed for access and enterprise routers</a:t>
            </a:r>
            <a:endParaRPr lang="en-US" altLang="zh-CN" sz="2400" dirty="0">
              <a:ea typeface="宋体" panose="02010600030101010101" pitchFamily="2" charset="-122"/>
            </a:endParaRPr>
          </a:p>
        </p:txBody>
      </p:sp>
    </p:spTree>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页脚占位符 4"/>
          <p:cNvSpPr txBox="1">
            <a:spLocks noGrp="1"/>
          </p:cNvSpPr>
          <p:nvPr>
            <p:ph type="ftr" sz="quarter" idx="11"/>
          </p:nvPr>
        </p:nvSpPr>
        <p:spPr/>
        <p:txBody>
          <a:bodyPr/>
          <a:p>
            <a:pPr marL="0" indent="0" algn="r">
              <a:spcBef>
                <a:spcPct val="0"/>
              </a:spcBef>
              <a:buClrTx/>
              <a:buSzTx/>
              <a:buFontTx/>
              <a:buNone/>
            </a:pPr>
            <a:r>
              <a:rPr lang="en-US" altLang="zh-CN" sz="1400" dirty="0">
                <a:ea typeface="宋体" panose="02010600030101010101" pitchFamily="2" charset="-122"/>
              </a:rPr>
              <a:t>Network Layer</a:t>
            </a:r>
            <a:endParaRPr lang="en-US" altLang="zh-CN" sz="1400" dirty="0">
              <a:latin typeface="Times New Roman" panose="02020603050405020304" pitchFamily="18" charset="0"/>
              <a:ea typeface="宋体" panose="02010600030101010101" pitchFamily="2" charset="-122"/>
            </a:endParaRPr>
          </a:p>
        </p:txBody>
      </p:sp>
      <p:sp>
        <p:nvSpPr>
          <p:cNvPr id="29699" name="灯片编号占位符 5"/>
          <p:cNvSpPr txBox="1">
            <a:spLocks noGrp="1"/>
          </p:cNvSpPr>
          <p:nvPr>
            <p:ph type="sldNum" sz="quarter" idx="12"/>
          </p:nvPr>
        </p:nvSpPr>
        <p:spPr/>
        <p:txBody>
          <a:bodyPr/>
          <a:p>
            <a:pPr marL="0" indent="0" algn="r">
              <a:spcBef>
                <a:spcPct val="0"/>
              </a:spcBef>
              <a:buClrTx/>
              <a:buSzTx/>
              <a:buFontTx/>
              <a:buNone/>
            </a:pPr>
            <a:r>
              <a:rPr lang="en-US" altLang="zh-CN" sz="1400" dirty="0">
                <a:ea typeface="宋体" panose="02010600030101010101" pitchFamily="2" charset="-122"/>
              </a:rPr>
              <a:t>4-</a:t>
            </a: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29700" name="Rectangle 2"/>
          <p:cNvSpPr>
            <a:spLocks noGrp="1"/>
          </p:cNvSpPr>
          <p:nvPr>
            <p:ph type="title"/>
          </p:nvPr>
        </p:nvSpPr>
        <p:spPr>
          <a:xfrm>
            <a:off x="522288" y="508000"/>
            <a:ext cx="7772400" cy="1143000"/>
          </a:xfrm>
        </p:spPr>
        <p:txBody>
          <a:bodyPr vert="horz" wrap="square" lIns="91440" tIns="45720" rIns="91440" bIns="45720" anchor="ctr" anchorCtr="0"/>
          <a:p>
            <a:r>
              <a:rPr lang="en-US" altLang="zh-CN" sz="3200" dirty="0">
                <a:ea typeface="宋体" panose="02010600030101010101" pitchFamily="2" charset="-122"/>
              </a:rPr>
              <a:t>Switching Via An Interconnection Network</a:t>
            </a:r>
            <a:endParaRPr lang="en-US" altLang="zh-CN" sz="3200" dirty="0">
              <a:ea typeface="宋体" panose="02010600030101010101" pitchFamily="2" charset="-122"/>
            </a:endParaRPr>
          </a:p>
        </p:txBody>
      </p:sp>
      <p:sp>
        <p:nvSpPr>
          <p:cNvPr id="29701" name="Rectangle 3"/>
          <p:cNvSpPr>
            <a:spLocks noGrp="1"/>
          </p:cNvSpPr>
          <p:nvPr>
            <p:ph idx="1"/>
          </p:nvPr>
        </p:nvSpPr>
        <p:spPr>
          <a:xfrm>
            <a:off x="587375" y="2106613"/>
            <a:ext cx="7772400" cy="3497262"/>
          </a:xfrm>
        </p:spPr>
        <p:txBody>
          <a:bodyPr vert="horz" wrap="square" lIns="91440" tIns="45720" rIns="91440" bIns="45720" anchor="t" anchorCtr="0"/>
          <a:p>
            <a:r>
              <a:rPr lang="en-US" altLang="zh-CN" sz="2400" dirty="0">
                <a:ea typeface="宋体" panose="02010600030101010101" pitchFamily="2" charset="-122"/>
              </a:rPr>
              <a:t>overcome  bus bandwidth limitations</a:t>
            </a:r>
            <a:endParaRPr lang="en-US" altLang="zh-CN" sz="2400" dirty="0">
              <a:ea typeface="宋体" panose="02010600030101010101" pitchFamily="2" charset="-122"/>
            </a:endParaRPr>
          </a:p>
          <a:p>
            <a:r>
              <a:rPr lang="en-US" altLang="zh-CN" sz="2400" dirty="0">
                <a:ea typeface="宋体" panose="02010600030101010101" pitchFamily="2" charset="-122"/>
              </a:rPr>
              <a:t>Banyan networks, other interconnection nets initially developed to connect processors in multiprocessor</a:t>
            </a:r>
            <a:endParaRPr lang="en-US" altLang="zh-CN" sz="2400" dirty="0">
              <a:ea typeface="宋体" panose="02010600030101010101" pitchFamily="2" charset="-122"/>
            </a:endParaRPr>
          </a:p>
          <a:p>
            <a:r>
              <a:rPr lang="en-US" altLang="zh-CN" sz="2400" dirty="0">
                <a:ea typeface="宋体" panose="02010600030101010101" pitchFamily="2" charset="-122"/>
              </a:rPr>
              <a:t>advanced design: fragmenting datagram into fixed length cells, switch cells through the fabric. </a:t>
            </a:r>
            <a:endParaRPr lang="en-US" altLang="zh-CN" sz="2400" dirty="0">
              <a:ea typeface="宋体" panose="02010600030101010101" pitchFamily="2" charset="-122"/>
            </a:endParaRPr>
          </a:p>
          <a:p>
            <a:r>
              <a:rPr lang="en-US" altLang="zh-CN" sz="2400" dirty="0">
                <a:ea typeface="宋体" panose="02010600030101010101" pitchFamily="2" charset="-122"/>
              </a:rPr>
              <a:t>Cisco 12000: switches 60 Gbps through the interconnection network</a:t>
            </a:r>
            <a:endParaRPr lang="en-US" altLang="zh-CN" sz="1800" dirty="0">
              <a:ea typeface="宋体" panose="02010600030101010101" pitchFamily="2" charset="-122"/>
            </a:endParaRPr>
          </a:p>
        </p:txBody>
      </p:sp>
    </p:spTree>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页脚占位符 4"/>
          <p:cNvSpPr txBox="1">
            <a:spLocks noGrp="1"/>
          </p:cNvSpPr>
          <p:nvPr>
            <p:ph type="ftr" sz="quarter" idx="11"/>
          </p:nvPr>
        </p:nvSpPr>
        <p:spPr/>
        <p:txBody>
          <a:bodyPr/>
          <a:p>
            <a:pPr marL="0" indent="0" algn="r">
              <a:spcBef>
                <a:spcPct val="0"/>
              </a:spcBef>
              <a:buClrTx/>
              <a:buSzTx/>
              <a:buFontTx/>
              <a:buNone/>
            </a:pPr>
            <a:r>
              <a:rPr lang="en-US" altLang="zh-CN" sz="1400" dirty="0">
                <a:ea typeface="宋体" panose="02010600030101010101" pitchFamily="2" charset="-122"/>
              </a:rPr>
              <a:t>Network Layer</a:t>
            </a:r>
            <a:endParaRPr lang="en-US" altLang="zh-CN" sz="1400" dirty="0">
              <a:latin typeface="Times New Roman" panose="02020603050405020304" pitchFamily="18" charset="0"/>
              <a:ea typeface="宋体" panose="02010600030101010101" pitchFamily="2" charset="-122"/>
            </a:endParaRPr>
          </a:p>
        </p:txBody>
      </p:sp>
      <p:sp>
        <p:nvSpPr>
          <p:cNvPr id="30723" name="灯片编号占位符 5"/>
          <p:cNvSpPr txBox="1">
            <a:spLocks noGrp="1"/>
          </p:cNvSpPr>
          <p:nvPr>
            <p:ph type="sldNum" sz="quarter" idx="12"/>
          </p:nvPr>
        </p:nvSpPr>
        <p:spPr/>
        <p:txBody>
          <a:bodyPr/>
          <a:p>
            <a:pPr marL="0" indent="0" algn="r">
              <a:spcBef>
                <a:spcPct val="0"/>
              </a:spcBef>
              <a:buClrTx/>
              <a:buSzTx/>
              <a:buFontTx/>
              <a:buNone/>
            </a:pPr>
            <a:r>
              <a:rPr lang="en-US" altLang="zh-CN" sz="1400" dirty="0">
                <a:ea typeface="宋体" panose="02010600030101010101" pitchFamily="2" charset="-122"/>
              </a:rPr>
              <a:t>4-</a:t>
            </a: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30724" name="Rectangle 2"/>
          <p:cNvSpPr>
            <a:spLocks noGrp="1"/>
          </p:cNvSpPr>
          <p:nvPr>
            <p:ph type="title"/>
          </p:nvPr>
        </p:nvSpPr>
        <p:spPr>
          <a:xfrm>
            <a:off x="503238" y="400050"/>
            <a:ext cx="7772400" cy="685800"/>
          </a:xfrm>
        </p:spPr>
        <p:txBody>
          <a:bodyPr vert="horz" wrap="square" lIns="91440" tIns="45720" rIns="91440" bIns="45720" anchor="ctr" anchorCtr="0"/>
          <a:p>
            <a:r>
              <a:rPr lang="en-US" altLang="zh-CN" sz="3600" dirty="0">
                <a:ea typeface="宋体" panose="02010600030101010101" pitchFamily="2" charset="-122"/>
              </a:rPr>
              <a:t>Output Ports</a:t>
            </a:r>
            <a:endParaRPr lang="en-US" altLang="zh-CN" sz="3600" dirty="0">
              <a:ea typeface="宋体" panose="02010600030101010101" pitchFamily="2" charset="-122"/>
            </a:endParaRPr>
          </a:p>
        </p:txBody>
      </p:sp>
      <p:sp>
        <p:nvSpPr>
          <p:cNvPr id="30725" name="Rectangle 3"/>
          <p:cNvSpPr>
            <a:spLocks noGrp="1"/>
          </p:cNvSpPr>
          <p:nvPr>
            <p:ph idx="1"/>
          </p:nvPr>
        </p:nvSpPr>
        <p:spPr>
          <a:xfrm>
            <a:off x="561975" y="4324350"/>
            <a:ext cx="7772400" cy="914400"/>
          </a:xfrm>
        </p:spPr>
        <p:txBody>
          <a:bodyPr vert="horz" wrap="square" lIns="91440" tIns="45720" rIns="91440" bIns="45720" anchor="t" anchorCtr="0"/>
          <a:p>
            <a:r>
              <a:rPr lang="en-US" altLang="zh-CN" sz="2400" i="1" dirty="0">
                <a:solidFill>
                  <a:srgbClr val="FF0000"/>
                </a:solidFill>
                <a:ea typeface="宋体" panose="02010600030101010101" pitchFamily="2" charset="-122"/>
              </a:rPr>
              <a:t>Buffering</a:t>
            </a:r>
            <a:r>
              <a:rPr lang="en-US" altLang="zh-CN" sz="2400" dirty="0">
                <a:ea typeface="宋体" panose="02010600030101010101" pitchFamily="2" charset="-122"/>
              </a:rPr>
              <a:t> required when datagrams arrive from fabric faster than the transmission rate</a:t>
            </a:r>
            <a:endParaRPr lang="en-US" altLang="zh-CN" sz="2400" dirty="0">
              <a:ea typeface="宋体" panose="02010600030101010101" pitchFamily="2" charset="-122"/>
            </a:endParaRPr>
          </a:p>
          <a:p>
            <a:r>
              <a:rPr lang="en-US" altLang="zh-CN" sz="2400" i="1" dirty="0">
                <a:solidFill>
                  <a:srgbClr val="FF0000"/>
                </a:solidFill>
                <a:ea typeface="宋体" panose="02010600030101010101" pitchFamily="2" charset="-122"/>
              </a:rPr>
              <a:t>Scheduling discipline</a:t>
            </a:r>
            <a:r>
              <a:rPr lang="en-US" altLang="zh-CN" sz="2400" dirty="0">
                <a:ea typeface="宋体" panose="02010600030101010101" pitchFamily="2" charset="-122"/>
              </a:rPr>
              <a:t> chooses among queued datagrams for transmission</a:t>
            </a:r>
            <a:endParaRPr lang="en-US" altLang="zh-CN" sz="1800" dirty="0">
              <a:ea typeface="宋体" panose="02010600030101010101" pitchFamily="2" charset="-122"/>
            </a:endParaRPr>
          </a:p>
        </p:txBody>
      </p:sp>
      <p:pic>
        <p:nvPicPr>
          <p:cNvPr id="30726" name="Picture 4"/>
          <p:cNvPicPr>
            <a:picLocks noChangeAspect="1"/>
          </p:cNvPicPr>
          <p:nvPr/>
        </p:nvPicPr>
        <p:blipFill>
          <a:blip r:embed="rId1"/>
          <a:stretch>
            <a:fillRect/>
          </a:stretch>
        </p:blipFill>
        <p:spPr>
          <a:xfrm>
            <a:off x="1436688" y="1519238"/>
            <a:ext cx="5943600" cy="2470150"/>
          </a:xfrm>
          <a:prstGeom prst="rect">
            <a:avLst/>
          </a:prstGeom>
          <a:noFill/>
          <a:ln w="9525">
            <a:noFill/>
          </a:ln>
        </p:spPr>
      </p:pic>
    </p:spTree>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页脚占位符 4"/>
          <p:cNvSpPr txBox="1">
            <a:spLocks noGrp="1"/>
          </p:cNvSpPr>
          <p:nvPr>
            <p:ph type="ftr" sz="quarter" idx="11"/>
          </p:nvPr>
        </p:nvSpPr>
        <p:spPr/>
        <p:txBody>
          <a:bodyPr/>
          <a:p>
            <a:pPr marL="0" indent="0" algn="r">
              <a:spcBef>
                <a:spcPct val="0"/>
              </a:spcBef>
              <a:buClrTx/>
              <a:buSzTx/>
              <a:buFontTx/>
              <a:buNone/>
            </a:pPr>
            <a:r>
              <a:rPr lang="en-US" altLang="zh-CN" sz="1400" dirty="0">
                <a:ea typeface="宋体" panose="02010600030101010101" pitchFamily="2" charset="-122"/>
              </a:rPr>
              <a:t>Network Layer</a:t>
            </a:r>
            <a:endParaRPr lang="en-US" altLang="zh-CN" sz="1400" dirty="0">
              <a:latin typeface="Times New Roman" panose="02020603050405020304" pitchFamily="18" charset="0"/>
              <a:ea typeface="宋体" panose="02010600030101010101" pitchFamily="2" charset="-122"/>
            </a:endParaRPr>
          </a:p>
        </p:txBody>
      </p:sp>
      <p:sp>
        <p:nvSpPr>
          <p:cNvPr id="31747" name="灯片编号占位符 5"/>
          <p:cNvSpPr txBox="1">
            <a:spLocks noGrp="1"/>
          </p:cNvSpPr>
          <p:nvPr>
            <p:ph type="sldNum" sz="quarter" idx="12"/>
          </p:nvPr>
        </p:nvSpPr>
        <p:spPr/>
        <p:txBody>
          <a:bodyPr/>
          <a:p>
            <a:pPr marL="0" indent="0" algn="r">
              <a:spcBef>
                <a:spcPct val="0"/>
              </a:spcBef>
              <a:buClrTx/>
              <a:buSzTx/>
              <a:buFontTx/>
              <a:buNone/>
            </a:pPr>
            <a:r>
              <a:rPr lang="en-US" altLang="zh-CN" sz="1400" dirty="0">
                <a:ea typeface="宋体" panose="02010600030101010101" pitchFamily="2" charset="-122"/>
              </a:rPr>
              <a:t>4-</a:t>
            </a: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31748" name="Rectangle 2"/>
          <p:cNvSpPr>
            <a:spLocks noGrp="1"/>
          </p:cNvSpPr>
          <p:nvPr>
            <p:ph type="title"/>
          </p:nvPr>
        </p:nvSpPr>
        <p:spPr/>
        <p:txBody>
          <a:bodyPr vert="horz" wrap="square" lIns="91440" tIns="45720" rIns="91440" bIns="45720" anchor="ctr" anchorCtr="0"/>
          <a:p>
            <a:r>
              <a:rPr lang="en-US" altLang="zh-CN" sz="3600" dirty="0">
                <a:ea typeface="宋体" panose="02010600030101010101" pitchFamily="2" charset="-122"/>
              </a:rPr>
              <a:t>Output port queueing</a:t>
            </a:r>
            <a:endParaRPr lang="en-US" altLang="zh-CN" dirty="0">
              <a:ea typeface="宋体" panose="02010600030101010101" pitchFamily="2" charset="-122"/>
            </a:endParaRPr>
          </a:p>
        </p:txBody>
      </p:sp>
      <p:sp>
        <p:nvSpPr>
          <p:cNvPr id="31749" name="Rectangle 3"/>
          <p:cNvSpPr>
            <a:spLocks noGrp="1"/>
          </p:cNvSpPr>
          <p:nvPr>
            <p:ph idx="1"/>
          </p:nvPr>
        </p:nvSpPr>
        <p:spPr>
          <a:xfrm>
            <a:off x="568325" y="4635500"/>
            <a:ext cx="7772400" cy="1190625"/>
          </a:xfrm>
        </p:spPr>
        <p:txBody>
          <a:bodyPr vert="horz" wrap="square" lIns="91440" tIns="45720" rIns="91440" bIns="45720" anchor="t" anchorCtr="0"/>
          <a:p>
            <a:r>
              <a:rPr lang="en-US" altLang="zh-CN" sz="2400" dirty="0">
                <a:ea typeface="宋体" panose="02010600030101010101" pitchFamily="2" charset="-122"/>
              </a:rPr>
              <a:t>buffering when arrival rate via switch exceeds output line speed</a:t>
            </a:r>
            <a:endParaRPr lang="en-US" altLang="zh-CN" sz="2400" dirty="0">
              <a:ea typeface="宋体" panose="02010600030101010101" pitchFamily="2" charset="-122"/>
            </a:endParaRPr>
          </a:p>
          <a:p>
            <a:r>
              <a:rPr lang="en-US" altLang="zh-CN" sz="2400" i="1" dirty="0">
                <a:solidFill>
                  <a:srgbClr val="FF0000"/>
                </a:solidFill>
                <a:ea typeface="宋体" panose="02010600030101010101" pitchFamily="2" charset="-122"/>
              </a:rPr>
              <a:t>queueing (delay) and loss due to output port buffer overflow!</a:t>
            </a:r>
            <a:endParaRPr lang="en-US" altLang="zh-CN" sz="2400" dirty="0">
              <a:ea typeface="宋体" panose="02010600030101010101" pitchFamily="2" charset="-122"/>
            </a:endParaRPr>
          </a:p>
        </p:txBody>
      </p:sp>
      <p:pic>
        <p:nvPicPr>
          <p:cNvPr id="31750" name="Picture 4"/>
          <p:cNvPicPr>
            <a:picLocks noChangeAspect="1"/>
          </p:cNvPicPr>
          <p:nvPr/>
        </p:nvPicPr>
        <p:blipFill>
          <a:blip r:embed="rId1"/>
          <a:stretch>
            <a:fillRect/>
          </a:stretch>
        </p:blipFill>
        <p:spPr>
          <a:xfrm>
            <a:off x="811213" y="1563688"/>
            <a:ext cx="6965950" cy="2840037"/>
          </a:xfrm>
          <a:prstGeom prst="rect">
            <a:avLst/>
          </a:prstGeom>
          <a:noFill/>
          <a:ln w="9525">
            <a:noFill/>
          </a:ln>
        </p:spPr>
      </p:pic>
    </p:spTree>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页脚占位符 4"/>
          <p:cNvSpPr txBox="1">
            <a:spLocks noGrp="1"/>
          </p:cNvSpPr>
          <p:nvPr>
            <p:ph type="ftr" sz="quarter" idx="11"/>
          </p:nvPr>
        </p:nvSpPr>
        <p:spPr/>
        <p:txBody>
          <a:bodyPr/>
          <a:p>
            <a:pPr marL="0" indent="0" algn="r">
              <a:spcBef>
                <a:spcPct val="0"/>
              </a:spcBef>
              <a:buClrTx/>
              <a:buSzTx/>
              <a:buFontTx/>
              <a:buNone/>
            </a:pPr>
            <a:r>
              <a:rPr lang="en-US" altLang="zh-CN" sz="1400" dirty="0">
                <a:ea typeface="宋体" panose="02010600030101010101" pitchFamily="2" charset="-122"/>
              </a:rPr>
              <a:t>Network Layer</a:t>
            </a:r>
            <a:endParaRPr lang="en-US" altLang="zh-CN" sz="1400" dirty="0">
              <a:latin typeface="Times New Roman" panose="02020603050405020304" pitchFamily="18" charset="0"/>
              <a:ea typeface="宋体" panose="02010600030101010101" pitchFamily="2" charset="-122"/>
            </a:endParaRPr>
          </a:p>
        </p:txBody>
      </p:sp>
      <p:sp>
        <p:nvSpPr>
          <p:cNvPr id="32771" name="灯片编号占位符 5"/>
          <p:cNvSpPr txBox="1">
            <a:spLocks noGrp="1"/>
          </p:cNvSpPr>
          <p:nvPr>
            <p:ph type="sldNum" sz="quarter" idx="12"/>
          </p:nvPr>
        </p:nvSpPr>
        <p:spPr/>
        <p:txBody>
          <a:bodyPr/>
          <a:p>
            <a:pPr marL="0" indent="0" algn="r">
              <a:spcBef>
                <a:spcPct val="0"/>
              </a:spcBef>
              <a:buClrTx/>
              <a:buSzTx/>
              <a:buFontTx/>
              <a:buNone/>
            </a:pPr>
            <a:r>
              <a:rPr lang="en-US" altLang="zh-CN" sz="1400" dirty="0">
                <a:ea typeface="宋体" panose="02010600030101010101" pitchFamily="2" charset="-122"/>
              </a:rPr>
              <a:t>4-</a:t>
            </a: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32772" name="Rectangle 2"/>
          <p:cNvSpPr>
            <a:spLocks noGrp="1"/>
          </p:cNvSpPr>
          <p:nvPr>
            <p:ph type="title"/>
          </p:nvPr>
        </p:nvSpPr>
        <p:spPr/>
        <p:txBody>
          <a:bodyPr vert="horz" wrap="square" lIns="91440" tIns="45720" rIns="91440" bIns="45720" anchor="ctr" anchorCtr="0"/>
          <a:p>
            <a:r>
              <a:rPr lang="en-US" altLang="zh-CN" dirty="0">
                <a:ea typeface="宋体" panose="02010600030101010101" pitchFamily="2" charset="-122"/>
              </a:rPr>
              <a:t>How much buffering?</a:t>
            </a:r>
            <a:endParaRPr lang="en-US" altLang="zh-CN" dirty="0">
              <a:ea typeface="宋体" panose="02010600030101010101" pitchFamily="2" charset="-122"/>
            </a:endParaRPr>
          </a:p>
        </p:txBody>
      </p:sp>
      <p:sp>
        <p:nvSpPr>
          <p:cNvPr id="32773" name="Rectangle 3"/>
          <p:cNvSpPr>
            <a:spLocks noGrp="1"/>
          </p:cNvSpPr>
          <p:nvPr>
            <p:ph idx="1"/>
          </p:nvPr>
        </p:nvSpPr>
        <p:spPr/>
        <p:txBody>
          <a:bodyPr vert="horz" wrap="square" lIns="91440" tIns="45720" rIns="91440" bIns="45720" anchor="t" anchorCtr="0"/>
          <a:p>
            <a:r>
              <a:rPr lang="en-US" altLang="zh-CN" dirty="0">
                <a:ea typeface="宋体" panose="02010600030101010101" pitchFamily="2" charset="-122"/>
              </a:rPr>
              <a:t>RFC 3439 rule of thumb: average buffering equal to “typical” RTT (say 250 msec) times link capacity C</a:t>
            </a:r>
            <a:endParaRPr lang="en-US" altLang="zh-CN" dirty="0">
              <a:ea typeface="宋体" panose="02010600030101010101" pitchFamily="2" charset="-122"/>
            </a:endParaRPr>
          </a:p>
          <a:p>
            <a:pPr lvl="1"/>
            <a:r>
              <a:rPr lang="en-US" altLang="zh-CN" dirty="0">
                <a:ea typeface="宋体" panose="02010600030101010101" pitchFamily="2" charset="-122"/>
              </a:rPr>
              <a:t>e.g., C = 10 Gps link: 2.5 Gbit buffer</a:t>
            </a:r>
            <a:endParaRPr lang="en-US" altLang="zh-CN" dirty="0">
              <a:ea typeface="宋体" panose="02010600030101010101" pitchFamily="2" charset="-122"/>
            </a:endParaRPr>
          </a:p>
          <a:p>
            <a:r>
              <a:rPr lang="en-US" altLang="zh-CN" dirty="0">
                <a:ea typeface="宋体" panose="02010600030101010101" pitchFamily="2" charset="-122"/>
              </a:rPr>
              <a:t>Recent recommendation: with </a:t>
            </a:r>
            <a:r>
              <a:rPr lang="en-US" altLang="zh-CN" i="1" dirty="0">
                <a:ea typeface="宋体" panose="02010600030101010101" pitchFamily="2" charset="-122"/>
              </a:rPr>
              <a:t>N</a:t>
            </a:r>
            <a:r>
              <a:rPr lang="en-US" altLang="zh-CN" dirty="0">
                <a:ea typeface="宋体" panose="02010600030101010101" pitchFamily="2" charset="-122"/>
              </a:rPr>
              <a:t> flows, buffering equal to </a:t>
            </a:r>
            <a:endParaRPr lang="en-US" altLang="zh-CN" dirty="0">
              <a:ea typeface="宋体" panose="02010600030101010101" pitchFamily="2" charset="-122"/>
            </a:endParaRPr>
          </a:p>
        </p:txBody>
      </p:sp>
      <p:grpSp>
        <p:nvGrpSpPr>
          <p:cNvPr id="32774" name="Group 9"/>
          <p:cNvGrpSpPr/>
          <p:nvPr/>
        </p:nvGrpSpPr>
        <p:grpSpPr>
          <a:xfrm>
            <a:off x="4167188" y="3727450"/>
            <a:ext cx="1157287" cy="1106488"/>
            <a:chOff x="1923" y="2807"/>
            <a:chExt cx="729" cy="697"/>
          </a:xfrm>
        </p:grpSpPr>
        <p:sp>
          <p:nvSpPr>
            <p:cNvPr id="32775" name="Text Box 4"/>
            <p:cNvSpPr txBox="1"/>
            <p:nvPr/>
          </p:nvSpPr>
          <p:spPr>
            <a:xfrm>
              <a:off x="1923" y="2922"/>
              <a:ext cx="729"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2400" dirty="0">
                  <a:ea typeface="宋体" panose="02010600030101010101" pitchFamily="2" charset="-122"/>
                </a:rPr>
                <a:t>RTT  C</a:t>
              </a:r>
              <a:endParaRPr lang="en-US" altLang="zh-CN" sz="2400" dirty="0">
                <a:ea typeface="宋体" panose="02010600030101010101" pitchFamily="2" charset="-122"/>
              </a:endParaRPr>
            </a:p>
          </p:txBody>
        </p:sp>
        <p:sp>
          <p:nvSpPr>
            <p:cNvPr id="32776" name="Text Box 5"/>
            <p:cNvSpPr txBox="1"/>
            <p:nvPr/>
          </p:nvSpPr>
          <p:spPr>
            <a:xfrm>
              <a:off x="2309" y="2807"/>
              <a:ext cx="180"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3200" dirty="0">
                  <a:ea typeface="宋体" panose="02010600030101010101" pitchFamily="2" charset="-122"/>
                </a:rPr>
                <a:t>.</a:t>
              </a:r>
              <a:endParaRPr lang="en-US" altLang="zh-CN" sz="3200" dirty="0">
                <a:ea typeface="宋体" panose="02010600030101010101" pitchFamily="2" charset="-122"/>
              </a:endParaRPr>
            </a:p>
          </p:txBody>
        </p:sp>
        <p:sp>
          <p:nvSpPr>
            <p:cNvPr id="32777" name="Line 6"/>
            <p:cNvSpPr/>
            <p:nvPr/>
          </p:nvSpPr>
          <p:spPr>
            <a:xfrm>
              <a:off x="1929" y="3168"/>
              <a:ext cx="619" cy="0"/>
            </a:xfrm>
            <a:prstGeom prst="line">
              <a:avLst/>
            </a:prstGeom>
            <a:ln w="9525" cap="flat" cmpd="sng">
              <a:solidFill>
                <a:schemeClr val="tx1"/>
              </a:solidFill>
              <a:prstDash val="solid"/>
              <a:headEnd type="none" w="med" len="med"/>
              <a:tailEnd type="none" w="med" len="med"/>
            </a:ln>
          </p:spPr>
        </p:sp>
        <p:sp>
          <p:nvSpPr>
            <p:cNvPr id="32778" name="Text Box 7"/>
            <p:cNvSpPr txBox="1"/>
            <p:nvPr/>
          </p:nvSpPr>
          <p:spPr>
            <a:xfrm>
              <a:off x="2091" y="3216"/>
              <a:ext cx="269"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2400" dirty="0">
                  <a:ea typeface="宋体" panose="02010600030101010101" pitchFamily="2" charset="-122"/>
                </a:rPr>
                <a:t>N</a:t>
              </a:r>
              <a:endParaRPr lang="en-US" altLang="zh-CN" sz="2400" dirty="0">
                <a:ea typeface="宋体" panose="02010600030101010101" pitchFamily="2" charset="-122"/>
              </a:endParaRPr>
            </a:p>
          </p:txBody>
        </p:sp>
        <p:sp>
          <p:nvSpPr>
            <p:cNvPr id="32779" name="Freeform 8"/>
            <p:cNvSpPr/>
            <p:nvPr/>
          </p:nvSpPr>
          <p:spPr>
            <a:xfrm>
              <a:off x="2062" y="3218"/>
              <a:ext cx="279" cy="209"/>
            </a:xfrm>
            <a:custGeom>
              <a:avLst/>
              <a:gdLst/>
              <a:ahLst/>
              <a:cxnLst>
                <a:cxn ang="0">
                  <a:pos x="0" y="148"/>
                </a:cxn>
                <a:cxn ang="0">
                  <a:pos x="26" y="105"/>
                </a:cxn>
                <a:cxn ang="0">
                  <a:pos x="44" y="209"/>
                </a:cxn>
                <a:cxn ang="0">
                  <a:pos x="61" y="0"/>
                </a:cxn>
                <a:cxn ang="0">
                  <a:pos x="279" y="0"/>
                </a:cxn>
              </a:cxnLst>
              <a:pathLst>
                <a:path w="279" h="209">
                  <a:moveTo>
                    <a:pt x="0" y="148"/>
                  </a:moveTo>
                  <a:lnTo>
                    <a:pt x="26" y="105"/>
                  </a:lnTo>
                  <a:lnTo>
                    <a:pt x="44" y="209"/>
                  </a:lnTo>
                  <a:lnTo>
                    <a:pt x="61" y="0"/>
                  </a:lnTo>
                  <a:lnTo>
                    <a:pt x="279" y="0"/>
                  </a:lnTo>
                </a:path>
              </a:pathLst>
            </a:custGeom>
            <a:noFill/>
            <a:ln w="9525" cap="flat" cmpd="sng">
              <a:solidFill>
                <a:schemeClr val="tx1">
                  <a:alpha val="100000"/>
                </a:schemeClr>
              </a:solidFill>
              <a:prstDash val="solid"/>
              <a:round/>
              <a:headEnd type="none" w="med" len="med"/>
              <a:tailEnd type="none" w="med" len="med"/>
            </a:ln>
          </p:spPr>
          <p:txBody>
            <a:bodyPr/>
            <a:p>
              <a:endParaRPr lang="zh-CN" altLang="en-US"/>
            </a:p>
          </p:txBody>
        </p:sp>
      </p:grpSp>
    </p:spTree>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页脚占位符 4"/>
          <p:cNvSpPr txBox="1">
            <a:spLocks noGrp="1"/>
          </p:cNvSpPr>
          <p:nvPr>
            <p:ph type="ftr" sz="quarter" idx="11"/>
          </p:nvPr>
        </p:nvSpPr>
        <p:spPr/>
        <p:txBody>
          <a:bodyPr/>
          <a:p>
            <a:pPr marL="0" indent="0" algn="r">
              <a:spcBef>
                <a:spcPct val="0"/>
              </a:spcBef>
              <a:buClrTx/>
              <a:buSzTx/>
              <a:buFontTx/>
              <a:buNone/>
            </a:pPr>
            <a:r>
              <a:rPr lang="en-US" altLang="zh-CN" sz="1400" dirty="0">
                <a:ea typeface="宋体" panose="02010600030101010101" pitchFamily="2" charset="-122"/>
              </a:rPr>
              <a:t>Network Layer</a:t>
            </a:r>
            <a:endParaRPr lang="en-US" altLang="zh-CN" sz="1400" dirty="0">
              <a:latin typeface="Times New Roman" panose="02020603050405020304" pitchFamily="18" charset="0"/>
              <a:ea typeface="宋体" panose="02010600030101010101" pitchFamily="2" charset="-122"/>
            </a:endParaRPr>
          </a:p>
        </p:txBody>
      </p:sp>
      <p:sp>
        <p:nvSpPr>
          <p:cNvPr id="33795" name="灯片编号占位符 5"/>
          <p:cNvSpPr txBox="1">
            <a:spLocks noGrp="1"/>
          </p:cNvSpPr>
          <p:nvPr>
            <p:ph type="sldNum" sz="quarter" idx="12"/>
          </p:nvPr>
        </p:nvSpPr>
        <p:spPr/>
        <p:txBody>
          <a:bodyPr/>
          <a:p>
            <a:pPr marL="0" indent="0" algn="r">
              <a:spcBef>
                <a:spcPct val="0"/>
              </a:spcBef>
              <a:buClrTx/>
              <a:buSzTx/>
              <a:buFontTx/>
              <a:buNone/>
            </a:pPr>
            <a:r>
              <a:rPr lang="en-US" altLang="zh-CN" sz="1400" dirty="0">
                <a:ea typeface="宋体" panose="02010600030101010101" pitchFamily="2" charset="-122"/>
              </a:rPr>
              <a:t>4-</a:t>
            </a: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33796" name="Rectangle 2"/>
          <p:cNvSpPr>
            <a:spLocks noGrp="1"/>
          </p:cNvSpPr>
          <p:nvPr>
            <p:ph type="title"/>
          </p:nvPr>
        </p:nvSpPr>
        <p:spPr>
          <a:xfrm>
            <a:off x="685800" y="369888"/>
            <a:ext cx="7772400" cy="457200"/>
          </a:xfrm>
        </p:spPr>
        <p:txBody>
          <a:bodyPr vert="horz" wrap="square" lIns="91440" tIns="45720" rIns="91440" bIns="45720" anchor="ctr" anchorCtr="0"/>
          <a:p>
            <a:r>
              <a:rPr lang="en-US" altLang="zh-CN" sz="3200" dirty="0">
                <a:ea typeface="宋体" panose="02010600030101010101" pitchFamily="2" charset="-122"/>
              </a:rPr>
              <a:t>Input Port Queuing</a:t>
            </a:r>
            <a:endParaRPr lang="en-US" altLang="zh-CN" dirty="0">
              <a:ea typeface="宋体" panose="02010600030101010101" pitchFamily="2" charset="-122"/>
            </a:endParaRPr>
          </a:p>
        </p:txBody>
      </p:sp>
      <p:sp>
        <p:nvSpPr>
          <p:cNvPr id="33797" name="Rectangle 3"/>
          <p:cNvSpPr>
            <a:spLocks noGrp="1"/>
          </p:cNvSpPr>
          <p:nvPr>
            <p:ph idx="1"/>
          </p:nvPr>
        </p:nvSpPr>
        <p:spPr>
          <a:xfrm>
            <a:off x="731838" y="1127125"/>
            <a:ext cx="8101012" cy="3017838"/>
          </a:xfrm>
        </p:spPr>
        <p:txBody>
          <a:bodyPr vert="horz" wrap="square" lIns="91440" tIns="45720" rIns="91440" bIns="45720" anchor="t" anchorCtr="0"/>
          <a:p>
            <a:r>
              <a:rPr lang="en-US" altLang="zh-CN" sz="2400" dirty="0">
                <a:ea typeface="宋体" panose="02010600030101010101" pitchFamily="2" charset="-122"/>
              </a:rPr>
              <a:t>Fabric slower than input ports combined -&gt; queueing may occur at input queues </a:t>
            </a:r>
            <a:endParaRPr lang="en-US" altLang="zh-CN" sz="2400" dirty="0">
              <a:ea typeface="宋体" panose="02010600030101010101" pitchFamily="2" charset="-122"/>
            </a:endParaRPr>
          </a:p>
          <a:p>
            <a:r>
              <a:rPr lang="en-US" altLang="zh-CN" sz="2400" dirty="0">
                <a:solidFill>
                  <a:srgbClr val="FF0000"/>
                </a:solidFill>
                <a:ea typeface="宋体" panose="02010600030101010101" pitchFamily="2" charset="-122"/>
              </a:rPr>
              <a:t>Head-of-the-Line (HOL) blocking:</a:t>
            </a:r>
            <a:r>
              <a:rPr lang="en-US" altLang="zh-CN" sz="2400" dirty="0">
                <a:ea typeface="宋体" panose="02010600030101010101" pitchFamily="2" charset="-122"/>
              </a:rPr>
              <a:t> queued datagram at front of queue prevents others in queue from moving forward</a:t>
            </a:r>
            <a:endParaRPr lang="en-US" altLang="zh-CN" sz="2400" dirty="0">
              <a:ea typeface="宋体" panose="02010600030101010101" pitchFamily="2" charset="-122"/>
            </a:endParaRPr>
          </a:p>
          <a:p>
            <a:r>
              <a:rPr lang="en-US" altLang="zh-CN" sz="2400" i="1" dirty="0">
                <a:solidFill>
                  <a:srgbClr val="FF0000"/>
                </a:solidFill>
                <a:ea typeface="宋体" panose="02010600030101010101" pitchFamily="2" charset="-122"/>
              </a:rPr>
              <a:t>queueing delay and loss due to input buffer overflow!</a:t>
            </a:r>
            <a:endParaRPr lang="en-US" altLang="zh-CN" sz="2400" i="1" dirty="0">
              <a:solidFill>
                <a:srgbClr val="FF0000"/>
              </a:solidFill>
              <a:ea typeface="宋体" panose="02010600030101010101" pitchFamily="2" charset="-122"/>
            </a:endParaRPr>
          </a:p>
        </p:txBody>
      </p:sp>
      <p:pic>
        <p:nvPicPr>
          <p:cNvPr id="33798" name="Picture 4"/>
          <p:cNvPicPr>
            <a:picLocks noChangeAspect="1"/>
          </p:cNvPicPr>
          <p:nvPr/>
        </p:nvPicPr>
        <p:blipFill>
          <a:blip r:embed="rId1"/>
          <a:stretch>
            <a:fillRect/>
          </a:stretch>
        </p:blipFill>
        <p:spPr>
          <a:xfrm>
            <a:off x="1106488" y="3762375"/>
            <a:ext cx="6900862" cy="2495550"/>
          </a:xfrm>
          <a:prstGeom prst="rect">
            <a:avLst/>
          </a:prstGeom>
          <a:noFill/>
          <a:ln w="9525">
            <a:noFill/>
          </a:ln>
        </p:spPr>
      </p:pic>
    </p:spTree>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页脚占位符 5"/>
          <p:cNvSpPr txBox="1">
            <a:spLocks noGrp="1"/>
          </p:cNvSpPr>
          <p:nvPr>
            <p:ph type="ftr" sz="quarter" idx="11"/>
          </p:nvPr>
        </p:nvSpPr>
        <p:spPr/>
        <p:txBody>
          <a:bodyPr/>
          <a:p>
            <a:pPr marL="0" indent="0" algn="r">
              <a:spcBef>
                <a:spcPct val="0"/>
              </a:spcBef>
              <a:buClrTx/>
              <a:buSzTx/>
              <a:buFontTx/>
              <a:buNone/>
            </a:pPr>
            <a:r>
              <a:rPr lang="en-US" altLang="zh-CN" sz="1400" dirty="0">
                <a:ea typeface="宋体" panose="02010600030101010101" pitchFamily="2" charset="-122"/>
              </a:rPr>
              <a:t>Network Layer</a:t>
            </a:r>
            <a:endParaRPr lang="en-US" altLang="zh-CN" sz="1400" dirty="0">
              <a:latin typeface="Times New Roman" panose="02020603050405020304" pitchFamily="18" charset="0"/>
              <a:ea typeface="宋体" panose="02010600030101010101" pitchFamily="2" charset="-122"/>
            </a:endParaRPr>
          </a:p>
        </p:txBody>
      </p:sp>
      <p:sp>
        <p:nvSpPr>
          <p:cNvPr id="34819" name="灯片编号占位符 6"/>
          <p:cNvSpPr txBox="1">
            <a:spLocks noGrp="1"/>
          </p:cNvSpPr>
          <p:nvPr>
            <p:ph type="sldNum" sz="quarter" idx="12"/>
          </p:nvPr>
        </p:nvSpPr>
        <p:spPr/>
        <p:txBody>
          <a:bodyPr/>
          <a:p>
            <a:pPr marL="0" indent="0" algn="r">
              <a:spcBef>
                <a:spcPct val="0"/>
              </a:spcBef>
              <a:buClrTx/>
              <a:buSzTx/>
              <a:buFontTx/>
              <a:buNone/>
            </a:pPr>
            <a:r>
              <a:rPr lang="en-US" altLang="zh-CN" sz="1400" dirty="0">
                <a:ea typeface="宋体" panose="02010600030101010101" pitchFamily="2" charset="-122"/>
              </a:rPr>
              <a:t>4-</a:t>
            </a: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34820" name="Rectangle 2"/>
          <p:cNvSpPr>
            <a:spLocks noGrp="1"/>
          </p:cNvSpPr>
          <p:nvPr>
            <p:ph type="title"/>
          </p:nvPr>
        </p:nvSpPr>
        <p:spPr/>
        <p:txBody>
          <a:bodyPr vert="horz" wrap="square" lIns="91440" tIns="45720" rIns="91440" bIns="45720" anchor="ctr" anchorCtr="0"/>
          <a:p>
            <a:r>
              <a:rPr lang="en-US" altLang="zh-CN" dirty="0">
                <a:ea typeface="宋体" panose="02010600030101010101" pitchFamily="2" charset="-122"/>
              </a:rPr>
              <a:t>Chapter 4: Network Layer</a:t>
            </a:r>
            <a:endParaRPr lang="en-US" altLang="zh-CN" dirty="0">
              <a:ea typeface="宋体" panose="02010600030101010101" pitchFamily="2" charset="-122"/>
            </a:endParaRPr>
          </a:p>
        </p:txBody>
      </p:sp>
      <p:sp>
        <p:nvSpPr>
          <p:cNvPr id="34821" name="Rectangle 3"/>
          <p:cNvSpPr>
            <a:spLocks noGrp="1"/>
          </p:cNvSpPr>
          <p:nvPr>
            <p:ph sz="half" idx="1"/>
          </p:nvPr>
        </p:nvSpPr>
        <p:spPr/>
        <p:txBody>
          <a:bodyPr vert="horz" wrap="square" lIns="91440" tIns="45720" rIns="91440" bIns="45720" anchor="t" anchorCtr="0"/>
          <a:p>
            <a:pPr>
              <a:buClr>
                <a:schemeClr val="accent2"/>
              </a:buClr>
              <a:buSzPct val="85000"/>
              <a:buFont typeface="ZapfDingbats"/>
            </a:pPr>
            <a:r>
              <a:rPr lang="en-US" altLang="zh-CN" sz="2400" dirty="0">
                <a:ea typeface="宋体" panose="02010600030101010101" pitchFamily="2" charset="-122"/>
              </a:rPr>
              <a:t>4. 1 Introduction</a:t>
            </a:r>
            <a:endParaRPr lang="en-US" altLang="zh-CN" sz="2400" dirty="0">
              <a:ea typeface="宋体" panose="02010600030101010101" pitchFamily="2" charset="-122"/>
            </a:endParaRPr>
          </a:p>
          <a:p>
            <a:pPr>
              <a:buClr>
                <a:schemeClr val="accent2"/>
              </a:buClr>
              <a:buSzPct val="85000"/>
              <a:buFont typeface="ZapfDingbats"/>
            </a:pPr>
            <a:r>
              <a:rPr lang="en-US" altLang="zh-CN" sz="2400" dirty="0">
                <a:ea typeface="宋体" panose="02010600030101010101" pitchFamily="2" charset="-122"/>
              </a:rPr>
              <a:t>4.2 Virtual circuit and datagram networks</a:t>
            </a:r>
            <a:endParaRPr lang="en-US" altLang="zh-CN" sz="2400" dirty="0">
              <a:ea typeface="宋体" panose="02010600030101010101" pitchFamily="2" charset="-122"/>
            </a:endParaRPr>
          </a:p>
          <a:p>
            <a:pPr>
              <a:buClr>
                <a:schemeClr val="accent2"/>
              </a:buClr>
              <a:buSzPct val="85000"/>
              <a:buFont typeface="ZapfDingbats"/>
            </a:pPr>
            <a:r>
              <a:rPr lang="en-US" altLang="zh-CN" sz="2400" dirty="0">
                <a:ea typeface="宋体" panose="02010600030101010101" pitchFamily="2" charset="-122"/>
              </a:rPr>
              <a:t>4.3 What’s inside a router</a:t>
            </a:r>
            <a:endParaRPr lang="en-US" altLang="zh-CN" sz="2400" dirty="0">
              <a:ea typeface="宋体" panose="02010600030101010101" pitchFamily="2" charset="-122"/>
            </a:endParaRPr>
          </a:p>
          <a:p>
            <a:pPr>
              <a:buClr>
                <a:schemeClr val="accent2"/>
              </a:buClr>
              <a:buSzPct val="85000"/>
              <a:buFont typeface="ZapfDingbats"/>
            </a:pPr>
            <a:r>
              <a:rPr lang="en-US" altLang="zh-CN" sz="2400" dirty="0">
                <a:solidFill>
                  <a:srgbClr val="FF0000"/>
                </a:solidFill>
                <a:ea typeface="宋体" panose="02010600030101010101" pitchFamily="2" charset="-122"/>
              </a:rPr>
              <a:t>4.4 IP: Internet Protocol</a:t>
            </a:r>
            <a:endParaRPr lang="en-US" altLang="zh-CN" sz="2400" dirty="0">
              <a:solidFill>
                <a:srgbClr val="FF0000"/>
              </a:solidFill>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Datagram format</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IPv4 addressing</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ICMP</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IPv6</a:t>
            </a:r>
            <a:endParaRPr lang="en-US" altLang="zh-CN" sz="2000" dirty="0">
              <a:ea typeface="宋体" panose="02010600030101010101" pitchFamily="2" charset="-122"/>
            </a:endParaRPr>
          </a:p>
        </p:txBody>
      </p:sp>
      <p:sp>
        <p:nvSpPr>
          <p:cNvPr id="34822" name="Rectangle 4"/>
          <p:cNvSpPr>
            <a:spLocks noGrp="1"/>
          </p:cNvSpPr>
          <p:nvPr>
            <p:ph sz="half" idx="2"/>
          </p:nvPr>
        </p:nvSpPr>
        <p:spPr/>
        <p:txBody>
          <a:bodyPr vert="horz" wrap="square" lIns="91440" tIns="45720" rIns="91440" bIns="45720" anchor="t" anchorCtr="0"/>
          <a:p>
            <a:pPr>
              <a:buClr>
                <a:schemeClr val="accent2"/>
              </a:buClr>
              <a:buSzPct val="85000"/>
              <a:buFont typeface="ZapfDingbats"/>
            </a:pPr>
            <a:r>
              <a:rPr lang="en-US" altLang="zh-CN" sz="2400" dirty="0">
                <a:ea typeface="宋体" panose="02010600030101010101" pitchFamily="2" charset="-122"/>
              </a:rPr>
              <a:t>4.5 Routing algorithms</a:t>
            </a:r>
            <a:endParaRPr lang="en-US" altLang="zh-CN" sz="24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Link state</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Distance Vector</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Hierarchical routing</a:t>
            </a:r>
            <a:endParaRPr lang="en-US" altLang="zh-CN" sz="2000" dirty="0">
              <a:ea typeface="宋体" panose="02010600030101010101" pitchFamily="2" charset="-122"/>
            </a:endParaRPr>
          </a:p>
          <a:p>
            <a:pPr>
              <a:buClr>
                <a:schemeClr val="accent2"/>
              </a:buClr>
              <a:buSzPct val="85000"/>
              <a:buFont typeface="ZapfDingbats"/>
            </a:pPr>
            <a:r>
              <a:rPr lang="en-US" altLang="zh-CN" sz="2400" dirty="0">
                <a:ea typeface="宋体" panose="02010600030101010101" pitchFamily="2" charset="-122"/>
              </a:rPr>
              <a:t>4.6 Routing in the Internet</a:t>
            </a:r>
            <a:endParaRPr lang="en-US" altLang="zh-CN" sz="24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RIP</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OSPF</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BGP</a:t>
            </a:r>
            <a:endParaRPr lang="en-US" altLang="zh-CN" sz="2000" dirty="0">
              <a:ea typeface="宋体" panose="02010600030101010101" pitchFamily="2" charset="-122"/>
            </a:endParaRPr>
          </a:p>
          <a:p>
            <a:pPr>
              <a:buClr>
                <a:schemeClr val="accent2"/>
              </a:buClr>
              <a:buSzPct val="85000"/>
              <a:buFont typeface="ZapfDingbats"/>
            </a:pPr>
            <a:r>
              <a:rPr lang="en-US" altLang="zh-CN" sz="2400" dirty="0">
                <a:ea typeface="宋体" panose="02010600030101010101" pitchFamily="2" charset="-122"/>
              </a:rPr>
              <a:t>4.7 Broadcast and multicast routing</a:t>
            </a:r>
            <a:endParaRPr lang="en-US" altLang="zh-CN" sz="2400" dirty="0">
              <a:ea typeface="宋体" panose="02010600030101010101" pitchFamily="2" charset="-122"/>
            </a:endParaRPr>
          </a:p>
          <a:p>
            <a:pPr>
              <a:buClr>
                <a:schemeClr val="accent2"/>
              </a:buClr>
              <a:buSzPct val="85000"/>
              <a:buFont typeface="ZapfDingbats"/>
            </a:pPr>
            <a:endParaRPr lang="en-US" altLang="zh-CN" sz="2400" dirty="0">
              <a:ea typeface="宋体" panose="02010600030101010101" pitchFamily="2"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页脚占位符 5"/>
          <p:cNvSpPr txBox="1">
            <a:spLocks noGrp="1"/>
          </p:cNvSpPr>
          <p:nvPr>
            <p:ph type="ftr" sz="quarter" idx="11"/>
          </p:nvPr>
        </p:nvSpPr>
        <p:spPr/>
        <p:txBody>
          <a:bodyPr/>
          <a:p>
            <a:pPr marL="0" indent="0" algn="r">
              <a:spcBef>
                <a:spcPct val="0"/>
              </a:spcBef>
              <a:buClrTx/>
              <a:buSzTx/>
              <a:buFontTx/>
              <a:buNone/>
            </a:pPr>
            <a:r>
              <a:rPr lang="en-US" altLang="zh-CN" sz="1400" dirty="0">
                <a:ea typeface="宋体" panose="02010600030101010101" pitchFamily="2" charset="-122"/>
              </a:rPr>
              <a:t>Network Layer</a:t>
            </a:r>
            <a:endParaRPr lang="en-US" altLang="zh-CN" sz="1400" dirty="0">
              <a:latin typeface="Times New Roman" panose="02020603050405020304" pitchFamily="18" charset="0"/>
              <a:ea typeface="宋体" panose="02010600030101010101" pitchFamily="2" charset="-122"/>
            </a:endParaRPr>
          </a:p>
        </p:txBody>
      </p:sp>
      <p:sp>
        <p:nvSpPr>
          <p:cNvPr id="35843" name="灯片编号占位符 6"/>
          <p:cNvSpPr txBox="1">
            <a:spLocks noGrp="1"/>
          </p:cNvSpPr>
          <p:nvPr>
            <p:ph type="sldNum" sz="quarter" idx="12"/>
          </p:nvPr>
        </p:nvSpPr>
        <p:spPr/>
        <p:txBody>
          <a:bodyPr/>
          <a:p>
            <a:pPr marL="0" indent="0" algn="r">
              <a:spcBef>
                <a:spcPct val="0"/>
              </a:spcBef>
              <a:buClrTx/>
              <a:buSzTx/>
              <a:buFontTx/>
              <a:buNone/>
            </a:pPr>
            <a:r>
              <a:rPr lang="en-US" altLang="zh-CN" sz="1400" dirty="0">
                <a:ea typeface="宋体" panose="02010600030101010101" pitchFamily="2" charset="-122"/>
              </a:rPr>
              <a:t>4-</a:t>
            </a: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35844" name="Rectangle 2"/>
          <p:cNvSpPr/>
          <p:nvPr/>
        </p:nvSpPr>
        <p:spPr>
          <a:xfrm>
            <a:off x="1704975" y="1781175"/>
            <a:ext cx="6534150" cy="4076700"/>
          </a:xfrm>
          <a:prstGeom prst="rect">
            <a:avLst/>
          </a:prstGeom>
          <a:solidFill>
            <a:schemeClr val="bg2"/>
          </a:solidFill>
          <a:ln w="1905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35845" name="Rectangle 3"/>
          <p:cNvSpPr/>
          <p:nvPr/>
        </p:nvSpPr>
        <p:spPr>
          <a:xfrm>
            <a:off x="1638300" y="1847850"/>
            <a:ext cx="6534150" cy="4076700"/>
          </a:xfrm>
          <a:prstGeom prst="rect">
            <a:avLst/>
          </a:prstGeom>
          <a:solidFill>
            <a:srgbClr val="FFFFFF"/>
          </a:solidFill>
          <a:ln w="1905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35846" name="Rectangle 4"/>
          <p:cNvSpPr>
            <a:spLocks noGrp="1"/>
          </p:cNvSpPr>
          <p:nvPr>
            <p:ph type="title"/>
          </p:nvPr>
        </p:nvSpPr>
        <p:spPr>
          <a:xfrm>
            <a:off x="419100" y="133350"/>
            <a:ext cx="7772400" cy="1143000"/>
          </a:xfrm>
        </p:spPr>
        <p:txBody>
          <a:bodyPr vert="horz" wrap="square" lIns="91440" tIns="45720" rIns="91440" bIns="45720" anchor="ctr" anchorCtr="0"/>
          <a:p>
            <a:r>
              <a:rPr lang="en-US" altLang="zh-CN" sz="3600" dirty="0">
                <a:ea typeface="宋体" panose="02010600030101010101" pitchFamily="2" charset="-122"/>
              </a:rPr>
              <a:t>The Internet Network layer</a:t>
            </a:r>
            <a:endParaRPr lang="en-US" altLang="zh-CN" dirty="0">
              <a:ea typeface="宋体" panose="02010600030101010101" pitchFamily="2" charset="-122"/>
            </a:endParaRPr>
          </a:p>
        </p:txBody>
      </p:sp>
      <p:graphicFrame>
        <p:nvGraphicFramePr>
          <p:cNvPr id="35847" name="Rectangle 5"/>
          <p:cNvGraphicFramePr/>
          <p:nvPr/>
        </p:nvGraphicFramePr>
        <p:xfrm>
          <a:off x="1524000" y="1397000"/>
          <a:ext cx="6096000" cy="4064000"/>
        </p:xfrm>
        <a:graphic>
          <a:graphicData uri="http://schemas.openxmlformats.org/presentationml/2006/ole">
            <mc:AlternateContent xmlns:mc="http://schemas.openxmlformats.org/markup-compatibility/2006">
              <mc:Choice xmlns:v="urn:schemas-microsoft-com:vml" Requires="v">
                <p:oleObj spid="_x0000_s3082" name="" r:id="rId1" imgW="0" imgH="0" progId="MS_ClipArt_Gallery.2">
                  <p:embed/>
                </p:oleObj>
              </mc:Choice>
              <mc:Fallback>
                <p:oleObj name="" r:id="rId1" imgW="0" imgH="0" progId="MS_ClipArt_Gallery.2">
                  <p:embed/>
                  <p:pic>
                    <p:nvPicPr>
                      <p:cNvPr id="0" name="图片 3081"/>
                      <p:cNvPicPr/>
                      <p:nvPr/>
                    </p:nvPicPr>
                    <p:blipFill>
                      <a:blip/>
                      <a:stretch>
                        <a:fillRect/>
                      </a:stretch>
                    </p:blipFill>
                    <p:spPr>
                      <a:xfrm>
                        <a:off x="1524000" y="1397000"/>
                        <a:ext cx="6096000" cy="4064000"/>
                      </a:xfrm>
                      <a:prstGeom prst="rect">
                        <a:avLst/>
                      </a:prstGeom>
                      <a:noFill/>
                      <a:ln w="38100">
                        <a:noFill/>
                        <a:miter/>
                      </a:ln>
                    </p:spPr>
                  </p:pic>
                </p:oleObj>
              </mc:Fallback>
            </mc:AlternateContent>
          </a:graphicData>
        </a:graphic>
      </p:graphicFrame>
      <p:grpSp>
        <p:nvGrpSpPr>
          <p:cNvPr id="35848" name="Group 6"/>
          <p:cNvGrpSpPr/>
          <p:nvPr/>
        </p:nvGrpSpPr>
        <p:grpSpPr>
          <a:xfrm>
            <a:off x="3713163" y="3479800"/>
            <a:ext cx="1354137" cy="1214438"/>
            <a:chOff x="3967" y="2883"/>
            <a:chExt cx="660" cy="765"/>
          </a:xfrm>
        </p:grpSpPr>
        <p:sp>
          <p:nvSpPr>
            <p:cNvPr id="35872" name="Rectangle 7"/>
            <p:cNvSpPr/>
            <p:nvPr/>
          </p:nvSpPr>
          <p:spPr>
            <a:xfrm>
              <a:off x="4023" y="2883"/>
              <a:ext cx="582" cy="738"/>
            </a:xfrm>
            <a:prstGeom prst="rect">
              <a:avLst/>
            </a:prstGeom>
            <a:solidFill>
              <a:schemeClr val="accent2"/>
            </a:solidFill>
            <a:ln w="1905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35873" name="Rectangle 8"/>
            <p:cNvSpPr/>
            <p:nvPr/>
          </p:nvSpPr>
          <p:spPr>
            <a:xfrm>
              <a:off x="3996" y="2910"/>
              <a:ext cx="582" cy="738"/>
            </a:xfrm>
            <a:prstGeom prst="rect">
              <a:avLst/>
            </a:prstGeom>
            <a:solidFill>
              <a:schemeClr val="bg1"/>
            </a:solidFill>
            <a:ln w="1905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35874" name="Text Box 9"/>
            <p:cNvSpPr txBox="1"/>
            <p:nvPr/>
          </p:nvSpPr>
          <p:spPr>
            <a:xfrm>
              <a:off x="3967" y="3074"/>
              <a:ext cx="660" cy="40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800" dirty="0">
                  <a:ea typeface="宋体" panose="02010600030101010101" pitchFamily="2" charset="-122"/>
                </a:rPr>
                <a:t>forwarding</a:t>
              </a:r>
              <a:endParaRPr lang="en-US" altLang="zh-CN" sz="1800" dirty="0">
                <a:ea typeface="宋体" panose="02010600030101010101" pitchFamily="2" charset="-122"/>
              </a:endParaRPr>
            </a:p>
            <a:p>
              <a:pPr marL="0" lvl="0" indent="0" algn="ctr">
                <a:spcBef>
                  <a:spcPct val="0"/>
                </a:spcBef>
                <a:buClrTx/>
                <a:buSzTx/>
                <a:buFontTx/>
                <a:buNone/>
              </a:pPr>
              <a:r>
                <a:rPr lang="en-US" altLang="zh-CN" sz="1800" dirty="0">
                  <a:ea typeface="宋体" panose="02010600030101010101" pitchFamily="2" charset="-122"/>
                </a:rPr>
                <a:t>table</a:t>
              </a:r>
              <a:endParaRPr lang="en-US" altLang="zh-CN" sz="1800" dirty="0">
                <a:ea typeface="宋体" panose="02010600030101010101" pitchFamily="2" charset="-122"/>
              </a:endParaRPr>
            </a:p>
          </p:txBody>
        </p:sp>
        <p:sp>
          <p:nvSpPr>
            <p:cNvPr id="35875" name="Line 10"/>
            <p:cNvSpPr/>
            <p:nvPr/>
          </p:nvSpPr>
          <p:spPr>
            <a:xfrm>
              <a:off x="4065" y="2994"/>
              <a:ext cx="435" cy="0"/>
            </a:xfrm>
            <a:prstGeom prst="line">
              <a:avLst/>
            </a:prstGeom>
            <a:ln w="19050" cap="flat" cmpd="sng">
              <a:solidFill>
                <a:schemeClr val="tx1"/>
              </a:solidFill>
              <a:prstDash val="solid"/>
              <a:headEnd type="none" w="med" len="med"/>
              <a:tailEnd type="none" w="med" len="med"/>
            </a:ln>
          </p:spPr>
        </p:sp>
        <p:sp>
          <p:nvSpPr>
            <p:cNvPr id="35876" name="Line 11"/>
            <p:cNvSpPr/>
            <p:nvPr/>
          </p:nvSpPr>
          <p:spPr>
            <a:xfrm>
              <a:off x="4071" y="3048"/>
              <a:ext cx="435" cy="0"/>
            </a:xfrm>
            <a:prstGeom prst="line">
              <a:avLst/>
            </a:prstGeom>
            <a:ln w="19050" cap="flat" cmpd="sng">
              <a:solidFill>
                <a:schemeClr val="tx1"/>
              </a:solidFill>
              <a:prstDash val="solid"/>
              <a:headEnd type="none" w="med" len="med"/>
              <a:tailEnd type="none" w="med" len="med"/>
            </a:ln>
          </p:spPr>
        </p:sp>
        <p:sp>
          <p:nvSpPr>
            <p:cNvPr id="35877" name="Line 12"/>
            <p:cNvSpPr/>
            <p:nvPr/>
          </p:nvSpPr>
          <p:spPr>
            <a:xfrm>
              <a:off x="4074" y="3102"/>
              <a:ext cx="435" cy="0"/>
            </a:xfrm>
            <a:prstGeom prst="line">
              <a:avLst/>
            </a:prstGeom>
            <a:ln w="19050" cap="flat" cmpd="sng">
              <a:solidFill>
                <a:schemeClr val="tx1"/>
              </a:solidFill>
              <a:prstDash val="solid"/>
              <a:headEnd type="none" w="med" len="med"/>
              <a:tailEnd type="none" w="med" len="med"/>
            </a:ln>
          </p:spPr>
        </p:sp>
        <p:sp>
          <p:nvSpPr>
            <p:cNvPr id="35878" name="Line 13"/>
            <p:cNvSpPr/>
            <p:nvPr/>
          </p:nvSpPr>
          <p:spPr>
            <a:xfrm>
              <a:off x="4065" y="3477"/>
              <a:ext cx="435" cy="0"/>
            </a:xfrm>
            <a:prstGeom prst="line">
              <a:avLst/>
            </a:prstGeom>
            <a:ln w="19050" cap="flat" cmpd="sng">
              <a:solidFill>
                <a:schemeClr val="tx1"/>
              </a:solidFill>
              <a:prstDash val="solid"/>
              <a:headEnd type="none" w="med" len="med"/>
              <a:tailEnd type="none" w="med" len="med"/>
            </a:ln>
          </p:spPr>
        </p:sp>
        <p:sp>
          <p:nvSpPr>
            <p:cNvPr id="35879" name="Line 14"/>
            <p:cNvSpPr/>
            <p:nvPr/>
          </p:nvSpPr>
          <p:spPr>
            <a:xfrm>
              <a:off x="4068" y="3528"/>
              <a:ext cx="435" cy="0"/>
            </a:xfrm>
            <a:prstGeom prst="line">
              <a:avLst/>
            </a:prstGeom>
            <a:ln w="19050" cap="flat" cmpd="sng">
              <a:solidFill>
                <a:schemeClr val="tx1"/>
              </a:solidFill>
              <a:prstDash val="solid"/>
              <a:headEnd type="none" w="med" len="med"/>
              <a:tailEnd type="none" w="med" len="med"/>
            </a:ln>
          </p:spPr>
        </p:sp>
        <p:sp>
          <p:nvSpPr>
            <p:cNvPr id="35880" name="Line 15"/>
            <p:cNvSpPr/>
            <p:nvPr/>
          </p:nvSpPr>
          <p:spPr>
            <a:xfrm>
              <a:off x="4071" y="3579"/>
              <a:ext cx="435" cy="0"/>
            </a:xfrm>
            <a:prstGeom prst="line">
              <a:avLst/>
            </a:prstGeom>
            <a:ln w="19050" cap="flat" cmpd="sng">
              <a:solidFill>
                <a:schemeClr val="tx1"/>
              </a:solidFill>
              <a:prstDash val="solid"/>
              <a:headEnd type="none" w="med" len="med"/>
              <a:tailEnd type="none" w="med" len="med"/>
            </a:ln>
          </p:spPr>
        </p:sp>
      </p:grpSp>
      <p:sp>
        <p:nvSpPr>
          <p:cNvPr id="35849" name="Rectangle 16"/>
          <p:cNvSpPr>
            <a:spLocks noGrp="1"/>
          </p:cNvSpPr>
          <p:nvPr>
            <p:ph sz="half" idx="1"/>
          </p:nvPr>
        </p:nvSpPr>
        <p:spPr>
          <a:xfrm>
            <a:off x="581025" y="1133475"/>
            <a:ext cx="7534275" cy="438150"/>
          </a:xfrm>
        </p:spPr>
        <p:txBody>
          <a:bodyPr vert="horz" wrap="square" lIns="91440" tIns="45720" rIns="91440" bIns="45720" anchor="t" anchorCtr="0"/>
          <a:p>
            <a:pPr>
              <a:buClr>
                <a:schemeClr val="accent2"/>
              </a:buClr>
              <a:buSzPct val="85000"/>
              <a:buFont typeface="ZapfDingbats"/>
              <a:buNone/>
            </a:pPr>
            <a:r>
              <a:rPr lang="en-US" altLang="zh-CN" sz="2400" dirty="0">
                <a:ea typeface="宋体" panose="02010600030101010101" pitchFamily="2" charset="-122"/>
              </a:rPr>
              <a:t>Host, router network layer functions:</a:t>
            </a:r>
            <a:endParaRPr lang="en-US" altLang="zh-CN" sz="2400" dirty="0">
              <a:ea typeface="宋体" panose="02010600030101010101" pitchFamily="2" charset="-122"/>
            </a:endParaRPr>
          </a:p>
        </p:txBody>
      </p:sp>
      <p:sp>
        <p:nvSpPr>
          <p:cNvPr id="35850" name="Line 17"/>
          <p:cNvSpPr/>
          <p:nvPr/>
        </p:nvSpPr>
        <p:spPr>
          <a:xfrm flipV="1">
            <a:off x="1628775" y="5410200"/>
            <a:ext cx="6505575" cy="9525"/>
          </a:xfrm>
          <a:prstGeom prst="line">
            <a:avLst/>
          </a:prstGeom>
          <a:ln w="19050" cap="flat" cmpd="sng">
            <a:solidFill>
              <a:schemeClr val="tx1"/>
            </a:solidFill>
            <a:prstDash val="solid"/>
            <a:headEnd type="none" w="med" len="med"/>
            <a:tailEnd type="none" w="med" len="med"/>
          </a:ln>
        </p:spPr>
      </p:sp>
      <p:sp>
        <p:nvSpPr>
          <p:cNvPr id="35851" name="Line 18"/>
          <p:cNvSpPr/>
          <p:nvPr/>
        </p:nvSpPr>
        <p:spPr>
          <a:xfrm flipV="1">
            <a:off x="1657350" y="4886325"/>
            <a:ext cx="6524625" cy="9525"/>
          </a:xfrm>
          <a:prstGeom prst="line">
            <a:avLst/>
          </a:prstGeom>
          <a:ln w="19050" cap="flat" cmpd="sng">
            <a:solidFill>
              <a:schemeClr val="tx1"/>
            </a:solidFill>
            <a:prstDash val="solid"/>
            <a:headEnd type="none" w="med" len="med"/>
            <a:tailEnd type="none" w="med" len="med"/>
          </a:ln>
        </p:spPr>
      </p:sp>
      <p:grpSp>
        <p:nvGrpSpPr>
          <p:cNvPr id="35852" name="Group 19"/>
          <p:cNvGrpSpPr/>
          <p:nvPr/>
        </p:nvGrpSpPr>
        <p:grpSpPr>
          <a:xfrm>
            <a:off x="1836738" y="2667000"/>
            <a:ext cx="1887537" cy="900113"/>
            <a:chOff x="1175" y="1848"/>
            <a:chExt cx="1189" cy="567"/>
          </a:xfrm>
        </p:grpSpPr>
        <p:sp>
          <p:nvSpPr>
            <p:cNvPr id="35869" name="Rectangle 20"/>
            <p:cNvSpPr/>
            <p:nvPr/>
          </p:nvSpPr>
          <p:spPr>
            <a:xfrm>
              <a:off x="1224" y="1848"/>
              <a:ext cx="1140" cy="516"/>
            </a:xfrm>
            <a:prstGeom prst="rect">
              <a:avLst/>
            </a:prstGeom>
            <a:solidFill>
              <a:schemeClr val="accent2"/>
            </a:solidFill>
            <a:ln w="1905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35870" name="Rectangle 21"/>
            <p:cNvSpPr/>
            <p:nvPr/>
          </p:nvSpPr>
          <p:spPr>
            <a:xfrm>
              <a:off x="1182" y="1890"/>
              <a:ext cx="1140" cy="516"/>
            </a:xfrm>
            <a:prstGeom prst="rect">
              <a:avLst/>
            </a:prstGeom>
            <a:solidFill>
              <a:schemeClr val="bg1"/>
            </a:solidFill>
            <a:ln w="1905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35871" name="Text Box 22"/>
            <p:cNvSpPr txBox="1"/>
            <p:nvPr/>
          </p:nvSpPr>
          <p:spPr>
            <a:xfrm>
              <a:off x="1175" y="1895"/>
              <a:ext cx="1153" cy="52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600" dirty="0">
                  <a:solidFill>
                    <a:srgbClr val="FF0000"/>
                  </a:solidFill>
                  <a:ea typeface="宋体" panose="02010600030101010101" pitchFamily="2" charset="-122"/>
                </a:rPr>
                <a:t>Routing protocols</a:t>
              </a:r>
              <a:endParaRPr lang="en-US" altLang="zh-CN" sz="1600" dirty="0">
                <a:solidFill>
                  <a:srgbClr val="FF0000"/>
                </a:solidFill>
                <a:ea typeface="宋体" panose="02010600030101010101" pitchFamily="2" charset="-122"/>
              </a:endParaRPr>
            </a:p>
            <a:p>
              <a:pPr marL="0" lvl="0" indent="0">
                <a:spcBef>
                  <a:spcPct val="0"/>
                </a:spcBef>
                <a:buClrTx/>
                <a:buSzTx/>
                <a:buFontTx/>
                <a:buChar char="•"/>
              </a:pPr>
              <a:r>
                <a:rPr lang="en-US" altLang="zh-CN" sz="1600" dirty="0">
                  <a:ea typeface="宋体" panose="02010600030101010101" pitchFamily="2" charset="-122"/>
                </a:rPr>
                <a:t>path selection</a:t>
              </a:r>
              <a:endParaRPr lang="en-US" altLang="zh-CN" sz="1600" dirty="0">
                <a:ea typeface="宋体" panose="02010600030101010101" pitchFamily="2" charset="-122"/>
              </a:endParaRPr>
            </a:p>
            <a:p>
              <a:pPr marL="0" lvl="0" indent="0">
                <a:spcBef>
                  <a:spcPct val="0"/>
                </a:spcBef>
                <a:buClrTx/>
                <a:buSzTx/>
                <a:buFontTx/>
                <a:buChar char="•"/>
              </a:pPr>
              <a:r>
                <a:rPr lang="en-US" altLang="zh-CN" sz="1600" dirty="0">
                  <a:ea typeface="宋体" panose="02010600030101010101" pitchFamily="2" charset="-122"/>
                </a:rPr>
                <a:t>RIP, OSPF, BGP</a:t>
              </a:r>
              <a:endParaRPr lang="en-US" altLang="zh-CN" sz="1800" dirty="0">
                <a:ea typeface="宋体" panose="02010600030101010101" pitchFamily="2" charset="-122"/>
              </a:endParaRPr>
            </a:p>
          </p:txBody>
        </p:sp>
      </p:grpSp>
      <p:sp>
        <p:nvSpPr>
          <p:cNvPr id="35853" name="Freeform 23"/>
          <p:cNvSpPr/>
          <p:nvPr/>
        </p:nvSpPr>
        <p:spPr>
          <a:xfrm>
            <a:off x="3143250" y="3657600"/>
            <a:ext cx="628650" cy="390525"/>
          </a:xfrm>
          <a:custGeom>
            <a:avLst/>
            <a:gdLst/>
            <a:ahLst/>
            <a:cxnLst>
              <a:cxn ang="0">
                <a:pos x="0" y="0"/>
              </a:cxn>
              <a:cxn ang="0">
                <a:pos x="2147483646" y="2147483646"/>
              </a:cxn>
              <a:cxn ang="0">
                <a:pos x="2147483646" y="2147483646"/>
              </a:cxn>
            </a:cxnLst>
            <a:pathLst>
              <a:path w="396" h="246">
                <a:moveTo>
                  <a:pt x="0" y="0"/>
                </a:moveTo>
                <a:cubicBezTo>
                  <a:pt x="30" y="16"/>
                  <a:pt x="42" y="126"/>
                  <a:pt x="150" y="186"/>
                </a:cubicBezTo>
                <a:cubicBezTo>
                  <a:pt x="258" y="246"/>
                  <a:pt x="345" y="205"/>
                  <a:pt x="396" y="210"/>
                </a:cubicBezTo>
              </a:path>
            </a:pathLst>
          </a:custGeom>
          <a:noFill/>
          <a:ln w="38100" cap="flat" cmpd="sng">
            <a:solidFill>
              <a:schemeClr val="accent2">
                <a:alpha val="100000"/>
              </a:schemeClr>
            </a:solidFill>
            <a:prstDash val="solid"/>
            <a:round/>
            <a:headEnd type="triangle" w="med" len="med"/>
            <a:tailEnd type="triangle" w="med" len="med"/>
          </a:ln>
        </p:spPr>
        <p:txBody>
          <a:bodyPr/>
          <a:p>
            <a:endParaRPr lang="zh-CN" altLang="en-US"/>
          </a:p>
        </p:txBody>
      </p:sp>
      <p:grpSp>
        <p:nvGrpSpPr>
          <p:cNvPr id="35854" name="Group 24"/>
          <p:cNvGrpSpPr/>
          <p:nvPr/>
        </p:nvGrpSpPr>
        <p:grpSpPr>
          <a:xfrm>
            <a:off x="5092700" y="2576513"/>
            <a:ext cx="3000375" cy="1181100"/>
            <a:chOff x="102" y="1272"/>
            <a:chExt cx="1890" cy="744"/>
          </a:xfrm>
        </p:grpSpPr>
        <p:sp>
          <p:nvSpPr>
            <p:cNvPr id="35866" name="Rectangle 25"/>
            <p:cNvSpPr/>
            <p:nvPr/>
          </p:nvSpPr>
          <p:spPr>
            <a:xfrm>
              <a:off x="144" y="1272"/>
              <a:ext cx="1848" cy="690"/>
            </a:xfrm>
            <a:prstGeom prst="rect">
              <a:avLst/>
            </a:prstGeom>
            <a:solidFill>
              <a:schemeClr val="accent2"/>
            </a:solidFill>
            <a:ln w="1905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35867" name="Rectangle 26"/>
            <p:cNvSpPr/>
            <p:nvPr/>
          </p:nvSpPr>
          <p:spPr>
            <a:xfrm>
              <a:off x="102" y="1314"/>
              <a:ext cx="1848" cy="702"/>
            </a:xfrm>
            <a:prstGeom prst="rect">
              <a:avLst/>
            </a:prstGeom>
            <a:solidFill>
              <a:schemeClr val="bg1"/>
            </a:solidFill>
            <a:ln w="1905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35868" name="Text Box 27"/>
            <p:cNvSpPr txBox="1"/>
            <p:nvPr/>
          </p:nvSpPr>
          <p:spPr>
            <a:xfrm>
              <a:off x="116" y="1319"/>
              <a:ext cx="1820" cy="67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600" dirty="0">
                  <a:solidFill>
                    <a:srgbClr val="FF0000"/>
                  </a:solidFill>
                  <a:ea typeface="宋体" panose="02010600030101010101" pitchFamily="2" charset="-122"/>
                </a:rPr>
                <a:t>IP protocol</a:t>
              </a:r>
              <a:endParaRPr lang="en-US" altLang="zh-CN" sz="1600" dirty="0">
                <a:solidFill>
                  <a:srgbClr val="FF0000"/>
                </a:solidFill>
                <a:ea typeface="宋体" panose="02010600030101010101" pitchFamily="2" charset="-122"/>
              </a:endParaRPr>
            </a:p>
            <a:p>
              <a:pPr marL="0" lvl="0" indent="0">
                <a:spcBef>
                  <a:spcPct val="0"/>
                </a:spcBef>
                <a:buClrTx/>
                <a:buSzTx/>
                <a:buFontTx/>
                <a:buChar char="•"/>
              </a:pPr>
              <a:r>
                <a:rPr lang="en-US" altLang="zh-CN" sz="1600" dirty="0">
                  <a:ea typeface="宋体" panose="02010600030101010101" pitchFamily="2" charset="-122"/>
                </a:rPr>
                <a:t>addressing conventions</a:t>
              </a:r>
              <a:endParaRPr lang="en-US" altLang="zh-CN" sz="1600" dirty="0">
                <a:ea typeface="宋体" panose="02010600030101010101" pitchFamily="2" charset="-122"/>
              </a:endParaRPr>
            </a:p>
            <a:p>
              <a:pPr marL="0" lvl="0" indent="0">
                <a:spcBef>
                  <a:spcPct val="0"/>
                </a:spcBef>
                <a:buClrTx/>
                <a:buSzTx/>
                <a:buFontTx/>
                <a:buChar char="•"/>
              </a:pPr>
              <a:r>
                <a:rPr lang="en-US" altLang="zh-CN" sz="1600" dirty="0">
                  <a:ea typeface="宋体" panose="02010600030101010101" pitchFamily="2" charset="-122"/>
                </a:rPr>
                <a:t>datagram format</a:t>
              </a:r>
              <a:endParaRPr lang="en-US" altLang="zh-CN" sz="1600" dirty="0">
                <a:ea typeface="宋体" panose="02010600030101010101" pitchFamily="2" charset="-122"/>
              </a:endParaRPr>
            </a:p>
            <a:p>
              <a:pPr marL="0" lvl="0" indent="0">
                <a:spcBef>
                  <a:spcPct val="0"/>
                </a:spcBef>
                <a:buClrTx/>
                <a:buSzTx/>
                <a:buFontTx/>
                <a:buChar char="•"/>
              </a:pPr>
              <a:r>
                <a:rPr lang="en-US" altLang="zh-CN" sz="1600" dirty="0">
                  <a:ea typeface="宋体" panose="02010600030101010101" pitchFamily="2" charset="-122"/>
                </a:rPr>
                <a:t>packet handling conventions</a:t>
              </a:r>
              <a:endParaRPr lang="en-US" altLang="zh-CN" sz="1800" dirty="0">
                <a:ea typeface="宋体" panose="02010600030101010101" pitchFamily="2" charset="-122"/>
              </a:endParaRPr>
            </a:p>
          </p:txBody>
        </p:sp>
      </p:grpSp>
      <p:grpSp>
        <p:nvGrpSpPr>
          <p:cNvPr id="35855" name="Group 28"/>
          <p:cNvGrpSpPr/>
          <p:nvPr/>
        </p:nvGrpSpPr>
        <p:grpSpPr>
          <a:xfrm>
            <a:off x="5149850" y="3889375"/>
            <a:ext cx="2000250" cy="890588"/>
            <a:chOff x="72" y="1146"/>
            <a:chExt cx="1260" cy="561"/>
          </a:xfrm>
        </p:grpSpPr>
        <p:sp>
          <p:nvSpPr>
            <p:cNvPr id="35863" name="Rectangle 29"/>
            <p:cNvSpPr/>
            <p:nvPr/>
          </p:nvSpPr>
          <p:spPr>
            <a:xfrm>
              <a:off x="114" y="1146"/>
              <a:ext cx="1218" cy="516"/>
            </a:xfrm>
            <a:prstGeom prst="rect">
              <a:avLst/>
            </a:prstGeom>
            <a:solidFill>
              <a:schemeClr val="accent2"/>
            </a:solidFill>
            <a:ln w="1905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35864" name="Rectangle 30"/>
            <p:cNvSpPr/>
            <p:nvPr/>
          </p:nvSpPr>
          <p:spPr>
            <a:xfrm>
              <a:off x="72" y="1188"/>
              <a:ext cx="1218" cy="516"/>
            </a:xfrm>
            <a:prstGeom prst="rect">
              <a:avLst/>
            </a:prstGeom>
            <a:solidFill>
              <a:schemeClr val="bg1"/>
            </a:solidFill>
            <a:ln w="1905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35865" name="Text Box 31"/>
            <p:cNvSpPr txBox="1"/>
            <p:nvPr/>
          </p:nvSpPr>
          <p:spPr>
            <a:xfrm>
              <a:off x="80" y="1187"/>
              <a:ext cx="1197" cy="52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600" dirty="0">
                  <a:solidFill>
                    <a:srgbClr val="FF0000"/>
                  </a:solidFill>
                  <a:ea typeface="宋体" panose="02010600030101010101" pitchFamily="2" charset="-122"/>
                </a:rPr>
                <a:t>ICMP protocol</a:t>
              </a:r>
              <a:endParaRPr lang="en-US" altLang="zh-CN" sz="1600" dirty="0">
                <a:solidFill>
                  <a:srgbClr val="FF0000"/>
                </a:solidFill>
                <a:ea typeface="宋体" panose="02010600030101010101" pitchFamily="2" charset="-122"/>
              </a:endParaRPr>
            </a:p>
            <a:p>
              <a:pPr marL="0" lvl="0" indent="0">
                <a:spcBef>
                  <a:spcPct val="0"/>
                </a:spcBef>
                <a:buClrTx/>
                <a:buSzTx/>
                <a:buFontTx/>
                <a:buChar char="•"/>
              </a:pPr>
              <a:r>
                <a:rPr lang="en-US" altLang="zh-CN" sz="1600" dirty="0">
                  <a:ea typeface="宋体" panose="02010600030101010101" pitchFamily="2" charset="-122"/>
                </a:rPr>
                <a:t>error reporting</a:t>
              </a:r>
              <a:endParaRPr lang="en-US" altLang="zh-CN" sz="1600" dirty="0">
                <a:ea typeface="宋体" panose="02010600030101010101" pitchFamily="2" charset="-122"/>
              </a:endParaRPr>
            </a:p>
            <a:p>
              <a:pPr marL="0" lvl="0" indent="0">
                <a:spcBef>
                  <a:spcPct val="0"/>
                </a:spcBef>
                <a:buClrTx/>
                <a:buSzTx/>
                <a:buFontTx/>
                <a:buChar char="•"/>
              </a:pPr>
              <a:r>
                <a:rPr lang="en-US" altLang="zh-CN" sz="1600" dirty="0">
                  <a:ea typeface="宋体" panose="02010600030101010101" pitchFamily="2" charset="-122"/>
                </a:rPr>
                <a:t>router “signaling”</a:t>
              </a:r>
              <a:endParaRPr lang="en-US" altLang="zh-CN" sz="1800" dirty="0">
                <a:ea typeface="宋体" panose="02010600030101010101" pitchFamily="2" charset="-122"/>
              </a:endParaRPr>
            </a:p>
          </p:txBody>
        </p:sp>
      </p:grpSp>
      <p:sp>
        <p:nvSpPr>
          <p:cNvPr id="35856" name="Line 32"/>
          <p:cNvSpPr/>
          <p:nvPr/>
        </p:nvSpPr>
        <p:spPr>
          <a:xfrm flipV="1">
            <a:off x="1657350" y="2466975"/>
            <a:ext cx="6524625" cy="9525"/>
          </a:xfrm>
          <a:prstGeom prst="line">
            <a:avLst/>
          </a:prstGeom>
          <a:ln w="19050" cap="flat" cmpd="sng">
            <a:solidFill>
              <a:schemeClr val="tx1"/>
            </a:solidFill>
            <a:prstDash val="solid"/>
            <a:headEnd type="none" w="med" len="med"/>
            <a:tailEnd type="none" w="med" len="med"/>
          </a:ln>
        </p:spPr>
      </p:sp>
      <p:sp>
        <p:nvSpPr>
          <p:cNvPr id="35857" name="Text Box 33"/>
          <p:cNvSpPr txBox="1"/>
          <p:nvPr/>
        </p:nvSpPr>
        <p:spPr>
          <a:xfrm>
            <a:off x="3098800" y="1993900"/>
            <a:ext cx="2992438"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solidFill>
                  <a:schemeClr val="bg2"/>
                </a:solidFill>
                <a:ea typeface="宋体" panose="02010600030101010101" pitchFamily="2" charset="-122"/>
              </a:rPr>
              <a:t>Transport layer: TCP, UDP</a:t>
            </a:r>
            <a:endParaRPr lang="en-US" altLang="zh-CN" sz="1800" dirty="0">
              <a:ea typeface="宋体" panose="02010600030101010101" pitchFamily="2" charset="-122"/>
            </a:endParaRPr>
          </a:p>
        </p:txBody>
      </p:sp>
      <p:sp>
        <p:nvSpPr>
          <p:cNvPr id="35858" name="Text Box 34"/>
          <p:cNvSpPr txBox="1"/>
          <p:nvPr/>
        </p:nvSpPr>
        <p:spPr>
          <a:xfrm>
            <a:off x="4213225" y="4965700"/>
            <a:ext cx="1217613"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solidFill>
                  <a:schemeClr val="bg2"/>
                </a:solidFill>
                <a:ea typeface="宋体" panose="02010600030101010101" pitchFamily="2" charset="-122"/>
              </a:rPr>
              <a:t>Link layer</a:t>
            </a:r>
            <a:endParaRPr lang="en-US" altLang="zh-CN" sz="1800" dirty="0">
              <a:ea typeface="宋体" panose="02010600030101010101" pitchFamily="2" charset="-122"/>
            </a:endParaRPr>
          </a:p>
        </p:txBody>
      </p:sp>
      <p:sp>
        <p:nvSpPr>
          <p:cNvPr id="35859" name="Text Box 35"/>
          <p:cNvSpPr txBox="1"/>
          <p:nvPr/>
        </p:nvSpPr>
        <p:spPr>
          <a:xfrm>
            <a:off x="4060825" y="5489575"/>
            <a:ext cx="1630363"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solidFill>
                  <a:schemeClr val="bg2"/>
                </a:solidFill>
                <a:ea typeface="宋体" panose="02010600030101010101" pitchFamily="2" charset="-122"/>
              </a:rPr>
              <a:t>physical layer</a:t>
            </a:r>
            <a:endParaRPr lang="en-US" altLang="zh-CN" sz="1800" dirty="0">
              <a:ea typeface="宋体" panose="02010600030101010101" pitchFamily="2" charset="-122"/>
            </a:endParaRPr>
          </a:p>
        </p:txBody>
      </p:sp>
      <p:sp>
        <p:nvSpPr>
          <p:cNvPr id="35860" name="Text Box 36"/>
          <p:cNvSpPr txBox="1"/>
          <p:nvPr/>
        </p:nvSpPr>
        <p:spPr>
          <a:xfrm>
            <a:off x="155575" y="3265488"/>
            <a:ext cx="1416050" cy="82232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r">
              <a:spcBef>
                <a:spcPct val="0"/>
              </a:spcBef>
              <a:buClrTx/>
              <a:buSzTx/>
              <a:buFontTx/>
              <a:buNone/>
            </a:pPr>
            <a:r>
              <a:rPr lang="en-US" altLang="zh-CN" sz="2400" dirty="0">
                <a:solidFill>
                  <a:srgbClr val="FF0000"/>
                </a:solidFill>
                <a:ea typeface="宋体" panose="02010600030101010101" pitchFamily="2" charset="-122"/>
              </a:rPr>
              <a:t>Network</a:t>
            </a:r>
            <a:endParaRPr lang="en-US" altLang="zh-CN" sz="2400" dirty="0">
              <a:solidFill>
                <a:srgbClr val="FF0000"/>
              </a:solidFill>
              <a:ea typeface="宋体" panose="02010600030101010101" pitchFamily="2" charset="-122"/>
            </a:endParaRPr>
          </a:p>
          <a:p>
            <a:pPr marL="0" lvl="0" indent="0" algn="r">
              <a:spcBef>
                <a:spcPct val="0"/>
              </a:spcBef>
              <a:buClrTx/>
              <a:buSzTx/>
              <a:buFontTx/>
              <a:buNone/>
            </a:pPr>
            <a:r>
              <a:rPr lang="en-US" altLang="zh-CN" sz="2400" dirty="0">
                <a:solidFill>
                  <a:srgbClr val="FF0000"/>
                </a:solidFill>
                <a:ea typeface="宋体" panose="02010600030101010101" pitchFamily="2" charset="-122"/>
              </a:rPr>
              <a:t>layer</a:t>
            </a:r>
            <a:endParaRPr lang="en-US" altLang="zh-CN" sz="1800" dirty="0">
              <a:ea typeface="宋体" panose="02010600030101010101" pitchFamily="2" charset="-122"/>
            </a:endParaRPr>
          </a:p>
        </p:txBody>
      </p:sp>
      <p:sp>
        <p:nvSpPr>
          <p:cNvPr id="35861" name="Line 37"/>
          <p:cNvSpPr/>
          <p:nvPr/>
        </p:nvSpPr>
        <p:spPr>
          <a:xfrm flipV="1">
            <a:off x="1381125" y="2486025"/>
            <a:ext cx="0" cy="742950"/>
          </a:xfrm>
          <a:prstGeom prst="line">
            <a:avLst/>
          </a:prstGeom>
          <a:ln w="28575" cap="flat" cmpd="sng">
            <a:solidFill>
              <a:srgbClr val="FF0000"/>
            </a:solidFill>
            <a:prstDash val="solid"/>
            <a:headEnd type="none" w="med" len="med"/>
            <a:tailEnd type="triangle" w="med" len="med"/>
          </a:ln>
        </p:spPr>
      </p:sp>
      <p:sp>
        <p:nvSpPr>
          <p:cNvPr id="35862" name="Line 38"/>
          <p:cNvSpPr/>
          <p:nvPr/>
        </p:nvSpPr>
        <p:spPr>
          <a:xfrm>
            <a:off x="1381125" y="4152900"/>
            <a:ext cx="0" cy="742950"/>
          </a:xfrm>
          <a:prstGeom prst="line">
            <a:avLst/>
          </a:prstGeom>
          <a:ln w="28575" cap="flat" cmpd="sng">
            <a:solidFill>
              <a:srgbClr val="FF0000"/>
            </a:solidFill>
            <a:prstDash val="solid"/>
            <a:headEnd type="none" w="med" len="med"/>
            <a:tailEnd type="triangle" w="med" len="med"/>
          </a:ln>
        </p:spPr>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页脚占位符 5"/>
          <p:cNvSpPr txBox="1">
            <a:spLocks noGrp="1"/>
          </p:cNvSpPr>
          <p:nvPr>
            <p:ph type="ftr" sz="quarter" idx="11"/>
          </p:nvPr>
        </p:nvSpPr>
        <p:spPr/>
        <p:txBody>
          <a:bodyPr/>
          <a:p>
            <a:pPr marL="0" indent="0" algn="r">
              <a:spcBef>
                <a:spcPct val="0"/>
              </a:spcBef>
              <a:buClrTx/>
              <a:buSzTx/>
              <a:buFontTx/>
              <a:buNone/>
            </a:pPr>
            <a:r>
              <a:rPr lang="en-US" altLang="zh-CN" sz="1400" dirty="0">
                <a:ea typeface="宋体" panose="02010600030101010101" pitchFamily="2" charset="-122"/>
              </a:rPr>
              <a:t>Network Layer</a:t>
            </a:r>
            <a:endParaRPr lang="en-US" altLang="zh-CN" sz="1400" dirty="0">
              <a:latin typeface="Times New Roman" panose="02020603050405020304" pitchFamily="18" charset="0"/>
              <a:ea typeface="宋体" panose="02010600030101010101" pitchFamily="2" charset="-122"/>
            </a:endParaRPr>
          </a:p>
        </p:txBody>
      </p:sp>
      <p:sp>
        <p:nvSpPr>
          <p:cNvPr id="36867" name="灯片编号占位符 6"/>
          <p:cNvSpPr txBox="1">
            <a:spLocks noGrp="1"/>
          </p:cNvSpPr>
          <p:nvPr>
            <p:ph type="sldNum" sz="quarter" idx="12"/>
          </p:nvPr>
        </p:nvSpPr>
        <p:spPr/>
        <p:txBody>
          <a:bodyPr/>
          <a:p>
            <a:pPr marL="0" indent="0" algn="r">
              <a:spcBef>
                <a:spcPct val="0"/>
              </a:spcBef>
              <a:buClrTx/>
              <a:buSzTx/>
              <a:buFontTx/>
              <a:buNone/>
            </a:pPr>
            <a:r>
              <a:rPr lang="en-US" altLang="zh-CN" sz="1400" dirty="0">
                <a:ea typeface="宋体" panose="02010600030101010101" pitchFamily="2" charset="-122"/>
              </a:rPr>
              <a:t>4-</a:t>
            </a: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36868" name="Rectangle 2"/>
          <p:cNvSpPr>
            <a:spLocks noGrp="1"/>
          </p:cNvSpPr>
          <p:nvPr>
            <p:ph type="title"/>
          </p:nvPr>
        </p:nvSpPr>
        <p:spPr/>
        <p:txBody>
          <a:bodyPr vert="horz" wrap="square" lIns="91440" tIns="45720" rIns="91440" bIns="45720" anchor="ctr" anchorCtr="0"/>
          <a:p>
            <a:r>
              <a:rPr lang="en-US" altLang="zh-CN" dirty="0">
                <a:ea typeface="宋体" panose="02010600030101010101" pitchFamily="2" charset="-122"/>
              </a:rPr>
              <a:t>Chapter 4: Network Layer</a:t>
            </a:r>
            <a:endParaRPr lang="en-US" altLang="zh-CN" dirty="0">
              <a:ea typeface="宋体" panose="02010600030101010101" pitchFamily="2" charset="-122"/>
            </a:endParaRPr>
          </a:p>
        </p:txBody>
      </p:sp>
      <p:sp>
        <p:nvSpPr>
          <p:cNvPr id="36869" name="Rectangle 3"/>
          <p:cNvSpPr>
            <a:spLocks noGrp="1"/>
          </p:cNvSpPr>
          <p:nvPr>
            <p:ph sz="half" idx="1"/>
          </p:nvPr>
        </p:nvSpPr>
        <p:spPr/>
        <p:txBody>
          <a:bodyPr vert="horz" wrap="square" lIns="91440" tIns="45720" rIns="91440" bIns="45720" anchor="t" anchorCtr="0"/>
          <a:p>
            <a:pPr>
              <a:buClr>
                <a:schemeClr val="accent2"/>
              </a:buClr>
              <a:buSzPct val="85000"/>
              <a:buFont typeface="ZapfDingbats"/>
            </a:pPr>
            <a:r>
              <a:rPr lang="en-US" altLang="zh-CN" sz="2400" dirty="0">
                <a:ea typeface="宋体" panose="02010600030101010101" pitchFamily="2" charset="-122"/>
              </a:rPr>
              <a:t>4. 1 Introduction</a:t>
            </a:r>
            <a:endParaRPr lang="en-US" altLang="zh-CN" sz="2400" dirty="0">
              <a:ea typeface="宋体" panose="02010600030101010101" pitchFamily="2" charset="-122"/>
            </a:endParaRPr>
          </a:p>
          <a:p>
            <a:pPr>
              <a:buClr>
                <a:schemeClr val="accent2"/>
              </a:buClr>
              <a:buSzPct val="85000"/>
              <a:buFont typeface="ZapfDingbats"/>
            </a:pPr>
            <a:r>
              <a:rPr lang="en-US" altLang="zh-CN" sz="2400" dirty="0">
                <a:ea typeface="宋体" panose="02010600030101010101" pitchFamily="2" charset="-122"/>
              </a:rPr>
              <a:t>4.2 Virtual circuit and datagram networks</a:t>
            </a:r>
            <a:endParaRPr lang="en-US" altLang="zh-CN" sz="2400" dirty="0">
              <a:ea typeface="宋体" panose="02010600030101010101" pitchFamily="2" charset="-122"/>
            </a:endParaRPr>
          </a:p>
          <a:p>
            <a:pPr>
              <a:buClr>
                <a:schemeClr val="accent2"/>
              </a:buClr>
              <a:buSzPct val="85000"/>
              <a:buFont typeface="ZapfDingbats"/>
            </a:pPr>
            <a:r>
              <a:rPr lang="en-US" altLang="zh-CN" sz="2400" dirty="0">
                <a:ea typeface="宋体" panose="02010600030101010101" pitchFamily="2" charset="-122"/>
              </a:rPr>
              <a:t>4.3 What’s inside a router</a:t>
            </a:r>
            <a:endParaRPr lang="en-US" altLang="zh-CN" sz="2400" dirty="0">
              <a:ea typeface="宋体" panose="02010600030101010101" pitchFamily="2" charset="-122"/>
            </a:endParaRPr>
          </a:p>
          <a:p>
            <a:pPr>
              <a:buClr>
                <a:schemeClr val="accent2"/>
              </a:buClr>
              <a:buSzPct val="85000"/>
              <a:buFont typeface="ZapfDingbats"/>
            </a:pPr>
            <a:r>
              <a:rPr lang="en-US" altLang="zh-CN" sz="2400" dirty="0">
                <a:solidFill>
                  <a:srgbClr val="FF0000"/>
                </a:solidFill>
                <a:ea typeface="宋体" panose="02010600030101010101" pitchFamily="2" charset="-122"/>
              </a:rPr>
              <a:t>4.4 IP: Internet Protocol</a:t>
            </a:r>
            <a:endParaRPr lang="en-US" altLang="zh-CN" sz="2400" dirty="0">
              <a:solidFill>
                <a:srgbClr val="FF0000"/>
              </a:solidFill>
              <a:ea typeface="宋体" panose="02010600030101010101" pitchFamily="2" charset="-122"/>
            </a:endParaRPr>
          </a:p>
          <a:p>
            <a:pPr lvl="1">
              <a:buClr>
                <a:schemeClr val="accent2"/>
              </a:buClr>
              <a:buSzPct val="75000"/>
              <a:buFont typeface="ZapfDingbats"/>
            </a:pPr>
            <a:r>
              <a:rPr lang="en-US" altLang="zh-CN" sz="2000" dirty="0">
                <a:solidFill>
                  <a:srgbClr val="FF0000"/>
                </a:solidFill>
                <a:ea typeface="宋体" panose="02010600030101010101" pitchFamily="2" charset="-122"/>
              </a:rPr>
              <a:t>Datagram format</a:t>
            </a:r>
            <a:endParaRPr lang="en-US" altLang="zh-CN" sz="2000" dirty="0">
              <a:solidFill>
                <a:srgbClr val="FF0000"/>
              </a:solidFill>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IPv4 addressing</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ICMP</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IPv6</a:t>
            </a:r>
            <a:endParaRPr lang="en-US" altLang="zh-CN" sz="2000" dirty="0">
              <a:ea typeface="宋体" panose="02010600030101010101" pitchFamily="2" charset="-122"/>
            </a:endParaRPr>
          </a:p>
        </p:txBody>
      </p:sp>
      <p:sp>
        <p:nvSpPr>
          <p:cNvPr id="36870" name="Rectangle 4"/>
          <p:cNvSpPr>
            <a:spLocks noGrp="1"/>
          </p:cNvSpPr>
          <p:nvPr>
            <p:ph sz="half" idx="2"/>
          </p:nvPr>
        </p:nvSpPr>
        <p:spPr/>
        <p:txBody>
          <a:bodyPr vert="horz" wrap="square" lIns="91440" tIns="45720" rIns="91440" bIns="45720" anchor="t" anchorCtr="0"/>
          <a:p>
            <a:pPr>
              <a:buClr>
                <a:schemeClr val="accent2"/>
              </a:buClr>
              <a:buSzPct val="85000"/>
              <a:buFont typeface="ZapfDingbats"/>
            </a:pPr>
            <a:r>
              <a:rPr lang="en-US" altLang="zh-CN" sz="2400" dirty="0">
                <a:ea typeface="宋体" panose="02010600030101010101" pitchFamily="2" charset="-122"/>
              </a:rPr>
              <a:t>4.5 Routing algorithms</a:t>
            </a:r>
            <a:endParaRPr lang="en-US" altLang="zh-CN" sz="24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Link state</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Distance Vector</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Hierarchical routing</a:t>
            </a:r>
            <a:endParaRPr lang="en-US" altLang="zh-CN" sz="2000" dirty="0">
              <a:ea typeface="宋体" panose="02010600030101010101" pitchFamily="2" charset="-122"/>
            </a:endParaRPr>
          </a:p>
          <a:p>
            <a:pPr>
              <a:buClr>
                <a:schemeClr val="accent2"/>
              </a:buClr>
              <a:buSzPct val="85000"/>
              <a:buFont typeface="ZapfDingbats"/>
            </a:pPr>
            <a:r>
              <a:rPr lang="en-US" altLang="zh-CN" sz="2400" dirty="0">
                <a:ea typeface="宋体" panose="02010600030101010101" pitchFamily="2" charset="-122"/>
              </a:rPr>
              <a:t>4.6 Routing in the Internet</a:t>
            </a:r>
            <a:endParaRPr lang="en-US" altLang="zh-CN" sz="24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RIP</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OSPF</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BGP</a:t>
            </a:r>
            <a:endParaRPr lang="en-US" altLang="zh-CN" sz="2000" dirty="0">
              <a:ea typeface="宋体" panose="02010600030101010101" pitchFamily="2" charset="-122"/>
            </a:endParaRPr>
          </a:p>
          <a:p>
            <a:pPr>
              <a:buClr>
                <a:schemeClr val="accent2"/>
              </a:buClr>
              <a:buSzPct val="85000"/>
              <a:buFont typeface="ZapfDingbats"/>
            </a:pPr>
            <a:r>
              <a:rPr lang="en-US" altLang="zh-CN" sz="2400" dirty="0">
                <a:ea typeface="宋体" panose="02010600030101010101" pitchFamily="2" charset="-122"/>
              </a:rPr>
              <a:t>4.7 Broadcast and multicast routing</a:t>
            </a:r>
            <a:endParaRPr lang="en-US" altLang="zh-CN" sz="2400" dirty="0">
              <a:ea typeface="宋体" panose="02010600030101010101" pitchFamily="2" charset="-122"/>
            </a:endParaRPr>
          </a:p>
          <a:p>
            <a:pPr>
              <a:buClr>
                <a:schemeClr val="accent2"/>
              </a:buClr>
              <a:buSzPct val="85000"/>
              <a:buFont typeface="ZapfDingbats"/>
            </a:pPr>
            <a:endParaRPr lang="en-US" altLang="zh-CN" sz="2400" dirty="0">
              <a:ea typeface="宋体" panose="02010600030101010101" pitchFamily="2"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页脚占位符 3"/>
          <p:cNvSpPr txBox="1">
            <a:spLocks noGrp="1"/>
          </p:cNvSpPr>
          <p:nvPr>
            <p:ph type="ftr" sz="quarter" idx="11"/>
          </p:nvPr>
        </p:nvSpPr>
        <p:spPr/>
        <p:txBody>
          <a:bodyPr/>
          <a:p>
            <a:pPr marL="0" indent="0" algn="r">
              <a:spcBef>
                <a:spcPct val="0"/>
              </a:spcBef>
              <a:buClrTx/>
              <a:buSzTx/>
              <a:buFontTx/>
              <a:buNone/>
            </a:pPr>
            <a:r>
              <a:rPr lang="en-US" altLang="zh-CN" sz="1400" dirty="0">
                <a:ea typeface="宋体" panose="02010600030101010101" pitchFamily="2" charset="-122"/>
              </a:rPr>
              <a:t>Network Layer</a:t>
            </a:r>
            <a:endParaRPr lang="en-US" altLang="zh-CN" sz="1400" dirty="0">
              <a:latin typeface="Times New Roman" panose="02020603050405020304" pitchFamily="18" charset="0"/>
              <a:ea typeface="宋体" panose="02010600030101010101" pitchFamily="2" charset="-122"/>
            </a:endParaRPr>
          </a:p>
        </p:txBody>
      </p:sp>
      <p:sp>
        <p:nvSpPr>
          <p:cNvPr id="37891" name="灯片编号占位符 4"/>
          <p:cNvSpPr txBox="1">
            <a:spLocks noGrp="1"/>
          </p:cNvSpPr>
          <p:nvPr>
            <p:ph type="sldNum" sz="quarter" idx="12"/>
          </p:nvPr>
        </p:nvSpPr>
        <p:spPr/>
        <p:txBody>
          <a:bodyPr/>
          <a:p>
            <a:pPr marL="0" indent="0" algn="r">
              <a:spcBef>
                <a:spcPct val="0"/>
              </a:spcBef>
              <a:buClrTx/>
              <a:buSzTx/>
              <a:buFontTx/>
              <a:buNone/>
            </a:pPr>
            <a:r>
              <a:rPr lang="en-US" altLang="zh-CN" sz="1400" dirty="0">
                <a:ea typeface="宋体" panose="02010600030101010101" pitchFamily="2" charset="-122"/>
              </a:rPr>
              <a:t>4-</a:t>
            </a: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37892" name="Rectangle 2"/>
          <p:cNvSpPr>
            <a:spLocks noGrp="1"/>
          </p:cNvSpPr>
          <p:nvPr>
            <p:ph type="title"/>
          </p:nvPr>
        </p:nvSpPr>
        <p:spPr>
          <a:xfrm>
            <a:off x="520700" y="0"/>
            <a:ext cx="7772400" cy="781050"/>
          </a:xfrm>
        </p:spPr>
        <p:txBody>
          <a:bodyPr vert="horz" wrap="square" lIns="91440" tIns="45720" rIns="91440" bIns="45720" anchor="ctr" anchorCtr="0"/>
          <a:p>
            <a:r>
              <a:rPr lang="en-US" altLang="zh-CN" sz="3600" dirty="0">
                <a:ea typeface="宋体" panose="02010600030101010101" pitchFamily="2" charset="-122"/>
              </a:rPr>
              <a:t>IP datagram format</a:t>
            </a:r>
            <a:endParaRPr lang="en-US" altLang="zh-CN" dirty="0">
              <a:ea typeface="宋体" panose="02010600030101010101" pitchFamily="2" charset="-122"/>
            </a:endParaRPr>
          </a:p>
        </p:txBody>
      </p:sp>
      <p:grpSp>
        <p:nvGrpSpPr>
          <p:cNvPr id="37893" name="Group 3"/>
          <p:cNvGrpSpPr/>
          <p:nvPr/>
        </p:nvGrpSpPr>
        <p:grpSpPr>
          <a:xfrm>
            <a:off x="495300" y="871538"/>
            <a:ext cx="8648700" cy="5426075"/>
            <a:chOff x="153" y="629"/>
            <a:chExt cx="5448" cy="3418"/>
          </a:xfrm>
        </p:grpSpPr>
        <p:sp>
          <p:nvSpPr>
            <p:cNvPr id="37895" name="Rectangle 4"/>
            <p:cNvSpPr/>
            <p:nvPr/>
          </p:nvSpPr>
          <p:spPr>
            <a:xfrm>
              <a:off x="1825" y="953"/>
              <a:ext cx="2489" cy="3039"/>
            </a:xfrm>
            <a:prstGeom prst="rect">
              <a:avLst/>
            </a:prstGeom>
            <a:solidFill>
              <a:schemeClr val="accent2"/>
            </a:solidFill>
            <a:ln w="1905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37896" name="Rectangle 5"/>
            <p:cNvSpPr/>
            <p:nvPr/>
          </p:nvSpPr>
          <p:spPr>
            <a:xfrm>
              <a:off x="1765" y="1020"/>
              <a:ext cx="2489" cy="3027"/>
            </a:xfrm>
            <a:prstGeom prst="rect">
              <a:avLst/>
            </a:prstGeom>
            <a:solidFill>
              <a:schemeClr val="bg1"/>
            </a:solidFill>
            <a:ln w="1905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37897" name="Text Box 6"/>
            <p:cNvSpPr txBox="1"/>
            <p:nvPr/>
          </p:nvSpPr>
          <p:spPr>
            <a:xfrm>
              <a:off x="1730" y="1061"/>
              <a:ext cx="334"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800" dirty="0">
                  <a:ea typeface="宋体" panose="02010600030101010101" pitchFamily="2" charset="-122"/>
                </a:rPr>
                <a:t>ver</a:t>
              </a:r>
              <a:endParaRPr lang="en-US" altLang="zh-CN" sz="2400" dirty="0">
                <a:latin typeface="Times New Roman" panose="02020603050405020304" pitchFamily="18" charset="0"/>
                <a:ea typeface="宋体" panose="02010600030101010101" pitchFamily="2" charset="-122"/>
              </a:endParaRPr>
            </a:p>
          </p:txBody>
        </p:sp>
        <p:sp>
          <p:nvSpPr>
            <p:cNvPr id="37898" name="Text Box 7"/>
            <p:cNvSpPr txBox="1"/>
            <p:nvPr/>
          </p:nvSpPr>
          <p:spPr>
            <a:xfrm>
              <a:off x="3300" y="1100"/>
              <a:ext cx="536"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800" dirty="0">
                  <a:ea typeface="宋体" panose="02010600030101010101" pitchFamily="2" charset="-122"/>
                </a:rPr>
                <a:t>length</a:t>
              </a:r>
              <a:endParaRPr lang="en-US" altLang="zh-CN" sz="1800" dirty="0">
                <a:latin typeface="Times New Roman" panose="02020603050405020304" pitchFamily="18" charset="0"/>
                <a:ea typeface="宋体" panose="02010600030101010101" pitchFamily="2" charset="-122"/>
              </a:endParaRPr>
            </a:p>
          </p:txBody>
        </p:sp>
        <p:sp>
          <p:nvSpPr>
            <p:cNvPr id="37899" name="Line 8"/>
            <p:cNvSpPr/>
            <p:nvPr/>
          </p:nvSpPr>
          <p:spPr>
            <a:xfrm>
              <a:off x="1773" y="1346"/>
              <a:ext cx="2486" cy="3"/>
            </a:xfrm>
            <a:prstGeom prst="line">
              <a:avLst/>
            </a:prstGeom>
            <a:ln w="19050" cap="flat" cmpd="sng">
              <a:solidFill>
                <a:schemeClr val="tx1"/>
              </a:solidFill>
              <a:prstDash val="solid"/>
              <a:headEnd type="none" w="med" len="med"/>
              <a:tailEnd type="none" w="med" len="med"/>
            </a:ln>
          </p:spPr>
        </p:sp>
        <p:sp>
          <p:nvSpPr>
            <p:cNvPr id="37900" name="Line 9"/>
            <p:cNvSpPr/>
            <p:nvPr/>
          </p:nvSpPr>
          <p:spPr>
            <a:xfrm flipH="1" flipV="1">
              <a:off x="2995" y="1026"/>
              <a:ext cx="0" cy="319"/>
            </a:xfrm>
            <a:prstGeom prst="line">
              <a:avLst/>
            </a:prstGeom>
            <a:ln w="19050" cap="flat" cmpd="sng">
              <a:solidFill>
                <a:schemeClr val="tx1"/>
              </a:solidFill>
              <a:prstDash val="solid"/>
              <a:headEnd type="none" w="med" len="med"/>
              <a:tailEnd type="none" w="med" len="med"/>
            </a:ln>
          </p:spPr>
        </p:sp>
        <p:sp>
          <p:nvSpPr>
            <p:cNvPr id="37901" name="Text Box 10"/>
            <p:cNvSpPr txBox="1"/>
            <p:nvPr/>
          </p:nvSpPr>
          <p:spPr>
            <a:xfrm>
              <a:off x="2678" y="695"/>
              <a:ext cx="598"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800" dirty="0">
                  <a:ea typeface="宋体" panose="02010600030101010101" pitchFamily="2" charset="-122"/>
                </a:rPr>
                <a:t>32 bits</a:t>
              </a:r>
              <a:endParaRPr lang="en-US" altLang="zh-CN" sz="2400" dirty="0">
                <a:latin typeface="Times New Roman" panose="02020603050405020304" pitchFamily="18" charset="0"/>
                <a:ea typeface="宋体" panose="02010600030101010101" pitchFamily="2" charset="-122"/>
              </a:endParaRPr>
            </a:p>
          </p:txBody>
        </p:sp>
        <p:sp>
          <p:nvSpPr>
            <p:cNvPr id="37902" name="Line 11"/>
            <p:cNvSpPr/>
            <p:nvPr/>
          </p:nvSpPr>
          <p:spPr>
            <a:xfrm>
              <a:off x="3337" y="847"/>
              <a:ext cx="899" cy="3"/>
            </a:xfrm>
            <a:prstGeom prst="line">
              <a:avLst/>
            </a:prstGeom>
            <a:ln w="19050" cap="flat" cmpd="sng">
              <a:solidFill>
                <a:schemeClr val="tx1"/>
              </a:solidFill>
              <a:prstDash val="solid"/>
              <a:headEnd type="none" w="med" len="med"/>
              <a:tailEnd type="triangle" w="med" len="med"/>
            </a:ln>
          </p:spPr>
        </p:sp>
        <p:sp>
          <p:nvSpPr>
            <p:cNvPr id="37903" name="Line 12"/>
            <p:cNvSpPr/>
            <p:nvPr/>
          </p:nvSpPr>
          <p:spPr>
            <a:xfrm rot="10800000">
              <a:off x="1757" y="854"/>
              <a:ext cx="845" cy="0"/>
            </a:xfrm>
            <a:prstGeom prst="line">
              <a:avLst/>
            </a:prstGeom>
            <a:ln w="19050" cap="flat" cmpd="sng">
              <a:solidFill>
                <a:schemeClr val="tx1"/>
              </a:solidFill>
              <a:prstDash val="solid"/>
              <a:headEnd type="none" w="med" len="med"/>
              <a:tailEnd type="triangle" w="med" len="med"/>
            </a:ln>
          </p:spPr>
        </p:sp>
        <p:sp>
          <p:nvSpPr>
            <p:cNvPr id="37904" name="Text Box 13"/>
            <p:cNvSpPr txBox="1"/>
            <p:nvPr/>
          </p:nvSpPr>
          <p:spPr>
            <a:xfrm>
              <a:off x="2382" y="2881"/>
              <a:ext cx="1370" cy="826"/>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000" dirty="0">
                  <a:ea typeface="宋体" panose="02010600030101010101" pitchFamily="2" charset="-122"/>
                </a:rPr>
                <a:t>data </a:t>
              </a:r>
              <a:endParaRPr lang="en-US" altLang="zh-CN" sz="2000" dirty="0">
                <a:ea typeface="宋体" panose="02010600030101010101" pitchFamily="2" charset="-122"/>
              </a:endParaRPr>
            </a:p>
            <a:p>
              <a:pPr marL="0" lvl="0" indent="0" algn="ctr">
                <a:spcBef>
                  <a:spcPct val="0"/>
                </a:spcBef>
                <a:buClrTx/>
                <a:buSzTx/>
                <a:buFontTx/>
                <a:buNone/>
              </a:pPr>
              <a:r>
                <a:rPr lang="en-US" altLang="zh-CN" sz="2000" dirty="0">
                  <a:ea typeface="宋体" panose="02010600030101010101" pitchFamily="2" charset="-122"/>
                </a:rPr>
                <a:t>(variable length,</a:t>
              </a:r>
              <a:endParaRPr lang="en-US" altLang="zh-CN" sz="2000" dirty="0">
                <a:ea typeface="宋体" panose="02010600030101010101" pitchFamily="2" charset="-122"/>
              </a:endParaRPr>
            </a:p>
            <a:p>
              <a:pPr marL="0" lvl="0" indent="0" algn="ctr">
                <a:spcBef>
                  <a:spcPct val="0"/>
                </a:spcBef>
                <a:buClrTx/>
                <a:buSzTx/>
                <a:buFontTx/>
                <a:buNone/>
              </a:pPr>
              <a:r>
                <a:rPr lang="en-US" altLang="zh-CN" sz="2000" dirty="0">
                  <a:ea typeface="宋体" panose="02010600030101010101" pitchFamily="2" charset="-122"/>
                </a:rPr>
                <a:t>typically a TCP </a:t>
              </a:r>
              <a:endParaRPr lang="en-US" altLang="zh-CN" sz="2000" dirty="0">
                <a:ea typeface="宋体" panose="02010600030101010101" pitchFamily="2" charset="-122"/>
              </a:endParaRPr>
            </a:p>
            <a:p>
              <a:pPr marL="0" lvl="0" indent="0" algn="ctr">
                <a:spcBef>
                  <a:spcPct val="0"/>
                </a:spcBef>
                <a:buClrTx/>
                <a:buSzTx/>
                <a:buFontTx/>
                <a:buNone/>
              </a:pPr>
              <a:r>
                <a:rPr lang="en-US" altLang="zh-CN" sz="2000" dirty="0">
                  <a:ea typeface="宋体" panose="02010600030101010101" pitchFamily="2" charset="-122"/>
                </a:rPr>
                <a:t>or UDP segment)</a:t>
              </a:r>
              <a:endParaRPr lang="en-US" altLang="zh-CN" sz="2400" dirty="0">
                <a:latin typeface="Times New Roman" panose="02020603050405020304" pitchFamily="18" charset="0"/>
                <a:ea typeface="宋体" panose="02010600030101010101" pitchFamily="2" charset="-122"/>
              </a:endParaRPr>
            </a:p>
          </p:txBody>
        </p:sp>
        <p:sp>
          <p:nvSpPr>
            <p:cNvPr id="37905" name="Text Box 14"/>
            <p:cNvSpPr txBox="1"/>
            <p:nvPr/>
          </p:nvSpPr>
          <p:spPr>
            <a:xfrm>
              <a:off x="1714" y="1405"/>
              <a:ext cx="1356" cy="231"/>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800" dirty="0">
                  <a:ea typeface="宋体" panose="02010600030101010101" pitchFamily="2" charset="-122"/>
                </a:rPr>
                <a:t>16-bit identifier</a:t>
              </a:r>
              <a:endParaRPr lang="en-US" altLang="zh-CN" sz="2000" dirty="0">
                <a:latin typeface="Times New Roman" panose="02020603050405020304" pitchFamily="18" charset="0"/>
                <a:ea typeface="宋体" panose="02010600030101010101" pitchFamily="2" charset="-122"/>
              </a:endParaRPr>
            </a:p>
          </p:txBody>
        </p:sp>
        <p:sp>
          <p:nvSpPr>
            <p:cNvPr id="37906" name="Line 15"/>
            <p:cNvSpPr/>
            <p:nvPr/>
          </p:nvSpPr>
          <p:spPr>
            <a:xfrm flipV="1">
              <a:off x="1769" y="2290"/>
              <a:ext cx="2489" cy="0"/>
            </a:xfrm>
            <a:prstGeom prst="line">
              <a:avLst/>
            </a:prstGeom>
            <a:ln w="19050" cap="flat" cmpd="sng">
              <a:solidFill>
                <a:schemeClr val="tx1"/>
              </a:solidFill>
              <a:prstDash val="solid"/>
              <a:headEnd type="none" w="med" len="med"/>
              <a:tailEnd type="none" w="med" len="med"/>
            </a:ln>
          </p:spPr>
        </p:sp>
        <p:sp>
          <p:nvSpPr>
            <p:cNvPr id="37907" name="Line 16"/>
            <p:cNvSpPr/>
            <p:nvPr/>
          </p:nvSpPr>
          <p:spPr>
            <a:xfrm flipV="1">
              <a:off x="1769" y="2590"/>
              <a:ext cx="2489" cy="0"/>
            </a:xfrm>
            <a:prstGeom prst="line">
              <a:avLst/>
            </a:prstGeom>
            <a:ln w="19050" cap="flat" cmpd="sng">
              <a:solidFill>
                <a:schemeClr val="tx1"/>
              </a:solidFill>
              <a:prstDash val="solid"/>
              <a:headEnd type="none" w="med" len="med"/>
              <a:tailEnd type="none" w="med" len="med"/>
            </a:ln>
          </p:spPr>
        </p:sp>
        <p:sp>
          <p:nvSpPr>
            <p:cNvPr id="37908" name="Text Box 17"/>
            <p:cNvSpPr txBox="1"/>
            <p:nvPr/>
          </p:nvSpPr>
          <p:spPr>
            <a:xfrm>
              <a:off x="3249" y="1637"/>
              <a:ext cx="804" cy="40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800" dirty="0">
                  <a:ea typeface="宋体" panose="02010600030101010101" pitchFamily="2" charset="-122"/>
                </a:rPr>
                <a:t>header</a:t>
              </a:r>
              <a:endParaRPr lang="en-US" altLang="zh-CN" sz="1800" dirty="0">
                <a:ea typeface="宋体" panose="02010600030101010101" pitchFamily="2" charset="-122"/>
              </a:endParaRPr>
            </a:p>
            <a:p>
              <a:pPr marL="0" lvl="0" indent="0" algn="ctr">
                <a:spcBef>
                  <a:spcPct val="0"/>
                </a:spcBef>
                <a:buClrTx/>
                <a:buSzTx/>
                <a:buFontTx/>
                <a:buNone/>
              </a:pPr>
              <a:r>
                <a:rPr lang="en-US" altLang="zh-CN" sz="1800" dirty="0">
                  <a:ea typeface="宋体" panose="02010600030101010101" pitchFamily="2" charset="-122"/>
                </a:rPr>
                <a:t> checksum</a:t>
              </a:r>
              <a:endParaRPr lang="en-US" altLang="zh-CN" sz="1800" dirty="0">
                <a:latin typeface="Times New Roman" panose="02020603050405020304" pitchFamily="18" charset="0"/>
                <a:ea typeface="宋体" panose="02010600030101010101" pitchFamily="2" charset="-122"/>
              </a:endParaRPr>
            </a:p>
          </p:txBody>
        </p:sp>
        <p:sp>
          <p:nvSpPr>
            <p:cNvPr id="37909" name="Text Box 18"/>
            <p:cNvSpPr txBox="1"/>
            <p:nvPr/>
          </p:nvSpPr>
          <p:spPr>
            <a:xfrm>
              <a:off x="1766" y="1619"/>
              <a:ext cx="602" cy="40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800" dirty="0">
                  <a:ea typeface="宋体" panose="02010600030101010101" pitchFamily="2" charset="-122"/>
                </a:rPr>
                <a:t>time to</a:t>
              </a:r>
              <a:endParaRPr lang="en-US" altLang="zh-CN" sz="1800" dirty="0">
                <a:ea typeface="宋体" panose="02010600030101010101" pitchFamily="2" charset="-122"/>
              </a:endParaRPr>
            </a:p>
            <a:p>
              <a:pPr marL="0" lvl="0" indent="0" algn="ctr">
                <a:spcBef>
                  <a:spcPct val="0"/>
                </a:spcBef>
                <a:buClrTx/>
                <a:buSzTx/>
                <a:buFontTx/>
                <a:buNone/>
              </a:pPr>
              <a:r>
                <a:rPr lang="en-US" altLang="zh-CN" sz="1800" dirty="0">
                  <a:ea typeface="宋体" panose="02010600030101010101" pitchFamily="2" charset="-122"/>
                </a:rPr>
                <a:t>live</a:t>
              </a:r>
              <a:endParaRPr lang="en-US" altLang="zh-CN" sz="1800" dirty="0">
                <a:latin typeface="Times New Roman" panose="02020603050405020304" pitchFamily="18" charset="0"/>
                <a:ea typeface="宋体" panose="02010600030101010101" pitchFamily="2" charset="-122"/>
              </a:endParaRPr>
            </a:p>
          </p:txBody>
        </p:sp>
        <p:sp>
          <p:nvSpPr>
            <p:cNvPr id="37910" name="Text Box 19"/>
            <p:cNvSpPr txBox="1"/>
            <p:nvPr/>
          </p:nvSpPr>
          <p:spPr>
            <a:xfrm>
              <a:off x="2095" y="2047"/>
              <a:ext cx="1786"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800" dirty="0">
                  <a:ea typeface="宋体" panose="02010600030101010101" pitchFamily="2" charset="-122"/>
                </a:rPr>
                <a:t>32 bit source IP address</a:t>
              </a:r>
              <a:endParaRPr lang="en-US" altLang="zh-CN" sz="2400" dirty="0">
                <a:latin typeface="Times New Roman" panose="02020603050405020304" pitchFamily="18" charset="0"/>
                <a:ea typeface="宋体" panose="02010600030101010101" pitchFamily="2" charset="-122"/>
              </a:endParaRPr>
            </a:p>
          </p:txBody>
        </p:sp>
        <p:sp>
          <p:nvSpPr>
            <p:cNvPr id="37911" name="Text Box 20"/>
            <p:cNvSpPr txBox="1"/>
            <p:nvPr/>
          </p:nvSpPr>
          <p:spPr>
            <a:xfrm>
              <a:off x="187" y="629"/>
              <a:ext cx="1390" cy="40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r">
                <a:spcBef>
                  <a:spcPct val="0"/>
                </a:spcBef>
                <a:buClrTx/>
                <a:buSzTx/>
                <a:buFontTx/>
                <a:buNone/>
              </a:pPr>
              <a:r>
                <a:rPr lang="en-US" altLang="zh-CN" sz="1800" dirty="0">
                  <a:ea typeface="宋体" panose="02010600030101010101" pitchFamily="2" charset="-122"/>
                </a:rPr>
                <a:t>IP protocol version</a:t>
              </a:r>
              <a:endParaRPr lang="en-US" altLang="zh-CN" sz="1800" dirty="0">
                <a:ea typeface="宋体" panose="02010600030101010101" pitchFamily="2" charset="-122"/>
              </a:endParaRPr>
            </a:p>
            <a:p>
              <a:pPr marL="0" lvl="0" indent="0" algn="r">
                <a:spcBef>
                  <a:spcPct val="0"/>
                </a:spcBef>
                <a:buClrTx/>
                <a:buSzTx/>
                <a:buFontTx/>
                <a:buNone/>
              </a:pPr>
              <a:r>
                <a:rPr lang="en-US" altLang="zh-CN" sz="1800" dirty="0">
                  <a:ea typeface="宋体" panose="02010600030101010101" pitchFamily="2" charset="-122"/>
                </a:rPr>
                <a:t>number</a:t>
              </a:r>
              <a:endParaRPr lang="en-US" altLang="zh-CN" sz="1000" dirty="0">
                <a:latin typeface="Times New Roman" panose="02020603050405020304" pitchFamily="18" charset="0"/>
                <a:ea typeface="宋体" panose="02010600030101010101" pitchFamily="2" charset="-122"/>
              </a:endParaRPr>
            </a:p>
          </p:txBody>
        </p:sp>
        <p:sp>
          <p:nvSpPr>
            <p:cNvPr id="37912" name="Text Box 21"/>
            <p:cNvSpPr txBox="1"/>
            <p:nvPr/>
          </p:nvSpPr>
          <p:spPr>
            <a:xfrm>
              <a:off x="526" y="974"/>
              <a:ext cx="1048" cy="40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r">
                <a:spcBef>
                  <a:spcPct val="0"/>
                </a:spcBef>
                <a:buClrTx/>
                <a:buSzTx/>
                <a:buFontTx/>
                <a:buNone/>
              </a:pPr>
              <a:r>
                <a:rPr lang="en-US" altLang="zh-CN" sz="1800" dirty="0">
                  <a:ea typeface="宋体" panose="02010600030101010101" pitchFamily="2" charset="-122"/>
                </a:rPr>
                <a:t>header length</a:t>
              </a:r>
              <a:endParaRPr lang="en-US" altLang="zh-CN" sz="1800" dirty="0">
                <a:ea typeface="宋体" panose="02010600030101010101" pitchFamily="2" charset="-122"/>
              </a:endParaRPr>
            </a:p>
            <a:p>
              <a:pPr marL="0" lvl="0" indent="0" algn="r">
                <a:spcBef>
                  <a:spcPct val="0"/>
                </a:spcBef>
                <a:buClrTx/>
                <a:buSzTx/>
                <a:buFontTx/>
                <a:buNone/>
              </a:pPr>
              <a:r>
                <a:rPr lang="en-US" altLang="zh-CN" sz="1800" dirty="0">
                  <a:ea typeface="宋体" panose="02010600030101010101" pitchFamily="2" charset="-122"/>
                </a:rPr>
                <a:t> (bytes)</a:t>
              </a:r>
              <a:endParaRPr lang="en-US" altLang="zh-CN" sz="1000" dirty="0">
                <a:latin typeface="Times New Roman" panose="02020603050405020304" pitchFamily="18" charset="0"/>
                <a:ea typeface="宋体" panose="02010600030101010101" pitchFamily="2" charset="-122"/>
              </a:endParaRPr>
            </a:p>
          </p:txBody>
        </p:sp>
        <p:sp>
          <p:nvSpPr>
            <p:cNvPr id="37913" name="Text Box 22"/>
            <p:cNvSpPr txBox="1"/>
            <p:nvPr/>
          </p:nvSpPr>
          <p:spPr>
            <a:xfrm>
              <a:off x="350" y="1604"/>
              <a:ext cx="1281" cy="7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r">
                <a:spcBef>
                  <a:spcPct val="0"/>
                </a:spcBef>
                <a:buClrTx/>
                <a:buSzTx/>
                <a:buFontTx/>
                <a:buNone/>
              </a:pPr>
              <a:r>
                <a:rPr lang="en-US" altLang="zh-CN" sz="1800" dirty="0">
                  <a:ea typeface="宋体" panose="02010600030101010101" pitchFamily="2" charset="-122"/>
                </a:rPr>
                <a:t>max number</a:t>
              </a:r>
              <a:endParaRPr lang="en-US" altLang="zh-CN" sz="1800" dirty="0">
                <a:ea typeface="宋体" panose="02010600030101010101" pitchFamily="2" charset="-122"/>
              </a:endParaRPr>
            </a:p>
            <a:p>
              <a:pPr marL="0" lvl="0" indent="0" algn="r">
                <a:spcBef>
                  <a:spcPct val="0"/>
                </a:spcBef>
                <a:buClrTx/>
                <a:buSzTx/>
                <a:buFontTx/>
                <a:buNone/>
              </a:pPr>
              <a:r>
                <a:rPr lang="en-US" altLang="zh-CN" sz="1800" dirty="0">
                  <a:ea typeface="宋体" panose="02010600030101010101" pitchFamily="2" charset="-122"/>
                </a:rPr>
                <a:t>remaining hops</a:t>
              </a:r>
              <a:endParaRPr lang="en-US" altLang="zh-CN" sz="1800" dirty="0">
                <a:ea typeface="宋体" panose="02010600030101010101" pitchFamily="2" charset="-122"/>
              </a:endParaRPr>
            </a:p>
            <a:p>
              <a:pPr marL="0" lvl="0" indent="0" algn="r">
                <a:spcBef>
                  <a:spcPct val="0"/>
                </a:spcBef>
                <a:buClrTx/>
                <a:buSzTx/>
                <a:buFontTx/>
                <a:buNone/>
              </a:pPr>
              <a:r>
                <a:rPr lang="en-US" altLang="zh-CN" sz="1800" dirty="0">
                  <a:ea typeface="宋体" panose="02010600030101010101" pitchFamily="2" charset="-122"/>
                </a:rPr>
                <a:t>(decremented at </a:t>
              </a:r>
              <a:endParaRPr lang="en-US" altLang="zh-CN" sz="1800" dirty="0">
                <a:ea typeface="宋体" panose="02010600030101010101" pitchFamily="2" charset="-122"/>
              </a:endParaRPr>
            </a:p>
            <a:p>
              <a:pPr marL="0" lvl="0" indent="0" algn="r">
                <a:spcBef>
                  <a:spcPct val="0"/>
                </a:spcBef>
                <a:buClrTx/>
                <a:buSzTx/>
                <a:buFontTx/>
                <a:buNone/>
              </a:pPr>
              <a:r>
                <a:rPr lang="en-US" altLang="zh-CN" sz="1800" dirty="0">
                  <a:ea typeface="宋体" panose="02010600030101010101" pitchFamily="2" charset="-122"/>
                </a:rPr>
                <a:t>each router)</a:t>
              </a:r>
              <a:endParaRPr lang="en-US" altLang="zh-CN" sz="1800" dirty="0">
                <a:ea typeface="宋体" panose="02010600030101010101" pitchFamily="2" charset="-122"/>
              </a:endParaRPr>
            </a:p>
          </p:txBody>
        </p:sp>
        <p:sp>
          <p:nvSpPr>
            <p:cNvPr id="37914" name="Line 23"/>
            <p:cNvSpPr/>
            <p:nvPr/>
          </p:nvSpPr>
          <p:spPr>
            <a:xfrm>
              <a:off x="1512" y="834"/>
              <a:ext cx="333" cy="291"/>
            </a:xfrm>
            <a:prstGeom prst="line">
              <a:avLst/>
            </a:prstGeom>
            <a:ln w="19050" cap="flat" cmpd="sng">
              <a:solidFill>
                <a:srgbClr val="FF0000"/>
              </a:solidFill>
              <a:prstDash val="solid"/>
              <a:headEnd type="none" w="med" len="med"/>
              <a:tailEnd type="none" w="med" len="med"/>
            </a:ln>
          </p:spPr>
        </p:sp>
        <p:sp>
          <p:nvSpPr>
            <p:cNvPr id="37915" name="Line 24"/>
            <p:cNvSpPr/>
            <p:nvPr/>
          </p:nvSpPr>
          <p:spPr>
            <a:xfrm>
              <a:off x="1530" y="1185"/>
              <a:ext cx="570" cy="93"/>
            </a:xfrm>
            <a:prstGeom prst="line">
              <a:avLst/>
            </a:prstGeom>
            <a:ln w="19050" cap="flat" cmpd="sng">
              <a:solidFill>
                <a:srgbClr val="FF0000"/>
              </a:solidFill>
              <a:prstDash val="solid"/>
              <a:headEnd type="none" w="med" len="med"/>
              <a:tailEnd type="none" w="med" len="med"/>
            </a:ln>
          </p:spPr>
        </p:sp>
        <p:sp>
          <p:nvSpPr>
            <p:cNvPr id="37916" name="Text Box 25"/>
            <p:cNvSpPr txBox="1"/>
            <p:nvPr/>
          </p:nvSpPr>
          <p:spPr>
            <a:xfrm>
              <a:off x="4452" y="1214"/>
              <a:ext cx="1149" cy="57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for</a:t>
              </a:r>
              <a:endParaRPr lang="en-US" altLang="zh-CN" sz="1800" dirty="0">
                <a:ea typeface="宋体" panose="02010600030101010101" pitchFamily="2" charset="-122"/>
              </a:endParaRPr>
            </a:p>
            <a:p>
              <a:pPr marL="0" lvl="0" indent="0">
                <a:spcBef>
                  <a:spcPct val="0"/>
                </a:spcBef>
                <a:buClrTx/>
                <a:buSzTx/>
                <a:buFontTx/>
                <a:buNone/>
              </a:pPr>
              <a:r>
                <a:rPr lang="en-US" altLang="zh-CN" sz="1800" dirty="0">
                  <a:ea typeface="宋体" panose="02010600030101010101" pitchFamily="2" charset="-122"/>
                </a:rPr>
                <a:t>fragmentation/</a:t>
              </a:r>
              <a:endParaRPr lang="en-US" altLang="zh-CN" sz="1800" dirty="0">
                <a:ea typeface="宋体" panose="02010600030101010101" pitchFamily="2" charset="-122"/>
              </a:endParaRPr>
            </a:p>
            <a:p>
              <a:pPr marL="0" lvl="0" indent="0">
                <a:spcBef>
                  <a:spcPct val="0"/>
                </a:spcBef>
                <a:buClrTx/>
                <a:buSzTx/>
                <a:buFontTx/>
                <a:buNone/>
              </a:pPr>
              <a:r>
                <a:rPr lang="en-US" altLang="zh-CN" sz="1800" dirty="0">
                  <a:ea typeface="宋体" panose="02010600030101010101" pitchFamily="2" charset="-122"/>
                </a:rPr>
                <a:t>reassembly</a:t>
              </a:r>
              <a:endParaRPr lang="en-US" altLang="zh-CN" sz="1800" dirty="0">
                <a:ea typeface="宋体" panose="02010600030101010101" pitchFamily="2" charset="-122"/>
              </a:endParaRPr>
            </a:p>
          </p:txBody>
        </p:sp>
        <p:sp>
          <p:nvSpPr>
            <p:cNvPr id="37917" name="Text Box 26"/>
            <p:cNvSpPr txBox="1"/>
            <p:nvPr/>
          </p:nvSpPr>
          <p:spPr>
            <a:xfrm>
              <a:off x="4433" y="752"/>
              <a:ext cx="1116" cy="40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total datagram</a:t>
              </a:r>
              <a:endParaRPr lang="en-US" altLang="zh-CN" sz="1800" dirty="0">
                <a:ea typeface="宋体" panose="02010600030101010101" pitchFamily="2" charset="-122"/>
              </a:endParaRPr>
            </a:p>
            <a:p>
              <a:pPr marL="0" lvl="0" indent="0">
                <a:spcBef>
                  <a:spcPct val="0"/>
                </a:spcBef>
                <a:buClrTx/>
                <a:buSzTx/>
                <a:buFontTx/>
                <a:buNone/>
              </a:pPr>
              <a:r>
                <a:rPr lang="en-US" altLang="zh-CN" sz="1800" dirty="0">
                  <a:ea typeface="宋体" panose="02010600030101010101" pitchFamily="2" charset="-122"/>
                </a:rPr>
                <a:t>length (bytes)</a:t>
              </a:r>
              <a:endParaRPr lang="en-US" altLang="zh-CN" sz="1800" dirty="0">
                <a:ea typeface="宋体" panose="02010600030101010101" pitchFamily="2" charset="-122"/>
              </a:endParaRPr>
            </a:p>
          </p:txBody>
        </p:sp>
        <p:sp>
          <p:nvSpPr>
            <p:cNvPr id="37918" name="Text Box 27"/>
            <p:cNvSpPr txBox="1"/>
            <p:nvPr/>
          </p:nvSpPr>
          <p:spPr>
            <a:xfrm>
              <a:off x="153" y="2408"/>
              <a:ext cx="1494" cy="40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r">
                <a:spcBef>
                  <a:spcPct val="0"/>
                </a:spcBef>
                <a:buClrTx/>
                <a:buSzTx/>
                <a:buFontTx/>
                <a:buNone/>
              </a:pPr>
              <a:r>
                <a:rPr lang="en-US" altLang="zh-CN" sz="1800" dirty="0">
                  <a:ea typeface="宋体" panose="02010600030101010101" pitchFamily="2" charset="-122"/>
                </a:rPr>
                <a:t>upper layer protocol</a:t>
              </a:r>
              <a:endParaRPr lang="en-US" altLang="zh-CN" sz="1800" dirty="0">
                <a:ea typeface="宋体" panose="02010600030101010101" pitchFamily="2" charset="-122"/>
              </a:endParaRPr>
            </a:p>
            <a:p>
              <a:pPr marL="0" lvl="0" indent="0" algn="r">
                <a:spcBef>
                  <a:spcPct val="0"/>
                </a:spcBef>
                <a:buClrTx/>
                <a:buSzTx/>
                <a:buFontTx/>
                <a:buNone/>
              </a:pPr>
              <a:r>
                <a:rPr lang="en-US" altLang="zh-CN" sz="1800" dirty="0">
                  <a:ea typeface="宋体" panose="02010600030101010101" pitchFamily="2" charset="-122"/>
                </a:rPr>
                <a:t>to deliver payload to</a:t>
              </a:r>
              <a:endParaRPr lang="en-US" altLang="zh-CN" sz="1800" dirty="0">
                <a:ea typeface="宋体" panose="02010600030101010101" pitchFamily="2" charset="-122"/>
              </a:endParaRPr>
            </a:p>
          </p:txBody>
        </p:sp>
        <p:sp>
          <p:nvSpPr>
            <p:cNvPr id="37919" name="Line 28"/>
            <p:cNvSpPr/>
            <p:nvPr/>
          </p:nvSpPr>
          <p:spPr>
            <a:xfrm flipV="1">
              <a:off x="1602" y="1806"/>
              <a:ext cx="924" cy="708"/>
            </a:xfrm>
            <a:prstGeom prst="line">
              <a:avLst/>
            </a:prstGeom>
            <a:ln w="19050" cap="flat" cmpd="sng">
              <a:solidFill>
                <a:srgbClr val="FF0000"/>
              </a:solidFill>
              <a:prstDash val="solid"/>
              <a:headEnd type="none" w="med" len="med"/>
              <a:tailEnd type="none" w="med" len="med"/>
            </a:ln>
          </p:spPr>
        </p:sp>
        <p:sp>
          <p:nvSpPr>
            <p:cNvPr id="37920" name="Line 29"/>
            <p:cNvSpPr/>
            <p:nvPr/>
          </p:nvSpPr>
          <p:spPr>
            <a:xfrm flipH="1">
              <a:off x="3228" y="1500"/>
              <a:ext cx="1284" cy="120"/>
            </a:xfrm>
            <a:prstGeom prst="line">
              <a:avLst/>
            </a:prstGeom>
            <a:ln w="19050" cap="flat" cmpd="sng">
              <a:solidFill>
                <a:srgbClr val="FF0000"/>
              </a:solidFill>
              <a:prstDash val="solid"/>
              <a:headEnd type="none" w="med" len="med"/>
              <a:tailEnd type="none" w="med" len="med"/>
            </a:ln>
          </p:spPr>
        </p:sp>
        <p:sp>
          <p:nvSpPr>
            <p:cNvPr id="37921" name="Line 30"/>
            <p:cNvSpPr/>
            <p:nvPr/>
          </p:nvSpPr>
          <p:spPr>
            <a:xfrm flipH="1">
              <a:off x="4098" y="954"/>
              <a:ext cx="402" cy="258"/>
            </a:xfrm>
            <a:prstGeom prst="line">
              <a:avLst/>
            </a:prstGeom>
            <a:ln w="19050" cap="flat" cmpd="sng">
              <a:solidFill>
                <a:srgbClr val="FF0000"/>
              </a:solidFill>
              <a:prstDash val="solid"/>
              <a:headEnd type="none" w="med" len="med"/>
              <a:tailEnd type="none" w="med" len="med"/>
            </a:ln>
          </p:spPr>
        </p:sp>
        <p:sp>
          <p:nvSpPr>
            <p:cNvPr id="37922" name="Text Box 31"/>
            <p:cNvSpPr txBox="1"/>
            <p:nvPr/>
          </p:nvSpPr>
          <p:spPr>
            <a:xfrm>
              <a:off x="2008" y="995"/>
              <a:ext cx="473" cy="40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800" dirty="0">
                  <a:ea typeface="宋体" panose="02010600030101010101" pitchFamily="2" charset="-122"/>
                </a:rPr>
                <a:t>head.</a:t>
              </a:r>
              <a:endParaRPr lang="en-US" altLang="zh-CN" sz="1800" dirty="0">
                <a:ea typeface="宋体" panose="02010600030101010101" pitchFamily="2" charset="-122"/>
              </a:endParaRPr>
            </a:p>
            <a:p>
              <a:pPr marL="0" lvl="0" indent="0" algn="ctr">
                <a:spcBef>
                  <a:spcPct val="0"/>
                </a:spcBef>
                <a:buClrTx/>
                <a:buSzTx/>
                <a:buFontTx/>
                <a:buNone/>
              </a:pPr>
              <a:r>
                <a:rPr lang="en-US" altLang="zh-CN" sz="1800" dirty="0">
                  <a:ea typeface="宋体" panose="02010600030101010101" pitchFamily="2" charset="-122"/>
                </a:rPr>
                <a:t>len</a:t>
              </a:r>
              <a:endParaRPr lang="en-US" altLang="zh-CN" sz="2400" dirty="0">
                <a:latin typeface="Times New Roman" panose="02020603050405020304" pitchFamily="18" charset="0"/>
                <a:ea typeface="宋体" panose="02010600030101010101" pitchFamily="2" charset="-122"/>
              </a:endParaRPr>
            </a:p>
          </p:txBody>
        </p:sp>
        <p:sp>
          <p:nvSpPr>
            <p:cNvPr id="37923" name="Text Box 32"/>
            <p:cNvSpPr txBox="1"/>
            <p:nvPr/>
          </p:nvSpPr>
          <p:spPr>
            <a:xfrm>
              <a:off x="2414" y="989"/>
              <a:ext cx="607" cy="40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800" dirty="0">
                  <a:ea typeface="宋体" panose="02010600030101010101" pitchFamily="2" charset="-122"/>
                </a:rPr>
                <a:t>type of</a:t>
              </a:r>
              <a:endParaRPr lang="en-US" altLang="zh-CN" sz="1800" dirty="0">
                <a:ea typeface="宋体" panose="02010600030101010101" pitchFamily="2" charset="-122"/>
              </a:endParaRPr>
            </a:p>
            <a:p>
              <a:pPr marL="0" lvl="0" indent="0" algn="ctr">
                <a:spcBef>
                  <a:spcPct val="0"/>
                </a:spcBef>
                <a:buClrTx/>
                <a:buSzTx/>
                <a:buFontTx/>
                <a:buNone/>
              </a:pPr>
              <a:r>
                <a:rPr lang="en-US" altLang="zh-CN" sz="1800" dirty="0">
                  <a:ea typeface="宋体" panose="02010600030101010101" pitchFamily="2" charset="-122"/>
                </a:rPr>
                <a:t>service</a:t>
              </a:r>
              <a:endParaRPr lang="en-US" altLang="zh-CN" sz="2400" dirty="0">
                <a:latin typeface="Times New Roman" panose="02020603050405020304" pitchFamily="18" charset="0"/>
                <a:ea typeface="宋体" panose="02010600030101010101" pitchFamily="2" charset="-122"/>
              </a:endParaRPr>
            </a:p>
          </p:txBody>
        </p:sp>
        <p:sp>
          <p:nvSpPr>
            <p:cNvPr id="37924" name="Line 33"/>
            <p:cNvSpPr/>
            <p:nvPr/>
          </p:nvSpPr>
          <p:spPr>
            <a:xfrm flipH="1" flipV="1">
              <a:off x="2431" y="1023"/>
              <a:ext cx="0" cy="319"/>
            </a:xfrm>
            <a:prstGeom prst="line">
              <a:avLst/>
            </a:prstGeom>
            <a:ln w="19050" cap="flat" cmpd="sng">
              <a:solidFill>
                <a:schemeClr val="tx1"/>
              </a:solidFill>
              <a:prstDash val="solid"/>
              <a:headEnd type="none" w="med" len="med"/>
              <a:tailEnd type="none" w="med" len="med"/>
            </a:ln>
          </p:spPr>
        </p:sp>
        <p:sp>
          <p:nvSpPr>
            <p:cNvPr id="37925" name="Line 34"/>
            <p:cNvSpPr/>
            <p:nvPr/>
          </p:nvSpPr>
          <p:spPr>
            <a:xfrm flipH="1" flipV="1">
              <a:off x="2044" y="1029"/>
              <a:ext cx="0" cy="319"/>
            </a:xfrm>
            <a:prstGeom prst="line">
              <a:avLst/>
            </a:prstGeom>
            <a:ln w="19050" cap="flat" cmpd="sng">
              <a:solidFill>
                <a:schemeClr val="tx1"/>
              </a:solidFill>
              <a:prstDash val="solid"/>
              <a:headEnd type="none" w="med" len="med"/>
              <a:tailEnd type="none" w="med" len="med"/>
            </a:ln>
          </p:spPr>
        </p:sp>
        <p:sp>
          <p:nvSpPr>
            <p:cNvPr id="37926" name="Text Box 35"/>
            <p:cNvSpPr txBox="1"/>
            <p:nvPr/>
          </p:nvSpPr>
          <p:spPr>
            <a:xfrm>
              <a:off x="496" y="1322"/>
              <a:ext cx="1108"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r">
                <a:spcBef>
                  <a:spcPct val="0"/>
                </a:spcBef>
                <a:buClrTx/>
                <a:buSzTx/>
                <a:buFontTx/>
                <a:buNone/>
              </a:pPr>
              <a:r>
                <a:rPr lang="en-US" altLang="zh-CN" sz="1800" dirty="0">
                  <a:ea typeface="宋体" panose="02010600030101010101" pitchFamily="2" charset="-122"/>
                </a:rPr>
                <a:t>“type” of data </a:t>
              </a:r>
              <a:endParaRPr lang="en-US" altLang="zh-CN" sz="1000" dirty="0">
                <a:latin typeface="Times New Roman" panose="02020603050405020304" pitchFamily="18" charset="0"/>
                <a:ea typeface="宋体" panose="02010600030101010101" pitchFamily="2" charset="-122"/>
              </a:endParaRPr>
            </a:p>
          </p:txBody>
        </p:sp>
        <p:sp>
          <p:nvSpPr>
            <p:cNvPr id="37927" name="Line 36"/>
            <p:cNvSpPr/>
            <p:nvPr/>
          </p:nvSpPr>
          <p:spPr>
            <a:xfrm flipV="1">
              <a:off x="1542" y="1194"/>
              <a:ext cx="966" cy="261"/>
            </a:xfrm>
            <a:prstGeom prst="line">
              <a:avLst/>
            </a:prstGeom>
            <a:ln w="19050" cap="flat" cmpd="sng">
              <a:solidFill>
                <a:srgbClr val="FF0000"/>
              </a:solidFill>
              <a:prstDash val="solid"/>
              <a:headEnd type="none" w="med" len="med"/>
              <a:tailEnd type="none" w="med" len="med"/>
            </a:ln>
          </p:spPr>
        </p:sp>
        <p:sp>
          <p:nvSpPr>
            <p:cNvPr id="37928" name="Line 37"/>
            <p:cNvSpPr/>
            <p:nvPr/>
          </p:nvSpPr>
          <p:spPr>
            <a:xfrm flipH="1" flipV="1">
              <a:off x="2995" y="1350"/>
              <a:ext cx="0" cy="319"/>
            </a:xfrm>
            <a:prstGeom prst="line">
              <a:avLst/>
            </a:prstGeom>
            <a:ln w="19050" cap="flat" cmpd="sng">
              <a:solidFill>
                <a:schemeClr val="tx1"/>
              </a:solidFill>
              <a:prstDash val="solid"/>
              <a:headEnd type="none" w="med" len="med"/>
              <a:tailEnd type="none" w="med" len="med"/>
            </a:ln>
          </p:spPr>
        </p:sp>
        <p:sp>
          <p:nvSpPr>
            <p:cNvPr id="37929" name="Text Box 38"/>
            <p:cNvSpPr txBox="1"/>
            <p:nvPr/>
          </p:nvSpPr>
          <p:spPr>
            <a:xfrm>
              <a:off x="2902" y="1399"/>
              <a:ext cx="486" cy="231"/>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800" dirty="0">
                  <a:ea typeface="宋体" panose="02010600030101010101" pitchFamily="2" charset="-122"/>
                </a:rPr>
                <a:t>flgs</a:t>
              </a:r>
              <a:endParaRPr lang="en-US" altLang="zh-CN" sz="2000" dirty="0">
                <a:latin typeface="Times New Roman" panose="02020603050405020304" pitchFamily="18" charset="0"/>
                <a:ea typeface="宋体" panose="02010600030101010101" pitchFamily="2" charset="-122"/>
              </a:endParaRPr>
            </a:p>
          </p:txBody>
        </p:sp>
        <p:sp>
          <p:nvSpPr>
            <p:cNvPr id="37930" name="Line 39"/>
            <p:cNvSpPr/>
            <p:nvPr/>
          </p:nvSpPr>
          <p:spPr>
            <a:xfrm flipH="1" flipV="1">
              <a:off x="3289" y="1344"/>
              <a:ext cx="0" cy="319"/>
            </a:xfrm>
            <a:prstGeom prst="line">
              <a:avLst/>
            </a:prstGeom>
            <a:ln w="19050" cap="flat" cmpd="sng">
              <a:solidFill>
                <a:schemeClr val="tx1"/>
              </a:solidFill>
              <a:prstDash val="solid"/>
              <a:headEnd type="none" w="med" len="med"/>
              <a:tailEnd type="none" w="med" len="med"/>
            </a:ln>
          </p:spPr>
        </p:sp>
        <p:sp>
          <p:nvSpPr>
            <p:cNvPr id="37931" name="Text Box 40"/>
            <p:cNvSpPr txBox="1"/>
            <p:nvPr/>
          </p:nvSpPr>
          <p:spPr>
            <a:xfrm>
              <a:off x="3316" y="1315"/>
              <a:ext cx="900" cy="404"/>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800" dirty="0">
                  <a:ea typeface="宋体" panose="02010600030101010101" pitchFamily="2" charset="-122"/>
                </a:rPr>
                <a:t>fragment</a:t>
              </a:r>
              <a:endParaRPr lang="en-US" altLang="zh-CN" sz="1800" dirty="0">
                <a:ea typeface="宋体" panose="02010600030101010101" pitchFamily="2" charset="-122"/>
              </a:endParaRPr>
            </a:p>
            <a:p>
              <a:pPr marL="0" lvl="0" indent="0" algn="ctr">
                <a:spcBef>
                  <a:spcPct val="0"/>
                </a:spcBef>
                <a:buClrTx/>
                <a:buSzTx/>
                <a:buFontTx/>
                <a:buNone/>
              </a:pPr>
              <a:r>
                <a:rPr lang="en-US" altLang="zh-CN" sz="1800" dirty="0">
                  <a:ea typeface="宋体" panose="02010600030101010101" pitchFamily="2" charset="-122"/>
                </a:rPr>
                <a:t> offset</a:t>
              </a:r>
              <a:endParaRPr lang="en-US" altLang="zh-CN" sz="2000" dirty="0">
                <a:latin typeface="Times New Roman" panose="02020603050405020304" pitchFamily="18" charset="0"/>
                <a:ea typeface="宋体" panose="02010600030101010101" pitchFamily="2" charset="-122"/>
              </a:endParaRPr>
            </a:p>
          </p:txBody>
        </p:sp>
        <p:sp>
          <p:nvSpPr>
            <p:cNvPr id="37932" name="Line 41"/>
            <p:cNvSpPr/>
            <p:nvPr/>
          </p:nvSpPr>
          <p:spPr>
            <a:xfrm flipH="1" flipV="1">
              <a:off x="4086" y="1434"/>
              <a:ext cx="414" cy="72"/>
            </a:xfrm>
            <a:prstGeom prst="line">
              <a:avLst/>
            </a:prstGeom>
            <a:ln w="19050" cap="flat" cmpd="sng">
              <a:solidFill>
                <a:srgbClr val="FF0000"/>
              </a:solidFill>
              <a:prstDash val="solid"/>
              <a:headEnd type="none" w="med" len="med"/>
              <a:tailEnd type="none" w="med" len="med"/>
            </a:ln>
          </p:spPr>
        </p:sp>
        <p:sp>
          <p:nvSpPr>
            <p:cNvPr id="37933" name="Line 42"/>
            <p:cNvSpPr/>
            <p:nvPr/>
          </p:nvSpPr>
          <p:spPr>
            <a:xfrm flipH="1">
              <a:off x="2904" y="1506"/>
              <a:ext cx="1584" cy="36"/>
            </a:xfrm>
            <a:prstGeom prst="line">
              <a:avLst/>
            </a:prstGeom>
            <a:ln w="19050" cap="flat" cmpd="sng">
              <a:solidFill>
                <a:srgbClr val="FF0000"/>
              </a:solidFill>
              <a:prstDash val="solid"/>
              <a:headEnd type="none" w="med" len="med"/>
              <a:tailEnd type="none" w="med" len="med"/>
            </a:ln>
          </p:spPr>
        </p:sp>
        <p:sp>
          <p:nvSpPr>
            <p:cNvPr id="37934" name="Line 43"/>
            <p:cNvSpPr/>
            <p:nvPr/>
          </p:nvSpPr>
          <p:spPr>
            <a:xfrm flipV="1">
              <a:off x="1769" y="1666"/>
              <a:ext cx="2489" cy="0"/>
            </a:xfrm>
            <a:prstGeom prst="line">
              <a:avLst/>
            </a:prstGeom>
            <a:ln w="19050" cap="flat" cmpd="sng">
              <a:solidFill>
                <a:schemeClr val="tx1"/>
              </a:solidFill>
              <a:prstDash val="solid"/>
              <a:headEnd type="none" w="med" len="med"/>
              <a:tailEnd type="none" w="med" len="med"/>
            </a:ln>
          </p:spPr>
        </p:sp>
        <p:sp>
          <p:nvSpPr>
            <p:cNvPr id="37935" name="Line 44"/>
            <p:cNvSpPr/>
            <p:nvPr/>
          </p:nvSpPr>
          <p:spPr>
            <a:xfrm flipH="1" flipV="1">
              <a:off x="2995" y="1668"/>
              <a:ext cx="0" cy="319"/>
            </a:xfrm>
            <a:prstGeom prst="line">
              <a:avLst/>
            </a:prstGeom>
            <a:ln w="19050" cap="flat" cmpd="sng">
              <a:solidFill>
                <a:schemeClr val="tx1"/>
              </a:solidFill>
              <a:prstDash val="solid"/>
              <a:headEnd type="none" w="med" len="med"/>
              <a:tailEnd type="none" w="med" len="med"/>
            </a:ln>
          </p:spPr>
        </p:sp>
        <p:sp>
          <p:nvSpPr>
            <p:cNvPr id="37936" name="Line 45"/>
            <p:cNvSpPr/>
            <p:nvPr/>
          </p:nvSpPr>
          <p:spPr>
            <a:xfrm flipV="1">
              <a:off x="1757" y="1990"/>
              <a:ext cx="2489" cy="0"/>
            </a:xfrm>
            <a:prstGeom prst="line">
              <a:avLst/>
            </a:prstGeom>
            <a:ln w="19050" cap="flat" cmpd="sng">
              <a:solidFill>
                <a:schemeClr val="tx1"/>
              </a:solidFill>
              <a:prstDash val="solid"/>
              <a:headEnd type="none" w="med" len="med"/>
              <a:tailEnd type="none" w="med" len="med"/>
            </a:ln>
          </p:spPr>
        </p:sp>
        <p:sp>
          <p:nvSpPr>
            <p:cNvPr id="37937" name="Text Box 46"/>
            <p:cNvSpPr txBox="1"/>
            <p:nvPr/>
          </p:nvSpPr>
          <p:spPr>
            <a:xfrm>
              <a:off x="2448" y="1613"/>
              <a:ext cx="495" cy="40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800" dirty="0">
                  <a:ea typeface="宋体" panose="02010600030101010101" pitchFamily="2" charset="-122"/>
                </a:rPr>
                <a:t>upper</a:t>
              </a:r>
              <a:endParaRPr lang="en-US" altLang="zh-CN" sz="1800" dirty="0">
                <a:ea typeface="宋体" panose="02010600030101010101" pitchFamily="2" charset="-122"/>
              </a:endParaRPr>
            </a:p>
            <a:p>
              <a:pPr marL="0" lvl="0" indent="0" algn="ctr">
                <a:spcBef>
                  <a:spcPct val="0"/>
                </a:spcBef>
                <a:buClrTx/>
                <a:buSzTx/>
                <a:buFontTx/>
                <a:buNone/>
              </a:pPr>
              <a:r>
                <a:rPr lang="en-US" altLang="zh-CN" sz="1800" dirty="0">
                  <a:ea typeface="宋体" panose="02010600030101010101" pitchFamily="2" charset="-122"/>
                </a:rPr>
                <a:t> layer</a:t>
              </a:r>
              <a:endParaRPr lang="en-US" altLang="zh-CN" sz="1800" dirty="0">
                <a:latin typeface="Times New Roman" panose="02020603050405020304" pitchFamily="18" charset="0"/>
                <a:ea typeface="宋体" panose="02010600030101010101" pitchFamily="2" charset="-122"/>
              </a:endParaRPr>
            </a:p>
          </p:txBody>
        </p:sp>
        <p:sp>
          <p:nvSpPr>
            <p:cNvPr id="37938" name="Line 47"/>
            <p:cNvSpPr/>
            <p:nvPr/>
          </p:nvSpPr>
          <p:spPr>
            <a:xfrm flipH="1" flipV="1">
              <a:off x="2395" y="1674"/>
              <a:ext cx="0" cy="319"/>
            </a:xfrm>
            <a:prstGeom prst="line">
              <a:avLst/>
            </a:prstGeom>
            <a:ln w="19050" cap="flat" cmpd="sng">
              <a:solidFill>
                <a:schemeClr val="tx1"/>
              </a:solidFill>
              <a:prstDash val="solid"/>
              <a:headEnd type="none" w="med" len="med"/>
              <a:tailEnd type="none" w="med" len="med"/>
            </a:ln>
          </p:spPr>
        </p:sp>
        <p:sp>
          <p:nvSpPr>
            <p:cNvPr id="37939" name="Line 48"/>
            <p:cNvSpPr/>
            <p:nvPr/>
          </p:nvSpPr>
          <p:spPr>
            <a:xfrm>
              <a:off x="1590" y="1785"/>
              <a:ext cx="348" cy="57"/>
            </a:xfrm>
            <a:prstGeom prst="line">
              <a:avLst/>
            </a:prstGeom>
            <a:ln w="19050" cap="flat" cmpd="sng">
              <a:solidFill>
                <a:srgbClr val="FF0000"/>
              </a:solidFill>
              <a:prstDash val="solid"/>
              <a:headEnd type="none" w="med" len="med"/>
              <a:tailEnd type="none" w="med" len="med"/>
            </a:ln>
          </p:spPr>
        </p:sp>
        <p:sp>
          <p:nvSpPr>
            <p:cNvPr id="37940" name="Text Box 49"/>
            <p:cNvSpPr txBox="1"/>
            <p:nvPr/>
          </p:nvSpPr>
          <p:spPr>
            <a:xfrm>
              <a:off x="1967" y="2323"/>
              <a:ext cx="2093"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800" dirty="0">
                  <a:ea typeface="宋体" panose="02010600030101010101" pitchFamily="2" charset="-122"/>
                </a:rPr>
                <a:t>32 bit destination IP address</a:t>
              </a:r>
              <a:endParaRPr lang="en-US" altLang="zh-CN" sz="2400" dirty="0">
                <a:latin typeface="Times New Roman" panose="02020603050405020304" pitchFamily="18" charset="0"/>
                <a:ea typeface="宋体" panose="02010600030101010101" pitchFamily="2" charset="-122"/>
              </a:endParaRPr>
            </a:p>
          </p:txBody>
        </p:sp>
        <p:sp>
          <p:nvSpPr>
            <p:cNvPr id="37941" name="Line 50"/>
            <p:cNvSpPr/>
            <p:nvPr/>
          </p:nvSpPr>
          <p:spPr>
            <a:xfrm flipV="1">
              <a:off x="1769" y="2872"/>
              <a:ext cx="2489" cy="0"/>
            </a:xfrm>
            <a:prstGeom prst="line">
              <a:avLst/>
            </a:prstGeom>
            <a:ln w="19050" cap="flat" cmpd="sng">
              <a:solidFill>
                <a:schemeClr val="tx1"/>
              </a:solidFill>
              <a:prstDash val="solid"/>
              <a:headEnd type="none" w="med" len="med"/>
              <a:tailEnd type="none" w="med" len="med"/>
            </a:ln>
          </p:spPr>
        </p:sp>
        <p:sp>
          <p:nvSpPr>
            <p:cNvPr id="37942" name="Text Box 51"/>
            <p:cNvSpPr txBox="1"/>
            <p:nvPr/>
          </p:nvSpPr>
          <p:spPr>
            <a:xfrm>
              <a:off x="2405" y="2617"/>
              <a:ext cx="1166"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800" dirty="0">
                  <a:ea typeface="宋体" panose="02010600030101010101" pitchFamily="2" charset="-122"/>
                </a:rPr>
                <a:t>Options (if any)</a:t>
              </a:r>
              <a:endParaRPr lang="en-US" altLang="zh-CN" sz="2400" dirty="0">
                <a:latin typeface="Times New Roman" panose="02020603050405020304" pitchFamily="18" charset="0"/>
                <a:ea typeface="宋体" panose="02010600030101010101" pitchFamily="2" charset="-122"/>
              </a:endParaRPr>
            </a:p>
          </p:txBody>
        </p:sp>
        <p:sp>
          <p:nvSpPr>
            <p:cNvPr id="37943" name="Text Box 52"/>
            <p:cNvSpPr txBox="1"/>
            <p:nvPr/>
          </p:nvSpPr>
          <p:spPr>
            <a:xfrm>
              <a:off x="4380" y="2600"/>
              <a:ext cx="1137" cy="92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E.g. timestamp,</a:t>
              </a:r>
              <a:endParaRPr lang="en-US" altLang="zh-CN" sz="1800" dirty="0">
                <a:ea typeface="宋体" panose="02010600030101010101" pitchFamily="2" charset="-122"/>
              </a:endParaRPr>
            </a:p>
            <a:p>
              <a:pPr marL="0" lvl="0" indent="0">
                <a:spcBef>
                  <a:spcPct val="0"/>
                </a:spcBef>
                <a:buClrTx/>
                <a:buSzTx/>
                <a:buFontTx/>
                <a:buNone/>
              </a:pPr>
              <a:r>
                <a:rPr lang="en-US" altLang="zh-CN" sz="1800" dirty="0">
                  <a:ea typeface="宋体" panose="02010600030101010101" pitchFamily="2" charset="-122"/>
                </a:rPr>
                <a:t>record route</a:t>
              </a:r>
              <a:endParaRPr lang="en-US" altLang="zh-CN" sz="1800" dirty="0">
                <a:ea typeface="宋体" panose="02010600030101010101" pitchFamily="2" charset="-122"/>
              </a:endParaRPr>
            </a:p>
            <a:p>
              <a:pPr marL="0" lvl="0" indent="0">
                <a:spcBef>
                  <a:spcPct val="0"/>
                </a:spcBef>
                <a:buClrTx/>
                <a:buSzTx/>
                <a:buFontTx/>
                <a:buNone/>
              </a:pPr>
              <a:r>
                <a:rPr lang="en-US" altLang="zh-CN" sz="1800" dirty="0">
                  <a:ea typeface="宋体" panose="02010600030101010101" pitchFamily="2" charset="-122"/>
                </a:rPr>
                <a:t>taken, specify</a:t>
              </a:r>
              <a:endParaRPr lang="en-US" altLang="zh-CN" sz="1800" dirty="0">
                <a:ea typeface="宋体" panose="02010600030101010101" pitchFamily="2" charset="-122"/>
              </a:endParaRPr>
            </a:p>
            <a:p>
              <a:pPr marL="0" lvl="0" indent="0">
                <a:spcBef>
                  <a:spcPct val="0"/>
                </a:spcBef>
                <a:buClrTx/>
                <a:buSzTx/>
                <a:buFontTx/>
                <a:buNone/>
              </a:pPr>
              <a:r>
                <a:rPr lang="en-US" altLang="zh-CN" sz="1800" dirty="0">
                  <a:ea typeface="宋体" panose="02010600030101010101" pitchFamily="2" charset="-122"/>
                </a:rPr>
                <a:t>list of routers </a:t>
              </a:r>
              <a:endParaRPr lang="en-US" altLang="zh-CN" sz="1800" dirty="0">
                <a:ea typeface="宋体" panose="02010600030101010101" pitchFamily="2" charset="-122"/>
              </a:endParaRPr>
            </a:p>
            <a:p>
              <a:pPr marL="0" lvl="0" indent="0">
                <a:spcBef>
                  <a:spcPct val="0"/>
                </a:spcBef>
                <a:buClrTx/>
                <a:buSzTx/>
                <a:buFontTx/>
                <a:buNone/>
              </a:pPr>
              <a:r>
                <a:rPr lang="en-US" altLang="zh-CN" sz="1800" dirty="0">
                  <a:ea typeface="宋体" panose="02010600030101010101" pitchFamily="2" charset="-122"/>
                </a:rPr>
                <a:t>to visit.</a:t>
              </a:r>
              <a:endParaRPr lang="en-US" altLang="zh-CN" sz="1800" dirty="0">
                <a:ea typeface="宋体" panose="02010600030101010101" pitchFamily="2" charset="-122"/>
              </a:endParaRPr>
            </a:p>
          </p:txBody>
        </p:sp>
        <p:sp>
          <p:nvSpPr>
            <p:cNvPr id="37944" name="Line 53"/>
            <p:cNvSpPr/>
            <p:nvPr/>
          </p:nvSpPr>
          <p:spPr>
            <a:xfrm flipH="1">
              <a:off x="3900" y="2736"/>
              <a:ext cx="516" cy="6"/>
            </a:xfrm>
            <a:prstGeom prst="line">
              <a:avLst/>
            </a:prstGeom>
            <a:ln w="19050" cap="flat" cmpd="sng">
              <a:solidFill>
                <a:srgbClr val="FF0000"/>
              </a:solidFill>
              <a:prstDash val="solid"/>
              <a:headEnd type="none" w="med" len="med"/>
              <a:tailEnd type="none" w="med" len="med"/>
            </a:ln>
          </p:spPr>
        </p:sp>
      </p:grpSp>
      <p:sp>
        <p:nvSpPr>
          <p:cNvPr id="37894" name="Rectangle 54"/>
          <p:cNvSpPr/>
          <p:nvPr/>
        </p:nvSpPr>
        <p:spPr>
          <a:xfrm>
            <a:off x="233363" y="4451350"/>
            <a:ext cx="2587625" cy="2141538"/>
          </a:xfrm>
          <a:prstGeom prst="rect">
            <a:avLst/>
          </a:prstGeom>
          <a:noFill/>
          <a:ln w="9525" cap="flat" cmpd="sng">
            <a:solidFill>
              <a:srgbClr val="FF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342900" lvl="0" indent="-342900">
              <a:buNone/>
            </a:pPr>
            <a:r>
              <a:rPr lang="en-US" altLang="zh-CN" sz="2000" u="sng" dirty="0">
                <a:ea typeface="宋体" panose="02010600030101010101" pitchFamily="2" charset="-122"/>
              </a:rPr>
              <a:t>how much overhead with TCP?</a:t>
            </a:r>
            <a:endParaRPr lang="en-US" altLang="zh-CN" sz="2000" dirty="0">
              <a:ea typeface="宋体" panose="02010600030101010101" pitchFamily="2" charset="-122"/>
            </a:endParaRPr>
          </a:p>
          <a:p>
            <a:pPr marL="342900" lvl="0" indent="-342900">
              <a:buFont typeface="ZapfDingbats"/>
              <a:buChar char="r"/>
            </a:pPr>
            <a:r>
              <a:rPr lang="en-US" altLang="zh-CN" sz="2000" dirty="0">
                <a:ea typeface="宋体" panose="02010600030101010101" pitchFamily="2" charset="-122"/>
              </a:rPr>
              <a:t>20 bytes of TCP</a:t>
            </a:r>
            <a:endParaRPr lang="en-US" altLang="zh-CN" sz="2000" dirty="0">
              <a:ea typeface="宋体" panose="02010600030101010101" pitchFamily="2" charset="-122"/>
            </a:endParaRPr>
          </a:p>
          <a:p>
            <a:pPr marL="342900" lvl="0" indent="-342900">
              <a:buFont typeface="ZapfDingbats"/>
              <a:buChar char="r"/>
            </a:pPr>
            <a:r>
              <a:rPr lang="en-US" altLang="zh-CN" sz="2000" dirty="0">
                <a:ea typeface="宋体" panose="02010600030101010101" pitchFamily="2" charset="-122"/>
              </a:rPr>
              <a:t>20 bytes of IP</a:t>
            </a:r>
            <a:endParaRPr lang="en-US" altLang="zh-CN" sz="2000" dirty="0">
              <a:ea typeface="宋体" panose="02010600030101010101" pitchFamily="2" charset="-122"/>
            </a:endParaRPr>
          </a:p>
          <a:p>
            <a:pPr marL="342900" lvl="0" indent="-342900">
              <a:buFont typeface="ZapfDingbats"/>
              <a:buChar char="r"/>
            </a:pPr>
            <a:r>
              <a:rPr lang="en-US" altLang="zh-CN" sz="2000" dirty="0">
                <a:ea typeface="宋体" panose="02010600030101010101" pitchFamily="2" charset="-122"/>
              </a:rPr>
              <a:t>= 40 bytes + app layer overhead</a:t>
            </a:r>
            <a:endParaRPr lang="en-US" altLang="zh-CN" sz="2000" dirty="0">
              <a:ea typeface="宋体" panose="02010600030101010101" pitchFamily="2"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Rectangle 2"/>
          <p:cNvSpPr>
            <a:spLocks noGrp="1"/>
          </p:cNvSpPr>
          <p:nvPr>
            <p:ph type="title"/>
          </p:nvPr>
        </p:nvSpPr>
        <p:spPr/>
        <p:txBody>
          <a:bodyPr vert="horz" wrap="square" lIns="91440" tIns="45720" rIns="91440" bIns="45720" anchor="ctr" anchorCtr="0"/>
          <a:p>
            <a:r>
              <a:rPr lang="en-US" altLang="zh-CN" sz="3600" dirty="0">
                <a:ea typeface="宋体" panose="02010600030101010101" pitchFamily="2" charset="-122"/>
              </a:rPr>
              <a:t>IP Fragmentation &amp; Reassembly</a:t>
            </a:r>
            <a:endParaRPr lang="en-US" altLang="zh-CN" dirty="0">
              <a:ea typeface="宋体" panose="02010600030101010101" pitchFamily="2" charset="-122"/>
            </a:endParaRPr>
          </a:p>
        </p:txBody>
      </p:sp>
      <p:pic>
        <p:nvPicPr>
          <p:cNvPr id="38915" name="图片 1"/>
          <p:cNvPicPr>
            <a:picLocks noChangeAspect="1"/>
          </p:cNvPicPr>
          <p:nvPr/>
        </p:nvPicPr>
        <p:blipFill>
          <a:blip r:embed="rId1"/>
          <a:stretch>
            <a:fillRect/>
          </a:stretch>
        </p:blipFill>
        <p:spPr>
          <a:xfrm>
            <a:off x="1047750" y="1933575"/>
            <a:ext cx="5781675" cy="3228975"/>
          </a:xfrm>
          <a:prstGeom prst="rect">
            <a:avLst/>
          </a:prstGeom>
          <a:noFill/>
          <a:ln w="9525">
            <a:noFill/>
          </a:ln>
        </p:spPr>
      </p:pic>
      <p:sp>
        <p:nvSpPr>
          <p:cNvPr id="38916" name="矩形: 圆角 1"/>
          <p:cNvSpPr/>
          <p:nvPr/>
        </p:nvSpPr>
        <p:spPr>
          <a:xfrm>
            <a:off x="1182688" y="3062288"/>
            <a:ext cx="3259137" cy="820737"/>
          </a:xfrm>
          <a:prstGeom prst="roundRect">
            <a:avLst>
              <a:gd name="adj" fmla="val 16667"/>
            </a:avLst>
          </a:prstGeom>
          <a:noFill/>
          <a:ln w="28575" cap="flat" cmpd="sng">
            <a:solidFill>
              <a:srgbClr val="FF0000"/>
            </a:solidFill>
            <a:prstDash val="solid"/>
            <a:headEnd type="none" w="med" len="med"/>
            <a:tailEnd type="none" w="med" len="med"/>
          </a:ln>
        </p:spPr>
        <p:txBody>
          <a:bodyPr wrap="none"/>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页脚占位符 5"/>
          <p:cNvSpPr txBox="1">
            <a:spLocks noGrp="1"/>
          </p:cNvSpPr>
          <p:nvPr>
            <p:ph type="ftr" sz="quarter" idx="11"/>
          </p:nvPr>
        </p:nvSpPr>
        <p:spPr/>
        <p:txBody>
          <a:bodyPr/>
          <a:p>
            <a:pPr marL="0" indent="0" algn="r">
              <a:spcBef>
                <a:spcPct val="0"/>
              </a:spcBef>
              <a:buClrTx/>
              <a:buSzTx/>
              <a:buFontTx/>
              <a:buNone/>
            </a:pPr>
            <a:r>
              <a:rPr lang="en-US" altLang="zh-CN" sz="1400" dirty="0">
                <a:ea typeface="宋体" panose="02010600030101010101" pitchFamily="2" charset="-122"/>
              </a:rPr>
              <a:t>Network Layer</a:t>
            </a:r>
            <a:endParaRPr lang="en-US" altLang="zh-CN" sz="1400" dirty="0">
              <a:latin typeface="Times New Roman" panose="02020603050405020304" pitchFamily="18" charset="0"/>
              <a:ea typeface="宋体" panose="02010600030101010101" pitchFamily="2" charset="-122"/>
            </a:endParaRPr>
          </a:p>
        </p:txBody>
      </p:sp>
      <p:sp>
        <p:nvSpPr>
          <p:cNvPr id="39939" name="灯片编号占位符 6"/>
          <p:cNvSpPr txBox="1">
            <a:spLocks noGrp="1"/>
          </p:cNvSpPr>
          <p:nvPr>
            <p:ph type="sldNum" sz="quarter" idx="12"/>
          </p:nvPr>
        </p:nvSpPr>
        <p:spPr/>
        <p:txBody>
          <a:bodyPr/>
          <a:p>
            <a:pPr marL="0" indent="0" algn="r">
              <a:spcBef>
                <a:spcPct val="0"/>
              </a:spcBef>
              <a:buClrTx/>
              <a:buSzTx/>
              <a:buFontTx/>
              <a:buNone/>
            </a:pPr>
            <a:r>
              <a:rPr lang="en-US" altLang="zh-CN" sz="1400" dirty="0">
                <a:ea typeface="宋体" panose="02010600030101010101" pitchFamily="2" charset="-122"/>
              </a:rPr>
              <a:t>4-</a:t>
            </a: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39940" name="Rectangle 2"/>
          <p:cNvSpPr>
            <a:spLocks noGrp="1"/>
          </p:cNvSpPr>
          <p:nvPr>
            <p:ph type="title"/>
          </p:nvPr>
        </p:nvSpPr>
        <p:spPr/>
        <p:txBody>
          <a:bodyPr vert="horz" wrap="square" lIns="91440" tIns="45720" rIns="91440" bIns="45720" anchor="ctr" anchorCtr="0"/>
          <a:p>
            <a:r>
              <a:rPr lang="en-US" altLang="zh-CN" sz="3600" dirty="0">
                <a:ea typeface="宋体" panose="02010600030101010101" pitchFamily="2" charset="-122"/>
              </a:rPr>
              <a:t>IP Fragmentation &amp; Reassembly</a:t>
            </a:r>
            <a:endParaRPr lang="en-US" altLang="zh-CN" dirty="0">
              <a:ea typeface="宋体" panose="02010600030101010101" pitchFamily="2" charset="-122"/>
            </a:endParaRPr>
          </a:p>
        </p:txBody>
      </p:sp>
      <p:sp>
        <p:nvSpPr>
          <p:cNvPr id="39941" name="Rectangle 3"/>
          <p:cNvSpPr>
            <a:spLocks noGrp="1"/>
          </p:cNvSpPr>
          <p:nvPr>
            <p:ph sz="half" idx="1"/>
          </p:nvPr>
        </p:nvSpPr>
        <p:spPr>
          <a:xfrm>
            <a:off x="276225" y="1304925"/>
            <a:ext cx="3810000" cy="4648200"/>
          </a:xfrm>
        </p:spPr>
        <p:txBody>
          <a:bodyPr vert="horz" wrap="square" lIns="91440" tIns="45720" rIns="91440" bIns="45720" anchor="t" anchorCtr="0"/>
          <a:p>
            <a:pPr>
              <a:buClr>
                <a:schemeClr val="accent2"/>
              </a:buClr>
              <a:buSzPct val="85000"/>
              <a:buFont typeface="ZapfDingbats"/>
            </a:pPr>
            <a:r>
              <a:rPr lang="en-US" altLang="zh-CN" sz="1800" dirty="0">
                <a:ea typeface="宋体" panose="02010600030101010101" pitchFamily="2" charset="-122"/>
              </a:rPr>
              <a:t>network links have MTU (max.transfer size) - largest possible link-level frame.</a:t>
            </a:r>
            <a:endParaRPr lang="en-US" altLang="zh-CN" sz="2000" dirty="0">
              <a:ea typeface="宋体" panose="02010600030101010101" pitchFamily="2" charset="-122"/>
            </a:endParaRPr>
          </a:p>
          <a:p>
            <a:pPr lvl="1">
              <a:buClr>
                <a:schemeClr val="accent2"/>
              </a:buClr>
              <a:buSzPct val="75000"/>
              <a:buFont typeface="ZapfDingbats"/>
            </a:pPr>
            <a:r>
              <a:rPr lang="en-US" altLang="zh-CN" sz="1800" dirty="0">
                <a:ea typeface="宋体" panose="02010600030101010101" pitchFamily="2" charset="-122"/>
              </a:rPr>
              <a:t>different link types, different MTUs </a:t>
            </a:r>
            <a:endParaRPr lang="en-US" altLang="zh-CN" sz="1800" dirty="0">
              <a:ea typeface="宋体" panose="02010600030101010101" pitchFamily="2" charset="-122"/>
            </a:endParaRPr>
          </a:p>
          <a:p>
            <a:pPr>
              <a:buClr>
                <a:schemeClr val="accent2"/>
              </a:buClr>
              <a:buSzPct val="85000"/>
              <a:buFont typeface="ZapfDingbats"/>
            </a:pPr>
            <a:r>
              <a:rPr lang="en-US" altLang="zh-CN" sz="1800" dirty="0">
                <a:ea typeface="宋体" panose="02010600030101010101" pitchFamily="2" charset="-122"/>
              </a:rPr>
              <a:t>large IP datagram divided (“fragmented”) within net</a:t>
            </a:r>
            <a:endParaRPr lang="en-US" altLang="zh-CN" sz="1800" dirty="0">
              <a:ea typeface="宋体" panose="02010600030101010101" pitchFamily="2" charset="-122"/>
            </a:endParaRPr>
          </a:p>
          <a:p>
            <a:pPr lvl="1">
              <a:buClr>
                <a:schemeClr val="accent2"/>
              </a:buClr>
              <a:buSzPct val="75000"/>
              <a:buFont typeface="ZapfDingbats"/>
            </a:pPr>
            <a:r>
              <a:rPr lang="en-US" altLang="zh-CN" sz="1800" dirty="0">
                <a:ea typeface="宋体" panose="02010600030101010101" pitchFamily="2" charset="-122"/>
              </a:rPr>
              <a:t>one datagram becomes several datagrams</a:t>
            </a:r>
            <a:endParaRPr lang="en-US" altLang="zh-CN" sz="1600" dirty="0">
              <a:ea typeface="宋体" panose="02010600030101010101" pitchFamily="2" charset="-122"/>
            </a:endParaRPr>
          </a:p>
          <a:p>
            <a:pPr lvl="1">
              <a:buClr>
                <a:schemeClr val="accent2"/>
              </a:buClr>
              <a:buSzPct val="75000"/>
              <a:buFont typeface="ZapfDingbats"/>
            </a:pPr>
            <a:r>
              <a:rPr lang="en-US" altLang="zh-CN" sz="1800" dirty="0">
                <a:ea typeface="宋体" panose="02010600030101010101" pitchFamily="2" charset="-122"/>
              </a:rPr>
              <a:t>“reassembled” only at final destination</a:t>
            </a:r>
            <a:endParaRPr lang="en-US" altLang="zh-CN" sz="1800" dirty="0">
              <a:ea typeface="宋体" panose="02010600030101010101" pitchFamily="2" charset="-122"/>
            </a:endParaRPr>
          </a:p>
          <a:p>
            <a:pPr lvl="1">
              <a:buClr>
                <a:schemeClr val="accent2"/>
              </a:buClr>
              <a:buSzPct val="75000"/>
              <a:buFont typeface="ZapfDingbats"/>
            </a:pPr>
            <a:r>
              <a:rPr lang="en-US" altLang="zh-CN" sz="1800" dirty="0">
                <a:ea typeface="宋体" panose="02010600030101010101" pitchFamily="2" charset="-122"/>
              </a:rPr>
              <a:t>IP header bits used to identify, order related fragments</a:t>
            </a:r>
            <a:endParaRPr lang="en-US" altLang="zh-CN" sz="1800" dirty="0">
              <a:ea typeface="宋体" panose="02010600030101010101" pitchFamily="2" charset="-122"/>
            </a:endParaRPr>
          </a:p>
        </p:txBody>
      </p:sp>
      <p:sp>
        <p:nvSpPr>
          <p:cNvPr id="39942" name="Freeform 4"/>
          <p:cNvSpPr/>
          <p:nvPr/>
        </p:nvSpPr>
        <p:spPr>
          <a:xfrm>
            <a:off x="4597400" y="1628775"/>
            <a:ext cx="2436813" cy="2255838"/>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1292" h="1255">
                <a:moveTo>
                  <a:pt x="239" y="7"/>
                </a:moveTo>
                <a:cubicBezTo>
                  <a:pt x="120" y="14"/>
                  <a:pt x="70" y="71"/>
                  <a:pt x="35" y="157"/>
                </a:cubicBezTo>
                <a:cubicBezTo>
                  <a:pt x="0" y="243"/>
                  <a:pt x="26" y="411"/>
                  <a:pt x="29" y="523"/>
                </a:cubicBezTo>
                <a:cubicBezTo>
                  <a:pt x="32" y="635"/>
                  <a:pt x="17" y="771"/>
                  <a:pt x="53" y="829"/>
                </a:cubicBezTo>
                <a:cubicBezTo>
                  <a:pt x="89" y="887"/>
                  <a:pt x="146" y="821"/>
                  <a:pt x="245" y="871"/>
                </a:cubicBezTo>
                <a:cubicBezTo>
                  <a:pt x="344" y="921"/>
                  <a:pt x="522" y="1068"/>
                  <a:pt x="647" y="1129"/>
                </a:cubicBezTo>
                <a:cubicBezTo>
                  <a:pt x="772" y="1190"/>
                  <a:pt x="903" y="1255"/>
                  <a:pt x="995" y="1237"/>
                </a:cubicBezTo>
                <a:cubicBezTo>
                  <a:pt x="1087" y="1219"/>
                  <a:pt x="1153" y="1153"/>
                  <a:pt x="1199" y="1021"/>
                </a:cubicBezTo>
                <a:cubicBezTo>
                  <a:pt x="1245" y="889"/>
                  <a:pt x="1270" y="580"/>
                  <a:pt x="1271" y="445"/>
                </a:cubicBezTo>
                <a:cubicBezTo>
                  <a:pt x="1272" y="310"/>
                  <a:pt x="1292" y="266"/>
                  <a:pt x="1205" y="211"/>
                </a:cubicBezTo>
                <a:cubicBezTo>
                  <a:pt x="1118" y="156"/>
                  <a:pt x="908" y="150"/>
                  <a:pt x="749" y="115"/>
                </a:cubicBezTo>
                <a:cubicBezTo>
                  <a:pt x="590" y="80"/>
                  <a:pt x="358" y="0"/>
                  <a:pt x="239" y="7"/>
                </a:cubicBezTo>
                <a:close/>
              </a:path>
            </a:pathLst>
          </a:custGeom>
          <a:solidFill>
            <a:srgbClr val="00FFFF">
              <a:alpha val="100000"/>
            </a:srgbClr>
          </a:solidFill>
          <a:ln w="9525">
            <a:noFill/>
          </a:ln>
        </p:spPr>
        <p:txBody>
          <a:bodyPr/>
          <a:p>
            <a:endParaRPr lang="zh-CN" altLang="en-US"/>
          </a:p>
        </p:txBody>
      </p:sp>
      <p:sp>
        <p:nvSpPr>
          <p:cNvPr id="39943" name="Freeform 5"/>
          <p:cNvSpPr/>
          <p:nvPr/>
        </p:nvSpPr>
        <p:spPr>
          <a:xfrm>
            <a:off x="4597400" y="4030663"/>
            <a:ext cx="1976438" cy="1987550"/>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873" h="940">
                <a:moveTo>
                  <a:pt x="2" y="405"/>
                </a:moveTo>
                <a:cubicBezTo>
                  <a:pt x="17" y="290"/>
                  <a:pt x="138" y="129"/>
                  <a:pt x="230" y="65"/>
                </a:cubicBezTo>
                <a:cubicBezTo>
                  <a:pt x="322" y="1"/>
                  <a:pt x="460" y="0"/>
                  <a:pt x="555" y="22"/>
                </a:cubicBezTo>
                <a:cubicBezTo>
                  <a:pt x="650" y="44"/>
                  <a:pt x="748" y="143"/>
                  <a:pt x="800" y="197"/>
                </a:cubicBezTo>
                <a:cubicBezTo>
                  <a:pt x="852" y="251"/>
                  <a:pt x="859" y="292"/>
                  <a:pt x="866" y="347"/>
                </a:cubicBezTo>
                <a:cubicBezTo>
                  <a:pt x="873" y="402"/>
                  <a:pt x="855" y="457"/>
                  <a:pt x="842" y="527"/>
                </a:cubicBezTo>
                <a:cubicBezTo>
                  <a:pt x="829" y="597"/>
                  <a:pt x="827" y="714"/>
                  <a:pt x="788" y="767"/>
                </a:cubicBezTo>
                <a:cubicBezTo>
                  <a:pt x="749" y="820"/>
                  <a:pt x="670" y="819"/>
                  <a:pt x="608" y="845"/>
                </a:cubicBezTo>
                <a:cubicBezTo>
                  <a:pt x="546" y="871"/>
                  <a:pt x="496" y="940"/>
                  <a:pt x="418" y="925"/>
                </a:cubicBezTo>
                <a:cubicBezTo>
                  <a:pt x="340" y="910"/>
                  <a:pt x="208" y="840"/>
                  <a:pt x="139" y="754"/>
                </a:cubicBezTo>
                <a:cubicBezTo>
                  <a:pt x="69" y="667"/>
                  <a:pt x="0" y="546"/>
                  <a:pt x="2" y="405"/>
                </a:cubicBezTo>
                <a:close/>
              </a:path>
            </a:pathLst>
          </a:custGeom>
          <a:solidFill>
            <a:srgbClr val="00FFFF">
              <a:alpha val="100000"/>
            </a:srgbClr>
          </a:solidFill>
          <a:ln w="9525">
            <a:noFill/>
          </a:ln>
        </p:spPr>
        <p:txBody>
          <a:bodyPr/>
          <a:p>
            <a:endParaRPr lang="zh-CN" altLang="en-US"/>
          </a:p>
        </p:txBody>
      </p:sp>
      <p:grpSp>
        <p:nvGrpSpPr>
          <p:cNvPr id="39944" name="Group 6"/>
          <p:cNvGrpSpPr/>
          <p:nvPr/>
        </p:nvGrpSpPr>
        <p:grpSpPr>
          <a:xfrm>
            <a:off x="4191000" y="2008188"/>
            <a:ext cx="649288" cy="1247775"/>
            <a:chOff x="3314" y="1248"/>
            <a:chExt cx="344" cy="694"/>
          </a:xfrm>
        </p:grpSpPr>
        <p:graphicFrame>
          <p:nvGraphicFramePr>
            <p:cNvPr id="40083" name="Object 7"/>
            <p:cNvGraphicFramePr>
              <a:graphicFrameLocks noChangeAspect="1"/>
            </p:cNvGraphicFramePr>
            <p:nvPr/>
          </p:nvGraphicFramePr>
          <p:xfrm>
            <a:off x="3314" y="1248"/>
            <a:ext cx="299" cy="248"/>
          </p:xfrm>
          <a:graphic>
            <a:graphicData uri="http://schemas.openxmlformats.org/presentationml/2006/ole">
              <mc:AlternateContent xmlns:mc="http://schemas.openxmlformats.org/markup-compatibility/2006">
                <mc:Choice xmlns:v="urn:schemas-microsoft-com:vml" Requires="v">
                  <p:oleObj spid="_x0000_s3083" name="" r:id="rId1" imgW="1307465" imgH="1083945" progId="MS_ClipArt_Gallery.2">
                    <p:embed/>
                  </p:oleObj>
                </mc:Choice>
                <mc:Fallback>
                  <p:oleObj name="" r:id="rId1" imgW="1307465" imgH="1083945" progId="MS_ClipArt_Gallery.2">
                    <p:embed/>
                    <p:pic>
                      <p:nvPicPr>
                        <p:cNvPr id="0" name="图片 3082"/>
                        <p:cNvPicPr/>
                        <p:nvPr/>
                      </p:nvPicPr>
                      <p:blipFill>
                        <a:blip r:embed="rId2"/>
                        <a:stretch>
                          <a:fillRect/>
                        </a:stretch>
                      </p:blipFill>
                      <p:spPr>
                        <a:xfrm>
                          <a:off x="3314" y="1248"/>
                          <a:ext cx="299" cy="248"/>
                        </a:xfrm>
                        <a:prstGeom prst="rect">
                          <a:avLst/>
                        </a:prstGeom>
                        <a:noFill/>
                        <a:ln w="38100">
                          <a:noFill/>
                          <a:miter/>
                        </a:ln>
                      </p:spPr>
                    </p:pic>
                  </p:oleObj>
                </mc:Fallback>
              </mc:AlternateContent>
            </a:graphicData>
          </a:graphic>
        </p:graphicFrame>
        <p:sp>
          <p:nvSpPr>
            <p:cNvPr id="40084" name="Line 8"/>
            <p:cNvSpPr/>
            <p:nvPr/>
          </p:nvSpPr>
          <p:spPr>
            <a:xfrm flipV="1">
              <a:off x="3606" y="1433"/>
              <a:ext cx="52" cy="5"/>
            </a:xfrm>
            <a:prstGeom prst="line">
              <a:avLst/>
            </a:prstGeom>
            <a:ln w="19050" cap="flat" cmpd="sng">
              <a:solidFill>
                <a:schemeClr val="tx1"/>
              </a:solidFill>
              <a:prstDash val="solid"/>
              <a:headEnd type="none" w="med" len="med"/>
              <a:tailEnd type="none" w="med" len="med"/>
            </a:ln>
          </p:spPr>
        </p:sp>
        <p:graphicFrame>
          <p:nvGraphicFramePr>
            <p:cNvPr id="40085" name="Object 9"/>
            <p:cNvGraphicFramePr>
              <a:graphicFrameLocks noChangeAspect="1"/>
            </p:cNvGraphicFramePr>
            <p:nvPr/>
          </p:nvGraphicFramePr>
          <p:xfrm>
            <a:off x="3314" y="1694"/>
            <a:ext cx="299" cy="248"/>
          </p:xfrm>
          <a:graphic>
            <a:graphicData uri="http://schemas.openxmlformats.org/presentationml/2006/ole">
              <mc:AlternateContent xmlns:mc="http://schemas.openxmlformats.org/markup-compatibility/2006">
                <mc:Choice xmlns:v="urn:schemas-microsoft-com:vml" Requires="v">
                  <p:oleObj spid="_x0000_s3084" name="" r:id="rId3" imgW="1307465" imgH="1083945" progId="MS_ClipArt_Gallery.2">
                    <p:embed/>
                  </p:oleObj>
                </mc:Choice>
                <mc:Fallback>
                  <p:oleObj name="" r:id="rId3" imgW="1307465" imgH="1083945" progId="MS_ClipArt_Gallery.2">
                    <p:embed/>
                    <p:pic>
                      <p:nvPicPr>
                        <p:cNvPr id="0" name="图片 3083"/>
                        <p:cNvPicPr/>
                        <p:nvPr/>
                      </p:nvPicPr>
                      <p:blipFill>
                        <a:blip r:embed="rId2"/>
                        <a:stretch>
                          <a:fillRect/>
                        </a:stretch>
                      </p:blipFill>
                      <p:spPr>
                        <a:xfrm>
                          <a:off x="3314" y="1694"/>
                          <a:ext cx="299" cy="248"/>
                        </a:xfrm>
                        <a:prstGeom prst="rect">
                          <a:avLst/>
                        </a:prstGeom>
                        <a:noFill/>
                        <a:ln w="38100">
                          <a:noFill/>
                          <a:miter/>
                        </a:ln>
                      </p:spPr>
                    </p:pic>
                  </p:oleObj>
                </mc:Fallback>
              </mc:AlternateContent>
            </a:graphicData>
          </a:graphic>
        </p:graphicFrame>
        <p:sp>
          <p:nvSpPr>
            <p:cNvPr id="40086" name="Line 10"/>
            <p:cNvSpPr/>
            <p:nvPr/>
          </p:nvSpPr>
          <p:spPr>
            <a:xfrm flipV="1">
              <a:off x="3606" y="1882"/>
              <a:ext cx="52" cy="2"/>
            </a:xfrm>
            <a:prstGeom prst="line">
              <a:avLst/>
            </a:prstGeom>
            <a:ln w="19050" cap="flat" cmpd="sng">
              <a:solidFill>
                <a:schemeClr val="tx1"/>
              </a:solidFill>
              <a:prstDash val="solid"/>
              <a:headEnd type="none" w="med" len="med"/>
              <a:tailEnd type="none" w="med" len="med"/>
            </a:ln>
          </p:spPr>
        </p:sp>
        <p:grpSp>
          <p:nvGrpSpPr>
            <p:cNvPr id="40087" name="Group 11"/>
            <p:cNvGrpSpPr/>
            <p:nvPr/>
          </p:nvGrpSpPr>
          <p:grpSpPr>
            <a:xfrm>
              <a:off x="3404" y="1504"/>
              <a:ext cx="51" cy="167"/>
              <a:chOff x="3842" y="406"/>
              <a:chExt cx="51" cy="167"/>
            </a:xfrm>
          </p:grpSpPr>
          <p:sp>
            <p:nvSpPr>
              <p:cNvPr id="40089" name="Oval 12"/>
              <p:cNvSpPr/>
              <p:nvPr/>
            </p:nvSpPr>
            <p:spPr>
              <a:xfrm>
                <a:off x="3842" y="406"/>
                <a:ext cx="47" cy="47"/>
              </a:xfrm>
              <a:prstGeom prst="ellipse">
                <a:avLst/>
              </a:prstGeom>
              <a:solidFill>
                <a:schemeClr val="accent2"/>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40090" name="Oval 13"/>
              <p:cNvSpPr/>
              <p:nvPr/>
            </p:nvSpPr>
            <p:spPr>
              <a:xfrm>
                <a:off x="3844" y="466"/>
                <a:ext cx="47" cy="47"/>
              </a:xfrm>
              <a:prstGeom prst="ellipse">
                <a:avLst/>
              </a:prstGeom>
              <a:solidFill>
                <a:schemeClr val="accent2"/>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40091" name="Oval 14"/>
              <p:cNvSpPr/>
              <p:nvPr/>
            </p:nvSpPr>
            <p:spPr>
              <a:xfrm>
                <a:off x="3846" y="526"/>
                <a:ext cx="47" cy="47"/>
              </a:xfrm>
              <a:prstGeom prst="ellipse">
                <a:avLst/>
              </a:prstGeom>
              <a:solidFill>
                <a:schemeClr val="accent2"/>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sp>
          <p:nvSpPr>
            <p:cNvPr id="40088" name="Line 15"/>
            <p:cNvSpPr/>
            <p:nvPr/>
          </p:nvSpPr>
          <p:spPr>
            <a:xfrm>
              <a:off x="3654" y="1431"/>
              <a:ext cx="0" cy="450"/>
            </a:xfrm>
            <a:prstGeom prst="line">
              <a:avLst/>
            </a:prstGeom>
            <a:ln w="12700" cap="flat" cmpd="sng">
              <a:solidFill>
                <a:schemeClr val="tx1"/>
              </a:solidFill>
              <a:prstDash val="solid"/>
              <a:headEnd type="none" w="med" len="med"/>
              <a:tailEnd type="none" w="med" len="med"/>
            </a:ln>
          </p:spPr>
        </p:sp>
      </p:grpSp>
      <p:sp>
        <p:nvSpPr>
          <p:cNvPr id="39945" name="Line 16"/>
          <p:cNvSpPr/>
          <p:nvPr/>
        </p:nvSpPr>
        <p:spPr>
          <a:xfrm flipV="1">
            <a:off x="4670425" y="2584450"/>
            <a:ext cx="127000" cy="3175"/>
          </a:xfrm>
          <a:prstGeom prst="line">
            <a:avLst/>
          </a:prstGeom>
          <a:ln w="12700" cap="flat" cmpd="sng">
            <a:solidFill>
              <a:schemeClr val="tx1"/>
            </a:solidFill>
            <a:prstDash val="solid"/>
            <a:headEnd type="none" w="med" len="med"/>
            <a:tailEnd type="none" w="med" len="med"/>
          </a:ln>
        </p:spPr>
      </p:sp>
      <p:sp>
        <p:nvSpPr>
          <p:cNvPr id="39946" name="Line 17"/>
          <p:cNvSpPr/>
          <p:nvPr/>
        </p:nvSpPr>
        <p:spPr>
          <a:xfrm>
            <a:off x="5246688" y="1909763"/>
            <a:ext cx="658812" cy="279400"/>
          </a:xfrm>
          <a:prstGeom prst="line">
            <a:avLst/>
          </a:prstGeom>
          <a:ln w="12700" cap="flat" cmpd="sng">
            <a:solidFill>
              <a:schemeClr val="tx1"/>
            </a:solidFill>
            <a:prstDash val="solid"/>
            <a:headEnd type="none" w="med" len="med"/>
            <a:tailEnd type="none" w="med" len="med"/>
          </a:ln>
        </p:spPr>
      </p:sp>
      <p:sp>
        <p:nvSpPr>
          <p:cNvPr id="39947" name="Line 18"/>
          <p:cNvSpPr/>
          <p:nvPr/>
        </p:nvSpPr>
        <p:spPr>
          <a:xfrm>
            <a:off x="6092825" y="2246313"/>
            <a:ext cx="196850" cy="669925"/>
          </a:xfrm>
          <a:prstGeom prst="line">
            <a:avLst/>
          </a:prstGeom>
          <a:ln w="12700" cap="flat" cmpd="sng">
            <a:solidFill>
              <a:schemeClr val="tx1"/>
            </a:solidFill>
            <a:prstDash val="solid"/>
            <a:headEnd type="none" w="med" len="med"/>
            <a:tailEnd type="none" w="med" len="med"/>
          </a:ln>
        </p:spPr>
      </p:sp>
      <p:sp>
        <p:nvSpPr>
          <p:cNvPr id="39948" name="Line 19"/>
          <p:cNvSpPr/>
          <p:nvPr/>
        </p:nvSpPr>
        <p:spPr>
          <a:xfrm>
            <a:off x="4995863" y="2022475"/>
            <a:ext cx="1587" cy="582613"/>
          </a:xfrm>
          <a:prstGeom prst="line">
            <a:avLst/>
          </a:prstGeom>
          <a:ln w="12700" cap="flat" cmpd="sng">
            <a:solidFill>
              <a:schemeClr val="tx1"/>
            </a:solidFill>
            <a:prstDash val="solid"/>
            <a:headEnd type="none" w="med" len="med"/>
            <a:tailEnd type="none" w="med" len="med"/>
          </a:ln>
        </p:spPr>
      </p:sp>
      <p:sp>
        <p:nvSpPr>
          <p:cNvPr id="39949" name="Line 20"/>
          <p:cNvSpPr/>
          <p:nvPr/>
        </p:nvSpPr>
        <p:spPr>
          <a:xfrm>
            <a:off x="5021263" y="2670175"/>
            <a:ext cx="971550" cy="401638"/>
          </a:xfrm>
          <a:prstGeom prst="line">
            <a:avLst/>
          </a:prstGeom>
          <a:ln w="12700" cap="flat" cmpd="sng">
            <a:solidFill>
              <a:schemeClr val="tx1"/>
            </a:solidFill>
            <a:prstDash val="solid"/>
            <a:headEnd type="none" w="med" len="med"/>
            <a:tailEnd type="none" w="med" len="med"/>
          </a:ln>
        </p:spPr>
      </p:sp>
      <p:sp>
        <p:nvSpPr>
          <p:cNvPr id="39950" name="Line 21"/>
          <p:cNvSpPr/>
          <p:nvPr/>
        </p:nvSpPr>
        <p:spPr>
          <a:xfrm flipH="1" flipV="1">
            <a:off x="6548438" y="3162300"/>
            <a:ext cx="476250" cy="687388"/>
          </a:xfrm>
          <a:prstGeom prst="line">
            <a:avLst/>
          </a:prstGeom>
          <a:ln w="12700" cap="flat" cmpd="sng">
            <a:solidFill>
              <a:schemeClr val="tx1"/>
            </a:solidFill>
            <a:prstDash val="solid"/>
            <a:headEnd type="none" w="med" len="med"/>
            <a:tailEnd type="none" w="med" len="med"/>
          </a:ln>
        </p:spPr>
      </p:sp>
      <p:sp>
        <p:nvSpPr>
          <p:cNvPr id="39951" name="Line 22"/>
          <p:cNvSpPr/>
          <p:nvPr/>
        </p:nvSpPr>
        <p:spPr>
          <a:xfrm flipH="1">
            <a:off x="5254625" y="2214563"/>
            <a:ext cx="758825" cy="517525"/>
          </a:xfrm>
          <a:prstGeom prst="line">
            <a:avLst/>
          </a:prstGeom>
          <a:ln w="12700" cap="flat" cmpd="sng">
            <a:solidFill>
              <a:schemeClr val="tx1"/>
            </a:solidFill>
            <a:prstDash val="solid"/>
            <a:headEnd type="none" w="med" len="med"/>
            <a:tailEnd type="none" w="med" len="med"/>
          </a:ln>
        </p:spPr>
      </p:sp>
      <p:sp>
        <p:nvSpPr>
          <p:cNvPr id="39952" name="Line 23"/>
          <p:cNvSpPr/>
          <p:nvPr/>
        </p:nvSpPr>
        <p:spPr>
          <a:xfrm flipH="1">
            <a:off x="5264150" y="1654175"/>
            <a:ext cx="476250" cy="342900"/>
          </a:xfrm>
          <a:prstGeom prst="line">
            <a:avLst/>
          </a:prstGeom>
          <a:ln w="12700" cap="flat" cmpd="sng">
            <a:solidFill>
              <a:schemeClr val="tx1"/>
            </a:solidFill>
            <a:prstDash val="solid"/>
            <a:headEnd type="none" w="med" len="med"/>
            <a:tailEnd type="none" w="med" len="med"/>
          </a:ln>
        </p:spPr>
      </p:sp>
      <p:sp>
        <p:nvSpPr>
          <p:cNvPr id="39953" name="Line 24"/>
          <p:cNvSpPr/>
          <p:nvPr/>
        </p:nvSpPr>
        <p:spPr>
          <a:xfrm flipH="1">
            <a:off x="5981700" y="1830388"/>
            <a:ext cx="273050" cy="236537"/>
          </a:xfrm>
          <a:prstGeom prst="line">
            <a:avLst/>
          </a:prstGeom>
          <a:ln w="12700" cap="flat" cmpd="sng">
            <a:solidFill>
              <a:schemeClr val="tx1"/>
            </a:solidFill>
            <a:prstDash val="solid"/>
            <a:headEnd type="none" w="med" len="med"/>
            <a:tailEnd type="none" w="med" len="med"/>
          </a:ln>
        </p:spPr>
      </p:sp>
      <p:grpSp>
        <p:nvGrpSpPr>
          <p:cNvPr id="39954" name="Group 25"/>
          <p:cNvGrpSpPr/>
          <p:nvPr/>
        </p:nvGrpSpPr>
        <p:grpSpPr>
          <a:xfrm>
            <a:off x="4745038" y="1793875"/>
            <a:ext cx="679450" cy="314325"/>
            <a:chOff x="3600" y="219"/>
            <a:chExt cx="360" cy="175"/>
          </a:xfrm>
        </p:grpSpPr>
        <p:sp>
          <p:nvSpPr>
            <p:cNvPr id="40070" name="Oval 26"/>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40071" name="Line 27"/>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40072" name="Line 28"/>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40073" name="Rectangle 29"/>
            <p:cNvSpPr/>
            <p:nvPr/>
          </p:nvSpPr>
          <p:spPr>
            <a:xfrm>
              <a:off x="3603" y="289"/>
              <a:ext cx="354" cy="5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0074" name="Oval 30"/>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40075" name="Group 31"/>
            <p:cNvGrpSpPr/>
            <p:nvPr/>
          </p:nvGrpSpPr>
          <p:grpSpPr>
            <a:xfrm>
              <a:off x="3686" y="244"/>
              <a:ext cx="177" cy="66"/>
              <a:chOff x="2848" y="848"/>
              <a:chExt cx="140" cy="98"/>
            </a:xfrm>
          </p:grpSpPr>
          <p:sp>
            <p:nvSpPr>
              <p:cNvPr id="40080" name="Line 32"/>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40081" name="Line 33"/>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40082" name="Line 34"/>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40076" name="Group 35"/>
            <p:cNvGrpSpPr/>
            <p:nvPr/>
          </p:nvGrpSpPr>
          <p:grpSpPr>
            <a:xfrm flipV="1">
              <a:off x="3686" y="243"/>
              <a:ext cx="177" cy="66"/>
              <a:chOff x="2848" y="848"/>
              <a:chExt cx="140" cy="98"/>
            </a:xfrm>
          </p:grpSpPr>
          <p:sp>
            <p:nvSpPr>
              <p:cNvPr id="40077" name="Line 36"/>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40078" name="Line 37"/>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40079" name="Line 38"/>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39955" name="Group 39"/>
          <p:cNvGrpSpPr/>
          <p:nvPr/>
        </p:nvGrpSpPr>
        <p:grpSpPr>
          <a:xfrm>
            <a:off x="4762500" y="2451100"/>
            <a:ext cx="679450" cy="314325"/>
            <a:chOff x="3600" y="219"/>
            <a:chExt cx="360" cy="175"/>
          </a:xfrm>
        </p:grpSpPr>
        <p:sp>
          <p:nvSpPr>
            <p:cNvPr id="40057" name="Oval 40"/>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40058" name="Line 41"/>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40059" name="Line 42"/>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40060" name="Rectangle 43"/>
            <p:cNvSpPr/>
            <p:nvPr/>
          </p:nvSpPr>
          <p:spPr>
            <a:xfrm>
              <a:off x="3603" y="289"/>
              <a:ext cx="354" cy="5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0061" name="Oval 44"/>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40062" name="Group 45"/>
            <p:cNvGrpSpPr/>
            <p:nvPr/>
          </p:nvGrpSpPr>
          <p:grpSpPr>
            <a:xfrm>
              <a:off x="3686" y="244"/>
              <a:ext cx="177" cy="66"/>
              <a:chOff x="2848" y="848"/>
              <a:chExt cx="140" cy="98"/>
            </a:xfrm>
          </p:grpSpPr>
          <p:sp>
            <p:nvSpPr>
              <p:cNvPr id="40067" name="Line 46"/>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40068" name="Line 47"/>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40069" name="Line 48"/>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40063" name="Group 49"/>
            <p:cNvGrpSpPr/>
            <p:nvPr/>
          </p:nvGrpSpPr>
          <p:grpSpPr>
            <a:xfrm flipV="1">
              <a:off x="3686" y="243"/>
              <a:ext cx="177" cy="66"/>
              <a:chOff x="2848" y="848"/>
              <a:chExt cx="140" cy="98"/>
            </a:xfrm>
          </p:grpSpPr>
          <p:sp>
            <p:nvSpPr>
              <p:cNvPr id="40064" name="Line 50"/>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40065" name="Line 51"/>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40066" name="Line 52"/>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39956" name="Group 53"/>
          <p:cNvGrpSpPr/>
          <p:nvPr/>
        </p:nvGrpSpPr>
        <p:grpSpPr>
          <a:xfrm>
            <a:off x="5732463" y="2001838"/>
            <a:ext cx="676275" cy="314325"/>
            <a:chOff x="3600" y="219"/>
            <a:chExt cx="360" cy="175"/>
          </a:xfrm>
        </p:grpSpPr>
        <p:sp>
          <p:nvSpPr>
            <p:cNvPr id="40044" name="Oval 54"/>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40045" name="Line 55"/>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40046" name="Line 56"/>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40047" name="Rectangle 57"/>
            <p:cNvSpPr/>
            <p:nvPr/>
          </p:nvSpPr>
          <p:spPr>
            <a:xfrm>
              <a:off x="3603" y="289"/>
              <a:ext cx="354" cy="5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0048" name="Oval 58"/>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40049" name="Group 59"/>
            <p:cNvGrpSpPr/>
            <p:nvPr/>
          </p:nvGrpSpPr>
          <p:grpSpPr>
            <a:xfrm>
              <a:off x="3686" y="244"/>
              <a:ext cx="177" cy="66"/>
              <a:chOff x="2848" y="848"/>
              <a:chExt cx="140" cy="98"/>
            </a:xfrm>
          </p:grpSpPr>
          <p:sp>
            <p:nvSpPr>
              <p:cNvPr id="40054" name="Line 60"/>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40055" name="Line 61"/>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40056" name="Line 62"/>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40050" name="Group 63"/>
            <p:cNvGrpSpPr/>
            <p:nvPr/>
          </p:nvGrpSpPr>
          <p:grpSpPr>
            <a:xfrm flipV="1">
              <a:off x="3686" y="243"/>
              <a:ext cx="177" cy="66"/>
              <a:chOff x="2848" y="848"/>
              <a:chExt cx="140" cy="98"/>
            </a:xfrm>
          </p:grpSpPr>
          <p:sp>
            <p:nvSpPr>
              <p:cNvPr id="40051" name="Line 64"/>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40052" name="Line 65"/>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40053" name="Line 66"/>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39957" name="Group 67"/>
          <p:cNvGrpSpPr/>
          <p:nvPr/>
        </p:nvGrpSpPr>
        <p:grpSpPr>
          <a:xfrm>
            <a:off x="5976938" y="2908300"/>
            <a:ext cx="679450" cy="314325"/>
            <a:chOff x="3600" y="219"/>
            <a:chExt cx="360" cy="175"/>
          </a:xfrm>
        </p:grpSpPr>
        <p:sp>
          <p:nvSpPr>
            <p:cNvPr id="40031" name="Oval 68"/>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40032" name="Line 69"/>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40033" name="Line 70"/>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40034" name="Rectangle 71"/>
            <p:cNvSpPr/>
            <p:nvPr/>
          </p:nvSpPr>
          <p:spPr>
            <a:xfrm>
              <a:off x="3603" y="289"/>
              <a:ext cx="354" cy="5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0035" name="Oval 72"/>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40036" name="Group 73"/>
            <p:cNvGrpSpPr/>
            <p:nvPr/>
          </p:nvGrpSpPr>
          <p:grpSpPr>
            <a:xfrm>
              <a:off x="3686" y="244"/>
              <a:ext cx="177" cy="66"/>
              <a:chOff x="2848" y="848"/>
              <a:chExt cx="140" cy="98"/>
            </a:xfrm>
          </p:grpSpPr>
          <p:sp>
            <p:nvSpPr>
              <p:cNvPr id="40041" name="Line 74"/>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40042" name="Line 75"/>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40043" name="Line 76"/>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40037" name="Group 77"/>
            <p:cNvGrpSpPr/>
            <p:nvPr/>
          </p:nvGrpSpPr>
          <p:grpSpPr>
            <a:xfrm flipV="1">
              <a:off x="3686" y="243"/>
              <a:ext cx="177" cy="66"/>
              <a:chOff x="2848" y="848"/>
              <a:chExt cx="140" cy="98"/>
            </a:xfrm>
          </p:grpSpPr>
          <p:sp>
            <p:nvSpPr>
              <p:cNvPr id="40038" name="Line 78"/>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40039" name="Line 79"/>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40040" name="Line 80"/>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39958" name="Group 81"/>
          <p:cNvGrpSpPr/>
          <p:nvPr/>
        </p:nvGrpSpPr>
        <p:grpSpPr>
          <a:xfrm>
            <a:off x="5745163" y="4900613"/>
            <a:ext cx="715962" cy="311150"/>
            <a:chOff x="3600" y="219"/>
            <a:chExt cx="360" cy="175"/>
          </a:xfrm>
        </p:grpSpPr>
        <p:sp>
          <p:nvSpPr>
            <p:cNvPr id="40018" name="Oval 82"/>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40019" name="Line 83"/>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40020" name="Line 84"/>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40021" name="Rectangle 85"/>
            <p:cNvSpPr/>
            <p:nvPr/>
          </p:nvSpPr>
          <p:spPr>
            <a:xfrm>
              <a:off x="3603" y="289"/>
              <a:ext cx="354" cy="5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0022" name="Oval 86"/>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40023" name="Group 87"/>
            <p:cNvGrpSpPr/>
            <p:nvPr/>
          </p:nvGrpSpPr>
          <p:grpSpPr>
            <a:xfrm>
              <a:off x="3686" y="244"/>
              <a:ext cx="177" cy="66"/>
              <a:chOff x="2848" y="848"/>
              <a:chExt cx="140" cy="98"/>
            </a:xfrm>
          </p:grpSpPr>
          <p:sp>
            <p:nvSpPr>
              <p:cNvPr id="40028" name="Line 88"/>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40029" name="Line 89"/>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40030" name="Line 90"/>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40024" name="Group 91"/>
            <p:cNvGrpSpPr/>
            <p:nvPr/>
          </p:nvGrpSpPr>
          <p:grpSpPr>
            <a:xfrm flipV="1">
              <a:off x="3686" y="243"/>
              <a:ext cx="177" cy="66"/>
              <a:chOff x="2848" y="848"/>
              <a:chExt cx="140" cy="98"/>
            </a:xfrm>
          </p:grpSpPr>
          <p:sp>
            <p:nvSpPr>
              <p:cNvPr id="40025" name="Line 92"/>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40026" name="Line 93"/>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40027" name="Line 94"/>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39959" name="Group 95"/>
          <p:cNvGrpSpPr/>
          <p:nvPr/>
        </p:nvGrpSpPr>
        <p:grpSpPr>
          <a:xfrm>
            <a:off x="6738938" y="3889375"/>
            <a:ext cx="679450" cy="314325"/>
            <a:chOff x="3600" y="219"/>
            <a:chExt cx="360" cy="175"/>
          </a:xfrm>
        </p:grpSpPr>
        <p:sp>
          <p:nvSpPr>
            <p:cNvPr id="40005" name="Oval 96"/>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40006" name="Line 97"/>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40007" name="Line 98"/>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40008" name="Rectangle 99"/>
            <p:cNvSpPr/>
            <p:nvPr/>
          </p:nvSpPr>
          <p:spPr>
            <a:xfrm>
              <a:off x="3603" y="289"/>
              <a:ext cx="354" cy="5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0009" name="Oval 100"/>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40010" name="Group 101"/>
            <p:cNvGrpSpPr/>
            <p:nvPr/>
          </p:nvGrpSpPr>
          <p:grpSpPr>
            <a:xfrm>
              <a:off x="3686" y="244"/>
              <a:ext cx="177" cy="66"/>
              <a:chOff x="2848" y="848"/>
              <a:chExt cx="140" cy="98"/>
            </a:xfrm>
          </p:grpSpPr>
          <p:sp>
            <p:nvSpPr>
              <p:cNvPr id="40015" name="Line 102"/>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40016" name="Line 103"/>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40017" name="Line 104"/>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40011" name="Group 105"/>
            <p:cNvGrpSpPr/>
            <p:nvPr/>
          </p:nvGrpSpPr>
          <p:grpSpPr>
            <a:xfrm flipV="1">
              <a:off x="3686" y="243"/>
              <a:ext cx="177" cy="66"/>
              <a:chOff x="2848" y="848"/>
              <a:chExt cx="140" cy="98"/>
            </a:xfrm>
          </p:grpSpPr>
          <p:sp>
            <p:nvSpPr>
              <p:cNvPr id="40012" name="Line 106"/>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40013" name="Line 107"/>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40014" name="Line 108"/>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aphicFrame>
        <p:nvGraphicFramePr>
          <p:cNvPr id="39960" name="Object 109"/>
          <p:cNvGraphicFramePr>
            <a:graphicFrameLocks noChangeAspect="1"/>
          </p:cNvGraphicFramePr>
          <p:nvPr/>
        </p:nvGraphicFramePr>
        <p:xfrm>
          <a:off x="4705350" y="4392613"/>
          <a:ext cx="563563" cy="446087"/>
        </p:xfrm>
        <a:graphic>
          <a:graphicData uri="http://schemas.openxmlformats.org/presentationml/2006/ole">
            <mc:AlternateContent xmlns:mc="http://schemas.openxmlformats.org/markup-compatibility/2006">
              <mc:Choice xmlns:v="urn:schemas-microsoft-com:vml" Requires="v">
                <p:oleObj spid="_x0000_s3095" name="" r:id="rId4" imgW="1307465" imgH="1083945" progId="MS_ClipArt_Gallery.2">
                  <p:embed/>
                </p:oleObj>
              </mc:Choice>
              <mc:Fallback>
                <p:oleObj name="" r:id="rId4" imgW="1307465" imgH="1083945" progId="MS_ClipArt_Gallery.2">
                  <p:embed/>
                  <p:pic>
                    <p:nvPicPr>
                      <p:cNvPr id="0" name="图片 3094"/>
                      <p:cNvPicPr/>
                      <p:nvPr/>
                    </p:nvPicPr>
                    <p:blipFill>
                      <a:blip r:embed="rId2"/>
                      <a:stretch>
                        <a:fillRect/>
                      </a:stretch>
                    </p:blipFill>
                    <p:spPr>
                      <a:xfrm>
                        <a:off x="4705350" y="4392613"/>
                        <a:ext cx="563563" cy="446087"/>
                      </a:xfrm>
                      <a:prstGeom prst="rect">
                        <a:avLst/>
                      </a:prstGeom>
                      <a:noFill/>
                      <a:ln w="38100">
                        <a:noFill/>
                        <a:miter/>
                      </a:ln>
                    </p:spPr>
                  </p:pic>
                </p:oleObj>
              </mc:Fallback>
            </mc:AlternateContent>
          </a:graphicData>
        </a:graphic>
      </p:graphicFrame>
      <p:sp>
        <p:nvSpPr>
          <p:cNvPr id="39961" name="Line 110"/>
          <p:cNvSpPr/>
          <p:nvPr/>
        </p:nvSpPr>
        <p:spPr>
          <a:xfrm>
            <a:off x="5249863" y="4721225"/>
            <a:ext cx="314325" cy="1588"/>
          </a:xfrm>
          <a:prstGeom prst="line">
            <a:avLst/>
          </a:prstGeom>
          <a:ln w="19050" cap="flat" cmpd="sng">
            <a:solidFill>
              <a:schemeClr val="tx1"/>
            </a:solidFill>
            <a:prstDash val="solid"/>
            <a:headEnd type="none" w="med" len="med"/>
            <a:tailEnd type="none" w="med" len="med"/>
          </a:ln>
        </p:spPr>
      </p:sp>
      <p:graphicFrame>
        <p:nvGraphicFramePr>
          <p:cNvPr id="39962" name="Object 111"/>
          <p:cNvGraphicFramePr>
            <a:graphicFrameLocks noChangeAspect="1"/>
          </p:cNvGraphicFramePr>
          <p:nvPr/>
        </p:nvGraphicFramePr>
        <p:xfrm>
          <a:off x="4914900" y="5191125"/>
          <a:ext cx="563563" cy="446088"/>
        </p:xfrm>
        <a:graphic>
          <a:graphicData uri="http://schemas.openxmlformats.org/presentationml/2006/ole">
            <mc:AlternateContent xmlns:mc="http://schemas.openxmlformats.org/markup-compatibility/2006">
              <mc:Choice xmlns:v="urn:schemas-microsoft-com:vml" Requires="v">
                <p:oleObj spid="_x0000_s3096" name="" r:id="rId5" imgW="1307465" imgH="1083945" progId="MS_ClipArt_Gallery.2">
                  <p:embed/>
                </p:oleObj>
              </mc:Choice>
              <mc:Fallback>
                <p:oleObj name="" r:id="rId5" imgW="1307465" imgH="1083945" progId="MS_ClipArt_Gallery.2">
                  <p:embed/>
                  <p:pic>
                    <p:nvPicPr>
                      <p:cNvPr id="0" name="图片 3095"/>
                      <p:cNvPicPr/>
                      <p:nvPr/>
                    </p:nvPicPr>
                    <p:blipFill>
                      <a:blip r:embed="rId2"/>
                      <a:stretch>
                        <a:fillRect/>
                      </a:stretch>
                    </p:blipFill>
                    <p:spPr>
                      <a:xfrm>
                        <a:off x="4914900" y="5191125"/>
                        <a:ext cx="563563" cy="446088"/>
                      </a:xfrm>
                      <a:prstGeom prst="rect">
                        <a:avLst/>
                      </a:prstGeom>
                      <a:noFill/>
                      <a:ln w="38100">
                        <a:noFill/>
                        <a:miter/>
                      </a:ln>
                    </p:spPr>
                  </p:pic>
                </p:oleObj>
              </mc:Fallback>
            </mc:AlternateContent>
          </a:graphicData>
        </a:graphic>
      </p:graphicFrame>
      <p:sp>
        <p:nvSpPr>
          <p:cNvPr id="39963" name="Line 112"/>
          <p:cNvSpPr/>
          <p:nvPr/>
        </p:nvSpPr>
        <p:spPr>
          <a:xfrm flipV="1">
            <a:off x="5465763" y="5529263"/>
            <a:ext cx="98425" cy="3175"/>
          </a:xfrm>
          <a:prstGeom prst="line">
            <a:avLst/>
          </a:prstGeom>
          <a:ln w="19050" cap="flat" cmpd="sng">
            <a:solidFill>
              <a:schemeClr val="tx1"/>
            </a:solidFill>
            <a:prstDash val="solid"/>
            <a:headEnd type="none" w="med" len="med"/>
            <a:tailEnd type="none" w="med" len="med"/>
          </a:ln>
        </p:spPr>
      </p:sp>
      <p:grpSp>
        <p:nvGrpSpPr>
          <p:cNvPr id="39964" name="Group 113"/>
          <p:cNvGrpSpPr/>
          <p:nvPr/>
        </p:nvGrpSpPr>
        <p:grpSpPr>
          <a:xfrm>
            <a:off x="5084763" y="4849813"/>
            <a:ext cx="96837" cy="300037"/>
            <a:chOff x="3842" y="406"/>
            <a:chExt cx="51" cy="167"/>
          </a:xfrm>
        </p:grpSpPr>
        <p:sp>
          <p:nvSpPr>
            <p:cNvPr id="40002" name="Oval 114"/>
            <p:cNvSpPr/>
            <p:nvPr/>
          </p:nvSpPr>
          <p:spPr>
            <a:xfrm>
              <a:off x="3842" y="406"/>
              <a:ext cx="47" cy="47"/>
            </a:xfrm>
            <a:prstGeom prst="ellipse">
              <a:avLst/>
            </a:prstGeom>
            <a:solidFill>
              <a:schemeClr val="accent2"/>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40003" name="Oval 115"/>
            <p:cNvSpPr/>
            <p:nvPr/>
          </p:nvSpPr>
          <p:spPr>
            <a:xfrm>
              <a:off x="3844" y="466"/>
              <a:ext cx="47" cy="47"/>
            </a:xfrm>
            <a:prstGeom prst="ellipse">
              <a:avLst/>
            </a:prstGeom>
            <a:solidFill>
              <a:schemeClr val="accent2"/>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40004" name="Oval 116"/>
            <p:cNvSpPr/>
            <p:nvPr/>
          </p:nvSpPr>
          <p:spPr>
            <a:xfrm>
              <a:off x="3846" y="526"/>
              <a:ext cx="47" cy="47"/>
            </a:xfrm>
            <a:prstGeom prst="ellipse">
              <a:avLst/>
            </a:prstGeom>
            <a:solidFill>
              <a:schemeClr val="accent2"/>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sp>
        <p:nvSpPr>
          <p:cNvPr id="39965" name="Line 117"/>
          <p:cNvSpPr/>
          <p:nvPr/>
        </p:nvSpPr>
        <p:spPr>
          <a:xfrm>
            <a:off x="5556250" y="4718050"/>
            <a:ext cx="0" cy="809625"/>
          </a:xfrm>
          <a:prstGeom prst="line">
            <a:avLst/>
          </a:prstGeom>
          <a:ln w="12700" cap="flat" cmpd="sng">
            <a:solidFill>
              <a:schemeClr val="tx1"/>
            </a:solidFill>
            <a:prstDash val="solid"/>
            <a:headEnd type="none" w="med" len="med"/>
            <a:tailEnd type="none" w="med" len="med"/>
          </a:ln>
        </p:spPr>
      </p:sp>
      <p:sp>
        <p:nvSpPr>
          <p:cNvPr id="39966" name="Line 118"/>
          <p:cNvSpPr/>
          <p:nvPr/>
        </p:nvSpPr>
        <p:spPr>
          <a:xfrm>
            <a:off x="5556250" y="5067300"/>
            <a:ext cx="187325" cy="3175"/>
          </a:xfrm>
          <a:prstGeom prst="line">
            <a:avLst/>
          </a:prstGeom>
          <a:ln w="12700" cap="flat" cmpd="sng">
            <a:solidFill>
              <a:schemeClr val="tx1"/>
            </a:solidFill>
            <a:prstDash val="solid"/>
            <a:headEnd type="none" w="med" len="med"/>
            <a:tailEnd type="none" w="med" len="med"/>
          </a:ln>
        </p:spPr>
      </p:sp>
      <p:sp>
        <p:nvSpPr>
          <p:cNvPr id="39967" name="Line 119"/>
          <p:cNvSpPr/>
          <p:nvPr/>
        </p:nvSpPr>
        <p:spPr>
          <a:xfrm flipH="1">
            <a:off x="6461125" y="4206875"/>
            <a:ext cx="636588" cy="877888"/>
          </a:xfrm>
          <a:prstGeom prst="line">
            <a:avLst/>
          </a:prstGeom>
          <a:ln w="12700" cap="flat" cmpd="sng">
            <a:solidFill>
              <a:schemeClr val="tx1"/>
            </a:solidFill>
            <a:prstDash val="solid"/>
            <a:headEnd type="none" w="med" len="med"/>
            <a:tailEnd type="none" w="med" len="med"/>
          </a:ln>
        </p:spPr>
      </p:sp>
      <p:grpSp>
        <p:nvGrpSpPr>
          <p:cNvPr id="39968" name="Group 120"/>
          <p:cNvGrpSpPr/>
          <p:nvPr/>
        </p:nvGrpSpPr>
        <p:grpSpPr>
          <a:xfrm rot="1433392">
            <a:off x="5003800" y="2955925"/>
            <a:ext cx="1028700" cy="171450"/>
            <a:chOff x="4712" y="1742"/>
            <a:chExt cx="648" cy="108"/>
          </a:xfrm>
        </p:grpSpPr>
        <p:sp>
          <p:nvSpPr>
            <p:cNvPr id="40000" name="Rectangle 121"/>
            <p:cNvSpPr/>
            <p:nvPr/>
          </p:nvSpPr>
          <p:spPr>
            <a:xfrm>
              <a:off x="4712" y="1742"/>
              <a:ext cx="648" cy="108"/>
            </a:xfrm>
            <a:prstGeom prst="rect">
              <a:avLst/>
            </a:prstGeom>
            <a:solidFill>
              <a:schemeClr val="accent2"/>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40001" name="Rectangle 122"/>
            <p:cNvSpPr/>
            <p:nvPr/>
          </p:nvSpPr>
          <p:spPr>
            <a:xfrm>
              <a:off x="4712" y="1742"/>
              <a:ext cx="534" cy="108"/>
            </a:xfrm>
            <a:prstGeom prst="rect">
              <a:avLst/>
            </a:prstGeom>
            <a:solidFill>
              <a:srgbClr val="FF0000"/>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grpSp>
        <p:nvGrpSpPr>
          <p:cNvPr id="39969" name="Group 123"/>
          <p:cNvGrpSpPr/>
          <p:nvPr/>
        </p:nvGrpSpPr>
        <p:grpSpPr>
          <a:xfrm rot="3346875">
            <a:off x="6283325" y="3241675"/>
            <a:ext cx="447675" cy="171450"/>
            <a:chOff x="5078" y="1860"/>
            <a:chExt cx="282" cy="108"/>
          </a:xfrm>
        </p:grpSpPr>
        <p:sp>
          <p:nvSpPr>
            <p:cNvPr id="39998" name="Rectangle 124"/>
            <p:cNvSpPr/>
            <p:nvPr/>
          </p:nvSpPr>
          <p:spPr>
            <a:xfrm>
              <a:off x="5216" y="1860"/>
              <a:ext cx="144" cy="108"/>
            </a:xfrm>
            <a:prstGeom prst="rect">
              <a:avLst/>
            </a:prstGeom>
            <a:solidFill>
              <a:schemeClr val="accent2"/>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39999" name="Rectangle 125"/>
            <p:cNvSpPr/>
            <p:nvPr/>
          </p:nvSpPr>
          <p:spPr>
            <a:xfrm>
              <a:off x="5078" y="1860"/>
              <a:ext cx="166" cy="108"/>
            </a:xfrm>
            <a:prstGeom prst="rect">
              <a:avLst/>
            </a:prstGeom>
            <a:solidFill>
              <a:srgbClr val="FF0000"/>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grpSp>
        <p:nvGrpSpPr>
          <p:cNvPr id="39970" name="Group 126"/>
          <p:cNvGrpSpPr/>
          <p:nvPr/>
        </p:nvGrpSpPr>
        <p:grpSpPr>
          <a:xfrm rot="3215306">
            <a:off x="6600825" y="3346450"/>
            <a:ext cx="447675" cy="171450"/>
            <a:chOff x="5078" y="1860"/>
            <a:chExt cx="282" cy="108"/>
          </a:xfrm>
        </p:grpSpPr>
        <p:sp>
          <p:nvSpPr>
            <p:cNvPr id="39996" name="Rectangle 127"/>
            <p:cNvSpPr/>
            <p:nvPr/>
          </p:nvSpPr>
          <p:spPr>
            <a:xfrm>
              <a:off x="5216" y="1860"/>
              <a:ext cx="144" cy="108"/>
            </a:xfrm>
            <a:prstGeom prst="rect">
              <a:avLst/>
            </a:prstGeom>
            <a:solidFill>
              <a:schemeClr val="accent2"/>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39997" name="Rectangle 128"/>
            <p:cNvSpPr/>
            <p:nvPr/>
          </p:nvSpPr>
          <p:spPr>
            <a:xfrm>
              <a:off x="5078" y="1860"/>
              <a:ext cx="166" cy="108"/>
            </a:xfrm>
            <a:prstGeom prst="rect">
              <a:avLst/>
            </a:prstGeom>
            <a:solidFill>
              <a:srgbClr val="FF0000"/>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grpSp>
        <p:nvGrpSpPr>
          <p:cNvPr id="39971" name="Group 129"/>
          <p:cNvGrpSpPr/>
          <p:nvPr/>
        </p:nvGrpSpPr>
        <p:grpSpPr>
          <a:xfrm rot="3051000">
            <a:off x="6953250" y="3467100"/>
            <a:ext cx="447675" cy="171450"/>
            <a:chOff x="5078" y="1860"/>
            <a:chExt cx="282" cy="108"/>
          </a:xfrm>
        </p:grpSpPr>
        <p:sp>
          <p:nvSpPr>
            <p:cNvPr id="39994" name="Rectangle 130"/>
            <p:cNvSpPr/>
            <p:nvPr/>
          </p:nvSpPr>
          <p:spPr>
            <a:xfrm>
              <a:off x="5216" y="1860"/>
              <a:ext cx="144" cy="108"/>
            </a:xfrm>
            <a:prstGeom prst="rect">
              <a:avLst/>
            </a:prstGeom>
            <a:solidFill>
              <a:schemeClr val="accent2"/>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39995" name="Rectangle 131"/>
            <p:cNvSpPr/>
            <p:nvPr/>
          </p:nvSpPr>
          <p:spPr>
            <a:xfrm>
              <a:off x="5078" y="1860"/>
              <a:ext cx="166" cy="108"/>
            </a:xfrm>
            <a:prstGeom prst="rect">
              <a:avLst/>
            </a:prstGeom>
            <a:solidFill>
              <a:srgbClr val="FF0000"/>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sp>
        <p:nvSpPr>
          <p:cNvPr id="39972" name="Line 132"/>
          <p:cNvSpPr/>
          <p:nvPr/>
        </p:nvSpPr>
        <p:spPr>
          <a:xfrm>
            <a:off x="6007100" y="3276600"/>
            <a:ext cx="219075" cy="69850"/>
          </a:xfrm>
          <a:prstGeom prst="line">
            <a:avLst/>
          </a:prstGeom>
          <a:ln w="9525" cap="flat" cmpd="sng">
            <a:solidFill>
              <a:schemeClr val="tx1"/>
            </a:solidFill>
            <a:prstDash val="solid"/>
            <a:headEnd type="none" w="med" len="med"/>
            <a:tailEnd type="triangle" w="med" len="med"/>
          </a:ln>
        </p:spPr>
      </p:sp>
      <p:sp>
        <p:nvSpPr>
          <p:cNvPr id="39973" name="Line 133"/>
          <p:cNvSpPr/>
          <p:nvPr/>
        </p:nvSpPr>
        <p:spPr>
          <a:xfrm>
            <a:off x="6642100" y="3517900"/>
            <a:ext cx="133350" cy="177800"/>
          </a:xfrm>
          <a:prstGeom prst="line">
            <a:avLst/>
          </a:prstGeom>
          <a:ln w="9525" cap="flat" cmpd="sng">
            <a:solidFill>
              <a:schemeClr val="tx1"/>
            </a:solidFill>
            <a:prstDash val="solid"/>
            <a:headEnd type="none" w="med" len="med"/>
            <a:tailEnd type="triangle" w="med" len="med"/>
          </a:ln>
        </p:spPr>
      </p:sp>
      <p:sp>
        <p:nvSpPr>
          <p:cNvPr id="39974" name="Line 134"/>
          <p:cNvSpPr/>
          <p:nvPr/>
        </p:nvSpPr>
        <p:spPr>
          <a:xfrm>
            <a:off x="6965950" y="3616325"/>
            <a:ext cx="117475" cy="177800"/>
          </a:xfrm>
          <a:prstGeom prst="line">
            <a:avLst/>
          </a:prstGeom>
          <a:ln w="9525" cap="flat" cmpd="sng">
            <a:solidFill>
              <a:schemeClr val="tx1"/>
            </a:solidFill>
            <a:prstDash val="solid"/>
            <a:headEnd type="none" w="med" len="med"/>
            <a:tailEnd type="triangle" w="med" len="med"/>
          </a:ln>
        </p:spPr>
      </p:sp>
      <p:sp>
        <p:nvSpPr>
          <p:cNvPr id="39975" name="Line 135"/>
          <p:cNvSpPr/>
          <p:nvPr/>
        </p:nvSpPr>
        <p:spPr>
          <a:xfrm>
            <a:off x="7334250" y="3730625"/>
            <a:ext cx="101600" cy="187325"/>
          </a:xfrm>
          <a:prstGeom prst="line">
            <a:avLst/>
          </a:prstGeom>
          <a:ln w="9525" cap="flat" cmpd="sng">
            <a:solidFill>
              <a:schemeClr val="tx1"/>
            </a:solidFill>
            <a:prstDash val="solid"/>
            <a:headEnd type="none" w="med" len="med"/>
            <a:tailEnd type="triangle" w="med" len="med"/>
          </a:ln>
        </p:spPr>
      </p:sp>
      <p:sp>
        <p:nvSpPr>
          <p:cNvPr id="39976" name="Text Box 136"/>
          <p:cNvSpPr txBox="1"/>
          <p:nvPr/>
        </p:nvSpPr>
        <p:spPr>
          <a:xfrm>
            <a:off x="6615113" y="2246313"/>
            <a:ext cx="2528887" cy="8255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600" dirty="0">
                <a:ea typeface="宋体" panose="02010600030101010101" pitchFamily="2" charset="-122"/>
              </a:rPr>
              <a:t>fragmentation: </a:t>
            </a:r>
            <a:endParaRPr lang="en-US" altLang="zh-CN" sz="1600" dirty="0">
              <a:ea typeface="宋体" panose="02010600030101010101" pitchFamily="2" charset="-122"/>
            </a:endParaRPr>
          </a:p>
          <a:p>
            <a:pPr marL="0" lvl="0" indent="0">
              <a:spcBef>
                <a:spcPct val="0"/>
              </a:spcBef>
              <a:buClrTx/>
              <a:buSzTx/>
              <a:buFontTx/>
              <a:buNone/>
            </a:pPr>
            <a:r>
              <a:rPr lang="en-US" altLang="zh-CN" sz="1600" dirty="0">
                <a:solidFill>
                  <a:schemeClr val="accent2"/>
                </a:solidFill>
                <a:ea typeface="宋体" panose="02010600030101010101" pitchFamily="2" charset="-122"/>
              </a:rPr>
              <a:t>in:</a:t>
            </a:r>
            <a:r>
              <a:rPr lang="en-US" altLang="zh-CN" sz="1600" dirty="0">
                <a:ea typeface="宋体" panose="02010600030101010101" pitchFamily="2" charset="-122"/>
              </a:rPr>
              <a:t> one large datagram</a:t>
            </a:r>
            <a:endParaRPr lang="en-US" altLang="zh-CN" sz="1600" dirty="0">
              <a:ea typeface="宋体" panose="02010600030101010101" pitchFamily="2" charset="-122"/>
            </a:endParaRPr>
          </a:p>
          <a:p>
            <a:pPr marL="0" lvl="0" indent="0">
              <a:spcBef>
                <a:spcPct val="0"/>
              </a:spcBef>
              <a:buClrTx/>
              <a:buSzTx/>
              <a:buFontTx/>
              <a:buNone/>
            </a:pPr>
            <a:r>
              <a:rPr lang="en-US" altLang="zh-CN" sz="1600" dirty="0">
                <a:solidFill>
                  <a:schemeClr val="accent2"/>
                </a:solidFill>
                <a:ea typeface="宋体" panose="02010600030101010101" pitchFamily="2" charset="-122"/>
              </a:rPr>
              <a:t>out:</a:t>
            </a:r>
            <a:r>
              <a:rPr lang="en-US" altLang="zh-CN" sz="1600" dirty="0">
                <a:ea typeface="宋体" panose="02010600030101010101" pitchFamily="2" charset="-122"/>
              </a:rPr>
              <a:t> 3 smaller datagrams</a:t>
            </a:r>
            <a:endParaRPr lang="en-US" altLang="zh-CN" sz="1800" dirty="0">
              <a:ea typeface="宋体" panose="02010600030101010101" pitchFamily="2" charset="-122"/>
            </a:endParaRPr>
          </a:p>
        </p:txBody>
      </p:sp>
      <p:grpSp>
        <p:nvGrpSpPr>
          <p:cNvPr id="39977" name="Group 137"/>
          <p:cNvGrpSpPr/>
          <p:nvPr/>
        </p:nvGrpSpPr>
        <p:grpSpPr>
          <a:xfrm rot="-10773343">
            <a:off x="5610225" y="4352925"/>
            <a:ext cx="447675" cy="171450"/>
            <a:chOff x="5078" y="1860"/>
            <a:chExt cx="282" cy="108"/>
          </a:xfrm>
        </p:grpSpPr>
        <p:sp>
          <p:nvSpPr>
            <p:cNvPr id="39992" name="Rectangle 138"/>
            <p:cNvSpPr/>
            <p:nvPr/>
          </p:nvSpPr>
          <p:spPr>
            <a:xfrm>
              <a:off x="5216" y="1860"/>
              <a:ext cx="144" cy="108"/>
            </a:xfrm>
            <a:prstGeom prst="rect">
              <a:avLst/>
            </a:prstGeom>
            <a:solidFill>
              <a:schemeClr val="accent2"/>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39993" name="Rectangle 139"/>
            <p:cNvSpPr/>
            <p:nvPr/>
          </p:nvSpPr>
          <p:spPr>
            <a:xfrm>
              <a:off x="5078" y="1860"/>
              <a:ext cx="166" cy="108"/>
            </a:xfrm>
            <a:prstGeom prst="rect">
              <a:avLst/>
            </a:prstGeom>
            <a:solidFill>
              <a:srgbClr val="FF0000"/>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grpSp>
        <p:nvGrpSpPr>
          <p:cNvPr id="39978" name="Group 140"/>
          <p:cNvGrpSpPr/>
          <p:nvPr/>
        </p:nvGrpSpPr>
        <p:grpSpPr>
          <a:xfrm rot="-10773343">
            <a:off x="5613400" y="4546600"/>
            <a:ext cx="447675" cy="171450"/>
            <a:chOff x="5078" y="1860"/>
            <a:chExt cx="282" cy="108"/>
          </a:xfrm>
        </p:grpSpPr>
        <p:sp>
          <p:nvSpPr>
            <p:cNvPr id="39990" name="Rectangle 141"/>
            <p:cNvSpPr/>
            <p:nvPr/>
          </p:nvSpPr>
          <p:spPr>
            <a:xfrm>
              <a:off x="5216" y="1860"/>
              <a:ext cx="144" cy="108"/>
            </a:xfrm>
            <a:prstGeom prst="rect">
              <a:avLst/>
            </a:prstGeom>
            <a:solidFill>
              <a:schemeClr val="accent2"/>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39991" name="Rectangle 142"/>
            <p:cNvSpPr/>
            <p:nvPr/>
          </p:nvSpPr>
          <p:spPr>
            <a:xfrm>
              <a:off x="5078" y="1860"/>
              <a:ext cx="166" cy="108"/>
            </a:xfrm>
            <a:prstGeom prst="rect">
              <a:avLst/>
            </a:prstGeom>
            <a:solidFill>
              <a:srgbClr val="FF0000"/>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grpSp>
        <p:nvGrpSpPr>
          <p:cNvPr id="39979" name="Group 143"/>
          <p:cNvGrpSpPr/>
          <p:nvPr/>
        </p:nvGrpSpPr>
        <p:grpSpPr>
          <a:xfrm rot="-10773343">
            <a:off x="5616575" y="4740275"/>
            <a:ext cx="447675" cy="171450"/>
            <a:chOff x="5078" y="1860"/>
            <a:chExt cx="282" cy="108"/>
          </a:xfrm>
        </p:grpSpPr>
        <p:sp>
          <p:nvSpPr>
            <p:cNvPr id="39988" name="Rectangle 144"/>
            <p:cNvSpPr/>
            <p:nvPr/>
          </p:nvSpPr>
          <p:spPr>
            <a:xfrm>
              <a:off x="5216" y="1860"/>
              <a:ext cx="144" cy="108"/>
            </a:xfrm>
            <a:prstGeom prst="rect">
              <a:avLst/>
            </a:prstGeom>
            <a:solidFill>
              <a:schemeClr val="accent2"/>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39989" name="Rectangle 145"/>
            <p:cNvSpPr/>
            <p:nvPr/>
          </p:nvSpPr>
          <p:spPr>
            <a:xfrm>
              <a:off x="5078" y="1860"/>
              <a:ext cx="166" cy="108"/>
            </a:xfrm>
            <a:prstGeom prst="rect">
              <a:avLst/>
            </a:prstGeom>
            <a:solidFill>
              <a:srgbClr val="FF0000"/>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sp>
        <p:nvSpPr>
          <p:cNvPr id="39980" name="Line 146"/>
          <p:cNvSpPr/>
          <p:nvPr/>
        </p:nvSpPr>
        <p:spPr>
          <a:xfrm rot="9691848">
            <a:off x="5365750" y="4410075"/>
            <a:ext cx="219075" cy="69850"/>
          </a:xfrm>
          <a:prstGeom prst="line">
            <a:avLst/>
          </a:prstGeom>
          <a:ln w="9525" cap="flat" cmpd="sng">
            <a:solidFill>
              <a:schemeClr val="tx1"/>
            </a:solidFill>
            <a:prstDash val="solid"/>
            <a:headEnd type="none" w="med" len="med"/>
            <a:tailEnd type="triangle" w="med" len="med"/>
          </a:ln>
        </p:spPr>
      </p:sp>
      <p:sp>
        <p:nvSpPr>
          <p:cNvPr id="39981" name="Line 147"/>
          <p:cNvSpPr/>
          <p:nvPr/>
        </p:nvSpPr>
        <p:spPr>
          <a:xfrm rot="9691848">
            <a:off x="5356225" y="4584700"/>
            <a:ext cx="219075" cy="69850"/>
          </a:xfrm>
          <a:prstGeom prst="line">
            <a:avLst/>
          </a:prstGeom>
          <a:ln w="9525" cap="flat" cmpd="sng">
            <a:solidFill>
              <a:schemeClr val="tx1"/>
            </a:solidFill>
            <a:prstDash val="solid"/>
            <a:headEnd type="none" w="med" len="med"/>
            <a:tailEnd type="triangle" w="med" len="med"/>
          </a:ln>
        </p:spPr>
      </p:sp>
      <p:sp>
        <p:nvSpPr>
          <p:cNvPr id="39982" name="Line 148"/>
          <p:cNvSpPr/>
          <p:nvPr/>
        </p:nvSpPr>
        <p:spPr>
          <a:xfrm rot="9691848">
            <a:off x="5359400" y="4791075"/>
            <a:ext cx="219075" cy="69850"/>
          </a:xfrm>
          <a:prstGeom prst="line">
            <a:avLst/>
          </a:prstGeom>
          <a:ln w="9525" cap="flat" cmpd="sng">
            <a:solidFill>
              <a:schemeClr val="tx1"/>
            </a:solidFill>
            <a:prstDash val="solid"/>
            <a:headEnd type="none" w="med" len="med"/>
            <a:tailEnd type="triangle" w="med" len="med"/>
          </a:ln>
        </p:spPr>
      </p:sp>
      <p:grpSp>
        <p:nvGrpSpPr>
          <p:cNvPr id="39983" name="Group 149"/>
          <p:cNvGrpSpPr/>
          <p:nvPr/>
        </p:nvGrpSpPr>
        <p:grpSpPr>
          <a:xfrm rot="10793026">
            <a:off x="4281488" y="4189413"/>
            <a:ext cx="1030287" cy="173037"/>
            <a:chOff x="4712" y="1742"/>
            <a:chExt cx="648" cy="108"/>
          </a:xfrm>
        </p:grpSpPr>
        <p:sp>
          <p:nvSpPr>
            <p:cNvPr id="39986" name="Rectangle 150"/>
            <p:cNvSpPr/>
            <p:nvPr/>
          </p:nvSpPr>
          <p:spPr>
            <a:xfrm>
              <a:off x="4712" y="1742"/>
              <a:ext cx="648" cy="108"/>
            </a:xfrm>
            <a:prstGeom prst="rect">
              <a:avLst/>
            </a:prstGeom>
            <a:solidFill>
              <a:schemeClr val="accent2"/>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39987" name="Rectangle 151"/>
            <p:cNvSpPr/>
            <p:nvPr/>
          </p:nvSpPr>
          <p:spPr>
            <a:xfrm>
              <a:off x="4712" y="1742"/>
              <a:ext cx="534" cy="108"/>
            </a:xfrm>
            <a:prstGeom prst="rect">
              <a:avLst/>
            </a:prstGeom>
            <a:solidFill>
              <a:srgbClr val="FF0000"/>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sp>
        <p:nvSpPr>
          <p:cNvPr id="39984" name="Line 152"/>
          <p:cNvSpPr/>
          <p:nvPr/>
        </p:nvSpPr>
        <p:spPr>
          <a:xfrm rot="9691848">
            <a:off x="4032250" y="4232275"/>
            <a:ext cx="219075" cy="69850"/>
          </a:xfrm>
          <a:prstGeom prst="line">
            <a:avLst/>
          </a:prstGeom>
          <a:ln w="9525" cap="flat" cmpd="sng">
            <a:solidFill>
              <a:schemeClr val="tx1"/>
            </a:solidFill>
            <a:prstDash val="solid"/>
            <a:headEnd type="none" w="med" len="med"/>
            <a:tailEnd type="triangle" w="med" len="med"/>
          </a:ln>
        </p:spPr>
      </p:sp>
      <p:sp>
        <p:nvSpPr>
          <p:cNvPr id="39985" name="Text Box 153"/>
          <p:cNvSpPr txBox="1"/>
          <p:nvPr/>
        </p:nvSpPr>
        <p:spPr>
          <a:xfrm>
            <a:off x="4672013" y="3843338"/>
            <a:ext cx="1246187" cy="3365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600" dirty="0">
                <a:ea typeface="宋体" panose="02010600030101010101" pitchFamily="2" charset="-122"/>
              </a:rPr>
              <a:t>reassembly</a:t>
            </a:r>
            <a:endParaRPr lang="en-US" altLang="zh-CN" sz="1800" dirty="0">
              <a:ea typeface="宋体" panose="02010600030101010101" pitchFamily="2"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Rectangle 2"/>
          <p:cNvSpPr>
            <a:spLocks noGrp="1"/>
          </p:cNvSpPr>
          <p:nvPr>
            <p:ph type="title"/>
          </p:nvPr>
        </p:nvSpPr>
        <p:spPr/>
        <p:txBody>
          <a:bodyPr vert="horz" wrap="square" lIns="91440" tIns="45720" rIns="91440" bIns="45720" anchor="ctr" anchorCtr="0"/>
          <a:p>
            <a:r>
              <a:rPr lang="en-US" altLang="zh-CN" sz="3600" dirty="0">
                <a:ea typeface="宋体" panose="02010600030101010101" pitchFamily="2" charset="-122"/>
              </a:rPr>
              <a:t>IP Fragmentation &amp; Reassembly</a:t>
            </a:r>
            <a:endParaRPr lang="en-US" altLang="zh-CN" dirty="0">
              <a:ea typeface="宋体" panose="02010600030101010101" pitchFamily="2" charset="-122"/>
            </a:endParaRPr>
          </a:p>
        </p:txBody>
      </p:sp>
      <p:pic>
        <p:nvPicPr>
          <p:cNvPr id="2" name="图片 1"/>
          <p:cNvPicPr>
            <a:picLocks noChangeAspect="1"/>
          </p:cNvPicPr>
          <p:nvPr/>
        </p:nvPicPr>
        <p:blipFill>
          <a:blip r:embed="rId1"/>
          <a:stretch>
            <a:fillRect/>
          </a:stretch>
        </p:blipFill>
        <p:spPr>
          <a:xfrm>
            <a:off x="266468" y="1110846"/>
            <a:ext cx="7025565" cy="1537854"/>
          </a:xfrm>
          <a:prstGeom prst="rect">
            <a:avLst/>
          </a:prstGeom>
          <a:solidFill>
            <a:srgbClr val="FFFFFF">
              <a:shade val="85000"/>
            </a:srgbClr>
          </a:solidFill>
          <a:ln w="88900" cap="sq">
            <a:solidFill>
              <a:srgbClr val="FFFFFF"/>
            </a:solidFill>
            <a:miter lim="800000"/>
            <a:headEnd/>
            <a:tailEnd/>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00" name="图片 99"/>
          <p:cNvPicPr/>
          <p:nvPr/>
        </p:nvPicPr>
        <p:blipFill>
          <a:blip r:embed="rId2"/>
          <a:stretch>
            <a:fillRect/>
          </a:stretch>
        </p:blipFill>
        <p:spPr>
          <a:xfrm>
            <a:off x="3912870" y="2628900"/>
            <a:ext cx="5111750" cy="4243705"/>
          </a:xfrm>
          <a:prstGeom prst="rect">
            <a:avLst/>
          </a:prstGeom>
          <a:noFill/>
          <a:ln w="9525">
            <a:noFill/>
          </a:ln>
        </p:spPr>
      </p:pic>
    </p:spTree>
  </p:cSld>
  <p:clrMapOvr>
    <a:masterClrMapping/>
  </p:clrMapOvr>
  <p:transition spd="slow"/>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第一个分片</a:t>
            </a:r>
            <a:endParaRPr lang="zh-CN" altLang="en-US"/>
          </a:p>
        </p:txBody>
      </p:sp>
      <p:sp>
        <p:nvSpPr>
          <p:cNvPr id="3" name="内容占位符 2"/>
          <p:cNvSpPr>
            <a:spLocks noGrp="1"/>
          </p:cNvSpPr>
          <p:nvPr>
            <p:ph sz="half" idx="1"/>
          </p:nvPr>
        </p:nvSpPr>
        <p:spPr/>
        <p:txBody>
          <a:bodyPr/>
          <a:p>
            <a:endParaRPr lang="zh-CN" altLang="en-US"/>
          </a:p>
        </p:txBody>
      </p:sp>
      <p:sp>
        <p:nvSpPr>
          <p:cNvPr id="4" name="内容占位符 3"/>
          <p:cNvSpPr>
            <a:spLocks noGrp="1"/>
          </p:cNvSpPr>
          <p:nvPr>
            <p:ph sz="half" idx="2"/>
          </p:nvPr>
        </p:nvSpPr>
        <p:spPr/>
        <p:txBody>
          <a:bodyPr/>
          <a:p>
            <a:endParaRPr lang="zh-CN" altLang="en-US"/>
          </a:p>
        </p:txBody>
      </p:sp>
      <p:pic>
        <p:nvPicPr>
          <p:cNvPr id="5" name="图片 4"/>
          <p:cNvPicPr>
            <a:picLocks noChangeAspect="1"/>
          </p:cNvPicPr>
          <p:nvPr>
            <p:custDataLst>
              <p:tags r:id="rId1"/>
            </p:custDataLst>
          </p:nvPr>
        </p:nvPicPr>
        <p:blipFill>
          <a:blip r:embed="rId2"/>
          <a:stretch>
            <a:fillRect/>
          </a:stretch>
        </p:blipFill>
        <p:spPr>
          <a:xfrm>
            <a:off x="647700" y="1753235"/>
            <a:ext cx="7658100" cy="3228975"/>
          </a:xfrm>
          <a:prstGeom prst="rect">
            <a:avLst/>
          </a:prstGeom>
          <a:ln w="38100" cap="sq">
            <a:solidFill>
              <a:srgbClr val="000000"/>
            </a:solidFill>
            <a:prstDash val="solid"/>
            <a:miter lim="800000"/>
            <a:headEnd/>
            <a:tailEnd/>
          </a:ln>
          <a:effectLst>
            <a:outerShdw blurRad="50800" dist="38100" dir="2700000" algn="tl" rotWithShape="0">
              <a:srgbClr val="000000">
                <a:alpha val="43000"/>
              </a:srgbClr>
            </a:outerShdw>
          </a:effec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6" name="Rectangle 2"/>
          <p:cNvSpPr>
            <a:spLocks noGrp="1"/>
          </p:cNvSpPr>
          <p:nvPr>
            <p:ph type="title"/>
          </p:nvPr>
        </p:nvSpPr>
        <p:spPr/>
        <p:txBody>
          <a:bodyPr vert="horz" wrap="square" lIns="91440" tIns="45720" rIns="91440" bIns="45720" anchor="ctr" anchorCtr="0"/>
          <a:p>
            <a:r>
              <a:rPr lang="en-US" altLang="zh-CN" sz="3600" dirty="0">
                <a:ea typeface="宋体" panose="02010600030101010101" pitchFamily="2" charset="-122"/>
              </a:rPr>
              <a:t>IP Fragmentation &amp; Reassembly</a:t>
            </a:r>
            <a:endParaRPr lang="en-US" altLang="zh-CN" dirty="0">
              <a:ea typeface="宋体" panose="02010600030101010101" pitchFamily="2" charset="-122"/>
            </a:endParaRPr>
          </a:p>
        </p:txBody>
      </p:sp>
      <p:pic>
        <p:nvPicPr>
          <p:cNvPr id="2" name="图片 1"/>
          <p:cNvPicPr>
            <a:picLocks noChangeAspect="1"/>
          </p:cNvPicPr>
          <p:nvPr/>
        </p:nvPicPr>
        <p:blipFill>
          <a:blip r:embed="rId1"/>
          <a:stretch>
            <a:fillRect/>
          </a:stretch>
        </p:blipFill>
        <p:spPr>
          <a:xfrm>
            <a:off x="317500" y="1106488"/>
            <a:ext cx="5967413" cy="3065463"/>
          </a:xfrm>
          <a:prstGeom prst="rect">
            <a:avLst/>
          </a:prstGeom>
          <a:ln w="38100" cap="sq">
            <a:solidFill>
              <a:srgbClr val="000000"/>
            </a:solidFill>
            <a:prstDash val="solid"/>
            <a:miter lim="800000"/>
            <a:headEnd/>
            <a:tailEnd/>
          </a:ln>
          <a:effectLst>
            <a:outerShdw blurRad="50800" dist="38100" dir="2700000" algn="tl" rotWithShape="0">
              <a:srgbClr val="000000">
                <a:alpha val="43000"/>
              </a:srgbClr>
            </a:outerShdw>
          </a:effectLst>
        </p:spPr>
      </p:pic>
      <p:pic>
        <p:nvPicPr>
          <p:cNvPr id="3" name="图片 2"/>
          <p:cNvPicPr>
            <a:picLocks noChangeAspect="1"/>
          </p:cNvPicPr>
          <p:nvPr/>
        </p:nvPicPr>
        <p:blipFill>
          <a:blip r:embed="rId2"/>
          <a:stretch>
            <a:fillRect/>
          </a:stretch>
        </p:blipFill>
        <p:spPr>
          <a:xfrm>
            <a:off x="2760663" y="4171950"/>
            <a:ext cx="6383338" cy="2686050"/>
          </a:xfrm>
          <a:prstGeom prst="rect">
            <a:avLst/>
          </a:prstGeom>
          <a:ln w="38100" cap="sq">
            <a:solidFill>
              <a:srgbClr val="000000"/>
            </a:solidFill>
            <a:prstDash val="solid"/>
            <a:miter lim="800000"/>
            <a:headEnd/>
            <a:tailEnd/>
          </a:ln>
          <a:effectLst>
            <a:outerShdw blurRad="50800" dist="38100" dir="2700000" algn="tl" rotWithShape="0">
              <a:srgbClr val="000000">
                <a:alpha val="43000"/>
              </a:srgbClr>
            </a:outerShdw>
          </a:effectLst>
        </p:spPr>
      </p:pic>
    </p:spTree>
  </p:cSld>
  <p:clrMapOvr>
    <a:masterClrMapping/>
  </p:clrMapOvr>
  <p:transition spd="slow"/>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Rectangle 2"/>
          <p:cNvSpPr>
            <a:spLocks noGrp="1"/>
          </p:cNvSpPr>
          <p:nvPr>
            <p:ph type="title"/>
          </p:nvPr>
        </p:nvSpPr>
        <p:spPr>
          <a:xfrm>
            <a:off x="533400" y="228600"/>
            <a:ext cx="8460740" cy="1143000"/>
          </a:xfrm>
        </p:spPr>
        <p:txBody>
          <a:bodyPr vert="horz" wrap="square" lIns="91440" tIns="45720" rIns="91440" bIns="45720" anchor="ctr" anchorCtr="0"/>
          <a:p>
            <a:r>
              <a:rPr lang="en-US" altLang="zh-CN" sz="3600" dirty="0">
                <a:ea typeface="宋体" panose="02010600030101010101" pitchFamily="2" charset="-122"/>
              </a:rPr>
              <a:t>IP Fragmentation &amp; Reassembly</a:t>
            </a:r>
            <a:r>
              <a:rPr lang="zh-CN" altLang="en-US" sz="3600" dirty="0">
                <a:ea typeface="宋体" panose="02010600030101010101" pitchFamily="2" charset="-122"/>
              </a:rPr>
              <a:t>（题）</a:t>
            </a:r>
            <a:endParaRPr lang="zh-CN" altLang="en-US" sz="3600" dirty="0">
              <a:ea typeface="宋体" panose="02010600030101010101" pitchFamily="2" charset="-122"/>
            </a:endParaRPr>
          </a:p>
        </p:txBody>
      </p:sp>
      <p:pic>
        <p:nvPicPr>
          <p:cNvPr id="43011" name="图片 3"/>
          <p:cNvPicPr>
            <a:picLocks noChangeAspect="1"/>
          </p:cNvPicPr>
          <p:nvPr/>
        </p:nvPicPr>
        <p:blipFill>
          <a:blip r:embed="rId1"/>
          <a:stretch>
            <a:fillRect/>
          </a:stretch>
        </p:blipFill>
        <p:spPr>
          <a:xfrm>
            <a:off x="533400" y="1371600"/>
            <a:ext cx="7515225" cy="4508500"/>
          </a:xfrm>
          <a:prstGeom prst="rect">
            <a:avLst/>
          </a:prstGeom>
          <a:noFill/>
          <a:ln w="9525">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页脚占位符 5"/>
          <p:cNvSpPr txBox="1">
            <a:spLocks noGrp="1"/>
          </p:cNvSpPr>
          <p:nvPr>
            <p:ph type="ftr" sz="quarter" idx="11"/>
          </p:nvPr>
        </p:nvSpPr>
        <p:spPr/>
        <p:txBody>
          <a:bodyPr/>
          <a:p>
            <a:pPr marL="0" indent="0" algn="r">
              <a:spcBef>
                <a:spcPct val="0"/>
              </a:spcBef>
              <a:buClrTx/>
              <a:buSzTx/>
              <a:buFontTx/>
              <a:buNone/>
            </a:pPr>
            <a:r>
              <a:rPr lang="en-US" altLang="zh-CN" sz="1400" dirty="0">
                <a:ea typeface="宋体" panose="02010600030101010101" pitchFamily="2" charset="-122"/>
              </a:rPr>
              <a:t>Network Layer</a:t>
            </a:r>
            <a:endParaRPr lang="en-US" altLang="zh-CN" sz="1400" dirty="0">
              <a:latin typeface="Times New Roman" panose="02020603050405020304" pitchFamily="18" charset="0"/>
              <a:ea typeface="宋体" panose="02010600030101010101" pitchFamily="2" charset="-122"/>
            </a:endParaRPr>
          </a:p>
        </p:txBody>
      </p:sp>
      <p:sp>
        <p:nvSpPr>
          <p:cNvPr id="44035" name="灯片编号占位符 6"/>
          <p:cNvSpPr txBox="1">
            <a:spLocks noGrp="1"/>
          </p:cNvSpPr>
          <p:nvPr>
            <p:ph type="sldNum" sz="quarter" idx="12"/>
          </p:nvPr>
        </p:nvSpPr>
        <p:spPr/>
        <p:txBody>
          <a:bodyPr/>
          <a:p>
            <a:pPr marL="0" indent="0" algn="r">
              <a:spcBef>
                <a:spcPct val="0"/>
              </a:spcBef>
              <a:buClrTx/>
              <a:buSzTx/>
              <a:buFontTx/>
              <a:buNone/>
            </a:pPr>
            <a:r>
              <a:rPr lang="en-US" altLang="zh-CN" sz="1400" dirty="0">
                <a:ea typeface="宋体" panose="02010600030101010101" pitchFamily="2" charset="-122"/>
              </a:rPr>
              <a:t>4-</a:t>
            </a: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44036" name="Rectangle 2"/>
          <p:cNvSpPr>
            <a:spLocks noGrp="1"/>
          </p:cNvSpPr>
          <p:nvPr>
            <p:ph type="title"/>
          </p:nvPr>
        </p:nvSpPr>
        <p:spPr/>
        <p:txBody>
          <a:bodyPr vert="horz" wrap="square" lIns="91440" tIns="45720" rIns="91440" bIns="45720" anchor="ctr" anchorCtr="0"/>
          <a:p>
            <a:r>
              <a:rPr lang="en-US" altLang="zh-CN" sz="3600" dirty="0">
                <a:ea typeface="宋体" panose="02010600030101010101" pitchFamily="2" charset="-122"/>
              </a:rPr>
              <a:t>IP Fragmentation and Reassembly</a:t>
            </a:r>
            <a:endParaRPr lang="en-US" altLang="zh-CN" dirty="0">
              <a:ea typeface="宋体" panose="02010600030101010101" pitchFamily="2" charset="-122"/>
            </a:endParaRPr>
          </a:p>
        </p:txBody>
      </p:sp>
      <p:grpSp>
        <p:nvGrpSpPr>
          <p:cNvPr id="44037" name="Group 3"/>
          <p:cNvGrpSpPr/>
          <p:nvPr/>
        </p:nvGrpSpPr>
        <p:grpSpPr>
          <a:xfrm>
            <a:off x="3606800" y="1498600"/>
            <a:ext cx="4800600" cy="4041775"/>
            <a:chOff x="1218" y="944"/>
            <a:chExt cx="3024" cy="2546"/>
          </a:xfrm>
        </p:grpSpPr>
        <p:grpSp>
          <p:nvGrpSpPr>
            <p:cNvPr id="44043" name="Group 4"/>
            <p:cNvGrpSpPr/>
            <p:nvPr/>
          </p:nvGrpSpPr>
          <p:grpSpPr>
            <a:xfrm>
              <a:off x="1218" y="944"/>
              <a:ext cx="2676" cy="416"/>
              <a:chOff x="3006" y="1208"/>
              <a:chExt cx="2676" cy="416"/>
            </a:xfrm>
          </p:grpSpPr>
          <p:sp>
            <p:nvSpPr>
              <p:cNvPr id="44087" name="Rectangle 5"/>
              <p:cNvSpPr/>
              <p:nvPr/>
            </p:nvSpPr>
            <p:spPr>
              <a:xfrm>
                <a:off x="3048" y="1212"/>
                <a:ext cx="2634" cy="342"/>
              </a:xfrm>
              <a:prstGeom prst="rect">
                <a:avLst/>
              </a:prstGeom>
              <a:solidFill>
                <a:schemeClr val="accent2"/>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1800" dirty="0">
                  <a:ea typeface="宋体" panose="02010600030101010101" pitchFamily="2" charset="-122"/>
                </a:endParaRPr>
              </a:p>
            </p:txBody>
          </p:sp>
          <p:sp>
            <p:nvSpPr>
              <p:cNvPr id="44088" name="Rectangle 6"/>
              <p:cNvSpPr/>
              <p:nvPr/>
            </p:nvSpPr>
            <p:spPr>
              <a:xfrm>
                <a:off x="3006" y="1242"/>
                <a:ext cx="2634" cy="342"/>
              </a:xfrm>
              <a:prstGeom prst="rect">
                <a:avLst/>
              </a:prstGeom>
              <a:solidFill>
                <a:schemeClr val="bg1"/>
              </a:solidFill>
              <a:ln w="1905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44089" name="Text Box 7"/>
              <p:cNvSpPr txBox="1"/>
              <p:nvPr/>
            </p:nvSpPr>
            <p:spPr>
              <a:xfrm>
                <a:off x="3734" y="1208"/>
                <a:ext cx="299" cy="40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ID</a:t>
                </a:r>
                <a:endParaRPr lang="en-US" altLang="zh-CN" sz="1800" dirty="0">
                  <a:ea typeface="宋体" panose="02010600030101010101" pitchFamily="2" charset="-122"/>
                </a:endParaRPr>
              </a:p>
              <a:p>
                <a:pPr marL="0" lvl="0" indent="0">
                  <a:spcBef>
                    <a:spcPct val="0"/>
                  </a:spcBef>
                  <a:buClrTx/>
                  <a:buSzTx/>
                  <a:buFontTx/>
                  <a:buNone/>
                </a:pPr>
                <a:r>
                  <a:rPr lang="en-US" altLang="zh-CN" sz="1800" dirty="0">
                    <a:ea typeface="宋体" panose="02010600030101010101" pitchFamily="2" charset="-122"/>
                  </a:rPr>
                  <a:t>=x</a:t>
                </a:r>
                <a:endParaRPr lang="en-US" altLang="zh-CN" sz="1800" dirty="0">
                  <a:ea typeface="宋体" panose="02010600030101010101" pitchFamily="2" charset="-122"/>
                </a:endParaRPr>
              </a:p>
            </p:txBody>
          </p:sp>
          <p:sp>
            <p:nvSpPr>
              <p:cNvPr id="44090" name="Text Box 8"/>
              <p:cNvSpPr txBox="1"/>
              <p:nvPr/>
            </p:nvSpPr>
            <p:spPr>
              <a:xfrm>
                <a:off x="4605" y="1220"/>
                <a:ext cx="555" cy="40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800" dirty="0">
                    <a:ea typeface="宋体" panose="02010600030101010101" pitchFamily="2" charset="-122"/>
                  </a:rPr>
                  <a:t>offset</a:t>
                </a:r>
                <a:endParaRPr lang="en-US" altLang="zh-CN" sz="1800" dirty="0">
                  <a:ea typeface="宋体" panose="02010600030101010101" pitchFamily="2" charset="-122"/>
                </a:endParaRPr>
              </a:p>
              <a:p>
                <a:pPr marL="0" lvl="0" indent="0" algn="ctr">
                  <a:spcBef>
                    <a:spcPct val="0"/>
                  </a:spcBef>
                  <a:buClrTx/>
                  <a:buSzTx/>
                  <a:buFontTx/>
                  <a:buNone/>
                </a:pPr>
                <a:r>
                  <a:rPr lang="en-US" altLang="zh-CN" sz="1800" dirty="0">
                    <a:ea typeface="宋体" panose="02010600030101010101" pitchFamily="2" charset="-122"/>
                  </a:rPr>
                  <a:t>=0</a:t>
                </a:r>
                <a:endParaRPr lang="en-US" altLang="zh-CN" sz="1800" dirty="0">
                  <a:ea typeface="宋体" panose="02010600030101010101" pitchFamily="2" charset="-122"/>
                </a:endParaRPr>
              </a:p>
            </p:txBody>
          </p:sp>
          <p:sp>
            <p:nvSpPr>
              <p:cNvPr id="44091" name="Text Box 9"/>
              <p:cNvSpPr txBox="1"/>
              <p:nvPr/>
            </p:nvSpPr>
            <p:spPr>
              <a:xfrm>
                <a:off x="3980" y="1220"/>
                <a:ext cx="670" cy="40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800" dirty="0">
                    <a:ea typeface="宋体" panose="02010600030101010101" pitchFamily="2" charset="-122"/>
                  </a:rPr>
                  <a:t>fragflag</a:t>
                </a:r>
                <a:endParaRPr lang="en-US" altLang="zh-CN" sz="1800" dirty="0">
                  <a:ea typeface="宋体" panose="02010600030101010101" pitchFamily="2" charset="-122"/>
                </a:endParaRPr>
              </a:p>
              <a:p>
                <a:pPr marL="0" lvl="0" indent="0" algn="ctr">
                  <a:spcBef>
                    <a:spcPct val="0"/>
                  </a:spcBef>
                  <a:buClrTx/>
                  <a:buSzTx/>
                  <a:buFontTx/>
                  <a:buNone/>
                </a:pPr>
                <a:r>
                  <a:rPr lang="en-US" altLang="zh-CN" sz="1800" dirty="0">
                    <a:ea typeface="宋体" panose="02010600030101010101" pitchFamily="2" charset="-122"/>
                  </a:rPr>
                  <a:t>=0</a:t>
                </a:r>
                <a:endParaRPr lang="en-US" altLang="zh-CN" sz="1800" dirty="0">
                  <a:ea typeface="宋体" panose="02010600030101010101" pitchFamily="2" charset="-122"/>
                </a:endParaRPr>
              </a:p>
            </p:txBody>
          </p:sp>
          <p:sp>
            <p:nvSpPr>
              <p:cNvPr id="44092" name="Text Box 10"/>
              <p:cNvSpPr txBox="1"/>
              <p:nvPr/>
            </p:nvSpPr>
            <p:spPr>
              <a:xfrm>
                <a:off x="3230" y="1208"/>
                <a:ext cx="541" cy="40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length</a:t>
                </a:r>
                <a:endParaRPr lang="en-US" altLang="zh-CN" sz="1800" dirty="0">
                  <a:ea typeface="宋体" panose="02010600030101010101" pitchFamily="2" charset="-122"/>
                </a:endParaRPr>
              </a:p>
              <a:p>
                <a:pPr marL="0" lvl="0" indent="0">
                  <a:spcBef>
                    <a:spcPct val="0"/>
                  </a:spcBef>
                  <a:buClrTx/>
                  <a:buSzTx/>
                  <a:buFontTx/>
                  <a:buNone/>
                </a:pPr>
                <a:r>
                  <a:rPr lang="en-US" altLang="zh-CN" sz="1800" dirty="0">
                    <a:ea typeface="宋体" panose="02010600030101010101" pitchFamily="2" charset="-122"/>
                  </a:rPr>
                  <a:t>=4000</a:t>
                </a:r>
                <a:endParaRPr lang="en-US" altLang="zh-CN" sz="1800" dirty="0">
                  <a:ea typeface="宋体" panose="02010600030101010101" pitchFamily="2" charset="-122"/>
                </a:endParaRPr>
              </a:p>
            </p:txBody>
          </p:sp>
          <p:sp>
            <p:nvSpPr>
              <p:cNvPr id="44093" name="Line 11"/>
              <p:cNvSpPr/>
              <p:nvPr/>
            </p:nvSpPr>
            <p:spPr>
              <a:xfrm>
                <a:off x="3246" y="1242"/>
                <a:ext cx="0" cy="342"/>
              </a:xfrm>
              <a:prstGeom prst="line">
                <a:avLst/>
              </a:prstGeom>
              <a:ln w="19050" cap="flat" cmpd="sng">
                <a:solidFill>
                  <a:schemeClr val="tx1"/>
                </a:solidFill>
                <a:prstDash val="solid"/>
                <a:headEnd type="none" w="med" len="med"/>
                <a:tailEnd type="none" w="med" len="med"/>
              </a:ln>
            </p:spPr>
          </p:sp>
          <p:sp>
            <p:nvSpPr>
              <p:cNvPr id="44094" name="Line 12"/>
              <p:cNvSpPr/>
              <p:nvPr/>
            </p:nvSpPr>
            <p:spPr>
              <a:xfrm>
                <a:off x="3750" y="1242"/>
                <a:ext cx="0" cy="342"/>
              </a:xfrm>
              <a:prstGeom prst="line">
                <a:avLst/>
              </a:prstGeom>
              <a:ln w="19050" cap="flat" cmpd="sng">
                <a:solidFill>
                  <a:schemeClr val="tx1"/>
                </a:solidFill>
                <a:prstDash val="solid"/>
                <a:headEnd type="none" w="med" len="med"/>
                <a:tailEnd type="none" w="med" len="med"/>
              </a:ln>
            </p:spPr>
          </p:sp>
          <p:sp>
            <p:nvSpPr>
              <p:cNvPr id="44095" name="Line 13"/>
              <p:cNvSpPr/>
              <p:nvPr/>
            </p:nvSpPr>
            <p:spPr>
              <a:xfrm>
                <a:off x="4020" y="1254"/>
                <a:ext cx="0" cy="342"/>
              </a:xfrm>
              <a:prstGeom prst="line">
                <a:avLst/>
              </a:prstGeom>
              <a:ln w="19050" cap="flat" cmpd="sng">
                <a:solidFill>
                  <a:schemeClr val="tx1"/>
                </a:solidFill>
                <a:prstDash val="solid"/>
                <a:headEnd type="none" w="med" len="med"/>
                <a:tailEnd type="none" w="med" len="med"/>
              </a:ln>
            </p:spPr>
          </p:sp>
          <p:sp>
            <p:nvSpPr>
              <p:cNvPr id="44096" name="Line 14"/>
              <p:cNvSpPr/>
              <p:nvPr/>
            </p:nvSpPr>
            <p:spPr>
              <a:xfrm>
                <a:off x="4638" y="1242"/>
                <a:ext cx="0" cy="342"/>
              </a:xfrm>
              <a:prstGeom prst="line">
                <a:avLst/>
              </a:prstGeom>
              <a:ln w="19050" cap="flat" cmpd="sng">
                <a:solidFill>
                  <a:schemeClr val="tx1"/>
                </a:solidFill>
                <a:prstDash val="solid"/>
                <a:headEnd type="none" w="med" len="med"/>
                <a:tailEnd type="none" w="med" len="med"/>
              </a:ln>
            </p:spPr>
          </p:sp>
          <p:sp>
            <p:nvSpPr>
              <p:cNvPr id="44097" name="Line 15"/>
              <p:cNvSpPr/>
              <p:nvPr/>
            </p:nvSpPr>
            <p:spPr>
              <a:xfrm>
                <a:off x="5112" y="1242"/>
                <a:ext cx="0" cy="342"/>
              </a:xfrm>
              <a:prstGeom prst="line">
                <a:avLst/>
              </a:prstGeom>
              <a:ln w="19050" cap="flat" cmpd="sng">
                <a:solidFill>
                  <a:schemeClr val="tx1"/>
                </a:solidFill>
                <a:prstDash val="solid"/>
                <a:headEnd type="none" w="med" len="med"/>
                <a:tailEnd type="none" w="med" len="med"/>
              </a:ln>
            </p:spPr>
          </p:sp>
          <p:sp>
            <p:nvSpPr>
              <p:cNvPr id="44098" name="Rectangle 16"/>
              <p:cNvSpPr/>
              <p:nvPr/>
            </p:nvSpPr>
            <p:spPr>
              <a:xfrm>
                <a:off x="5232" y="1212"/>
                <a:ext cx="138" cy="378"/>
              </a:xfrm>
              <a:prstGeom prst="rect">
                <a:avLst/>
              </a:prstGeom>
              <a:solidFill>
                <a:srgbClr val="FFFFFF"/>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grpSp>
          <p:nvGrpSpPr>
            <p:cNvPr id="44044" name="Group 17"/>
            <p:cNvGrpSpPr/>
            <p:nvPr/>
          </p:nvGrpSpPr>
          <p:grpSpPr>
            <a:xfrm>
              <a:off x="1566" y="2048"/>
              <a:ext cx="2676" cy="416"/>
              <a:chOff x="3006" y="1208"/>
              <a:chExt cx="2676" cy="416"/>
            </a:xfrm>
          </p:grpSpPr>
          <p:sp>
            <p:nvSpPr>
              <p:cNvPr id="44075" name="Rectangle 18"/>
              <p:cNvSpPr/>
              <p:nvPr/>
            </p:nvSpPr>
            <p:spPr>
              <a:xfrm>
                <a:off x="3048" y="1212"/>
                <a:ext cx="2634" cy="342"/>
              </a:xfrm>
              <a:prstGeom prst="rect">
                <a:avLst/>
              </a:prstGeom>
              <a:solidFill>
                <a:schemeClr val="accent2"/>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1800" dirty="0">
                  <a:ea typeface="宋体" panose="02010600030101010101" pitchFamily="2" charset="-122"/>
                </a:endParaRPr>
              </a:p>
            </p:txBody>
          </p:sp>
          <p:sp>
            <p:nvSpPr>
              <p:cNvPr id="44076" name="Rectangle 19"/>
              <p:cNvSpPr/>
              <p:nvPr/>
            </p:nvSpPr>
            <p:spPr>
              <a:xfrm>
                <a:off x="3006" y="1242"/>
                <a:ext cx="2634" cy="342"/>
              </a:xfrm>
              <a:prstGeom prst="rect">
                <a:avLst/>
              </a:prstGeom>
              <a:solidFill>
                <a:schemeClr val="bg1"/>
              </a:solidFill>
              <a:ln w="1905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44077" name="Text Box 20"/>
              <p:cNvSpPr txBox="1"/>
              <p:nvPr/>
            </p:nvSpPr>
            <p:spPr>
              <a:xfrm>
                <a:off x="3734" y="1208"/>
                <a:ext cx="299" cy="40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ID</a:t>
                </a:r>
                <a:endParaRPr lang="en-US" altLang="zh-CN" sz="1800" dirty="0">
                  <a:ea typeface="宋体" panose="02010600030101010101" pitchFamily="2" charset="-122"/>
                </a:endParaRPr>
              </a:p>
              <a:p>
                <a:pPr marL="0" lvl="0" indent="0">
                  <a:spcBef>
                    <a:spcPct val="0"/>
                  </a:spcBef>
                  <a:buClrTx/>
                  <a:buSzTx/>
                  <a:buFontTx/>
                  <a:buNone/>
                </a:pPr>
                <a:r>
                  <a:rPr lang="en-US" altLang="zh-CN" sz="1800" dirty="0">
                    <a:ea typeface="宋体" panose="02010600030101010101" pitchFamily="2" charset="-122"/>
                  </a:rPr>
                  <a:t>=x</a:t>
                </a:r>
                <a:endParaRPr lang="en-US" altLang="zh-CN" sz="1800" dirty="0">
                  <a:ea typeface="宋体" panose="02010600030101010101" pitchFamily="2" charset="-122"/>
                </a:endParaRPr>
              </a:p>
            </p:txBody>
          </p:sp>
          <p:sp>
            <p:nvSpPr>
              <p:cNvPr id="44078" name="Text Box 21"/>
              <p:cNvSpPr txBox="1"/>
              <p:nvPr/>
            </p:nvSpPr>
            <p:spPr>
              <a:xfrm>
                <a:off x="4605" y="1220"/>
                <a:ext cx="555" cy="40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800" dirty="0">
                    <a:ea typeface="宋体" panose="02010600030101010101" pitchFamily="2" charset="-122"/>
                  </a:rPr>
                  <a:t>offset</a:t>
                </a:r>
                <a:endParaRPr lang="en-US" altLang="zh-CN" sz="1800" dirty="0">
                  <a:ea typeface="宋体" panose="02010600030101010101" pitchFamily="2" charset="-122"/>
                </a:endParaRPr>
              </a:p>
              <a:p>
                <a:pPr marL="0" lvl="0" indent="0" algn="ctr">
                  <a:spcBef>
                    <a:spcPct val="0"/>
                  </a:spcBef>
                  <a:buClrTx/>
                  <a:buSzTx/>
                  <a:buFontTx/>
                  <a:buNone/>
                </a:pPr>
                <a:r>
                  <a:rPr lang="en-US" altLang="zh-CN" sz="1800" dirty="0">
                    <a:ea typeface="宋体" panose="02010600030101010101" pitchFamily="2" charset="-122"/>
                  </a:rPr>
                  <a:t>=0</a:t>
                </a:r>
                <a:endParaRPr lang="en-US" altLang="zh-CN" sz="1800" dirty="0">
                  <a:ea typeface="宋体" panose="02010600030101010101" pitchFamily="2" charset="-122"/>
                </a:endParaRPr>
              </a:p>
            </p:txBody>
          </p:sp>
          <p:sp>
            <p:nvSpPr>
              <p:cNvPr id="44079" name="Text Box 22"/>
              <p:cNvSpPr txBox="1"/>
              <p:nvPr/>
            </p:nvSpPr>
            <p:spPr>
              <a:xfrm>
                <a:off x="3980" y="1220"/>
                <a:ext cx="670" cy="40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800" dirty="0">
                    <a:ea typeface="宋体" panose="02010600030101010101" pitchFamily="2" charset="-122"/>
                  </a:rPr>
                  <a:t>fragflag</a:t>
                </a:r>
                <a:endParaRPr lang="en-US" altLang="zh-CN" sz="1800" dirty="0">
                  <a:ea typeface="宋体" panose="02010600030101010101" pitchFamily="2" charset="-122"/>
                </a:endParaRPr>
              </a:p>
              <a:p>
                <a:pPr marL="0" lvl="0" indent="0" algn="ctr">
                  <a:spcBef>
                    <a:spcPct val="0"/>
                  </a:spcBef>
                  <a:buClrTx/>
                  <a:buSzTx/>
                  <a:buFontTx/>
                  <a:buNone/>
                </a:pPr>
                <a:r>
                  <a:rPr lang="en-US" altLang="zh-CN" sz="1800" dirty="0">
                    <a:ea typeface="宋体" panose="02010600030101010101" pitchFamily="2" charset="-122"/>
                  </a:rPr>
                  <a:t>=1</a:t>
                </a:r>
                <a:endParaRPr lang="en-US" altLang="zh-CN" sz="1800" dirty="0">
                  <a:ea typeface="宋体" panose="02010600030101010101" pitchFamily="2" charset="-122"/>
                </a:endParaRPr>
              </a:p>
            </p:txBody>
          </p:sp>
          <p:sp>
            <p:nvSpPr>
              <p:cNvPr id="44080" name="Text Box 23"/>
              <p:cNvSpPr txBox="1"/>
              <p:nvPr/>
            </p:nvSpPr>
            <p:spPr>
              <a:xfrm>
                <a:off x="3230" y="1208"/>
                <a:ext cx="536" cy="40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length</a:t>
                </a:r>
                <a:endParaRPr lang="en-US" altLang="zh-CN" sz="1800" dirty="0">
                  <a:ea typeface="宋体" panose="02010600030101010101" pitchFamily="2" charset="-122"/>
                </a:endParaRPr>
              </a:p>
              <a:p>
                <a:pPr marL="0" lvl="0" indent="0">
                  <a:spcBef>
                    <a:spcPct val="0"/>
                  </a:spcBef>
                  <a:buClrTx/>
                  <a:buSzTx/>
                  <a:buFontTx/>
                  <a:buNone/>
                </a:pPr>
                <a:r>
                  <a:rPr lang="en-US" altLang="zh-CN" sz="1800" dirty="0">
                    <a:ea typeface="宋体" panose="02010600030101010101" pitchFamily="2" charset="-122"/>
                  </a:rPr>
                  <a:t>=1500</a:t>
                </a:r>
                <a:endParaRPr lang="en-US" altLang="zh-CN" sz="1800" dirty="0">
                  <a:ea typeface="宋体" panose="02010600030101010101" pitchFamily="2" charset="-122"/>
                </a:endParaRPr>
              </a:p>
            </p:txBody>
          </p:sp>
          <p:sp>
            <p:nvSpPr>
              <p:cNvPr id="44081" name="Line 24"/>
              <p:cNvSpPr/>
              <p:nvPr/>
            </p:nvSpPr>
            <p:spPr>
              <a:xfrm>
                <a:off x="3246" y="1242"/>
                <a:ext cx="0" cy="342"/>
              </a:xfrm>
              <a:prstGeom prst="line">
                <a:avLst/>
              </a:prstGeom>
              <a:ln w="19050" cap="flat" cmpd="sng">
                <a:solidFill>
                  <a:schemeClr val="tx1"/>
                </a:solidFill>
                <a:prstDash val="solid"/>
                <a:headEnd type="none" w="med" len="med"/>
                <a:tailEnd type="none" w="med" len="med"/>
              </a:ln>
            </p:spPr>
          </p:sp>
          <p:sp>
            <p:nvSpPr>
              <p:cNvPr id="44082" name="Line 25"/>
              <p:cNvSpPr/>
              <p:nvPr/>
            </p:nvSpPr>
            <p:spPr>
              <a:xfrm>
                <a:off x="3750" y="1242"/>
                <a:ext cx="0" cy="342"/>
              </a:xfrm>
              <a:prstGeom prst="line">
                <a:avLst/>
              </a:prstGeom>
              <a:ln w="19050" cap="flat" cmpd="sng">
                <a:solidFill>
                  <a:schemeClr val="tx1"/>
                </a:solidFill>
                <a:prstDash val="solid"/>
                <a:headEnd type="none" w="med" len="med"/>
                <a:tailEnd type="none" w="med" len="med"/>
              </a:ln>
            </p:spPr>
          </p:sp>
          <p:sp>
            <p:nvSpPr>
              <p:cNvPr id="44083" name="Line 26"/>
              <p:cNvSpPr/>
              <p:nvPr/>
            </p:nvSpPr>
            <p:spPr>
              <a:xfrm>
                <a:off x="4020" y="1254"/>
                <a:ext cx="0" cy="342"/>
              </a:xfrm>
              <a:prstGeom prst="line">
                <a:avLst/>
              </a:prstGeom>
              <a:ln w="19050" cap="flat" cmpd="sng">
                <a:solidFill>
                  <a:schemeClr val="tx1"/>
                </a:solidFill>
                <a:prstDash val="solid"/>
                <a:headEnd type="none" w="med" len="med"/>
                <a:tailEnd type="none" w="med" len="med"/>
              </a:ln>
            </p:spPr>
          </p:sp>
          <p:sp>
            <p:nvSpPr>
              <p:cNvPr id="44084" name="Line 27"/>
              <p:cNvSpPr/>
              <p:nvPr/>
            </p:nvSpPr>
            <p:spPr>
              <a:xfrm>
                <a:off x="4638" y="1242"/>
                <a:ext cx="0" cy="342"/>
              </a:xfrm>
              <a:prstGeom prst="line">
                <a:avLst/>
              </a:prstGeom>
              <a:ln w="19050" cap="flat" cmpd="sng">
                <a:solidFill>
                  <a:schemeClr val="tx1"/>
                </a:solidFill>
                <a:prstDash val="solid"/>
                <a:headEnd type="none" w="med" len="med"/>
                <a:tailEnd type="none" w="med" len="med"/>
              </a:ln>
            </p:spPr>
          </p:sp>
          <p:sp>
            <p:nvSpPr>
              <p:cNvPr id="44085" name="Line 28"/>
              <p:cNvSpPr/>
              <p:nvPr/>
            </p:nvSpPr>
            <p:spPr>
              <a:xfrm>
                <a:off x="5112" y="1242"/>
                <a:ext cx="0" cy="342"/>
              </a:xfrm>
              <a:prstGeom prst="line">
                <a:avLst/>
              </a:prstGeom>
              <a:ln w="19050" cap="flat" cmpd="sng">
                <a:solidFill>
                  <a:schemeClr val="tx1"/>
                </a:solidFill>
                <a:prstDash val="solid"/>
                <a:headEnd type="none" w="med" len="med"/>
                <a:tailEnd type="none" w="med" len="med"/>
              </a:ln>
            </p:spPr>
          </p:sp>
          <p:sp>
            <p:nvSpPr>
              <p:cNvPr id="44086" name="Rectangle 29"/>
              <p:cNvSpPr/>
              <p:nvPr/>
            </p:nvSpPr>
            <p:spPr>
              <a:xfrm>
                <a:off x="5232" y="1212"/>
                <a:ext cx="138" cy="378"/>
              </a:xfrm>
              <a:prstGeom prst="rect">
                <a:avLst/>
              </a:prstGeom>
              <a:solidFill>
                <a:srgbClr val="FFFFFF"/>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grpSp>
          <p:nvGrpSpPr>
            <p:cNvPr id="44045" name="Group 30"/>
            <p:cNvGrpSpPr/>
            <p:nvPr/>
          </p:nvGrpSpPr>
          <p:grpSpPr>
            <a:xfrm>
              <a:off x="1566" y="2552"/>
              <a:ext cx="2676" cy="416"/>
              <a:chOff x="3006" y="1208"/>
              <a:chExt cx="2676" cy="416"/>
            </a:xfrm>
          </p:grpSpPr>
          <p:sp>
            <p:nvSpPr>
              <p:cNvPr id="44063" name="Rectangle 31"/>
              <p:cNvSpPr/>
              <p:nvPr/>
            </p:nvSpPr>
            <p:spPr>
              <a:xfrm>
                <a:off x="3048" y="1212"/>
                <a:ext cx="2634" cy="342"/>
              </a:xfrm>
              <a:prstGeom prst="rect">
                <a:avLst/>
              </a:prstGeom>
              <a:solidFill>
                <a:schemeClr val="accent2"/>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1800" dirty="0">
                  <a:ea typeface="宋体" panose="02010600030101010101" pitchFamily="2" charset="-122"/>
                </a:endParaRPr>
              </a:p>
            </p:txBody>
          </p:sp>
          <p:sp>
            <p:nvSpPr>
              <p:cNvPr id="44064" name="Rectangle 32"/>
              <p:cNvSpPr/>
              <p:nvPr/>
            </p:nvSpPr>
            <p:spPr>
              <a:xfrm>
                <a:off x="3006" y="1242"/>
                <a:ext cx="2634" cy="342"/>
              </a:xfrm>
              <a:prstGeom prst="rect">
                <a:avLst/>
              </a:prstGeom>
              <a:solidFill>
                <a:schemeClr val="bg1"/>
              </a:solidFill>
              <a:ln w="1905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44065" name="Text Box 33"/>
              <p:cNvSpPr txBox="1"/>
              <p:nvPr/>
            </p:nvSpPr>
            <p:spPr>
              <a:xfrm>
                <a:off x="3734" y="1208"/>
                <a:ext cx="299" cy="40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ID</a:t>
                </a:r>
                <a:endParaRPr lang="en-US" altLang="zh-CN" sz="1800" dirty="0">
                  <a:ea typeface="宋体" panose="02010600030101010101" pitchFamily="2" charset="-122"/>
                </a:endParaRPr>
              </a:p>
              <a:p>
                <a:pPr marL="0" lvl="0" indent="0">
                  <a:spcBef>
                    <a:spcPct val="0"/>
                  </a:spcBef>
                  <a:buClrTx/>
                  <a:buSzTx/>
                  <a:buFontTx/>
                  <a:buNone/>
                </a:pPr>
                <a:r>
                  <a:rPr lang="en-US" altLang="zh-CN" sz="1800" dirty="0">
                    <a:ea typeface="宋体" panose="02010600030101010101" pitchFamily="2" charset="-122"/>
                  </a:rPr>
                  <a:t>=x</a:t>
                </a:r>
                <a:endParaRPr lang="en-US" altLang="zh-CN" sz="1800" dirty="0">
                  <a:ea typeface="宋体" panose="02010600030101010101" pitchFamily="2" charset="-122"/>
                </a:endParaRPr>
              </a:p>
            </p:txBody>
          </p:sp>
          <p:sp>
            <p:nvSpPr>
              <p:cNvPr id="44066" name="Text Box 34"/>
              <p:cNvSpPr txBox="1"/>
              <p:nvPr/>
            </p:nvSpPr>
            <p:spPr>
              <a:xfrm>
                <a:off x="4605" y="1220"/>
                <a:ext cx="555" cy="40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800" dirty="0">
                    <a:ea typeface="宋体" panose="02010600030101010101" pitchFamily="2" charset="-122"/>
                  </a:rPr>
                  <a:t>offset</a:t>
                </a:r>
                <a:endParaRPr lang="en-US" altLang="zh-CN" sz="1800" dirty="0">
                  <a:ea typeface="宋体" panose="02010600030101010101" pitchFamily="2" charset="-122"/>
                </a:endParaRPr>
              </a:p>
              <a:p>
                <a:pPr marL="0" lvl="0" indent="0" algn="ctr">
                  <a:spcBef>
                    <a:spcPct val="0"/>
                  </a:spcBef>
                  <a:buClrTx/>
                  <a:buSzTx/>
                  <a:buFontTx/>
                  <a:buNone/>
                </a:pPr>
                <a:r>
                  <a:rPr lang="en-US" altLang="zh-CN" sz="1800" dirty="0">
                    <a:ea typeface="宋体" panose="02010600030101010101" pitchFamily="2" charset="-122"/>
                  </a:rPr>
                  <a:t>=185</a:t>
                </a:r>
                <a:endParaRPr lang="en-US" altLang="zh-CN" sz="1800" dirty="0">
                  <a:ea typeface="宋体" panose="02010600030101010101" pitchFamily="2" charset="-122"/>
                </a:endParaRPr>
              </a:p>
            </p:txBody>
          </p:sp>
          <p:sp>
            <p:nvSpPr>
              <p:cNvPr id="44067" name="Text Box 35"/>
              <p:cNvSpPr txBox="1"/>
              <p:nvPr/>
            </p:nvSpPr>
            <p:spPr>
              <a:xfrm>
                <a:off x="3980" y="1220"/>
                <a:ext cx="670" cy="40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800" dirty="0">
                    <a:ea typeface="宋体" panose="02010600030101010101" pitchFamily="2" charset="-122"/>
                  </a:rPr>
                  <a:t>fragflag</a:t>
                </a:r>
                <a:endParaRPr lang="en-US" altLang="zh-CN" sz="1800" dirty="0">
                  <a:ea typeface="宋体" panose="02010600030101010101" pitchFamily="2" charset="-122"/>
                </a:endParaRPr>
              </a:p>
              <a:p>
                <a:pPr marL="0" lvl="0" indent="0" algn="ctr">
                  <a:spcBef>
                    <a:spcPct val="0"/>
                  </a:spcBef>
                  <a:buClrTx/>
                  <a:buSzTx/>
                  <a:buFontTx/>
                  <a:buNone/>
                </a:pPr>
                <a:r>
                  <a:rPr lang="en-US" altLang="zh-CN" sz="1800" dirty="0">
                    <a:ea typeface="宋体" panose="02010600030101010101" pitchFamily="2" charset="-122"/>
                  </a:rPr>
                  <a:t>=1</a:t>
                </a:r>
                <a:endParaRPr lang="en-US" altLang="zh-CN" sz="1800" dirty="0">
                  <a:ea typeface="宋体" panose="02010600030101010101" pitchFamily="2" charset="-122"/>
                </a:endParaRPr>
              </a:p>
            </p:txBody>
          </p:sp>
          <p:sp>
            <p:nvSpPr>
              <p:cNvPr id="44068" name="Text Box 36"/>
              <p:cNvSpPr txBox="1"/>
              <p:nvPr/>
            </p:nvSpPr>
            <p:spPr>
              <a:xfrm>
                <a:off x="3230" y="1208"/>
                <a:ext cx="536" cy="40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length</a:t>
                </a:r>
                <a:endParaRPr lang="en-US" altLang="zh-CN" sz="1800" dirty="0">
                  <a:ea typeface="宋体" panose="02010600030101010101" pitchFamily="2" charset="-122"/>
                </a:endParaRPr>
              </a:p>
              <a:p>
                <a:pPr marL="0" lvl="0" indent="0">
                  <a:spcBef>
                    <a:spcPct val="0"/>
                  </a:spcBef>
                  <a:buClrTx/>
                  <a:buSzTx/>
                  <a:buFontTx/>
                  <a:buNone/>
                </a:pPr>
                <a:r>
                  <a:rPr lang="en-US" altLang="zh-CN" sz="1800" dirty="0">
                    <a:ea typeface="宋体" panose="02010600030101010101" pitchFamily="2" charset="-122"/>
                  </a:rPr>
                  <a:t>=1500</a:t>
                </a:r>
                <a:endParaRPr lang="en-US" altLang="zh-CN" sz="1800" dirty="0">
                  <a:ea typeface="宋体" panose="02010600030101010101" pitchFamily="2" charset="-122"/>
                </a:endParaRPr>
              </a:p>
            </p:txBody>
          </p:sp>
          <p:sp>
            <p:nvSpPr>
              <p:cNvPr id="44069" name="Line 37"/>
              <p:cNvSpPr/>
              <p:nvPr/>
            </p:nvSpPr>
            <p:spPr>
              <a:xfrm>
                <a:off x="3246" y="1242"/>
                <a:ext cx="0" cy="342"/>
              </a:xfrm>
              <a:prstGeom prst="line">
                <a:avLst/>
              </a:prstGeom>
              <a:ln w="19050" cap="flat" cmpd="sng">
                <a:solidFill>
                  <a:schemeClr val="tx1"/>
                </a:solidFill>
                <a:prstDash val="solid"/>
                <a:headEnd type="none" w="med" len="med"/>
                <a:tailEnd type="none" w="med" len="med"/>
              </a:ln>
            </p:spPr>
          </p:sp>
          <p:sp>
            <p:nvSpPr>
              <p:cNvPr id="44070" name="Line 38"/>
              <p:cNvSpPr/>
              <p:nvPr/>
            </p:nvSpPr>
            <p:spPr>
              <a:xfrm>
                <a:off x="3750" y="1242"/>
                <a:ext cx="0" cy="342"/>
              </a:xfrm>
              <a:prstGeom prst="line">
                <a:avLst/>
              </a:prstGeom>
              <a:ln w="19050" cap="flat" cmpd="sng">
                <a:solidFill>
                  <a:schemeClr val="tx1"/>
                </a:solidFill>
                <a:prstDash val="solid"/>
                <a:headEnd type="none" w="med" len="med"/>
                <a:tailEnd type="none" w="med" len="med"/>
              </a:ln>
            </p:spPr>
          </p:sp>
          <p:sp>
            <p:nvSpPr>
              <p:cNvPr id="44071" name="Line 39"/>
              <p:cNvSpPr/>
              <p:nvPr/>
            </p:nvSpPr>
            <p:spPr>
              <a:xfrm>
                <a:off x="4020" y="1254"/>
                <a:ext cx="0" cy="342"/>
              </a:xfrm>
              <a:prstGeom prst="line">
                <a:avLst/>
              </a:prstGeom>
              <a:ln w="19050" cap="flat" cmpd="sng">
                <a:solidFill>
                  <a:schemeClr val="tx1"/>
                </a:solidFill>
                <a:prstDash val="solid"/>
                <a:headEnd type="none" w="med" len="med"/>
                <a:tailEnd type="none" w="med" len="med"/>
              </a:ln>
            </p:spPr>
          </p:sp>
          <p:sp>
            <p:nvSpPr>
              <p:cNvPr id="44072" name="Line 40"/>
              <p:cNvSpPr/>
              <p:nvPr/>
            </p:nvSpPr>
            <p:spPr>
              <a:xfrm>
                <a:off x="4638" y="1242"/>
                <a:ext cx="0" cy="342"/>
              </a:xfrm>
              <a:prstGeom prst="line">
                <a:avLst/>
              </a:prstGeom>
              <a:ln w="19050" cap="flat" cmpd="sng">
                <a:solidFill>
                  <a:schemeClr val="tx1"/>
                </a:solidFill>
                <a:prstDash val="solid"/>
                <a:headEnd type="none" w="med" len="med"/>
                <a:tailEnd type="none" w="med" len="med"/>
              </a:ln>
            </p:spPr>
          </p:sp>
          <p:sp>
            <p:nvSpPr>
              <p:cNvPr id="44073" name="Line 41"/>
              <p:cNvSpPr/>
              <p:nvPr/>
            </p:nvSpPr>
            <p:spPr>
              <a:xfrm>
                <a:off x="5112" y="1242"/>
                <a:ext cx="0" cy="342"/>
              </a:xfrm>
              <a:prstGeom prst="line">
                <a:avLst/>
              </a:prstGeom>
              <a:ln w="19050" cap="flat" cmpd="sng">
                <a:solidFill>
                  <a:schemeClr val="tx1"/>
                </a:solidFill>
                <a:prstDash val="solid"/>
                <a:headEnd type="none" w="med" len="med"/>
                <a:tailEnd type="none" w="med" len="med"/>
              </a:ln>
            </p:spPr>
          </p:sp>
          <p:sp>
            <p:nvSpPr>
              <p:cNvPr id="44074" name="Rectangle 42"/>
              <p:cNvSpPr/>
              <p:nvPr/>
            </p:nvSpPr>
            <p:spPr>
              <a:xfrm>
                <a:off x="5232" y="1212"/>
                <a:ext cx="138" cy="378"/>
              </a:xfrm>
              <a:prstGeom prst="rect">
                <a:avLst/>
              </a:prstGeom>
              <a:solidFill>
                <a:srgbClr val="FFFFFF"/>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grpSp>
          <p:nvGrpSpPr>
            <p:cNvPr id="44046" name="Group 43"/>
            <p:cNvGrpSpPr/>
            <p:nvPr/>
          </p:nvGrpSpPr>
          <p:grpSpPr>
            <a:xfrm>
              <a:off x="1560" y="3074"/>
              <a:ext cx="2676" cy="416"/>
              <a:chOff x="3006" y="1208"/>
              <a:chExt cx="2676" cy="416"/>
            </a:xfrm>
          </p:grpSpPr>
          <p:sp>
            <p:nvSpPr>
              <p:cNvPr id="44051" name="Rectangle 44"/>
              <p:cNvSpPr/>
              <p:nvPr/>
            </p:nvSpPr>
            <p:spPr>
              <a:xfrm>
                <a:off x="3048" y="1212"/>
                <a:ext cx="2634" cy="342"/>
              </a:xfrm>
              <a:prstGeom prst="rect">
                <a:avLst/>
              </a:prstGeom>
              <a:solidFill>
                <a:schemeClr val="accent2"/>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1800" dirty="0">
                  <a:ea typeface="宋体" panose="02010600030101010101" pitchFamily="2" charset="-122"/>
                </a:endParaRPr>
              </a:p>
            </p:txBody>
          </p:sp>
          <p:sp>
            <p:nvSpPr>
              <p:cNvPr id="44052" name="Rectangle 45"/>
              <p:cNvSpPr/>
              <p:nvPr/>
            </p:nvSpPr>
            <p:spPr>
              <a:xfrm>
                <a:off x="3006" y="1242"/>
                <a:ext cx="2634" cy="342"/>
              </a:xfrm>
              <a:prstGeom prst="rect">
                <a:avLst/>
              </a:prstGeom>
              <a:solidFill>
                <a:schemeClr val="bg1"/>
              </a:solidFill>
              <a:ln w="1905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44053" name="Text Box 46"/>
              <p:cNvSpPr txBox="1"/>
              <p:nvPr/>
            </p:nvSpPr>
            <p:spPr>
              <a:xfrm>
                <a:off x="3734" y="1208"/>
                <a:ext cx="299" cy="40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ID</a:t>
                </a:r>
                <a:endParaRPr lang="en-US" altLang="zh-CN" sz="1800" dirty="0">
                  <a:ea typeface="宋体" panose="02010600030101010101" pitchFamily="2" charset="-122"/>
                </a:endParaRPr>
              </a:p>
              <a:p>
                <a:pPr marL="0" lvl="0" indent="0">
                  <a:spcBef>
                    <a:spcPct val="0"/>
                  </a:spcBef>
                  <a:buClrTx/>
                  <a:buSzTx/>
                  <a:buFontTx/>
                  <a:buNone/>
                </a:pPr>
                <a:r>
                  <a:rPr lang="en-US" altLang="zh-CN" sz="1800" dirty="0">
                    <a:ea typeface="宋体" panose="02010600030101010101" pitchFamily="2" charset="-122"/>
                  </a:rPr>
                  <a:t>=x</a:t>
                </a:r>
                <a:endParaRPr lang="en-US" altLang="zh-CN" sz="1800" dirty="0">
                  <a:ea typeface="宋体" panose="02010600030101010101" pitchFamily="2" charset="-122"/>
                </a:endParaRPr>
              </a:p>
            </p:txBody>
          </p:sp>
          <p:sp>
            <p:nvSpPr>
              <p:cNvPr id="44054" name="Text Box 47"/>
              <p:cNvSpPr txBox="1"/>
              <p:nvPr/>
            </p:nvSpPr>
            <p:spPr>
              <a:xfrm>
                <a:off x="4605" y="1220"/>
                <a:ext cx="555" cy="40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800" dirty="0">
                    <a:ea typeface="宋体" panose="02010600030101010101" pitchFamily="2" charset="-122"/>
                  </a:rPr>
                  <a:t>offset</a:t>
                </a:r>
                <a:endParaRPr lang="en-US" altLang="zh-CN" sz="1800" dirty="0">
                  <a:ea typeface="宋体" panose="02010600030101010101" pitchFamily="2" charset="-122"/>
                </a:endParaRPr>
              </a:p>
              <a:p>
                <a:pPr marL="0" lvl="0" indent="0" algn="ctr">
                  <a:spcBef>
                    <a:spcPct val="0"/>
                  </a:spcBef>
                  <a:buClrTx/>
                  <a:buSzTx/>
                  <a:buFontTx/>
                  <a:buNone/>
                </a:pPr>
                <a:r>
                  <a:rPr lang="en-US" altLang="zh-CN" sz="1800" dirty="0">
                    <a:ea typeface="宋体" panose="02010600030101010101" pitchFamily="2" charset="-122"/>
                  </a:rPr>
                  <a:t>=370</a:t>
                </a:r>
                <a:endParaRPr lang="en-US" altLang="zh-CN" sz="1800" dirty="0">
                  <a:ea typeface="宋体" panose="02010600030101010101" pitchFamily="2" charset="-122"/>
                </a:endParaRPr>
              </a:p>
            </p:txBody>
          </p:sp>
          <p:sp>
            <p:nvSpPr>
              <p:cNvPr id="44055" name="Text Box 48"/>
              <p:cNvSpPr txBox="1"/>
              <p:nvPr/>
            </p:nvSpPr>
            <p:spPr>
              <a:xfrm>
                <a:off x="3980" y="1220"/>
                <a:ext cx="670" cy="40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800" dirty="0">
                    <a:ea typeface="宋体" panose="02010600030101010101" pitchFamily="2" charset="-122"/>
                  </a:rPr>
                  <a:t>fragflag</a:t>
                </a:r>
                <a:endParaRPr lang="en-US" altLang="zh-CN" sz="1800" dirty="0">
                  <a:ea typeface="宋体" panose="02010600030101010101" pitchFamily="2" charset="-122"/>
                </a:endParaRPr>
              </a:p>
              <a:p>
                <a:pPr marL="0" lvl="0" indent="0" algn="ctr">
                  <a:spcBef>
                    <a:spcPct val="0"/>
                  </a:spcBef>
                  <a:buClrTx/>
                  <a:buSzTx/>
                  <a:buFontTx/>
                  <a:buNone/>
                </a:pPr>
                <a:r>
                  <a:rPr lang="en-US" altLang="zh-CN" sz="1800" dirty="0">
                    <a:ea typeface="宋体" panose="02010600030101010101" pitchFamily="2" charset="-122"/>
                  </a:rPr>
                  <a:t>=0</a:t>
                </a:r>
                <a:endParaRPr lang="en-US" altLang="zh-CN" sz="1800" dirty="0">
                  <a:ea typeface="宋体" panose="02010600030101010101" pitchFamily="2" charset="-122"/>
                </a:endParaRPr>
              </a:p>
            </p:txBody>
          </p:sp>
          <p:sp>
            <p:nvSpPr>
              <p:cNvPr id="44056" name="Text Box 49"/>
              <p:cNvSpPr txBox="1"/>
              <p:nvPr/>
            </p:nvSpPr>
            <p:spPr>
              <a:xfrm>
                <a:off x="3230" y="1208"/>
                <a:ext cx="536" cy="40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length</a:t>
                </a:r>
                <a:endParaRPr lang="en-US" altLang="zh-CN" sz="1800" dirty="0">
                  <a:ea typeface="宋体" panose="02010600030101010101" pitchFamily="2" charset="-122"/>
                </a:endParaRPr>
              </a:p>
              <a:p>
                <a:pPr marL="0" lvl="0" indent="0">
                  <a:spcBef>
                    <a:spcPct val="0"/>
                  </a:spcBef>
                  <a:buClrTx/>
                  <a:buSzTx/>
                  <a:buFontTx/>
                  <a:buNone/>
                </a:pPr>
                <a:r>
                  <a:rPr lang="en-US" altLang="zh-CN" sz="1800" dirty="0">
                    <a:ea typeface="宋体" panose="02010600030101010101" pitchFamily="2" charset="-122"/>
                  </a:rPr>
                  <a:t>=1040</a:t>
                </a:r>
                <a:endParaRPr lang="en-US" altLang="zh-CN" sz="1800" dirty="0">
                  <a:ea typeface="宋体" panose="02010600030101010101" pitchFamily="2" charset="-122"/>
                </a:endParaRPr>
              </a:p>
            </p:txBody>
          </p:sp>
          <p:sp>
            <p:nvSpPr>
              <p:cNvPr id="44057" name="Line 50"/>
              <p:cNvSpPr/>
              <p:nvPr/>
            </p:nvSpPr>
            <p:spPr>
              <a:xfrm>
                <a:off x="3246" y="1242"/>
                <a:ext cx="0" cy="342"/>
              </a:xfrm>
              <a:prstGeom prst="line">
                <a:avLst/>
              </a:prstGeom>
              <a:ln w="19050" cap="flat" cmpd="sng">
                <a:solidFill>
                  <a:schemeClr val="tx1"/>
                </a:solidFill>
                <a:prstDash val="solid"/>
                <a:headEnd type="none" w="med" len="med"/>
                <a:tailEnd type="none" w="med" len="med"/>
              </a:ln>
            </p:spPr>
          </p:sp>
          <p:sp>
            <p:nvSpPr>
              <p:cNvPr id="44058" name="Line 51"/>
              <p:cNvSpPr/>
              <p:nvPr/>
            </p:nvSpPr>
            <p:spPr>
              <a:xfrm>
                <a:off x="3750" y="1242"/>
                <a:ext cx="0" cy="342"/>
              </a:xfrm>
              <a:prstGeom prst="line">
                <a:avLst/>
              </a:prstGeom>
              <a:ln w="19050" cap="flat" cmpd="sng">
                <a:solidFill>
                  <a:schemeClr val="tx1"/>
                </a:solidFill>
                <a:prstDash val="solid"/>
                <a:headEnd type="none" w="med" len="med"/>
                <a:tailEnd type="none" w="med" len="med"/>
              </a:ln>
            </p:spPr>
          </p:sp>
          <p:sp>
            <p:nvSpPr>
              <p:cNvPr id="44059" name="Line 52"/>
              <p:cNvSpPr/>
              <p:nvPr/>
            </p:nvSpPr>
            <p:spPr>
              <a:xfrm>
                <a:off x="4020" y="1254"/>
                <a:ext cx="0" cy="342"/>
              </a:xfrm>
              <a:prstGeom prst="line">
                <a:avLst/>
              </a:prstGeom>
              <a:ln w="19050" cap="flat" cmpd="sng">
                <a:solidFill>
                  <a:schemeClr val="tx1"/>
                </a:solidFill>
                <a:prstDash val="solid"/>
                <a:headEnd type="none" w="med" len="med"/>
                <a:tailEnd type="none" w="med" len="med"/>
              </a:ln>
            </p:spPr>
          </p:sp>
          <p:sp>
            <p:nvSpPr>
              <p:cNvPr id="44060" name="Line 53"/>
              <p:cNvSpPr/>
              <p:nvPr/>
            </p:nvSpPr>
            <p:spPr>
              <a:xfrm>
                <a:off x="4638" y="1242"/>
                <a:ext cx="0" cy="342"/>
              </a:xfrm>
              <a:prstGeom prst="line">
                <a:avLst/>
              </a:prstGeom>
              <a:ln w="19050" cap="flat" cmpd="sng">
                <a:solidFill>
                  <a:schemeClr val="tx1"/>
                </a:solidFill>
                <a:prstDash val="solid"/>
                <a:headEnd type="none" w="med" len="med"/>
                <a:tailEnd type="none" w="med" len="med"/>
              </a:ln>
            </p:spPr>
          </p:sp>
          <p:sp>
            <p:nvSpPr>
              <p:cNvPr id="44061" name="Line 54"/>
              <p:cNvSpPr/>
              <p:nvPr/>
            </p:nvSpPr>
            <p:spPr>
              <a:xfrm>
                <a:off x="5112" y="1242"/>
                <a:ext cx="0" cy="342"/>
              </a:xfrm>
              <a:prstGeom prst="line">
                <a:avLst/>
              </a:prstGeom>
              <a:ln w="19050" cap="flat" cmpd="sng">
                <a:solidFill>
                  <a:schemeClr val="tx1"/>
                </a:solidFill>
                <a:prstDash val="solid"/>
                <a:headEnd type="none" w="med" len="med"/>
                <a:tailEnd type="none" w="med" len="med"/>
              </a:ln>
            </p:spPr>
          </p:sp>
          <p:sp>
            <p:nvSpPr>
              <p:cNvPr id="44062" name="Rectangle 55"/>
              <p:cNvSpPr/>
              <p:nvPr/>
            </p:nvSpPr>
            <p:spPr>
              <a:xfrm>
                <a:off x="5232" y="1212"/>
                <a:ext cx="138" cy="378"/>
              </a:xfrm>
              <a:prstGeom prst="rect">
                <a:avLst/>
              </a:prstGeom>
              <a:solidFill>
                <a:srgbClr val="FFFFFF"/>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sp>
          <p:nvSpPr>
            <p:cNvPr id="44047" name="Freeform 56"/>
            <p:cNvSpPr/>
            <p:nvPr/>
          </p:nvSpPr>
          <p:spPr>
            <a:xfrm>
              <a:off x="1290" y="1422"/>
              <a:ext cx="210" cy="1362"/>
            </a:xfrm>
            <a:custGeom>
              <a:avLst/>
              <a:gdLst/>
              <a:ahLst/>
              <a:cxnLst>
                <a:cxn ang="0">
                  <a:pos x="0" y="0"/>
                </a:cxn>
                <a:cxn ang="0">
                  <a:pos x="0" y="1362"/>
                </a:cxn>
                <a:cxn ang="0">
                  <a:pos x="210" y="858"/>
                </a:cxn>
              </a:cxnLst>
              <a:pathLst>
                <a:path w="210" h="1362">
                  <a:moveTo>
                    <a:pt x="0" y="0"/>
                  </a:moveTo>
                  <a:lnTo>
                    <a:pt x="0" y="1362"/>
                  </a:lnTo>
                  <a:lnTo>
                    <a:pt x="210" y="858"/>
                  </a:lnTo>
                </a:path>
              </a:pathLst>
            </a:custGeom>
            <a:noFill/>
            <a:ln w="19050" cap="flat" cmpd="sng">
              <a:solidFill>
                <a:srgbClr val="FF0000">
                  <a:alpha val="100000"/>
                </a:srgbClr>
              </a:solidFill>
              <a:prstDash val="solid"/>
              <a:round/>
              <a:headEnd type="none" w="med" len="med"/>
              <a:tailEnd type="triangle" w="med" len="med"/>
            </a:ln>
          </p:spPr>
          <p:txBody>
            <a:bodyPr/>
            <a:p>
              <a:endParaRPr lang="zh-CN" altLang="en-US"/>
            </a:p>
          </p:txBody>
        </p:sp>
        <p:sp>
          <p:nvSpPr>
            <p:cNvPr id="44048" name="Line 57"/>
            <p:cNvSpPr/>
            <p:nvPr/>
          </p:nvSpPr>
          <p:spPr>
            <a:xfrm>
              <a:off x="1290" y="2766"/>
              <a:ext cx="228" cy="0"/>
            </a:xfrm>
            <a:prstGeom prst="line">
              <a:avLst/>
            </a:prstGeom>
            <a:ln w="19050" cap="flat" cmpd="sng">
              <a:solidFill>
                <a:srgbClr val="FF0000"/>
              </a:solidFill>
              <a:prstDash val="solid"/>
              <a:headEnd type="none" w="med" len="med"/>
              <a:tailEnd type="triangle" w="med" len="med"/>
            </a:ln>
          </p:spPr>
        </p:sp>
        <p:sp>
          <p:nvSpPr>
            <p:cNvPr id="44049" name="Line 58"/>
            <p:cNvSpPr/>
            <p:nvPr/>
          </p:nvSpPr>
          <p:spPr>
            <a:xfrm>
              <a:off x="1296" y="2772"/>
              <a:ext cx="210" cy="498"/>
            </a:xfrm>
            <a:prstGeom prst="line">
              <a:avLst/>
            </a:prstGeom>
            <a:ln w="19050" cap="flat" cmpd="sng">
              <a:solidFill>
                <a:srgbClr val="FF0000"/>
              </a:solidFill>
              <a:prstDash val="solid"/>
              <a:headEnd type="none" w="med" len="med"/>
              <a:tailEnd type="triangle" w="med" len="med"/>
            </a:ln>
          </p:spPr>
        </p:sp>
        <p:sp>
          <p:nvSpPr>
            <p:cNvPr id="44050" name="Text Box 59"/>
            <p:cNvSpPr txBox="1"/>
            <p:nvPr/>
          </p:nvSpPr>
          <p:spPr>
            <a:xfrm>
              <a:off x="1274" y="1472"/>
              <a:ext cx="2058" cy="40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solidFill>
                    <a:srgbClr val="FF0000"/>
                  </a:solidFill>
                  <a:ea typeface="宋体" panose="02010600030101010101" pitchFamily="2" charset="-122"/>
                </a:rPr>
                <a:t>One large datagram becomes</a:t>
              </a:r>
              <a:endParaRPr lang="en-US" altLang="zh-CN" sz="1800" dirty="0">
                <a:solidFill>
                  <a:srgbClr val="FF0000"/>
                </a:solidFill>
                <a:ea typeface="宋体" panose="02010600030101010101" pitchFamily="2" charset="-122"/>
              </a:endParaRPr>
            </a:p>
            <a:p>
              <a:pPr marL="0" lvl="0" indent="0">
                <a:spcBef>
                  <a:spcPct val="0"/>
                </a:spcBef>
                <a:buClrTx/>
                <a:buSzTx/>
                <a:buFontTx/>
                <a:buNone/>
              </a:pPr>
              <a:r>
                <a:rPr lang="en-US" altLang="zh-CN" sz="1800" dirty="0">
                  <a:solidFill>
                    <a:srgbClr val="FF0000"/>
                  </a:solidFill>
                  <a:ea typeface="宋体" panose="02010600030101010101" pitchFamily="2" charset="-122"/>
                </a:rPr>
                <a:t>several smaller datagrams</a:t>
              </a:r>
              <a:endParaRPr lang="en-US" altLang="zh-CN" sz="1800" dirty="0">
                <a:ea typeface="宋体" panose="02010600030101010101" pitchFamily="2" charset="-122"/>
              </a:endParaRPr>
            </a:p>
          </p:txBody>
        </p:sp>
      </p:grpSp>
      <p:sp>
        <p:nvSpPr>
          <p:cNvPr id="44038" name="Rectangle 60"/>
          <p:cNvSpPr/>
          <p:nvPr/>
        </p:nvSpPr>
        <p:spPr>
          <a:xfrm>
            <a:off x="331788" y="1801813"/>
            <a:ext cx="2830512" cy="1677987"/>
          </a:xfrm>
          <a:prstGeom prst="rect">
            <a:avLst/>
          </a:prstGeom>
          <a:noFill/>
          <a:ln w="9525">
            <a:noFill/>
          </a:ln>
        </p:spPr>
        <p:txBody>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342900" lvl="0" indent="-342900">
              <a:buNone/>
            </a:pPr>
            <a:r>
              <a:rPr lang="en-US" altLang="zh-CN" sz="2000" u="sng" dirty="0">
                <a:solidFill>
                  <a:srgbClr val="FF0000"/>
                </a:solidFill>
                <a:ea typeface="宋体" panose="02010600030101010101" pitchFamily="2" charset="-122"/>
              </a:rPr>
              <a:t>Example</a:t>
            </a:r>
            <a:endParaRPr lang="en-US" altLang="zh-CN" sz="2000" dirty="0">
              <a:ea typeface="宋体" panose="02010600030101010101" pitchFamily="2" charset="-122"/>
            </a:endParaRPr>
          </a:p>
          <a:p>
            <a:pPr marL="342900" lvl="0" indent="-342900">
              <a:buFont typeface="ZapfDingbats"/>
              <a:buChar char="r"/>
            </a:pPr>
            <a:r>
              <a:rPr lang="en-US" altLang="zh-CN" sz="2000" dirty="0">
                <a:ea typeface="宋体" panose="02010600030101010101" pitchFamily="2" charset="-122"/>
              </a:rPr>
              <a:t>4000 byte datagram</a:t>
            </a:r>
            <a:endParaRPr lang="en-US" altLang="zh-CN" sz="2000" dirty="0">
              <a:ea typeface="宋体" panose="02010600030101010101" pitchFamily="2" charset="-122"/>
            </a:endParaRPr>
          </a:p>
          <a:p>
            <a:pPr marL="342900" lvl="0" indent="-342900">
              <a:buFont typeface="ZapfDingbats"/>
              <a:buChar char="r"/>
            </a:pPr>
            <a:r>
              <a:rPr lang="en-US" altLang="zh-CN" sz="2000" dirty="0">
                <a:ea typeface="宋体" panose="02010600030101010101" pitchFamily="2" charset="-122"/>
              </a:rPr>
              <a:t>MTU = 1500 bytes</a:t>
            </a:r>
            <a:endParaRPr lang="en-US" altLang="zh-CN" sz="2000" dirty="0">
              <a:ea typeface="宋体" panose="02010600030101010101" pitchFamily="2" charset="-122"/>
            </a:endParaRPr>
          </a:p>
          <a:p>
            <a:pPr marL="342900" lvl="0" indent="-342900">
              <a:buFont typeface="ZapfDingbats"/>
              <a:buChar char="r"/>
            </a:pPr>
            <a:endParaRPr lang="en-US" altLang="zh-CN" sz="2000" dirty="0">
              <a:ea typeface="宋体" panose="02010600030101010101" pitchFamily="2" charset="-122"/>
            </a:endParaRPr>
          </a:p>
        </p:txBody>
      </p:sp>
      <p:sp>
        <p:nvSpPr>
          <p:cNvPr id="44039" name="Text Box 61"/>
          <p:cNvSpPr txBox="1"/>
          <p:nvPr/>
        </p:nvSpPr>
        <p:spPr>
          <a:xfrm>
            <a:off x="463550" y="3756025"/>
            <a:ext cx="1692275" cy="6413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1480 bytes in </a:t>
            </a:r>
            <a:br>
              <a:rPr lang="en-US" altLang="zh-CN" sz="1800" dirty="0">
                <a:ea typeface="宋体" panose="02010600030101010101" pitchFamily="2" charset="-122"/>
              </a:rPr>
            </a:br>
            <a:r>
              <a:rPr lang="en-US" altLang="zh-CN" sz="1800" dirty="0">
                <a:ea typeface="宋体" panose="02010600030101010101" pitchFamily="2" charset="-122"/>
              </a:rPr>
              <a:t>data field</a:t>
            </a:r>
            <a:endParaRPr lang="en-US" altLang="zh-CN" sz="1800" dirty="0">
              <a:ea typeface="宋体" panose="02010600030101010101" pitchFamily="2" charset="-122"/>
            </a:endParaRPr>
          </a:p>
        </p:txBody>
      </p:sp>
      <p:sp>
        <p:nvSpPr>
          <p:cNvPr id="44040" name="Line 62"/>
          <p:cNvSpPr/>
          <p:nvPr/>
        </p:nvSpPr>
        <p:spPr>
          <a:xfrm flipV="1">
            <a:off x="2085975" y="3592513"/>
            <a:ext cx="2536825" cy="581025"/>
          </a:xfrm>
          <a:prstGeom prst="line">
            <a:avLst/>
          </a:prstGeom>
          <a:ln w="19050" cap="flat" cmpd="sng">
            <a:solidFill>
              <a:srgbClr val="008000"/>
            </a:solidFill>
            <a:prstDash val="sysDot"/>
            <a:headEnd type="none" w="med" len="med"/>
            <a:tailEnd type="triangle" w="med" len="med"/>
          </a:ln>
        </p:spPr>
      </p:sp>
      <p:sp>
        <p:nvSpPr>
          <p:cNvPr id="44041" name="Text Box 63"/>
          <p:cNvSpPr txBox="1"/>
          <p:nvPr/>
        </p:nvSpPr>
        <p:spPr>
          <a:xfrm>
            <a:off x="1839913" y="4567238"/>
            <a:ext cx="1065212" cy="6413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offset =</a:t>
            </a:r>
            <a:endParaRPr lang="en-US" altLang="zh-CN" sz="1800" dirty="0">
              <a:ea typeface="宋体" panose="02010600030101010101" pitchFamily="2" charset="-122"/>
            </a:endParaRPr>
          </a:p>
          <a:p>
            <a:pPr marL="0" lvl="0" indent="0">
              <a:spcBef>
                <a:spcPct val="0"/>
              </a:spcBef>
              <a:buClrTx/>
              <a:buSzTx/>
              <a:buFontTx/>
              <a:buNone/>
            </a:pPr>
            <a:r>
              <a:rPr lang="en-US" altLang="zh-CN" sz="1800" dirty="0">
                <a:ea typeface="宋体" panose="02010600030101010101" pitchFamily="2" charset="-122"/>
              </a:rPr>
              <a:t>1480/8 </a:t>
            </a:r>
            <a:endParaRPr lang="en-US" altLang="zh-CN" sz="1800" dirty="0">
              <a:ea typeface="宋体" panose="02010600030101010101" pitchFamily="2" charset="-122"/>
            </a:endParaRPr>
          </a:p>
        </p:txBody>
      </p:sp>
      <p:sp>
        <p:nvSpPr>
          <p:cNvPr id="44042" name="Line 64"/>
          <p:cNvSpPr/>
          <p:nvPr/>
        </p:nvSpPr>
        <p:spPr>
          <a:xfrm flipV="1">
            <a:off x="2870200" y="4440238"/>
            <a:ext cx="4032250" cy="412750"/>
          </a:xfrm>
          <a:prstGeom prst="line">
            <a:avLst/>
          </a:prstGeom>
          <a:ln w="19050" cap="flat" cmpd="sng">
            <a:solidFill>
              <a:srgbClr val="008000"/>
            </a:solidFill>
            <a:prstDash val="sysDot"/>
            <a:headEnd type="none" w="med" len="med"/>
            <a:tailEnd type="triangle" w="med" len="med"/>
          </a:ln>
        </p:spPr>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页脚占位符 5"/>
          <p:cNvSpPr txBox="1">
            <a:spLocks noGrp="1"/>
          </p:cNvSpPr>
          <p:nvPr>
            <p:ph type="ftr" sz="quarter" idx="11"/>
          </p:nvPr>
        </p:nvSpPr>
        <p:spPr/>
        <p:txBody>
          <a:bodyPr/>
          <a:p>
            <a:pPr marL="0" indent="0" algn="r">
              <a:spcBef>
                <a:spcPct val="0"/>
              </a:spcBef>
              <a:buClrTx/>
              <a:buSzTx/>
              <a:buFontTx/>
              <a:buNone/>
            </a:pPr>
            <a:r>
              <a:rPr lang="en-US" altLang="zh-CN" sz="1400" dirty="0">
                <a:ea typeface="宋体" panose="02010600030101010101" pitchFamily="2" charset="-122"/>
              </a:rPr>
              <a:t>Network Layer</a:t>
            </a:r>
            <a:endParaRPr lang="en-US" altLang="zh-CN" sz="1400" dirty="0">
              <a:latin typeface="Times New Roman" panose="02020603050405020304" pitchFamily="18" charset="0"/>
              <a:ea typeface="宋体" panose="02010600030101010101" pitchFamily="2" charset="-122"/>
            </a:endParaRPr>
          </a:p>
        </p:txBody>
      </p:sp>
      <p:sp>
        <p:nvSpPr>
          <p:cNvPr id="45059" name="灯片编号占位符 6"/>
          <p:cNvSpPr txBox="1">
            <a:spLocks noGrp="1"/>
          </p:cNvSpPr>
          <p:nvPr>
            <p:ph type="sldNum" sz="quarter" idx="12"/>
          </p:nvPr>
        </p:nvSpPr>
        <p:spPr/>
        <p:txBody>
          <a:bodyPr/>
          <a:p>
            <a:pPr marL="0" indent="0" algn="r">
              <a:spcBef>
                <a:spcPct val="0"/>
              </a:spcBef>
              <a:buClrTx/>
              <a:buSzTx/>
              <a:buFontTx/>
              <a:buNone/>
            </a:pPr>
            <a:r>
              <a:rPr lang="en-US" altLang="zh-CN" sz="1400" dirty="0">
                <a:ea typeface="宋体" panose="02010600030101010101" pitchFamily="2" charset="-122"/>
              </a:rPr>
              <a:t>4-</a:t>
            </a: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45060" name="Rectangle 2"/>
          <p:cNvSpPr>
            <a:spLocks noGrp="1"/>
          </p:cNvSpPr>
          <p:nvPr>
            <p:ph type="title"/>
          </p:nvPr>
        </p:nvSpPr>
        <p:spPr/>
        <p:txBody>
          <a:bodyPr vert="horz" wrap="square" lIns="91440" tIns="45720" rIns="91440" bIns="45720" anchor="ctr" anchorCtr="0"/>
          <a:p>
            <a:r>
              <a:rPr lang="en-US" altLang="zh-CN" dirty="0">
                <a:ea typeface="宋体" panose="02010600030101010101" pitchFamily="2" charset="-122"/>
              </a:rPr>
              <a:t>Chapter 4: Network Layer</a:t>
            </a:r>
            <a:endParaRPr lang="en-US" altLang="zh-CN" dirty="0">
              <a:ea typeface="宋体" panose="02010600030101010101" pitchFamily="2" charset="-122"/>
            </a:endParaRPr>
          </a:p>
        </p:txBody>
      </p:sp>
      <p:sp>
        <p:nvSpPr>
          <p:cNvPr id="45061" name="Rectangle 3"/>
          <p:cNvSpPr>
            <a:spLocks noGrp="1"/>
          </p:cNvSpPr>
          <p:nvPr>
            <p:ph sz="half" idx="1"/>
          </p:nvPr>
        </p:nvSpPr>
        <p:spPr/>
        <p:txBody>
          <a:bodyPr vert="horz" wrap="square" lIns="91440" tIns="45720" rIns="91440" bIns="45720" anchor="t" anchorCtr="0"/>
          <a:p>
            <a:pPr>
              <a:buClr>
                <a:schemeClr val="accent2"/>
              </a:buClr>
              <a:buSzPct val="85000"/>
              <a:buFont typeface="ZapfDingbats"/>
            </a:pPr>
            <a:r>
              <a:rPr lang="en-US" altLang="zh-CN" sz="2400" dirty="0">
                <a:ea typeface="宋体" panose="02010600030101010101" pitchFamily="2" charset="-122"/>
              </a:rPr>
              <a:t>4. 1 Introduction</a:t>
            </a:r>
            <a:endParaRPr lang="en-US" altLang="zh-CN" sz="2400" dirty="0">
              <a:ea typeface="宋体" panose="02010600030101010101" pitchFamily="2" charset="-122"/>
            </a:endParaRPr>
          </a:p>
          <a:p>
            <a:pPr>
              <a:buClr>
                <a:schemeClr val="accent2"/>
              </a:buClr>
              <a:buSzPct val="85000"/>
              <a:buFont typeface="ZapfDingbats"/>
            </a:pPr>
            <a:r>
              <a:rPr lang="en-US" altLang="zh-CN" sz="2400" dirty="0">
                <a:ea typeface="宋体" panose="02010600030101010101" pitchFamily="2" charset="-122"/>
              </a:rPr>
              <a:t>4.2 Virtual circuit and datagram networks</a:t>
            </a:r>
            <a:endParaRPr lang="en-US" altLang="zh-CN" sz="2400" dirty="0">
              <a:ea typeface="宋体" panose="02010600030101010101" pitchFamily="2" charset="-122"/>
            </a:endParaRPr>
          </a:p>
          <a:p>
            <a:pPr>
              <a:buClr>
                <a:schemeClr val="accent2"/>
              </a:buClr>
              <a:buSzPct val="85000"/>
              <a:buFont typeface="ZapfDingbats"/>
            </a:pPr>
            <a:r>
              <a:rPr lang="en-US" altLang="zh-CN" sz="2400" dirty="0">
                <a:ea typeface="宋体" panose="02010600030101010101" pitchFamily="2" charset="-122"/>
              </a:rPr>
              <a:t>4.3 What’s inside a router</a:t>
            </a:r>
            <a:endParaRPr lang="en-US" altLang="zh-CN" sz="2400" dirty="0">
              <a:ea typeface="宋体" panose="02010600030101010101" pitchFamily="2" charset="-122"/>
            </a:endParaRPr>
          </a:p>
          <a:p>
            <a:pPr>
              <a:buClr>
                <a:schemeClr val="accent2"/>
              </a:buClr>
              <a:buSzPct val="85000"/>
              <a:buFont typeface="ZapfDingbats"/>
            </a:pPr>
            <a:r>
              <a:rPr lang="en-US" altLang="zh-CN" sz="2400" dirty="0">
                <a:solidFill>
                  <a:srgbClr val="FF0000"/>
                </a:solidFill>
                <a:ea typeface="宋体" panose="02010600030101010101" pitchFamily="2" charset="-122"/>
              </a:rPr>
              <a:t>4.4 IP: Internet Protocol</a:t>
            </a:r>
            <a:endParaRPr lang="en-US" altLang="zh-CN" sz="2400" dirty="0">
              <a:solidFill>
                <a:srgbClr val="FF0000"/>
              </a:solidFill>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Datagram format</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solidFill>
                  <a:srgbClr val="FF0000"/>
                </a:solidFill>
                <a:ea typeface="宋体" panose="02010600030101010101" pitchFamily="2" charset="-122"/>
              </a:rPr>
              <a:t>IPv4 addressing</a:t>
            </a:r>
            <a:endParaRPr lang="en-US" altLang="zh-CN" sz="2000" dirty="0">
              <a:solidFill>
                <a:srgbClr val="FF0000"/>
              </a:solidFill>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ICMP</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IPv6</a:t>
            </a:r>
            <a:endParaRPr lang="en-US" altLang="zh-CN" sz="2000" dirty="0">
              <a:ea typeface="宋体" panose="02010600030101010101" pitchFamily="2" charset="-122"/>
            </a:endParaRPr>
          </a:p>
        </p:txBody>
      </p:sp>
      <p:sp>
        <p:nvSpPr>
          <p:cNvPr id="45062" name="Rectangle 4"/>
          <p:cNvSpPr>
            <a:spLocks noGrp="1"/>
          </p:cNvSpPr>
          <p:nvPr>
            <p:ph sz="half" idx="2"/>
          </p:nvPr>
        </p:nvSpPr>
        <p:spPr/>
        <p:txBody>
          <a:bodyPr vert="horz" wrap="square" lIns="91440" tIns="45720" rIns="91440" bIns="45720" anchor="t" anchorCtr="0"/>
          <a:p>
            <a:pPr>
              <a:buClr>
                <a:schemeClr val="accent2"/>
              </a:buClr>
              <a:buSzPct val="85000"/>
              <a:buFont typeface="ZapfDingbats"/>
            </a:pPr>
            <a:r>
              <a:rPr lang="en-US" altLang="zh-CN" sz="2400" dirty="0">
                <a:ea typeface="宋体" panose="02010600030101010101" pitchFamily="2" charset="-122"/>
              </a:rPr>
              <a:t>4.5 Routing algorithms</a:t>
            </a:r>
            <a:endParaRPr lang="en-US" altLang="zh-CN" sz="24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Link state</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Distance Vector</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Hierarchical routing</a:t>
            </a:r>
            <a:endParaRPr lang="en-US" altLang="zh-CN" sz="2000" dirty="0">
              <a:ea typeface="宋体" panose="02010600030101010101" pitchFamily="2" charset="-122"/>
            </a:endParaRPr>
          </a:p>
          <a:p>
            <a:pPr>
              <a:buClr>
                <a:schemeClr val="accent2"/>
              </a:buClr>
              <a:buSzPct val="85000"/>
              <a:buFont typeface="ZapfDingbats"/>
            </a:pPr>
            <a:r>
              <a:rPr lang="en-US" altLang="zh-CN" sz="2400" dirty="0">
                <a:ea typeface="宋体" panose="02010600030101010101" pitchFamily="2" charset="-122"/>
              </a:rPr>
              <a:t>4.6 Routing in the Internet</a:t>
            </a:r>
            <a:endParaRPr lang="en-US" altLang="zh-CN" sz="24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RIP</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OSPF</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BGP</a:t>
            </a:r>
            <a:endParaRPr lang="en-US" altLang="zh-CN" sz="2000" dirty="0">
              <a:ea typeface="宋体" panose="02010600030101010101" pitchFamily="2" charset="-122"/>
            </a:endParaRPr>
          </a:p>
          <a:p>
            <a:pPr>
              <a:buClr>
                <a:schemeClr val="accent2"/>
              </a:buClr>
              <a:buSzPct val="85000"/>
              <a:buFont typeface="ZapfDingbats"/>
            </a:pPr>
            <a:r>
              <a:rPr lang="en-US" altLang="zh-CN" sz="2400" dirty="0">
                <a:ea typeface="宋体" panose="02010600030101010101" pitchFamily="2" charset="-122"/>
              </a:rPr>
              <a:t>4.7 Broadcast and multicast routing</a:t>
            </a:r>
            <a:endParaRPr lang="en-US" altLang="zh-CN" sz="2400" dirty="0">
              <a:ea typeface="宋体" panose="02010600030101010101" pitchFamily="2" charset="-122"/>
            </a:endParaRPr>
          </a:p>
          <a:p>
            <a:pPr>
              <a:buClr>
                <a:schemeClr val="accent2"/>
              </a:buClr>
              <a:buSzPct val="85000"/>
              <a:buFont typeface="ZapfDingbats"/>
            </a:pPr>
            <a:endParaRPr lang="en-US" altLang="zh-CN" sz="2400" dirty="0">
              <a:ea typeface="宋体" panose="02010600030101010101" pitchFamily="2" charset="-122"/>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2" name="页脚占位符 5"/>
          <p:cNvSpPr txBox="1">
            <a:spLocks noGrp="1"/>
          </p:cNvSpPr>
          <p:nvPr>
            <p:ph type="ftr" sz="quarter" idx="11"/>
          </p:nvPr>
        </p:nvSpPr>
        <p:spPr/>
        <p:txBody>
          <a:bodyPr/>
          <a:p>
            <a:pPr marL="0" indent="0" algn="r">
              <a:spcBef>
                <a:spcPct val="0"/>
              </a:spcBef>
              <a:buClrTx/>
              <a:buSzTx/>
              <a:buFontTx/>
              <a:buNone/>
            </a:pPr>
            <a:r>
              <a:rPr lang="en-US" altLang="zh-CN" sz="1400" dirty="0">
                <a:ea typeface="宋体" panose="02010600030101010101" pitchFamily="2" charset="-122"/>
              </a:rPr>
              <a:t>Network Layer</a:t>
            </a:r>
            <a:endParaRPr lang="en-US" altLang="zh-CN" sz="1400" dirty="0">
              <a:latin typeface="Times New Roman" panose="02020603050405020304" pitchFamily="18" charset="0"/>
              <a:ea typeface="宋体" panose="02010600030101010101" pitchFamily="2" charset="-122"/>
            </a:endParaRPr>
          </a:p>
        </p:txBody>
      </p:sp>
      <p:sp>
        <p:nvSpPr>
          <p:cNvPr id="46083" name="灯片编号占位符 6"/>
          <p:cNvSpPr txBox="1">
            <a:spLocks noGrp="1"/>
          </p:cNvSpPr>
          <p:nvPr>
            <p:ph type="sldNum" sz="quarter" idx="12"/>
          </p:nvPr>
        </p:nvSpPr>
        <p:spPr/>
        <p:txBody>
          <a:bodyPr/>
          <a:p>
            <a:pPr marL="0" indent="0" algn="r">
              <a:spcBef>
                <a:spcPct val="0"/>
              </a:spcBef>
              <a:buClrTx/>
              <a:buSzTx/>
              <a:buFontTx/>
              <a:buNone/>
            </a:pPr>
            <a:r>
              <a:rPr lang="en-US" altLang="zh-CN" sz="1400" dirty="0">
                <a:ea typeface="宋体" panose="02010600030101010101" pitchFamily="2" charset="-122"/>
              </a:rPr>
              <a:t>4-</a:t>
            </a: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46084" name="Rectangle 2"/>
          <p:cNvSpPr>
            <a:spLocks noGrp="1"/>
          </p:cNvSpPr>
          <p:nvPr>
            <p:ph type="title"/>
          </p:nvPr>
        </p:nvSpPr>
        <p:spPr/>
        <p:txBody>
          <a:bodyPr vert="horz" wrap="square" lIns="91440" tIns="45720" rIns="91440" bIns="45720" anchor="ctr" anchorCtr="0"/>
          <a:p>
            <a:r>
              <a:rPr lang="en-US" altLang="zh-CN" sz="3600" dirty="0">
                <a:ea typeface="宋体" panose="02010600030101010101" pitchFamily="2" charset="-122"/>
              </a:rPr>
              <a:t>IP Addressing: introduction</a:t>
            </a:r>
            <a:endParaRPr lang="en-US" altLang="zh-CN" dirty="0">
              <a:ea typeface="宋体" panose="02010600030101010101" pitchFamily="2" charset="-122"/>
            </a:endParaRPr>
          </a:p>
        </p:txBody>
      </p:sp>
      <p:sp>
        <p:nvSpPr>
          <p:cNvPr id="46085" name="Rectangle 3"/>
          <p:cNvSpPr>
            <a:spLocks noGrp="1"/>
          </p:cNvSpPr>
          <p:nvPr>
            <p:ph sz="half" idx="1"/>
          </p:nvPr>
        </p:nvSpPr>
        <p:spPr>
          <a:xfrm>
            <a:off x="476250" y="1333500"/>
            <a:ext cx="3695700" cy="4648200"/>
          </a:xfrm>
        </p:spPr>
        <p:txBody>
          <a:bodyPr vert="horz" wrap="square" lIns="91440" tIns="45720" rIns="91440" bIns="45720" anchor="t" anchorCtr="0"/>
          <a:p>
            <a:pPr>
              <a:buClr>
                <a:schemeClr val="accent2"/>
              </a:buClr>
              <a:buSzPct val="85000"/>
              <a:buFont typeface="ZapfDingbats"/>
            </a:pPr>
            <a:r>
              <a:rPr lang="en-US" altLang="zh-CN" sz="2400" dirty="0">
                <a:solidFill>
                  <a:schemeClr val="accent2"/>
                </a:solidFill>
                <a:ea typeface="宋体" panose="02010600030101010101" pitchFamily="2" charset="-122"/>
              </a:rPr>
              <a:t>IP address:</a:t>
            </a:r>
            <a:r>
              <a:rPr lang="en-US" altLang="zh-CN" sz="2400" dirty="0">
                <a:ea typeface="宋体" panose="02010600030101010101" pitchFamily="2" charset="-122"/>
              </a:rPr>
              <a:t> 32-bit identifier for host, router </a:t>
            </a:r>
            <a:r>
              <a:rPr lang="en-US" altLang="zh-CN" sz="2400" i="1" dirty="0">
                <a:ea typeface="宋体" panose="02010600030101010101" pitchFamily="2" charset="-122"/>
              </a:rPr>
              <a:t>interface</a:t>
            </a:r>
            <a:r>
              <a:rPr lang="en-US" altLang="zh-CN" sz="2400" dirty="0">
                <a:ea typeface="宋体" panose="02010600030101010101" pitchFamily="2" charset="-122"/>
              </a:rPr>
              <a:t> </a:t>
            </a:r>
            <a:endParaRPr lang="en-US" altLang="zh-CN" sz="2400" dirty="0">
              <a:ea typeface="宋体" panose="02010600030101010101" pitchFamily="2" charset="-122"/>
            </a:endParaRPr>
          </a:p>
          <a:p>
            <a:pPr>
              <a:buClr>
                <a:schemeClr val="accent2"/>
              </a:buClr>
              <a:buSzPct val="85000"/>
              <a:buFont typeface="ZapfDingbats"/>
            </a:pPr>
            <a:r>
              <a:rPr lang="en-US" altLang="zh-CN" sz="2400" i="1" dirty="0">
                <a:solidFill>
                  <a:schemeClr val="accent2"/>
                </a:solidFill>
                <a:ea typeface="宋体" panose="02010600030101010101" pitchFamily="2" charset="-122"/>
              </a:rPr>
              <a:t>interface:</a:t>
            </a:r>
            <a:r>
              <a:rPr lang="en-US" altLang="zh-CN" sz="2400" dirty="0">
                <a:ea typeface="宋体" panose="02010600030101010101" pitchFamily="2" charset="-122"/>
              </a:rPr>
              <a:t> connection between host/router and physical link</a:t>
            </a:r>
            <a:endParaRPr lang="en-US" altLang="zh-CN" sz="24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router’s typically have multiple interfaces</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host typically has one interface</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IP addresses associated with each interface</a:t>
            </a:r>
            <a:endParaRPr lang="en-US" altLang="zh-CN" sz="2000" dirty="0">
              <a:ea typeface="宋体" panose="02010600030101010101" pitchFamily="2" charset="-122"/>
            </a:endParaRPr>
          </a:p>
        </p:txBody>
      </p:sp>
      <p:graphicFrame>
        <p:nvGraphicFramePr>
          <p:cNvPr id="46086" name="Object 4"/>
          <p:cNvGraphicFramePr>
            <a:graphicFrameLocks noChangeAspect="1"/>
          </p:cNvGraphicFramePr>
          <p:nvPr/>
        </p:nvGraphicFramePr>
        <p:xfrm>
          <a:off x="4456113" y="1265238"/>
          <a:ext cx="584200" cy="463550"/>
        </p:xfrm>
        <a:graphic>
          <a:graphicData uri="http://schemas.openxmlformats.org/presentationml/2006/ole">
            <mc:AlternateContent xmlns:mc="http://schemas.openxmlformats.org/markup-compatibility/2006">
              <mc:Choice xmlns:v="urn:schemas-microsoft-com:vml" Requires="v">
                <p:oleObj spid="_x0000_s3097" name="" r:id="rId1" imgW="1307465" imgH="1083945" progId="MS_ClipArt_Gallery.2">
                  <p:embed/>
                </p:oleObj>
              </mc:Choice>
              <mc:Fallback>
                <p:oleObj name="" r:id="rId1" imgW="1307465" imgH="1083945" progId="MS_ClipArt_Gallery.2">
                  <p:embed/>
                  <p:pic>
                    <p:nvPicPr>
                      <p:cNvPr id="0" name="图片 3096"/>
                      <p:cNvPicPr/>
                      <p:nvPr/>
                    </p:nvPicPr>
                    <p:blipFill>
                      <a:blip r:embed="rId2"/>
                      <a:stretch>
                        <a:fillRect/>
                      </a:stretch>
                    </p:blipFill>
                    <p:spPr>
                      <a:xfrm>
                        <a:off x="4456113" y="1265238"/>
                        <a:ext cx="584200" cy="463550"/>
                      </a:xfrm>
                      <a:prstGeom prst="rect">
                        <a:avLst/>
                      </a:prstGeom>
                      <a:noFill/>
                      <a:ln w="38100">
                        <a:noFill/>
                        <a:miter/>
                      </a:ln>
                    </p:spPr>
                  </p:pic>
                </p:oleObj>
              </mc:Fallback>
            </mc:AlternateContent>
          </a:graphicData>
        </a:graphic>
      </p:graphicFrame>
      <p:sp>
        <p:nvSpPr>
          <p:cNvPr id="46087" name="Line 5"/>
          <p:cNvSpPr/>
          <p:nvPr/>
        </p:nvSpPr>
        <p:spPr>
          <a:xfrm>
            <a:off x="5016500" y="1638300"/>
            <a:ext cx="277813" cy="1588"/>
          </a:xfrm>
          <a:prstGeom prst="line">
            <a:avLst/>
          </a:prstGeom>
          <a:ln w="19050" cap="flat" cmpd="sng">
            <a:solidFill>
              <a:schemeClr val="tx1"/>
            </a:solidFill>
            <a:prstDash val="solid"/>
            <a:headEnd type="none" w="med" len="med"/>
            <a:tailEnd type="none" w="med" len="med"/>
          </a:ln>
        </p:spPr>
      </p:sp>
      <p:sp>
        <p:nvSpPr>
          <p:cNvPr id="46088" name="Line 6"/>
          <p:cNvSpPr/>
          <p:nvPr/>
        </p:nvSpPr>
        <p:spPr>
          <a:xfrm flipH="1">
            <a:off x="5307013" y="1624013"/>
            <a:ext cx="0" cy="1290637"/>
          </a:xfrm>
          <a:prstGeom prst="line">
            <a:avLst/>
          </a:prstGeom>
          <a:ln w="19050" cap="flat" cmpd="sng">
            <a:solidFill>
              <a:schemeClr val="tx1"/>
            </a:solidFill>
            <a:prstDash val="solid"/>
            <a:headEnd type="none" w="med" len="med"/>
            <a:tailEnd type="none" w="med" len="med"/>
          </a:ln>
        </p:spPr>
      </p:sp>
      <p:sp>
        <p:nvSpPr>
          <p:cNvPr id="46089" name="Line 7"/>
          <p:cNvSpPr/>
          <p:nvPr/>
        </p:nvSpPr>
        <p:spPr>
          <a:xfrm flipV="1">
            <a:off x="5016500" y="2282825"/>
            <a:ext cx="277813" cy="3175"/>
          </a:xfrm>
          <a:prstGeom prst="line">
            <a:avLst/>
          </a:prstGeom>
          <a:ln w="19050" cap="flat" cmpd="sng">
            <a:solidFill>
              <a:schemeClr val="tx1"/>
            </a:solidFill>
            <a:prstDash val="solid"/>
            <a:headEnd type="none" w="med" len="med"/>
            <a:tailEnd type="none" w="med" len="med"/>
          </a:ln>
        </p:spPr>
      </p:sp>
      <p:sp>
        <p:nvSpPr>
          <p:cNvPr id="46090" name="Line 8"/>
          <p:cNvSpPr/>
          <p:nvPr/>
        </p:nvSpPr>
        <p:spPr>
          <a:xfrm>
            <a:off x="5026025" y="2909888"/>
            <a:ext cx="273050" cy="1587"/>
          </a:xfrm>
          <a:prstGeom prst="line">
            <a:avLst/>
          </a:prstGeom>
          <a:ln w="19050" cap="flat" cmpd="sng">
            <a:solidFill>
              <a:schemeClr val="tx1"/>
            </a:solidFill>
            <a:prstDash val="solid"/>
            <a:headEnd type="none" w="med" len="med"/>
            <a:tailEnd type="none" w="med" len="med"/>
          </a:ln>
        </p:spPr>
      </p:sp>
      <p:graphicFrame>
        <p:nvGraphicFramePr>
          <p:cNvPr id="46091" name="Object 9"/>
          <p:cNvGraphicFramePr>
            <a:graphicFrameLocks noChangeAspect="1"/>
          </p:cNvGraphicFramePr>
          <p:nvPr/>
        </p:nvGraphicFramePr>
        <p:xfrm>
          <a:off x="4456113" y="1931988"/>
          <a:ext cx="584200" cy="463550"/>
        </p:xfrm>
        <a:graphic>
          <a:graphicData uri="http://schemas.openxmlformats.org/presentationml/2006/ole">
            <mc:AlternateContent xmlns:mc="http://schemas.openxmlformats.org/markup-compatibility/2006">
              <mc:Choice xmlns:v="urn:schemas-microsoft-com:vml" Requires="v">
                <p:oleObj spid="_x0000_s3098" name="" r:id="rId3" imgW="1307465" imgH="1083945" progId="MS_ClipArt_Gallery.2">
                  <p:embed/>
                </p:oleObj>
              </mc:Choice>
              <mc:Fallback>
                <p:oleObj name="" r:id="rId3" imgW="1307465" imgH="1083945" progId="MS_ClipArt_Gallery.2">
                  <p:embed/>
                  <p:pic>
                    <p:nvPicPr>
                      <p:cNvPr id="0" name="图片 3097"/>
                      <p:cNvPicPr/>
                      <p:nvPr/>
                    </p:nvPicPr>
                    <p:blipFill>
                      <a:blip r:embed="rId2"/>
                      <a:stretch>
                        <a:fillRect/>
                      </a:stretch>
                    </p:blipFill>
                    <p:spPr>
                      <a:xfrm>
                        <a:off x="4456113" y="1931988"/>
                        <a:ext cx="584200" cy="463550"/>
                      </a:xfrm>
                      <a:prstGeom prst="rect">
                        <a:avLst/>
                      </a:prstGeom>
                      <a:noFill/>
                      <a:ln w="38100">
                        <a:noFill/>
                        <a:miter/>
                      </a:ln>
                    </p:spPr>
                  </p:pic>
                </p:oleObj>
              </mc:Fallback>
            </mc:AlternateContent>
          </a:graphicData>
        </a:graphic>
      </p:graphicFrame>
      <p:graphicFrame>
        <p:nvGraphicFramePr>
          <p:cNvPr id="46092" name="Object 10"/>
          <p:cNvGraphicFramePr>
            <a:graphicFrameLocks noChangeAspect="1"/>
          </p:cNvGraphicFramePr>
          <p:nvPr/>
        </p:nvGraphicFramePr>
        <p:xfrm>
          <a:off x="4456113" y="2541588"/>
          <a:ext cx="584200" cy="463550"/>
        </p:xfrm>
        <a:graphic>
          <a:graphicData uri="http://schemas.openxmlformats.org/presentationml/2006/ole">
            <mc:AlternateContent xmlns:mc="http://schemas.openxmlformats.org/markup-compatibility/2006">
              <mc:Choice xmlns:v="urn:schemas-microsoft-com:vml" Requires="v">
                <p:oleObj spid="_x0000_s3099" name="" r:id="rId4" imgW="1307465" imgH="1083945" progId="MS_ClipArt_Gallery.2">
                  <p:embed/>
                </p:oleObj>
              </mc:Choice>
              <mc:Fallback>
                <p:oleObj name="" r:id="rId4" imgW="1307465" imgH="1083945" progId="MS_ClipArt_Gallery.2">
                  <p:embed/>
                  <p:pic>
                    <p:nvPicPr>
                      <p:cNvPr id="0" name="图片 3098"/>
                      <p:cNvPicPr/>
                      <p:nvPr/>
                    </p:nvPicPr>
                    <p:blipFill>
                      <a:blip r:embed="rId2"/>
                      <a:stretch>
                        <a:fillRect/>
                      </a:stretch>
                    </p:blipFill>
                    <p:spPr>
                      <a:xfrm>
                        <a:off x="4456113" y="2541588"/>
                        <a:ext cx="584200" cy="463550"/>
                      </a:xfrm>
                      <a:prstGeom prst="rect">
                        <a:avLst/>
                      </a:prstGeom>
                      <a:noFill/>
                      <a:ln w="38100">
                        <a:noFill/>
                        <a:miter/>
                      </a:ln>
                    </p:spPr>
                  </p:pic>
                </p:oleObj>
              </mc:Fallback>
            </mc:AlternateContent>
          </a:graphicData>
        </a:graphic>
      </p:graphicFrame>
      <p:sp>
        <p:nvSpPr>
          <p:cNvPr id="46093" name="Line 11"/>
          <p:cNvSpPr/>
          <p:nvPr/>
        </p:nvSpPr>
        <p:spPr>
          <a:xfrm>
            <a:off x="5307013" y="2481263"/>
            <a:ext cx="1035050" cy="6350"/>
          </a:xfrm>
          <a:prstGeom prst="line">
            <a:avLst/>
          </a:prstGeom>
          <a:ln w="19050" cap="flat" cmpd="sng">
            <a:solidFill>
              <a:schemeClr val="tx1"/>
            </a:solidFill>
            <a:prstDash val="solid"/>
            <a:headEnd type="none" w="med" len="med"/>
            <a:tailEnd type="none" w="med" len="med"/>
          </a:ln>
        </p:spPr>
      </p:sp>
      <p:grpSp>
        <p:nvGrpSpPr>
          <p:cNvPr id="46094" name="Group 12"/>
          <p:cNvGrpSpPr/>
          <p:nvPr/>
        </p:nvGrpSpPr>
        <p:grpSpPr>
          <a:xfrm>
            <a:off x="6249988" y="2446338"/>
            <a:ext cx="711200" cy="381000"/>
            <a:chOff x="3600" y="219"/>
            <a:chExt cx="360" cy="175"/>
          </a:xfrm>
        </p:grpSpPr>
        <p:sp>
          <p:nvSpPr>
            <p:cNvPr id="46138" name="Oval 13"/>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46139" name="Line 14"/>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46140" name="Line 15"/>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46141" name="Rectangle 16"/>
            <p:cNvSpPr/>
            <p:nvPr/>
          </p:nvSpPr>
          <p:spPr>
            <a:xfrm>
              <a:off x="3603" y="289"/>
              <a:ext cx="354" cy="5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6142" name="Oval 17"/>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46143" name="Group 18"/>
            <p:cNvGrpSpPr/>
            <p:nvPr/>
          </p:nvGrpSpPr>
          <p:grpSpPr>
            <a:xfrm>
              <a:off x="3686" y="244"/>
              <a:ext cx="177" cy="66"/>
              <a:chOff x="2848" y="848"/>
              <a:chExt cx="140" cy="98"/>
            </a:xfrm>
          </p:grpSpPr>
          <p:sp>
            <p:nvSpPr>
              <p:cNvPr id="46148" name="Line 19"/>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46149" name="Line 20"/>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46150" name="Line 21"/>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46144" name="Group 22"/>
            <p:cNvGrpSpPr/>
            <p:nvPr/>
          </p:nvGrpSpPr>
          <p:grpSpPr>
            <a:xfrm flipV="1">
              <a:off x="3686" y="243"/>
              <a:ext cx="177" cy="66"/>
              <a:chOff x="2848" y="848"/>
              <a:chExt cx="140" cy="98"/>
            </a:xfrm>
          </p:grpSpPr>
          <p:sp>
            <p:nvSpPr>
              <p:cNvPr id="46145" name="Line 23"/>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46146" name="Line 24"/>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46147" name="Line 25"/>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sp>
        <p:nvSpPr>
          <p:cNvPr id="46095" name="Text Box 26"/>
          <p:cNvSpPr txBox="1"/>
          <p:nvPr/>
        </p:nvSpPr>
        <p:spPr>
          <a:xfrm>
            <a:off x="4975225" y="1312863"/>
            <a:ext cx="1031875" cy="3365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600" dirty="0">
                <a:latin typeface="Arial" panose="020B0604020202020204" pitchFamily="34" charset="0"/>
                <a:ea typeface="宋体" panose="02010600030101010101" pitchFamily="2" charset="-122"/>
              </a:rPr>
              <a:t>223.1.1.1</a:t>
            </a:r>
            <a:endParaRPr lang="en-US" altLang="zh-CN" sz="1800" dirty="0">
              <a:ea typeface="宋体" panose="02010600030101010101" pitchFamily="2" charset="-122"/>
            </a:endParaRPr>
          </a:p>
        </p:txBody>
      </p:sp>
      <p:grpSp>
        <p:nvGrpSpPr>
          <p:cNvPr id="46096" name="Group 27"/>
          <p:cNvGrpSpPr/>
          <p:nvPr/>
        </p:nvGrpSpPr>
        <p:grpSpPr>
          <a:xfrm>
            <a:off x="4975225" y="1955800"/>
            <a:ext cx="1031875" cy="336550"/>
            <a:chOff x="3251" y="608"/>
            <a:chExt cx="650" cy="212"/>
          </a:xfrm>
        </p:grpSpPr>
        <p:sp>
          <p:nvSpPr>
            <p:cNvPr id="46136" name="Rectangle 28"/>
            <p:cNvSpPr/>
            <p:nvPr/>
          </p:nvSpPr>
          <p:spPr>
            <a:xfrm>
              <a:off x="3306" y="657"/>
              <a:ext cx="525" cy="114"/>
            </a:xfrm>
            <a:prstGeom prst="rect">
              <a:avLst/>
            </a:prstGeom>
            <a:solidFill>
              <a:schemeClr val="bg1"/>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46137" name="Text Box 29"/>
            <p:cNvSpPr txBox="1"/>
            <p:nvPr/>
          </p:nvSpPr>
          <p:spPr>
            <a:xfrm>
              <a:off x="3251" y="608"/>
              <a:ext cx="650" cy="2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600" dirty="0">
                  <a:latin typeface="Arial" panose="020B0604020202020204" pitchFamily="34" charset="0"/>
                  <a:ea typeface="宋体" panose="02010600030101010101" pitchFamily="2" charset="-122"/>
                </a:rPr>
                <a:t>223.1.1.2</a:t>
              </a:r>
              <a:endParaRPr lang="en-US" altLang="zh-CN" sz="1800" dirty="0">
                <a:ea typeface="宋体" panose="02010600030101010101" pitchFamily="2" charset="-122"/>
              </a:endParaRPr>
            </a:p>
          </p:txBody>
        </p:sp>
      </p:grpSp>
      <p:sp>
        <p:nvSpPr>
          <p:cNvPr id="46097" name="Text Box 30"/>
          <p:cNvSpPr txBox="1"/>
          <p:nvPr/>
        </p:nvSpPr>
        <p:spPr>
          <a:xfrm>
            <a:off x="4860925" y="2894013"/>
            <a:ext cx="1031875" cy="3365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600" dirty="0">
                <a:latin typeface="Arial" panose="020B0604020202020204" pitchFamily="34" charset="0"/>
                <a:ea typeface="宋体" panose="02010600030101010101" pitchFamily="2" charset="-122"/>
              </a:rPr>
              <a:t>223.1.1.3</a:t>
            </a:r>
            <a:endParaRPr lang="en-US" altLang="zh-CN" sz="1800" dirty="0">
              <a:ea typeface="宋体" panose="02010600030101010101" pitchFamily="2" charset="-122"/>
            </a:endParaRPr>
          </a:p>
        </p:txBody>
      </p:sp>
      <p:sp>
        <p:nvSpPr>
          <p:cNvPr id="46098" name="Text Box 31"/>
          <p:cNvSpPr txBox="1"/>
          <p:nvPr/>
        </p:nvSpPr>
        <p:spPr>
          <a:xfrm>
            <a:off x="5651500" y="2222500"/>
            <a:ext cx="1031875" cy="3365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600" dirty="0">
                <a:latin typeface="Arial" panose="020B0604020202020204" pitchFamily="34" charset="0"/>
                <a:ea typeface="宋体" panose="02010600030101010101" pitchFamily="2" charset="-122"/>
              </a:rPr>
              <a:t>223.1.1.4</a:t>
            </a:r>
            <a:endParaRPr lang="en-US" altLang="zh-CN" sz="1800" dirty="0">
              <a:ea typeface="宋体" panose="02010600030101010101" pitchFamily="2" charset="-122"/>
            </a:endParaRPr>
          </a:p>
        </p:txBody>
      </p:sp>
      <p:sp>
        <p:nvSpPr>
          <p:cNvPr id="46099" name="Line 32"/>
          <p:cNvSpPr/>
          <p:nvPr/>
        </p:nvSpPr>
        <p:spPr>
          <a:xfrm>
            <a:off x="6854825" y="2490788"/>
            <a:ext cx="1016000" cy="1587"/>
          </a:xfrm>
          <a:prstGeom prst="line">
            <a:avLst/>
          </a:prstGeom>
          <a:ln w="19050" cap="flat" cmpd="sng">
            <a:solidFill>
              <a:schemeClr val="tx1"/>
            </a:solidFill>
            <a:prstDash val="solid"/>
            <a:headEnd type="none" w="med" len="med"/>
            <a:tailEnd type="none" w="med" len="med"/>
          </a:ln>
        </p:spPr>
      </p:sp>
      <p:sp>
        <p:nvSpPr>
          <p:cNvPr id="46100" name="Text Box 33"/>
          <p:cNvSpPr txBox="1"/>
          <p:nvPr/>
        </p:nvSpPr>
        <p:spPr>
          <a:xfrm>
            <a:off x="6727825" y="2212975"/>
            <a:ext cx="1031875" cy="3365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600" dirty="0">
                <a:latin typeface="Arial" panose="020B0604020202020204" pitchFamily="34" charset="0"/>
                <a:ea typeface="宋体" panose="02010600030101010101" pitchFamily="2" charset="-122"/>
              </a:rPr>
              <a:t>223.1.2.9</a:t>
            </a:r>
            <a:endParaRPr lang="en-US" altLang="zh-CN" sz="1800" dirty="0">
              <a:ea typeface="宋体" panose="02010600030101010101" pitchFamily="2" charset="-122"/>
            </a:endParaRPr>
          </a:p>
        </p:txBody>
      </p:sp>
      <p:sp>
        <p:nvSpPr>
          <p:cNvPr id="46101" name="Line 34"/>
          <p:cNvSpPr/>
          <p:nvPr/>
        </p:nvSpPr>
        <p:spPr>
          <a:xfrm flipH="1">
            <a:off x="7878763" y="1795463"/>
            <a:ext cx="0" cy="1290637"/>
          </a:xfrm>
          <a:prstGeom prst="line">
            <a:avLst/>
          </a:prstGeom>
          <a:ln w="19050" cap="flat" cmpd="sng">
            <a:solidFill>
              <a:schemeClr val="tx1"/>
            </a:solidFill>
            <a:prstDash val="solid"/>
            <a:headEnd type="none" w="med" len="med"/>
            <a:tailEnd type="none" w="med" len="med"/>
          </a:ln>
        </p:spPr>
      </p:sp>
      <p:graphicFrame>
        <p:nvGraphicFramePr>
          <p:cNvPr id="46102" name="Object 35"/>
          <p:cNvGraphicFramePr>
            <a:graphicFrameLocks noChangeAspect="1"/>
          </p:cNvGraphicFramePr>
          <p:nvPr/>
        </p:nvGraphicFramePr>
        <p:xfrm>
          <a:off x="8056563" y="1503363"/>
          <a:ext cx="584200" cy="463550"/>
        </p:xfrm>
        <a:graphic>
          <a:graphicData uri="http://schemas.openxmlformats.org/presentationml/2006/ole">
            <mc:AlternateContent xmlns:mc="http://schemas.openxmlformats.org/markup-compatibility/2006">
              <mc:Choice xmlns:v="urn:schemas-microsoft-com:vml" Requires="v">
                <p:oleObj spid="_x0000_s3101" name="" r:id="rId5" imgW="1307465" imgH="1083945" progId="MS_ClipArt_Gallery.2">
                  <p:embed/>
                </p:oleObj>
              </mc:Choice>
              <mc:Fallback>
                <p:oleObj name="" r:id="rId5" imgW="1307465" imgH="1083945" progId="MS_ClipArt_Gallery.2">
                  <p:embed/>
                  <p:pic>
                    <p:nvPicPr>
                      <p:cNvPr id="0" name="图片 3100"/>
                      <p:cNvPicPr/>
                      <p:nvPr/>
                    </p:nvPicPr>
                    <p:blipFill>
                      <a:blip r:embed="rId2"/>
                      <a:stretch>
                        <a:fillRect/>
                      </a:stretch>
                    </p:blipFill>
                    <p:spPr>
                      <a:xfrm>
                        <a:off x="8056563" y="1503363"/>
                        <a:ext cx="584200" cy="463550"/>
                      </a:xfrm>
                      <a:prstGeom prst="rect">
                        <a:avLst/>
                      </a:prstGeom>
                      <a:noFill/>
                      <a:ln w="38100">
                        <a:noFill/>
                        <a:miter/>
                      </a:ln>
                    </p:spPr>
                  </p:pic>
                </p:oleObj>
              </mc:Fallback>
            </mc:AlternateContent>
          </a:graphicData>
        </a:graphic>
      </p:graphicFrame>
      <p:sp>
        <p:nvSpPr>
          <p:cNvPr id="46103" name="Line 36"/>
          <p:cNvSpPr/>
          <p:nvPr/>
        </p:nvSpPr>
        <p:spPr>
          <a:xfrm>
            <a:off x="7878763" y="1800225"/>
            <a:ext cx="234950" cy="6350"/>
          </a:xfrm>
          <a:prstGeom prst="line">
            <a:avLst/>
          </a:prstGeom>
          <a:ln w="19050" cap="flat" cmpd="sng">
            <a:solidFill>
              <a:schemeClr val="tx1"/>
            </a:solidFill>
            <a:prstDash val="solid"/>
            <a:headEnd type="none" w="med" len="med"/>
            <a:tailEnd type="none" w="med" len="med"/>
          </a:ln>
        </p:spPr>
      </p:sp>
      <p:graphicFrame>
        <p:nvGraphicFramePr>
          <p:cNvPr id="46104" name="Object 37"/>
          <p:cNvGraphicFramePr>
            <a:graphicFrameLocks noChangeAspect="1"/>
          </p:cNvGraphicFramePr>
          <p:nvPr/>
        </p:nvGraphicFramePr>
        <p:xfrm>
          <a:off x="8061325" y="2884488"/>
          <a:ext cx="584200" cy="463550"/>
        </p:xfrm>
        <a:graphic>
          <a:graphicData uri="http://schemas.openxmlformats.org/presentationml/2006/ole">
            <mc:AlternateContent xmlns:mc="http://schemas.openxmlformats.org/markup-compatibility/2006">
              <mc:Choice xmlns:v="urn:schemas-microsoft-com:vml" Requires="v">
                <p:oleObj spid="_x0000_s3103" name="" r:id="rId6" imgW="1307465" imgH="1083945" progId="MS_ClipArt_Gallery.2">
                  <p:embed/>
                </p:oleObj>
              </mc:Choice>
              <mc:Fallback>
                <p:oleObj name="" r:id="rId6" imgW="1307465" imgH="1083945" progId="MS_ClipArt_Gallery.2">
                  <p:embed/>
                  <p:pic>
                    <p:nvPicPr>
                      <p:cNvPr id="0" name="图片 3102"/>
                      <p:cNvPicPr/>
                      <p:nvPr/>
                    </p:nvPicPr>
                    <p:blipFill>
                      <a:blip r:embed="rId2"/>
                      <a:stretch>
                        <a:fillRect/>
                      </a:stretch>
                    </p:blipFill>
                    <p:spPr>
                      <a:xfrm>
                        <a:off x="8061325" y="2884488"/>
                        <a:ext cx="584200" cy="463550"/>
                      </a:xfrm>
                      <a:prstGeom prst="rect">
                        <a:avLst/>
                      </a:prstGeom>
                      <a:noFill/>
                      <a:ln w="38100">
                        <a:noFill/>
                        <a:miter/>
                      </a:ln>
                    </p:spPr>
                  </p:pic>
                </p:oleObj>
              </mc:Fallback>
            </mc:AlternateContent>
          </a:graphicData>
        </a:graphic>
      </p:graphicFrame>
      <p:sp>
        <p:nvSpPr>
          <p:cNvPr id="46105" name="Line 38"/>
          <p:cNvSpPr/>
          <p:nvPr/>
        </p:nvSpPr>
        <p:spPr>
          <a:xfrm>
            <a:off x="7878763" y="3071813"/>
            <a:ext cx="234950" cy="6350"/>
          </a:xfrm>
          <a:prstGeom prst="line">
            <a:avLst/>
          </a:prstGeom>
          <a:ln w="19050" cap="flat" cmpd="sng">
            <a:solidFill>
              <a:schemeClr val="tx1"/>
            </a:solidFill>
            <a:prstDash val="solid"/>
            <a:headEnd type="none" w="med" len="med"/>
            <a:tailEnd type="none" w="med" len="med"/>
          </a:ln>
        </p:spPr>
      </p:sp>
      <p:grpSp>
        <p:nvGrpSpPr>
          <p:cNvPr id="46106" name="Group 39"/>
          <p:cNvGrpSpPr/>
          <p:nvPr/>
        </p:nvGrpSpPr>
        <p:grpSpPr>
          <a:xfrm>
            <a:off x="7189788" y="2732088"/>
            <a:ext cx="1031875" cy="336550"/>
            <a:chOff x="4532" y="1229"/>
            <a:chExt cx="650" cy="212"/>
          </a:xfrm>
        </p:grpSpPr>
        <p:sp>
          <p:nvSpPr>
            <p:cNvPr id="46134" name="Rectangle 40"/>
            <p:cNvSpPr/>
            <p:nvPr/>
          </p:nvSpPr>
          <p:spPr>
            <a:xfrm>
              <a:off x="4587" y="1284"/>
              <a:ext cx="534" cy="114"/>
            </a:xfrm>
            <a:prstGeom prst="rect">
              <a:avLst/>
            </a:prstGeom>
            <a:solidFill>
              <a:schemeClr val="bg1"/>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46135" name="Text Box 41"/>
            <p:cNvSpPr txBox="1"/>
            <p:nvPr/>
          </p:nvSpPr>
          <p:spPr>
            <a:xfrm>
              <a:off x="4532" y="1229"/>
              <a:ext cx="650" cy="2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600" dirty="0">
                  <a:latin typeface="Arial" panose="020B0604020202020204" pitchFamily="34" charset="0"/>
                  <a:ea typeface="宋体" panose="02010600030101010101" pitchFamily="2" charset="-122"/>
                </a:rPr>
                <a:t>223.1.2.2</a:t>
              </a:r>
              <a:endParaRPr lang="en-US" altLang="zh-CN" sz="1800" dirty="0">
                <a:ea typeface="宋体" panose="02010600030101010101" pitchFamily="2" charset="-122"/>
              </a:endParaRPr>
            </a:p>
          </p:txBody>
        </p:sp>
      </p:grpSp>
      <p:grpSp>
        <p:nvGrpSpPr>
          <p:cNvPr id="46107" name="Group 42"/>
          <p:cNvGrpSpPr/>
          <p:nvPr/>
        </p:nvGrpSpPr>
        <p:grpSpPr>
          <a:xfrm>
            <a:off x="7151688" y="1760538"/>
            <a:ext cx="1031875" cy="336550"/>
            <a:chOff x="4532" y="1229"/>
            <a:chExt cx="650" cy="212"/>
          </a:xfrm>
        </p:grpSpPr>
        <p:sp>
          <p:nvSpPr>
            <p:cNvPr id="46132" name="Rectangle 43"/>
            <p:cNvSpPr/>
            <p:nvPr/>
          </p:nvSpPr>
          <p:spPr>
            <a:xfrm>
              <a:off x="4587" y="1284"/>
              <a:ext cx="534" cy="114"/>
            </a:xfrm>
            <a:prstGeom prst="rect">
              <a:avLst/>
            </a:prstGeom>
            <a:solidFill>
              <a:schemeClr val="bg1"/>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46133" name="Text Box 44"/>
            <p:cNvSpPr txBox="1"/>
            <p:nvPr/>
          </p:nvSpPr>
          <p:spPr>
            <a:xfrm>
              <a:off x="4532" y="1229"/>
              <a:ext cx="650" cy="2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600" dirty="0">
                  <a:latin typeface="Arial" panose="020B0604020202020204" pitchFamily="34" charset="0"/>
                  <a:ea typeface="宋体" panose="02010600030101010101" pitchFamily="2" charset="-122"/>
                </a:rPr>
                <a:t>223.1.2.1</a:t>
              </a:r>
              <a:endParaRPr lang="en-US" altLang="zh-CN" sz="1800" dirty="0">
                <a:ea typeface="宋体" panose="02010600030101010101" pitchFamily="2" charset="-122"/>
              </a:endParaRPr>
            </a:p>
          </p:txBody>
        </p:sp>
      </p:grpSp>
      <p:sp>
        <p:nvSpPr>
          <p:cNvPr id="46108" name="Line 45"/>
          <p:cNvSpPr/>
          <p:nvPr/>
        </p:nvSpPr>
        <p:spPr>
          <a:xfrm flipH="1">
            <a:off x="6616700" y="2828925"/>
            <a:ext cx="0" cy="1290638"/>
          </a:xfrm>
          <a:prstGeom prst="line">
            <a:avLst/>
          </a:prstGeom>
          <a:ln w="19050" cap="flat" cmpd="sng">
            <a:solidFill>
              <a:schemeClr val="tx1"/>
            </a:solidFill>
            <a:prstDash val="solid"/>
            <a:headEnd type="none" w="med" len="med"/>
            <a:tailEnd type="none" w="med" len="med"/>
          </a:ln>
        </p:spPr>
      </p:sp>
      <p:sp>
        <p:nvSpPr>
          <p:cNvPr id="46109" name="Line 46"/>
          <p:cNvSpPr/>
          <p:nvPr/>
        </p:nvSpPr>
        <p:spPr>
          <a:xfrm flipH="1">
            <a:off x="6007100" y="4110038"/>
            <a:ext cx="1185863" cy="0"/>
          </a:xfrm>
          <a:prstGeom prst="line">
            <a:avLst/>
          </a:prstGeom>
          <a:ln w="19050" cap="flat" cmpd="sng">
            <a:solidFill>
              <a:schemeClr val="tx1"/>
            </a:solidFill>
            <a:prstDash val="solid"/>
            <a:headEnd type="none" w="med" len="med"/>
            <a:tailEnd type="none" w="med" len="med"/>
          </a:ln>
        </p:spPr>
      </p:sp>
      <p:sp>
        <p:nvSpPr>
          <p:cNvPr id="46110" name="Line 47"/>
          <p:cNvSpPr/>
          <p:nvPr/>
        </p:nvSpPr>
        <p:spPr>
          <a:xfrm flipH="1" flipV="1">
            <a:off x="6003925" y="4102100"/>
            <a:ext cx="3175" cy="241300"/>
          </a:xfrm>
          <a:prstGeom prst="line">
            <a:avLst/>
          </a:prstGeom>
          <a:ln w="19050" cap="flat" cmpd="sng">
            <a:solidFill>
              <a:schemeClr val="tx1"/>
            </a:solidFill>
            <a:prstDash val="solid"/>
            <a:headEnd type="none" w="med" len="med"/>
            <a:tailEnd type="none" w="med" len="med"/>
          </a:ln>
        </p:spPr>
      </p:sp>
      <p:sp>
        <p:nvSpPr>
          <p:cNvPr id="46111" name="Line 48"/>
          <p:cNvSpPr/>
          <p:nvPr/>
        </p:nvSpPr>
        <p:spPr>
          <a:xfrm flipH="1" flipV="1">
            <a:off x="7180263" y="4106863"/>
            <a:ext cx="3175" cy="241300"/>
          </a:xfrm>
          <a:prstGeom prst="line">
            <a:avLst/>
          </a:prstGeom>
          <a:ln w="19050" cap="flat" cmpd="sng">
            <a:solidFill>
              <a:schemeClr val="tx1"/>
            </a:solidFill>
            <a:prstDash val="solid"/>
            <a:headEnd type="none" w="med" len="med"/>
            <a:tailEnd type="none" w="med" len="med"/>
          </a:ln>
        </p:spPr>
      </p:sp>
      <p:graphicFrame>
        <p:nvGraphicFramePr>
          <p:cNvPr id="46112" name="Object 49"/>
          <p:cNvGraphicFramePr>
            <a:graphicFrameLocks noChangeAspect="1"/>
          </p:cNvGraphicFramePr>
          <p:nvPr/>
        </p:nvGraphicFramePr>
        <p:xfrm>
          <a:off x="6965950" y="4265613"/>
          <a:ext cx="584200" cy="463550"/>
        </p:xfrm>
        <a:graphic>
          <a:graphicData uri="http://schemas.openxmlformats.org/presentationml/2006/ole">
            <mc:AlternateContent xmlns:mc="http://schemas.openxmlformats.org/markup-compatibility/2006">
              <mc:Choice xmlns:v="urn:schemas-microsoft-com:vml" Requires="v">
                <p:oleObj spid="_x0000_s3100" name="" r:id="rId7" imgW="1307465" imgH="1083945" progId="MS_ClipArt_Gallery.2">
                  <p:embed/>
                </p:oleObj>
              </mc:Choice>
              <mc:Fallback>
                <p:oleObj name="" r:id="rId7" imgW="1307465" imgH="1083945" progId="MS_ClipArt_Gallery.2">
                  <p:embed/>
                  <p:pic>
                    <p:nvPicPr>
                      <p:cNvPr id="0" name="图片 3099"/>
                      <p:cNvPicPr/>
                      <p:nvPr/>
                    </p:nvPicPr>
                    <p:blipFill>
                      <a:blip r:embed="rId2"/>
                      <a:stretch>
                        <a:fillRect/>
                      </a:stretch>
                    </p:blipFill>
                    <p:spPr>
                      <a:xfrm>
                        <a:off x="6965950" y="4265613"/>
                        <a:ext cx="584200" cy="463550"/>
                      </a:xfrm>
                      <a:prstGeom prst="rect">
                        <a:avLst/>
                      </a:prstGeom>
                      <a:noFill/>
                      <a:ln w="38100">
                        <a:noFill/>
                        <a:miter/>
                      </a:ln>
                    </p:spPr>
                  </p:pic>
                </p:oleObj>
              </mc:Fallback>
            </mc:AlternateContent>
          </a:graphicData>
        </a:graphic>
      </p:graphicFrame>
      <p:graphicFrame>
        <p:nvGraphicFramePr>
          <p:cNvPr id="46113" name="Object 50"/>
          <p:cNvGraphicFramePr>
            <a:graphicFrameLocks noChangeAspect="1"/>
          </p:cNvGraphicFramePr>
          <p:nvPr/>
        </p:nvGraphicFramePr>
        <p:xfrm>
          <a:off x="5708650" y="4279900"/>
          <a:ext cx="584200" cy="463550"/>
        </p:xfrm>
        <a:graphic>
          <a:graphicData uri="http://schemas.openxmlformats.org/presentationml/2006/ole">
            <mc:AlternateContent xmlns:mc="http://schemas.openxmlformats.org/markup-compatibility/2006">
              <mc:Choice xmlns:v="urn:schemas-microsoft-com:vml" Requires="v">
                <p:oleObj spid="_x0000_s3102" name="" r:id="rId8" imgW="1307465" imgH="1083945" progId="MS_ClipArt_Gallery.2">
                  <p:embed/>
                </p:oleObj>
              </mc:Choice>
              <mc:Fallback>
                <p:oleObj name="" r:id="rId8" imgW="1307465" imgH="1083945" progId="MS_ClipArt_Gallery.2">
                  <p:embed/>
                  <p:pic>
                    <p:nvPicPr>
                      <p:cNvPr id="0" name="图片 3101"/>
                      <p:cNvPicPr/>
                      <p:nvPr/>
                    </p:nvPicPr>
                    <p:blipFill>
                      <a:blip r:embed="rId2"/>
                      <a:stretch>
                        <a:fillRect/>
                      </a:stretch>
                    </p:blipFill>
                    <p:spPr>
                      <a:xfrm>
                        <a:off x="5708650" y="4279900"/>
                        <a:ext cx="584200" cy="463550"/>
                      </a:xfrm>
                      <a:prstGeom prst="rect">
                        <a:avLst/>
                      </a:prstGeom>
                      <a:noFill/>
                      <a:ln w="38100">
                        <a:noFill/>
                        <a:miter/>
                      </a:ln>
                    </p:spPr>
                  </p:pic>
                </p:oleObj>
              </mc:Fallback>
            </mc:AlternateContent>
          </a:graphicData>
        </a:graphic>
      </p:graphicFrame>
      <p:grpSp>
        <p:nvGrpSpPr>
          <p:cNvPr id="46114" name="Group 51"/>
          <p:cNvGrpSpPr/>
          <p:nvPr/>
        </p:nvGrpSpPr>
        <p:grpSpPr>
          <a:xfrm>
            <a:off x="7151688" y="3984625"/>
            <a:ext cx="1031875" cy="336550"/>
            <a:chOff x="4532" y="1229"/>
            <a:chExt cx="650" cy="212"/>
          </a:xfrm>
        </p:grpSpPr>
        <p:sp>
          <p:nvSpPr>
            <p:cNvPr id="46130" name="Rectangle 52"/>
            <p:cNvSpPr/>
            <p:nvPr/>
          </p:nvSpPr>
          <p:spPr>
            <a:xfrm>
              <a:off x="4587" y="1284"/>
              <a:ext cx="534" cy="114"/>
            </a:xfrm>
            <a:prstGeom prst="rect">
              <a:avLst/>
            </a:prstGeom>
            <a:solidFill>
              <a:schemeClr val="bg1"/>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46131" name="Text Box 53"/>
            <p:cNvSpPr txBox="1"/>
            <p:nvPr/>
          </p:nvSpPr>
          <p:spPr>
            <a:xfrm>
              <a:off x="4532" y="1229"/>
              <a:ext cx="650" cy="2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600" dirty="0">
                  <a:latin typeface="Arial" panose="020B0604020202020204" pitchFamily="34" charset="0"/>
                  <a:ea typeface="宋体" panose="02010600030101010101" pitchFamily="2" charset="-122"/>
                </a:rPr>
                <a:t>223.1.3.2</a:t>
              </a:r>
              <a:endParaRPr lang="en-US" altLang="zh-CN" sz="1800" dirty="0">
                <a:ea typeface="宋体" panose="02010600030101010101" pitchFamily="2" charset="-122"/>
              </a:endParaRPr>
            </a:p>
          </p:txBody>
        </p:sp>
      </p:grpSp>
      <p:grpSp>
        <p:nvGrpSpPr>
          <p:cNvPr id="46115" name="Group 54"/>
          <p:cNvGrpSpPr/>
          <p:nvPr/>
        </p:nvGrpSpPr>
        <p:grpSpPr>
          <a:xfrm>
            <a:off x="5003800" y="4013200"/>
            <a:ext cx="1031875" cy="336550"/>
            <a:chOff x="4532" y="1229"/>
            <a:chExt cx="650" cy="212"/>
          </a:xfrm>
        </p:grpSpPr>
        <p:sp>
          <p:nvSpPr>
            <p:cNvPr id="46128" name="Rectangle 55"/>
            <p:cNvSpPr/>
            <p:nvPr/>
          </p:nvSpPr>
          <p:spPr>
            <a:xfrm>
              <a:off x="4587" y="1284"/>
              <a:ext cx="534" cy="114"/>
            </a:xfrm>
            <a:prstGeom prst="rect">
              <a:avLst/>
            </a:prstGeom>
            <a:solidFill>
              <a:schemeClr val="bg1"/>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46129" name="Text Box 56"/>
            <p:cNvSpPr txBox="1"/>
            <p:nvPr/>
          </p:nvSpPr>
          <p:spPr>
            <a:xfrm>
              <a:off x="4532" y="1229"/>
              <a:ext cx="650" cy="2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600" dirty="0">
                  <a:latin typeface="Arial" panose="020B0604020202020204" pitchFamily="34" charset="0"/>
                  <a:ea typeface="宋体" panose="02010600030101010101" pitchFamily="2" charset="-122"/>
                </a:rPr>
                <a:t>223.1.3.1</a:t>
              </a:r>
              <a:endParaRPr lang="en-US" altLang="zh-CN" sz="1800" dirty="0">
                <a:ea typeface="宋体" panose="02010600030101010101" pitchFamily="2" charset="-122"/>
              </a:endParaRPr>
            </a:p>
          </p:txBody>
        </p:sp>
      </p:grpSp>
      <p:grpSp>
        <p:nvGrpSpPr>
          <p:cNvPr id="46116" name="Group 57"/>
          <p:cNvGrpSpPr/>
          <p:nvPr/>
        </p:nvGrpSpPr>
        <p:grpSpPr>
          <a:xfrm>
            <a:off x="6003925" y="2874963"/>
            <a:ext cx="1144588" cy="336550"/>
            <a:chOff x="4532" y="1229"/>
            <a:chExt cx="721" cy="212"/>
          </a:xfrm>
        </p:grpSpPr>
        <p:sp>
          <p:nvSpPr>
            <p:cNvPr id="46126" name="Rectangle 58"/>
            <p:cNvSpPr/>
            <p:nvPr/>
          </p:nvSpPr>
          <p:spPr>
            <a:xfrm>
              <a:off x="4587" y="1284"/>
              <a:ext cx="534" cy="114"/>
            </a:xfrm>
            <a:prstGeom prst="rect">
              <a:avLst/>
            </a:prstGeom>
            <a:solidFill>
              <a:schemeClr val="bg1"/>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46127" name="Text Box 59"/>
            <p:cNvSpPr txBox="1"/>
            <p:nvPr/>
          </p:nvSpPr>
          <p:spPr>
            <a:xfrm>
              <a:off x="4532" y="1229"/>
              <a:ext cx="721" cy="2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600" dirty="0">
                  <a:latin typeface="Arial" panose="020B0604020202020204" pitchFamily="34" charset="0"/>
                  <a:ea typeface="宋体" panose="02010600030101010101" pitchFamily="2" charset="-122"/>
                </a:rPr>
                <a:t>223.1.3.27</a:t>
              </a:r>
              <a:endParaRPr lang="en-US" altLang="zh-CN" sz="1800" dirty="0">
                <a:ea typeface="宋体" panose="02010600030101010101" pitchFamily="2" charset="-122"/>
              </a:endParaRPr>
            </a:p>
          </p:txBody>
        </p:sp>
      </p:grpSp>
      <p:sp>
        <p:nvSpPr>
          <p:cNvPr id="46117" name="Text Box 60"/>
          <p:cNvSpPr txBox="1"/>
          <p:nvPr/>
        </p:nvSpPr>
        <p:spPr>
          <a:xfrm>
            <a:off x="3984625" y="5341938"/>
            <a:ext cx="5043488" cy="3365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600" dirty="0">
                <a:latin typeface="Arial" panose="020B0604020202020204" pitchFamily="34" charset="0"/>
                <a:ea typeface="宋体" panose="02010600030101010101" pitchFamily="2" charset="-122"/>
              </a:rPr>
              <a:t>223.1.1.1 = 11011111 00000001 00000001 00000001</a:t>
            </a:r>
            <a:endParaRPr lang="en-US" altLang="zh-CN" sz="1800" dirty="0">
              <a:ea typeface="宋体" panose="02010600030101010101" pitchFamily="2" charset="-122"/>
            </a:endParaRPr>
          </a:p>
        </p:txBody>
      </p:sp>
      <p:sp>
        <p:nvSpPr>
          <p:cNvPr id="46118" name="Freeform 61"/>
          <p:cNvSpPr/>
          <p:nvPr/>
        </p:nvSpPr>
        <p:spPr>
          <a:xfrm>
            <a:off x="5162550" y="5597525"/>
            <a:ext cx="892175" cy="92075"/>
          </a:xfrm>
          <a:custGeom>
            <a:avLst/>
            <a:gdLst/>
            <a:ahLst/>
            <a:cxnLst>
              <a:cxn ang="0">
                <a:pos x="0" y="0"/>
              </a:cxn>
              <a:cxn ang="0">
                <a:pos x="0" y="2147483646"/>
              </a:cxn>
              <a:cxn ang="0">
                <a:pos x="2147483646" y="2147483646"/>
              </a:cxn>
              <a:cxn ang="0">
                <a:pos x="2147483646" y="2147483646"/>
              </a:cxn>
            </a:cxnLst>
            <a:pathLst>
              <a:path w="562" h="58">
                <a:moveTo>
                  <a:pt x="0" y="0"/>
                </a:moveTo>
                <a:lnTo>
                  <a:pt x="0" y="58"/>
                </a:lnTo>
                <a:lnTo>
                  <a:pt x="562" y="58"/>
                </a:lnTo>
                <a:lnTo>
                  <a:pt x="562" y="16"/>
                </a:lnTo>
              </a:path>
            </a:pathLst>
          </a:custGeom>
          <a:noFill/>
          <a:ln w="19050" cap="flat" cmpd="sng">
            <a:solidFill>
              <a:schemeClr val="tx1">
                <a:alpha val="100000"/>
              </a:schemeClr>
            </a:solidFill>
            <a:prstDash val="solid"/>
            <a:round/>
            <a:headEnd type="none" w="med" len="med"/>
            <a:tailEnd type="none" w="med" len="med"/>
          </a:ln>
        </p:spPr>
        <p:txBody>
          <a:bodyPr/>
          <a:p>
            <a:endParaRPr lang="zh-CN" altLang="en-US"/>
          </a:p>
        </p:txBody>
      </p:sp>
      <p:sp>
        <p:nvSpPr>
          <p:cNvPr id="46119" name="Freeform 62"/>
          <p:cNvSpPr/>
          <p:nvPr/>
        </p:nvSpPr>
        <p:spPr>
          <a:xfrm>
            <a:off x="6124575" y="5616575"/>
            <a:ext cx="892175" cy="79375"/>
          </a:xfrm>
          <a:custGeom>
            <a:avLst/>
            <a:gdLst/>
            <a:ahLst/>
            <a:cxnLst>
              <a:cxn ang="0">
                <a:pos x="0" y="0"/>
              </a:cxn>
              <a:cxn ang="0">
                <a:pos x="0" y="2147483646"/>
              </a:cxn>
              <a:cxn ang="0">
                <a:pos x="2147483646" y="2147483646"/>
              </a:cxn>
              <a:cxn ang="0">
                <a:pos x="2147483646" y="2147483646"/>
              </a:cxn>
            </a:cxnLst>
            <a:pathLst>
              <a:path w="562" h="50">
                <a:moveTo>
                  <a:pt x="0" y="0"/>
                </a:moveTo>
                <a:lnTo>
                  <a:pt x="0" y="50"/>
                </a:lnTo>
                <a:lnTo>
                  <a:pt x="562" y="50"/>
                </a:lnTo>
                <a:lnTo>
                  <a:pt x="562" y="8"/>
                </a:lnTo>
              </a:path>
            </a:pathLst>
          </a:custGeom>
          <a:noFill/>
          <a:ln w="19050" cap="flat" cmpd="sng">
            <a:solidFill>
              <a:schemeClr val="tx1">
                <a:alpha val="100000"/>
              </a:schemeClr>
            </a:solidFill>
            <a:prstDash val="solid"/>
            <a:round/>
            <a:headEnd type="none" w="med" len="med"/>
            <a:tailEnd type="none" w="med" len="med"/>
          </a:ln>
        </p:spPr>
        <p:txBody>
          <a:bodyPr/>
          <a:p>
            <a:endParaRPr lang="zh-CN" altLang="en-US"/>
          </a:p>
        </p:txBody>
      </p:sp>
      <p:sp>
        <p:nvSpPr>
          <p:cNvPr id="46120" name="Freeform 63"/>
          <p:cNvSpPr/>
          <p:nvPr/>
        </p:nvSpPr>
        <p:spPr>
          <a:xfrm>
            <a:off x="7089775" y="5619750"/>
            <a:ext cx="869950" cy="79375"/>
          </a:xfrm>
          <a:custGeom>
            <a:avLst/>
            <a:gdLst/>
            <a:ahLst/>
            <a:cxnLst>
              <a:cxn ang="0">
                <a:pos x="0" y="0"/>
              </a:cxn>
              <a:cxn ang="0">
                <a:pos x="0" y="2147483646"/>
              </a:cxn>
              <a:cxn ang="0">
                <a:pos x="2147483646" y="2147483646"/>
              </a:cxn>
              <a:cxn ang="0">
                <a:pos x="2147483646" y="2147483646"/>
              </a:cxn>
            </a:cxnLst>
            <a:pathLst>
              <a:path w="562" h="50">
                <a:moveTo>
                  <a:pt x="0" y="0"/>
                </a:moveTo>
                <a:lnTo>
                  <a:pt x="0" y="50"/>
                </a:lnTo>
                <a:lnTo>
                  <a:pt x="562" y="50"/>
                </a:lnTo>
                <a:lnTo>
                  <a:pt x="562" y="8"/>
                </a:lnTo>
              </a:path>
            </a:pathLst>
          </a:custGeom>
          <a:noFill/>
          <a:ln w="19050" cap="flat" cmpd="sng">
            <a:solidFill>
              <a:schemeClr val="tx1">
                <a:alpha val="100000"/>
              </a:schemeClr>
            </a:solidFill>
            <a:prstDash val="solid"/>
            <a:round/>
            <a:headEnd type="none" w="med" len="med"/>
            <a:tailEnd type="none" w="med" len="med"/>
          </a:ln>
        </p:spPr>
        <p:txBody>
          <a:bodyPr/>
          <a:p>
            <a:endParaRPr lang="zh-CN" altLang="en-US"/>
          </a:p>
        </p:txBody>
      </p:sp>
      <p:sp>
        <p:nvSpPr>
          <p:cNvPr id="46121" name="Freeform 64"/>
          <p:cNvSpPr/>
          <p:nvPr/>
        </p:nvSpPr>
        <p:spPr>
          <a:xfrm>
            <a:off x="8054975" y="5622925"/>
            <a:ext cx="869950" cy="79375"/>
          </a:xfrm>
          <a:custGeom>
            <a:avLst/>
            <a:gdLst/>
            <a:ahLst/>
            <a:cxnLst>
              <a:cxn ang="0">
                <a:pos x="0" y="0"/>
              </a:cxn>
              <a:cxn ang="0">
                <a:pos x="0" y="2147483646"/>
              </a:cxn>
              <a:cxn ang="0">
                <a:pos x="2147483646" y="2147483646"/>
              </a:cxn>
              <a:cxn ang="0">
                <a:pos x="2147483646" y="2147483646"/>
              </a:cxn>
            </a:cxnLst>
            <a:pathLst>
              <a:path w="562" h="50">
                <a:moveTo>
                  <a:pt x="0" y="0"/>
                </a:moveTo>
                <a:lnTo>
                  <a:pt x="0" y="50"/>
                </a:lnTo>
                <a:lnTo>
                  <a:pt x="562" y="50"/>
                </a:lnTo>
                <a:lnTo>
                  <a:pt x="562" y="8"/>
                </a:lnTo>
              </a:path>
            </a:pathLst>
          </a:custGeom>
          <a:noFill/>
          <a:ln w="19050" cap="flat" cmpd="sng">
            <a:solidFill>
              <a:schemeClr val="tx1">
                <a:alpha val="100000"/>
              </a:schemeClr>
            </a:solidFill>
            <a:prstDash val="solid"/>
            <a:round/>
            <a:headEnd type="none" w="med" len="med"/>
            <a:tailEnd type="none" w="med" len="med"/>
          </a:ln>
        </p:spPr>
        <p:txBody>
          <a:bodyPr/>
          <a:p>
            <a:endParaRPr lang="zh-CN" altLang="en-US"/>
          </a:p>
        </p:txBody>
      </p:sp>
      <p:sp>
        <p:nvSpPr>
          <p:cNvPr id="46122" name="Text Box 65"/>
          <p:cNvSpPr txBox="1"/>
          <p:nvPr/>
        </p:nvSpPr>
        <p:spPr>
          <a:xfrm>
            <a:off x="5360988" y="5818188"/>
            <a:ext cx="522287" cy="3365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600" dirty="0">
                <a:latin typeface="Arial" panose="020B0604020202020204" pitchFamily="34" charset="0"/>
                <a:ea typeface="宋体" panose="02010600030101010101" pitchFamily="2" charset="-122"/>
              </a:rPr>
              <a:t>223</a:t>
            </a:r>
            <a:endParaRPr lang="en-US" altLang="zh-CN" sz="1800" dirty="0">
              <a:ea typeface="宋体" panose="02010600030101010101" pitchFamily="2" charset="-122"/>
            </a:endParaRPr>
          </a:p>
        </p:txBody>
      </p:sp>
      <p:sp>
        <p:nvSpPr>
          <p:cNvPr id="46123" name="Text Box 66"/>
          <p:cNvSpPr txBox="1"/>
          <p:nvPr/>
        </p:nvSpPr>
        <p:spPr>
          <a:xfrm>
            <a:off x="6403975" y="5827713"/>
            <a:ext cx="296863" cy="3365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600" dirty="0">
                <a:latin typeface="Arial" panose="020B0604020202020204" pitchFamily="34" charset="0"/>
                <a:ea typeface="宋体" panose="02010600030101010101" pitchFamily="2" charset="-122"/>
              </a:rPr>
              <a:t>1</a:t>
            </a:r>
            <a:endParaRPr lang="en-US" altLang="zh-CN" sz="1800" dirty="0">
              <a:ea typeface="宋体" panose="02010600030101010101" pitchFamily="2" charset="-122"/>
            </a:endParaRPr>
          </a:p>
        </p:txBody>
      </p:sp>
      <p:sp>
        <p:nvSpPr>
          <p:cNvPr id="46124" name="Text Box 67"/>
          <p:cNvSpPr txBox="1"/>
          <p:nvPr/>
        </p:nvSpPr>
        <p:spPr>
          <a:xfrm>
            <a:off x="8361363" y="5827713"/>
            <a:ext cx="296862" cy="3365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600" dirty="0">
                <a:latin typeface="Arial" panose="020B0604020202020204" pitchFamily="34" charset="0"/>
                <a:ea typeface="宋体" panose="02010600030101010101" pitchFamily="2" charset="-122"/>
              </a:rPr>
              <a:t>1</a:t>
            </a:r>
            <a:endParaRPr lang="en-US" altLang="zh-CN" sz="1800" dirty="0">
              <a:ea typeface="宋体" panose="02010600030101010101" pitchFamily="2" charset="-122"/>
            </a:endParaRPr>
          </a:p>
        </p:txBody>
      </p:sp>
      <p:sp>
        <p:nvSpPr>
          <p:cNvPr id="46125" name="Text Box 68"/>
          <p:cNvSpPr txBox="1"/>
          <p:nvPr/>
        </p:nvSpPr>
        <p:spPr>
          <a:xfrm>
            <a:off x="7342188" y="5827713"/>
            <a:ext cx="296862" cy="3365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600" dirty="0">
                <a:latin typeface="Arial" panose="020B0604020202020204" pitchFamily="34" charset="0"/>
                <a:ea typeface="宋体" panose="02010600030101010101" pitchFamily="2" charset="-122"/>
              </a:rPr>
              <a:t>1</a:t>
            </a:r>
            <a:endParaRPr lang="en-US" altLang="zh-CN" sz="1800" dirty="0">
              <a:ea typeface="宋体" panose="02010600030101010101" pitchFamily="2" charset="-12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6" name="页脚占位符 5"/>
          <p:cNvSpPr txBox="1">
            <a:spLocks noGrp="1"/>
          </p:cNvSpPr>
          <p:nvPr>
            <p:ph type="ftr" sz="quarter" idx="11"/>
          </p:nvPr>
        </p:nvSpPr>
        <p:spPr/>
        <p:txBody>
          <a:bodyPr/>
          <a:p>
            <a:pPr marL="0" indent="0" algn="r">
              <a:spcBef>
                <a:spcPct val="0"/>
              </a:spcBef>
              <a:buClrTx/>
              <a:buSzTx/>
              <a:buFontTx/>
              <a:buNone/>
            </a:pPr>
            <a:r>
              <a:rPr lang="en-US" altLang="zh-CN" sz="1400" dirty="0">
                <a:ea typeface="宋体" panose="02010600030101010101" pitchFamily="2" charset="-122"/>
              </a:rPr>
              <a:t>Network Layer</a:t>
            </a:r>
            <a:endParaRPr lang="en-US" altLang="zh-CN" sz="1400" dirty="0">
              <a:latin typeface="Times New Roman" panose="02020603050405020304" pitchFamily="18" charset="0"/>
              <a:ea typeface="宋体" panose="02010600030101010101" pitchFamily="2" charset="-122"/>
            </a:endParaRPr>
          </a:p>
        </p:txBody>
      </p:sp>
      <p:sp>
        <p:nvSpPr>
          <p:cNvPr id="47107" name="灯片编号占位符 6"/>
          <p:cNvSpPr txBox="1">
            <a:spLocks noGrp="1"/>
          </p:cNvSpPr>
          <p:nvPr>
            <p:ph type="sldNum" sz="quarter" idx="12"/>
          </p:nvPr>
        </p:nvSpPr>
        <p:spPr/>
        <p:txBody>
          <a:bodyPr/>
          <a:p>
            <a:pPr marL="0" indent="0" algn="r">
              <a:spcBef>
                <a:spcPct val="0"/>
              </a:spcBef>
              <a:buClrTx/>
              <a:buSzTx/>
              <a:buFontTx/>
              <a:buNone/>
            </a:pPr>
            <a:r>
              <a:rPr lang="en-US" altLang="zh-CN" sz="1400" dirty="0">
                <a:ea typeface="宋体" panose="02010600030101010101" pitchFamily="2" charset="-122"/>
              </a:rPr>
              <a:t>4-</a:t>
            </a: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47108" name="Freeform 2"/>
          <p:cNvSpPr/>
          <p:nvPr/>
        </p:nvSpPr>
        <p:spPr>
          <a:xfrm>
            <a:off x="4378325" y="1160463"/>
            <a:ext cx="1941513" cy="2049462"/>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1223" h="1291">
                <a:moveTo>
                  <a:pt x="1201" y="756"/>
                </a:moveTo>
                <a:cubicBezTo>
                  <a:pt x="1180" y="640"/>
                  <a:pt x="798" y="744"/>
                  <a:pt x="702" y="670"/>
                </a:cubicBezTo>
                <a:cubicBezTo>
                  <a:pt x="603" y="561"/>
                  <a:pt x="669" y="206"/>
                  <a:pt x="608" y="103"/>
                </a:cubicBezTo>
                <a:cubicBezTo>
                  <a:pt x="547" y="0"/>
                  <a:pt x="425" y="55"/>
                  <a:pt x="335" y="52"/>
                </a:cubicBezTo>
                <a:cubicBezTo>
                  <a:pt x="245" y="49"/>
                  <a:pt x="114" y="0"/>
                  <a:pt x="65" y="82"/>
                </a:cubicBezTo>
                <a:cubicBezTo>
                  <a:pt x="16" y="164"/>
                  <a:pt x="45" y="433"/>
                  <a:pt x="41" y="544"/>
                </a:cubicBezTo>
                <a:cubicBezTo>
                  <a:pt x="37" y="655"/>
                  <a:pt x="41" y="685"/>
                  <a:pt x="38" y="751"/>
                </a:cubicBezTo>
                <a:cubicBezTo>
                  <a:pt x="35" y="817"/>
                  <a:pt x="26" y="880"/>
                  <a:pt x="23" y="940"/>
                </a:cubicBezTo>
                <a:cubicBezTo>
                  <a:pt x="20" y="1000"/>
                  <a:pt x="0" y="1068"/>
                  <a:pt x="17" y="1114"/>
                </a:cubicBezTo>
                <a:cubicBezTo>
                  <a:pt x="34" y="1160"/>
                  <a:pt x="31" y="1198"/>
                  <a:pt x="128" y="1219"/>
                </a:cubicBezTo>
                <a:cubicBezTo>
                  <a:pt x="225" y="1240"/>
                  <a:pt x="509" y="1291"/>
                  <a:pt x="602" y="1243"/>
                </a:cubicBezTo>
                <a:cubicBezTo>
                  <a:pt x="695" y="1195"/>
                  <a:pt x="590" y="984"/>
                  <a:pt x="686" y="930"/>
                </a:cubicBezTo>
                <a:cubicBezTo>
                  <a:pt x="782" y="876"/>
                  <a:pt x="1091" y="945"/>
                  <a:pt x="1177" y="916"/>
                </a:cubicBezTo>
                <a:cubicBezTo>
                  <a:pt x="1208" y="864"/>
                  <a:pt x="1223" y="871"/>
                  <a:pt x="1201" y="756"/>
                </a:cubicBezTo>
                <a:close/>
              </a:path>
            </a:pathLst>
          </a:custGeom>
          <a:solidFill>
            <a:srgbClr val="66CCFF">
              <a:alpha val="100000"/>
            </a:srgbClr>
          </a:solidFill>
          <a:ln w="9525">
            <a:noFill/>
          </a:ln>
        </p:spPr>
        <p:txBody>
          <a:bodyPr/>
          <a:p>
            <a:endParaRPr lang="zh-CN" altLang="en-US"/>
          </a:p>
        </p:txBody>
      </p:sp>
      <p:sp>
        <p:nvSpPr>
          <p:cNvPr id="47109" name="Freeform 3"/>
          <p:cNvSpPr/>
          <p:nvPr/>
        </p:nvSpPr>
        <p:spPr>
          <a:xfrm>
            <a:off x="6894513" y="1447800"/>
            <a:ext cx="1906587" cy="1958975"/>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1201" h="1234">
                <a:moveTo>
                  <a:pt x="25" y="709"/>
                </a:moveTo>
                <a:cubicBezTo>
                  <a:pt x="49" y="824"/>
                  <a:pt x="428" y="709"/>
                  <a:pt x="526" y="780"/>
                </a:cubicBezTo>
                <a:cubicBezTo>
                  <a:pt x="624" y="851"/>
                  <a:pt x="543" y="1059"/>
                  <a:pt x="613" y="1134"/>
                </a:cubicBezTo>
                <a:cubicBezTo>
                  <a:pt x="683" y="1209"/>
                  <a:pt x="853" y="1234"/>
                  <a:pt x="946" y="1230"/>
                </a:cubicBezTo>
                <a:cubicBezTo>
                  <a:pt x="1039" y="1226"/>
                  <a:pt x="1141" y="1163"/>
                  <a:pt x="1171" y="1107"/>
                </a:cubicBezTo>
                <a:cubicBezTo>
                  <a:pt x="1201" y="1051"/>
                  <a:pt x="1135" y="963"/>
                  <a:pt x="1126" y="894"/>
                </a:cubicBezTo>
                <a:cubicBezTo>
                  <a:pt x="1117" y="825"/>
                  <a:pt x="1119" y="772"/>
                  <a:pt x="1114" y="693"/>
                </a:cubicBezTo>
                <a:cubicBezTo>
                  <a:pt x="1109" y="614"/>
                  <a:pt x="1095" y="502"/>
                  <a:pt x="1099" y="423"/>
                </a:cubicBezTo>
                <a:cubicBezTo>
                  <a:pt x="1103" y="344"/>
                  <a:pt x="1141" y="281"/>
                  <a:pt x="1141" y="216"/>
                </a:cubicBezTo>
                <a:cubicBezTo>
                  <a:pt x="1141" y="151"/>
                  <a:pt x="1185" y="56"/>
                  <a:pt x="1102" y="33"/>
                </a:cubicBezTo>
                <a:cubicBezTo>
                  <a:pt x="1019" y="10"/>
                  <a:pt x="740" y="0"/>
                  <a:pt x="646" y="81"/>
                </a:cubicBezTo>
                <a:cubicBezTo>
                  <a:pt x="552" y="162"/>
                  <a:pt x="635" y="441"/>
                  <a:pt x="535" y="519"/>
                </a:cubicBezTo>
                <a:cubicBezTo>
                  <a:pt x="435" y="597"/>
                  <a:pt x="129" y="516"/>
                  <a:pt x="44" y="548"/>
                </a:cubicBezTo>
                <a:cubicBezTo>
                  <a:pt x="15" y="601"/>
                  <a:pt x="0" y="594"/>
                  <a:pt x="25" y="709"/>
                </a:cubicBezTo>
                <a:close/>
              </a:path>
            </a:pathLst>
          </a:custGeom>
          <a:solidFill>
            <a:srgbClr val="66CCFF">
              <a:alpha val="100000"/>
            </a:srgbClr>
          </a:solidFill>
          <a:ln w="9525">
            <a:noFill/>
          </a:ln>
        </p:spPr>
        <p:txBody>
          <a:bodyPr/>
          <a:p>
            <a:endParaRPr lang="zh-CN" altLang="en-US"/>
          </a:p>
        </p:txBody>
      </p:sp>
      <p:sp>
        <p:nvSpPr>
          <p:cNvPr id="47110" name="Freeform 4"/>
          <p:cNvSpPr/>
          <p:nvPr/>
        </p:nvSpPr>
        <p:spPr>
          <a:xfrm>
            <a:off x="5578475" y="2881313"/>
            <a:ext cx="2041525" cy="1979612"/>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1286" h="1247">
                <a:moveTo>
                  <a:pt x="587" y="30"/>
                </a:moveTo>
                <a:cubicBezTo>
                  <a:pt x="473" y="60"/>
                  <a:pt x="601" y="475"/>
                  <a:pt x="509" y="618"/>
                </a:cubicBezTo>
                <a:cubicBezTo>
                  <a:pt x="424" y="765"/>
                  <a:pt x="154" y="830"/>
                  <a:pt x="77" y="909"/>
                </a:cubicBezTo>
                <a:cubicBezTo>
                  <a:pt x="0" y="988"/>
                  <a:pt x="37" y="1043"/>
                  <a:pt x="47" y="1095"/>
                </a:cubicBezTo>
                <a:cubicBezTo>
                  <a:pt x="57" y="1147"/>
                  <a:pt x="71" y="1205"/>
                  <a:pt x="140" y="1224"/>
                </a:cubicBezTo>
                <a:cubicBezTo>
                  <a:pt x="209" y="1243"/>
                  <a:pt x="369" y="1212"/>
                  <a:pt x="461" y="1209"/>
                </a:cubicBezTo>
                <a:cubicBezTo>
                  <a:pt x="553" y="1206"/>
                  <a:pt x="571" y="1206"/>
                  <a:pt x="692" y="1209"/>
                </a:cubicBezTo>
                <a:cubicBezTo>
                  <a:pt x="813" y="1212"/>
                  <a:pt x="1094" y="1247"/>
                  <a:pt x="1190" y="1227"/>
                </a:cubicBezTo>
                <a:cubicBezTo>
                  <a:pt x="1286" y="1207"/>
                  <a:pt x="1279" y="1170"/>
                  <a:pt x="1271" y="1089"/>
                </a:cubicBezTo>
                <a:cubicBezTo>
                  <a:pt x="1263" y="1008"/>
                  <a:pt x="1217" y="818"/>
                  <a:pt x="1139" y="741"/>
                </a:cubicBezTo>
                <a:cubicBezTo>
                  <a:pt x="1061" y="664"/>
                  <a:pt x="865" y="743"/>
                  <a:pt x="800" y="627"/>
                </a:cubicBezTo>
                <a:cubicBezTo>
                  <a:pt x="735" y="511"/>
                  <a:pt x="785" y="142"/>
                  <a:pt x="749" y="42"/>
                </a:cubicBezTo>
                <a:cubicBezTo>
                  <a:pt x="695" y="15"/>
                  <a:pt x="701" y="0"/>
                  <a:pt x="587" y="30"/>
                </a:cubicBezTo>
                <a:close/>
              </a:path>
            </a:pathLst>
          </a:custGeom>
          <a:solidFill>
            <a:srgbClr val="66CCFF">
              <a:alpha val="100000"/>
            </a:srgbClr>
          </a:solidFill>
          <a:ln w="9525">
            <a:noFill/>
          </a:ln>
        </p:spPr>
        <p:txBody>
          <a:bodyPr/>
          <a:p>
            <a:endParaRPr lang="zh-CN" altLang="en-US"/>
          </a:p>
        </p:txBody>
      </p:sp>
      <p:sp>
        <p:nvSpPr>
          <p:cNvPr id="47111" name="Rectangle 5"/>
          <p:cNvSpPr>
            <a:spLocks noGrp="1"/>
          </p:cNvSpPr>
          <p:nvPr>
            <p:ph type="title"/>
          </p:nvPr>
        </p:nvSpPr>
        <p:spPr/>
        <p:txBody>
          <a:bodyPr vert="horz" wrap="square" lIns="91440" tIns="45720" rIns="91440" bIns="45720" anchor="ctr" anchorCtr="0"/>
          <a:p>
            <a:r>
              <a:rPr lang="en-US" altLang="zh-CN" dirty="0">
                <a:ea typeface="宋体" panose="02010600030101010101" pitchFamily="2" charset="-122"/>
              </a:rPr>
              <a:t>Subnets</a:t>
            </a:r>
            <a:endParaRPr lang="en-US" altLang="zh-CN" dirty="0">
              <a:ea typeface="宋体" panose="02010600030101010101" pitchFamily="2" charset="-122"/>
            </a:endParaRPr>
          </a:p>
        </p:txBody>
      </p:sp>
      <p:sp>
        <p:nvSpPr>
          <p:cNvPr id="47112" name="Rectangle 6"/>
          <p:cNvSpPr>
            <a:spLocks noGrp="1"/>
          </p:cNvSpPr>
          <p:nvPr>
            <p:ph sz="half" idx="1"/>
          </p:nvPr>
        </p:nvSpPr>
        <p:spPr>
          <a:xfrm>
            <a:off x="476250" y="1333500"/>
            <a:ext cx="3695700" cy="4648200"/>
          </a:xfrm>
        </p:spPr>
        <p:txBody>
          <a:bodyPr vert="horz" wrap="square" lIns="91440" tIns="45720" rIns="91440" bIns="45720" anchor="t" anchorCtr="0"/>
          <a:p>
            <a:pPr>
              <a:buClr>
                <a:schemeClr val="accent2"/>
              </a:buClr>
              <a:buSzPct val="85000"/>
              <a:buFont typeface="ZapfDingbats"/>
            </a:pPr>
            <a:r>
              <a:rPr lang="en-US" altLang="zh-CN" sz="2400" dirty="0">
                <a:solidFill>
                  <a:schemeClr val="accent2"/>
                </a:solidFill>
                <a:ea typeface="宋体" panose="02010600030101010101" pitchFamily="2" charset="-122"/>
              </a:rPr>
              <a:t>IP address:</a:t>
            </a:r>
            <a:r>
              <a:rPr lang="en-US" altLang="zh-CN" sz="2400" dirty="0">
                <a:ea typeface="宋体" panose="02010600030101010101" pitchFamily="2" charset="-122"/>
              </a:rPr>
              <a:t> </a:t>
            </a:r>
            <a:endParaRPr lang="en-US" altLang="zh-CN" sz="24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subnet part (high order bits)</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host part (low order bits) </a:t>
            </a:r>
            <a:endParaRPr lang="en-US" altLang="zh-CN" sz="2000" dirty="0">
              <a:ea typeface="宋体" panose="02010600030101010101" pitchFamily="2" charset="-122"/>
            </a:endParaRPr>
          </a:p>
          <a:p>
            <a:pPr>
              <a:buClr>
                <a:schemeClr val="accent2"/>
              </a:buClr>
              <a:buSzPct val="85000"/>
              <a:buFont typeface="ZapfDingbats"/>
            </a:pPr>
            <a:r>
              <a:rPr lang="en-US" altLang="zh-CN" sz="2400" i="1" dirty="0">
                <a:solidFill>
                  <a:schemeClr val="accent2"/>
                </a:solidFill>
                <a:ea typeface="宋体" panose="02010600030101010101" pitchFamily="2" charset="-122"/>
              </a:rPr>
              <a:t>What’s a subnet ?</a:t>
            </a:r>
            <a:endParaRPr lang="en-US" altLang="zh-CN" sz="2400" i="1" dirty="0">
              <a:solidFill>
                <a:schemeClr val="accent2"/>
              </a:solidFill>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device interfaces with same subnet part of IP address</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can physically reach each other without intervening router</a:t>
            </a:r>
            <a:endParaRPr lang="en-US" altLang="zh-CN" sz="2000" dirty="0">
              <a:ea typeface="宋体" panose="02010600030101010101" pitchFamily="2" charset="-122"/>
            </a:endParaRPr>
          </a:p>
        </p:txBody>
      </p:sp>
      <p:graphicFrame>
        <p:nvGraphicFramePr>
          <p:cNvPr id="47113" name="Object 7"/>
          <p:cNvGraphicFramePr>
            <a:graphicFrameLocks noChangeAspect="1"/>
          </p:cNvGraphicFramePr>
          <p:nvPr/>
        </p:nvGraphicFramePr>
        <p:xfrm>
          <a:off x="4456113" y="1265238"/>
          <a:ext cx="584200" cy="463550"/>
        </p:xfrm>
        <a:graphic>
          <a:graphicData uri="http://schemas.openxmlformats.org/presentationml/2006/ole">
            <mc:AlternateContent xmlns:mc="http://schemas.openxmlformats.org/markup-compatibility/2006">
              <mc:Choice xmlns:v="urn:schemas-microsoft-com:vml" Requires="v">
                <p:oleObj spid="_x0000_s3105" name="" r:id="rId1" imgW="1307465" imgH="1083945" progId="MS_ClipArt_Gallery.2">
                  <p:embed/>
                </p:oleObj>
              </mc:Choice>
              <mc:Fallback>
                <p:oleObj name="" r:id="rId1" imgW="1307465" imgH="1083945" progId="MS_ClipArt_Gallery.2">
                  <p:embed/>
                  <p:pic>
                    <p:nvPicPr>
                      <p:cNvPr id="0" name="图片 3104"/>
                      <p:cNvPicPr/>
                      <p:nvPr/>
                    </p:nvPicPr>
                    <p:blipFill>
                      <a:blip r:embed="rId2"/>
                      <a:stretch>
                        <a:fillRect/>
                      </a:stretch>
                    </p:blipFill>
                    <p:spPr>
                      <a:xfrm>
                        <a:off x="4456113" y="1265238"/>
                        <a:ext cx="584200" cy="463550"/>
                      </a:xfrm>
                      <a:prstGeom prst="rect">
                        <a:avLst/>
                      </a:prstGeom>
                      <a:noFill/>
                      <a:ln w="38100">
                        <a:noFill/>
                        <a:miter/>
                      </a:ln>
                    </p:spPr>
                  </p:pic>
                </p:oleObj>
              </mc:Fallback>
            </mc:AlternateContent>
          </a:graphicData>
        </a:graphic>
      </p:graphicFrame>
      <p:sp>
        <p:nvSpPr>
          <p:cNvPr id="47114" name="Line 8"/>
          <p:cNvSpPr/>
          <p:nvPr/>
        </p:nvSpPr>
        <p:spPr>
          <a:xfrm>
            <a:off x="5016500" y="1638300"/>
            <a:ext cx="277813" cy="1588"/>
          </a:xfrm>
          <a:prstGeom prst="line">
            <a:avLst/>
          </a:prstGeom>
          <a:ln w="19050" cap="flat" cmpd="sng">
            <a:solidFill>
              <a:schemeClr val="tx1"/>
            </a:solidFill>
            <a:prstDash val="solid"/>
            <a:headEnd type="none" w="med" len="med"/>
            <a:tailEnd type="none" w="med" len="med"/>
          </a:ln>
        </p:spPr>
      </p:sp>
      <p:sp>
        <p:nvSpPr>
          <p:cNvPr id="47115" name="Line 9"/>
          <p:cNvSpPr/>
          <p:nvPr/>
        </p:nvSpPr>
        <p:spPr>
          <a:xfrm flipH="1">
            <a:off x="5307013" y="1624013"/>
            <a:ext cx="0" cy="1290637"/>
          </a:xfrm>
          <a:prstGeom prst="line">
            <a:avLst/>
          </a:prstGeom>
          <a:ln w="19050" cap="flat" cmpd="sng">
            <a:solidFill>
              <a:schemeClr val="tx1"/>
            </a:solidFill>
            <a:prstDash val="solid"/>
            <a:headEnd type="none" w="med" len="med"/>
            <a:tailEnd type="none" w="med" len="med"/>
          </a:ln>
        </p:spPr>
      </p:sp>
      <p:sp>
        <p:nvSpPr>
          <p:cNvPr id="47116" name="Line 10"/>
          <p:cNvSpPr/>
          <p:nvPr/>
        </p:nvSpPr>
        <p:spPr>
          <a:xfrm flipV="1">
            <a:off x="5016500" y="2282825"/>
            <a:ext cx="277813" cy="3175"/>
          </a:xfrm>
          <a:prstGeom prst="line">
            <a:avLst/>
          </a:prstGeom>
          <a:ln w="19050" cap="flat" cmpd="sng">
            <a:solidFill>
              <a:schemeClr val="tx1"/>
            </a:solidFill>
            <a:prstDash val="solid"/>
            <a:headEnd type="none" w="med" len="med"/>
            <a:tailEnd type="none" w="med" len="med"/>
          </a:ln>
        </p:spPr>
      </p:sp>
      <p:sp>
        <p:nvSpPr>
          <p:cNvPr id="47117" name="Line 11"/>
          <p:cNvSpPr/>
          <p:nvPr/>
        </p:nvSpPr>
        <p:spPr>
          <a:xfrm>
            <a:off x="5026025" y="2909888"/>
            <a:ext cx="273050" cy="1587"/>
          </a:xfrm>
          <a:prstGeom prst="line">
            <a:avLst/>
          </a:prstGeom>
          <a:ln w="19050" cap="flat" cmpd="sng">
            <a:solidFill>
              <a:schemeClr val="tx1"/>
            </a:solidFill>
            <a:prstDash val="solid"/>
            <a:headEnd type="none" w="med" len="med"/>
            <a:tailEnd type="none" w="med" len="med"/>
          </a:ln>
        </p:spPr>
      </p:sp>
      <p:graphicFrame>
        <p:nvGraphicFramePr>
          <p:cNvPr id="47118" name="Object 12"/>
          <p:cNvGraphicFramePr>
            <a:graphicFrameLocks noChangeAspect="1"/>
          </p:cNvGraphicFramePr>
          <p:nvPr/>
        </p:nvGraphicFramePr>
        <p:xfrm>
          <a:off x="4456113" y="1931988"/>
          <a:ext cx="584200" cy="463550"/>
        </p:xfrm>
        <a:graphic>
          <a:graphicData uri="http://schemas.openxmlformats.org/presentationml/2006/ole">
            <mc:AlternateContent xmlns:mc="http://schemas.openxmlformats.org/markup-compatibility/2006">
              <mc:Choice xmlns:v="urn:schemas-microsoft-com:vml" Requires="v">
                <p:oleObj spid="_x0000_s3106" name="" r:id="rId3" imgW="1307465" imgH="1083945" progId="MS_ClipArt_Gallery.2">
                  <p:embed/>
                </p:oleObj>
              </mc:Choice>
              <mc:Fallback>
                <p:oleObj name="" r:id="rId3" imgW="1307465" imgH="1083945" progId="MS_ClipArt_Gallery.2">
                  <p:embed/>
                  <p:pic>
                    <p:nvPicPr>
                      <p:cNvPr id="0" name="图片 3105"/>
                      <p:cNvPicPr/>
                      <p:nvPr/>
                    </p:nvPicPr>
                    <p:blipFill>
                      <a:blip r:embed="rId2"/>
                      <a:stretch>
                        <a:fillRect/>
                      </a:stretch>
                    </p:blipFill>
                    <p:spPr>
                      <a:xfrm>
                        <a:off x="4456113" y="1931988"/>
                        <a:ext cx="584200" cy="463550"/>
                      </a:xfrm>
                      <a:prstGeom prst="rect">
                        <a:avLst/>
                      </a:prstGeom>
                      <a:noFill/>
                      <a:ln w="38100">
                        <a:noFill/>
                        <a:miter/>
                      </a:ln>
                    </p:spPr>
                  </p:pic>
                </p:oleObj>
              </mc:Fallback>
            </mc:AlternateContent>
          </a:graphicData>
        </a:graphic>
      </p:graphicFrame>
      <p:graphicFrame>
        <p:nvGraphicFramePr>
          <p:cNvPr id="47119" name="Object 13"/>
          <p:cNvGraphicFramePr>
            <a:graphicFrameLocks noChangeAspect="1"/>
          </p:cNvGraphicFramePr>
          <p:nvPr/>
        </p:nvGraphicFramePr>
        <p:xfrm>
          <a:off x="4456113" y="2541588"/>
          <a:ext cx="584200" cy="463550"/>
        </p:xfrm>
        <a:graphic>
          <a:graphicData uri="http://schemas.openxmlformats.org/presentationml/2006/ole">
            <mc:AlternateContent xmlns:mc="http://schemas.openxmlformats.org/markup-compatibility/2006">
              <mc:Choice xmlns:v="urn:schemas-microsoft-com:vml" Requires="v">
                <p:oleObj spid="_x0000_s3104" name="" r:id="rId4" imgW="1307465" imgH="1083945" progId="MS_ClipArt_Gallery.2">
                  <p:embed/>
                </p:oleObj>
              </mc:Choice>
              <mc:Fallback>
                <p:oleObj name="" r:id="rId4" imgW="1307465" imgH="1083945" progId="MS_ClipArt_Gallery.2">
                  <p:embed/>
                  <p:pic>
                    <p:nvPicPr>
                      <p:cNvPr id="0" name="图片 3103"/>
                      <p:cNvPicPr/>
                      <p:nvPr/>
                    </p:nvPicPr>
                    <p:blipFill>
                      <a:blip r:embed="rId2"/>
                      <a:stretch>
                        <a:fillRect/>
                      </a:stretch>
                    </p:blipFill>
                    <p:spPr>
                      <a:xfrm>
                        <a:off x="4456113" y="2541588"/>
                        <a:ext cx="584200" cy="463550"/>
                      </a:xfrm>
                      <a:prstGeom prst="rect">
                        <a:avLst/>
                      </a:prstGeom>
                      <a:noFill/>
                      <a:ln w="38100">
                        <a:noFill/>
                        <a:miter/>
                      </a:ln>
                    </p:spPr>
                  </p:pic>
                </p:oleObj>
              </mc:Fallback>
            </mc:AlternateContent>
          </a:graphicData>
        </a:graphic>
      </p:graphicFrame>
      <p:sp>
        <p:nvSpPr>
          <p:cNvPr id="47120" name="Line 14"/>
          <p:cNvSpPr/>
          <p:nvPr/>
        </p:nvSpPr>
        <p:spPr>
          <a:xfrm>
            <a:off x="5307013" y="2481263"/>
            <a:ext cx="1035050" cy="6350"/>
          </a:xfrm>
          <a:prstGeom prst="line">
            <a:avLst/>
          </a:prstGeom>
          <a:ln w="19050" cap="flat" cmpd="sng">
            <a:solidFill>
              <a:schemeClr val="tx1"/>
            </a:solidFill>
            <a:prstDash val="solid"/>
            <a:headEnd type="none" w="med" len="med"/>
            <a:tailEnd type="none" w="med" len="med"/>
          </a:ln>
        </p:spPr>
      </p:sp>
      <p:grpSp>
        <p:nvGrpSpPr>
          <p:cNvPr id="47121" name="Group 15"/>
          <p:cNvGrpSpPr/>
          <p:nvPr/>
        </p:nvGrpSpPr>
        <p:grpSpPr>
          <a:xfrm>
            <a:off x="6249988" y="2446338"/>
            <a:ext cx="711200" cy="381000"/>
            <a:chOff x="3600" y="219"/>
            <a:chExt cx="360" cy="175"/>
          </a:xfrm>
        </p:grpSpPr>
        <p:sp>
          <p:nvSpPr>
            <p:cNvPr id="47152" name="Oval 16"/>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47153" name="Line 17"/>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47154" name="Line 18"/>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47155" name="Rectangle 19"/>
            <p:cNvSpPr/>
            <p:nvPr/>
          </p:nvSpPr>
          <p:spPr>
            <a:xfrm>
              <a:off x="3603" y="289"/>
              <a:ext cx="354" cy="5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7156" name="Oval 20"/>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47157" name="Group 21"/>
            <p:cNvGrpSpPr/>
            <p:nvPr/>
          </p:nvGrpSpPr>
          <p:grpSpPr>
            <a:xfrm>
              <a:off x="3686" y="244"/>
              <a:ext cx="177" cy="66"/>
              <a:chOff x="2848" y="848"/>
              <a:chExt cx="140" cy="98"/>
            </a:xfrm>
          </p:grpSpPr>
          <p:sp>
            <p:nvSpPr>
              <p:cNvPr id="47162" name="Line 22"/>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47163" name="Line 23"/>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47164" name="Line 24"/>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47158" name="Group 25"/>
            <p:cNvGrpSpPr/>
            <p:nvPr/>
          </p:nvGrpSpPr>
          <p:grpSpPr>
            <a:xfrm flipV="1">
              <a:off x="3686" y="243"/>
              <a:ext cx="177" cy="66"/>
              <a:chOff x="2848" y="848"/>
              <a:chExt cx="140" cy="98"/>
            </a:xfrm>
          </p:grpSpPr>
          <p:sp>
            <p:nvSpPr>
              <p:cNvPr id="47159" name="Line 26"/>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47160" name="Line 27"/>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47161" name="Line 28"/>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sp>
        <p:nvSpPr>
          <p:cNvPr id="47122" name="Text Box 29"/>
          <p:cNvSpPr txBox="1"/>
          <p:nvPr/>
        </p:nvSpPr>
        <p:spPr>
          <a:xfrm>
            <a:off x="4975225" y="1312863"/>
            <a:ext cx="1031875" cy="3365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600" dirty="0">
                <a:latin typeface="Arial" panose="020B0604020202020204" pitchFamily="34" charset="0"/>
                <a:ea typeface="宋体" panose="02010600030101010101" pitchFamily="2" charset="-122"/>
              </a:rPr>
              <a:t>223.1.1.1</a:t>
            </a:r>
            <a:endParaRPr lang="en-US" altLang="zh-CN" sz="1800" dirty="0">
              <a:ea typeface="宋体" panose="02010600030101010101" pitchFamily="2" charset="-122"/>
            </a:endParaRPr>
          </a:p>
        </p:txBody>
      </p:sp>
      <p:sp>
        <p:nvSpPr>
          <p:cNvPr id="47123" name="Rectangle 30"/>
          <p:cNvSpPr/>
          <p:nvPr/>
        </p:nvSpPr>
        <p:spPr>
          <a:xfrm>
            <a:off x="5062538" y="2033588"/>
            <a:ext cx="309562" cy="180975"/>
          </a:xfrm>
          <a:prstGeom prst="rect">
            <a:avLst/>
          </a:prstGeom>
          <a:solidFill>
            <a:srgbClr val="66CCFF"/>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47124" name="Text Box 31"/>
          <p:cNvSpPr txBox="1"/>
          <p:nvPr/>
        </p:nvSpPr>
        <p:spPr>
          <a:xfrm>
            <a:off x="4976813" y="1941513"/>
            <a:ext cx="1031875" cy="3365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600" dirty="0">
                <a:latin typeface="Arial" panose="020B0604020202020204" pitchFamily="34" charset="0"/>
                <a:ea typeface="宋体" panose="02010600030101010101" pitchFamily="2" charset="-122"/>
              </a:rPr>
              <a:t>223.1.1.2</a:t>
            </a:r>
            <a:endParaRPr lang="en-US" altLang="zh-CN" sz="1800" dirty="0">
              <a:ea typeface="宋体" panose="02010600030101010101" pitchFamily="2" charset="-122"/>
            </a:endParaRPr>
          </a:p>
        </p:txBody>
      </p:sp>
      <p:sp>
        <p:nvSpPr>
          <p:cNvPr id="47125" name="Text Box 32"/>
          <p:cNvSpPr txBox="1"/>
          <p:nvPr/>
        </p:nvSpPr>
        <p:spPr>
          <a:xfrm>
            <a:off x="4860925" y="2894013"/>
            <a:ext cx="1031875" cy="3365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600" dirty="0">
                <a:latin typeface="Arial" panose="020B0604020202020204" pitchFamily="34" charset="0"/>
                <a:ea typeface="宋体" panose="02010600030101010101" pitchFamily="2" charset="-122"/>
              </a:rPr>
              <a:t>223.1.1.3</a:t>
            </a:r>
            <a:endParaRPr lang="en-US" altLang="zh-CN" sz="1800" dirty="0">
              <a:ea typeface="宋体" panose="02010600030101010101" pitchFamily="2" charset="-122"/>
            </a:endParaRPr>
          </a:p>
        </p:txBody>
      </p:sp>
      <p:sp>
        <p:nvSpPr>
          <p:cNvPr id="47126" name="Text Box 33"/>
          <p:cNvSpPr txBox="1"/>
          <p:nvPr/>
        </p:nvSpPr>
        <p:spPr>
          <a:xfrm>
            <a:off x="5651500" y="2222500"/>
            <a:ext cx="1031875" cy="3365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600" dirty="0">
                <a:latin typeface="Arial" panose="020B0604020202020204" pitchFamily="34" charset="0"/>
                <a:ea typeface="宋体" panose="02010600030101010101" pitchFamily="2" charset="-122"/>
              </a:rPr>
              <a:t>223.1.1.4</a:t>
            </a:r>
            <a:endParaRPr lang="en-US" altLang="zh-CN" sz="1800" dirty="0">
              <a:ea typeface="宋体" panose="02010600030101010101" pitchFamily="2" charset="-122"/>
            </a:endParaRPr>
          </a:p>
        </p:txBody>
      </p:sp>
      <p:sp>
        <p:nvSpPr>
          <p:cNvPr id="47127" name="Line 34"/>
          <p:cNvSpPr/>
          <p:nvPr/>
        </p:nvSpPr>
        <p:spPr>
          <a:xfrm>
            <a:off x="6854825" y="2490788"/>
            <a:ext cx="1016000" cy="1587"/>
          </a:xfrm>
          <a:prstGeom prst="line">
            <a:avLst/>
          </a:prstGeom>
          <a:ln w="19050" cap="flat" cmpd="sng">
            <a:solidFill>
              <a:schemeClr val="tx1"/>
            </a:solidFill>
            <a:prstDash val="solid"/>
            <a:headEnd type="none" w="med" len="med"/>
            <a:tailEnd type="none" w="med" len="med"/>
          </a:ln>
        </p:spPr>
      </p:sp>
      <p:sp>
        <p:nvSpPr>
          <p:cNvPr id="47128" name="Text Box 35"/>
          <p:cNvSpPr txBox="1"/>
          <p:nvPr/>
        </p:nvSpPr>
        <p:spPr>
          <a:xfrm>
            <a:off x="6727825" y="2212975"/>
            <a:ext cx="1031875" cy="3365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600" dirty="0">
                <a:latin typeface="Arial" panose="020B0604020202020204" pitchFamily="34" charset="0"/>
                <a:ea typeface="宋体" panose="02010600030101010101" pitchFamily="2" charset="-122"/>
              </a:rPr>
              <a:t>223.1.2.9</a:t>
            </a:r>
            <a:endParaRPr lang="en-US" altLang="zh-CN" sz="1800" dirty="0">
              <a:ea typeface="宋体" panose="02010600030101010101" pitchFamily="2" charset="-122"/>
            </a:endParaRPr>
          </a:p>
        </p:txBody>
      </p:sp>
      <p:sp>
        <p:nvSpPr>
          <p:cNvPr id="47129" name="Line 36"/>
          <p:cNvSpPr/>
          <p:nvPr/>
        </p:nvSpPr>
        <p:spPr>
          <a:xfrm flipH="1">
            <a:off x="7878763" y="1795463"/>
            <a:ext cx="0" cy="1290637"/>
          </a:xfrm>
          <a:prstGeom prst="line">
            <a:avLst/>
          </a:prstGeom>
          <a:ln w="19050" cap="flat" cmpd="sng">
            <a:solidFill>
              <a:schemeClr val="tx1"/>
            </a:solidFill>
            <a:prstDash val="solid"/>
            <a:headEnd type="none" w="med" len="med"/>
            <a:tailEnd type="none" w="med" len="med"/>
          </a:ln>
        </p:spPr>
      </p:sp>
      <p:graphicFrame>
        <p:nvGraphicFramePr>
          <p:cNvPr id="47130" name="Object 37"/>
          <p:cNvGraphicFramePr>
            <a:graphicFrameLocks noChangeAspect="1"/>
          </p:cNvGraphicFramePr>
          <p:nvPr/>
        </p:nvGraphicFramePr>
        <p:xfrm>
          <a:off x="8056563" y="1503363"/>
          <a:ext cx="584200" cy="463550"/>
        </p:xfrm>
        <a:graphic>
          <a:graphicData uri="http://schemas.openxmlformats.org/presentationml/2006/ole">
            <mc:AlternateContent xmlns:mc="http://schemas.openxmlformats.org/markup-compatibility/2006">
              <mc:Choice xmlns:v="urn:schemas-microsoft-com:vml" Requires="v">
                <p:oleObj spid="_x0000_s3108" name="" r:id="rId5" imgW="1307465" imgH="1083945" progId="MS_ClipArt_Gallery.2">
                  <p:embed/>
                </p:oleObj>
              </mc:Choice>
              <mc:Fallback>
                <p:oleObj name="" r:id="rId5" imgW="1307465" imgH="1083945" progId="MS_ClipArt_Gallery.2">
                  <p:embed/>
                  <p:pic>
                    <p:nvPicPr>
                      <p:cNvPr id="0" name="图片 3107"/>
                      <p:cNvPicPr/>
                      <p:nvPr/>
                    </p:nvPicPr>
                    <p:blipFill>
                      <a:blip r:embed="rId2"/>
                      <a:stretch>
                        <a:fillRect/>
                      </a:stretch>
                    </p:blipFill>
                    <p:spPr>
                      <a:xfrm>
                        <a:off x="8056563" y="1503363"/>
                        <a:ext cx="584200" cy="463550"/>
                      </a:xfrm>
                      <a:prstGeom prst="rect">
                        <a:avLst/>
                      </a:prstGeom>
                      <a:noFill/>
                      <a:ln w="38100">
                        <a:noFill/>
                        <a:miter/>
                      </a:ln>
                    </p:spPr>
                  </p:pic>
                </p:oleObj>
              </mc:Fallback>
            </mc:AlternateContent>
          </a:graphicData>
        </a:graphic>
      </p:graphicFrame>
      <p:sp>
        <p:nvSpPr>
          <p:cNvPr id="47131" name="Line 38"/>
          <p:cNvSpPr/>
          <p:nvPr/>
        </p:nvSpPr>
        <p:spPr>
          <a:xfrm>
            <a:off x="7878763" y="1800225"/>
            <a:ext cx="234950" cy="6350"/>
          </a:xfrm>
          <a:prstGeom prst="line">
            <a:avLst/>
          </a:prstGeom>
          <a:ln w="19050" cap="flat" cmpd="sng">
            <a:solidFill>
              <a:schemeClr val="tx1"/>
            </a:solidFill>
            <a:prstDash val="solid"/>
            <a:headEnd type="none" w="med" len="med"/>
            <a:tailEnd type="none" w="med" len="med"/>
          </a:ln>
        </p:spPr>
      </p:sp>
      <p:graphicFrame>
        <p:nvGraphicFramePr>
          <p:cNvPr id="47132" name="Object 39"/>
          <p:cNvGraphicFramePr>
            <a:graphicFrameLocks noChangeAspect="1"/>
          </p:cNvGraphicFramePr>
          <p:nvPr/>
        </p:nvGraphicFramePr>
        <p:xfrm>
          <a:off x="8061325" y="2884488"/>
          <a:ext cx="584200" cy="463550"/>
        </p:xfrm>
        <a:graphic>
          <a:graphicData uri="http://schemas.openxmlformats.org/presentationml/2006/ole">
            <mc:AlternateContent xmlns:mc="http://schemas.openxmlformats.org/markup-compatibility/2006">
              <mc:Choice xmlns:v="urn:schemas-microsoft-com:vml" Requires="v">
                <p:oleObj spid="_x0000_s3107" name="" r:id="rId6" imgW="1307465" imgH="1083945" progId="MS_ClipArt_Gallery.2">
                  <p:embed/>
                </p:oleObj>
              </mc:Choice>
              <mc:Fallback>
                <p:oleObj name="" r:id="rId6" imgW="1307465" imgH="1083945" progId="MS_ClipArt_Gallery.2">
                  <p:embed/>
                  <p:pic>
                    <p:nvPicPr>
                      <p:cNvPr id="0" name="图片 3106"/>
                      <p:cNvPicPr/>
                      <p:nvPr/>
                    </p:nvPicPr>
                    <p:blipFill>
                      <a:blip r:embed="rId2"/>
                      <a:stretch>
                        <a:fillRect/>
                      </a:stretch>
                    </p:blipFill>
                    <p:spPr>
                      <a:xfrm>
                        <a:off x="8061325" y="2884488"/>
                        <a:ext cx="584200" cy="463550"/>
                      </a:xfrm>
                      <a:prstGeom prst="rect">
                        <a:avLst/>
                      </a:prstGeom>
                      <a:noFill/>
                      <a:ln w="38100">
                        <a:noFill/>
                        <a:miter/>
                      </a:ln>
                    </p:spPr>
                  </p:pic>
                </p:oleObj>
              </mc:Fallback>
            </mc:AlternateContent>
          </a:graphicData>
        </a:graphic>
      </p:graphicFrame>
      <p:sp>
        <p:nvSpPr>
          <p:cNvPr id="47133" name="Line 40"/>
          <p:cNvSpPr/>
          <p:nvPr/>
        </p:nvSpPr>
        <p:spPr>
          <a:xfrm>
            <a:off x="7878763" y="3071813"/>
            <a:ext cx="234950" cy="6350"/>
          </a:xfrm>
          <a:prstGeom prst="line">
            <a:avLst/>
          </a:prstGeom>
          <a:ln w="19050" cap="flat" cmpd="sng">
            <a:solidFill>
              <a:schemeClr val="tx1"/>
            </a:solidFill>
            <a:prstDash val="solid"/>
            <a:headEnd type="none" w="med" len="med"/>
            <a:tailEnd type="none" w="med" len="med"/>
          </a:ln>
        </p:spPr>
      </p:sp>
      <p:sp>
        <p:nvSpPr>
          <p:cNvPr id="47134" name="Rectangle 41"/>
          <p:cNvSpPr/>
          <p:nvPr/>
        </p:nvSpPr>
        <p:spPr>
          <a:xfrm>
            <a:off x="7824788" y="2819400"/>
            <a:ext cx="171450" cy="180975"/>
          </a:xfrm>
          <a:prstGeom prst="rect">
            <a:avLst/>
          </a:prstGeom>
          <a:solidFill>
            <a:srgbClr val="66CCFF"/>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47135" name="Text Box 42"/>
          <p:cNvSpPr txBox="1"/>
          <p:nvPr/>
        </p:nvSpPr>
        <p:spPr>
          <a:xfrm>
            <a:off x="7251700" y="2757488"/>
            <a:ext cx="1031875" cy="3365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600" dirty="0">
                <a:latin typeface="Arial" panose="020B0604020202020204" pitchFamily="34" charset="0"/>
                <a:ea typeface="宋体" panose="02010600030101010101" pitchFamily="2" charset="-122"/>
              </a:rPr>
              <a:t>223.1.2.2</a:t>
            </a:r>
            <a:endParaRPr lang="en-US" altLang="zh-CN" sz="1800" dirty="0">
              <a:ea typeface="宋体" panose="02010600030101010101" pitchFamily="2" charset="-122"/>
            </a:endParaRPr>
          </a:p>
        </p:txBody>
      </p:sp>
      <p:sp>
        <p:nvSpPr>
          <p:cNvPr id="47136" name="Rectangle 43"/>
          <p:cNvSpPr/>
          <p:nvPr/>
        </p:nvSpPr>
        <p:spPr>
          <a:xfrm>
            <a:off x="7839075" y="1847850"/>
            <a:ext cx="247650" cy="180975"/>
          </a:xfrm>
          <a:prstGeom prst="rect">
            <a:avLst/>
          </a:prstGeom>
          <a:solidFill>
            <a:srgbClr val="66CCFF"/>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47137" name="Text Box 44"/>
          <p:cNvSpPr txBox="1"/>
          <p:nvPr/>
        </p:nvSpPr>
        <p:spPr>
          <a:xfrm>
            <a:off x="7061200" y="1751013"/>
            <a:ext cx="1031875" cy="3365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600" dirty="0">
                <a:latin typeface="Arial" panose="020B0604020202020204" pitchFamily="34" charset="0"/>
                <a:ea typeface="宋体" panose="02010600030101010101" pitchFamily="2" charset="-122"/>
              </a:rPr>
              <a:t>223.1.2.1</a:t>
            </a:r>
            <a:endParaRPr lang="en-US" altLang="zh-CN" sz="1800" dirty="0">
              <a:ea typeface="宋体" panose="02010600030101010101" pitchFamily="2" charset="-122"/>
            </a:endParaRPr>
          </a:p>
        </p:txBody>
      </p:sp>
      <p:sp>
        <p:nvSpPr>
          <p:cNvPr id="47138" name="Line 45"/>
          <p:cNvSpPr/>
          <p:nvPr/>
        </p:nvSpPr>
        <p:spPr>
          <a:xfrm flipH="1">
            <a:off x="6616700" y="2828925"/>
            <a:ext cx="0" cy="1290638"/>
          </a:xfrm>
          <a:prstGeom prst="line">
            <a:avLst/>
          </a:prstGeom>
          <a:ln w="19050" cap="flat" cmpd="sng">
            <a:solidFill>
              <a:schemeClr val="tx1"/>
            </a:solidFill>
            <a:prstDash val="solid"/>
            <a:headEnd type="none" w="med" len="med"/>
            <a:tailEnd type="none" w="med" len="med"/>
          </a:ln>
        </p:spPr>
      </p:sp>
      <p:sp>
        <p:nvSpPr>
          <p:cNvPr id="47139" name="Line 46"/>
          <p:cNvSpPr/>
          <p:nvPr/>
        </p:nvSpPr>
        <p:spPr>
          <a:xfrm flipH="1">
            <a:off x="6007100" y="4110038"/>
            <a:ext cx="1185863" cy="0"/>
          </a:xfrm>
          <a:prstGeom prst="line">
            <a:avLst/>
          </a:prstGeom>
          <a:ln w="19050" cap="flat" cmpd="sng">
            <a:solidFill>
              <a:schemeClr val="tx1"/>
            </a:solidFill>
            <a:prstDash val="solid"/>
            <a:headEnd type="none" w="med" len="med"/>
            <a:tailEnd type="none" w="med" len="med"/>
          </a:ln>
        </p:spPr>
      </p:sp>
      <p:sp>
        <p:nvSpPr>
          <p:cNvPr id="47140" name="Line 47"/>
          <p:cNvSpPr/>
          <p:nvPr/>
        </p:nvSpPr>
        <p:spPr>
          <a:xfrm flipH="1" flipV="1">
            <a:off x="6003925" y="4102100"/>
            <a:ext cx="3175" cy="241300"/>
          </a:xfrm>
          <a:prstGeom prst="line">
            <a:avLst/>
          </a:prstGeom>
          <a:ln w="19050" cap="flat" cmpd="sng">
            <a:solidFill>
              <a:schemeClr val="tx1"/>
            </a:solidFill>
            <a:prstDash val="solid"/>
            <a:headEnd type="none" w="med" len="med"/>
            <a:tailEnd type="none" w="med" len="med"/>
          </a:ln>
        </p:spPr>
      </p:sp>
      <p:sp>
        <p:nvSpPr>
          <p:cNvPr id="47141" name="Line 48"/>
          <p:cNvSpPr/>
          <p:nvPr/>
        </p:nvSpPr>
        <p:spPr>
          <a:xfrm flipH="1" flipV="1">
            <a:off x="7180263" y="4106863"/>
            <a:ext cx="3175" cy="241300"/>
          </a:xfrm>
          <a:prstGeom prst="line">
            <a:avLst/>
          </a:prstGeom>
          <a:ln w="19050" cap="flat" cmpd="sng">
            <a:solidFill>
              <a:schemeClr val="tx1"/>
            </a:solidFill>
            <a:prstDash val="solid"/>
            <a:headEnd type="none" w="med" len="med"/>
            <a:tailEnd type="none" w="med" len="med"/>
          </a:ln>
        </p:spPr>
      </p:sp>
      <p:graphicFrame>
        <p:nvGraphicFramePr>
          <p:cNvPr id="47142" name="Object 49"/>
          <p:cNvGraphicFramePr>
            <a:graphicFrameLocks noChangeAspect="1"/>
          </p:cNvGraphicFramePr>
          <p:nvPr/>
        </p:nvGraphicFramePr>
        <p:xfrm>
          <a:off x="6965950" y="4265613"/>
          <a:ext cx="584200" cy="463550"/>
        </p:xfrm>
        <a:graphic>
          <a:graphicData uri="http://schemas.openxmlformats.org/presentationml/2006/ole">
            <mc:AlternateContent xmlns:mc="http://schemas.openxmlformats.org/markup-compatibility/2006">
              <mc:Choice xmlns:v="urn:schemas-microsoft-com:vml" Requires="v">
                <p:oleObj spid="_x0000_s3109" name="" r:id="rId7" imgW="1307465" imgH="1083945" progId="MS_ClipArt_Gallery.2">
                  <p:embed/>
                </p:oleObj>
              </mc:Choice>
              <mc:Fallback>
                <p:oleObj name="" r:id="rId7" imgW="1307465" imgH="1083945" progId="MS_ClipArt_Gallery.2">
                  <p:embed/>
                  <p:pic>
                    <p:nvPicPr>
                      <p:cNvPr id="0" name="图片 3108"/>
                      <p:cNvPicPr/>
                      <p:nvPr/>
                    </p:nvPicPr>
                    <p:blipFill>
                      <a:blip r:embed="rId2"/>
                      <a:stretch>
                        <a:fillRect/>
                      </a:stretch>
                    </p:blipFill>
                    <p:spPr>
                      <a:xfrm>
                        <a:off x="6965950" y="4265613"/>
                        <a:ext cx="584200" cy="463550"/>
                      </a:xfrm>
                      <a:prstGeom prst="rect">
                        <a:avLst/>
                      </a:prstGeom>
                      <a:noFill/>
                      <a:ln w="38100">
                        <a:noFill/>
                        <a:miter/>
                      </a:ln>
                    </p:spPr>
                  </p:pic>
                </p:oleObj>
              </mc:Fallback>
            </mc:AlternateContent>
          </a:graphicData>
        </a:graphic>
      </p:graphicFrame>
      <p:graphicFrame>
        <p:nvGraphicFramePr>
          <p:cNvPr id="47143" name="Object 50"/>
          <p:cNvGraphicFramePr>
            <a:graphicFrameLocks noChangeAspect="1"/>
          </p:cNvGraphicFramePr>
          <p:nvPr/>
        </p:nvGraphicFramePr>
        <p:xfrm>
          <a:off x="5708650" y="4279900"/>
          <a:ext cx="584200" cy="463550"/>
        </p:xfrm>
        <a:graphic>
          <a:graphicData uri="http://schemas.openxmlformats.org/presentationml/2006/ole">
            <mc:AlternateContent xmlns:mc="http://schemas.openxmlformats.org/markup-compatibility/2006">
              <mc:Choice xmlns:v="urn:schemas-microsoft-com:vml" Requires="v">
                <p:oleObj spid="_x0000_s3110" name="" r:id="rId8" imgW="1307465" imgH="1083945" progId="MS_ClipArt_Gallery.2">
                  <p:embed/>
                </p:oleObj>
              </mc:Choice>
              <mc:Fallback>
                <p:oleObj name="" r:id="rId8" imgW="1307465" imgH="1083945" progId="MS_ClipArt_Gallery.2">
                  <p:embed/>
                  <p:pic>
                    <p:nvPicPr>
                      <p:cNvPr id="0" name="图片 3109"/>
                      <p:cNvPicPr/>
                      <p:nvPr/>
                    </p:nvPicPr>
                    <p:blipFill>
                      <a:blip r:embed="rId2"/>
                      <a:stretch>
                        <a:fillRect/>
                      </a:stretch>
                    </p:blipFill>
                    <p:spPr>
                      <a:xfrm>
                        <a:off x="5708650" y="4279900"/>
                        <a:ext cx="584200" cy="463550"/>
                      </a:xfrm>
                      <a:prstGeom prst="rect">
                        <a:avLst/>
                      </a:prstGeom>
                      <a:noFill/>
                      <a:ln w="38100">
                        <a:noFill/>
                        <a:miter/>
                      </a:ln>
                    </p:spPr>
                  </p:pic>
                </p:oleObj>
              </mc:Fallback>
            </mc:AlternateContent>
          </a:graphicData>
        </a:graphic>
      </p:graphicFrame>
      <p:sp>
        <p:nvSpPr>
          <p:cNvPr id="47144" name="Text Box 51"/>
          <p:cNvSpPr txBox="1"/>
          <p:nvPr/>
        </p:nvSpPr>
        <p:spPr>
          <a:xfrm>
            <a:off x="7185025" y="3956050"/>
            <a:ext cx="1031875" cy="3365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600" dirty="0">
                <a:latin typeface="Arial" panose="020B0604020202020204" pitchFamily="34" charset="0"/>
                <a:ea typeface="宋体" panose="02010600030101010101" pitchFamily="2" charset="-122"/>
              </a:rPr>
              <a:t>223.1.3.2</a:t>
            </a:r>
            <a:endParaRPr lang="en-US" altLang="zh-CN" sz="1800" dirty="0">
              <a:ea typeface="宋体" panose="02010600030101010101" pitchFamily="2" charset="-122"/>
            </a:endParaRPr>
          </a:p>
        </p:txBody>
      </p:sp>
      <p:sp>
        <p:nvSpPr>
          <p:cNvPr id="47145" name="Rectangle 52"/>
          <p:cNvSpPr/>
          <p:nvPr/>
        </p:nvSpPr>
        <p:spPr>
          <a:xfrm>
            <a:off x="4848225" y="3829050"/>
            <a:ext cx="847725" cy="180975"/>
          </a:xfrm>
          <a:prstGeom prst="rect">
            <a:avLst/>
          </a:prstGeom>
          <a:solidFill>
            <a:schemeClr val="bg1"/>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47146" name="Text Box 53"/>
          <p:cNvSpPr txBox="1"/>
          <p:nvPr/>
        </p:nvSpPr>
        <p:spPr>
          <a:xfrm>
            <a:off x="5008563" y="3994150"/>
            <a:ext cx="1031875" cy="3365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600" dirty="0">
                <a:latin typeface="Arial" panose="020B0604020202020204" pitchFamily="34" charset="0"/>
                <a:ea typeface="宋体" panose="02010600030101010101" pitchFamily="2" charset="-122"/>
              </a:rPr>
              <a:t>223.1.3.1</a:t>
            </a:r>
            <a:endParaRPr lang="en-US" altLang="zh-CN" sz="1800" dirty="0">
              <a:ea typeface="宋体" panose="02010600030101010101" pitchFamily="2" charset="-122"/>
            </a:endParaRPr>
          </a:p>
        </p:txBody>
      </p:sp>
      <p:sp>
        <p:nvSpPr>
          <p:cNvPr id="47147" name="Rectangle 54"/>
          <p:cNvSpPr/>
          <p:nvPr/>
        </p:nvSpPr>
        <p:spPr>
          <a:xfrm>
            <a:off x="6553200" y="2962275"/>
            <a:ext cx="128588" cy="180975"/>
          </a:xfrm>
          <a:prstGeom prst="rect">
            <a:avLst/>
          </a:prstGeom>
          <a:solidFill>
            <a:srgbClr val="66CCFF"/>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47148" name="Text Box 55"/>
          <p:cNvSpPr txBox="1"/>
          <p:nvPr/>
        </p:nvSpPr>
        <p:spPr>
          <a:xfrm>
            <a:off x="6115050" y="2922588"/>
            <a:ext cx="1144588" cy="3365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600" dirty="0">
                <a:latin typeface="Arial" panose="020B0604020202020204" pitchFamily="34" charset="0"/>
                <a:ea typeface="宋体" panose="02010600030101010101" pitchFamily="2" charset="-122"/>
              </a:rPr>
              <a:t>223.1.3.27</a:t>
            </a:r>
            <a:endParaRPr lang="en-US" altLang="zh-CN" sz="1800" dirty="0">
              <a:ea typeface="宋体" panose="02010600030101010101" pitchFamily="2" charset="-122"/>
            </a:endParaRPr>
          </a:p>
        </p:txBody>
      </p:sp>
      <p:sp>
        <p:nvSpPr>
          <p:cNvPr id="47149" name="Text Box 56"/>
          <p:cNvSpPr txBox="1"/>
          <p:nvPr/>
        </p:nvSpPr>
        <p:spPr>
          <a:xfrm>
            <a:off x="4670425" y="5051425"/>
            <a:ext cx="3579813"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network consisting of 3 subnets</a:t>
            </a:r>
            <a:endParaRPr lang="en-US" altLang="zh-CN" sz="1800" dirty="0">
              <a:ea typeface="宋体" panose="02010600030101010101" pitchFamily="2" charset="-122"/>
            </a:endParaRPr>
          </a:p>
        </p:txBody>
      </p:sp>
      <p:sp>
        <p:nvSpPr>
          <p:cNvPr id="47150" name="Text Box 57"/>
          <p:cNvSpPr txBox="1"/>
          <p:nvPr/>
        </p:nvSpPr>
        <p:spPr>
          <a:xfrm>
            <a:off x="6842125" y="3432175"/>
            <a:ext cx="901700"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solidFill>
                  <a:srgbClr val="FF0000"/>
                </a:solidFill>
                <a:ea typeface="宋体" panose="02010600030101010101" pitchFamily="2" charset="-122"/>
              </a:rPr>
              <a:t>subnet</a:t>
            </a:r>
            <a:endParaRPr lang="en-US" altLang="zh-CN" sz="1800" dirty="0">
              <a:solidFill>
                <a:srgbClr val="FF0000"/>
              </a:solidFill>
              <a:ea typeface="宋体" panose="02010600030101010101" pitchFamily="2" charset="-122"/>
            </a:endParaRPr>
          </a:p>
        </p:txBody>
      </p:sp>
      <p:sp>
        <p:nvSpPr>
          <p:cNvPr id="47151" name="Line 58"/>
          <p:cNvSpPr/>
          <p:nvPr/>
        </p:nvSpPr>
        <p:spPr>
          <a:xfrm flipH="1">
            <a:off x="6705600" y="3695700"/>
            <a:ext cx="171450" cy="304800"/>
          </a:xfrm>
          <a:prstGeom prst="line">
            <a:avLst/>
          </a:prstGeom>
          <a:ln w="9525" cap="flat" cmpd="sng">
            <a:solidFill>
              <a:srgbClr val="FF0000"/>
            </a:solidFill>
            <a:prstDash val="solid"/>
            <a:headEnd type="none" w="med" len="med"/>
            <a:tailEnd type="triangle" w="med" len="med"/>
          </a:ln>
        </p:spPr>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0" name="页脚占位符 5"/>
          <p:cNvSpPr txBox="1">
            <a:spLocks noGrp="1"/>
          </p:cNvSpPr>
          <p:nvPr>
            <p:ph type="ftr" sz="quarter" idx="11"/>
          </p:nvPr>
        </p:nvSpPr>
        <p:spPr/>
        <p:txBody>
          <a:bodyPr/>
          <a:p>
            <a:pPr marL="0" indent="0" algn="r">
              <a:spcBef>
                <a:spcPct val="0"/>
              </a:spcBef>
              <a:buClrTx/>
              <a:buSzTx/>
              <a:buFontTx/>
              <a:buNone/>
            </a:pPr>
            <a:r>
              <a:rPr lang="en-US" altLang="zh-CN" sz="1400" dirty="0">
                <a:ea typeface="宋体" panose="02010600030101010101" pitchFamily="2" charset="-122"/>
              </a:rPr>
              <a:t>Network Layer</a:t>
            </a:r>
            <a:endParaRPr lang="en-US" altLang="zh-CN" sz="1400" dirty="0">
              <a:latin typeface="Times New Roman" panose="02020603050405020304" pitchFamily="18" charset="0"/>
              <a:ea typeface="宋体" panose="02010600030101010101" pitchFamily="2" charset="-122"/>
            </a:endParaRPr>
          </a:p>
        </p:txBody>
      </p:sp>
      <p:sp>
        <p:nvSpPr>
          <p:cNvPr id="48131" name="灯片编号占位符 6"/>
          <p:cNvSpPr txBox="1">
            <a:spLocks noGrp="1"/>
          </p:cNvSpPr>
          <p:nvPr>
            <p:ph type="sldNum" sz="quarter" idx="12"/>
          </p:nvPr>
        </p:nvSpPr>
        <p:spPr/>
        <p:txBody>
          <a:bodyPr/>
          <a:p>
            <a:pPr marL="0" indent="0" algn="r">
              <a:spcBef>
                <a:spcPct val="0"/>
              </a:spcBef>
              <a:buClrTx/>
              <a:buSzTx/>
              <a:buFontTx/>
              <a:buNone/>
            </a:pPr>
            <a:r>
              <a:rPr lang="en-US" altLang="zh-CN" sz="1400" dirty="0">
                <a:ea typeface="宋体" panose="02010600030101010101" pitchFamily="2" charset="-122"/>
              </a:rPr>
              <a:t>4-</a:t>
            </a: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48132" name="Rectangle 5"/>
          <p:cNvSpPr>
            <a:spLocks noGrp="1"/>
          </p:cNvSpPr>
          <p:nvPr>
            <p:ph type="title"/>
          </p:nvPr>
        </p:nvSpPr>
        <p:spPr>
          <a:xfrm>
            <a:off x="503238" y="155575"/>
            <a:ext cx="5208587" cy="1143000"/>
          </a:xfrm>
        </p:spPr>
        <p:txBody>
          <a:bodyPr vert="horz" wrap="square" lIns="91440" tIns="45720" rIns="91440" bIns="45720" anchor="ctr" anchorCtr="0"/>
          <a:p>
            <a:r>
              <a:rPr lang="en-US" altLang="zh-CN" dirty="0">
                <a:ea typeface="宋体" panose="02010600030101010101" pitchFamily="2" charset="-122"/>
              </a:rPr>
              <a:t>Subnets</a:t>
            </a:r>
            <a:endParaRPr lang="en-US" altLang="zh-CN" dirty="0">
              <a:ea typeface="宋体" panose="02010600030101010101" pitchFamily="2" charset="-122"/>
            </a:endParaRPr>
          </a:p>
        </p:txBody>
      </p:sp>
      <p:sp>
        <p:nvSpPr>
          <p:cNvPr id="48133" name="Rectangle 6"/>
          <p:cNvSpPr>
            <a:spLocks noGrp="1"/>
          </p:cNvSpPr>
          <p:nvPr>
            <p:ph sz="half" idx="1"/>
          </p:nvPr>
        </p:nvSpPr>
        <p:spPr>
          <a:xfrm>
            <a:off x="476250" y="1333500"/>
            <a:ext cx="3695700" cy="4648200"/>
          </a:xfrm>
        </p:spPr>
        <p:txBody>
          <a:bodyPr vert="horz" wrap="square" lIns="91440" tIns="45720" rIns="91440" bIns="45720" anchor="t" anchorCtr="0"/>
          <a:p>
            <a:pPr>
              <a:buClr>
                <a:schemeClr val="accent2"/>
              </a:buClr>
              <a:buSzPct val="85000"/>
              <a:buFont typeface="ZapfDingbats"/>
            </a:pPr>
            <a:endParaRPr lang="en-US" altLang="zh-CN" sz="2400" dirty="0">
              <a:ea typeface="宋体" panose="02010600030101010101" pitchFamily="2" charset="-122"/>
            </a:endParaRPr>
          </a:p>
          <a:p>
            <a:pPr>
              <a:buClr>
                <a:schemeClr val="accent2"/>
              </a:buClr>
              <a:buSzPct val="85000"/>
              <a:buFont typeface="ZapfDingbats"/>
            </a:pPr>
            <a:endParaRPr lang="en-US" altLang="zh-CN" sz="2400" dirty="0">
              <a:ea typeface="宋体" panose="02010600030101010101" pitchFamily="2" charset="-122"/>
            </a:endParaRPr>
          </a:p>
        </p:txBody>
      </p:sp>
      <p:grpSp>
        <p:nvGrpSpPr>
          <p:cNvPr id="48134" name="Group 59"/>
          <p:cNvGrpSpPr/>
          <p:nvPr/>
        </p:nvGrpSpPr>
        <p:grpSpPr>
          <a:xfrm>
            <a:off x="4506913" y="460375"/>
            <a:ext cx="4422775" cy="4413250"/>
            <a:chOff x="2758" y="589"/>
            <a:chExt cx="2786" cy="2780"/>
          </a:xfrm>
        </p:grpSpPr>
        <p:sp>
          <p:nvSpPr>
            <p:cNvPr id="48137" name="Freeform 2"/>
            <p:cNvSpPr/>
            <p:nvPr/>
          </p:nvSpPr>
          <p:spPr>
            <a:xfrm>
              <a:off x="2758" y="731"/>
              <a:ext cx="1223" cy="1291"/>
            </a:xfrm>
            <a:custGeom>
              <a:avLst/>
              <a:gdLst/>
              <a:ahLst/>
              <a:cxnLst>
                <a:cxn ang="0">
                  <a:pos x="1201" y="756"/>
                </a:cxn>
                <a:cxn ang="0">
                  <a:pos x="702" y="670"/>
                </a:cxn>
                <a:cxn ang="0">
                  <a:pos x="608" y="103"/>
                </a:cxn>
                <a:cxn ang="0">
                  <a:pos x="335" y="52"/>
                </a:cxn>
                <a:cxn ang="0">
                  <a:pos x="65" y="82"/>
                </a:cxn>
                <a:cxn ang="0">
                  <a:pos x="41" y="544"/>
                </a:cxn>
                <a:cxn ang="0">
                  <a:pos x="38" y="751"/>
                </a:cxn>
                <a:cxn ang="0">
                  <a:pos x="23" y="940"/>
                </a:cxn>
                <a:cxn ang="0">
                  <a:pos x="17" y="1114"/>
                </a:cxn>
                <a:cxn ang="0">
                  <a:pos x="128" y="1219"/>
                </a:cxn>
                <a:cxn ang="0">
                  <a:pos x="602" y="1243"/>
                </a:cxn>
                <a:cxn ang="0">
                  <a:pos x="686" y="930"/>
                </a:cxn>
                <a:cxn ang="0">
                  <a:pos x="1177" y="916"/>
                </a:cxn>
                <a:cxn ang="0">
                  <a:pos x="1201" y="756"/>
                </a:cxn>
              </a:cxnLst>
              <a:pathLst>
                <a:path w="1223" h="1291">
                  <a:moveTo>
                    <a:pt x="1201" y="756"/>
                  </a:moveTo>
                  <a:cubicBezTo>
                    <a:pt x="1180" y="640"/>
                    <a:pt x="798" y="744"/>
                    <a:pt x="702" y="670"/>
                  </a:cubicBezTo>
                  <a:cubicBezTo>
                    <a:pt x="603" y="561"/>
                    <a:pt x="669" y="206"/>
                    <a:pt x="608" y="103"/>
                  </a:cubicBezTo>
                  <a:cubicBezTo>
                    <a:pt x="547" y="0"/>
                    <a:pt x="425" y="55"/>
                    <a:pt x="335" y="52"/>
                  </a:cubicBezTo>
                  <a:cubicBezTo>
                    <a:pt x="245" y="49"/>
                    <a:pt x="114" y="0"/>
                    <a:pt x="65" y="82"/>
                  </a:cubicBezTo>
                  <a:cubicBezTo>
                    <a:pt x="16" y="164"/>
                    <a:pt x="45" y="433"/>
                    <a:pt x="41" y="544"/>
                  </a:cubicBezTo>
                  <a:cubicBezTo>
                    <a:pt x="37" y="655"/>
                    <a:pt x="41" y="685"/>
                    <a:pt x="38" y="751"/>
                  </a:cubicBezTo>
                  <a:cubicBezTo>
                    <a:pt x="35" y="817"/>
                    <a:pt x="26" y="880"/>
                    <a:pt x="23" y="940"/>
                  </a:cubicBezTo>
                  <a:cubicBezTo>
                    <a:pt x="20" y="1000"/>
                    <a:pt x="0" y="1068"/>
                    <a:pt x="17" y="1114"/>
                  </a:cubicBezTo>
                  <a:cubicBezTo>
                    <a:pt x="34" y="1160"/>
                    <a:pt x="31" y="1198"/>
                    <a:pt x="128" y="1219"/>
                  </a:cubicBezTo>
                  <a:cubicBezTo>
                    <a:pt x="225" y="1240"/>
                    <a:pt x="509" y="1291"/>
                    <a:pt x="602" y="1243"/>
                  </a:cubicBezTo>
                  <a:cubicBezTo>
                    <a:pt x="695" y="1195"/>
                    <a:pt x="590" y="984"/>
                    <a:pt x="686" y="930"/>
                  </a:cubicBezTo>
                  <a:cubicBezTo>
                    <a:pt x="782" y="876"/>
                    <a:pt x="1091" y="945"/>
                    <a:pt x="1177" y="916"/>
                  </a:cubicBezTo>
                  <a:cubicBezTo>
                    <a:pt x="1208" y="864"/>
                    <a:pt x="1223" y="871"/>
                    <a:pt x="1201" y="756"/>
                  </a:cubicBezTo>
                  <a:close/>
                </a:path>
              </a:pathLst>
            </a:custGeom>
            <a:solidFill>
              <a:srgbClr val="66CCFF">
                <a:alpha val="100000"/>
              </a:srgbClr>
            </a:solidFill>
            <a:ln w="9525">
              <a:noFill/>
            </a:ln>
          </p:spPr>
          <p:txBody>
            <a:bodyPr/>
            <a:p>
              <a:endParaRPr lang="zh-CN" altLang="en-US"/>
            </a:p>
          </p:txBody>
        </p:sp>
        <p:sp>
          <p:nvSpPr>
            <p:cNvPr id="48138" name="Freeform 3"/>
            <p:cNvSpPr/>
            <p:nvPr/>
          </p:nvSpPr>
          <p:spPr>
            <a:xfrm>
              <a:off x="4343" y="912"/>
              <a:ext cx="1201" cy="1234"/>
            </a:xfrm>
            <a:custGeom>
              <a:avLst/>
              <a:gdLst/>
              <a:ahLst/>
              <a:cxnLst>
                <a:cxn ang="0">
                  <a:pos x="25" y="709"/>
                </a:cxn>
                <a:cxn ang="0">
                  <a:pos x="526" y="780"/>
                </a:cxn>
                <a:cxn ang="0">
                  <a:pos x="613" y="1134"/>
                </a:cxn>
                <a:cxn ang="0">
                  <a:pos x="946" y="1230"/>
                </a:cxn>
                <a:cxn ang="0">
                  <a:pos x="1171" y="1107"/>
                </a:cxn>
                <a:cxn ang="0">
                  <a:pos x="1126" y="894"/>
                </a:cxn>
                <a:cxn ang="0">
                  <a:pos x="1114" y="693"/>
                </a:cxn>
                <a:cxn ang="0">
                  <a:pos x="1099" y="423"/>
                </a:cxn>
                <a:cxn ang="0">
                  <a:pos x="1141" y="216"/>
                </a:cxn>
                <a:cxn ang="0">
                  <a:pos x="1102" y="33"/>
                </a:cxn>
                <a:cxn ang="0">
                  <a:pos x="646" y="81"/>
                </a:cxn>
                <a:cxn ang="0">
                  <a:pos x="535" y="519"/>
                </a:cxn>
                <a:cxn ang="0">
                  <a:pos x="44" y="548"/>
                </a:cxn>
                <a:cxn ang="0">
                  <a:pos x="25" y="709"/>
                </a:cxn>
              </a:cxnLst>
              <a:pathLst>
                <a:path w="1201" h="1234">
                  <a:moveTo>
                    <a:pt x="25" y="709"/>
                  </a:moveTo>
                  <a:cubicBezTo>
                    <a:pt x="49" y="824"/>
                    <a:pt x="428" y="709"/>
                    <a:pt x="526" y="780"/>
                  </a:cubicBezTo>
                  <a:cubicBezTo>
                    <a:pt x="624" y="851"/>
                    <a:pt x="543" y="1059"/>
                    <a:pt x="613" y="1134"/>
                  </a:cubicBezTo>
                  <a:cubicBezTo>
                    <a:pt x="683" y="1209"/>
                    <a:pt x="853" y="1234"/>
                    <a:pt x="946" y="1230"/>
                  </a:cubicBezTo>
                  <a:cubicBezTo>
                    <a:pt x="1039" y="1226"/>
                    <a:pt x="1141" y="1163"/>
                    <a:pt x="1171" y="1107"/>
                  </a:cubicBezTo>
                  <a:cubicBezTo>
                    <a:pt x="1201" y="1051"/>
                    <a:pt x="1135" y="963"/>
                    <a:pt x="1126" y="894"/>
                  </a:cubicBezTo>
                  <a:cubicBezTo>
                    <a:pt x="1117" y="825"/>
                    <a:pt x="1119" y="772"/>
                    <a:pt x="1114" y="693"/>
                  </a:cubicBezTo>
                  <a:cubicBezTo>
                    <a:pt x="1109" y="614"/>
                    <a:pt x="1095" y="502"/>
                    <a:pt x="1099" y="423"/>
                  </a:cubicBezTo>
                  <a:cubicBezTo>
                    <a:pt x="1103" y="344"/>
                    <a:pt x="1141" y="281"/>
                    <a:pt x="1141" y="216"/>
                  </a:cubicBezTo>
                  <a:cubicBezTo>
                    <a:pt x="1141" y="151"/>
                    <a:pt x="1185" y="56"/>
                    <a:pt x="1102" y="33"/>
                  </a:cubicBezTo>
                  <a:cubicBezTo>
                    <a:pt x="1019" y="10"/>
                    <a:pt x="740" y="0"/>
                    <a:pt x="646" y="81"/>
                  </a:cubicBezTo>
                  <a:cubicBezTo>
                    <a:pt x="552" y="162"/>
                    <a:pt x="635" y="441"/>
                    <a:pt x="535" y="519"/>
                  </a:cubicBezTo>
                  <a:cubicBezTo>
                    <a:pt x="435" y="597"/>
                    <a:pt x="129" y="516"/>
                    <a:pt x="44" y="548"/>
                  </a:cubicBezTo>
                  <a:cubicBezTo>
                    <a:pt x="15" y="601"/>
                    <a:pt x="0" y="594"/>
                    <a:pt x="25" y="709"/>
                  </a:cubicBezTo>
                  <a:close/>
                </a:path>
              </a:pathLst>
            </a:custGeom>
            <a:solidFill>
              <a:srgbClr val="66CCFF">
                <a:alpha val="100000"/>
              </a:srgbClr>
            </a:solidFill>
            <a:ln w="9525">
              <a:noFill/>
            </a:ln>
          </p:spPr>
          <p:txBody>
            <a:bodyPr/>
            <a:p>
              <a:endParaRPr lang="zh-CN" altLang="en-US"/>
            </a:p>
          </p:txBody>
        </p:sp>
        <p:sp>
          <p:nvSpPr>
            <p:cNvPr id="48139" name="Freeform 4"/>
            <p:cNvSpPr/>
            <p:nvPr/>
          </p:nvSpPr>
          <p:spPr>
            <a:xfrm>
              <a:off x="3514" y="1815"/>
              <a:ext cx="1286" cy="1247"/>
            </a:xfrm>
            <a:custGeom>
              <a:avLst/>
              <a:gdLst/>
              <a:ahLst/>
              <a:cxnLst>
                <a:cxn ang="0">
                  <a:pos x="587" y="30"/>
                </a:cxn>
                <a:cxn ang="0">
                  <a:pos x="509" y="618"/>
                </a:cxn>
                <a:cxn ang="0">
                  <a:pos x="77" y="909"/>
                </a:cxn>
                <a:cxn ang="0">
                  <a:pos x="47" y="1095"/>
                </a:cxn>
                <a:cxn ang="0">
                  <a:pos x="140" y="1224"/>
                </a:cxn>
                <a:cxn ang="0">
                  <a:pos x="461" y="1209"/>
                </a:cxn>
                <a:cxn ang="0">
                  <a:pos x="692" y="1209"/>
                </a:cxn>
                <a:cxn ang="0">
                  <a:pos x="1190" y="1227"/>
                </a:cxn>
                <a:cxn ang="0">
                  <a:pos x="1271" y="1089"/>
                </a:cxn>
                <a:cxn ang="0">
                  <a:pos x="1139" y="741"/>
                </a:cxn>
                <a:cxn ang="0">
                  <a:pos x="800" y="627"/>
                </a:cxn>
                <a:cxn ang="0">
                  <a:pos x="749" y="42"/>
                </a:cxn>
                <a:cxn ang="0">
                  <a:pos x="587" y="30"/>
                </a:cxn>
              </a:cxnLst>
              <a:pathLst>
                <a:path w="1286" h="1247">
                  <a:moveTo>
                    <a:pt x="587" y="30"/>
                  </a:moveTo>
                  <a:cubicBezTo>
                    <a:pt x="473" y="60"/>
                    <a:pt x="601" y="475"/>
                    <a:pt x="509" y="618"/>
                  </a:cubicBezTo>
                  <a:cubicBezTo>
                    <a:pt x="424" y="765"/>
                    <a:pt x="154" y="830"/>
                    <a:pt x="77" y="909"/>
                  </a:cubicBezTo>
                  <a:cubicBezTo>
                    <a:pt x="0" y="988"/>
                    <a:pt x="37" y="1043"/>
                    <a:pt x="47" y="1095"/>
                  </a:cubicBezTo>
                  <a:cubicBezTo>
                    <a:pt x="57" y="1147"/>
                    <a:pt x="71" y="1205"/>
                    <a:pt x="140" y="1224"/>
                  </a:cubicBezTo>
                  <a:cubicBezTo>
                    <a:pt x="209" y="1243"/>
                    <a:pt x="369" y="1212"/>
                    <a:pt x="461" y="1209"/>
                  </a:cubicBezTo>
                  <a:cubicBezTo>
                    <a:pt x="553" y="1206"/>
                    <a:pt x="571" y="1206"/>
                    <a:pt x="692" y="1209"/>
                  </a:cubicBezTo>
                  <a:cubicBezTo>
                    <a:pt x="813" y="1212"/>
                    <a:pt x="1094" y="1247"/>
                    <a:pt x="1190" y="1227"/>
                  </a:cubicBezTo>
                  <a:cubicBezTo>
                    <a:pt x="1286" y="1207"/>
                    <a:pt x="1279" y="1170"/>
                    <a:pt x="1271" y="1089"/>
                  </a:cubicBezTo>
                  <a:cubicBezTo>
                    <a:pt x="1263" y="1008"/>
                    <a:pt x="1217" y="818"/>
                    <a:pt x="1139" y="741"/>
                  </a:cubicBezTo>
                  <a:cubicBezTo>
                    <a:pt x="1061" y="664"/>
                    <a:pt x="865" y="743"/>
                    <a:pt x="800" y="627"/>
                  </a:cubicBezTo>
                  <a:cubicBezTo>
                    <a:pt x="735" y="511"/>
                    <a:pt x="785" y="142"/>
                    <a:pt x="749" y="42"/>
                  </a:cubicBezTo>
                  <a:cubicBezTo>
                    <a:pt x="695" y="15"/>
                    <a:pt x="701" y="0"/>
                    <a:pt x="587" y="30"/>
                  </a:cubicBezTo>
                  <a:close/>
                </a:path>
              </a:pathLst>
            </a:custGeom>
            <a:solidFill>
              <a:srgbClr val="66CCFF">
                <a:alpha val="100000"/>
              </a:srgbClr>
            </a:solidFill>
            <a:ln w="9525">
              <a:noFill/>
            </a:ln>
          </p:spPr>
          <p:txBody>
            <a:bodyPr/>
            <a:p>
              <a:endParaRPr lang="zh-CN" altLang="en-US"/>
            </a:p>
          </p:txBody>
        </p:sp>
        <p:graphicFrame>
          <p:nvGraphicFramePr>
            <p:cNvPr id="48140" name="Object 7"/>
            <p:cNvGraphicFramePr>
              <a:graphicFrameLocks noChangeAspect="1"/>
            </p:cNvGraphicFramePr>
            <p:nvPr/>
          </p:nvGraphicFramePr>
          <p:xfrm>
            <a:off x="2807" y="797"/>
            <a:ext cx="368" cy="292"/>
          </p:xfrm>
          <a:graphic>
            <a:graphicData uri="http://schemas.openxmlformats.org/presentationml/2006/ole">
              <mc:AlternateContent xmlns:mc="http://schemas.openxmlformats.org/markup-compatibility/2006">
                <mc:Choice xmlns:v="urn:schemas-microsoft-com:vml" Requires="v">
                  <p:oleObj spid="_x0000_s3087" name="" r:id="rId1" imgW="1307465" imgH="1083945" progId="MS_ClipArt_Gallery.2">
                    <p:embed/>
                  </p:oleObj>
                </mc:Choice>
                <mc:Fallback>
                  <p:oleObj name="" r:id="rId1" imgW="1307465" imgH="1083945" progId="MS_ClipArt_Gallery.2">
                    <p:embed/>
                    <p:pic>
                      <p:nvPicPr>
                        <p:cNvPr id="0" name="图片 3086"/>
                        <p:cNvPicPr/>
                        <p:nvPr/>
                      </p:nvPicPr>
                      <p:blipFill>
                        <a:blip r:embed="rId2"/>
                        <a:stretch>
                          <a:fillRect/>
                        </a:stretch>
                      </p:blipFill>
                      <p:spPr>
                        <a:xfrm>
                          <a:off x="2807" y="797"/>
                          <a:ext cx="368" cy="292"/>
                        </a:xfrm>
                        <a:prstGeom prst="rect">
                          <a:avLst/>
                        </a:prstGeom>
                        <a:noFill/>
                        <a:ln w="38100">
                          <a:noFill/>
                          <a:miter/>
                        </a:ln>
                      </p:spPr>
                    </p:pic>
                  </p:oleObj>
                </mc:Fallback>
              </mc:AlternateContent>
            </a:graphicData>
          </a:graphic>
        </p:graphicFrame>
        <p:sp>
          <p:nvSpPr>
            <p:cNvPr id="48141" name="Line 8"/>
            <p:cNvSpPr/>
            <p:nvPr/>
          </p:nvSpPr>
          <p:spPr>
            <a:xfrm>
              <a:off x="3160" y="1032"/>
              <a:ext cx="175" cy="1"/>
            </a:xfrm>
            <a:prstGeom prst="line">
              <a:avLst/>
            </a:prstGeom>
            <a:ln w="19050" cap="flat" cmpd="sng">
              <a:solidFill>
                <a:schemeClr val="tx1"/>
              </a:solidFill>
              <a:prstDash val="solid"/>
              <a:headEnd type="none" w="med" len="med"/>
              <a:tailEnd type="none" w="med" len="med"/>
            </a:ln>
          </p:spPr>
        </p:sp>
        <p:sp>
          <p:nvSpPr>
            <p:cNvPr id="48142" name="Line 9"/>
            <p:cNvSpPr/>
            <p:nvPr/>
          </p:nvSpPr>
          <p:spPr>
            <a:xfrm flipH="1">
              <a:off x="3343" y="1023"/>
              <a:ext cx="0" cy="813"/>
            </a:xfrm>
            <a:prstGeom prst="line">
              <a:avLst/>
            </a:prstGeom>
            <a:ln w="19050" cap="flat" cmpd="sng">
              <a:solidFill>
                <a:schemeClr val="tx1"/>
              </a:solidFill>
              <a:prstDash val="solid"/>
              <a:headEnd type="none" w="med" len="med"/>
              <a:tailEnd type="none" w="med" len="med"/>
            </a:ln>
          </p:spPr>
        </p:sp>
        <p:sp>
          <p:nvSpPr>
            <p:cNvPr id="48143" name="Line 10"/>
            <p:cNvSpPr/>
            <p:nvPr/>
          </p:nvSpPr>
          <p:spPr>
            <a:xfrm flipV="1">
              <a:off x="3160" y="1438"/>
              <a:ext cx="175" cy="2"/>
            </a:xfrm>
            <a:prstGeom prst="line">
              <a:avLst/>
            </a:prstGeom>
            <a:ln w="19050" cap="flat" cmpd="sng">
              <a:solidFill>
                <a:schemeClr val="tx1"/>
              </a:solidFill>
              <a:prstDash val="solid"/>
              <a:headEnd type="none" w="med" len="med"/>
              <a:tailEnd type="none" w="med" len="med"/>
            </a:ln>
          </p:spPr>
        </p:sp>
        <p:sp>
          <p:nvSpPr>
            <p:cNvPr id="48144" name="Line 11"/>
            <p:cNvSpPr/>
            <p:nvPr/>
          </p:nvSpPr>
          <p:spPr>
            <a:xfrm>
              <a:off x="3166" y="1833"/>
              <a:ext cx="172" cy="1"/>
            </a:xfrm>
            <a:prstGeom prst="line">
              <a:avLst/>
            </a:prstGeom>
            <a:ln w="19050" cap="flat" cmpd="sng">
              <a:solidFill>
                <a:schemeClr val="tx1"/>
              </a:solidFill>
              <a:prstDash val="solid"/>
              <a:headEnd type="none" w="med" len="med"/>
              <a:tailEnd type="none" w="med" len="med"/>
            </a:ln>
          </p:spPr>
        </p:sp>
        <p:graphicFrame>
          <p:nvGraphicFramePr>
            <p:cNvPr id="48145" name="Object 12"/>
            <p:cNvGraphicFramePr>
              <a:graphicFrameLocks noChangeAspect="1"/>
            </p:cNvGraphicFramePr>
            <p:nvPr/>
          </p:nvGraphicFramePr>
          <p:xfrm>
            <a:off x="2807" y="1217"/>
            <a:ext cx="368" cy="292"/>
          </p:xfrm>
          <a:graphic>
            <a:graphicData uri="http://schemas.openxmlformats.org/presentationml/2006/ole">
              <mc:AlternateContent xmlns:mc="http://schemas.openxmlformats.org/markup-compatibility/2006">
                <mc:Choice xmlns:v="urn:schemas-microsoft-com:vml" Requires="v">
                  <p:oleObj spid="_x0000_s3086" name="" r:id="rId3" imgW="1307465" imgH="1083945" progId="MS_ClipArt_Gallery.2">
                    <p:embed/>
                  </p:oleObj>
                </mc:Choice>
                <mc:Fallback>
                  <p:oleObj name="" r:id="rId3" imgW="1307465" imgH="1083945" progId="MS_ClipArt_Gallery.2">
                    <p:embed/>
                    <p:pic>
                      <p:nvPicPr>
                        <p:cNvPr id="0" name="图片 3085"/>
                        <p:cNvPicPr/>
                        <p:nvPr/>
                      </p:nvPicPr>
                      <p:blipFill>
                        <a:blip r:embed="rId2"/>
                        <a:stretch>
                          <a:fillRect/>
                        </a:stretch>
                      </p:blipFill>
                      <p:spPr>
                        <a:xfrm>
                          <a:off x="2807" y="1217"/>
                          <a:ext cx="368" cy="292"/>
                        </a:xfrm>
                        <a:prstGeom prst="rect">
                          <a:avLst/>
                        </a:prstGeom>
                        <a:noFill/>
                        <a:ln w="38100">
                          <a:noFill/>
                          <a:miter/>
                        </a:ln>
                      </p:spPr>
                    </p:pic>
                  </p:oleObj>
                </mc:Fallback>
              </mc:AlternateContent>
            </a:graphicData>
          </a:graphic>
        </p:graphicFrame>
        <p:graphicFrame>
          <p:nvGraphicFramePr>
            <p:cNvPr id="48146" name="Object 13"/>
            <p:cNvGraphicFramePr>
              <a:graphicFrameLocks noChangeAspect="1"/>
            </p:cNvGraphicFramePr>
            <p:nvPr/>
          </p:nvGraphicFramePr>
          <p:xfrm>
            <a:off x="2807" y="1601"/>
            <a:ext cx="368" cy="292"/>
          </p:xfrm>
          <a:graphic>
            <a:graphicData uri="http://schemas.openxmlformats.org/presentationml/2006/ole">
              <mc:AlternateContent xmlns:mc="http://schemas.openxmlformats.org/markup-compatibility/2006">
                <mc:Choice xmlns:v="urn:schemas-microsoft-com:vml" Requires="v">
                  <p:oleObj spid="_x0000_s3085" name="" r:id="rId4" imgW="1307465" imgH="1083945" progId="MS_ClipArt_Gallery.2">
                    <p:embed/>
                  </p:oleObj>
                </mc:Choice>
                <mc:Fallback>
                  <p:oleObj name="" r:id="rId4" imgW="1307465" imgH="1083945" progId="MS_ClipArt_Gallery.2">
                    <p:embed/>
                    <p:pic>
                      <p:nvPicPr>
                        <p:cNvPr id="0" name="图片 3084"/>
                        <p:cNvPicPr/>
                        <p:nvPr/>
                      </p:nvPicPr>
                      <p:blipFill>
                        <a:blip r:embed="rId2"/>
                        <a:stretch>
                          <a:fillRect/>
                        </a:stretch>
                      </p:blipFill>
                      <p:spPr>
                        <a:xfrm>
                          <a:off x="2807" y="1601"/>
                          <a:ext cx="368" cy="292"/>
                        </a:xfrm>
                        <a:prstGeom prst="rect">
                          <a:avLst/>
                        </a:prstGeom>
                        <a:noFill/>
                        <a:ln w="38100">
                          <a:noFill/>
                          <a:miter/>
                        </a:ln>
                      </p:spPr>
                    </p:pic>
                  </p:oleObj>
                </mc:Fallback>
              </mc:AlternateContent>
            </a:graphicData>
          </a:graphic>
        </p:graphicFrame>
        <p:sp>
          <p:nvSpPr>
            <p:cNvPr id="48147" name="Line 14"/>
            <p:cNvSpPr/>
            <p:nvPr/>
          </p:nvSpPr>
          <p:spPr>
            <a:xfrm>
              <a:off x="3343" y="1563"/>
              <a:ext cx="652" cy="4"/>
            </a:xfrm>
            <a:prstGeom prst="line">
              <a:avLst/>
            </a:prstGeom>
            <a:ln w="19050" cap="flat" cmpd="sng">
              <a:solidFill>
                <a:schemeClr val="tx1"/>
              </a:solidFill>
              <a:prstDash val="solid"/>
              <a:headEnd type="none" w="med" len="med"/>
              <a:tailEnd type="none" w="med" len="med"/>
            </a:ln>
          </p:spPr>
        </p:sp>
        <p:grpSp>
          <p:nvGrpSpPr>
            <p:cNvPr id="48148" name="Group 15"/>
            <p:cNvGrpSpPr/>
            <p:nvPr/>
          </p:nvGrpSpPr>
          <p:grpSpPr>
            <a:xfrm>
              <a:off x="3937" y="1541"/>
              <a:ext cx="448" cy="240"/>
              <a:chOff x="3600" y="219"/>
              <a:chExt cx="360" cy="175"/>
            </a:xfrm>
          </p:grpSpPr>
          <p:sp>
            <p:nvSpPr>
              <p:cNvPr id="48165" name="Oval 16"/>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48166" name="Line 17"/>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48167" name="Line 18"/>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48168" name="Rectangle 19"/>
              <p:cNvSpPr/>
              <p:nvPr/>
            </p:nvSpPr>
            <p:spPr>
              <a:xfrm>
                <a:off x="3603" y="289"/>
                <a:ext cx="354" cy="5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8169" name="Oval 20"/>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48170" name="Group 21"/>
              <p:cNvGrpSpPr/>
              <p:nvPr/>
            </p:nvGrpSpPr>
            <p:grpSpPr>
              <a:xfrm>
                <a:off x="3686" y="244"/>
                <a:ext cx="177" cy="66"/>
                <a:chOff x="2848" y="848"/>
                <a:chExt cx="140" cy="98"/>
              </a:xfrm>
            </p:grpSpPr>
            <p:sp>
              <p:nvSpPr>
                <p:cNvPr id="48175" name="Line 22"/>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48176" name="Line 23"/>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48177" name="Line 24"/>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48171" name="Group 25"/>
              <p:cNvGrpSpPr/>
              <p:nvPr/>
            </p:nvGrpSpPr>
            <p:grpSpPr>
              <a:xfrm flipV="1">
                <a:off x="3686" y="243"/>
                <a:ext cx="177" cy="66"/>
                <a:chOff x="2848" y="848"/>
                <a:chExt cx="140" cy="98"/>
              </a:xfrm>
            </p:grpSpPr>
            <p:sp>
              <p:nvSpPr>
                <p:cNvPr id="48172" name="Line 26"/>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48173" name="Line 27"/>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48174" name="Line 28"/>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sp>
          <p:nvSpPr>
            <p:cNvPr id="48149" name="Text Box 33"/>
            <p:cNvSpPr txBox="1"/>
            <p:nvPr/>
          </p:nvSpPr>
          <p:spPr>
            <a:xfrm>
              <a:off x="3243" y="589"/>
              <a:ext cx="828" cy="2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600" dirty="0">
                  <a:latin typeface="Arial" panose="020B0604020202020204" pitchFamily="34" charset="0"/>
                  <a:ea typeface="宋体" panose="02010600030101010101" pitchFamily="2" charset="-122"/>
                </a:rPr>
                <a:t>223.1.1.0/24</a:t>
              </a:r>
              <a:endParaRPr lang="en-US" altLang="zh-CN" sz="1800" dirty="0">
                <a:ea typeface="宋体" panose="02010600030101010101" pitchFamily="2" charset="-122"/>
              </a:endParaRPr>
            </a:p>
          </p:txBody>
        </p:sp>
        <p:sp>
          <p:nvSpPr>
            <p:cNvPr id="48150" name="Line 34"/>
            <p:cNvSpPr/>
            <p:nvPr/>
          </p:nvSpPr>
          <p:spPr>
            <a:xfrm>
              <a:off x="4318" y="1569"/>
              <a:ext cx="640" cy="1"/>
            </a:xfrm>
            <a:prstGeom prst="line">
              <a:avLst/>
            </a:prstGeom>
            <a:ln w="19050" cap="flat" cmpd="sng">
              <a:solidFill>
                <a:schemeClr val="tx1"/>
              </a:solidFill>
              <a:prstDash val="solid"/>
              <a:headEnd type="none" w="med" len="med"/>
              <a:tailEnd type="none" w="med" len="med"/>
            </a:ln>
          </p:spPr>
        </p:sp>
        <p:sp>
          <p:nvSpPr>
            <p:cNvPr id="48151" name="Text Box 35"/>
            <p:cNvSpPr txBox="1"/>
            <p:nvPr/>
          </p:nvSpPr>
          <p:spPr>
            <a:xfrm>
              <a:off x="4668" y="672"/>
              <a:ext cx="828" cy="2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600" dirty="0">
                  <a:latin typeface="Arial" panose="020B0604020202020204" pitchFamily="34" charset="0"/>
                  <a:ea typeface="宋体" panose="02010600030101010101" pitchFamily="2" charset="-122"/>
                </a:rPr>
                <a:t>223.1.2.0/24</a:t>
              </a:r>
              <a:endParaRPr lang="en-US" altLang="zh-CN" sz="1800" dirty="0">
                <a:ea typeface="宋体" panose="02010600030101010101" pitchFamily="2" charset="-122"/>
              </a:endParaRPr>
            </a:p>
          </p:txBody>
        </p:sp>
        <p:sp>
          <p:nvSpPr>
            <p:cNvPr id="48152" name="Line 36"/>
            <p:cNvSpPr/>
            <p:nvPr/>
          </p:nvSpPr>
          <p:spPr>
            <a:xfrm flipH="1">
              <a:off x="4963" y="1131"/>
              <a:ext cx="0" cy="813"/>
            </a:xfrm>
            <a:prstGeom prst="line">
              <a:avLst/>
            </a:prstGeom>
            <a:ln w="19050" cap="flat" cmpd="sng">
              <a:solidFill>
                <a:schemeClr val="tx1"/>
              </a:solidFill>
              <a:prstDash val="solid"/>
              <a:headEnd type="none" w="med" len="med"/>
              <a:tailEnd type="none" w="med" len="med"/>
            </a:ln>
          </p:spPr>
        </p:sp>
        <p:graphicFrame>
          <p:nvGraphicFramePr>
            <p:cNvPr id="48153" name="Object 37"/>
            <p:cNvGraphicFramePr>
              <a:graphicFrameLocks noChangeAspect="1"/>
            </p:cNvGraphicFramePr>
            <p:nvPr/>
          </p:nvGraphicFramePr>
          <p:xfrm>
            <a:off x="5075" y="947"/>
            <a:ext cx="368" cy="292"/>
          </p:xfrm>
          <a:graphic>
            <a:graphicData uri="http://schemas.openxmlformats.org/presentationml/2006/ole">
              <mc:AlternateContent xmlns:mc="http://schemas.openxmlformats.org/markup-compatibility/2006">
                <mc:Choice xmlns:v="urn:schemas-microsoft-com:vml" Requires="v">
                  <p:oleObj spid="_x0000_s3088" name="" r:id="rId5" imgW="1307465" imgH="1083945" progId="MS_ClipArt_Gallery.2">
                    <p:embed/>
                  </p:oleObj>
                </mc:Choice>
                <mc:Fallback>
                  <p:oleObj name="" r:id="rId5" imgW="1307465" imgH="1083945" progId="MS_ClipArt_Gallery.2">
                    <p:embed/>
                    <p:pic>
                      <p:nvPicPr>
                        <p:cNvPr id="0" name="图片 3087"/>
                        <p:cNvPicPr/>
                        <p:nvPr/>
                      </p:nvPicPr>
                      <p:blipFill>
                        <a:blip r:embed="rId2"/>
                        <a:stretch>
                          <a:fillRect/>
                        </a:stretch>
                      </p:blipFill>
                      <p:spPr>
                        <a:xfrm>
                          <a:off x="5075" y="947"/>
                          <a:ext cx="368" cy="292"/>
                        </a:xfrm>
                        <a:prstGeom prst="rect">
                          <a:avLst/>
                        </a:prstGeom>
                        <a:noFill/>
                        <a:ln w="38100">
                          <a:noFill/>
                          <a:miter/>
                        </a:ln>
                      </p:spPr>
                    </p:pic>
                  </p:oleObj>
                </mc:Fallback>
              </mc:AlternateContent>
            </a:graphicData>
          </a:graphic>
        </p:graphicFrame>
        <p:sp>
          <p:nvSpPr>
            <p:cNvPr id="48154" name="Line 38"/>
            <p:cNvSpPr/>
            <p:nvPr/>
          </p:nvSpPr>
          <p:spPr>
            <a:xfrm>
              <a:off x="4963" y="1134"/>
              <a:ext cx="148" cy="4"/>
            </a:xfrm>
            <a:prstGeom prst="line">
              <a:avLst/>
            </a:prstGeom>
            <a:ln w="19050" cap="flat" cmpd="sng">
              <a:solidFill>
                <a:schemeClr val="tx1"/>
              </a:solidFill>
              <a:prstDash val="solid"/>
              <a:headEnd type="none" w="med" len="med"/>
              <a:tailEnd type="none" w="med" len="med"/>
            </a:ln>
          </p:spPr>
        </p:sp>
        <p:graphicFrame>
          <p:nvGraphicFramePr>
            <p:cNvPr id="48155" name="Object 39"/>
            <p:cNvGraphicFramePr>
              <a:graphicFrameLocks noChangeAspect="1"/>
            </p:cNvGraphicFramePr>
            <p:nvPr/>
          </p:nvGraphicFramePr>
          <p:xfrm>
            <a:off x="5078" y="1817"/>
            <a:ext cx="368" cy="292"/>
          </p:xfrm>
          <a:graphic>
            <a:graphicData uri="http://schemas.openxmlformats.org/presentationml/2006/ole">
              <mc:AlternateContent xmlns:mc="http://schemas.openxmlformats.org/markup-compatibility/2006">
                <mc:Choice xmlns:v="urn:schemas-microsoft-com:vml" Requires="v">
                  <p:oleObj spid="_x0000_s3090" name="" r:id="rId6" imgW="1307465" imgH="1083945" progId="MS_ClipArt_Gallery.2">
                    <p:embed/>
                  </p:oleObj>
                </mc:Choice>
                <mc:Fallback>
                  <p:oleObj name="" r:id="rId6" imgW="1307465" imgH="1083945" progId="MS_ClipArt_Gallery.2">
                    <p:embed/>
                    <p:pic>
                      <p:nvPicPr>
                        <p:cNvPr id="0" name="图片 3089"/>
                        <p:cNvPicPr/>
                        <p:nvPr/>
                      </p:nvPicPr>
                      <p:blipFill>
                        <a:blip r:embed="rId2"/>
                        <a:stretch>
                          <a:fillRect/>
                        </a:stretch>
                      </p:blipFill>
                      <p:spPr>
                        <a:xfrm>
                          <a:off x="5078" y="1817"/>
                          <a:ext cx="368" cy="292"/>
                        </a:xfrm>
                        <a:prstGeom prst="rect">
                          <a:avLst/>
                        </a:prstGeom>
                        <a:noFill/>
                        <a:ln w="38100">
                          <a:noFill/>
                          <a:miter/>
                        </a:ln>
                      </p:spPr>
                    </p:pic>
                  </p:oleObj>
                </mc:Fallback>
              </mc:AlternateContent>
            </a:graphicData>
          </a:graphic>
        </p:graphicFrame>
        <p:sp>
          <p:nvSpPr>
            <p:cNvPr id="48156" name="Line 40"/>
            <p:cNvSpPr/>
            <p:nvPr/>
          </p:nvSpPr>
          <p:spPr>
            <a:xfrm>
              <a:off x="4963" y="1935"/>
              <a:ext cx="148" cy="4"/>
            </a:xfrm>
            <a:prstGeom prst="line">
              <a:avLst/>
            </a:prstGeom>
            <a:ln w="19050" cap="flat" cmpd="sng">
              <a:solidFill>
                <a:schemeClr val="tx1"/>
              </a:solidFill>
              <a:prstDash val="solid"/>
              <a:headEnd type="none" w="med" len="med"/>
              <a:tailEnd type="none" w="med" len="med"/>
            </a:ln>
          </p:spPr>
        </p:sp>
        <p:sp>
          <p:nvSpPr>
            <p:cNvPr id="48157" name="Line 45"/>
            <p:cNvSpPr/>
            <p:nvPr/>
          </p:nvSpPr>
          <p:spPr>
            <a:xfrm flipH="1">
              <a:off x="4168" y="1782"/>
              <a:ext cx="0" cy="813"/>
            </a:xfrm>
            <a:prstGeom prst="line">
              <a:avLst/>
            </a:prstGeom>
            <a:ln w="19050" cap="flat" cmpd="sng">
              <a:solidFill>
                <a:schemeClr val="tx1"/>
              </a:solidFill>
              <a:prstDash val="solid"/>
              <a:headEnd type="none" w="med" len="med"/>
              <a:tailEnd type="none" w="med" len="med"/>
            </a:ln>
          </p:spPr>
        </p:sp>
        <p:sp>
          <p:nvSpPr>
            <p:cNvPr id="48158" name="Line 46"/>
            <p:cNvSpPr/>
            <p:nvPr/>
          </p:nvSpPr>
          <p:spPr>
            <a:xfrm flipH="1">
              <a:off x="3784" y="2589"/>
              <a:ext cx="747" cy="0"/>
            </a:xfrm>
            <a:prstGeom prst="line">
              <a:avLst/>
            </a:prstGeom>
            <a:ln w="19050" cap="flat" cmpd="sng">
              <a:solidFill>
                <a:schemeClr val="tx1"/>
              </a:solidFill>
              <a:prstDash val="solid"/>
              <a:headEnd type="none" w="med" len="med"/>
              <a:tailEnd type="none" w="med" len="med"/>
            </a:ln>
          </p:spPr>
        </p:sp>
        <p:sp>
          <p:nvSpPr>
            <p:cNvPr id="48159" name="Line 47"/>
            <p:cNvSpPr/>
            <p:nvPr/>
          </p:nvSpPr>
          <p:spPr>
            <a:xfrm flipH="1" flipV="1">
              <a:off x="3782" y="2584"/>
              <a:ext cx="2" cy="152"/>
            </a:xfrm>
            <a:prstGeom prst="line">
              <a:avLst/>
            </a:prstGeom>
            <a:ln w="19050" cap="flat" cmpd="sng">
              <a:solidFill>
                <a:schemeClr val="tx1"/>
              </a:solidFill>
              <a:prstDash val="solid"/>
              <a:headEnd type="none" w="med" len="med"/>
              <a:tailEnd type="none" w="med" len="med"/>
            </a:ln>
          </p:spPr>
        </p:sp>
        <p:sp>
          <p:nvSpPr>
            <p:cNvPr id="48160" name="Line 48"/>
            <p:cNvSpPr/>
            <p:nvPr/>
          </p:nvSpPr>
          <p:spPr>
            <a:xfrm flipH="1" flipV="1">
              <a:off x="4523" y="2587"/>
              <a:ext cx="2" cy="152"/>
            </a:xfrm>
            <a:prstGeom prst="line">
              <a:avLst/>
            </a:prstGeom>
            <a:ln w="19050" cap="flat" cmpd="sng">
              <a:solidFill>
                <a:schemeClr val="tx1"/>
              </a:solidFill>
              <a:prstDash val="solid"/>
              <a:headEnd type="none" w="med" len="med"/>
              <a:tailEnd type="none" w="med" len="med"/>
            </a:ln>
          </p:spPr>
        </p:sp>
        <p:graphicFrame>
          <p:nvGraphicFramePr>
            <p:cNvPr id="48161" name="Object 49"/>
            <p:cNvGraphicFramePr>
              <a:graphicFrameLocks noChangeAspect="1"/>
            </p:cNvGraphicFramePr>
            <p:nvPr/>
          </p:nvGraphicFramePr>
          <p:xfrm>
            <a:off x="4388" y="2687"/>
            <a:ext cx="368" cy="292"/>
          </p:xfrm>
          <a:graphic>
            <a:graphicData uri="http://schemas.openxmlformats.org/presentationml/2006/ole">
              <mc:AlternateContent xmlns:mc="http://schemas.openxmlformats.org/markup-compatibility/2006">
                <mc:Choice xmlns:v="urn:schemas-microsoft-com:vml" Requires="v">
                  <p:oleObj spid="_x0000_s3089" name="" r:id="rId7" imgW="1307465" imgH="1083945" progId="MS_ClipArt_Gallery.2">
                    <p:embed/>
                  </p:oleObj>
                </mc:Choice>
                <mc:Fallback>
                  <p:oleObj name="" r:id="rId7" imgW="1307465" imgH="1083945" progId="MS_ClipArt_Gallery.2">
                    <p:embed/>
                    <p:pic>
                      <p:nvPicPr>
                        <p:cNvPr id="0" name="图片 3088"/>
                        <p:cNvPicPr/>
                        <p:nvPr/>
                      </p:nvPicPr>
                      <p:blipFill>
                        <a:blip r:embed="rId2"/>
                        <a:stretch>
                          <a:fillRect/>
                        </a:stretch>
                      </p:blipFill>
                      <p:spPr>
                        <a:xfrm>
                          <a:off x="4388" y="2687"/>
                          <a:ext cx="368" cy="292"/>
                        </a:xfrm>
                        <a:prstGeom prst="rect">
                          <a:avLst/>
                        </a:prstGeom>
                        <a:noFill/>
                        <a:ln w="38100">
                          <a:noFill/>
                          <a:miter/>
                        </a:ln>
                      </p:spPr>
                    </p:pic>
                  </p:oleObj>
                </mc:Fallback>
              </mc:AlternateContent>
            </a:graphicData>
          </a:graphic>
        </p:graphicFrame>
        <p:graphicFrame>
          <p:nvGraphicFramePr>
            <p:cNvPr id="48162" name="Object 50"/>
            <p:cNvGraphicFramePr>
              <a:graphicFrameLocks noChangeAspect="1"/>
            </p:cNvGraphicFramePr>
            <p:nvPr/>
          </p:nvGraphicFramePr>
          <p:xfrm>
            <a:off x="3596" y="2696"/>
            <a:ext cx="368" cy="292"/>
          </p:xfrm>
          <a:graphic>
            <a:graphicData uri="http://schemas.openxmlformats.org/presentationml/2006/ole">
              <mc:AlternateContent xmlns:mc="http://schemas.openxmlformats.org/markup-compatibility/2006">
                <mc:Choice xmlns:v="urn:schemas-microsoft-com:vml" Requires="v">
                  <p:oleObj spid="_x0000_s3091" name="" r:id="rId8" imgW="1307465" imgH="1083945" progId="MS_ClipArt_Gallery.2">
                    <p:embed/>
                  </p:oleObj>
                </mc:Choice>
                <mc:Fallback>
                  <p:oleObj name="" r:id="rId8" imgW="1307465" imgH="1083945" progId="MS_ClipArt_Gallery.2">
                    <p:embed/>
                    <p:pic>
                      <p:nvPicPr>
                        <p:cNvPr id="0" name="图片 3090"/>
                        <p:cNvPicPr/>
                        <p:nvPr/>
                      </p:nvPicPr>
                      <p:blipFill>
                        <a:blip r:embed="rId2"/>
                        <a:stretch>
                          <a:fillRect/>
                        </a:stretch>
                      </p:blipFill>
                      <p:spPr>
                        <a:xfrm>
                          <a:off x="3596" y="2696"/>
                          <a:ext cx="368" cy="292"/>
                        </a:xfrm>
                        <a:prstGeom prst="rect">
                          <a:avLst/>
                        </a:prstGeom>
                        <a:noFill/>
                        <a:ln w="38100">
                          <a:noFill/>
                          <a:miter/>
                        </a:ln>
                      </p:spPr>
                    </p:pic>
                  </p:oleObj>
                </mc:Fallback>
              </mc:AlternateContent>
            </a:graphicData>
          </a:graphic>
        </p:graphicFrame>
        <p:sp>
          <p:nvSpPr>
            <p:cNvPr id="48163" name="Text Box 51"/>
            <p:cNvSpPr txBox="1"/>
            <p:nvPr/>
          </p:nvSpPr>
          <p:spPr>
            <a:xfrm>
              <a:off x="3739" y="3157"/>
              <a:ext cx="828" cy="2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600" dirty="0">
                  <a:latin typeface="Arial" panose="020B0604020202020204" pitchFamily="34" charset="0"/>
                  <a:ea typeface="宋体" panose="02010600030101010101" pitchFamily="2" charset="-122"/>
                </a:rPr>
                <a:t>223.1.3.0/24</a:t>
              </a:r>
              <a:endParaRPr lang="en-US" altLang="zh-CN" sz="1800" dirty="0">
                <a:ea typeface="宋体" panose="02010600030101010101" pitchFamily="2" charset="-122"/>
              </a:endParaRPr>
            </a:p>
          </p:txBody>
        </p:sp>
        <p:sp>
          <p:nvSpPr>
            <p:cNvPr id="48164" name="Rectangle 52"/>
            <p:cNvSpPr/>
            <p:nvPr/>
          </p:nvSpPr>
          <p:spPr>
            <a:xfrm>
              <a:off x="3054" y="2412"/>
              <a:ext cx="534" cy="114"/>
            </a:xfrm>
            <a:prstGeom prst="rect">
              <a:avLst/>
            </a:prstGeom>
            <a:solidFill>
              <a:schemeClr val="bg1"/>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sp>
        <p:nvSpPr>
          <p:cNvPr id="48135" name="Rectangle 60"/>
          <p:cNvSpPr>
            <a:spLocks noGrp="1"/>
          </p:cNvSpPr>
          <p:nvPr>
            <p:ph sz="half" idx="2"/>
          </p:nvPr>
        </p:nvSpPr>
        <p:spPr>
          <a:xfrm>
            <a:off x="515938" y="1535113"/>
            <a:ext cx="3810000" cy="4648200"/>
          </a:xfrm>
        </p:spPr>
        <p:txBody>
          <a:bodyPr vert="horz" wrap="square" lIns="91440" tIns="45720" rIns="91440" bIns="45720" anchor="t" anchorCtr="0"/>
          <a:p>
            <a:pPr>
              <a:buClr>
                <a:schemeClr val="accent2"/>
              </a:buClr>
              <a:buSzPct val="85000"/>
              <a:buFont typeface="ZapfDingbats"/>
              <a:buNone/>
            </a:pPr>
            <a:r>
              <a:rPr lang="en-US" altLang="zh-CN" sz="2400" u="sng" dirty="0">
                <a:solidFill>
                  <a:srgbClr val="FF0000"/>
                </a:solidFill>
                <a:ea typeface="宋体" panose="02010600030101010101" pitchFamily="2" charset="-122"/>
              </a:rPr>
              <a:t>Recipe</a:t>
            </a:r>
            <a:endParaRPr lang="en-US" altLang="zh-CN" sz="2400" u="sng" dirty="0">
              <a:solidFill>
                <a:srgbClr val="FF0000"/>
              </a:solidFill>
              <a:ea typeface="宋体" panose="02010600030101010101" pitchFamily="2" charset="-122"/>
            </a:endParaRPr>
          </a:p>
          <a:p>
            <a:pPr>
              <a:buClr>
                <a:schemeClr val="accent2"/>
              </a:buClr>
              <a:buSzPct val="85000"/>
              <a:buFont typeface="ZapfDingbats"/>
            </a:pPr>
            <a:r>
              <a:rPr lang="en-US" altLang="zh-CN" sz="2400" dirty="0">
                <a:ea typeface="宋体" panose="02010600030101010101" pitchFamily="2" charset="-122"/>
              </a:rPr>
              <a:t>To determine the subnets, detach each interface from its host or router, creating islands of isolated networks. Each isolated network is called a </a:t>
            </a:r>
            <a:r>
              <a:rPr lang="en-US" altLang="zh-CN" sz="2400" dirty="0">
                <a:solidFill>
                  <a:srgbClr val="FF0000"/>
                </a:solidFill>
                <a:ea typeface="宋体" panose="02010600030101010101" pitchFamily="2" charset="-122"/>
              </a:rPr>
              <a:t>subnet</a:t>
            </a:r>
            <a:r>
              <a:rPr lang="en-US" altLang="zh-CN" sz="2400" dirty="0">
                <a:ea typeface="宋体" panose="02010600030101010101" pitchFamily="2" charset="-122"/>
              </a:rPr>
              <a:t>.</a:t>
            </a:r>
            <a:endParaRPr lang="en-US" altLang="zh-CN" sz="2400" dirty="0">
              <a:ea typeface="宋体" panose="02010600030101010101" pitchFamily="2" charset="-122"/>
            </a:endParaRPr>
          </a:p>
        </p:txBody>
      </p:sp>
      <p:sp>
        <p:nvSpPr>
          <p:cNvPr id="48136" name="Text Box 61"/>
          <p:cNvSpPr txBox="1"/>
          <p:nvPr/>
        </p:nvSpPr>
        <p:spPr>
          <a:xfrm>
            <a:off x="5537200" y="5073650"/>
            <a:ext cx="2708275"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2400" dirty="0">
                <a:ea typeface="宋体" panose="02010600030101010101" pitchFamily="2" charset="-122"/>
              </a:rPr>
              <a:t>Subnet mask: /24</a:t>
            </a:r>
            <a:endParaRPr lang="en-US" altLang="zh-CN" sz="2400" dirty="0">
              <a:ea typeface="宋体" panose="02010600030101010101" pitchFamily="2" charset="-122"/>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页脚占位符 5"/>
          <p:cNvSpPr txBox="1">
            <a:spLocks noGrp="1"/>
          </p:cNvSpPr>
          <p:nvPr>
            <p:ph type="ftr" sz="quarter" idx="11"/>
          </p:nvPr>
        </p:nvSpPr>
        <p:spPr/>
        <p:txBody>
          <a:bodyPr/>
          <a:p>
            <a:pPr marL="0" indent="0" algn="r">
              <a:spcBef>
                <a:spcPct val="0"/>
              </a:spcBef>
              <a:buClrTx/>
              <a:buSzTx/>
              <a:buFontTx/>
              <a:buNone/>
            </a:pPr>
            <a:r>
              <a:rPr lang="en-US" altLang="zh-CN" sz="1400" dirty="0">
                <a:ea typeface="宋体" panose="02010600030101010101" pitchFamily="2" charset="-122"/>
              </a:rPr>
              <a:t>Network Layer</a:t>
            </a:r>
            <a:endParaRPr lang="en-US" altLang="zh-CN" sz="1400" dirty="0">
              <a:latin typeface="Times New Roman" panose="02020603050405020304" pitchFamily="18" charset="0"/>
              <a:ea typeface="宋体" panose="02010600030101010101" pitchFamily="2" charset="-122"/>
            </a:endParaRPr>
          </a:p>
        </p:txBody>
      </p:sp>
      <p:sp>
        <p:nvSpPr>
          <p:cNvPr id="49155" name="灯片编号占位符 6"/>
          <p:cNvSpPr txBox="1">
            <a:spLocks noGrp="1"/>
          </p:cNvSpPr>
          <p:nvPr>
            <p:ph type="sldNum" sz="quarter" idx="12"/>
          </p:nvPr>
        </p:nvSpPr>
        <p:spPr/>
        <p:txBody>
          <a:bodyPr/>
          <a:p>
            <a:pPr marL="0" indent="0" algn="r">
              <a:spcBef>
                <a:spcPct val="0"/>
              </a:spcBef>
              <a:buClrTx/>
              <a:buSzTx/>
              <a:buFontTx/>
              <a:buNone/>
            </a:pPr>
            <a:r>
              <a:rPr lang="en-US" altLang="zh-CN" sz="1400" dirty="0">
                <a:ea typeface="宋体" panose="02010600030101010101" pitchFamily="2" charset="-122"/>
              </a:rPr>
              <a:t>4-</a:t>
            </a: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49156" name="Freeform 2"/>
          <p:cNvSpPr/>
          <p:nvPr/>
        </p:nvSpPr>
        <p:spPr>
          <a:xfrm>
            <a:off x="6115050" y="2819400"/>
            <a:ext cx="1268413" cy="1463675"/>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2147483646"/>
              </a:cxn>
            </a:cxnLst>
            <a:pathLst>
              <a:path w="799" h="922">
                <a:moveTo>
                  <a:pt x="6" y="66"/>
                </a:moveTo>
                <a:cubicBezTo>
                  <a:pt x="13" y="117"/>
                  <a:pt x="234" y="314"/>
                  <a:pt x="341" y="446"/>
                </a:cubicBezTo>
                <a:cubicBezTo>
                  <a:pt x="448" y="578"/>
                  <a:pt x="577" y="794"/>
                  <a:pt x="648" y="858"/>
                </a:cubicBezTo>
                <a:cubicBezTo>
                  <a:pt x="719" y="922"/>
                  <a:pt x="799" y="912"/>
                  <a:pt x="768" y="828"/>
                </a:cubicBezTo>
                <a:cubicBezTo>
                  <a:pt x="737" y="744"/>
                  <a:pt x="581" y="492"/>
                  <a:pt x="463" y="354"/>
                </a:cubicBezTo>
                <a:cubicBezTo>
                  <a:pt x="345" y="216"/>
                  <a:pt x="136" y="48"/>
                  <a:pt x="60" y="0"/>
                </a:cubicBezTo>
                <a:cubicBezTo>
                  <a:pt x="25" y="47"/>
                  <a:pt x="0" y="15"/>
                  <a:pt x="6" y="66"/>
                </a:cubicBezTo>
                <a:close/>
              </a:path>
            </a:pathLst>
          </a:custGeom>
          <a:solidFill>
            <a:srgbClr val="66CCFF">
              <a:alpha val="100000"/>
            </a:srgbClr>
          </a:solidFill>
          <a:ln w="9525">
            <a:noFill/>
          </a:ln>
        </p:spPr>
        <p:txBody>
          <a:bodyPr/>
          <a:p>
            <a:endParaRPr lang="zh-CN" altLang="en-US"/>
          </a:p>
        </p:txBody>
      </p:sp>
      <p:sp>
        <p:nvSpPr>
          <p:cNvPr id="49157" name="Freeform 3"/>
          <p:cNvSpPr/>
          <p:nvPr/>
        </p:nvSpPr>
        <p:spPr>
          <a:xfrm>
            <a:off x="4819650" y="4330700"/>
            <a:ext cx="2257425" cy="327025"/>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1422" h="206">
                <a:moveTo>
                  <a:pt x="42" y="176"/>
                </a:moveTo>
                <a:cubicBezTo>
                  <a:pt x="84" y="206"/>
                  <a:pt x="437" y="167"/>
                  <a:pt x="641" y="166"/>
                </a:cubicBezTo>
                <a:cubicBezTo>
                  <a:pt x="845" y="165"/>
                  <a:pt x="1153" y="192"/>
                  <a:pt x="1266" y="170"/>
                </a:cubicBezTo>
                <a:cubicBezTo>
                  <a:pt x="1379" y="148"/>
                  <a:pt x="1422" y="58"/>
                  <a:pt x="1320" y="32"/>
                </a:cubicBezTo>
                <a:cubicBezTo>
                  <a:pt x="1218" y="6"/>
                  <a:pt x="869" y="15"/>
                  <a:pt x="657" y="14"/>
                </a:cubicBezTo>
                <a:cubicBezTo>
                  <a:pt x="445" y="13"/>
                  <a:pt x="147" y="0"/>
                  <a:pt x="45" y="27"/>
                </a:cubicBezTo>
                <a:cubicBezTo>
                  <a:pt x="56" y="84"/>
                  <a:pt x="0" y="146"/>
                  <a:pt x="42" y="176"/>
                </a:cubicBezTo>
                <a:close/>
              </a:path>
            </a:pathLst>
          </a:custGeom>
          <a:solidFill>
            <a:srgbClr val="66CCFF">
              <a:alpha val="100000"/>
            </a:srgbClr>
          </a:solidFill>
          <a:ln w="9525">
            <a:noFill/>
          </a:ln>
        </p:spPr>
        <p:txBody>
          <a:bodyPr/>
          <a:p>
            <a:endParaRPr lang="zh-CN" altLang="en-US"/>
          </a:p>
        </p:txBody>
      </p:sp>
      <p:sp>
        <p:nvSpPr>
          <p:cNvPr id="49158" name="Freeform 4"/>
          <p:cNvSpPr/>
          <p:nvPr/>
        </p:nvSpPr>
        <p:spPr>
          <a:xfrm>
            <a:off x="4562475" y="2743200"/>
            <a:ext cx="1158875" cy="1547813"/>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0" y="2147483646"/>
              </a:cxn>
              <a:cxn ang="0">
                <a:pos x="2147483646" y="2147483646"/>
              </a:cxn>
            </a:cxnLst>
            <a:pathLst>
              <a:path w="730" h="975">
                <a:moveTo>
                  <a:pt x="157" y="952"/>
                </a:moveTo>
                <a:cubicBezTo>
                  <a:pt x="272" y="930"/>
                  <a:pt x="357" y="644"/>
                  <a:pt x="462" y="498"/>
                </a:cubicBezTo>
                <a:cubicBezTo>
                  <a:pt x="554" y="363"/>
                  <a:pt x="686" y="220"/>
                  <a:pt x="708" y="144"/>
                </a:cubicBezTo>
                <a:cubicBezTo>
                  <a:pt x="730" y="68"/>
                  <a:pt x="654" y="0"/>
                  <a:pt x="594" y="42"/>
                </a:cubicBezTo>
                <a:cubicBezTo>
                  <a:pt x="534" y="84"/>
                  <a:pt x="447" y="253"/>
                  <a:pt x="348" y="396"/>
                </a:cubicBezTo>
                <a:cubicBezTo>
                  <a:pt x="249" y="539"/>
                  <a:pt x="32" y="807"/>
                  <a:pt x="0" y="900"/>
                </a:cubicBezTo>
                <a:cubicBezTo>
                  <a:pt x="53" y="924"/>
                  <a:pt x="43" y="975"/>
                  <a:pt x="157" y="952"/>
                </a:cubicBezTo>
                <a:close/>
              </a:path>
            </a:pathLst>
          </a:custGeom>
          <a:solidFill>
            <a:srgbClr val="66CCFF">
              <a:alpha val="100000"/>
            </a:srgbClr>
          </a:solidFill>
          <a:ln w="9525">
            <a:noFill/>
          </a:ln>
        </p:spPr>
        <p:txBody>
          <a:bodyPr/>
          <a:p>
            <a:endParaRPr lang="zh-CN" altLang="en-US"/>
          </a:p>
        </p:txBody>
      </p:sp>
      <p:sp>
        <p:nvSpPr>
          <p:cNvPr id="49159" name="Freeform 5"/>
          <p:cNvSpPr/>
          <p:nvPr/>
        </p:nvSpPr>
        <p:spPr>
          <a:xfrm rot="5265760">
            <a:off x="5310188" y="560388"/>
            <a:ext cx="1612900" cy="2049462"/>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1223" h="1291">
                <a:moveTo>
                  <a:pt x="1201" y="756"/>
                </a:moveTo>
                <a:cubicBezTo>
                  <a:pt x="1180" y="640"/>
                  <a:pt x="798" y="744"/>
                  <a:pt x="702" y="670"/>
                </a:cubicBezTo>
                <a:cubicBezTo>
                  <a:pt x="603" y="561"/>
                  <a:pt x="669" y="206"/>
                  <a:pt x="608" y="103"/>
                </a:cubicBezTo>
                <a:cubicBezTo>
                  <a:pt x="547" y="0"/>
                  <a:pt x="425" y="55"/>
                  <a:pt x="335" y="52"/>
                </a:cubicBezTo>
                <a:cubicBezTo>
                  <a:pt x="245" y="49"/>
                  <a:pt x="114" y="0"/>
                  <a:pt x="65" y="82"/>
                </a:cubicBezTo>
                <a:cubicBezTo>
                  <a:pt x="16" y="164"/>
                  <a:pt x="45" y="433"/>
                  <a:pt x="41" y="544"/>
                </a:cubicBezTo>
                <a:cubicBezTo>
                  <a:pt x="37" y="655"/>
                  <a:pt x="41" y="685"/>
                  <a:pt x="38" y="751"/>
                </a:cubicBezTo>
                <a:cubicBezTo>
                  <a:pt x="35" y="817"/>
                  <a:pt x="26" y="880"/>
                  <a:pt x="23" y="940"/>
                </a:cubicBezTo>
                <a:cubicBezTo>
                  <a:pt x="20" y="1000"/>
                  <a:pt x="0" y="1068"/>
                  <a:pt x="17" y="1114"/>
                </a:cubicBezTo>
                <a:cubicBezTo>
                  <a:pt x="34" y="1160"/>
                  <a:pt x="31" y="1198"/>
                  <a:pt x="128" y="1219"/>
                </a:cubicBezTo>
                <a:cubicBezTo>
                  <a:pt x="225" y="1240"/>
                  <a:pt x="509" y="1291"/>
                  <a:pt x="602" y="1243"/>
                </a:cubicBezTo>
                <a:cubicBezTo>
                  <a:pt x="695" y="1195"/>
                  <a:pt x="590" y="984"/>
                  <a:pt x="686" y="930"/>
                </a:cubicBezTo>
                <a:cubicBezTo>
                  <a:pt x="782" y="876"/>
                  <a:pt x="1091" y="945"/>
                  <a:pt x="1177" y="916"/>
                </a:cubicBezTo>
                <a:cubicBezTo>
                  <a:pt x="1208" y="864"/>
                  <a:pt x="1223" y="871"/>
                  <a:pt x="1201" y="756"/>
                </a:cubicBezTo>
                <a:close/>
              </a:path>
            </a:pathLst>
          </a:custGeom>
          <a:solidFill>
            <a:srgbClr val="66CCFF">
              <a:alpha val="100000"/>
            </a:srgbClr>
          </a:solidFill>
          <a:ln w="9525">
            <a:noFill/>
          </a:ln>
        </p:spPr>
        <p:txBody>
          <a:bodyPr/>
          <a:p>
            <a:endParaRPr lang="zh-CN" altLang="en-US"/>
          </a:p>
        </p:txBody>
      </p:sp>
      <p:sp>
        <p:nvSpPr>
          <p:cNvPr id="49160" name="Rectangle 6"/>
          <p:cNvSpPr>
            <a:spLocks noGrp="1"/>
          </p:cNvSpPr>
          <p:nvPr>
            <p:ph type="title"/>
          </p:nvPr>
        </p:nvSpPr>
        <p:spPr/>
        <p:txBody>
          <a:bodyPr vert="horz" wrap="square" lIns="91440" tIns="45720" rIns="91440" bIns="45720" anchor="ctr" anchorCtr="0"/>
          <a:p>
            <a:r>
              <a:rPr lang="en-US" altLang="zh-CN" dirty="0">
                <a:ea typeface="宋体" panose="02010600030101010101" pitchFamily="2" charset="-122"/>
              </a:rPr>
              <a:t>Subnets</a:t>
            </a:r>
            <a:endParaRPr lang="en-US" altLang="zh-CN" dirty="0">
              <a:ea typeface="宋体" panose="02010600030101010101" pitchFamily="2" charset="-122"/>
            </a:endParaRPr>
          </a:p>
        </p:txBody>
      </p:sp>
      <p:sp>
        <p:nvSpPr>
          <p:cNvPr id="49161" name="Rectangle 7"/>
          <p:cNvSpPr>
            <a:spLocks noGrp="1"/>
          </p:cNvSpPr>
          <p:nvPr>
            <p:ph sz="half" idx="1"/>
          </p:nvPr>
        </p:nvSpPr>
        <p:spPr>
          <a:xfrm>
            <a:off x="447675" y="1314450"/>
            <a:ext cx="3695700" cy="4648200"/>
          </a:xfrm>
        </p:spPr>
        <p:txBody>
          <a:bodyPr vert="horz" wrap="square" lIns="91440" tIns="45720" rIns="91440" bIns="45720" anchor="t" anchorCtr="0"/>
          <a:p>
            <a:pPr>
              <a:buClr>
                <a:schemeClr val="accent2"/>
              </a:buClr>
              <a:buSzPct val="85000"/>
              <a:buFont typeface="ZapfDingbats"/>
              <a:buNone/>
            </a:pPr>
            <a:r>
              <a:rPr lang="en-US" altLang="zh-CN" sz="2400" dirty="0">
                <a:solidFill>
                  <a:schemeClr val="accent2"/>
                </a:solidFill>
                <a:ea typeface="宋体" panose="02010600030101010101" pitchFamily="2" charset="-122"/>
              </a:rPr>
              <a:t>How many?</a:t>
            </a:r>
            <a:endParaRPr lang="en-US" altLang="zh-CN" sz="2400" dirty="0">
              <a:ea typeface="宋体" panose="02010600030101010101" pitchFamily="2" charset="-122"/>
            </a:endParaRPr>
          </a:p>
        </p:txBody>
      </p:sp>
      <p:graphicFrame>
        <p:nvGraphicFramePr>
          <p:cNvPr id="49162" name="Object 8"/>
          <p:cNvGraphicFramePr>
            <a:graphicFrameLocks noChangeAspect="1"/>
          </p:cNvGraphicFramePr>
          <p:nvPr/>
        </p:nvGraphicFramePr>
        <p:xfrm>
          <a:off x="6389688" y="950913"/>
          <a:ext cx="584200" cy="463550"/>
        </p:xfrm>
        <a:graphic>
          <a:graphicData uri="http://schemas.openxmlformats.org/presentationml/2006/ole">
            <mc:AlternateContent xmlns:mc="http://schemas.openxmlformats.org/markup-compatibility/2006">
              <mc:Choice xmlns:v="urn:schemas-microsoft-com:vml" Requires="v">
                <p:oleObj spid="_x0000_s3094" name="" r:id="rId1" imgW="1307465" imgH="1083945" progId="MS_ClipArt_Gallery.2">
                  <p:embed/>
                </p:oleObj>
              </mc:Choice>
              <mc:Fallback>
                <p:oleObj name="" r:id="rId1" imgW="1307465" imgH="1083945" progId="MS_ClipArt_Gallery.2">
                  <p:embed/>
                  <p:pic>
                    <p:nvPicPr>
                      <p:cNvPr id="0" name="图片 3093"/>
                      <p:cNvPicPr/>
                      <p:nvPr/>
                    </p:nvPicPr>
                    <p:blipFill>
                      <a:blip r:embed="rId2"/>
                      <a:stretch>
                        <a:fillRect/>
                      </a:stretch>
                    </p:blipFill>
                    <p:spPr>
                      <a:xfrm>
                        <a:off x="6389688" y="950913"/>
                        <a:ext cx="584200" cy="463550"/>
                      </a:xfrm>
                      <a:prstGeom prst="rect">
                        <a:avLst/>
                      </a:prstGeom>
                      <a:noFill/>
                      <a:ln w="38100">
                        <a:noFill/>
                        <a:miter/>
                      </a:ln>
                    </p:spPr>
                  </p:pic>
                </p:oleObj>
              </mc:Fallback>
            </mc:AlternateContent>
          </a:graphicData>
        </a:graphic>
      </p:graphicFrame>
      <p:sp>
        <p:nvSpPr>
          <p:cNvPr id="49163" name="Line 9"/>
          <p:cNvSpPr/>
          <p:nvPr/>
        </p:nvSpPr>
        <p:spPr>
          <a:xfrm flipH="1">
            <a:off x="5226050" y="1576388"/>
            <a:ext cx="1500188" cy="0"/>
          </a:xfrm>
          <a:prstGeom prst="line">
            <a:avLst/>
          </a:prstGeom>
          <a:ln w="19050" cap="flat" cmpd="sng">
            <a:solidFill>
              <a:schemeClr val="tx1"/>
            </a:solidFill>
            <a:prstDash val="solid"/>
            <a:headEnd type="none" w="med" len="med"/>
            <a:tailEnd type="none" w="med" len="med"/>
          </a:ln>
        </p:spPr>
      </p:sp>
      <p:sp>
        <p:nvSpPr>
          <p:cNvPr id="49164" name="Line 10"/>
          <p:cNvSpPr/>
          <p:nvPr/>
        </p:nvSpPr>
        <p:spPr>
          <a:xfrm flipH="1" flipV="1">
            <a:off x="6727825" y="1401763"/>
            <a:ext cx="3175" cy="165100"/>
          </a:xfrm>
          <a:prstGeom prst="line">
            <a:avLst/>
          </a:prstGeom>
          <a:ln w="19050" cap="flat" cmpd="sng">
            <a:solidFill>
              <a:schemeClr val="tx1"/>
            </a:solidFill>
            <a:prstDash val="solid"/>
            <a:headEnd type="none" w="med" len="med"/>
            <a:tailEnd type="none" w="med" len="med"/>
          </a:ln>
        </p:spPr>
      </p:sp>
      <p:sp>
        <p:nvSpPr>
          <p:cNvPr id="49165" name="Line 11"/>
          <p:cNvSpPr/>
          <p:nvPr/>
        </p:nvSpPr>
        <p:spPr>
          <a:xfrm flipH="1">
            <a:off x="5227638" y="1347788"/>
            <a:ext cx="3175" cy="225425"/>
          </a:xfrm>
          <a:prstGeom prst="line">
            <a:avLst/>
          </a:prstGeom>
          <a:ln w="19050" cap="flat" cmpd="sng">
            <a:solidFill>
              <a:schemeClr val="tx1"/>
            </a:solidFill>
            <a:prstDash val="solid"/>
            <a:headEnd type="none" w="med" len="med"/>
            <a:tailEnd type="none" w="med" len="med"/>
          </a:ln>
        </p:spPr>
      </p:sp>
      <p:graphicFrame>
        <p:nvGraphicFramePr>
          <p:cNvPr id="49166" name="Object 12"/>
          <p:cNvGraphicFramePr>
            <a:graphicFrameLocks noChangeAspect="1"/>
          </p:cNvGraphicFramePr>
          <p:nvPr/>
        </p:nvGraphicFramePr>
        <p:xfrm>
          <a:off x="5780088" y="846138"/>
          <a:ext cx="584200" cy="463550"/>
        </p:xfrm>
        <a:graphic>
          <a:graphicData uri="http://schemas.openxmlformats.org/presentationml/2006/ole">
            <mc:AlternateContent xmlns:mc="http://schemas.openxmlformats.org/markup-compatibility/2006">
              <mc:Choice xmlns:v="urn:schemas-microsoft-com:vml" Requires="v">
                <p:oleObj spid="_x0000_s3093" name="" r:id="rId3" imgW="1307465" imgH="1083945" progId="MS_ClipArt_Gallery.2">
                  <p:embed/>
                </p:oleObj>
              </mc:Choice>
              <mc:Fallback>
                <p:oleObj name="" r:id="rId3" imgW="1307465" imgH="1083945" progId="MS_ClipArt_Gallery.2">
                  <p:embed/>
                  <p:pic>
                    <p:nvPicPr>
                      <p:cNvPr id="0" name="图片 3092"/>
                      <p:cNvPicPr/>
                      <p:nvPr/>
                    </p:nvPicPr>
                    <p:blipFill>
                      <a:blip r:embed="rId2"/>
                      <a:stretch>
                        <a:fillRect/>
                      </a:stretch>
                    </p:blipFill>
                    <p:spPr>
                      <a:xfrm>
                        <a:off x="5780088" y="846138"/>
                        <a:ext cx="584200" cy="463550"/>
                      </a:xfrm>
                      <a:prstGeom prst="rect">
                        <a:avLst/>
                      </a:prstGeom>
                      <a:noFill/>
                      <a:ln w="38100">
                        <a:noFill/>
                        <a:miter/>
                      </a:ln>
                    </p:spPr>
                  </p:pic>
                </p:oleObj>
              </mc:Fallback>
            </mc:AlternateContent>
          </a:graphicData>
        </a:graphic>
      </p:graphicFrame>
      <p:graphicFrame>
        <p:nvGraphicFramePr>
          <p:cNvPr id="49167" name="Object 13"/>
          <p:cNvGraphicFramePr>
            <a:graphicFrameLocks noChangeAspect="1"/>
          </p:cNvGraphicFramePr>
          <p:nvPr/>
        </p:nvGraphicFramePr>
        <p:xfrm>
          <a:off x="5151438" y="979488"/>
          <a:ext cx="584200" cy="463550"/>
        </p:xfrm>
        <a:graphic>
          <a:graphicData uri="http://schemas.openxmlformats.org/presentationml/2006/ole">
            <mc:AlternateContent xmlns:mc="http://schemas.openxmlformats.org/markup-compatibility/2006">
              <mc:Choice xmlns:v="urn:schemas-microsoft-com:vml" Requires="v">
                <p:oleObj spid="_x0000_s3092" name="" r:id="rId4" imgW="1307465" imgH="1083945" progId="MS_ClipArt_Gallery.2">
                  <p:embed/>
                </p:oleObj>
              </mc:Choice>
              <mc:Fallback>
                <p:oleObj name="" r:id="rId4" imgW="1307465" imgH="1083945" progId="MS_ClipArt_Gallery.2">
                  <p:embed/>
                  <p:pic>
                    <p:nvPicPr>
                      <p:cNvPr id="0" name="图片 3091"/>
                      <p:cNvPicPr/>
                      <p:nvPr/>
                    </p:nvPicPr>
                    <p:blipFill>
                      <a:blip r:embed="rId2"/>
                      <a:stretch>
                        <a:fillRect/>
                      </a:stretch>
                    </p:blipFill>
                    <p:spPr>
                      <a:xfrm>
                        <a:off x="5151438" y="979488"/>
                        <a:ext cx="584200" cy="463550"/>
                      </a:xfrm>
                      <a:prstGeom prst="rect">
                        <a:avLst/>
                      </a:prstGeom>
                      <a:noFill/>
                      <a:ln w="38100">
                        <a:noFill/>
                        <a:miter/>
                      </a:ln>
                    </p:spPr>
                  </p:pic>
                </p:oleObj>
              </mc:Fallback>
            </mc:AlternateContent>
          </a:graphicData>
        </a:graphic>
      </p:graphicFrame>
      <p:sp>
        <p:nvSpPr>
          <p:cNvPr id="49168" name="Line 14"/>
          <p:cNvSpPr/>
          <p:nvPr/>
        </p:nvSpPr>
        <p:spPr>
          <a:xfrm flipH="1">
            <a:off x="5856288" y="1585913"/>
            <a:ext cx="3175" cy="796925"/>
          </a:xfrm>
          <a:prstGeom prst="line">
            <a:avLst/>
          </a:prstGeom>
          <a:ln w="19050" cap="flat" cmpd="sng">
            <a:solidFill>
              <a:schemeClr val="tx1"/>
            </a:solidFill>
            <a:prstDash val="solid"/>
            <a:headEnd type="none" w="med" len="med"/>
            <a:tailEnd type="none" w="med" len="med"/>
          </a:ln>
        </p:spPr>
      </p:sp>
      <p:sp>
        <p:nvSpPr>
          <p:cNvPr id="49169" name="Text Box 15"/>
          <p:cNvSpPr txBox="1"/>
          <p:nvPr/>
        </p:nvSpPr>
        <p:spPr>
          <a:xfrm>
            <a:off x="4237038" y="1346200"/>
            <a:ext cx="1031875" cy="3365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600" dirty="0">
                <a:latin typeface="Arial" panose="020B0604020202020204" pitchFamily="34" charset="0"/>
                <a:ea typeface="宋体" panose="02010600030101010101" pitchFamily="2" charset="-122"/>
              </a:rPr>
              <a:t>223.1.1.1</a:t>
            </a:r>
            <a:endParaRPr lang="en-US" altLang="zh-CN" sz="1800" dirty="0">
              <a:ea typeface="宋体" panose="02010600030101010101" pitchFamily="2" charset="-122"/>
            </a:endParaRPr>
          </a:p>
        </p:txBody>
      </p:sp>
      <p:sp>
        <p:nvSpPr>
          <p:cNvPr id="49170" name="Rectangle 16"/>
          <p:cNvSpPr/>
          <p:nvPr/>
        </p:nvSpPr>
        <p:spPr>
          <a:xfrm>
            <a:off x="5729288" y="2052638"/>
            <a:ext cx="309562" cy="180975"/>
          </a:xfrm>
          <a:prstGeom prst="rect">
            <a:avLst/>
          </a:prstGeom>
          <a:solidFill>
            <a:srgbClr val="66CCFF"/>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49171" name="Text Box 17"/>
          <p:cNvSpPr txBox="1"/>
          <p:nvPr/>
        </p:nvSpPr>
        <p:spPr>
          <a:xfrm>
            <a:off x="5372100" y="1954213"/>
            <a:ext cx="1031875" cy="3365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600" dirty="0">
                <a:latin typeface="Arial" panose="020B0604020202020204" pitchFamily="34" charset="0"/>
                <a:ea typeface="宋体" panose="02010600030101010101" pitchFamily="2" charset="-122"/>
              </a:rPr>
              <a:t>223.1.1.3</a:t>
            </a:r>
            <a:endParaRPr lang="en-US" altLang="zh-CN" sz="1800" dirty="0">
              <a:ea typeface="宋体" panose="02010600030101010101" pitchFamily="2" charset="-122"/>
            </a:endParaRPr>
          </a:p>
        </p:txBody>
      </p:sp>
      <p:sp>
        <p:nvSpPr>
          <p:cNvPr id="49172" name="Text Box 18"/>
          <p:cNvSpPr txBox="1"/>
          <p:nvPr/>
        </p:nvSpPr>
        <p:spPr>
          <a:xfrm>
            <a:off x="6684963" y="1350963"/>
            <a:ext cx="1031875" cy="3365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600" dirty="0">
                <a:latin typeface="Arial" panose="020B0604020202020204" pitchFamily="34" charset="0"/>
                <a:ea typeface="宋体" panose="02010600030101010101" pitchFamily="2" charset="-122"/>
              </a:rPr>
              <a:t>223.1.1.4</a:t>
            </a:r>
            <a:endParaRPr lang="en-US" altLang="zh-CN" sz="1800" dirty="0">
              <a:ea typeface="宋体" panose="02010600030101010101" pitchFamily="2" charset="-122"/>
            </a:endParaRPr>
          </a:p>
        </p:txBody>
      </p:sp>
      <p:sp>
        <p:nvSpPr>
          <p:cNvPr id="49173" name="Freeform 19"/>
          <p:cNvSpPr/>
          <p:nvPr/>
        </p:nvSpPr>
        <p:spPr>
          <a:xfrm>
            <a:off x="3622675" y="4564063"/>
            <a:ext cx="1539875" cy="1490662"/>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970" h="939">
                <a:moveTo>
                  <a:pt x="451" y="41"/>
                </a:moveTo>
                <a:cubicBezTo>
                  <a:pt x="415" y="47"/>
                  <a:pt x="452" y="358"/>
                  <a:pt x="388" y="431"/>
                </a:cubicBezTo>
                <a:cubicBezTo>
                  <a:pt x="324" y="504"/>
                  <a:pt x="128" y="419"/>
                  <a:pt x="64" y="479"/>
                </a:cubicBezTo>
                <a:cubicBezTo>
                  <a:pt x="0" y="539"/>
                  <a:pt x="1" y="718"/>
                  <a:pt x="7" y="791"/>
                </a:cubicBezTo>
                <a:cubicBezTo>
                  <a:pt x="13" y="864"/>
                  <a:pt x="31" y="901"/>
                  <a:pt x="100" y="920"/>
                </a:cubicBezTo>
                <a:cubicBezTo>
                  <a:pt x="169" y="939"/>
                  <a:pt x="329" y="908"/>
                  <a:pt x="421" y="905"/>
                </a:cubicBezTo>
                <a:cubicBezTo>
                  <a:pt x="513" y="902"/>
                  <a:pt x="572" y="913"/>
                  <a:pt x="652" y="905"/>
                </a:cubicBezTo>
                <a:cubicBezTo>
                  <a:pt x="732" y="897"/>
                  <a:pt x="860" y="929"/>
                  <a:pt x="904" y="857"/>
                </a:cubicBezTo>
                <a:cubicBezTo>
                  <a:pt x="948" y="785"/>
                  <a:pt x="970" y="542"/>
                  <a:pt x="916" y="473"/>
                </a:cubicBezTo>
                <a:cubicBezTo>
                  <a:pt x="862" y="404"/>
                  <a:pt x="645" y="511"/>
                  <a:pt x="580" y="443"/>
                </a:cubicBezTo>
                <a:cubicBezTo>
                  <a:pt x="515" y="375"/>
                  <a:pt x="534" y="130"/>
                  <a:pt x="526" y="65"/>
                </a:cubicBezTo>
                <a:cubicBezTo>
                  <a:pt x="518" y="0"/>
                  <a:pt x="542" y="57"/>
                  <a:pt x="529" y="53"/>
                </a:cubicBezTo>
                <a:cubicBezTo>
                  <a:pt x="520" y="26"/>
                  <a:pt x="487" y="35"/>
                  <a:pt x="451" y="41"/>
                </a:cubicBezTo>
                <a:close/>
              </a:path>
            </a:pathLst>
          </a:custGeom>
          <a:solidFill>
            <a:srgbClr val="66CCFF">
              <a:alpha val="100000"/>
            </a:srgbClr>
          </a:solidFill>
          <a:ln w="9525">
            <a:noFill/>
          </a:ln>
        </p:spPr>
        <p:txBody>
          <a:bodyPr/>
          <a:p>
            <a:endParaRPr lang="zh-CN" altLang="en-US"/>
          </a:p>
        </p:txBody>
      </p:sp>
      <p:grpSp>
        <p:nvGrpSpPr>
          <p:cNvPr id="49174" name="Group 20"/>
          <p:cNvGrpSpPr/>
          <p:nvPr/>
        </p:nvGrpSpPr>
        <p:grpSpPr>
          <a:xfrm>
            <a:off x="4059238" y="4275138"/>
            <a:ext cx="711200" cy="381000"/>
            <a:chOff x="3600" y="219"/>
            <a:chExt cx="360" cy="175"/>
          </a:xfrm>
        </p:grpSpPr>
        <p:sp>
          <p:nvSpPr>
            <p:cNvPr id="49236" name="Oval 21"/>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49237" name="Line 22"/>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49238" name="Line 23"/>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49239" name="Rectangle 24"/>
            <p:cNvSpPr/>
            <p:nvPr/>
          </p:nvSpPr>
          <p:spPr>
            <a:xfrm>
              <a:off x="3603" y="289"/>
              <a:ext cx="354" cy="5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9240" name="Oval 25"/>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49241" name="Group 26"/>
            <p:cNvGrpSpPr/>
            <p:nvPr/>
          </p:nvGrpSpPr>
          <p:grpSpPr>
            <a:xfrm>
              <a:off x="3686" y="244"/>
              <a:ext cx="177" cy="66"/>
              <a:chOff x="2848" y="848"/>
              <a:chExt cx="140" cy="98"/>
            </a:xfrm>
          </p:grpSpPr>
          <p:sp>
            <p:nvSpPr>
              <p:cNvPr id="49246" name="Line 27"/>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49247" name="Line 28"/>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49248" name="Line 29"/>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49242" name="Group 30"/>
            <p:cNvGrpSpPr/>
            <p:nvPr/>
          </p:nvGrpSpPr>
          <p:grpSpPr>
            <a:xfrm flipV="1">
              <a:off x="3686" y="243"/>
              <a:ext cx="177" cy="66"/>
              <a:chOff x="2848" y="848"/>
              <a:chExt cx="140" cy="98"/>
            </a:xfrm>
          </p:grpSpPr>
          <p:sp>
            <p:nvSpPr>
              <p:cNvPr id="49243" name="Line 31"/>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49244" name="Line 32"/>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49245" name="Line 33"/>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sp>
        <p:nvSpPr>
          <p:cNvPr id="49175" name="Line 34"/>
          <p:cNvSpPr/>
          <p:nvPr/>
        </p:nvSpPr>
        <p:spPr>
          <a:xfrm flipH="1">
            <a:off x="4378325" y="4667250"/>
            <a:ext cx="0" cy="704850"/>
          </a:xfrm>
          <a:prstGeom prst="line">
            <a:avLst/>
          </a:prstGeom>
          <a:ln w="19050" cap="flat" cmpd="sng">
            <a:solidFill>
              <a:schemeClr val="tx1"/>
            </a:solidFill>
            <a:prstDash val="solid"/>
            <a:headEnd type="none" w="med" len="med"/>
            <a:tailEnd type="none" w="med" len="med"/>
          </a:ln>
        </p:spPr>
      </p:sp>
      <p:sp>
        <p:nvSpPr>
          <p:cNvPr id="49176" name="Line 35"/>
          <p:cNvSpPr/>
          <p:nvPr/>
        </p:nvSpPr>
        <p:spPr>
          <a:xfrm flipH="1" flipV="1">
            <a:off x="3859213" y="5372100"/>
            <a:ext cx="1019175" cy="4763"/>
          </a:xfrm>
          <a:prstGeom prst="line">
            <a:avLst/>
          </a:prstGeom>
          <a:ln w="19050" cap="flat" cmpd="sng">
            <a:solidFill>
              <a:schemeClr val="tx1"/>
            </a:solidFill>
            <a:prstDash val="solid"/>
            <a:headEnd type="none" w="med" len="med"/>
            <a:tailEnd type="none" w="med" len="med"/>
          </a:ln>
        </p:spPr>
      </p:sp>
      <p:sp>
        <p:nvSpPr>
          <p:cNvPr id="49177" name="Line 36"/>
          <p:cNvSpPr/>
          <p:nvPr/>
        </p:nvSpPr>
        <p:spPr>
          <a:xfrm flipH="1" flipV="1">
            <a:off x="3870325" y="5387975"/>
            <a:ext cx="3175" cy="169863"/>
          </a:xfrm>
          <a:prstGeom prst="line">
            <a:avLst/>
          </a:prstGeom>
          <a:ln w="19050" cap="flat" cmpd="sng">
            <a:solidFill>
              <a:schemeClr val="tx1"/>
            </a:solidFill>
            <a:prstDash val="solid"/>
            <a:headEnd type="none" w="med" len="med"/>
            <a:tailEnd type="none" w="med" len="med"/>
          </a:ln>
        </p:spPr>
      </p:sp>
      <p:sp>
        <p:nvSpPr>
          <p:cNvPr id="49178" name="Line 37"/>
          <p:cNvSpPr/>
          <p:nvPr/>
        </p:nvSpPr>
        <p:spPr>
          <a:xfrm flipH="1" flipV="1">
            <a:off x="4865688" y="5373688"/>
            <a:ext cx="3175" cy="241300"/>
          </a:xfrm>
          <a:prstGeom prst="line">
            <a:avLst/>
          </a:prstGeom>
          <a:ln w="19050" cap="flat" cmpd="sng">
            <a:solidFill>
              <a:schemeClr val="tx1"/>
            </a:solidFill>
            <a:prstDash val="solid"/>
            <a:headEnd type="none" w="med" len="med"/>
            <a:tailEnd type="none" w="med" len="med"/>
          </a:ln>
        </p:spPr>
      </p:sp>
      <p:graphicFrame>
        <p:nvGraphicFramePr>
          <p:cNvPr id="49179" name="Object 38"/>
          <p:cNvGraphicFramePr>
            <a:graphicFrameLocks noChangeAspect="1"/>
          </p:cNvGraphicFramePr>
          <p:nvPr/>
        </p:nvGraphicFramePr>
        <p:xfrm>
          <a:off x="4413250" y="5475288"/>
          <a:ext cx="584200" cy="463550"/>
        </p:xfrm>
        <a:graphic>
          <a:graphicData uri="http://schemas.openxmlformats.org/presentationml/2006/ole">
            <mc:AlternateContent xmlns:mc="http://schemas.openxmlformats.org/markup-compatibility/2006">
              <mc:Choice xmlns:v="urn:schemas-microsoft-com:vml" Requires="v">
                <p:oleObj spid="_x0000_s3114" name="" r:id="rId5" imgW="1307465" imgH="1083945" progId="MS_ClipArt_Gallery.2">
                  <p:embed/>
                </p:oleObj>
              </mc:Choice>
              <mc:Fallback>
                <p:oleObj name="" r:id="rId5" imgW="1307465" imgH="1083945" progId="MS_ClipArt_Gallery.2">
                  <p:embed/>
                  <p:pic>
                    <p:nvPicPr>
                      <p:cNvPr id="0" name="图片 3113"/>
                      <p:cNvPicPr/>
                      <p:nvPr/>
                    </p:nvPicPr>
                    <p:blipFill>
                      <a:blip r:embed="rId2"/>
                      <a:stretch>
                        <a:fillRect/>
                      </a:stretch>
                    </p:blipFill>
                    <p:spPr>
                      <a:xfrm>
                        <a:off x="4413250" y="5475288"/>
                        <a:ext cx="584200" cy="463550"/>
                      </a:xfrm>
                      <a:prstGeom prst="rect">
                        <a:avLst/>
                      </a:prstGeom>
                      <a:noFill/>
                      <a:ln w="38100">
                        <a:noFill/>
                        <a:miter/>
                      </a:ln>
                    </p:spPr>
                  </p:pic>
                </p:oleObj>
              </mc:Fallback>
            </mc:AlternateContent>
          </a:graphicData>
        </a:graphic>
      </p:graphicFrame>
      <p:graphicFrame>
        <p:nvGraphicFramePr>
          <p:cNvPr id="49180" name="Object 39"/>
          <p:cNvGraphicFramePr>
            <a:graphicFrameLocks noChangeAspect="1"/>
          </p:cNvGraphicFramePr>
          <p:nvPr/>
        </p:nvGraphicFramePr>
        <p:xfrm>
          <a:off x="3765550" y="5489575"/>
          <a:ext cx="584200" cy="463550"/>
        </p:xfrm>
        <a:graphic>
          <a:graphicData uri="http://schemas.openxmlformats.org/presentationml/2006/ole">
            <mc:AlternateContent xmlns:mc="http://schemas.openxmlformats.org/markup-compatibility/2006">
              <mc:Choice xmlns:v="urn:schemas-microsoft-com:vml" Requires="v">
                <p:oleObj spid="_x0000_s3115" name="" r:id="rId6" imgW="1307465" imgH="1083945" progId="MS_ClipArt_Gallery.2">
                  <p:embed/>
                </p:oleObj>
              </mc:Choice>
              <mc:Fallback>
                <p:oleObj name="" r:id="rId6" imgW="1307465" imgH="1083945" progId="MS_ClipArt_Gallery.2">
                  <p:embed/>
                  <p:pic>
                    <p:nvPicPr>
                      <p:cNvPr id="0" name="图片 3114"/>
                      <p:cNvPicPr/>
                      <p:nvPr/>
                    </p:nvPicPr>
                    <p:blipFill>
                      <a:blip r:embed="rId2"/>
                      <a:stretch>
                        <a:fillRect/>
                      </a:stretch>
                    </p:blipFill>
                    <p:spPr>
                      <a:xfrm>
                        <a:off x="3765550" y="5489575"/>
                        <a:ext cx="584200" cy="463550"/>
                      </a:xfrm>
                      <a:prstGeom prst="rect">
                        <a:avLst/>
                      </a:prstGeom>
                      <a:noFill/>
                      <a:ln w="38100">
                        <a:noFill/>
                        <a:miter/>
                      </a:ln>
                    </p:spPr>
                  </p:pic>
                </p:oleObj>
              </mc:Fallback>
            </mc:AlternateContent>
          </a:graphicData>
        </a:graphic>
      </p:graphicFrame>
      <p:sp>
        <p:nvSpPr>
          <p:cNvPr id="49181" name="Text Box 40"/>
          <p:cNvSpPr txBox="1"/>
          <p:nvPr/>
        </p:nvSpPr>
        <p:spPr>
          <a:xfrm>
            <a:off x="4813300" y="5260975"/>
            <a:ext cx="1031875" cy="3365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600" dirty="0">
                <a:latin typeface="Arial" panose="020B0604020202020204" pitchFamily="34" charset="0"/>
                <a:ea typeface="宋体" panose="02010600030101010101" pitchFamily="2" charset="-122"/>
              </a:rPr>
              <a:t>223.1.2.2</a:t>
            </a:r>
            <a:endParaRPr lang="en-US" altLang="zh-CN" sz="1800" dirty="0">
              <a:ea typeface="宋体" panose="02010600030101010101" pitchFamily="2" charset="-122"/>
            </a:endParaRPr>
          </a:p>
        </p:txBody>
      </p:sp>
      <p:sp>
        <p:nvSpPr>
          <p:cNvPr id="49182" name="Text Box 41"/>
          <p:cNvSpPr txBox="1"/>
          <p:nvPr/>
        </p:nvSpPr>
        <p:spPr>
          <a:xfrm>
            <a:off x="2917825" y="5256213"/>
            <a:ext cx="1031875" cy="3365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600" dirty="0">
                <a:latin typeface="Arial" panose="020B0604020202020204" pitchFamily="34" charset="0"/>
                <a:ea typeface="宋体" panose="02010600030101010101" pitchFamily="2" charset="-122"/>
              </a:rPr>
              <a:t>223.1.2.1</a:t>
            </a:r>
            <a:endParaRPr lang="en-US" altLang="zh-CN" sz="1800" dirty="0">
              <a:ea typeface="宋体" panose="02010600030101010101" pitchFamily="2" charset="-122"/>
            </a:endParaRPr>
          </a:p>
        </p:txBody>
      </p:sp>
      <p:sp>
        <p:nvSpPr>
          <p:cNvPr id="49183" name="Rectangle 42"/>
          <p:cNvSpPr/>
          <p:nvPr/>
        </p:nvSpPr>
        <p:spPr>
          <a:xfrm>
            <a:off x="4319588" y="4767263"/>
            <a:ext cx="128587" cy="180975"/>
          </a:xfrm>
          <a:prstGeom prst="rect">
            <a:avLst/>
          </a:prstGeom>
          <a:solidFill>
            <a:srgbClr val="66CCFF"/>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49184" name="Text Box 43"/>
          <p:cNvSpPr txBox="1"/>
          <p:nvPr/>
        </p:nvSpPr>
        <p:spPr>
          <a:xfrm>
            <a:off x="3876675" y="4706938"/>
            <a:ext cx="1031875" cy="3365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600" dirty="0">
                <a:latin typeface="Arial" panose="020B0604020202020204" pitchFamily="34" charset="0"/>
                <a:ea typeface="宋体" panose="02010600030101010101" pitchFamily="2" charset="-122"/>
              </a:rPr>
              <a:t>223.1.2.6</a:t>
            </a:r>
            <a:endParaRPr lang="en-US" altLang="zh-CN" sz="1800" dirty="0">
              <a:ea typeface="宋体" panose="02010600030101010101" pitchFamily="2" charset="-122"/>
            </a:endParaRPr>
          </a:p>
        </p:txBody>
      </p:sp>
      <p:sp>
        <p:nvSpPr>
          <p:cNvPr id="49185" name="Freeform 45"/>
          <p:cNvSpPr/>
          <p:nvPr/>
        </p:nvSpPr>
        <p:spPr>
          <a:xfrm>
            <a:off x="6651625" y="4583113"/>
            <a:ext cx="1539875" cy="1490662"/>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970" h="939">
                <a:moveTo>
                  <a:pt x="451" y="41"/>
                </a:moveTo>
                <a:cubicBezTo>
                  <a:pt x="415" y="47"/>
                  <a:pt x="452" y="358"/>
                  <a:pt x="388" y="431"/>
                </a:cubicBezTo>
                <a:cubicBezTo>
                  <a:pt x="324" y="504"/>
                  <a:pt x="128" y="419"/>
                  <a:pt x="64" y="479"/>
                </a:cubicBezTo>
                <a:cubicBezTo>
                  <a:pt x="0" y="539"/>
                  <a:pt x="1" y="718"/>
                  <a:pt x="7" y="791"/>
                </a:cubicBezTo>
                <a:cubicBezTo>
                  <a:pt x="13" y="864"/>
                  <a:pt x="31" y="901"/>
                  <a:pt x="100" y="920"/>
                </a:cubicBezTo>
                <a:cubicBezTo>
                  <a:pt x="169" y="939"/>
                  <a:pt x="329" y="908"/>
                  <a:pt x="421" y="905"/>
                </a:cubicBezTo>
                <a:cubicBezTo>
                  <a:pt x="513" y="902"/>
                  <a:pt x="572" y="913"/>
                  <a:pt x="652" y="905"/>
                </a:cubicBezTo>
                <a:cubicBezTo>
                  <a:pt x="732" y="897"/>
                  <a:pt x="860" y="929"/>
                  <a:pt x="904" y="857"/>
                </a:cubicBezTo>
                <a:cubicBezTo>
                  <a:pt x="948" y="785"/>
                  <a:pt x="970" y="542"/>
                  <a:pt x="916" y="473"/>
                </a:cubicBezTo>
                <a:cubicBezTo>
                  <a:pt x="862" y="404"/>
                  <a:pt x="645" y="511"/>
                  <a:pt x="580" y="443"/>
                </a:cubicBezTo>
                <a:cubicBezTo>
                  <a:pt x="515" y="375"/>
                  <a:pt x="534" y="130"/>
                  <a:pt x="526" y="65"/>
                </a:cubicBezTo>
                <a:cubicBezTo>
                  <a:pt x="518" y="0"/>
                  <a:pt x="542" y="57"/>
                  <a:pt x="529" y="53"/>
                </a:cubicBezTo>
                <a:cubicBezTo>
                  <a:pt x="520" y="26"/>
                  <a:pt x="487" y="35"/>
                  <a:pt x="451" y="41"/>
                </a:cubicBezTo>
                <a:close/>
              </a:path>
            </a:pathLst>
          </a:custGeom>
          <a:solidFill>
            <a:srgbClr val="66CCFF">
              <a:alpha val="100000"/>
            </a:srgbClr>
          </a:solidFill>
          <a:ln w="9525">
            <a:noFill/>
          </a:ln>
        </p:spPr>
        <p:txBody>
          <a:bodyPr/>
          <a:p>
            <a:endParaRPr lang="zh-CN" altLang="en-US"/>
          </a:p>
        </p:txBody>
      </p:sp>
      <p:grpSp>
        <p:nvGrpSpPr>
          <p:cNvPr id="49186" name="Group 46"/>
          <p:cNvGrpSpPr/>
          <p:nvPr/>
        </p:nvGrpSpPr>
        <p:grpSpPr>
          <a:xfrm>
            <a:off x="7088188" y="4294188"/>
            <a:ext cx="711200" cy="381000"/>
            <a:chOff x="3600" y="219"/>
            <a:chExt cx="360" cy="175"/>
          </a:xfrm>
        </p:grpSpPr>
        <p:sp>
          <p:nvSpPr>
            <p:cNvPr id="49223" name="Oval 47"/>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49224" name="Line 48"/>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49225" name="Line 49"/>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49226" name="Rectangle 50"/>
            <p:cNvSpPr/>
            <p:nvPr/>
          </p:nvSpPr>
          <p:spPr>
            <a:xfrm>
              <a:off x="3603" y="289"/>
              <a:ext cx="354" cy="5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9227" name="Oval 51"/>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49228" name="Group 52"/>
            <p:cNvGrpSpPr/>
            <p:nvPr/>
          </p:nvGrpSpPr>
          <p:grpSpPr>
            <a:xfrm>
              <a:off x="3686" y="244"/>
              <a:ext cx="177" cy="66"/>
              <a:chOff x="2848" y="848"/>
              <a:chExt cx="140" cy="98"/>
            </a:xfrm>
          </p:grpSpPr>
          <p:sp>
            <p:nvSpPr>
              <p:cNvPr id="49233" name="Line 53"/>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49234" name="Line 54"/>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49235" name="Line 55"/>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49229" name="Group 56"/>
            <p:cNvGrpSpPr/>
            <p:nvPr/>
          </p:nvGrpSpPr>
          <p:grpSpPr>
            <a:xfrm flipV="1">
              <a:off x="3686" y="243"/>
              <a:ext cx="177" cy="66"/>
              <a:chOff x="2848" y="848"/>
              <a:chExt cx="140" cy="98"/>
            </a:xfrm>
          </p:grpSpPr>
          <p:sp>
            <p:nvSpPr>
              <p:cNvPr id="49230" name="Line 57"/>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49231" name="Line 58"/>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49232" name="Line 59"/>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sp>
        <p:nvSpPr>
          <p:cNvPr id="49187" name="Line 60"/>
          <p:cNvSpPr/>
          <p:nvPr/>
        </p:nvSpPr>
        <p:spPr>
          <a:xfrm flipH="1">
            <a:off x="7407275" y="4686300"/>
            <a:ext cx="0" cy="704850"/>
          </a:xfrm>
          <a:prstGeom prst="line">
            <a:avLst/>
          </a:prstGeom>
          <a:ln w="19050" cap="flat" cmpd="sng">
            <a:solidFill>
              <a:schemeClr val="tx1"/>
            </a:solidFill>
            <a:prstDash val="solid"/>
            <a:headEnd type="none" w="med" len="med"/>
            <a:tailEnd type="none" w="med" len="med"/>
          </a:ln>
        </p:spPr>
      </p:sp>
      <p:sp>
        <p:nvSpPr>
          <p:cNvPr id="49188" name="Line 61"/>
          <p:cNvSpPr/>
          <p:nvPr/>
        </p:nvSpPr>
        <p:spPr>
          <a:xfrm flipH="1" flipV="1">
            <a:off x="6888163" y="5391150"/>
            <a:ext cx="1019175" cy="4763"/>
          </a:xfrm>
          <a:prstGeom prst="line">
            <a:avLst/>
          </a:prstGeom>
          <a:ln w="19050" cap="flat" cmpd="sng">
            <a:solidFill>
              <a:schemeClr val="tx1"/>
            </a:solidFill>
            <a:prstDash val="solid"/>
            <a:headEnd type="none" w="med" len="med"/>
            <a:tailEnd type="none" w="med" len="med"/>
          </a:ln>
        </p:spPr>
      </p:sp>
      <p:sp>
        <p:nvSpPr>
          <p:cNvPr id="49189" name="Line 62"/>
          <p:cNvSpPr/>
          <p:nvPr/>
        </p:nvSpPr>
        <p:spPr>
          <a:xfrm flipH="1" flipV="1">
            <a:off x="6899275" y="5407025"/>
            <a:ext cx="3175" cy="169863"/>
          </a:xfrm>
          <a:prstGeom prst="line">
            <a:avLst/>
          </a:prstGeom>
          <a:ln w="19050" cap="flat" cmpd="sng">
            <a:solidFill>
              <a:schemeClr val="tx1"/>
            </a:solidFill>
            <a:prstDash val="solid"/>
            <a:headEnd type="none" w="med" len="med"/>
            <a:tailEnd type="none" w="med" len="med"/>
          </a:ln>
        </p:spPr>
      </p:sp>
      <p:sp>
        <p:nvSpPr>
          <p:cNvPr id="49190" name="Line 63"/>
          <p:cNvSpPr/>
          <p:nvPr/>
        </p:nvSpPr>
        <p:spPr>
          <a:xfrm flipH="1" flipV="1">
            <a:off x="7894638" y="5392738"/>
            <a:ext cx="3175" cy="241300"/>
          </a:xfrm>
          <a:prstGeom prst="line">
            <a:avLst/>
          </a:prstGeom>
          <a:ln w="19050" cap="flat" cmpd="sng">
            <a:solidFill>
              <a:schemeClr val="tx1"/>
            </a:solidFill>
            <a:prstDash val="solid"/>
            <a:headEnd type="none" w="med" len="med"/>
            <a:tailEnd type="none" w="med" len="med"/>
          </a:ln>
        </p:spPr>
      </p:sp>
      <p:graphicFrame>
        <p:nvGraphicFramePr>
          <p:cNvPr id="49191" name="Object 64"/>
          <p:cNvGraphicFramePr>
            <a:graphicFrameLocks noChangeAspect="1"/>
          </p:cNvGraphicFramePr>
          <p:nvPr/>
        </p:nvGraphicFramePr>
        <p:xfrm>
          <a:off x="7442200" y="5494338"/>
          <a:ext cx="584200" cy="463550"/>
        </p:xfrm>
        <a:graphic>
          <a:graphicData uri="http://schemas.openxmlformats.org/presentationml/2006/ole">
            <mc:AlternateContent xmlns:mc="http://schemas.openxmlformats.org/markup-compatibility/2006">
              <mc:Choice xmlns:v="urn:schemas-microsoft-com:vml" Requires="v">
                <p:oleObj spid="_x0000_s3116" name="" r:id="rId7" imgW="1307465" imgH="1083945" progId="MS_ClipArt_Gallery.2">
                  <p:embed/>
                </p:oleObj>
              </mc:Choice>
              <mc:Fallback>
                <p:oleObj name="" r:id="rId7" imgW="1307465" imgH="1083945" progId="MS_ClipArt_Gallery.2">
                  <p:embed/>
                  <p:pic>
                    <p:nvPicPr>
                      <p:cNvPr id="0" name="图片 3115"/>
                      <p:cNvPicPr/>
                      <p:nvPr/>
                    </p:nvPicPr>
                    <p:blipFill>
                      <a:blip r:embed="rId2"/>
                      <a:stretch>
                        <a:fillRect/>
                      </a:stretch>
                    </p:blipFill>
                    <p:spPr>
                      <a:xfrm>
                        <a:off x="7442200" y="5494338"/>
                        <a:ext cx="584200" cy="463550"/>
                      </a:xfrm>
                      <a:prstGeom prst="rect">
                        <a:avLst/>
                      </a:prstGeom>
                      <a:noFill/>
                      <a:ln w="38100">
                        <a:noFill/>
                        <a:miter/>
                      </a:ln>
                    </p:spPr>
                  </p:pic>
                </p:oleObj>
              </mc:Fallback>
            </mc:AlternateContent>
          </a:graphicData>
        </a:graphic>
      </p:graphicFrame>
      <p:graphicFrame>
        <p:nvGraphicFramePr>
          <p:cNvPr id="49192" name="Object 65"/>
          <p:cNvGraphicFramePr>
            <a:graphicFrameLocks noChangeAspect="1"/>
          </p:cNvGraphicFramePr>
          <p:nvPr/>
        </p:nvGraphicFramePr>
        <p:xfrm>
          <a:off x="6794500" y="5508625"/>
          <a:ext cx="584200" cy="463550"/>
        </p:xfrm>
        <a:graphic>
          <a:graphicData uri="http://schemas.openxmlformats.org/presentationml/2006/ole">
            <mc:AlternateContent xmlns:mc="http://schemas.openxmlformats.org/markup-compatibility/2006">
              <mc:Choice xmlns:v="urn:schemas-microsoft-com:vml" Requires="v">
                <p:oleObj spid="_x0000_s3117" name="" r:id="rId8" imgW="1307465" imgH="1083945" progId="MS_ClipArt_Gallery.2">
                  <p:embed/>
                </p:oleObj>
              </mc:Choice>
              <mc:Fallback>
                <p:oleObj name="" r:id="rId8" imgW="1307465" imgH="1083945" progId="MS_ClipArt_Gallery.2">
                  <p:embed/>
                  <p:pic>
                    <p:nvPicPr>
                      <p:cNvPr id="0" name="图片 3116"/>
                      <p:cNvPicPr/>
                      <p:nvPr/>
                    </p:nvPicPr>
                    <p:blipFill>
                      <a:blip r:embed="rId2"/>
                      <a:stretch>
                        <a:fillRect/>
                      </a:stretch>
                    </p:blipFill>
                    <p:spPr>
                      <a:xfrm>
                        <a:off x="6794500" y="5508625"/>
                        <a:ext cx="584200" cy="463550"/>
                      </a:xfrm>
                      <a:prstGeom prst="rect">
                        <a:avLst/>
                      </a:prstGeom>
                      <a:noFill/>
                      <a:ln w="38100">
                        <a:noFill/>
                        <a:miter/>
                      </a:ln>
                    </p:spPr>
                  </p:pic>
                </p:oleObj>
              </mc:Fallback>
            </mc:AlternateContent>
          </a:graphicData>
        </a:graphic>
      </p:graphicFrame>
      <p:sp>
        <p:nvSpPr>
          <p:cNvPr id="49193" name="Text Box 66"/>
          <p:cNvSpPr txBox="1"/>
          <p:nvPr/>
        </p:nvSpPr>
        <p:spPr>
          <a:xfrm>
            <a:off x="7842250" y="5280025"/>
            <a:ext cx="1031875" cy="3365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600" dirty="0">
                <a:latin typeface="Arial" panose="020B0604020202020204" pitchFamily="34" charset="0"/>
                <a:ea typeface="宋体" panose="02010600030101010101" pitchFamily="2" charset="-122"/>
              </a:rPr>
              <a:t>223.1.3.2</a:t>
            </a:r>
            <a:endParaRPr lang="en-US" altLang="zh-CN" sz="1800" dirty="0">
              <a:ea typeface="宋体" panose="02010600030101010101" pitchFamily="2" charset="-122"/>
            </a:endParaRPr>
          </a:p>
        </p:txBody>
      </p:sp>
      <p:sp>
        <p:nvSpPr>
          <p:cNvPr id="49194" name="Text Box 67"/>
          <p:cNvSpPr txBox="1"/>
          <p:nvPr/>
        </p:nvSpPr>
        <p:spPr>
          <a:xfrm>
            <a:off x="5946775" y="5275263"/>
            <a:ext cx="1031875" cy="3365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600" dirty="0">
                <a:latin typeface="Arial" panose="020B0604020202020204" pitchFamily="34" charset="0"/>
                <a:ea typeface="宋体" panose="02010600030101010101" pitchFamily="2" charset="-122"/>
              </a:rPr>
              <a:t>223.1.3.1</a:t>
            </a:r>
            <a:endParaRPr lang="en-US" altLang="zh-CN" sz="1800" dirty="0">
              <a:ea typeface="宋体" panose="02010600030101010101" pitchFamily="2" charset="-122"/>
            </a:endParaRPr>
          </a:p>
        </p:txBody>
      </p:sp>
      <p:sp>
        <p:nvSpPr>
          <p:cNvPr id="49195" name="Rectangle 68"/>
          <p:cNvSpPr/>
          <p:nvPr/>
        </p:nvSpPr>
        <p:spPr>
          <a:xfrm>
            <a:off x="7348538" y="4786313"/>
            <a:ext cx="128587" cy="180975"/>
          </a:xfrm>
          <a:prstGeom prst="rect">
            <a:avLst/>
          </a:prstGeom>
          <a:solidFill>
            <a:srgbClr val="66CCFF"/>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49196" name="Text Box 69"/>
          <p:cNvSpPr txBox="1"/>
          <p:nvPr/>
        </p:nvSpPr>
        <p:spPr>
          <a:xfrm>
            <a:off x="6899275" y="4751388"/>
            <a:ext cx="1144588" cy="3365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600" dirty="0">
                <a:latin typeface="Arial" panose="020B0604020202020204" pitchFamily="34" charset="0"/>
                <a:ea typeface="宋体" panose="02010600030101010101" pitchFamily="2" charset="-122"/>
              </a:rPr>
              <a:t>223.1.3.27</a:t>
            </a:r>
            <a:endParaRPr lang="en-US" altLang="zh-CN" sz="1800" dirty="0">
              <a:ea typeface="宋体" panose="02010600030101010101" pitchFamily="2" charset="-122"/>
            </a:endParaRPr>
          </a:p>
        </p:txBody>
      </p:sp>
      <p:grpSp>
        <p:nvGrpSpPr>
          <p:cNvPr id="49197" name="Group 70"/>
          <p:cNvGrpSpPr/>
          <p:nvPr/>
        </p:nvGrpSpPr>
        <p:grpSpPr>
          <a:xfrm>
            <a:off x="5526088" y="2389188"/>
            <a:ext cx="711200" cy="381000"/>
            <a:chOff x="3600" y="219"/>
            <a:chExt cx="360" cy="175"/>
          </a:xfrm>
        </p:grpSpPr>
        <p:sp>
          <p:nvSpPr>
            <p:cNvPr id="49210" name="Oval 71"/>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49211" name="Line 72"/>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49212" name="Line 73"/>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49213" name="Rectangle 74"/>
            <p:cNvSpPr/>
            <p:nvPr/>
          </p:nvSpPr>
          <p:spPr>
            <a:xfrm>
              <a:off x="3603" y="289"/>
              <a:ext cx="354" cy="5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49214" name="Oval 75"/>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49215" name="Group 76"/>
            <p:cNvGrpSpPr/>
            <p:nvPr/>
          </p:nvGrpSpPr>
          <p:grpSpPr>
            <a:xfrm>
              <a:off x="3686" y="244"/>
              <a:ext cx="177" cy="66"/>
              <a:chOff x="2848" y="848"/>
              <a:chExt cx="140" cy="98"/>
            </a:xfrm>
          </p:grpSpPr>
          <p:sp>
            <p:nvSpPr>
              <p:cNvPr id="49220" name="Line 77"/>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49221" name="Line 78"/>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49222" name="Line 79"/>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49216" name="Group 80"/>
            <p:cNvGrpSpPr/>
            <p:nvPr/>
          </p:nvGrpSpPr>
          <p:grpSpPr>
            <a:xfrm flipV="1">
              <a:off x="3686" y="243"/>
              <a:ext cx="177" cy="66"/>
              <a:chOff x="2848" y="848"/>
              <a:chExt cx="140" cy="98"/>
            </a:xfrm>
          </p:grpSpPr>
          <p:sp>
            <p:nvSpPr>
              <p:cNvPr id="49217" name="Line 81"/>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49218" name="Line 82"/>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49219" name="Line 83"/>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sp>
        <p:nvSpPr>
          <p:cNvPr id="49198" name="Line 84"/>
          <p:cNvSpPr/>
          <p:nvPr/>
        </p:nvSpPr>
        <p:spPr>
          <a:xfrm flipH="1" flipV="1">
            <a:off x="6108700" y="1306513"/>
            <a:ext cx="3175" cy="265112"/>
          </a:xfrm>
          <a:prstGeom prst="line">
            <a:avLst/>
          </a:prstGeom>
          <a:ln w="19050" cap="flat" cmpd="sng">
            <a:solidFill>
              <a:schemeClr val="tx1"/>
            </a:solidFill>
            <a:prstDash val="solid"/>
            <a:headEnd type="none" w="med" len="med"/>
            <a:tailEnd type="none" w="med" len="med"/>
          </a:ln>
        </p:spPr>
      </p:sp>
      <p:sp>
        <p:nvSpPr>
          <p:cNvPr id="49199" name="Rectangle 85"/>
          <p:cNvSpPr/>
          <p:nvPr/>
        </p:nvSpPr>
        <p:spPr>
          <a:xfrm>
            <a:off x="6053138" y="1343025"/>
            <a:ext cx="109537" cy="195263"/>
          </a:xfrm>
          <a:prstGeom prst="rect">
            <a:avLst/>
          </a:prstGeom>
          <a:solidFill>
            <a:srgbClr val="66CCFF"/>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49200" name="Text Box 86"/>
          <p:cNvSpPr txBox="1"/>
          <p:nvPr/>
        </p:nvSpPr>
        <p:spPr>
          <a:xfrm>
            <a:off x="5618163" y="557213"/>
            <a:ext cx="1031875" cy="3365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600" dirty="0">
                <a:latin typeface="Arial" panose="020B0604020202020204" pitchFamily="34" charset="0"/>
                <a:ea typeface="宋体" panose="02010600030101010101" pitchFamily="2" charset="-122"/>
              </a:rPr>
              <a:t>223.1.1.2</a:t>
            </a:r>
            <a:endParaRPr lang="en-US" altLang="zh-CN" sz="1600" dirty="0">
              <a:ea typeface="宋体" panose="02010600030101010101" pitchFamily="2" charset="-122"/>
            </a:endParaRPr>
          </a:p>
        </p:txBody>
      </p:sp>
      <p:sp>
        <p:nvSpPr>
          <p:cNvPr id="49201" name="Line 87"/>
          <p:cNvSpPr/>
          <p:nvPr/>
        </p:nvSpPr>
        <p:spPr>
          <a:xfrm flipV="1">
            <a:off x="4591050" y="2762250"/>
            <a:ext cx="1114425" cy="1543050"/>
          </a:xfrm>
          <a:prstGeom prst="line">
            <a:avLst/>
          </a:prstGeom>
          <a:ln w="28575" cap="flat" cmpd="sng">
            <a:solidFill>
              <a:schemeClr val="tx1"/>
            </a:solidFill>
            <a:prstDash val="solid"/>
            <a:headEnd type="none" w="med" len="med"/>
            <a:tailEnd type="none" w="med" len="med"/>
          </a:ln>
        </p:spPr>
      </p:sp>
      <p:sp>
        <p:nvSpPr>
          <p:cNvPr id="49202" name="Line 88"/>
          <p:cNvSpPr/>
          <p:nvPr/>
        </p:nvSpPr>
        <p:spPr>
          <a:xfrm flipH="1" flipV="1">
            <a:off x="6105525" y="2743200"/>
            <a:ext cx="1276350" cy="1543050"/>
          </a:xfrm>
          <a:prstGeom prst="line">
            <a:avLst/>
          </a:prstGeom>
          <a:ln w="28575" cap="flat" cmpd="sng">
            <a:solidFill>
              <a:schemeClr val="tx1"/>
            </a:solidFill>
            <a:prstDash val="solid"/>
            <a:headEnd type="none" w="med" len="med"/>
            <a:tailEnd type="none" w="med" len="med"/>
          </a:ln>
        </p:spPr>
      </p:sp>
      <p:sp>
        <p:nvSpPr>
          <p:cNvPr id="49203" name="Line 89"/>
          <p:cNvSpPr/>
          <p:nvPr/>
        </p:nvSpPr>
        <p:spPr>
          <a:xfrm flipH="1" flipV="1">
            <a:off x="4781550" y="4505325"/>
            <a:ext cx="2305050" cy="9525"/>
          </a:xfrm>
          <a:prstGeom prst="line">
            <a:avLst/>
          </a:prstGeom>
          <a:ln w="28575" cap="flat" cmpd="sng">
            <a:solidFill>
              <a:schemeClr val="tx1"/>
            </a:solidFill>
            <a:prstDash val="solid"/>
            <a:headEnd type="none" w="med" len="med"/>
            <a:tailEnd type="none" w="med" len="med"/>
          </a:ln>
        </p:spPr>
      </p:sp>
      <p:sp>
        <p:nvSpPr>
          <p:cNvPr id="49204" name="Text Box 90"/>
          <p:cNvSpPr txBox="1"/>
          <p:nvPr/>
        </p:nvSpPr>
        <p:spPr>
          <a:xfrm>
            <a:off x="6184900" y="2655888"/>
            <a:ext cx="1031875" cy="3365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600" dirty="0">
                <a:latin typeface="Arial" panose="020B0604020202020204" pitchFamily="34" charset="0"/>
                <a:ea typeface="宋体" panose="02010600030101010101" pitchFamily="2" charset="-122"/>
              </a:rPr>
              <a:t>223.1.7.0</a:t>
            </a:r>
            <a:endParaRPr lang="en-US" altLang="zh-CN" sz="1800" dirty="0">
              <a:ea typeface="宋体" panose="02010600030101010101" pitchFamily="2" charset="-122"/>
            </a:endParaRPr>
          </a:p>
        </p:txBody>
      </p:sp>
      <p:sp>
        <p:nvSpPr>
          <p:cNvPr id="49205" name="Text Box 91"/>
          <p:cNvSpPr txBox="1"/>
          <p:nvPr/>
        </p:nvSpPr>
        <p:spPr>
          <a:xfrm>
            <a:off x="7261225" y="3941763"/>
            <a:ext cx="1031875" cy="3365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600" dirty="0">
                <a:latin typeface="Arial" panose="020B0604020202020204" pitchFamily="34" charset="0"/>
                <a:ea typeface="宋体" panose="02010600030101010101" pitchFamily="2" charset="-122"/>
              </a:rPr>
              <a:t>223.1.7.1</a:t>
            </a:r>
            <a:endParaRPr lang="en-US" altLang="zh-CN" sz="1800" dirty="0">
              <a:ea typeface="宋体" panose="02010600030101010101" pitchFamily="2" charset="-122"/>
            </a:endParaRPr>
          </a:p>
        </p:txBody>
      </p:sp>
      <p:sp>
        <p:nvSpPr>
          <p:cNvPr id="49206" name="Text Box 92"/>
          <p:cNvSpPr txBox="1"/>
          <p:nvPr/>
        </p:nvSpPr>
        <p:spPr>
          <a:xfrm>
            <a:off x="6022975" y="4198938"/>
            <a:ext cx="1031875" cy="3365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600" dirty="0">
                <a:latin typeface="Arial" panose="020B0604020202020204" pitchFamily="34" charset="0"/>
                <a:ea typeface="宋体" panose="02010600030101010101" pitchFamily="2" charset="-122"/>
              </a:rPr>
              <a:t>223.1.8.0</a:t>
            </a:r>
            <a:endParaRPr lang="en-US" altLang="zh-CN" sz="1800" dirty="0">
              <a:ea typeface="宋体" panose="02010600030101010101" pitchFamily="2" charset="-122"/>
            </a:endParaRPr>
          </a:p>
        </p:txBody>
      </p:sp>
      <p:sp>
        <p:nvSpPr>
          <p:cNvPr id="49207" name="Text Box 93"/>
          <p:cNvSpPr txBox="1"/>
          <p:nvPr/>
        </p:nvSpPr>
        <p:spPr>
          <a:xfrm>
            <a:off x="4775200" y="4198938"/>
            <a:ext cx="1031875" cy="3365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600" dirty="0">
                <a:latin typeface="Arial" panose="020B0604020202020204" pitchFamily="34" charset="0"/>
                <a:ea typeface="宋体" panose="02010600030101010101" pitchFamily="2" charset="-122"/>
              </a:rPr>
              <a:t>223.1.8.1</a:t>
            </a:r>
            <a:endParaRPr lang="en-US" altLang="zh-CN" sz="1800" dirty="0">
              <a:ea typeface="宋体" panose="02010600030101010101" pitchFamily="2" charset="-122"/>
            </a:endParaRPr>
          </a:p>
        </p:txBody>
      </p:sp>
      <p:sp>
        <p:nvSpPr>
          <p:cNvPr id="49208" name="Text Box 94"/>
          <p:cNvSpPr txBox="1"/>
          <p:nvPr/>
        </p:nvSpPr>
        <p:spPr>
          <a:xfrm>
            <a:off x="3698875" y="3903663"/>
            <a:ext cx="1031875" cy="3365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600" dirty="0">
                <a:latin typeface="Arial" panose="020B0604020202020204" pitchFamily="34" charset="0"/>
                <a:ea typeface="宋体" panose="02010600030101010101" pitchFamily="2" charset="-122"/>
              </a:rPr>
              <a:t>223.1.9.1</a:t>
            </a:r>
            <a:endParaRPr lang="en-US" altLang="zh-CN" sz="1800" dirty="0">
              <a:ea typeface="宋体" panose="02010600030101010101" pitchFamily="2" charset="-122"/>
            </a:endParaRPr>
          </a:p>
        </p:txBody>
      </p:sp>
      <p:sp>
        <p:nvSpPr>
          <p:cNvPr id="49209" name="Text Box 95"/>
          <p:cNvSpPr txBox="1"/>
          <p:nvPr/>
        </p:nvSpPr>
        <p:spPr>
          <a:xfrm>
            <a:off x="4565650" y="2665413"/>
            <a:ext cx="1031875" cy="3365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600" dirty="0">
                <a:latin typeface="Arial" panose="020B0604020202020204" pitchFamily="34" charset="0"/>
                <a:ea typeface="宋体" panose="02010600030101010101" pitchFamily="2" charset="-122"/>
              </a:rPr>
              <a:t>223.1.9.2</a:t>
            </a:r>
            <a:endParaRPr lang="en-US" altLang="zh-CN" sz="1800" dirty="0">
              <a:ea typeface="宋体" panose="02010600030101010101" pitchFamily="2" charset="-122"/>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8" name="页脚占位符 4"/>
          <p:cNvSpPr txBox="1">
            <a:spLocks noGrp="1"/>
          </p:cNvSpPr>
          <p:nvPr>
            <p:ph type="ftr" sz="quarter" idx="11"/>
          </p:nvPr>
        </p:nvSpPr>
        <p:spPr/>
        <p:txBody>
          <a:bodyPr/>
          <a:p>
            <a:pPr marL="0" indent="0" algn="r">
              <a:spcBef>
                <a:spcPct val="0"/>
              </a:spcBef>
              <a:buClrTx/>
              <a:buSzTx/>
              <a:buFontTx/>
              <a:buNone/>
            </a:pPr>
            <a:r>
              <a:rPr lang="en-US" altLang="zh-CN" sz="1400" dirty="0">
                <a:ea typeface="宋体" panose="02010600030101010101" pitchFamily="2" charset="-122"/>
              </a:rPr>
              <a:t>Network Layer</a:t>
            </a:r>
            <a:endParaRPr lang="en-US" altLang="zh-CN" sz="1400" dirty="0">
              <a:latin typeface="Times New Roman" panose="02020603050405020304" pitchFamily="18" charset="0"/>
              <a:ea typeface="宋体" panose="02010600030101010101" pitchFamily="2" charset="-122"/>
            </a:endParaRPr>
          </a:p>
        </p:txBody>
      </p:sp>
      <p:sp>
        <p:nvSpPr>
          <p:cNvPr id="50179" name="灯片编号占位符 5"/>
          <p:cNvSpPr txBox="1">
            <a:spLocks noGrp="1"/>
          </p:cNvSpPr>
          <p:nvPr>
            <p:ph type="sldNum" sz="quarter" idx="12"/>
          </p:nvPr>
        </p:nvSpPr>
        <p:spPr/>
        <p:txBody>
          <a:bodyPr/>
          <a:p>
            <a:pPr marL="0" indent="0" algn="r">
              <a:spcBef>
                <a:spcPct val="0"/>
              </a:spcBef>
              <a:buClrTx/>
              <a:buSzTx/>
              <a:buFontTx/>
              <a:buNone/>
            </a:pPr>
            <a:r>
              <a:rPr lang="en-US" altLang="zh-CN" sz="1400" dirty="0">
                <a:ea typeface="宋体" panose="02010600030101010101" pitchFamily="2" charset="-122"/>
              </a:rPr>
              <a:t>4-</a:t>
            </a: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50180" name="Rectangle 2"/>
          <p:cNvSpPr>
            <a:spLocks noGrp="1"/>
          </p:cNvSpPr>
          <p:nvPr>
            <p:ph type="title"/>
          </p:nvPr>
        </p:nvSpPr>
        <p:spPr/>
        <p:txBody>
          <a:bodyPr vert="horz" wrap="square" lIns="91440" tIns="45720" rIns="91440" bIns="45720" anchor="ctr" anchorCtr="0"/>
          <a:p>
            <a:r>
              <a:rPr lang="en-US" altLang="zh-CN" dirty="0">
                <a:ea typeface="宋体" panose="02010600030101010101" pitchFamily="2" charset="-122"/>
              </a:rPr>
              <a:t>IP addressing: CIDR</a:t>
            </a:r>
            <a:endParaRPr lang="en-US" altLang="zh-CN" dirty="0">
              <a:ea typeface="宋体" panose="02010600030101010101" pitchFamily="2" charset="-122"/>
            </a:endParaRPr>
          </a:p>
        </p:txBody>
      </p:sp>
      <p:sp>
        <p:nvSpPr>
          <p:cNvPr id="50181" name="Rectangle 3"/>
          <p:cNvSpPr>
            <a:spLocks noGrp="1"/>
          </p:cNvSpPr>
          <p:nvPr>
            <p:ph idx="1"/>
          </p:nvPr>
        </p:nvSpPr>
        <p:spPr>
          <a:xfrm>
            <a:off x="565150" y="1328738"/>
            <a:ext cx="8107363" cy="3171825"/>
          </a:xfrm>
        </p:spPr>
        <p:txBody>
          <a:bodyPr vert="horz" wrap="square" lIns="91440" tIns="45720" rIns="91440" bIns="45720" anchor="t" anchorCtr="0"/>
          <a:p>
            <a:pPr>
              <a:buNone/>
            </a:pPr>
            <a:r>
              <a:rPr lang="en-US" altLang="zh-CN" sz="3200" dirty="0">
                <a:solidFill>
                  <a:srgbClr val="FF0000"/>
                </a:solidFill>
                <a:ea typeface="宋体" panose="02010600030101010101" pitchFamily="2" charset="-122"/>
              </a:rPr>
              <a:t>CIDR:</a:t>
            </a:r>
            <a:r>
              <a:rPr lang="en-US" altLang="zh-CN" sz="3200" dirty="0">
                <a:ea typeface="宋体" panose="02010600030101010101" pitchFamily="2" charset="-122"/>
              </a:rPr>
              <a:t> </a:t>
            </a:r>
            <a:r>
              <a:rPr lang="en-US" altLang="zh-CN" sz="3200" dirty="0">
                <a:solidFill>
                  <a:srgbClr val="FF0000"/>
                </a:solidFill>
                <a:ea typeface="宋体" panose="02010600030101010101" pitchFamily="2" charset="-122"/>
              </a:rPr>
              <a:t>C</a:t>
            </a:r>
            <a:r>
              <a:rPr lang="en-US" altLang="zh-CN" sz="3200" dirty="0">
                <a:ea typeface="宋体" panose="02010600030101010101" pitchFamily="2" charset="-122"/>
              </a:rPr>
              <a:t>lassless </a:t>
            </a:r>
            <a:r>
              <a:rPr lang="en-US" altLang="zh-CN" sz="3200" dirty="0">
                <a:solidFill>
                  <a:srgbClr val="FF0000"/>
                </a:solidFill>
                <a:ea typeface="宋体" panose="02010600030101010101" pitchFamily="2" charset="-122"/>
              </a:rPr>
              <a:t>I</a:t>
            </a:r>
            <a:r>
              <a:rPr lang="en-US" altLang="zh-CN" sz="3200" dirty="0">
                <a:ea typeface="宋体" panose="02010600030101010101" pitchFamily="2" charset="-122"/>
              </a:rPr>
              <a:t>nter</a:t>
            </a:r>
            <a:r>
              <a:rPr lang="en-US" altLang="zh-CN" sz="3200" dirty="0">
                <a:solidFill>
                  <a:srgbClr val="FF0000"/>
                </a:solidFill>
                <a:ea typeface="宋体" panose="02010600030101010101" pitchFamily="2" charset="-122"/>
              </a:rPr>
              <a:t>D</a:t>
            </a:r>
            <a:r>
              <a:rPr lang="en-US" altLang="zh-CN" sz="3200" dirty="0">
                <a:ea typeface="宋体" panose="02010600030101010101" pitchFamily="2" charset="-122"/>
              </a:rPr>
              <a:t>omain </a:t>
            </a:r>
            <a:r>
              <a:rPr lang="en-US" altLang="zh-CN" sz="3200" dirty="0">
                <a:solidFill>
                  <a:srgbClr val="FF0000"/>
                </a:solidFill>
                <a:ea typeface="宋体" panose="02010600030101010101" pitchFamily="2" charset="-122"/>
              </a:rPr>
              <a:t>R</a:t>
            </a:r>
            <a:r>
              <a:rPr lang="en-US" altLang="zh-CN" sz="3200" dirty="0">
                <a:ea typeface="宋体" panose="02010600030101010101" pitchFamily="2" charset="-122"/>
              </a:rPr>
              <a:t>outing</a:t>
            </a:r>
            <a:endParaRPr lang="en-US" altLang="zh-CN" sz="3200" dirty="0">
              <a:ea typeface="宋体" panose="02010600030101010101" pitchFamily="2" charset="-122"/>
            </a:endParaRPr>
          </a:p>
          <a:p>
            <a:pPr lvl="1"/>
            <a:r>
              <a:rPr lang="en-US" altLang="zh-CN" dirty="0">
                <a:ea typeface="宋体" panose="02010600030101010101" pitchFamily="2" charset="-122"/>
              </a:rPr>
              <a:t>subnet portion of address of arbitrary length</a:t>
            </a:r>
            <a:endParaRPr lang="en-US" altLang="zh-CN" dirty="0">
              <a:ea typeface="宋体" panose="02010600030101010101" pitchFamily="2" charset="-122"/>
            </a:endParaRPr>
          </a:p>
          <a:p>
            <a:pPr lvl="1"/>
            <a:r>
              <a:rPr lang="en-US" altLang="zh-CN" dirty="0">
                <a:ea typeface="宋体" panose="02010600030101010101" pitchFamily="2" charset="-122"/>
              </a:rPr>
              <a:t>address format: </a:t>
            </a:r>
            <a:r>
              <a:rPr lang="en-US" altLang="zh-CN" dirty="0">
                <a:solidFill>
                  <a:srgbClr val="FF0000"/>
                </a:solidFill>
                <a:ea typeface="宋体" panose="02010600030101010101" pitchFamily="2" charset="-122"/>
              </a:rPr>
              <a:t>a.b.c.d/x</a:t>
            </a:r>
            <a:r>
              <a:rPr lang="en-US" altLang="zh-CN" dirty="0">
                <a:ea typeface="宋体" panose="02010600030101010101" pitchFamily="2" charset="-122"/>
              </a:rPr>
              <a:t>, where x is # bits in subnet portion of address</a:t>
            </a:r>
            <a:endParaRPr lang="en-US" altLang="zh-CN" dirty="0">
              <a:ea typeface="宋体" panose="02010600030101010101" pitchFamily="2" charset="-122"/>
            </a:endParaRPr>
          </a:p>
        </p:txBody>
      </p:sp>
      <p:grpSp>
        <p:nvGrpSpPr>
          <p:cNvPr id="50182" name="Group 4"/>
          <p:cNvGrpSpPr/>
          <p:nvPr/>
        </p:nvGrpSpPr>
        <p:grpSpPr>
          <a:xfrm>
            <a:off x="1423988" y="4641850"/>
            <a:ext cx="6124575" cy="1625600"/>
            <a:chOff x="1339" y="899"/>
            <a:chExt cx="3858" cy="1024"/>
          </a:xfrm>
        </p:grpSpPr>
        <p:sp>
          <p:nvSpPr>
            <p:cNvPr id="50183" name="Text Box 5"/>
            <p:cNvSpPr txBox="1"/>
            <p:nvPr/>
          </p:nvSpPr>
          <p:spPr>
            <a:xfrm>
              <a:off x="1339" y="1262"/>
              <a:ext cx="3858"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2400" dirty="0">
                  <a:solidFill>
                    <a:schemeClr val="accent2"/>
                  </a:solidFill>
                  <a:latin typeface="Arial" panose="020B0604020202020204" pitchFamily="34" charset="0"/>
                  <a:ea typeface="宋体" panose="02010600030101010101" pitchFamily="2" charset="-122"/>
                </a:rPr>
                <a:t>11001000  00010111</a:t>
              </a:r>
              <a:r>
                <a:rPr lang="en-US" altLang="zh-CN" sz="2400" dirty="0">
                  <a:latin typeface="Arial" panose="020B0604020202020204" pitchFamily="34" charset="0"/>
                  <a:ea typeface="宋体" panose="02010600030101010101" pitchFamily="2" charset="-122"/>
                </a:rPr>
                <a:t>  </a:t>
              </a:r>
              <a:r>
                <a:rPr lang="en-US" altLang="zh-CN" sz="2400" dirty="0">
                  <a:solidFill>
                    <a:schemeClr val="accent2"/>
                  </a:solidFill>
                  <a:latin typeface="Arial" panose="020B0604020202020204" pitchFamily="34" charset="0"/>
                  <a:ea typeface="宋体" panose="02010600030101010101" pitchFamily="2" charset="-122"/>
                </a:rPr>
                <a:t>0001000</a:t>
              </a:r>
              <a:r>
                <a:rPr lang="en-US" altLang="zh-CN" sz="2400" dirty="0">
                  <a:latin typeface="Arial" panose="020B0604020202020204" pitchFamily="34" charset="0"/>
                  <a:ea typeface="宋体" panose="02010600030101010101" pitchFamily="2" charset="-122"/>
                </a:rPr>
                <a:t>0  00000000</a:t>
              </a:r>
              <a:endParaRPr lang="en-US" altLang="zh-CN" sz="2400" dirty="0">
                <a:latin typeface="Times New Roman" panose="02020603050405020304" pitchFamily="18" charset="0"/>
                <a:ea typeface="宋体" panose="02010600030101010101" pitchFamily="2" charset="-122"/>
              </a:endParaRPr>
            </a:p>
          </p:txBody>
        </p:sp>
        <p:sp>
          <p:nvSpPr>
            <p:cNvPr id="50184" name="Text Box 6"/>
            <p:cNvSpPr txBox="1"/>
            <p:nvPr/>
          </p:nvSpPr>
          <p:spPr>
            <a:xfrm>
              <a:off x="2376" y="922"/>
              <a:ext cx="568" cy="40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800" dirty="0">
                  <a:solidFill>
                    <a:schemeClr val="accent2"/>
                  </a:solidFill>
                  <a:ea typeface="宋体" panose="02010600030101010101" pitchFamily="2" charset="-122"/>
                </a:rPr>
                <a:t>subnet</a:t>
              </a:r>
              <a:endParaRPr lang="en-US" altLang="zh-CN" sz="1800" dirty="0">
                <a:solidFill>
                  <a:schemeClr val="accent2"/>
                </a:solidFill>
                <a:ea typeface="宋体" panose="02010600030101010101" pitchFamily="2" charset="-122"/>
              </a:endParaRPr>
            </a:p>
            <a:p>
              <a:pPr marL="0" lvl="0" indent="0" algn="ctr">
                <a:spcBef>
                  <a:spcPct val="0"/>
                </a:spcBef>
                <a:buClrTx/>
                <a:buSzTx/>
                <a:buFontTx/>
                <a:buNone/>
              </a:pPr>
              <a:r>
                <a:rPr lang="en-US" altLang="zh-CN" sz="1800" dirty="0">
                  <a:solidFill>
                    <a:schemeClr val="accent2"/>
                  </a:solidFill>
                  <a:ea typeface="宋体" panose="02010600030101010101" pitchFamily="2" charset="-122"/>
                </a:rPr>
                <a:t>part</a:t>
              </a:r>
              <a:endParaRPr lang="en-US" altLang="zh-CN" sz="1800" dirty="0">
                <a:ea typeface="宋体" panose="02010600030101010101" pitchFamily="2" charset="-122"/>
              </a:endParaRPr>
            </a:p>
          </p:txBody>
        </p:sp>
        <p:sp>
          <p:nvSpPr>
            <p:cNvPr id="50185" name="Text Box 7"/>
            <p:cNvSpPr txBox="1"/>
            <p:nvPr/>
          </p:nvSpPr>
          <p:spPr>
            <a:xfrm>
              <a:off x="4468" y="899"/>
              <a:ext cx="413" cy="40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800" dirty="0">
                  <a:ea typeface="宋体" panose="02010600030101010101" pitchFamily="2" charset="-122"/>
                </a:rPr>
                <a:t>host</a:t>
              </a:r>
              <a:endParaRPr lang="en-US" altLang="zh-CN" sz="1800" dirty="0">
                <a:ea typeface="宋体" panose="02010600030101010101" pitchFamily="2" charset="-122"/>
              </a:endParaRPr>
            </a:p>
            <a:p>
              <a:pPr marL="0" lvl="0" indent="0" algn="ctr">
                <a:spcBef>
                  <a:spcPct val="0"/>
                </a:spcBef>
                <a:buClrTx/>
                <a:buSzTx/>
                <a:buFontTx/>
                <a:buNone/>
              </a:pPr>
              <a:r>
                <a:rPr lang="en-US" altLang="zh-CN" sz="1800" dirty="0">
                  <a:ea typeface="宋体" panose="02010600030101010101" pitchFamily="2" charset="-122"/>
                </a:rPr>
                <a:t>part</a:t>
              </a:r>
              <a:endParaRPr lang="en-US" altLang="zh-CN" sz="1800" dirty="0">
                <a:ea typeface="宋体" panose="02010600030101010101" pitchFamily="2" charset="-122"/>
              </a:endParaRPr>
            </a:p>
          </p:txBody>
        </p:sp>
        <p:sp>
          <p:nvSpPr>
            <p:cNvPr id="50186" name="Line 8"/>
            <p:cNvSpPr/>
            <p:nvPr/>
          </p:nvSpPr>
          <p:spPr>
            <a:xfrm>
              <a:off x="3020" y="1121"/>
              <a:ext cx="1021" cy="0"/>
            </a:xfrm>
            <a:prstGeom prst="line">
              <a:avLst/>
            </a:prstGeom>
            <a:ln w="28575" cap="flat" cmpd="sng">
              <a:solidFill>
                <a:schemeClr val="accent2"/>
              </a:solidFill>
              <a:prstDash val="solid"/>
              <a:headEnd type="none" w="med" len="med"/>
              <a:tailEnd type="triangle" w="med" len="med"/>
            </a:ln>
          </p:spPr>
        </p:sp>
        <p:sp>
          <p:nvSpPr>
            <p:cNvPr id="50187" name="Line 9"/>
            <p:cNvSpPr/>
            <p:nvPr/>
          </p:nvSpPr>
          <p:spPr>
            <a:xfrm flipH="1">
              <a:off x="1408" y="1118"/>
              <a:ext cx="924" cy="7"/>
            </a:xfrm>
            <a:prstGeom prst="line">
              <a:avLst/>
            </a:prstGeom>
            <a:ln w="28575" cap="flat" cmpd="sng">
              <a:solidFill>
                <a:schemeClr val="accent2"/>
              </a:solidFill>
              <a:prstDash val="solid"/>
              <a:headEnd type="none" w="med" len="med"/>
              <a:tailEnd type="triangle" w="med" len="med"/>
            </a:ln>
          </p:spPr>
        </p:sp>
        <p:sp>
          <p:nvSpPr>
            <p:cNvPr id="50188" name="Line 10"/>
            <p:cNvSpPr/>
            <p:nvPr/>
          </p:nvSpPr>
          <p:spPr>
            <a:xfrm flipH="1" flipV="1">
              <a:off x="4055" y="1123"/>
              <a:ext cx="436" cy="7"/>
            </a:xfrm>
            <a:prstGeom prst="line">
              <a:avLst/>
            </a:prstGeom>
            <a:ln w="28575" cap="flat" cmpd="sng">
              <a:solidFill>
                <a:schemeClr val="tx1"/>
              </a:solidFill>
              <a:prstDash val="solid"/>
              <a:headEnd type="none" w="med" len="med"/>
              <a:tailEnd type="triangle" w="med" len="med"/>
            </a:ln>
          </p:spPr>
        </p:sp>
        <p:sp>
          <p:nvSpPr>
            <p:cNvPr id="50189" name="Line 11"/>
            <p:cNvSpPr/>
            <p:nvPr/>
          </p:nvSpPr>
          <p:spPr>
            <a:xfrm flipV="1">
              <a:off x="4778" y="1121"/>
              <a:ext cx="375" cy="0"/>
            </a:xfrm>
            <a:prstGeom prst="line">
              <a:avLst/>
            </a:prstGeom>
            <a:ln w="28575" cap="flat" cmpd="sng">
              <a:solidFill>
                <a:schemeClr val="tx1"/>
              </a:solidFill>
              <a:prstDash val="solid"/>
              <a:headEnd type="none" w="med" len="med"/>
              <a:tailEnd type="triangle" w="med" len="med"/>
            </a:ln>
          </p:spPr>
        </p:sp>
        <p:sp>
          <p:nvSpPr>
            <p:cNvPr id="50190" name="Text Box 12"/>
            <p:cNvSpPr txBox="1"/>
            <p:nvPr/>
          </p:nvSpPr>
          <p:spPr>
            <a:xfrm>
              <a:off x="2559" y="1635"/>
              <a:ext cx="1497"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2400" dirty="0">
                  <a:ea typeface="宋体" panose="02010600030101010101" pitchFamily="2" charset="-122"/>
                </a:rPr>
                <a:t>200.23.16.0/23</a:t>
              </a:r>
              <a:endParaRPr lang="en-US" altLang="zh-CN" sz="1800" dirty="0">
                <a:ea typeface="宋体" panose="02010600030101010101" pitchFamily="2" charset="-122"/>
              </a:endParaRPr>
            </a:p>
          </p:txBody>
        </p:sp>
      </p:gr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2" name="页脚占位符 4"/>
          <p:cNvSpPr txBox="1">
            <a:spLocks noGrp="1"/>
          </p:cNvSpPr>
          <p:nvPr>
            <p:ph type="ftr" sz="quarter" idx="11"/>
          </p:nvPr>
        </p:nvSpPr>
        <p:spPr/>
        <p:txBody>
          <a:bodyPr/>
          <a:p>
            <a:pPr marL="0" indent="0" algn="r">
              <a:spcBef>
                <a:spcPct val="0"/>
              </a:spcBef>
              <a:buClrTx/>
              <a:buSzTx/>
              <a:buFontTx/>
              <a:buNone/>
            </a:pPr>
            <a:r>
              <a:rPr lang="en-US" altLang="zh-CN" sz="1400" dirty="0">
                <a:ea typeface="宋体" panose="02010600030101010101" pitchFamily="2" charset="-122"/>
              </a:rPr>
              <a:t>Network Layer</a:t>
            </a:r>
            <a:endParaRPr lang="en-US" altLang="zh-CN" sz="1400" dirty="0">
              <a:latin typeface="Times New Roman" panose="02020603050405020304" pitchFamily="18" charset="0"/>
              <a:ea typeface="宋体" panose="02010600030101010101" pitchFamily="2" charset="-122"/>
            </a:endParaRPr>
          </a:p>
        </p:txBody>
      </p:sp>
      <p:sp>
        <p:nvSpPr>
          <p:cNvPr id="51203" name="灯片编号占位符 5"/>
          <p:cNvSpPr txBox="1">
            <a:spLocks noGrp="1"/>
          </p:cNvSpPr>
          <p:nvPr>
            <p:ph type="sldNum" sz="quarter" idx="12"/>
          </p:nvPr>
        </p:nvSpPr>
        <p:spPr/>
        <p:txBody>
          <a:bodyPr/>
          <a:p>
            <a:pPr marL="0" indent="0" algn="r">
              <a:spcBef>
                <a:spcPct val="0"/>
              </a:spcBef>
              <a:buClrTx/>
              <a:buSzTx/>
              <a:buFontTx/>
              <a:buNone/>
            </a:pPr>
            <a:r>
              <a:rPr lang="en-US" altLang="zh-CN" sz="1400" dirty="0">
                <a:ea typeface="宋体" panose="02010600030101010101" pitchFamily="2" charset="-122"/>
              </a:rPr>
              <a:t>4-</a:t>
            </a: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51204" name="Rectangle 2"/>
          <p:cNvSpPr>
            <a:spLocks noGrp="1"/>
          </p:cNvSpPr>
          <p:nvPr>
            <p:ph type="title"/>
          </p:nvPr>
        </p:nvSpPr>
        <p:spPr/>
        <p:txBody>
          <a:bodyPr vert="horz" wrap="square" lIns="91440" tIns="45720" rIns="91440" bIns="45720" anchor="ctr" anchorCtr="0"/>
          <a:p>
            <a:r>
              <a:rPr lang="en-US" altLang="zh-CN" sz="3600" dirty="0">
                <a:ea typeface="宋体" panose="02010600030101010101" pitchFamily="2" charset="-122"/>
              </a:rPr>
              <a:t>IP addresses: how to get one?</a:t>
            </a:r>
            <a:endParaRPr lang="en-US" altLang="zh-CN" dirty="0">
              <a:ea typeface="宋体" panose="02010600030101010101" pitchFamily="2" charset="-122"/>
            </a:endParaRPr>
          </a:p>
        </p:txBody>
      </p:sp>
      <p:sp>
        <p:nvSpPr>
          <p:cNvPr id="51205" name="Rectangle 3"/>
          <p:cNvSpPr>
            <a:spLocks noGrp="1"/>
          </p:cNvSpPr>
          <p:nvPr>
            <p:ph idx="1"/>
          </p:nvPr>
        </p:nvSpPr>
        <p:spPr>
          <a:xfrm>
            <a:off x="511175" y="1687513"/>
            <a:ext cx="8034338" cy="3359150"/>
          </a:xfrm>
        </p:spPr>
        <p:txBody>
          <a:bodyPr vert="horz" wrap="square" lIns="91440" tIns="45720" rIns="91440" bIns="45720" anchor="t" anchorCtr="0"/>
          <a:p>
            <a:pPr>
              <a:buNone/>
            </a:pPr>
            <a:r>
              <a:rPr lang="en-US" altLang="zh-CN" u="sng" dirty="0">
                <a:solidFill>
                  <a:srgbClr val="FF0000"/>
                </a:solidFill>
                <a:ea typeface="宋体" panose="02010600030101010101" pitchFamily="2" charset="-122"/>
              </a:rPr>
              <a:t>Q:</a:t>
            </a:r>
            <a:r>
              <a:rPr lang="en-US" altLang="zh-CN" dirty="0">
                <a:ea typeface="宋体" panose="02010600030101010101" pitchFamily="2" charset="-122"/>
              </a:rPr>
              <a:t> How does a </a:t>
            </a:r>
            <a:r>
              <a:rPr lang="en-US" altLang="zh-CN" i="1" dirty="0">
                <a:ea typeface="宋体" panose="02010600030101010101" pitchFamily="2" charset="-122"/>
              </a:rPr>
              <a:t>host</a:t>
            </a:r>
            <a:r>
              <a:rPr lang="en-US" altLang="zh-CN" dirty="0">
                <a:ea typeface="宋体" panose="02010600030101010101" pitchFamily="2" charset="-122"/>
              </a:rPr>
              <a:t> get IP address?</a:t>
            </a:r>
            <a:endParaRPr lang="en-US" altLang="zh-CN" dirty="0">
              <a:ea typeface="宋体" panose="02010600030101010101" pitchFamily="2" charset="-122"/>
            </a:endParaRPr>
          </a:p>
          <a:p>
            <a:pPr>
              <a:buNone/>
            </a:pPr>
            <a:endParaRPr lang="en-US" altLang="zh-CN" dirty="0">
              <a:ea typeface="宋体" panose="02010600030101010101" pitchFamily="2" charset="-122"/>
            </a:endParaRPr>
          </a:p>
          <a:p>
            <a:r>
              <a:rPr lang="en-US" altLang="zh-CN" sz="2400" dirty="0">
                <a:ea typeface="宋体" panose="02010600030101010101" pitchFamily="2" charset="-122"/>
              </a:rPr>
              <a:t>hard-coded by system admin in a file</a:t>
            </a:r>
            <a:endParaRPr lang="en-US" altLang="zh-CN" sz="2400" dirty="0">
              <a:ea typeface="宋体" panose="02010600030101010101" pitchFamily="2" charset="-122"/>
            </a:endParaRPr>
          </a:p>
          <a:p>
            <a:pPr lvl="1"/>
            <a:r>
              <a:rPr lang="en-US" altLang="zh-CN" dirty="0">
                <a:ea typeface="宋体" panose="02010600030101010101" pitchFamily="2" charset="-122"/>
              </a:rPr>
              <a:t>Windows: control-panel-&gt;network-&gt;configuration-&gt;tcp/ip-&gt;properties</a:t>
            </a:r>
            <a:endParaRPr lang="en-US" altLang="zh-CN" dirty="0">
              <a:ea typeface="宋体" panose="02010600030101010101" pitchFamily="2" charset="-122"/>
            </a:endParaRPr>
          </a:p>
          <a:p>
            <a:pPr lvl="1"/>
            <a:r>
              <a:rPr lang="en-US" altLang="zh-CN" dirty="0">
                <a:ea typeface="宋体" panose="02010600030101010101" pitchFamily="2" charset="-122"/>
              </a:rPr>
              <a:t>UNIX: /etc/rc.config</a:t>
            </a:r>
            <a:endParaRPr lang="en-US" altLang="zh-CN" dirty="0">
              <a:ea typeface="宋体" panose="02010600030101010101" pitchFamily="2" charset="-122"/>
            </a:endParaRPr>
          </a:p>
          <a:p>
            <a:r>
              <a:rPr lang="en-US" altLang="zh-CN" sz="2400" dirty="0">
                <a:solidFill>
                  <a:srgbClr val="FF0000"/>
                </a:solidFill>
                <a:ea typeface="宋体" panose="02010600030101010101" pitchFamily="2" charset="-122"/>
              </a:rPr>
              <a:t>DHCP:</a:t>
            </a:r>
            <a:r>
              <a:rPr lang="en-US" altLang="zh-CN" sz="2400" dirty="0">
                <a:ea typeface="宋体" panose="02010600030101010101" pitchFamily="2" charset="-122"/>
              </a:rPr>
              <a:t> </a:t>
            </a:r>
            <a:r>
              <a:rPr lang="en-US" altLang="zh-CN" sz="2400" dirty="0">
                <a:solidFill>
                  <a:srgbClr val="FF0000"/>
                </a:solidFill>
                <a:ea typeface="宋体" panose="02010600030101010101" pitchFamily="2" charset="-122"/>
              </a:rPr>
              <a:t>D</a:t>
            </a:r>
            <a:r>
              <a:rPr lang="en-US" altLang="zh-CN" sz="2400" dirty="0">
                <a:ea typeface="宋体" panose="02010600030101010101" pitchFamily="2" charset="-122"/>
              </a:rPr>
              <a:t>ynamic </a:t>
            </a:r>
            <a:r>
              <a:rPr lang="en-US" altLang="zh-CN" sz="2400" dirty="0">
                <a:solidFill>
                  <a:srgbClr val="FF0000"/>
                </a:solidFill>
                <a:ea typeface="宋体" panose="02010600030101010101" pitchFamily="2" charset="-122"/>
              </a:rPr>
              <a:t>H</a:t>
            </a:r>
            <a:r>
              <a:rPr lang="en-US" altLang="zh-CN" sz="2400" dirty="0">
                <a:ea typeface="宋体" panose="02010600030101010101" pitchFamily="2" charset="-122"/>
              </a:rPr>
              <a:t>ost </a:t>
            </a:r>
            <a:r>
              <a:rPr lang="en-US" altLang="zh-CN" sz="2400" dirty="0">
                <a:solidFill>
                  <a:srgbClr val="FF0000"/>
                </a:solidFill>
                <a:ea typeface="宋体" panose="02010600030101010101" pitchFamily="2" charset="-122"/>
              </a:rPr>
              <a:t>C</a:t>
            </a:r>
            <a:r>
              <a:rPr lang="en-US" altLang="zh-CN" sz="2400" dirty="0">
                <a:ea typeface="宋体" panose="02010600030101010101" pitchFamily="2" charset="-122"/>
              </a:rPr>
              <a:t>onfiguration </a:t>
            </a:r>
            <a:r>
              <a:rPr lang="en-US" altLang="zh-CN" sz="2400" dirty="0">
                <a:solidFill>
                  <a:srgbClr val="FF0000"/>
                </a:solidFill>
                <a:ea typeface="宋体" panose="02010600030101010101" pitchFamily="2" charset="-122"/>
              </a:rPr>
              <a:t>P</a:t>
            </a:r>
            <a:r>
              <a:rPr lang="en-US" altLang="zh-CN" sz="2400" dirty="0">
                <a:ea typeface="宋体" panose="02010600030101010101" pitchFamily="2" charset="-122"/>
              </a:rPr>
              <a:t>rotocol: dynamically get address from as server</a:t>
            </a:r>
            <a:endParaRPr lang="en-US" altLang="zh-CN" sz="2400" dirty="0">
              <a:ea typeface="宋体" panose="02010600030101010101" pitchFamily="2" charset="-122"/>
            </a:endParaRPr>
          </a:p>
          <a:p>
            <a:pPr lvl="1"/>
            <a:r>
              <a:rPr lang="en-US" altLang="zh-CN" dirty="0">
                <a:ea typeface="宋体" panose="02010600030101010101" pitchFamily="2" charset="-122"/>
              </a:rPr>
              <a:t>“plug-and-play” </a:t>
            </a:r>
            <a:endParaRPr lang="en-US" altLang="zh-CN" dirty="0">
              <a:ea typeface="宋体" panose="02010600030101010101" pitchFamily="2" charset="-122"/>
            </a:endParaRPr>
          </a:p>
          <a:p>
            <a:pPr>
              <a:buNone/>
            </a:pPr>
            <a:endParaRPr lang="en-US" altLang="zh-CN" sz="2400" dirty="0">
              <a:ea typeface="宋体" panose="02010600030101010101" pitchFamily="2" charset="-122"/>
            </a:endParaRPr>
          </a:p>
          <a:p>
            <a:endParaRPr lang="en-US" altLang="zh-CN" sz="2400" dirty="0">
              <a:ea typeface="宋体" panose="02010600030101010101" pitchFamily="2" charset="-122"/>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页脚占位符 4"/>
          <p:cNvSpPr txBox="1">
            <a:spLocks noGrp="1"/>
          </p:cNvSpPr>
          <p:nvPr>
            <p:ph type="ftr" sz="quarter" idx="11"/>
          </p:nvPr>
        </p:nvSpPr>
        <p:spPr/>
        <p:txBody>
          <a:bodyPr/>
          <a:p>
            <a:pPr marL="0" indent="0" algn="r">
              <a:spcBef>
                <a:spcPct val="0"/>
              </a:spcBef>
              <a:buClrTx/>
              <a:buSzTx/>
              <a:buFontTx/>
              <a:buNone/>
            </a:pPr>
            <a:r>
              <a:rPr lang="en-US" altLang="zh-CN" sz="1400" dirty="0">
                <a:ea typeface="宋体" panose="02010600030101010101" pitchFamily="2" charset="-122"/>
              </a:rPr>
              <a:t>Network Layer</a:t>
            </a:r>
            <a:endParaRPr lang="en-US" altLang="zh-CN" sz="1400" dirty="0">
              <a:latin typeface="Times New Roman" panose="02020603050405020304" pitchFamily="18" charset="0"/>
              <a:ea typeface="宋体" panose="02010600030101010101" pitchFamily="2" charset="-122"/>
            </a:endParaRPr>
          </a:p>
        </p:txBody>
      </p:sp>
      <p:sp>
        <p:nvSpPr>
          <p:cNvPr id="52227" name="灯片编号占位符 5"/>
          <p:cNvSpPr txBox="1">
            <a:spLocks noGrp="1"/>
          </p:cNvSpPr>
          <p:nvPr>
            <p:ph type="sldNum" sz="quarter" idx="12"/>
          </p:nvPr>
        </p:nvSpPr>
        <p:spPr/>
        <p:txBody>
          <a:bodyPr/>
          <a:p>
            <a:pPr marL="0" indent="0" algn="r">
              <a:spcBef>
                <a:spcPct val="0"/>
              </a:spcBef>
              <a:buClrTx/>
              <a:buSzTx/>
              <a:buFontTx/>
              <a:buNone/>
            </a:pPr>
            <a:r>
              <a:rPr lang="en-US" altLang="zh-CN" sz="1400" dirty="0">
                <a:ea typeface="宋体" panose="02010600030101010101" pitchFamily="2" charset="-122"/>
              </a:rPr>
              <a:t>4-</a:t>
            </a: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52228" name="Rectangle 2"/>
          <p:cNvSpPr>
            <a:spLocks noGrp="1"/>
          </p:cNvSpPr>
          <p:nvPr>
            <p:ph type="title"/>
          </p:nvPr>
        </p:nvSpPr>
        <p:spPr>
          <a:xfrm>
            <a:off x="177800" y="346075"/>
            <a:ext cx="8826500" cy="1143000"/>
          </a:xfrm>
        </p:spPr>
        <p:txBody>
          <a:bodyPr vert="horz" wrap="square" lIns="91440" tIns="45720" rIns="91440" bIns="45720" anchor="ctr" anchorCtr="0"/>
          <a:p>
            <a:r>
              <a:rPr lang="en-US" altLang="zh-CN" sz="3200" dirty="0">
                <a:ea typeface="宋体" panose="02010600030101010101" pitchFamily="2" charset="-122"/>
              </a:rPr>
              <a:t>DHCP: Dynamic Host Configuration Protocol</a:t>
            </a:r>
            <a:endParaRPr lang="en-US" altLang="zh-CN" sz="3200" dirty="0">
              <a:ea typeface="宋体" panose="02010600030101010101" pitchFamily="2" charset="-122"/>
            </a:endParaRPr>
          </a:p>
        </p:txBody>
      </p:sp>
      <p:sp>
        <p:nvSpPr>
          <p:cNvPr id="52229" name="Rectangle 3"/>
          <p:cNvSpPr>
            <a:spLocks noGrp="1"/>
          </p:cNvSpPr>
          <p:nvPr>
            <p:ph idx="1"/>
          </p:nvPr>
        </p:nvSpPr>
        <p:spPr>
          <a:xfrm>
            <a:off x="511175" y="1587500"/>
            <a:ext cx="8807450" cy="3359150"/>
          </a:xfrm>
        </p:spPr>
        <p:txBody>
          <a:bodyPr vert="horz" wrap="square" lIns="91440" tIns="45720" rIns="91440" bIns="45720" anchor="t" anchorCtr="0"/>
          <a:p>
            <a:pPr>
              <a:buNone/>
            </a:pPr>
            <a:r>
              <a:rPr lang="en-US" altLang="zh-CN" sz="2400" u="sng" dirty="0">
                <a:solidFill>
                  <a:srgbClr val="FF0000"/>
                </a:solidFill>
                <a:ea typeface="宋体" panose="02010600030101010101" pitchFamily="2" charset="-122"/>
              </a:rPr>
              <a:t>Goal:</a:t>
            </a:r>
            <a:r>
              <a:rPr lang="en-US" altLang="zh-CN" sz="2400" dirty="0">
                <a:ea typeface="宋体" panose="02010600030101010101" pitchFamily="2" charset="-122"/>
              </a:rPr>
              <a:t> allow host to </a:t>
            </a:r>
            <a:r>
              <a:rPr lang="en-US" altLang="zh-CN" sz="2400" i="1" dirty="0">
                <a:ea typeface="宋体" panose="02010600030101010101" pitchFamily="2" charset="-122"/>
              </a:rPr>
              <a:t>dynamically </a:t>
            </a:r>
            <a:r>
              <a:rPr lang="en-US" altLang="zh-CN" sz="2400" dirty="0">
                <a:ea typeface="宋体" panose="02010600030101010101" pitchFamily="2" charset="-122"/>
              </a:rPr>
              <a:t>obtain its IP address from network server when it joins network</a:t>
            </a:r>
            <a:endParaRPr lang="en-US" altLang="zh-CN" sz="2400" dirty="0">
              <a:ea typeface="宋体" panose="02010600030101010101" pitchFamily="2" charset="-122"/>
            </a:endParaRPr>
          </a:p>
          <a:p>
            <a:pPr lvl="1">
              <a:buNone/>
            </a:pPr>
            <a:r>
              <a:rPr lang="en-US" altLang="zh-CN" sz="2000" dirty="0">
                <a:ea typeface="宋体" panose="02010600030101010101" pitchFamily="2" charset="-122"/>
              </a:rPr>
              <a:t>Can renew its lease on address in use</a:t>
            </a:r>
            <a:endParaRPr lang="en-US" altLang="zh-CN" sz="2000" dirty="0">
              <a:ea typeface="宋体" panose="02010600030101010101" pitchFamily="2" charset="-122"/>
            </a:endParaRPr>
          </a:p>
          <a:p>
            <a:pPr lvl="1">
              <a:buNone/>
            </a:pPr>
            <a:r>
              <a:rPr lang="en-US" altLang="zh-CN" sz="2000" dirty="0">
                <a:ea typeface="宋体" panose="02010600030101010101" pitchFamily="2" charset="-122"/>
              </a:rPr>
              <a:t>Allows reuse of addresses (only hold address while connected an “on”)</a:t>
            </a:r>
            <a:endParaRPr lang="en-US" altLang="zh-CN" sz="2000" dirty="0">
              <a:ea typeface="宋体" panose="02010600030101010101" pitchFamily="2" charset="-122"/>
            </a:endParaRPr>
          </a:p>
          <a:p>
            <a:pPr lvl="1">
              <a:buNone/>
            </a:pPr>
            <a:r>
              <a:rPr lang="en-US" altLang="zh-CN" sz="2000" dirty="0">
                <a:ea typeface="宋体" panose="02010600030101010101" pitchFamily="2" charset="-122"/>
              </a:rPr>
              <a:t>Support for mobile users who want to join network (more shortly)</a:t>
            </a:r>
            <a:endParaRPr lang="en-US" altLang="zh-CN" sz="2000" dirty="0">
              <a:ea typeface="宋体" panose="02010600030101010101" pitchFamily="2" charset="-122"/>
            </a:endParaRPr>
          </a:p>
          <a:p>
            <a:pPr>
              <a:buNone/>
            </a:pPr>
            <a:r>
              <a:rPr lang="en-US" altLang="zh-CN" sz="2400" dirty="0">
                <a:ea typeface="宋体" panose="02010600030101010101" pitchFamily="2" charset="-122"/>
              </a:rPr>
              <a:t>DHCP overview:</a:t>
            </a:r>
            <a:endParaRPr lang="en-US" altLang="zh-CN" dirty="0">
              <a:ea typeface="宋体" panose="02010600030101010101" pitchFamily="2" charset="-122"/>
            </a:endParaRPr>
          </a:p>
          <a:p>
            <a:pPr lvl="1"/>
            <a:r>
              <a:rPr lang="en-US" altLang="zh-CN" dirty="0">
                <a:ea typeface="宋体" panose="02010600030101010101" pitchFamily="2" charset="-122"/>
              </a:rPr>
              <a:t>host broadcasts “</a:t>
            </a:r>
            <a:r>
              <a:rPr lang="en-US" altLang="zh-CN" dirty="0">
                <a:solidFill>
                  <a:schemeClr val="accent2"/>
                </a:solidFill>
                <a:ea typeface="宋体" panose="02010600030101010101" pitchFamily="2" charset="-122"/>
              </a:rPr>
              <a:t>DHCP discover</a:t>
            </a:r>
            <a:r>
              <a:rPr lang="en-US" altLang="zh-CN" dirty="0">
                <a:ea typeface="宋体" panose="02010600030101010101" pitchFamily="2" charset="-122"/>
              </a:rPr>
              <a:t>” msg [optional]</a:t>
            </a:r>
            <a:endParaRPr lang="en-US" altLang="zh-CN" dirty="0">
              <a:ea typeface="宋体" panose="02010600030101010101" pitchFamily="2" charset="-122"/>
            </a:endParaRPr>
          </a:p>
          <a:p>
            <a:pPr lvl="1"/>
            <a:r>
              <a:rPr lang="en-US" altLang="zh-CN" dirty="0">
                <a:ea typeface="宋体" panose="02010600030101010101" pitchFamily="2" charset="-122"/>
              </a:rPr>
              <a:t>DHCP server responds with “</a:t>
            </a:r>
            <a:r>
              <a:rPr lang="en-US" altLang="zh-CN" dirty="0">
                <a:solidFill>
                  <a:schemeClr val="accent2"/>
                </a:solidFill>
                <a:ea typeface="宋体" panose="02010600030101010101" pitchFamily="2" charset="-122"/>
              </a:rPr>
              <a:t>DHCP offer</a:t>
            </a:r>
            <a:r>
              <a:rPr lang="en-US" altLang="zh-CN" dirty="0">
                <a:ea typeface="宋体" panose="02010600030101010101" pitchFamily="2" charset="-122"/>
              </a:rPr>
              <a:t>” msg [optional]</a:t>
            </a:r>
            <a:endParaRPr lang="en-US" altLang="zh-CN" dirty="0">
              <a:ea typeface="宋体" panose="02010600030101010101" pitchFamily="2" charset="-122"/>
            </a:endParaRPr>
          </a:p>
          <a:p>
            <a:pPr lvl="1"/>
            <a:r>
              <a:rPr lang="en-US" altLang="zh-CN" dirty="0">
                <a:ea typeface="宋体" panose="02010600030101010101" pitchFamily="2" charset="-122"/>
              </a:rPr>
              <a:t>host requests IP address: “</a:t>
            </a:r>
            <a:r>
              <a:rPr lang="en-US" altLang="zh-CN" dirty="0">
                <a:solidFill>
                  <a:schemeClr val="accent2"/>
                </a:solidFill>
                <a:ea typeface="宋体" panose="02010600030101010101" pitchFamily="2" charset="-122"/>
              </a:rPr>
              <a:t>DHCP request</a:t>
            </a:r>
            <a:r>
              <a:rPr lang="en-US" altLang="zh-CN" dirty="0">
                <a:ea typeface="宋体" panose="02010600030101010101" pitchFamily="2" charset="-122"/>
              </a:rPr>
              <a:t>” msg</a:t>
            </a:r>
            <a:endParaRPr lang="en-US" altLang="zh-CN" dirty="0">
              <a:ea typeface="宋体" panose="02010600030101010101" pitchFamily="2" charset="-122"/>
            </a:endParaRPr>
          </a:p>
          <a:p>
            <a:pPr lvl="1"/>
            <a:r>
              <a:rPr lang="en-US" altLang="zh-CN" dirty="0">
                <a:ea typeface="宋体" panose="02010600030101010101" pitchFamily="2" charset="-122"/>
              </a:rPr>
              <a:t>DHCP server sends address: “</a:t>
            </a:r>
            <a:r>
              <a:rPr lang="en-US" altLang="zh-CN" dirty="0">
                <a:solidFill>
                  <a:schemeClr val="accent2"/>
                </a:solidFill>
                <a:ea typeface="宋体" panose="02010600030101010101" pitchFamily="2" charset="-122"/>
              </a:rPr>
              <a:t>DHCP ack</a:t>
            </a:r>
            <a:r>
              <a:rPr lang="en-US" altLang="zh-CN" dirty="0">
                <a:ea typeface="宋体" panose="02010600030101010101" pitchFamily="2" charset="-122"/>
              </a:rPr>
              <a:t>” msg </a:t>
            </a:r>
            <a:endParaRPr lang="en-US" altLang="zh-CN" dirty="0">
              <a:ea typeface="宋体" panose="02010600030101010101" pitchFamily="2" charset="-122"/>
            </a:endParaRPr>
          </a:p>
          <a:p>
            <a:endParaRPr lang="en-US" altLang="zh-CN" dirty="0">
              <a:ea typeface="宋体" panose="02010600030101010101" pitchFamily="2" charset="-122"/>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页脚占位符 4"/>
          <p:cNvSpPr txBox="1">
            <a:spLocks noGrp="1"/>
          </p:cNvSpPr>
          <p:nvPr>
            <p:ph type="ftr" sz="quarter" idx="11"/>
          </p:nvPr>
        </p:nvSpPr>
        <p:spPr/>
        <p:txBody>
          <a:bodyPr/>
          <a:p>
            <a:pPr marL="0" indent="0" algn="r">
              <a:spcBef>
                <a:spcPct val="0"/>
              </a:spcBef>
              <a:buClrTx/>
              <a:buSzTx/>
              <a:buFontTx/>
              <a:buNone/>
            </a:pPr>
            <a:r>
              <a:rPr lang="en-US" altLang="zh-CN" sz="1400" dirty="0">
                <a:ea typeface="宋体" panose="02010600030101010101" pitchFamily="2" charset="-122"/>
              </a:rPr>
              <a:t>Network Layer</a:t>
            </a:r>
            <a:endParaRPr lang="en-US" altLang="zh-CN" sz="1400" dirty="0">
              <a:latin typeface="Times New Roman" panose="02020603050405020304" pitchFamily="18" charset="0"/>
              <a:ea typeface="宋体" panose="02010600030101010101" pitchFamily="2" charset="-122"/>
            </a:endParaRPr>
          </a:p>
        </p:txBody>
      </p:sp>
      <p:sp>
        <p:nvSpPr>
          <p:cNvPr id="54275" name="灯片编号占位符 5"/>
          <p:cNvSpPr txBox="1">
            <a:spLocks noGrp="1"/>
          </p:cNvSpPr>
          <p:nvPr>
            <p:ph type="sldNum" sz="quarter" idx="12"/>
          </p:nvPr>
        </p:nvSpPr>
        <p:spPr/>
        <p:txBody>
          <a:bodyPr/>
          <a:p>
            <a:pPr marL="0" indent="0" algn="r">
              <a:spcBef>
                <a:spcPct val="0"/>
              </a:spcBef>
              <a:buClrTx/>
              <a:buSzTx/>
              <a:buFontTx/>
              <a:buNone/>
            </a:pPr>
            <a:r>
              <a:rPr lang="en-US" altLang="zh-CN" sz="1400" dirty="0">
                <a:ea typeface="宋体" panose="02010600030101010101" pitchFamily="2" charset="-122"/>
              </a:rPr>
              <a:t>4-</a:t>
            </a: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54276" name="Rectangle 2"/>
          <p:cNvSpPr>
            <a:spLocks noGrp="1"/>
          </p:cNvSpPr>
          <p:nvPr>
            <p:ph type="title"/>
          </p:nvPr>
        </p:nvSpPr>
        <p:spPr>
          <a:xfrm>
            <a:off x="438150" y="388938"/>
            <a:ext cx="7772400" cy="1143000"/>
          </a:xfrm>
        </p:spPr>
        <p:txBody>
          <a:bodyPr vert="horz" wrap="square" lIns="91440" tIns="45720" rIns="91440" bIns="45720" anchor="ctr" anchorCtr="0"/>
          <a:p>
            <a:r>
              <a:rPr lang="en-US" altLang="zh-CN" sz="3600" dirty="0">
                <a:ea typeface="宋体" panose="02010600030101010101" pitchFamily="2" charset="-122"/>
              </a:rPr>
              <a:t>DHCP client-server scenario</a:t>
            </a:r>
            <a:endParaRPr lang="en-US" altLang="zh-CN" sz="3600" dirty="0">
              <a:ea typeface="宋体" panose="02010600030101010101" pitchFamily="2" charset="-122"/>
            </a:endParaRPr>
          </a:p>
        </p:txBody>
      </p:sp>
      <p:sp>
        <p:nvSpPr>
          <p:cNvPr id="54277" name="Rectangle 3"/>
          <p:cNvSpPr/>
          <p:nvPr/>
        </p:nvSpPr>
        <p:spPr>
          <a:xfrm>
            <a:off x="2408238" y="6037263"/>
            <a:ext cx="4978400" cy="319087"/>
          </a:xfrm>
          <a:prstGeom prst="rect">
            <a:avLst/>
          </a:prstGeom>
          <a:solidFill>
            <a:schemeClr val="bg1"/>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54278" name="Freeform 4"/>
          <p:cNvSpPr/>
          <p:nvPr/>
        </p:nvSpPr>
        <p:spPr>
          <a:xfrm>
            <a:off x="1712913" y="2103438"/>
            <a:ext cx="1941512" cy="2049462"/>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1223" h="1291">
                <a:moveTo>
                  <a:pt x="1201" y="756"/>
                </a:moveTo>
                <a:cubicBezTo>
                  <a:pt x="1180" y="640"/>
                  <a:pt x="798" y="744"/>
                  <a:pt x="702" y="670"/>
                </a:cubicBezTo>
                <a:cubicBezTo>
                  <a:pt x="603" y="561"/>
                  <a:pt x="669" y="206"/>
                  <a:pt x="608" y="103"/>
                </a:cubicBezTo>
                <a:cubicBezTo>
                  <a:pt x="547" y="0"/>
                  <a:pt x="425" y="55"/>
                  <a:pt x="335" y="52"/>
                </a:cubicBezTo>
                <a:cubicBezTo>
                  <a:pt x="245" y="49"/>
                  <a:pt x="114" y="0"/>
                  <a:pt x="65" y="82"/>
                </a:cubicBezTo>
                <a:cubicBezTo>
                  <a:pt x="16" y="164"/>
                  <a:pt x="45" y="433"/>
                  <a:pt x="41" y="544"/>
                </a:cubicBezTo>
                <a:cubicBezTo>
                  <a:pt x="37" y="655"/>
                  <a:pt x="41" y="685"/>
                  <a:pt x="38" y="751"/>
                </a:cubicBezTo>
                <a:cubicBezTo>
                  <a:pt x="35" y="817"/>
                  <a:pt x="26" y="880"/>
                  <a:pt x="23" y="940"/>
                </a:cubicBezTo>
                <a:cubicBezTo>
                  <a:pt x="20" y="1000"/>
                  <a:pt x="0" y="1068"/>
                  <a:pt x="17" y="1114"/>
                </a:cubicBezTo>
                <a:cubicBezTo>
                  <a:pt x="34" y="1160"/>
                  <a:pt x="31" y="1198"/>
                  <a:pt x="128" y="1219"/>
                </a:cubicBezTo>
                <a:cubicBezTo>
                  <a:pt x="225" y="1240"/>
                  <a:pt x="509" y="1291"/>
                  <a:pt x="602" y="1243"/>
                </a:cubicBezTo>
                <a:cubicBezTo>
                  <a:pt x="695" y="1195"/>
                  <a:pt x="590" y="984"/>
                  <a:pt x="686" y="930"/>
                </a:cubicBezTo>
                <a:cubicBezTo>
                  <a:pt x="782" y="876"/>
                  <a:pt x="1091" y="945"/>
                  <a:pt x="1177" y="916"/>
                </a:cubicBezTo>
                <a:cubicBezTo>
                  <a:pt x="1208" y="864"/>
                  <a:pt x="1223" y="871"/>
                  <a:pt x="1201" y="756"/>
                </a:cubicBezTo>
                <a:close/>
              </a:path>
            </a:pathLst>
          </a:custGeom>
          <a:solidFill>
            <a:srgbClr val="66CCFF">
              <a:alpha val="100000"/>
            </a:srgbClr>
          </a:solidFill>
          <a:ln w="9525">
            <a:noFill/>
          </a:ln>
        </p:spPr>
        <p:txBody>
          <a:bodyPr/>
          <a:p>
            <a:endParaRPr lang="zh-CN" altLang="en-US"/>
          </a:p>
        </p:txBody>
      </p:sp>
      <p:sp>
        <p:nvSpPr>
          <p:cNvPr id="54279" name="Freeform 5"/>
          <p:cNvSpPr/>
          <p:nvPr/>
        </p:nvSpPr>
        <p:spPr>
          <a:xfrm>
            <a:off x="4229100" y="2390775"/>
            <a:ext cx="1906588" cy="1958975"/>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1201" h="1234">
                <a:moveTo>
                  <a:pt x="25" y="709"/>
                </a:moveTo>
                <a:cubicBezTo>
                  <a:pt x="49" y="824"/>
                  <a:pt x="428" y="709"/>
                  <a:pt x="526" y="780"/>
                </a:cubicBezTo>
                <a:cubicBezTo>
                  <a:pt x="624" y="851"/>
                  <a:pt x="543" y="1059"/>
                  <a:pt x="613" y="1134"/>
                </a:cubicBezTo>
                <a:cubicBezTo>
                  <a:pt x="683" y="1209"/>
                  <a:pt x="853" y="1234"/>
                  <a:pt x="946" y="1230"/>
                </a:cubicBezTo>
                <a:cubicBezTo>
                  <a:pt x="1039" y="1226"/>
                  <a:pt x="1141" y="1163"/>
                  <a:pt x="1171" y="1107"/>
                </a:cubicBezTo>
                <a:cubicBezTo>
                  <a:pt x="1201" y="1051"/>
                  <a:pt x="1135" y="963"/>
                  <a:pt x="1126" y="894"/>
                </a:cubicBezTo>
                <a:cubicBezTo>
                  <a:pt x="1117" y="825"/>
                  <a:pt x="1119" y="772"/>
                  <a:pt x="1114" y="693"/>
                </a:cubicBezTo>
                <a:cubicBezTo>
                  <a:pt x="1109" y="614"/>
                  <a:pt x="1095" y="502"/>
                  <a:pt x="1099" y="423"/>
                </a:cubicBezTo>
                <a:cubicBezTo>
                  <a:pt x="1103" y="344"/>
                  <a:pt x="1141" y="281"/>
                  <a:pt x="1141" y="216"/>
                </a:cubicBezTo>
                <a:cubicBezTo>
                  <a:pt x="1141" y="151"/>
                  <a:pt x="1185" y="56"/>
                  <a:pt x="1102" y="33"/>
                </a:cubicBezTo>
                <a:cubicBezTo>
                  <a:pt x="1019" y="10"/>
                  <a:pt x="740" y="0"/>
                  <a:pt x="646" y="81"/>
                </a:cubicBezTo>
                <a:cubicBezTo>
                  <a:pt x="552" y="162"/>
                  <a:pt x="635" y="441"/>
                  <a:pt x="535" y="519"/>
                </a:cubicBezTo>
                <a:cubicBezTo>
                  <a:pt x="435" y="597"/>
                  <a:pt x="129" y="516"/>
                  <a:pt x="44" y="548"/>
                </a:cubicBezTo>
                <a:cubicBezTo>
                  <a:pt x="15" y="601"/>
                  <a:pt x="0" y="594"/>
                  <a:pt x="25" y="709"/>
                </a:cubicBezTo>
                <a:close/>
              </a:path>
            </a:pathLst>
          </a:custGeom>
          <a:solidFill>
            <a:srgbClr val="66CCFF">
              <a:alpha val="100000"/>
            </a:srgbClr>
          </a:solidFill>
          <a:ln w="9525">
            <a:noFill/>
          </a:ln>
        </p:spPr>
        <p:txBody>
          <a:bodyPr/>
          <a:p>
            <a:endParaRPr lang="zh-CN" altLang="en-US"/>
          </a:p>
        </p:txBody>
      </p:sp>
      <p:sp>
        <p:nvSpPr>
          <p:cNvPr id="54280" name="Freeform 6"/>
          <p:cNvSpPr/>
          <p:nvPr/>
        </p:nvSpPr>
        <p:spPr>
          <a:xfrm>
            <a:off x="2921000" y="3767138"/>
            <a:ext cx="2055813" cy="1490662"/>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1295" h="939">
                <a:moveTo>
                  <a:pt x="600" y="30"/>
                </a:moveTo>
                <a:cubicBezTo>
                  <a:pt x="486" y="60"/>
                  <a:pt x="610" y="247"/>
                  <a:pt x="525" y="393"/>
                </a:cubicBezTo>
                <a:cubicBezTo>
                  <a:pt x="439" y="467"/>
                  <a:pt x="162" y="394"/>
                  <a:pt x="81" y="471"/>
                </a:cubicBezTo>
                <a:cubicBezTo>
                  <a:pt x="0" y="548"/>
                  <a:pt x="18" y="779"/>
                  <a:pt x="39" y="855"/>
                </a:cubicBezTo>
                <a:cubicBezTo>
                  <a:pt x="60" y="931"/>
                  <a:pt x="142" y="915"/>
                  <a:pt x="207" y="927"/>
                </a:cubicBezTo>
                <a:cubicBezTo>
                  <a:pt x="272" y="939"/>
                  <a:pt x="346" y="933"/>
                  <a:pt x="429" y="927"/>
                </a:cubicBezTo>
                <a:cubicBezTo>
                  <a:pt x="512" y="921"/>
                  <a:pt x="572" y="904"/>
                  <a:pt x="705" y="891"/>
                </a:cubicBezTo>
                <a:cubicBezTo>
                  <a:pt x="838" y="878"/>
                  <a:pt x="1159" y="921"/>
                  <a:pt x="1227" y="849"/>
                </a:cubicBezTo>
                <a:cubicBezTo>
                  <a:pt x="1295" y="777"/>
                  <a:pt x="1188" y="540"/>
                  <a:pt x="1113" y="459"/>
                </a:cubicBezTo>
                <a:cubicBezTo>
                  <a:pt x="1038" y="378"/>
                  <a:pt x="835" y="432"/>
                  <a:pt x="777" y="363"/>
                </a:cubicBezTo>
                <a:cubicBezTo>
                  <a:pt x="719" y="294"/>
                  <a:pt x="791" y="97"/>
                  <a:pt x="762" y="42"/>
                </a:cubicBezTo>
                <a:cubicBezTo>
                  <a:pt x="708" y="15"/>
                  <a:pt x="714" y="0"/>
                  <a:pt x="600" y="30"/>
                </a:cubicBezTo>
                <a:close/>
              </a:path>
            </a:pathLst>
          </a:custGeom>
          <a:solidFill>
            <a:srgbClr val="66CCFF">
              <a:alpha val="100000"/>
            </a:srgbClr>
          </a:solidFill>
          <a:ln w="9525">
            <a:noFill/>
          </a:ln>
        </p:spPr>
        <p:txBody>
          <a:bodyPr/>
          <a:p>
            <a:endParaRPr lang="zh-CN" altLang="en-US"/>
          </a:p>
        </p:txBody>
      </p:sp>
      <p:graphicFrame>
        <p:nvGraphicFramePr>
          <p:cNvPr id="54281" name="Object 7"/>
          <p:cNvGraphicFramePr>
            <a:graphicFrameLocks noChangeAspect="1"/>
          </p:cNvGraphicFramePr>
          <p:nvPr/>
        </p:nvGraphicFramePr>
        <p:xfrm>
          <a:off x="1790700" y="2208213"/>
          <a:ext cx="584200" cy="463550"/>
        </p:xfrm>
        <a:graphic>
          <a:graphicData uri="http://schemas.openxmlformats.org/presentationml/2006/ole">
            <mc:AlternateContent xmlns:mc="http://schemas.openxmlformats.org/markup-compatibility/2006">
              <mc:Choice xmlns:v="urn:schemas-microsoft-com:vml" Requires="v">
                <p:oleObj spid="_x0000_s3119" name="" r:id="rId1" imgW="1307465" imgH="1083945" progId="MS_ClipArt_Gallery.2">
                  <p:embed/>
                </p:oleObj>
              </mc:Choice>
              <mc:Fallback>
                <p:oleObj name="" r:id="rId1" imgW="1307465" imgH="1083945" progId="MS_ClipArt_Gallery.2">
                  <p:embed/>
                  <p:pic>
                    <p:nvPicPr>
                      <p:cNvPr id="0" name="图片 3118"/>
                      <p:cNvPicPr/>
                      <p:nvPr/>
                    </p:nvPicPr>
                    <p:blipFill>
                      <a:blip r:embed="rId2"/>
                      <a:stretch>
                        <a:fillRect/>
                      </a:stretch>
                    </p:blipFill>
                    <p:spPr>
                      <a:xfrm>
                        <a:off x="1790700" y="2208213"/>
                        <a:ext cx="584200" cy="463550"/>
                      </a:xfrm>
                      <a:prstGeom prst="rect">
                        <a:avLst/>
                      </a:prstGeom>
                      <a:noFill/>
                      <a:ln w="38100">
                        <a:noFill/>
                        <a:miter/>
                      </a:ln>
                    </p:spPr>
                  </p:pic>
                </p:oleObj>
              </mc:Fallback>
            </mc:AlternateContent>
          </a:graphicData>
        </a:graphic>
      </p:graphicFrame>
      <p:sp>
        <p:nvSpPr>
          <p:cNvPr id="54282" name="Line 8"/>
          <p:cNvSpPr/>
          <p:nvPr/>
        </p:nvSpPr>
        <p:spPr>
          <a:xfrm>
            <a:off x="2351088" y="2581275"/>
            <a:ext cx="277812" cy="1588"/>
          </a:xfrm>
          <a:prstGeom prst="line">
            <a:avLst/>
          </a:prstGeom>
          <a:ln w="19050" cap="flat" cmpd="sng">
            <a:solidFill>
              <a:schemeClr val="tx1"/>
            </a:solidFill>
            <a:prstDash val="solid"/>
            <a:headEnd type="none" w="med" len="med"/>
            <a:tailEnd type="none" w="med" len="med"/>
          </a:ln>
        </p:spPr>
      </p:sp>
      <p:sp>
        <p:nvSpPr>
          <p:cNvPr id="54283" name="Line 9"/>
          <p:cNvSpPr/>
          <p:nvPr/>
        </p:nvSpPr>
        <p:spPr>
          <a:xfrm flipH="1">
            <a:off x="2641600" y="2566988"/>
            <a:ext cx="0" cy="1290637"/>
          </a:xfrm>
          <a:prstGeom prst="line">
            <a:avLst/>
          </a:prstGeom>
          <a:ln w="19050" cap="flat" cmpd="sng">
            <a:solidFill>
              <a:schemeClr val="tx1"/>
            </a:solidFill>
            <a:prstDash val="solid"/>
            <a:headEnd type="none" w="med" len="med"/>
            <a:tailEnd type="none" w="med" len="med"/>
          </a:ln>
        </p:spPr>
      </p:sp>
      <p:sp>
        <p:nvSpPr>
          <p:cNvPr id="54284" name="Line 10"/>
          <p:cNvSpPr/>
          <p:nvPr/>
        </p:nvSpPr>
        <p:spPr>
          <a:xfrm flipV="1">
            <a:off x="2351088" y="3225800"/>
            <a:ext cx="277812" cy="3175"/>
          </a:xfrm>
          <a:prstGeom prst="line">
            <a:avLst/>
          </a:prstGeom>
          <a:ln w="19050" cap="flat" cmpd="sng">
            <a:solidFill>
              <a:schemeClr val="tx1"/>
            </a:solidFill>
            <a:prstDash val="solid"/>
            <a:headEnd type="none" w="med" len="med"/>
            <a:tailEnd type="none" w="med" len="med"/>
          </a:ln>
        </p:spPr>
      </p:sp>
      <p:sp>
        <p:nvSpPr>
          <p:cNvPr id="54285" name="Line 11"/>
          <p:cNvSpPr/>
          <p:nvPr/>
        </p:nvSpPr>
        <p:spPr>
          <a:xfrm>
            <a:off x="2360613" y="3852863"/>
            <a:ext cx="273050" cy="1587"/>
          </a:xfrm>
          <a:prstGeom prst="line">
            <a:avLst/>
          </a:prstGeom>
          <a:ln w="19050" cap="flat" cmpd="sng">
            <a:solidFill>
              <a:schemeClr val="tx1"/>
            </a:solidFill>
            <a:prstDash val="solid"/>
            <a:headEnd type="none" w="med" len="med"/>
            <a:tailEnd type="none" w="med" len="med"/>
          </a:ln>
        </p:spPr>
      </p:sp>
      <p:graphicFrame>
        <p:nvGraphicFramePr>
          <p:cNvPr id="54286" name="Object 12"/>
          <p:cNvGraphicFramePr>
            <a:graphicFrameLocks noChangeAspect="1"/>
          </p:cNvGraphicFramePr>
          <p:nvPr/>
        </p:nvGraphicFramePr>
        <p:xfrm>
          <a:off x="1790700" y="2874963"/>
          <a:ext cx="584200" cy="463550"/>
        </p:xfrm>
        <a:graphic>
          <a:graphicData uri="http://schemas.openxmlformats.org/presentationml/2006/ole">
            <mc:AlternateContent xmlns:mc="http://schemas.openxmlformats.org/markup-compatibility/2006">
              <mc:Choice xmlns:v="urn:schemas-microsoft-com:vml" Requires="v">
                <p:oleObj spid="_x0000_s3118" name="" r:id="rId3" imgW="1307465" imgH="1083945" progId="MS_ClipArt_Gallery.2">
                  <p:embed/>
                </p:oleObj>
              </mc:Choice>
              <mc:Fallback>
                <p:oleObj name="" r:id="rId3" imgW="1307465" imgH="1083945" progId="MS_ClipArt_Gallery.2">
                  <p:embed/>
                  <p:pic>
                    <p:nvPicPr>
                      <p:cNvPr id="0" name="图片 3117"/>
                      <p:cNvPicPr/>
                      <p:nvPr/>
                    </p:nvPicPr>
                    <p:blipFill>
                      <a:blip r:embed="rId2"/>
                      <a:stretch>
                        <a:fillRect/>
                      </a:stretch>
                    </p:blipFill>
                    <p:spPr>
                      <a:xfrm>
                        <a:off x="1790700" y="2874963"/>
                        <a:ext cx="584200" cy="463550"/>
                      </a:xfrm>
                      <a:prstGeom prst="rect">
                        <a:avLst/>
                      </a:prstGeom>
                      <a:noFill/>
                      <a:ln w="38100">
                        <a:noFill/>
                        <a:miter/>
                      </a:ln>
                    </p:spPr>
                  </p:pic>
                </p:oleObj>
              </mc:Fallback>
            </mc:AlternateContent>
          </a:graphicData>
        </a:graphic>
      </p:graphicFrame>
      <p:graphicFrame>
        <p:nvGraphicFramePr>
          <p:cNvPr id="54287" name="Object 13"/>
          <p:cNvGraphicFramePr>
            <a:graphicFrameLocks noChangeAspect="1"/>
          </p:cNvGraphicFramePr>
          <p:nvPr/>
        </p:nvGraphicFramePr>
        <p:xfrm>
          <a:off x="1790700" y="3484563"/>
          <a:ext cx="584200" cy="463550"/>
        </p:xfrm>
        <a:graphic>
          <a:graphicData uri="http://schemas.openxmlformats.org/presentationml/2006/ole">
            <mc:AlternateContent xmlns:mc="http://schemas.openxmlformats.org/markup-compatibility/2006">
              <mc:Choice xmlns:v="urn:schemas-microsoft-com:vml" Requires="v">
                <p:oleObj spid="_x0000_s3120" name="" r:id="rId4" imgW="1307465" imgH="1083945" progId="MS_ClipArt_Gallery.2">
                  <p:embed/>
                </p:oleObj>
              </mc:Choice>
              <mc:Fallback>
                <p:oleObj name="" r:id="rId4" imgW="1307465" imgH="1083945" progId="MS_ClipArt_Gallery.2">
                  <p:embed/>
                  <p:pic>
                    <p:nvPicPr>
                      <p:cNvPr id="0" name="图片 3119"/>
                      <p:cNvPicPr/>
                      <p:nvPr/>
                    </p:nvPicPr>
                    <p:blipFill>
                      <a:blip r:embed="rId2"/>
                      <a:stretch>
                        <a:fillRect/>
                      </a:stretch>
                    </p:blipFill>
                    <p:spPr>
                      <a:xfrm>
                        <a:off x="1790700" y="3484563"/>
                        <a:ext cx="584200" cy="463550"/>
                      </a:xfrm>
                      <a:prstGeom prst="rect">
                        <a:avLst/>
                      </a:prstGeom>
                      <a:noFill/>
                      <a:ln w="38100">
                        <a:noFill/>
                        <a:miter/>
                      </a:ln>
                    </p:spPr>
                  </p:pic>
                </p:oleObj>
              </mc:Fallback>
            </mc:AlternateContent>
          </a:graphicData>
        </a:graphic>
      </p:graphicFrame>
      <p:sp>
        <p:nvSpPr>
          <p:cNvPr id="54288" name="Line 14"/>
          <p:cNvSpPr/>
          <p:nvPr/>
        </p:nvSpPr>
        <p:spPr>
          <a:xfrm>
            <a:off x="2641600" y="3424238"/>
            <a:ext cx="1035050" cy="6350"/>
          </a:xfrm>
          <a:prstGeom prst="line">
            <a:avLst/>
          </a:prstGeom>
          <a:ln w="19050" cap="flat" cmpd="sng">
            <a:solidFill>
              <a:schemeClr val="tx1"/>
            </a:solidFill>
            <a:prstDash val="solid"/>
            <a:headEnd type="none" w="med" len="med"/>
            <a:tailEnd type="none" w="med" len="med"/>
          </a:ln>
        </p:spPr>
      </p:sp>
      <p:grpSp>
        <p:nvGrpSpPr>
          <p:cNvPr id="54289" name="Group 15"/>
          <p:cNvGrpSpPr/>
          <p:nvPr/>
        </p:nvGrpSpPr>
        <p:grpSpPr>
          <a:xfrm>
            <a:off x="3584575" y="3389313"/>
            <a:ext cx="711200" cy="381000"/>
            <a:chOff x="3600" y="219"/>
            <a:chExt cx="360" cy="175"/>
          </a:xfrm>
        </p:grpSpPr>
        <p:sp>
          <p:nvSpPr>
            <p:cNvPr id="54357" name="Oval 16"/>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54358" name="Line 17"/>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54359" name="Line 18"/>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54360" name="Rectangle 19"/>
            <p:cNvSpPr/>
            <p:nvPr/>
          </p:nvSpPr>
          <p:spPr>
            <a:xfrm>
              <a:off x="3603" y="289"/>
              <a:ext cx="354" cy="5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54361" name="Oval 20"/>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54362" name="Group 21"/>
            <p:cNvGrpSpPr/>
            <p:nvPr/>
          </p:nvGrpSpPr>
          <p:grpSpPr>
            <a:xfrm>
              <a:off x="3686" y="244"/>
              <a:ext cx="177" cy="66"/>
              <a:chOff x="2848" y="848"/>
              <a:chExt cx="140" cy="98"/>
            </a:xfrm>
          </p:grpSpPr>
          <p:sp>
            <p:nvSpPr>
              <p:cNvPr id="54367" name="Line 22"/>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54368" name="Line 23"/>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54369" name="Line 24"/>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54363" name="Group 25"/>
            <p:cNvGrpSpPr/>
            <p:nvPr/>
          </p:nvGrpSpPr>
          <p:grpSpPr>
            <a:xfrm flipV="1">
              <a:off x="3686" y="243"/>
              <a:ext cx="177" cy="66"/>
              <a:chOff x="2848" y="848"/>
              <a:chExt cx="140" cy="98"/>
            </a:xfrm>
          </p:grpSpPr>
          <p:sp>
            <p:nvSpPr>
              <p:cNvPr id="54364" name="Line 26"/>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54365" name="Line 27"/>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54366" name="Line 28"/>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sp>
        <p:nvSpPr>
          <p:cNvPr id="54290" name="Text Box 29"/>
          <p:cNvSpPr txBox="1"/>
          <p:nvPr/>
        </p:nvSpPr>
        <p:spPr>
          <a:xfrm>
            <a:off x="2309813" y="2255838"/>
            <a:ext cx="1031875" cy="3365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600" dirty="0">
                <a:latin typeface="Arial" panose="020B0604020202020204" pitchFamily="34" charset="0"/>
                <a:ea typeface="宋体" panose="02010600030101010101" pitchFamily="2" charset="-122"/>
              </a:rPr>
              <a:t>223.1.1.1</a:t>
            </a:r>
            <a:endParaRPr lang="en-US" altLang="zh-CN" sz="1800" dirty="0">
              <a:ea typeface="宋体" panose="02010600030101010101" pitchFamily="2" charset="-122"/>
            </a:endParaRPr>
          </a:p>
        </p:txBody>
      </p:sp>
      <p:sp>
        <p:nvSpPr>
          <p:cNvPr id="54291" name="Rectangle 30"/>
          <p:cNvSpPr/>
          <p:nvPr/>
        </p:nvSpPr>
        <p:spPr>
          <a:xfrm>
            <a:off x="2397125" y="2976563"/>
            <a:ext cx="309563" cy="180975"/>
          </a:xfrm>
          <a:prstGeom prst="rect">
            <a:avLst/>
          </a:prstGeom>
          <a:solidFill>
            <a:srgbClr val="66CCFF"/>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54292" name="Text Box 31"/>
          <p:cNvSpPr txBox="1"/>
          <p:nvPr/>
        </p:nvSpPr>
        <p:spPr>
          <a:xfrm>
            <a:off x="2387600" y="2884488"/>
            <a:ext cx="1031875" cy="3365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600" dirty="0">
                <a:latin typeface="Arial" panose="020B0604020202020204" pitchFamily="34" charset="0"/>
                <a:ea typeface="宋体" panose="02010600030101010101" pitchFamily="2" charset="-122"/>
              </a:rPr>
              <a:t>223.1.1.2</a:t>
            </a:r>
            <a:endParaRPr lang="en-US" altLang="zh-CN" sz="1800" dirty="0">
              <a:ea typeface="宋体" panose="02010600030101010101" pitchFamily="2" charset="-122"/>
            </a:endParaRPr>
          </a:p>
        </p:txBody>
      </p:sp>
      <p:sp>
        <p:nvSpPr>
          <p:cNvPr id="54293" name="Text Box 32"/>
          <p:cNvSpPr txBox="1"/>
          <p:nvPr/>
        </p:nvSpPr>
        <p:spPr>
          <a:xfrm>
            <a:off x="2195513" y="3836988"/>
            <a:ext cx="1031875" cy="3365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600" dirty="0">
                <a:latin typeface="Arial" panose="020B0604020202020204" pitchFamily="34" charset="0"/>
                <a:ea typeface="宋体" panose="02010600030101010101" pitchFamily="2" charset="-122"/>
              </a:rPr>
              <a:t>223.1.1.3</a:t>
            </a:r>
            <a:endParaRPr lang="en-US" altLang="zh-CN" sz="1800" dirty="0">
              <a:ea typeface="宋体" panose="02010600030101010101" pitchFamily="2" charset="-122"/>
            </a:endParaRPr>
          </a:p>
        </p:txBody>
      </p:sp>
      <p:sp>
        <p:nvSpPr>
          <p:cNvPr id="54294" name="Text Box 33"/>
          <p:cNvSpPr txBox="1"/>
          <p:nvPr/>
        </p:nvSpPr>
        <p:spPr>
          <a:xfrm>
            <a:off x="2986088" y="3165475"/>
            <a:ext cx="1031875" cy="3365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600" dirty="0">
                <a:latin typeface="Arial" panose="020B0604020202020204" pitchFamily="34" charset="0"/>
                <a:ea typeface="宋体" panose="02010600030101010101" pitchFamily="2" charset="-122"/>
              </a:rPr>
              <a:t>223.1.1.4</a:t>
            </a:r>
            <a:endParaRPr lang="en-US" altLang="zh-CN" sz="1800" dirty="0">
              <a:ea typeface="宋体" panose="02010600030101010101" pitchFamily="2" charset="-122"/>
            </a:endParaRPr>
          </a:p>
        </p:txBody>
      </p:sp>
      <p:sp>
        <p:nvSpPr>
          <p:cNvPr id="54295" name="Line 34"/>
          <p:cNvSpPr/>
          <p:nvPr/>
        </p:nvSpPr>
        <p:spPr>
          <a:xfrm>
            <a:off x="4189413" y="3433763"/>
            <a:ext cx="1016000" cy="1587"/>
          </a:xfrm>
          <a:prstGeom prst="line">
            <a:avLst/>
          </a:prstGeom>
          <a:ln w="19050" cap="flat" cmpd="sng">
            <a:solidFill>
              <a:schemeClr val="tx1"/>
            </a:solidFill>
            <a:prstDash val="solid"/>
            <a:headEnd type="none" w="med" len="med"/>
            <a:tailEnd type="none" w="med" len="med"/>
          </a:ln>
        </p:spPr>
      </p:sp>
      <p:sp>
        <p:nvSpPr>
          <p:cNvPr id="54296" name="Text Box 35"/>
          <p:cNvSpPr txBox="1"/>
          <p:nvPr/>
        </p:nvSpPr>
        <p:spPr>
          <a:xfrm>
            <a:off x="4062413" y="3155950"/>
            <a:ext cx="1031875" cy="3365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600" dirty="0">
                <a:latin typeface="Arial" panose="020B0604020202020204" pitchFamily="34" charset="0"/>
                <a:ea typeface="宋体" panose="02010600030101010101" pitchFamily="2" charset="-122"/>
              </a:rPr>
              <a:t>223.1.2.9</a:t>
            </a:r>
            <a:endParaRPr lang="en-US" altLang="zh-CN" sz="1800" dirty="0">
              <a:ea typeface="宋体" panose="02010600030101010101" pitchFamily="2" charset="-122"/>
            </a:endParaRPr>
          </a:p>
        </p:txBody>
      </p:sp>
      <p:sp>
        <p:nvSpPr>
          <p:cNvPr id="54297" name="Line 36"/>
          <p:cNvSpPr/>
          <p:nvPr/>
        </p:nvSpPr>
        <p:spPr>
          <a:xfrm flipH="1">
            <a:off x="5213350" y="2738438"/>
            <a:ext cx="0" cy="1290637"/>
          </a:xfrm>
          <a:prstGeom prst="line">
            <a:avLst/>
          </a:prstGeom>
          <a:ln w="19050" cap="flat" cmpd="sng">
            <a:solidFill>
              <a:schemeClr val="tx1"/>
            </a:solidFill>
            <a:prstDash val="solid"/>
            <a:headEnd type="none" w="med" len="med"/>
            <a:tailEnd type="none" w="med" len="med"/>
          </a:ln>
        </p:spPr>
      </p:sp>
      <p:graphicFrame>
        <p:nvGraphicFramePr>
          <p:cNvPr id="54298" name="Object 37"/>
          <p:cNvGraphicFramePr>
            <a:graphicFrameLocks noChangeAspect="1"/>
          </p:cNvGraphicFramePr>
          <p:nvPr/>
        </p:nvGraphicFramePr>
        <p:xfrm>
          <a:off x="5391150" y="2446338"/>
          <a:ext cx="584200" cy="463550"/>
        </p:xfrm>
        <a:graphic>
          <a:graphicData uri="http://schemas.openxmlformats.org/presentationml/2006/ole">
            <mc:AlternateContent xmlns:mc="http://schemas.openxmlformats.org/markup-compatibility/2006">
              <mc:Choice xmlns:v="urn:schemas-microsoft-com:vml" Requires="v">
                <p:oleObj spid="_x0000_s3124" name="" r:id="rId5" imgW="1307465" imgH="1083945" progId="MS_ClipArt_Gallery.2">
                  <p:embed/>
                </p:oleObj>
              </mc:Choice>
              <mc:Fallback>
                <p:oleObj name="" r:id="rId5" imgW="1307465" imgH="1083945" progId="MS_ClipArt_Gallery.2">
                  <p:embed/>
                  <p:pic>
                    <p:nvPicPr>
                      <p:cNvPr id="0" name="图片 3123"/>
                      <p:cNvPicPr/>
                      <p:nvPr/>
                    </p:nvPicPr>
                    <p:blipFill>
                      <a:blip r:embed="rId2"/>
                      <a:stretch>
                        <a:fillRect/>
                      </a:stretch>
                    </p:blipFill>
                    <p:spPr>
                      <a:xfrm>
                        <a:off x="5391150" y="2446338"/>
                        <a:ext cx="584200" cy="463550"/>
                      </a:xfrm>
                      <a:prstGeom prst="rect">
                        <a:avLst/>
                      </a:prstGeom>
                      <a:noFill/>
                      <a:ln w="38100">
                        <a:noFill/>
                        <a:miter/>
                      </a:ln>
                    </p:spPr>
                  </p:pic>
                </p:oleObj>
              </mc:Fallback>
            </mc:AlternateContent>
          </a:graphicData>
        </a:graphic>
      </p:graphicFrame>
      <p:sp>
        <p:nvSpPr>
          <p:cNvPr id="54299" name="Line 38"/>
          <p:cNvSpPr/>
          <p:nvPr/>
        </p:nvSpPr>
        <p:spPr>
          <a:xfrm>
            <a:off x="5213350" y="2743200"/>
            <a:ext cx="234950" cy="6350"/>
          </a:xfrm>
          <a:prstGeom prst="line">
            <a:avLst/>
          </a:prstGeom>
          <a:ln w="19050" cap="flat" cmpd="sng">
            <a:solidFill>
              <a:schemeClr val="tx1"/>
            </a:solidFill>
            <a:prstDash val="solid"/>
            <a:headEnd type="none" w="med" len="med"/>
            <a:tailEnd type="none" w="med" len="med"/>
          </a:ln>
        </p:spPr>
      </p:sp>
      <p:graphicFrame>
        <p:nvGraphicFramePr>
          <p:cNvPr id="54300" name="Object 39"/>
          <p:cNvGraphicFramePr>
            <a:graphicFrameLocks noChangeAspect="1"/>
          </p:cNvGraphicFramePr>
          <p:nvPr/>
        </p:nvGraphicFramePr>
        <p:xfrm>
          <a:off x="5395913" y="3827463"/>
          <a:ext cx="584200" cy="463550"/>
        </p:xfrm>
        <a:graphic>
          <a:graphicData uri="http://schemas.openxmlformats.org/presentationml/2006/ole">
            <mc:AlternateContent xmlns:mc="http://schemas.openxmlformats.org/markup-compatibility/2006">
              <mc:Choice xmlns:v="urn:schemas-microsoft-com:vml" Requires="v">
                <p:oleObj spid="_x0000_s3121" name="" r:id="rId6" imgW="1307465" imgH="1083945" progId="MS_ClipArt_Gallery.2">
                  <p:embed/>
                </p:oleObj>
              </mc:Choice>
              <mc:Fallback>
                <p:oleObj name="" r:id="rId6" imgW="1307465" imgH="1083945" progId="MS_ClipArt_Gallery.2">
                  <p:embed/>
                  <p:pic>
                    <p:nvPicPr>
                      <p:cNvPr id="0" name="图片 3120"/>
                      <p:cNvPicPr/>
                      <p:nvPr/>
                    </p:nvPicPr>
                    <p:blipFill>
                      <a:blip r:embed="rId2"/>
                      <a:stretch>
                        <a:fillRect/>
                      </a:stretch>
                    </p:blipFill>
                    <p:spPr>
                      <a:xfrm>
                        <a:off x="5395913" y="3827463"/>
                        <a:ext cx="584200" cy="463550"/>
                      </a:xfrm>
                      <a:prstGeom prst="rect">
                        <a:avLst/>
                      </a:prstGeom>
                      <a:noFill/>
                      <a:ln w="38100">
                        <a:noFill/>
                        <a:miter/>
                      </a:ln>
                    </p:spPr>
                  </p:pic>
                </p:oleObj>
              </mc:Fallback>
            </mc:AlternateContent>
          </a:graphicData>
        </a:graphic>
      </p:graphicFrame>
      <p:sp>
        <p:nvSpPr>
          <p:cNvPr id="54301" name="Line 40"/>
          <p:cNvSpPr/>
          <p:nvPr/>
        </p:nvSpPr>
        <p:spPr>
          <a:xfrm>
            <a:off x="5213350" y="4014788"/>
            <a:ext cx="234950" cy="6350"/>
          </a:xfrm>
          <a:prstGeom prst="line">
            <a:avLst/>
          </a:prstGeom>
          <a:ln w="19050" cap="flat" cmpd="sng">
            <a:solidFill>
              <a:schemeClr val="tx1"/>
            </a:solidFill>
            <a:prstDash val="solid"/>
            <a:headEnd type="none" w="med" len="med"/>
            <a:tailEnd type="none" w="med" len="med"/>
          </a:ln>
        </p:spPr>
      </p:sp>
      <p:sp>
        <p:nvSpPr>
          <p:cNvPr id="54302" name="Rectangle 41"/>
          <p:cNvSpPr/>
          <p:nvPr/>
        </p:nvSpPr>
        <p:spPr>
          <a:xfrm>
            <a:off x="5159375" y="3749675"/>
            <a:ext cx="171450" cy="180975"/>
          </a:xfrm>
          <a:prstGeom prst="rect">
            <a:avLst/>
          </a:prstGeom>
          <a:solidFill>
            <a:srgbClr val="66CCFF"/>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54303" name="Text Box 42"/>
          <p:cNvSpPr txBox="1"/>
          <p:nvPr/>
        </p:nvSpPr>
        <p:spPr>
          <a:xfrm>
            <a:off x="4573588" y="3636963"/>
            <a:ext cx="1031875" cy="3365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600" dirty="0">
                <a:latin typeface="Arial" panose="020B0604020202020204" pitchFamily="34" charset="0"/>
                <a:ea typeface="宋体" panose="02010600030101010101" pitchFamily="2" charset="-122"/>
              </a:rPr>
              <a:t>223.1.2.2</a:t>
            </a:r>
            <a:endParaRPr lang="en-US" altLang="zh-CN" sz="1800" dirty="0">
              <a:ea typeface="宋体" panose="02010600030101010101" pitchFamily="2" charset="-122"/>
            </a:endParaRPr>
          </a:p>
        </p:txBody>
      </p:sp>
      <p:sp>
        <p:nvSpPr>
          <p:cNvPr id="54304" name="Text Box 43"/>
          <p:cNvSpPr txBox="1"/>
          <p:nvPr/>
        </p:nvSpPr>
        <p:spPr>
          <a:xfrm>
            <a:off x="5297488" y="2144713"/>
            <a:ext cx="1031875" cy="3365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600" dirty="0">
                <a:latin typeface="Arial" panose="020B0604020202020204" pitchFamily="34" charset="0"/>
                <a:ea typeface="宋体" panose="02010600030101010101" pitchFamily="2" charset="-122"/>
              </a:rPr>
              <a:t>223.1.2.1</a:t>
            </a:r>
            <a:endParaRPr lang="en-US" altLang="zh-CN" sz="1800" dirty="0">
              <a:ea typeface="宋体" panose="02010600030101010101" pitchFamily="2" charset="-122"/>
            </a:endParaRPr>
          </a:p>
        </p:txBody>
      </p:sp>
      <p:sp>
        <p:nvSpPr>
          <p:cNvPr id="54305" name="Line 44"/>
          <p:cNvSpPr/>
          <p:nvPr/>
        </p:nvSpPr>
        <p:spPr>
          <a:xfrm flipH="1">
            <a:off x="3951288" y="3771900"/>
            <a:ext cx="0" cy="719138"/>
          </a:xfrm>
          <a:prstGeom prst="line">
            <a:avLst/>
          </a:prstGeom>
          <a:ln w="19050" cap="flat" cmpd="sng">
            <a:solidFill>
              <a:schemeClr val="tx1"/>
            </a:solidFill>
            <a:prstDash val="solid"/>
            <a:headEnd type="none" w="med" len="med"/>
            <a:tailEnd type="none" w="med" len="med"/>
          </a:ln>
        </p:spPr>
      </p:sp>
      <p:sp>
        <p:nvSpPr>
          <p:cNvPr id="54306" name="Line 45"/>
          <p:cNvSpPr/>
          <p:nvPr/>
        </p:nvSpPr>
        <p:spPr>
          <a:xfrm flipH="1">
            <a:off x="3294063" y="4491038"/>
            <a:ext cx="1185862" cy="0"/>
          </a:xfrm>
          <a:prstGeom prst="line">
            <a:avLst/>
          </a:prstGeom>
          <a:ln w="19050" cap="flat" cmpd="sng">
            <a:solidFill>
              <a:schemeClr val="tx1"/>
            </a:solidFill>
            <a:prstDash val="solid"/>
            <a:headEnd type="none" w="med" len="med"/>
            <a:tailEnd type="none" w="med" len="med"/>
          </a:ln>
        </p:spPr>
      </p:sp>
      <p:sp>
        <p:nvSpPr>
          <p:cNvPr id="54307" name="Line 46"/>
          <p:cNvSpPr/>
          <p:nvPr/>
        </p:nvSpPr>
        <p:spPr>
          <a:xfrm flipH="1" flipV="1">
            <a:off x="3290888" y="4483100"/>
            <a:ext cx="3175" cy="241300"/>
          </a:xfrm>
          <a:prstGeom prst="line">
            <a:avLst/>
          </a:prstGeom>
          <a:ln w="19050" cap="flat" cmpd="sng">
            <a:solidFill>
              <a:schemeClr val="tx1"/>
            </a:solidFill>
            <a:prstDash val="solid"/>
            <a:headEnd type="none" w="med" len="med"/>
            <a:tailEnd type="none" w="med" len="med"/>
          </a:ln>
        </p:spPr>
      </p:sp>
      <p:sp>
        <p:nvSpPr>
          <p:cNvPr id="54308" name="Line 47"/>
          <p:cNvSpPr/>
          <p:nvPr/>
        </p:nvSpPr>
        <p:spPr>
          <a:xfrm flipH="1" flipV="1">
            <a:off x="4467225" y="4487863"/>
            <a:ext cx="3175" cy="241300"/>
          </a:xfrm>
          <a:prstGeom prst="line">
            <a:avLst/>
          </a:prstGeom>
          <a:ln w="19050" cap="flat" cmpd="sng">
            <a:solidFill>
              <a:schemeClr val="tx1"/>
            </a:solidFill>
            <a:prstDash val="solid"/>
            <a:headEnd type="none" w="med" len="med"/>
            <a:tailEnd type="none" w="med" len="med"/>
          </a:ln>
        </p:spPr>
      </p:sp>
      <p:graphicFrame>
        <p:nvGraphicFramePr>
          <p:cNvPr id="54309" name="Object 48"/>
          <p:cNvGraphicFramePr>
            <a:graphicFrameLocks noChangeAspect="1"/>
          </p:cNvGraphicFramePr>
          <p:nvPr/>
        </p:nvGraphicFramePr>
        <p:xfrm>
          <a:off x="4252913" y="4646613"/>
          <a:ext cx="584200" cy="463550"/>
        </p:xfrm>
        <a:graphic>
          <a:graphicData uri="http://schemas.openxmlformats.org/presentationml/2006/ole">
            <mc:AlternateContent xmlns:mc="http://schemas.openxmlformats.org/markup-compatibility/2006">
              <mc:Choice xmlns:v="urn:schemas-microsoft-com:vml" Requires="v">
                <p:oleObj spid="_x0000_s3122" name="" r:id="rId7" imgW="1307465" imgH="1083945" progId="MS_ClipArt_Gallery.2">
                  <p:embed/>
                </p:oleObj>
              </mc:Choice>
              <mc:Fallback>
                <p:oleObj name="" r:id="rId7" imgW="1307465" imgH="1083945" progId="MS_ClipArt_Gallery.2">
                  <p:embed/>
                  <p:pic>
                    <p:nvPicPr>
                      <p:cNvPr id="0" name="图片 3121"/>
                      <p:cNvPicPr/>
                      <p:nvPr/>
                    </p:nvPicPr>
                    <p:blipFill>
                      <a:blip r:embed="rId2"/>
                      <a:stretch>
                        <a:fillRect/>
                      </a:stretch>
                    </p:blipFill>
                    <p:spPr>
                      <a:xfrm>
                        <a:off x="4252913" y="4646613"/>
                        <a:ext cx="584200" cy="463550"/>
                      </a:xfrm>
                      <a:prstGeom prst="rect">
                        <a:avLst/>
                      </a:prstGeom>
                      <a:noFill/>
                      <a:ln w="38100">
                        <a:noFill/>
                        <a:miter/>
                      </a:ln>
                    </p:spPr>
                  </p:pic>
                </p:oleObj>
              </mc:Fallback>
            </mc:AlternateContent>
          </a:graphicData>
        </a:graphic>
      </p:graphicFrame>
      <p:graphicFrame>
        <p:nvGraphicFramePr>
          <p:cNvPr id="54310" name="Object 49"/>
          <p:cNvGraphicFramePr>
            <a:graphicFrameLocks noChangeAspect="1"/>
          </p:cNvGraphicFramePr>
          <p:nvPr/>
        </p:nvGraphicFramePr>
        <p:xfrm>
          <a:off x="2995613" y="4660900"/>
          <a:ext cx="584200" cy="463550"/>
        </p:xfrm>
        <a:graphic>
          <a:graphicData uri="http://schemas.openxmlformats.org/presentationml/2006/ole">
            <mc:AlternateContent xmlns:mc="http://schemas.openxmlformats.org/markup-compatibility/2006">
              <mc:Choice xmlns:v="urn:schemas-microsoft-com:vml" Requires="v">
                <p:oleObj spid="_x0000_s3123" name="" r:id="rId8" imgW="1307465" imgH="1083945" progId="MS_ClipArt_Gallery.2">
                  <p:embed/>
                </p:oleObj>
              </mc:Choice>
              <mc:Fallback>
                <p:oleObj name="" r:id="rId8" imgW="1307465" imgH="1083945" progId="MS_ClipArt_Gallery.2">
                  <p:embed/>
                  <p:pic>
                    <p:nvPicPr>
                      <p:cNvPr id="0" name="图片 3122"/>
                      <p:cNvPicPr/>
                      <p:nvPr/>
                    </p:nvPicPr>
                    <p:blipFill>
                      <a:blip r:embed="rId2"/>
                      <a:stretch>
                        <a:fillRect/>
                      </a:stretch>
                    </p:blipFill>
                    <p:spPr>
                      <a:xfrm>
                        <a:off x="2995613" y="4660900"/>
                        <a:ext cx="584200" cy="463550"/>
                      </a:xfrm>
                      <a:prstGeom prst="rect">
                        <a:avLst/>
                      </a:prstGeom>
                      <a:noFill/>
                      <a:ln w="38100">
                        <a:noFill/>
                        <a:miter/>
                      </a:ln>
                    </p:spPr>
                  </p:pic>
                </p:oleObj>
              </mc:Fallback>
            </mc:AlternateContent>
          </a:graphicData>
        </a:graphic>
      </p:graphicFrame>
      <p:sp>
        <p:nvSpPr>
          <p:cNvPr id="54311" name="Text Box 50"/>
          <p:cNvSpPr txBox="1"/>
          <p:nvPr/>
        </p:nvSpPr>
        <p:spPr>
          <a:xfrm>
            <a:off x="4471988" y="4337050"/>
            <a:ext cx="1031875" cy="3365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600" dirty="0">
                <a:latin typeface="Arial" panose="020B0604020202020204" pitchFamily="34" charset="0"/>
                <a:ea typeface="宋体" panose="02010600030101010101" pitchFamily="2" charset="-122"/>
              </a:rPr>
              <a:t>223.1.3.2</a:t>
            </a:r>
            <a:endParaRPr lang="en-US" altLang="zh-CN" sz="1800" dirty="0">
              <a:ea typeface="宋体" panose="02010600030101010101" pitchFamily="2" charset="-122"/>
            </a:endParaRPr>
          </a:p>
        </p:txBody>
      </p:sp>
      <p:sp>
        <p:nvSpPr>
          <p:cNvPr id="54312" name="Text Box 51"/>
          <p:cNvSpPr txBox="1"/>
          <p:nvPr/>
        </p:nvSpPr>
        <p:spPr>
          <a:xfrm>
            <a:off x="2295525" y="4375150"/>
            <a:ext cx="1031875" cy="3365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600" dirty="0">
                <a:latin typeface="Arial" panose="020B0604020202020204" pitchFamily="34" charset="0"/>
                <a:ea typeface="宋体" panose="02010600030101010101" pitchFamily="2" charset="-122"/>
              </a:rPr>
              <a:t>223.1.3.1</a:t>
            </a:r>
            <a:endParaRPr lang="en-US" altLang="zh-CN" sz="1800" dirty="0">
              <a:ea typeface="宋体" panose="02010600030101010101" pitchFamily="2" charset="-122"/>
            </a:endParaRPr>
          </a:p>
        </p:txBody>
      </p:sp>
      <p:sp>
        <p:nvSpPr>
          <p:cNvPr id="54313" name="Rectangle 52"/>
          <p:cNvSpPr/>
          <p:nvPr/>
        </p:nvSpPr>
        <p:spPr>
          <a:xfrm>
            <a:off x="3887788" y="3905250"/>
            <a:ext cx="128587" cy="180975"/>
          </a:xfrm>
          <a:prstGeom prst="rect">
            <a:avLst/>
          </a:prstGeom>
          <a:solidFill>
            <a:srgbClr val="66CCFF"/>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54314" name="Text Box 53"/>
          <p:cNvSpPr txBox="1"/>
          <p:nvPr/>
        </p:nvSpPr>
        <p:spPr>
          <a:xfrm>
            <a:off x="3322638" y="3840163"/>
            <a:ext cx="1144587" cy="3365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600" dirty="0">
                <a:latin typeface="Arial" panose="020B0604020202020204" pitchFamily="34" charset="0"/>
                <a:ea typeface="宋体" panose="02010600030101010101" pitchFamily="2" charset="-122"/>
              </a:rPr>
              <a:t>223.1.3.27</a:t>
            </a:r>
            <a:endParaRPr lang="en-US" altLang="zh-CN" sz="1800" dirty="0">
              <a:ea typeface="宋体" panose="02010600030101010101" pitchFamily="2" charset="-122"/>
            </a:endParaRPr>
          </a:p>
        </p:txBody>
      </p:sp>
      <p:grpSp>
        <p:nvGrpSpPr>
          <p:cNvPr id="54315" name="Group 54"/>
          <p:cNvGrpSpPr/>
          <p:nvPr/>
        </p:nvGrpSpPr>
        <p:grpSpPr>
          <a:xfrm>
            <a:off x="1890713" y="2170113"/>
            <a:ext cx="369887" cy="396875"/>
            <a:chOff x="2822" y="1181"/>
            <a:chExt cx="233" cy="250"/>
          </a:xfrm>
        </p:grpSpPr>
        <p:sp>
          <p:nvSpPr>
            <p:cNvPr id="54355" name="Rectangle 55"/>
            <p:cNvSpPr/>
            <p:nvPr/>
          </p:nvSpPr>
          <p:spPr>
            <a:xfrm>
              <a:off x="2886" y="1230"/>
              <a:ext cx="114" cy="162"/>
            </a:xfrm>
            <a:prstGeom prst="rect">
              <a:avLst/>
            </a:prstGeom>
            <a:solidFill>
              <a:schemeClr val="bg1"/>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54356" name="Text Box 56"/>
            <p:cNvSpPr txBox="1"/>
            <p:nvPr/>
          </p:nvSpPr>
          <p:spPr>
            <a:xfrm>
              <a:off x="2822" y="1181"/>
              <a:ext cx="233"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2000" dirty="0">
                  <a:solidFill>
                    <a:srgbClr val="FF0000"/>
                  </a:solidFill>
                  <a:ea typeface="宋体" panose="02010600030101010101" pitchFamily="2" charset="-122"/>
                </a:rPr>
                <a:t>A</a:t>
              </a:r>
              <a:endParaRPr lang="en-US" altLang="zh-CN" sz="1800" dirty="0">
                <a:solidFill>
                  <a:srgbClr val="FF0000"/>
                </a:solidFill>
                <a:ea typeface="宋体" panose="02010600030101010101" pitchFamily="2" charset="-122"/>
              </a:endParaRPr>
            </a:p>
          </p:txBody>
        </p:sp>
      </p:grpSp>
      <p:grpSp>
        <p:nvGrpSpPr>
          <p:cNvPr id="54316" name="Group 57"/>
          <p:cNvGrpSpPr/>
          <p:nvPr/>
        </p:nvGrpSpPr>
        <p:grpSpPr>
          <a:xfrm>
            <a:off x="1881188" y="3408363"/>
            <a:ext cx="344487" cy="396875"/>
            <a:chOff x="2822" y="1181"/>
            <a:chExt cx="217" cy="250"/>
          </a:xfrm>
        </p:grpSpPr>
        <p:sp>
          <p:nvSpPr>
            <p:cNvPr id="54353" name="Rectangle 58"/>
            <p:cNvSpPr/>
            <p:nvPr/>
          </p:nvSpPr>
          <p:spPr>
            <a:xfrm>
              <a:off x="2886" y="1230"/>
              <a:ext cx="114" cy="162"/>
            </a:xfrm>
            <a:prstGeom prst="rect">
              <a:avLst/>
            </a:prstGeom>
            <a:solidFill>
              <a:schemeClr val="bg1"/>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54354" name="Text Box 59"/>
            <p:cNvSpPr txBox="1"/>
            <p:nvPr/>
          </p:nvSpPr>
          <p:spPr>
            <a:xfrm>
              <a:off x="2822" y="1181"/>
              <a:ext cx="217"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2000" dirty="0">
                  <a:solidFill>
                    <a:srgbClr val="FF0000"/>
                  </a:solidFill>
                  <a:ea typeface="宋体" panose="02010600030101010101" pitchFamily="2" charset="-122"/>
                </a:rPr>
                <a:t>B</a:t>
              </a:r>
              <a:endParaRPr lang="en-US" altLang="zh-CN" sz="1800" dirty="0">
                <a:solidFill>
                  <a:srgbClr val="FF0000"/>
                </a:solidFill>
                <a:ea typeface="宋体" panose="02010600030101010101" pitchFamily="2" charset="-122"/>
              </a:endParaRPr>
            </a:p>
          </p:txBody>
        </p:sp>
      </p:grpSp>
      <p:grpSp>
        <p:nvGrpSpPr>
          <p:cNvPr id="54317" name="Group 60"/>
          <p:cNvGrpSpPr/>
          <p:nvPr/>
        </p:nvGrpSpPr>
        <p:grpSpPr>
          <a:xfrm>
            <a:off x="5491163" y="3770313"/>
            <a:ext cx="342900" cy="396875"/>
            <a:chOff x="2822" y="1181"/>
            <a:chExt cx="216" cy="250"/>
          </a:xfrm>
        </p:grpSpPr>
        <p:sp>
          <p:nvSpPr>
            <p:cNvPr id="54351" name="Rectangle 61"/>
            <p:cNvSpPr/>
            <p:nvPr/>
          </p:nvSpPr>
          <p:spPr>
            <a:xfrm>
              <a:off x="2886" y="1230"/>
              <a:ext cx="114" cy="162"/>
            </a:xfrm>
            <a:prstGeom prst="rect">
              <a:avLst/>
            </a:prstGeom>
            <a:solidFill>
              <a:schemeClr val="bg1"/>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54352" name="Text Box 62"/>
            <p:cNvSpPr txBox="1"/>
            <p:nvPr/>
          </p:nvSpPr>
          <p:spPr>
            <a:xfrm>
              <a:off x="2822" y="1181"/>
              <a:ext cx="216"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2000" dirty="0">
                  <a:solidFill>
                    <a:srgbClr val="FF0000"/>
                  </a:solidFill>
                  <a:ea typeface="宋体" panose="02010600030101010101" pitchFamily="2" charset="-122"/>
                </a:rPr>
                <a:t>E</a:t>
              </a:r>
              <a:endParaRPr lang="en-US" altLang="zh-CN" sz="1800" dirty="0">
                <a:solidFill>
                  <a:srgbClr val="FF0000"/>
                </a:solidFill>
                <a:ea typeface="宋体" panose="02010600030101010101" pitchFamily="2" charset="-122"/>
              </a:endParaRPr>
            </a:p>
          </p:txBody>
        </p:sp>
      </p:grpSp>
      <p:sp>
        <p:nvSpPr>
          <p:cNvPr id="54318" name="Rectangle 63"/>
          <p:cNvSpPr/>
          <p:nvPr/>
        </p:nvSpPr>
        <p:spPr>
          <a:xfrm>
            <a:off x="6210300" y="6770688"/>
            <a:ext cx="85725" cy="41116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2700" dirty="0">
                <a:solidFill>
                  <a:srgbClr val="000000"/>
                </a:solidFill>
                <a:latin typeface="Times New Roman" panose="02020603050405020304" pitchFamily="18" charset="0"/>
                <a:ea typeface="宋体" panose="02010600030101010101" pitchFamily="2" charset="-122"/>
              </a:rPr>
              <a:t> </a:t>
            </a:r>
            <a:endParaRPr lang="en-US" altLang="zh-CN" sz="1800" dirty="0">
              <a:ea typeface="宋体" panose="02010600030101010101" pitchFamily="2" charset="-122"/>
            </a:endParaRPr>
          </a:p>
        </p:txBody>
      </p:sp>
      <p:sp>
        <p:nvSpPr>
          <p:cNvPr id="54319" name="Line 64"/>
          <p:cNvSpPr/>
          <p:nvPr/>
        </p:nvSpPr>
        <p:spPr>
          <a:xfrm>
            <a:off x="4851400" y="2908300"/>
            <a:ext cx="334963" cy="1588"/>
          </a:xfrm>
          <a:prstGeom prst="line">
            <a:avLst/>
          </a:prstGeom>
          <a:ln w="20638" cap="flat" cmpd="sng">
            <a:solidFill>
              <a:srgbClr val="000000"/>
            </a:solidFill>
            <a:prstDash val="solid"/>
            <a:headEnd type="none" w="med" len="med"/>
            <a:tailEnd type="none" w="med" len="med"/>
          </a:ln>
        </p:spPr>
      </p:sp>
      <p:sp>
        <p:nvSpPr>
          <p:cNvPr id="54320" name="Freeform 65"/>
          <p:cNvSpPr/>
          <p:nvPr/>
        </p:nvSpPr>
        <p:spPr>
          <a:xfrm>
            <a:off x="4664075" y="2781300"/>
            <a:ext cx="361950" cy="180975"/>
          </a:xfrm>
          <a:custGeom>
            <a:avLst/>
            <a:gdLst/>
            <a:ahLst/>
            <a:cxnLst>
              <a:cxn ang="0">
                <a:pos x="2147483646" y="0"/>
              </a:cxn>
              <a:cxn ang="0">
                <a:pos x="0" y="2147483646"/>
              </a:cxn>
              <a:cxn ang="0">
                <a:pos x="2147483646" y="2147483646"/>
              </a:cxn>
              <a:cxn ang="0">
                <a:pos x="2147483646" y="0"/>
              </a:cxn>
              <a:cxn ang="0">
                <a:pos x="2147483646" y="0"/>
              </a:cxn>
            </a:cxnLst>
            <a:pathLst>
              <a:path w="228" h="114">
                <a:moveTo>
                  <a:pt x="88" y="0"/>
                </a:moveTo>
                <a:lnTo>
                  <a:pt x="0" y="114"/>
                </a:lnTo>
                <a:lnTo>
                  <a:pt x="139" y="114"/>
                </a:lnTo>
                <a:lnTo>
                  <a:pt x="228" y="0"/>
                </a:lnTo>
                <a:lnTo>
                  <a:pt x="88" y="0"/>
                </a:lnTo>
                <a:close/>
              </a:path>
            </a:pathLst>
          </a:custGeom>
          <a:solidFill>
            <a:srgbClr val="33CCCC">
              <a:alpha val="100000"/>
            </a:srgbClr>
          </a:solidFill>
          <a:ln w="9525">
            <a:noFill/>
          </a:ln>
        </p:spPr>
        <p:txBody>
          <a:bodyPr/>
          <a:p>
            <a:endParaRPr lang="zh-CN" altLang="en-US"/>
          </a:p>
        </p:txBody>
      </p:sp>
      <p:sp>
        <p:nvSpPr>
          <p:cNvPr id="54321" name="Rectangle 66"/>
          <p:cNvSpPr/>
          <p:nvPr/>
        </p:nvSpPr>
        <p:spPr>
          <a:xfrm>
            <a:off x="4848225" y="2189163"/>
            <a:ext cx="166688" cy="598487"/>
          </a:xfrm>
          <a:prstGeom prst="rect">
            <a:avLst/>
          </a:prstGeom>
          <a:solidFill>
            <a:srgbClr val="33CCCC"/>
          </a:solidFill>
          <a:ln w="9525">
            <a:noFill/>
          </a:ln>
        </p:spPr>
        <p:txBody>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54322" name="Rectangle 67"/>
          <p:cNvSpPr/>
          <p:nvPr/>
        </p:nvSpPr>
        <p:spPr>
          <a:xfrm>
            <a:off x="4664075" y="2360613"/>
            <a:ext cx="231775" cy="598487"/>
          </a:xfrm>
          <a:prstGeom prst="rect">
            <a:avLst/>
          </a:prstGeom>
          <a:solidFill>
            <a:srgbClr val="33CCCC"/>
          </a:solidFill>
          <a:ln w="9525">
            <a:noFill/>
          </a:ln>
        </p:spPr>
        <p:txBody>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54323" name="Rectangle 68"/>
          <p:cNvSpPr/>
          <p:nvPr/>
        </p:nvSpPr>
        <p:spPr>
          <a:xfrm>
            <a:off x="4652963" y="2360613"/>
            <a:ext cx="231775" cy="598487"/>
          </a:xfrm>
          <a:prstGeom prst="rect">
            <a:avLst/>
          </a:prstGeom>
          <a:noFill/>
          <a:ln w="20638"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54324" name="Freeform 69"/>
          <p:cNvSpPr/>
          <p:nvPr/>
        </p:nvSpPr>
        <p:spPr>
          <a:xfrm>
            <a:off x="4664075" y="2181225"/>
            <a:ext cx="361950" cy="182563"/>
          </a:xfrm>
          <a:custGeom>
            <a:avLst/>
            <a:gdLst/>
            <a:ahLst/>
            <a:cxnLst>
              <a:cxn ang="0">
                <a:pos x="2147483646" y="0"/>
              </a:cxn>
              <a:cxn ang="0">
                <a:pos x="0" y="2147483646"/>
              </a:cxn>
              <a:cxn ang="0">
                <a:pos x="2147483646" y="2147483646"/>
              </a:cxn>
              <a:cxn ang="0">
                <a:pos x="2147483646" y="0"/>
              </a:cxn>
              <a:cxn ang="0">
                <a:pos x="2147483646" y="0"/>
              </a:cxn>
            </a:cxnLst>
            <a:pathLst>
              <a:path w="228" h="115">
                <a:moveTo>
                  <a:pt x="88" y="0"/>
                </a:moveTo>
                <a:lnTo>
                  <a:pt x="0" y="115"/>
                </a:lnTo>
                <a:lnTo>
                  <a:pt x="139" y="115"/>
                </a:lnTo>
                <a:lnTo>
                  <a:pt x="228" y="0"/>
                </a:lnTo>
                <a:lnTo>
                  <a:pt x="88" y="0"/>
                </a:lnTo>
                <a:close/>
              </a:path>
            </a:pathLst>
          </a:custGeom>
          <a:solidFill>
            <a:srgbClr val="33CCCC">
              <a:alpha val="100000"/>
            </a:srgbClr>
          </a:solidFill>
          <a:ln w="9525">
            <a:noFill/>
          </a:ln>
        </p:spPr>
        <p:txBody>
          <a:bodyPr/>
          <a:p>
            <a:endParaRPr lang="zh-CN" altLang="en-US"/>
          </a:p>
        </p:txBody>
      </p:sp>
      <p:sp>
        <p:nvSpPr>
          <p:cNvPr id="54325" name="Freeform 70"/>
          <p:cNvSpPr/>
          <p:nvPr/>
        </p:nvSpPr>
        <p:spPr>
          <a:xfrm>
            <a:off x="4664075" y="2181225"/>
            <a:ext cx="361950" cy="182563"/>
          </a:xfrm>
          <a:custGeom>
            <a:avLst/>
            <a:gdLst/>
            <a:ahLst/>
            <a:cxnLst>
              <a:cxn ang="0">
                <a:pos x="2147483646" y="0"/>
              </a:cxn>
              <a:cxn ang="0">
                <a:pos x="0" y="2147483646"/>
              </a:cxn>
              <a:cxn ang="0">
                <a:pos x="2147483646" y="2147483646"/>
              </a:cxn>
              <a:cxn ang="0">
                <a:pos x="2147483646" y="0"/>
              </a:cxn>
              <a:cxn ang="0">
                <a:pos x="2147483646" y="0"/>
              </a:cxn>
            </a:cxnLst>
            <a:pathLst>
              <a:path w="228" h="115">
                <a:moveTo>
                  <a:pt x="88" y="0"/>
                </a:moveTo>
                <a:lnTo>
                  <a:pt x="0" y="115"/>
                </a:lnTo>
                <a:lnTo>
                  <a:pt x="139" y="115"/>
                </a:lnTo>
                <a:lnTo>
                  <a:pt x="228" y="0"/>
                </a:lnTo>
                <a:lnTo>
                  <a:pt x="88" y="0"/>
                </a:lnTo>
                <a:close/>
              </a:path>
            </a:pathLst>
          </a:custGeom>
          <a:noFill/>
          <a:ln w="20638" cap="flat" cmpd="sng">
            <a:solidFill>
              <a:srgbClr val="000000">
                <a:alpha val="100000"/>
              </a:srgbClr>
            </a:solidFill>
            <a:prstDash val="solid"/>
            <a:round/>
            <a:headEnd type="none" w="med" len="med"/>
            <a:tailEnd type="none" w="med" len="med"/>
          </a:ln>
        </p:spPr>
        <p:txBody>
          <a:bodyPr/>
          <a:p>
            <a:endParaRPr lang="zh-CN" altLang="en-US"/>
          </a:p>
        </p:txBody>
      </p:sp>
      <p:sp>
        <p:nvSpPr>
          <p:cNvPr id="54326" name="Line 71"/>
          <p:cNvSpPr/>
          <p:nvPr/>
        </p:nvSpPr>
        <p:spPr>
          <a:xfrm>
            <a:off x="5026025" y="2195513"/>
            <a:ext cx="1588" cy="585787"/>
          </a:xfrm>
          <a:prstGeom prst="line">
            <a:avLst/>
          </a:prstGeom>
          <a:ln w="20638" cap="flat" cmpd="sng">
            <a:solidFill>
              <a:srgbClr val="000000"/>
            </a:solidFill>
            <a:prstDash val="solid"/>
            <a:headEnd type="none" w="med" len="med"/>
            <a:tailEnd type="none" w="med" len="med"/>
          </a:ln>
        </p:spPr>
      </p:sp>
      <p:sp>
        <p:nvSpPr>
          <p:cNvPr id="54327" name="Line 72"/>
          <p:cNvSpPr/>
          <p:nvPr/>
        </p:nvSpPr>
        <p:spPr>
          <a:xfrm flipH="1">
            <a:off x="4895850" y="2781300"/>
            <a:ext cx="130175" cy="177800"/>
          </a:xfrm>
          <a:prstGeom prst="line">
            <a:avLst/>
          </a:prstGeom>
          <a:ln w="20638" cap="flat" cmpd="sng">
            <a:solidFill>
              <a:srgbClr val="000000"/>
            </a:solidFill>
            <a:prstDash val="solid"/>
            <a:headEnd type="none" w="med" len="med"/>
            <a:tailEnd type="none" w="med" len="med"/>
          </a:ln>
        </p:spPr>
      </p:sp>
      <p:sp>
        <p:nvSpPr>
          <p:cNvPr id="54328" name="Rectangle 73"/>
          <p:cNvSpPr/>
          <p:nvPr/>
        </p:nvSpPr>
        <p:spPr>
          <a:xfrm>
            <a:off x="4694238" y="2438400"/>
            <a:ext cx="153987" cy="342900"/>
          </a:xfrm>
          <a:prstGeom prst="rect">
            <a:avLst/>
          </a:prstGeom>
          <a:solidFill>
            <a:srgbClr val="3333CC"/>
          </a:solidFill>
          <a:ln w="9525">
            <a:noFill/>
          </a:ln>
        </p:spPr>
        <p:txBody>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54329" name="Rectangle 74"/>
          <p:cNvSpPr/>
          <p:nvPr/>
        </p:nvSpPr>
        <p:spPr>
          <a:xfrm>
            <a:off x="4694238" y="2438400"/>
            <a:ext cx="153987" cy="342900"/>
          </a:xfrm>
          <a:prstGeom prst="rect">
            <a:avLst/>
          </a:prstGeom>
          <a:noFill/>
          <a:ln w="20638"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54330" name="Rectangle 75"/>
          <p:cNvSpPr/>
          <p:nvPr/>
        </p:nvSpPr>
        <p:spPr>
          <a:xfrm>
            <a:off x="4714875" y="2541588"/>
            <a:ext cx="115888" cy="123825"/>
          </a:xfrm>
          <a:prstGeom prst="rect">
            <a:avLst/>
          </a:prstGeom>
          <a:solidFill>
            <a:srgbClr val="FFFFFF"/>
          </a:solidFill>
          <a:ln w="9525">
            <a:noFill/>
          </a:ln>
        </p:spPr>
        <p:txBody>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54331" name="Rectangle 76"/>
          <p:cNvSpPr/>
          <p:nvPr/>
        </p:nvSpPr>
        <p:spPr>
          <a:xfrm>
            <a:off x="3952875" y="2193925"/>
            <a:ext cx="711200" cy="274638"/>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solidFill>
                  <a:srgbClr val="FF0000"/>
                </a:solidFill>
                <a:latin typeface="Arial" panose="020B0604020202020204" pitchFamily="34" charset="0"/>
                <a:ea typeface="宋体" panose="02010600030101010101" pitchFamily="2" charset="-122"/>
              </a:rPr>
              <a:t>DHCP </a:t>
            </a:r>
            <a:endParaRPr lang="en-US" altLang="zh-CN" sz="1800" dirty="0">
              <a:solidFill>
                <a:srgbClr val="FF0000"/>
              </a:solidFill>
              <a:ea typeface="宋体" panose="02010600030101010101" pitchFamily="2" charset="-122"/>
            </a:endParaRPr>
          </a:p>
        </p:txBody>
      </p:sp>
      <p:sp>
        <p:nvSpPr>
          <p:cNvPr id="54332" name="Rectangle 77"/>
          <p:cNvSpPr/>
          <p:nvPr/>
        </p:nvSpPr>
        <p:spPr>
          <a:xfrm>
            <a:off x="4664075" y="2193925"/>
            <a:ext cx="63500" cy="274638"/>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solidFill>
                  <a:srgbClr val="000000"/>
                </a:solidFill>
                <a:latin typeface="Arial" panose="020B0604020202020204" pitchFamily="34" charset="0"/>
                <a:ea typeface="宋体" panose="02010600030101010101" pitchFamily="2" charset="-122"/>
              </a:rPr>
              <a:t> </a:t>
            </a:r>
            <a:endParaRPr lang="en-US" altLang="zh-CN" sz="1800" dirty="0">
              <a:ea typeface="宋体" panose="02010600030101010101" pitchFamily="2" charset="-122"/>
            </a:endParaRPr>
          </a:p>
        </p:txBody>
      </p:sp>
      <p:sp>
        <p:nvSpPr>
          <p:cNvPr id="54333" name="Rectangle 78"/>
          <p:cNvSpPr/>
          <p:nvPr/>
        </p:nvSpPr>
        <p:spPr>
          <a:xfrm>
            <a:off x="3952875" y="2459038"/>
            <a:ext cx="635000" cy="274637"/>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solidFill>
                  <a:srgbClr val="FF0000"/>
                </a:solidFill>
                <a:latin typeface="Arial" panose="020B0604020202020204" pitchFamily="34" charset="0"/>
                <a:ea typeface="宋体" panose="02010600030101010101" pitchFamily="2" charset="-122"/>
              </a:rPr>
              <a:t>server</a:t>
            </a:r>
            <a:endParaRPr lang="en-US" altLang="zh-CN" sz="1800" dirty="0">
              <a:solidFill>
                <a:srgbClr val="FF0000"/>
              </a:solidFill>
              <a:ea typeface="宋体" panose="02010600030101010101" pitchFamily="2" charset="-122"/>
            </a:endParaRPr>
          </a:p>
        </p:txBody>
      </p:sp>
      <p:sp>
        <p:nvSpPr>
          <p:cNvPr id="54334" name="Rectangle 79"/>
          <p:cNvSpPr/>
          <p:nvPr/>
        </p:nvSpPr>
        <p:spPr>
          <a:xfrm>
            <a:off x="4584700" y="2459038"/>
            <a:ext cx="63500" cy="274637"/>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solidFill>
                  <a:srgbClr val="000000"/>
                </a:solidFill>
                <a:latin typeface="Arial" panose="020B0604020202020204" pitchFamily="34" charset="0"/>
                <a:ea typeface="宋体" panose="02010600030101010101" pitchFamily="2" charset="-122"/>
              </a:rPr>
              <a:t> </a:t>
            </a:r>
            <a:endParaRPr lang="en-US" altLang="zh-CN" sz="1800" dirty="0">
              <a:ea typeface="宋体" panose="02010600030101010101" pitchFamily="2" charset="-122"/>
            </a:endParaRPr>
          </a:p>
        </p:txBody>
      </p:sp>
      <p:sp>
        <p:nvSpPr>
          <p:cNvPr id="54335" name="Rectangle 80"/>
          <p:cNvSpPr/>
          <p:nvPr/>
        </p:nvSpPr>
        <p:spPr>
          <a:xfrm>
            <a:off x="4541838" y="4017963"/>
            <a:ext cx="63500" cy="274637"/>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solidFill>
                  <a:srgbClr val="000000"/>
                </a:solidFill>
                <a:latin typeface="Arial" panose="020B0604020202020204" pitchFamily="34" charset="0"/>
                <a:ea typeface="宋体" panose="02010600030101010101" pitchFamily="2" charset="-122"/>
              </a:rPr>
              <a:t> </a:t>
            </a:r>
            <a:endParaRPr lang="en-US" altLang="zh-CN" sz="1800" dirty="0">
              <a:ea typeface="宋体" panose="02010600030101010101" pitchFamily="2" charset="-122"/>
            </a:endParaRPr>
          </a:p>
        </p:txBody>
      </p:sp>
      <p:sp>
        <p:nvSpPr>
          <p:cNvPr id="54336" name="Freeform 81"/>
          <p:cNvSpPr/>
          <p:nvPr/>
        </p:nvSpPr>
        <p:spPr>
          <a:xfrm>
            <a:off x="6142038" y="5005388"/>
            <a:ext cx="3175" cy="3175"/>
          </a:xfrm>
          <a:custGeom>
            <a:avLst/>
            <a:gdLst/>
            <a:ahLst/>
            <a:cxnLst>
              <a:cxn ang="0">
                <a:pos x="0" y="0"/>
              </a:cxn>
              <a:cxn ang="0">
                <a:pos x="0" y="0"/>
              </a:cxn>
              <a:cxn ang="0">
                <a:pos x="0" y="0"/>
              </a:cxn>
              <a:cxn ang="0">
                <a:pos x="0" y="2147483646"/>
              </a:cxn>
              <a:cxn ang="0">
                <a:pos x="2147483646" y="2147483646"/>
              </a:cxn>
              <a:cxn ang="0">
                <a:pos x="2147483646" y="2147483646"/>
              </a:cxn>
              <a:cxn ang="0">
                <a:pos x="2147483646" y="0"/>
              </a:cxn>
              <a:cxn ang="0">
                <a:pos x="2147483646" y="0"/>
              </a:cxn>
              <a:cxn ang="0">
                <a:pos x="2147483646" y="0"/>
              </a:cxn>
              <a:cxn ang="0">
                <a:pos x="2147483646" y="0"/>
              </a:cxn>
              <a:cxn ang="0">
                <a:pos x="2147483646" y="0"/>
              </a:cxn>
              <a:cxn ang="0">
                <a:pos x="2147483646" y="0"/>
              </a:cxn>
              <a:cxn ang="0">
                <a:pos x="2147483646" y="0"/>
              </a:cxn>
              <a:cxn ang="0">
                <a:pos x="0" y="0"/>
              </a:cxn>
              <a:cxn ang="0">
                <a:pos x="0" y="0"/>
              </a:cxn>
              <a:cxn ang="0">
                <a:pos x="0" y="0"/>
              </a:cxn>
              <a:cxn ang="0">
                <a:pos x="0" y="0"/>
              </a:cxn>
              <a:cxn ang="0">
                <a:pos x="0" y="0"/>
              </a:cxn>
            </a:cxnLst>
            <a:pathLst>
              <a:path w="2" h="2">
                <a:moveTo>
                  <a:pt x="0" y="0"/>
                </a:moveTo>
                <a:lnTo>
                  <a:pt x="0" y="0"/>
                </a:lnTo>
                <a:lnTo>
                  <a:pt x="0" y="2"/>
                </a:lnTo>
                <a:lnTo>
                  <a:pt x="2" y="2"/>
                </a:lnTo>
                <a:lnTo>
                  <a:pt x="2" y="0"/>
                </a:lnTo>
                <a:lnTo>
                  <a:pt x="0" y="0"/>
                </a:lnTo>
                <a:close/>
              </a:path>
            </a:pathLst>
          </a:custGeom>
          <a:solidFill>
            <a:srgbClr val="000000">
              <a:alpha val="100000"/>
            </a:srgbClr>
          </a:solidFill>
          <a:ln w="9525">
            <a:noFill/>
          </a:ln>
        </p:spPr>
        <p:txBody>
          <a:bodyPr/>
          <a:p>
            <a:endParaRPr lang="zh-CN" altLang="en-US"/>
          </a:p>
        </p:txBody>
      </p:sp>
      <p:sp>
        <p:nvSpPr>
          <p:cNvPr id="54337" name="Freeform 82"/>
          <p:cNvSpPr/>
          <p:nvPr/>
        </p:nvSpPr>
        <p:spPr>
          <a:xfrm>
            <a:off x="6154738" y="4999038"/>
            <a:ext cx="3175" cy="3175"/>
          </a:xfrm>
          <a:custGeom>
            <a:avLst/>
            <a:gdLst/>
            <a:ahLst/>
            <a:cxnLst>
              <a:cxn ang="0">
                <a:pos x="0" y="2147483646"/>
              </a:cxn>
              <a:cxn ang="0">
                <a:pos x="0" y="2147483646"/>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0"/>
              </a:cxn>
              <a:cxn ang="0">
                <a:pos x="2147483646" y="0"/>
              </a:cxn>
              <a:cxn ang="0">
                <a:pos x="2147483646" y="0"/>
              </a:cxn>
              <a:cxn ang="0">
                <a:pos x="0" y="0"/>
              </a:cxn>
              <a:cxn ang="0">
                <a:pos x="0" y="0"/>
              </a:cxn>
              <a:cxn ang="0">
                <a:pos x="0" y="0"/>
              </a:cxn>
              <a:cxn ang="0">
                <a:pos x="0" y="2147483646"/>
              </a:cxn>
              <a:cxn ang="0">
                <a:pos x="0" y="2147483646"/>
              </a:cxn>
            </a:cxnLst>
            <a:pathLst>
              <a:path w="2" h="2">
                <a:moveTo>
                  <a:pt x="0" y="2"/>
                </a:moveTo>
                <a:lnTo>
                  <a:pt x="0" y="2"/>
                </a:lnTo>
                <a:lnTo>
                  <a:pt x="2" y="2"/>
                </a:lnTo>
                <a:lnTo>
                  <a:pt x="2" y="0"/>
                </a:lnTo>
                <a:lnTo>
                  <a:pt x="0" y="0"/>
                </a:lnTo>
                <a:lnTo>
                  <a:pt x="0" y="2"/>
                </a:lnTo>
                <a:close/>
              </a:path>
            </a:pathLst>
          </a:custGeom>
          <a:solidFill>
            <a:srgbClr val="000000">
              <a:alpha val="100000"/>
            </a:srgbClr>
          </a:solidFill>
          <a:ln w="9525">
            <a:noFill/>
          </a:ln>
        </p:spPr>
        <p:txBody>
          <a:bodyPr/>
          <a:p>
            <a:endParaRPr lang="zh-CN" altLang="en-US"/>
          </a:p>
        </p:txBody>
      </p:sp>
      <p:sp>
        <p:nvSpPr>
          <p:cNvPr id="54338" name="Freeform 83"/>
          <p:cNvSpPr/>
          <p:nvPr/>
        </p:nvSpPr>
        <p:spPr>
          <a:xfrm>
            <a:off x="6172200" y="4995863"/>
            <a:ext cx="3175" cy="3175"/>
          </a:xfrm>
          <a:custGeom>
            <a:avLst/>
            <a:gdLst/>
            <a:ahLst/>
            <a:cxnLst>
              <a:cxn ang="0">
                <a:pos x="0" y="0"/>
              </a:cxn>
              <a:cxn ang="0">
                <a:pos x="0" y="0"/>
              </a:cxn>
              <a:cxn ang="0">
                <a:pos x="0" y="0"/>
              </a:cxn>
              <a:cxn ang="0">
                <a:pos x="0" y="2147483646"/>
              </a:cxn>
              <a:cxn ang="0">
                <a:pos x="0" y="2147483646"/>
              </a:cxn>
              <a:cxn ang="0">
                <a:pos x="0" y="2147483646"/>
              </a:cxn>
              <a:cxn ang="0">
                <a:pos x="0" y="0"/>
              </a:cxn>
              <a:cxn ang="0">
                <a:pos x="2147483646" y="0"/>
              </a:cxn>
              <a:cxn ang="0">
                <a:pos x="2147483646" y="0"/>
              </a:cxn>
              <a:cxn ang="0">
                <a:pos x="2147483646" y="0"/>
              </a:cxn>
              <a:cxn ang="0">
                <a:pos x="0" y="0"/>
              </a:cxn>
              <a:cxn ang="0">
                <a:pos x="0" y="0"/>
              </a:cxn>
              <a:cxn ang="0">
                <a:pos x="0" y="0"/>
              </a:cxn>
              <a:cxn ang="0">
                <a:pos x="0" y="0"/>
              </a:cxn>
              <a:cxn ang="0">
                <a:pos x="0" y="0"/>
              </a:cxn>
              <a:cxn ang="0">
                <a:pos x="0" y="0"/>
              </a:cxn>
              <a:cxn ang="0">
                <a:pos x="0" y="0"/>
              </a:cxn>
              <a:cxn ang="0">
                <a:pos x="0" y="0"/>
              </a:cxn>
            </a:cxnLst>
            <a:pathLst>
              <a:path w="2" h="2">
                <a:moveTo>
                  <a:pt x="0" y="0"/>
                </a:moveTo>
                <a:lnTo>
                  <a:pt x="0" y="0"/>
                </a:lnTo>
                <a:lnTo>
                  <a:pt x="0" y="2"/>
                </a:lnTo>
                <a:lnTo>
                  <a:pt x="0" y="0"/>
                </a:lnTo>
                <a:lnTo>
                  <a:pt x="2" y="0"/>
                </a:lnTo>
                <a:lnTo>
                  <a:pt x="0" y="0"/>
                </a:lnTo>
                <a:close/>
              </a:path>
            </a:pathLst>
          </a:custGeom>
          <a:solidFill>
            <a:srgbClr val="000000">
              <a:alpha val="100000"/>
            </a:srgbClr>
          </a:solidFill>
          <a:ln w="9525">
            <a:noFill/>
          </a:ln>
        </p:spPr>
        <p:txBody>
          <a:bodyPr/>
          <a:p>
            <a:endParaRPr lang="zh-CN" altLang="en-US"/>
          </a:p>
        </p:txBody>
      </p:sp>
      <p:sp>
        <p:nvSpPr>
          <p:cNvPr id="54339" name="Freeform 84"/>
          <p:cNvSpPr/>
          <p:nvPr/>
        </p:nvSpPr>
        <p:spPr>
          <a:xfrm>
            <a:off x="6165850" y="5008563"/>
            <a:ext cx="1588" cy="1587"/>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588" h="1587">
                <a:moveTo>
                  <a:pt x="0" y="0"/>
                </a:moveTo>
                <a:lnTo>
                  <a:pt x="0" y="0"/>
                </a:lnTo>
                <a:close/>
              </a:path>
            </a:pathLst>
          </a:custGeom>
          <a:solidFill>
            <a:srgbClr val="000000">
              <a:alpha val="100000"/>
            </a:srgbClr>
          </a:solidFill>
          <a:ln w="9525">
            <a:noFill/>
          </a:ln>
        </p:spPr>
        <p:txBody>
          <a:bodyPr/>
          <a:p>
            <a:endParaRPr lang="zh-CN" altLang="en-US"/>
          </a:p>
        </p:txBody>
      </p:sp>
      <p:sp>
        <p:nvSpPr>
          <p:cNvPr id="54340" name="Freeform 85"/>
          <p:cNvSpPr/>
          <p:nvPr/>
        </p:nvSpPr>
        <p:spPr>
          <a:xfrm>
            <a:off x="6151563" y="5013325"/>
            <a:ext cx="1587" cy="3175"/>
          </a:xfrm>
          <a:custGeom>
            <a:avLst/>
            <a:gdLst/>
            <a:ahLst/>
            <a:cxnLst>
              <a:cxn ang="0">
                <a:pos x="0" y="2147483646"/>
              </a:cxn>
              <a:cxn ang="0">
                <a:pos x="0" y="2147483646"/>
              </a:cxn>
              <a:cxn ang="0">
                <a:pos x="0" y="2147483646"/>
              </a:cxn>
              <a:cxn ang="0">
                <a:pos x="0" y="2147483646"/>
              </a:cxn>
              <a:cxn ang="0">
                <a:pos x="0" y="2147483646"/>
              </a:cxn>
              <a:cxn ang="0">
                <a:pos x="0" y="2147483646"/>
              </a:cxn>
              <a:cxn ang="0">
                <a:pos x="0" y="2147483646"/>
              </a:cxn>
              <a:cxn ang="0">
                <a:pos x="0" y="2147483646"/>
              </a:cxn>
              <a:cxn ang="0">
                <a:pos x="0" y="2147483646"/>
              </a:cxn>
              <a:cxn ang="0">
                <a:pos x="0" y="2147483646"/>
              </a:cxn>
              <a:cxn ang="0">
                <a:pos x="0" y="2147483646"/>
              </a:cxn>
              <a:cxn ang="0">
                <a:pos x="0" y="0"/>
              </a:cxn>
              <a:cxn ang="0">
                <a:pos x="0" y="0"/>
              </a:cxn>
              <a:cxn ang="0">
                <a:pos x="0" y="0"/>
              </a:cxn>
              <a:cxn ang="0">
                <a:pos x="0" y="2147483646"/>
              </a:cxn>
              <a:cxn ang="0">
                <a:pos x="0" y="2147483646"/>
              </a:cxn>
              <a:cxn ang="0">
                <a:pos x="0" y="2147483646"/>
              </a:cxn>
              <a:cxn ang="0">
                <a:pos x="0" y="2147483646"/>
              </a:cxn>
            </a:cxnLst>
            <a:pathLst>
              <a:path w="1587" h="2">
                <a:moveTo>
                  <a:pt x="0" y="2"/>
                </a:moveTo>
                <a:lnTo>
                  <a:pt x="0" y="2"/>
                </a:lnTo>
                <a:lnTo>
                  <a:pt x="0" y="0"/>
                </a:lnTo>
                <a:lnTo>
                  <a:pt x="0" y="2"/>
                </a:lnTo>
                <a:close/>
              </a:path>
            </a:pathLst>
          </a:custGeom>
          <a:solidFill>
            <a:srgbClr val="000000">
              <a:alpha val="100000"/>
            </a:srgbClr>
          </a:solidFill>
          <a:ln w="9525">
            <a:noFill/>
          </a:ln>
        </p:spPr>
        <p:txBody>
          <a:bodyPr/>
          <a:p>
            <a:endParaRPr lang="zh-CN" altLang="en-US"/>
          </a:p>
        </p:txBody>
      </p:sp>
      <p:sp>
        <p:nvSpPr>
          <p:cNvPr id="54341" name="Freeform 86"/>
          <p:cNvSpPr/>
          <p:nvPr/>
        </p:nvSpPr>
        <p:spPr>
          <a:xfrm>
            <a:off x="6059488" y="4883150"/>
            <a:ext cx="3175" cy="3175"/>
          </a:xfrm>
          <a:custGeom>
            <a:avLst/>
            <a:gdLst/>
            <a:ahLst/>
            <a:cxnLst>
              <a:cxn ang="0">
                <a:pos x="0" y="0"/>
              </a:cxn>
              <a:cxn ang="0">
                <a:pos x="0" y="2147483646"/>
              </a:cxn>
              <a:cxn ang="0">
                <a:pos x="0" y="2147483646"/>
              </a:cxn>
              <a:cxn ang="0">
                <a:pos x="0" y="2147483646"/>
              </a:cxn>
              <a:cxn ang="0">
                <a:pos x="0" y="2147483646"/>
              </a:cxn>
              <a:cxn ang="0">
                <a:pos x="2147483646" y="2147483646"/>
              </a:cxn>
              <a:cxn ang="0">
                <a:pos x="2147483646" y="2147483646"/>
              </a:cxn>
              <a:cxn ang="0">
                <a:pos x="2147483646" y="2147483646"/>
              </a:cxn>
              <a:cxn ang="0">
                <a:pos x="2147483646" y="0"/>
              </a:cxn>
              <a:cxn ang="0">
                <a:pos x="2147483646" y="0"/>
              </a:cxn>
              <a:cxn ang="0">
                <a:pos x="2147483646" y="0"/>
              </a:cxn>
              <a:cxn ang="0">
                <a:pos x="2147483646" y="0"/>
              </a:cxn>
              <a:cxn ang="0">
                <a:pos x="0" y="0"/>
              </a:cxn>
              <a:cxn ang="0">
                <a:pos x="0" y="0"/>
              </a:cxn>
              <a:cxn ang="0">
                <a:pos x="0" y="0"/>
              </a:cxn>
              <a:cxn ang="0">
                <a:pos x="0" y="0"/>
              </a:cxn>
              <a:cxn ang="0">
                <a:pos x="0" y="0"/>
              </a:cxn>
              <a:cxn ang="0">
                <a:pos x="0" y="0"/>
              </a:cxn>
            </a:cxnLst>
            <a:pathLst>
              <a:path w="2" h="2">
                <a:moveTo>
                  <a:pt x="0" y="0"/>
                </a:moveTo>
                <a:lnTo>
                  <a:pt x="0" y="2"/>
                </a:lnTo>
                <a:lnTo>
                  <a:pt x="2" y="2"/>
                </a:lnTo>
                <a:lnTo>
                  <a:pt x="2" y="0"/>
                </a:lnTo>
                <a:lnTo>
                  <a:pt x="0" y="0"/>
                </a:lnTo>
                <a:close/>
              </a:path>
            </a:pathLst>
          </a:custGeom>
          <a:solidFill>
            <a:srgbClr val="000000">
              <a:alpha val="100000"/>
            </a:srgbClr>
          </a:solidFill>
          <a:ln w="9525">
            <a:noFill/>
          </a:ln>
        </p:spPr>
        <p:txBody>
          <a:bodyPr/>
          <a:p>
            <a:endParaRPr lang="zh-CN" altLang="en-US"/>
          </a:p>
        </p:txBody>
      </p:sp>
      <p:sp>
        <p:nvSpPr>
          <p:cNvPr id="54342" name="Freeform 87"/>
          <p:cNvSpPr/>
          <p:nvPr/>
        </p:nvSpPr>
        <p:spPr>
          <a:xfrm>
            <a:off x="6073775" y="4878388"/>
            <a:ext cx="3175" cy="4762"/>
          </a:xfrm>
          <a:custGeom>
            <a:avLst/>
            <a:gdLst/>
            <a:ahLst/>
            <a:cxnLst>
              <a:cxn ang="0">
                <a:pos x="0" y="2147483646"/>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0"/>
              </a:cxn>
              <a:cxn ang="0">
                <a:pos x="2147483646" y="0"/>
              </a:cxn>
              <a:cxn ang="0">
                <a:pos x="2147483646" y="0"/>
              </a:cxn>
              <a:cxn ang="0">
                <a:pos x="2147483646" y="0"/>
              </a:cxn>
              <a:cxn ang="0">
                <a:pos x="0" y="0"/>
              </a:cxn>
              <a:cxn ang="0">
                <a:pos x="0" y="0"/>
              </a:cxn>
              <a:cxn ang="0">
                <a:pos x="0" y="2147483646"/>
              </a:cxn>
              <a:cxn ang="0">
                <a:pos x="0" y="2147483646"/>
              </a:cxn>
            </a:cxnLst>
            <a:pathLst>
              <a:path w="2" h="3">
                <a:moveTo>
                  <a:pt x="0" y="3"/>
                </a:moveTo>
                <a:lnTo>
                  <a:pt x="0" y="3"/>
                </a:lnTo>
                <a:lnTo>
                  <a:pt x="2" y="3"/>
                </a:lnTo>
                <a:lnTo>
                  <a:pt x="2" y="0"/>
                </a:lnTo>
                <a:lnTo>
                  <a:pt x="0" y="0"/>
                </a:lnTo>
                <a:lnTo>
                  <a:pt x="0" y="3"/>
                </a:lnTo>
                <a:close/>
              </a:path>
            </a:pathLst>
          </a:custGeom>
          <a:solidFill>
            <a:srgbClr val="000000">
              <a:alpha val="100000"/>
            </a:srgbClr>
          </a:solidFill>
          <a:ln w="9525">
            <a:noFill/>
          </a:ln>
        </p:spPr>
        <p:txBody>
          <a:bodyPr/>
          <a:p>
            <a:endParaRPr lang="zh-CN" altLang="en-US"/>
          </a:p>
        </p:txBody>
      </p:sp>
      <p:sp>
        <p:nvSpPr>
          <p:cNvPr id="54343" name="Freeform 88"/>
          <p:cNvSpPr/>
          <p:nvPr/>
        </p:nvSpPr>
        <p:spPr>
          <a:xfrm>
            <a:off x="6086475" y="4875213"/>
            <a:ext cx="3175" cy="3175"/>
          </a:xfrm>
          <a:custGeom>
            <a:avLst/>
            <a:gdLst/>
            <a:ahLst/>
            <a:cxnLst>
              <a:cxn ang="0">
                <a:pos x="0" y="2147483646"/>
              </a:cxn>
              <a:cxn ang="0">
                <a:pos x="0" y="2147483646"/>
              </a:cxn>
              <a:cxn ang="0">
                <a:pos x="0" y="2147483646"/>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0" y="0"/>
              </a:cxn>
              <a:cxn ang="0">
                <a:pos x="0" y="0"/>
              </a:cxn>
              <a:cxn ang="0">
                <a:pos x="0" y="2147483646"/>
              </a:cxn>
              <a:cxn ang="0">
                <a:pos x="0" y="2147483646"/>
              </a:cxn>
              <a:cxn ang="0">
                <a:pos x="0" y="2147483646"/>
              </a:cxn>
              <a:cxn ang="0">
                <a:pos x="0" y="2147483646"/>
              </a:cxn>
            </a:cxnLst>
            <a:pathLst>
              <a:path w="2" h="2">
                <a:moveTo>
                  <a:pt x="0" y="2"/>
                </a:moveTo>
                <a:lnTo>
                  <a:pt x="0" y="2"/>
                </a:lnTo>
                <a:lnTo>
                  <a:pt x="2" y="2"/>
                </a:lnTo>
                <a:lnTo>
                  <a:pt x="2" y="0"/>
                </a:lnTo>
                <a:lnTo>
                  <a:pt x="0" y="0"/>
                </a:lnTo>
                <a:lnTo>
                  <a:pt x="0" y="2"/>
                </a:lnTo>
                <a:close/>
              </a:path>
            </a:pathLst>
          </a:custGeom>
          <a:solidFill>
            <a:srgbClr val="000000">
              <a:alpha val="100000"/>
            </a:srgbClr>
          </a:solidFill>
          <a:ln w="9525">
            <a:noFill/>
          </a:ln>
        </p:spPr>
        <p:txBody>
          <a:bodyPr/>
          <a:p>
            <a:endParaRPr lang="zh-CN" altLang="en-US"/>
          </a:p>
        </p:txBody>
      </p:sp>
      <p:sp>
        <p:nvSpPr>
          <p:cNvPr id="54344" name="Freeform 89"/>
          <p:cNvSpPr/>
          <p:nvPr/>
        </p:nvSpPr>
        <p:spPr>
          <a:xfrm>
            <a:off x="6089650" y="4883150"/>
            <a:ext cx="7938" cy="3175"/>
          </a:xfrm>
          <a:custGeom>
            <a:avLst/>
            <a:gdLst/>
            <a:ahLst/>
            <a:cxnLst>
              <a:cxn ang="0">
                <a:pos x="0" y="2147483646"/>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0"/>
              </a:cxn>
              <a:cxn ang="0">
                <a:pos x="2147483646" y="0"/>
              </a:cxn>
              <a:cxn ang="0">
                <a:pos x="2147483646" y="0"/>
              </a:cxn>
              <a:cxn ang="0">
                <a:pos x="2147483646" y="0"/>
              </a:cxn>
              <a:cxn ang="0">
                <a:pos x="0" y="0"/>
              </a:cxn>
              <a:cxn ang="0">
                <a:pos x="0" y="0"/>
              </a:cxn>
              <a:cxn ang="0">
                <a:pos x="0" y="2147483646"/>
              </a:cxn>
              <a:cxn ang="0">
                <a:pos x="0" y="2147483646"/>
              </a:cxn>
            </a:cxnLst>
            <a:pathLst>
              <a:path w="5" h="2">
                <a:moveTo>
                  <a:pt x="0" y="2"/>
                </a:moveTo>
                <a:lnTo>
                  <a:pt x="0" y="2"/>
                </a:lnTo>
                <a:lnTo>
                  <a:pt x="3" y="2"/>
                </a:lnTo>
                <a:lnTo>
                  <a:pt x="5" y="2"/>
                </a:lnTo>
                <a:lnTo>
                  <a:pt x="5" y="0"/>
                </a:lnTo>
                <a:lnTo>
                  <a:pt x="3" y="0"/>
                </a:lnTo>
                <a:lnTo>
                  <a:pt x="0" y="0"/>
                </a:lnTo>
                <a:lnTo>
                  <a:pt x="0" y="2"/>
                </a:lnTo>
                <a:close/>
              </a:path>
            </a:pathLst>
          </a:custGeom>
          <a:solidFill>
            <a:srgbClr val="000000">
              <a:alpha val="100000"/>
            </a:srgbClr>
          </a:solidFill>
          <a:ln w="9525">
            <a:noFill/>
          </a:ln>
        </p:spPr>
        <p:txBody>
          <a:bodyPr/>
          <a:p>
            <a:endParaRPr lang="zh-CN" altLang="en-US"/>
          </a:p>
        </p:txBody>
      </p:sp>
      <p:sp>
        <p:nvSpPr>
          <p:cNvPr id="54345" name="Freeform 90"/>
          <p:cNvSpPr/>
          <p:nvPr/>
        </p:nvSpPr>
        <p:spPr>
          <a:xfrm>
            <a:off x="6076950" y="4889500"/>
            <a:ext cx="3175" cy="1588"/>
          </a:xfrm>
          <a:custGeom>
            <a:avLst/>
            <a:gdLst/>
            <a:ahLst/>
            <a:cxnLst>
              <a:cxn ang="0">
                <a:pos x="0" y="0"/>
              </a:cxn>
              <a:cxn ang="0">
                <a:pos x="0" y="0"/>
              </a:cxn>
              <a:cxn ang="0">
                <a:pos x="0" y="0"/>
              </a:cxn>
              <a:cxn ang="0">
                <a:pos x="0" y="0"/>
              </a:cxn>
              <a:cxn ang="0">
                <a:pos x="2147483646" y="0"/>
              </a:cxn>
              <a:cxn ang="0">
                <a:pos x="2147483646" y="0"/>
              </a:cxn>
              <a:cxn ang="0">
                <a:pos x="2147483646" y="0"/>
              </a:cxn>
              <a:cxn ang="0">
                <a:pos x="2147483646" y="0"/>
              </a:cxn>
              <a:cxn ang="0">
                <a:pos x="2147483646" y="0"/>
              </a:cxn>
              <a:cxn ang="0">
                <a:pos x="2147483646" y="0"/>
              </a:cxn>
              <a:cxn ang="0">
                <a:pos x="2147483646" y="0"/>
              </a:cxn>
              <a:cxn ang="0">
                <a:pos x="2147483646" y="0"/>
              </a:cxn>
              <a:cxn ang="0">
                <a:pos x="2147483646" y="0"/>
              </a:cxn>
              <a:cxn ang="0">
                <a:pos x="0" y="0"/>
              </a:cxn>
              <a:cxn ang="0">
                <a:pos x="0" y="0"/>
              </a:cxn>
              <a:cxn ang="0">
                <a:pos x="0" y="0"/>
              </a:cxn>
              <a:cxn ang="0">
                <a:pos x="0" y="0"/>
              </a:cxn>
              <a:cxn ang="0">
                <a:pos x="0" y="0"/>
              </a:cxn>
            </a:cxnLst>
            <a:pathLst>
              <a:path w="2" h="1588">
                <a:moveTo>
                  <a:pt x="0" y="0"/>
                </a:moveTo>
                <a:lnTo>
                  <a:pt x="0" y="0"/>
                </a:lnTo>
                <a:lnTo>
                  <a:pt x="2" y="0"/>
                </a:lnTo>
                <a:lnTo>
                  <a:pt x="0" y="0"/>
                </a:lnTo>
                <a:close/>
              </a:path>
            </a:pathLst>
          </a:custGeom>
          <a:solidFill>
            <a:srgbClr val="000000">
              <a:alpha val="100000"/>
            </a:srgbClr>
          </a:solidFill>
          <a:ln w="9525">
            <a:noFill/>
          </a:ln>
        </p:spPr>
        <p:txBody>
          <a:bodyPr/>
          <a:p>
            <a:endParaRPr lang="zh-CN" altLang="en-US"/>
          </a:p>
        </p:txBody>
      </p:sp>
      <p:grpSp>
        <p:nvGrpSpPr>
          <p:cNvPr id="54346" name="Group 91"/>
          <p:cNvGrpSpPr/>
          <p:nvPr/>
        </p:nvGrpSpPr>
        <p:grpSpPr>
          <a:xfrm>
            <a:off x="6269038" y="2998788"/>
            <a:ext cx="676275" cy="674687"/>
            <a:chOff x="2870" y="1518"/>
            <a:chExt cx="292" cy="320"/>
          </a:xfrm>
        </p:grpSpPr>
        <p:graphicFrame>
          <p:nvGraphicFramePr>
            <p:cNvPr id="54349" name="Object 92"/>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126" name="" r:id="rId9" imgW="826770" imgH="840105" progId="MS_ClipArt_Gallery.2">
                    <p:embed/>
                  </p:oleObj>
                </mc:Choice>
                <mc:Fallback>
                  <p:oleObj name="" r:id="rId9" imgW="826770" imgH="840105" progId="MS_ClipArt_Gallery.2">
                    <p:embed/>
                    <p:pic>
                      <p:nvPicPr>
                        <p:cNvPr id="0" name="图片 3125"/>
                        <p:cNvPicPr/>
                        <p:nvPr/>
                      </p:nvPicPr>
                      <p:blipFill>
                        <a:blip r:embed="rId10"/>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54350" name="Object 93"/>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125" name="" r:id="rId11" imgW="1268095" imgH="1199515" progId="MS_ClipArt_Gallery.2">
                    <p:embed/>
                  </p:oleObj>
                </mc:Choice>
                <mc:Fallback>
                  <p:oleObj name="" r:id="rId11" imgW="1268095" imgH="1199515" progId="MS_ClipArt_Gallery.2">
                    <p:embed/>
                    <p:pic>
                      <p:nvPicPr>
                        <p:cNvPr id="0" name="图片 3124"/>
                        <p:cNvPicPr/>
                        <p:nvPr/>
                      </p:nvPicPr>
                      <p:blipFill>
                        <a:blip r:embed="rId12"/>
                        <a:stretch>
                          <a:fillRect/>
                        </a:stretch>
                      </p:blipFill>
                      <p:spPr>
                        <a:xfrm>
                          <a:off x="2913" y="1602"/>
                          <a:ext cx="249" cy="236"/>
                        </a:xfrm>
                        <a:prstGeom prst="rect">
                          <a:avLst/>
                        </a:prstGeom>
                        <a:noFill/>
                        <a:ln w="38100">
                          <a:noFill/>
                          <a:miter/>
                        </a:ln>
                      </p:spPr>
                    </p:pic>
                  </p:oleObj>
                </mc:Fallback>
              </mc:AlternateContent>
            </a:graphicData>
          </a:graphic>
        </p:graphicFrame>
      </p:grpSp>
      <p:sp>
        <p:nvSpPr>
          <p:cNvPr id="54347" name="Rectangle 94"/>
          <p:cNvSpPr/>
          <p:nvPr/>
        </p:nvSpPr>
        <p:spPr>
          <a:xfrm>
            <a:off x="6457950" y="3670300"/>
            <a:ext cx="1524000" cy="1098550"/>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solidFill>
                  <a:srgbClr val="000000"/>
                </a:solidFill>
                <a:latin typeface="Arial" panose="020B0604020202020204" pitchFamily="34" charset="0"/>
                <a:ea typeface="宋体" panose="02010600030101010101" pitchFamily="2" charset="-122"/>
              </a:rPr>
              <a:t>arriving </a:t>
            </a:r>
            <a:r>
              <a:rPr lang="en-US" altLang="zh-CN" sz="1800" dirty="0">
                <a:solidFill>
                  <a:srgbClr val="FF0000"/>
                </a:solidFill>
                <a:latin typeface="Arial" panose="020B0604020202020204" pitchFamily="34" charset="0"/>
                <a:ea typeface="宋体" panose="02010600030101010101" pitchFamily="2" charset="-122"/>
              </a:rPr>
              <a:t>DHCP </a:t>
            </a:r>
            <a:endParaRPr lang="en-US" altLang="zh-CN" sz="1800" dirty="0">
              <a:solidFill>
                <a:srgbClr val="FF0000"/>
              </a:solidFill>
              <a:latin typeface="Arial" panose="020B0604020202020204" pitchFamily="34" charset="0"/>
              <a:ea typeface="宋体" panose="02010600030101010101" pitchFamily="2" charset="-122"/>
            </a:endParaRPr>
          </a:p>
          <a:p>
            <a:pPr marL="0" lvl="0" indent="0">
              <a:spcBef>
                <a:spcPct val="0"/>
              </a:spcBef>
              <a:buClrTx/>
              <a:buSzTx/>
              <a:buFontTx/>
              <a:buNone/>
            </a:pPr>
            <a:r>
              <a:rPr lang="en-US" altLang="zh-CN" sz="1800" dirty="0">
                <a:solidFill>
                  <a:srgbClr val="FF0000"/>
                </a:solidFill>
                <a:latin typeface="Arial" panose="020B0604020202020204" pitchFamily="34" charset="0"/>
                <a:ea typeface="宋体" panose="02010600030101010101" pitchFamily="2" charset="-122"/>
              </a:rPr>
              <a:t>client</a:t>
            </a:r>
            <a:r>
              <a:rPr lang="en-US" altLang="zh-CN" sz="1800" dirty="0">
                <a:solidFill>
                  <a:srgbClr val="000000"/>
                </a:solidFill>
                <a:latin typeface="Arial" panose="020B0604020202020204" pitchFamily="34" charset="0"/>
                <a:ea typeface="宋体" panose="02010600030101010101" pitchFamily="2" charset="-122"/>
              </a:rPr>
              <a:t> needs</a:t>
            </a:r>
            <a:endParaRPr lang="en-US" altLang="zh-CN" sz="1800" dirty="0">
              <a:solidFill>
                <a:srgbClr val="000000"/>
              </a:solidFill>
              <a:latin typeface="Arial" panose="020B0604020202020204" pitchFamily="34" charset="0"/>
              <a:ea typeface="宋体" panose="02010600030101010101" pitchFamily="2" charset="-122"/>
            </a:endParaRPr>
          </a:p>
          <a:p>
            <a:pPr marL="0" lvl="0" indent="0">
              <a:spcBef>
                <a:spcPct val="0"/>
              </a:spcBef>
              <a:buClrTx/>
              <a:buSzTx/>
              <a:buFontTx/>
              <a:buNone/>
            </a:pPr>
            <a:r>
              <a:rPr lang="en-US" altLang="zh-CN" sz="1800" dirty="0">
                <a:solidFill>
                  <a:srgbClr val="000000"/>
                </a:solidFill>
                <a:latin typeface="Arial" panose="020B0604020202020204" pitchFamily="34" charset="0"/>
                <a:ea typeface="宋体" panose="02010600030101010101" pitchFamily="2" charset="-122"/>
              </a:rPr>
              <a:t>address in this</a:t>
            </a:r>
            <a:endParaRPr lang="en-US" altLang="zh-CN" sz="1800" dirty="0">
              <a:solidFill>
                <a:srgbClr val="000000"/>
              </a:solidFill>
              <a:latin typeface="Arial" panose="020B0604020202020204" pitchFamily="34" charset="0"/>
              <a:ea typeface="宋体" panose="02010600030101010101" pitchFamily="2" charset="-122"/>
            </a:endParaRPr>
          </a:p>
          <a:p>
            <a:pPr marL="0" lvl="0" indent="0">
              <a:spcBef>
                <a:spcPct val="0"/>
              </a:spcBef>
              <a:buClrTx/>
              <a:buSzTx/>
              <a:buFontTx/>
              <a:buNone/>
            </a:pPr>
            <a:r>
              <a:rPr lang="en-US" altLang="zh-CN" sz="1800" dirty="0">
                <a:solidFill>
                  <a:srgbClr val="000000"/>
                </a:solidFill>
                <a:latin typeface="Arial" panose="020B0604020202020204" pitchFamily="34" charset="0"/>
                <a:ea typeface="宋体" panose="02010600030101010101" pitchFamily="2" charset="-122"/>
              </a:rPr>
              <a:t>network</a:t>
            </a:r>
            <a:endParaRPr lang="en-US" altLang="zh-CN" sz="1800" dirty="0">
              <a:ea typeface="宋体" panose="02010600030101010101" pitchFamily="2" charset="-122"/>
            </a:endParaRPr>
          </a:p>
        </p:txBody>
      </p:sp>
      <p:sp>
        <p:nvSpPr>
          <p:cNvPr id="54348" name="Freeform 95"/>
          <p:cNvSpPr>
            <a:spLocks noEditPoints="1"/>
          </p:cNvSpPr>
          <p:nvPr/>
        </p:nvSpPr>
        <p:spPr>
          <a:xfrm>
            <a:off x="5629275" y="3259138"/>
            <a:ext cx="706438" cy="171450"/>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2147483646" y="0"/>
              </a:cxn>
              <a:cxn ang="0">
                <a:pos x="2147483646" y="2147483646"/>
              </a:cxn>
            </a:cxnLst>
            <a:pathLst>
              <a:path w="445" h="108">
                <a:moveTo>
                  <a:pt x="439" y="63"/>
                </a:moveTo>
                <a:lnTo>
                  <a:pt x="88" y="63"/>
                </a:lnTo>
                <a:lnTo>
                  <a:pt x="86" y="60"/>
                </a:lnTo>
                <a:lnTo>
                  <a:pt x="84" y="60"/>
                </a:lnTo>
                <a:lnTo>
                  <a:pt x="82" y="58"/>
                </a:lnTo>
                <a:lnTo>
                  <a:pt x="82" y="54"/>
                </a:lnTo>
                <a:lnTo>
                  <a:pt x="82" y="52"/>
                </a:lnTo>
                <a:lnTo>
                  <a:pt x="84" y="50"/>
                </a:lnTo>
                <a:lnTo>
                  <a:pt x="86" y="50"/>
                </a:lnTo>
                <a:lnTo>
                  <a:pt x="88" y="48"/>
                </a:lnTo>
                <a:lnTo>
                  <a:pt x="439" y="48"/>
                </a:lnTo>
                <a:lnTo>
                  <a:pt x="441" y="50"/>
                </a:lnTo>
                <a:lnTo>
                  <a:pt x="443" y="50"/>
                </a:lnTo>
                <a:lnTo>
                  <a:pt x="445" y="52"/>
                </a:lnTo>
                <a:lnTo>
                  <a:pt x="445" y="54"/>
                </a:lnTo>
                <a:lnTo>
                  <a:pt x="445" y="58"/>
                </a:lnTo>
                <a:lnTo>
                  <a:pt x="443" y="60"/>
                </a:lnTo>
                <a:lnTo>
                  <a:pt x="441" y="60"/>
                </a:lnTo>
                <a:lnTo>
                  <a:pt x="439" y="63"/>
                </a:lnTo>
                <a:close/>
                <a:moveTo>
                  <a:pt x="107" y="108"/>
                </a:moveTo>
                <a:lnTo>
                  <a:pt x="0" y="54"/>
                </a:lnTo>
                <a:lnTo>
                  <a:pt x="107" y="0"/>
                </a:lnTo>
                <a:lnTo>
                  <a:pt x="107" y="108"/>
                </a:lnTo>
                <a:close/>
              </a:path>
            </a:pathLst>
          </a:custGeom>
          <a:solidFill>
            <a:srgbClr val="FF0000">
              <a:alpha val="100000"/>
            </a:srgbClr>
          </a:solidFill>
          <a:ln w="3175" cap="flat" cmpd="sng">
            <a:solidFill>
              <a:srgbClr val="FF0000">
                <a:alpha val="100000"/>
              </a:srgbClr>
            </a:solidFill>
            <a:prstDash val="solid"/>
            <a:round/>
            <a:headEnd type="none" w="med" len="med"/>
            <a:tailEnd type="none" w="med" len="med"/>
          </a:ln>
        </p:spPr>
        <p:txBody>
          <a:bodyPr/>
          <a:p>
            <a:endParaRPr lang="zh-CN" alt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2" name="页脚占位符 4"/>
          <p:cNvSpPr txBox="1">
            <a:spLocks noGrp="1"/>
          </p:cNvSpPr>
          <p:nvPr>
            <p:ph type="ftr" sz="quarter" idx="11"/>
          </p:nvPr>
        </p:nvSpPr>
        <p:spPr/>
        <p:txBody>
          <a:bodyPr/>
          <a:p>
            <a:pPr marL="0" indent="0" algn="r">
              <a:spcBef>
                <a:spcPct val="0"/>
              </a:spcBef>
              <a:buClrTx/>
              <a:buSzTx/>
              <a:buFontTx/>
              <a:buNone/>
            </a:pPr>
            <a:r>
              <a:rPr lang="en-US" altLang="zh-CN" sz="1400" dirty="0">
                <a:ea typeface="宋体" panose="02010600030101010101" pitchFamily="2" charset="-122"/>
              </a:rPr>
              <a:t>Network Layer</a:t>
            </a:r>
            <a:endParaRPr lang="en-US" altLang="zh-CN" sz="1400" dirty="0">
              <a:latin typeface="Times New Roman" panose="02020603050405020304" pitchFamily="18" charset="0"/>
              <a:ea typeface="宋体" panose="02010600030101010101" pitchFamily="2" charset="-122"/>
            </a:endParaRPr>
          </a:p>
        </p:txBody>
      </p:sp>
      <p:sp>
        <p:nvSpPr>
          <p:cNvPr id="56323" name="灯片编号占位符 5"/>
          <p:cNvSpPr txBox="1">
            <a:spLocks noGrp="1"/>
          </p:cNvSpPr>
          <p:nvPr>
            <p:ph type="sldNum" sz="quarter" idx="12"/>
          </p:nvPr>
        </p:nvSpPr>
        <p:spPr/>
        <p:txBody>
          <a:bodyPr/>
          <a:p>
            <a:pPr marL="0" indent="0" algn="r">
              <a:spcBef>
                <a:spcPct val="0"/>
              </a:spcBef>
              <a:buClrTx/>
              <a:buSzTx/>
              <a:buFontTx/>
              <a:buNone/>
            </a:pPr>
            <a:r>
              <a:rPr lang="en-US" altLang="zh-CN" sz="1400" dirty="0">
                <a:ea typeface="宋体" panose="02010600030101010101" pitchFamily="2" charset="-122"/>
              </a:rPr>
              <a:t>4-</a:t>
            </a: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56324" name="Rectangle 2"/>
          <p:cNvSpPr>
            <a:spLocks noGrp="1"/>
          </p:cNvSpPr>
          <p:nvPr>
            <p:ph type="title"/>
          </p:nvPr>
        </p:nvSpPr>
        <p:spPr>
          <a:xfrm>
            <a:off x="509588" y="0"/>
            <a:ext cx="7772400" cy="1020763"/>
          </a:xfrm>
        </p:spPr>
        <p:txBody>
          <a:bodyPr vert="horz" wrap="square" lIns="91440" tIns="45720" rIns="91440" bIns="45720" anchor="ctr" anchorCtr="0"/>
          <a:p>
            <a:r>
              <a:rPr lang="en-US" altLang="zh-CN" sz="3600" dirty="0">
                <a:ea typeface="宋体" panose="02010600030101010101" pitchFamily="2" charset="-122"/>
              </a:rPr>
              <a:t>DHCP client-server scenario</a:t>
            </a:r>
            <a:endParaRPr lang="en-US" altLang="zh-CN" sz="3600" dirty="0">
              <a:ea typeface="宋体" panose="02010600030101010101" pitchFamily="2" charset="-122"/>
            </a:endParaRPr>
          </a:p>
        </p:txBody>
      </p:sp>
      <p:sp>
        <p:nvSpPr>
          <p:cNvPr id="56325" name="Rectangle 3"/>
          <p:cNvSpPr/>
          <p:nvPr/>
        </p:nvSpPr>
        <p:spPr>
          <a:xfrm>
            <a:off x="2111375" y="6343650"/>
            <a:ext cx="5630863" cy="366713"/>
          </a:xfrm>
          <a:prstGeom prst="rect">
            <a:avLst/>
          </a:prstGeom>
          <a:solidFill>
            <a:schemeClr val="bg1"/>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56326" name="Group 4"/>
          <p:cNvGrpSpPr/>
          <p:nvPr/>
        </p:nvGrpSpPr>
        <p:grpSpPr>
          <a:xfrm>
            <a:off x="6938963" y="1550988"/>
            <a:ext cx="460375" cy="492125"/>
            <a:chOff x="2870" y="1518"/>
            <a:chExt cx="292" cy="320"/>
          </a:xfrm>
        </p:grpSpPr>
        <p:graphicFrame>
          <p:nvGraphicFramePr>
            <p:cNvPr id="56355" name="Object 5"/>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127" name="" r:id="rId1" imgW="826770" imgH="840105" progId="">
                    <p:embed/>
                  </p:oleObj>
                </mc:Choice>
                <mc:Fallback>
                  <p:oleObj name="" r:id="rId1" imgW="826770" imgH="840105" progId="">
                    <p:embed/>
                    <p:pic>
                      <p:nvPicPr>
                        <p:cNvPr id="0" name="图片 3126"/>
                        <p:cNvPicPr/>
                        <p:nvPr/>
                      </p:nvPicPr>
                      <p:blipFill>
                        <a:blip r:embed="rId2"/>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56356" name="Object 6"/>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128" name="" r:id="rId3" imgW="1268095" imgH="1199515" progId="">
                    <p:embed/>
                  </p:oleObj>
                </mc:Choice>
                <mc:Fallback>
                  <p:oleObj name="" r:id="rId3" imgW="1268095" imgH="1199515" progId="">
                    <p:embed/>
                    <p:pic>
                      <p:nvPicPr>
                        <p:cNvPr id="0" name="图片 3127"/>
                        <p:cNvPicPr/>
                        <p:nvPr/>
                      </p:nvPicPr>
                      <p:blipFill>
                        <a:blip r:embed="rId4"/>
                        <a:stretch>
                          <a:fillRect/>
                        </a:stretch>
                      </p:blipFill>
                      <p:spPr>
                        <a:xfrm>
                          <a:off x="2913" y="1602"/>
                          <a:ext cx="249" cy="236"/>
                        </a:xfrm>
                        <a:prstGeom prst="rect">
                          <a:avLst/>
                        </a:prstGeom>
                        <a:noFill/>
                        <a:ln w="38100">
                          <a:noFill/>
                          <a:miter/>
                        </a:ln>
                      </p:spPr>
                    </p:pic>
                  </p:oleObj>
                </mc:Fallback>
              </mc:AlternateContent>
            </a:graphicData>
          </a:graphic>
        </p:graphicFrame>
      </p:grpSp>
      <p:sp>
        <p:nvSpPr>
          <p:cNvPr id="56327" name="Text Box 7"/>
          <p:cNvSpPr txBox="1"/>
          <p:nvPr/>
        </p:nvSpPr>
        <p:spPr>
          <a:xfrm>
            <a:off x="1387475" y="1017588"/>
            <a:ext cx="2374900" cy="3365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600" dirty="0">
                <a:ea typeface="宋体" panose="02010600030101010101" pitchFamily="2" charset="-122"/>
              </a:rPr>
              <a:t>DHCP server: 223.1.2.5</a:t>
            </a:r>
            <a:endParaRPr lang="en-US" altLang="zh-CN" sz="1600" dirty="0">
              <a:ea typeface="宋体" panose="02010600030101010101" pitchFamily="2" charset="-122"/>
            </a:endParaRPr>
          </a:p>
        </p:txBody>
      </p:sp>
      <p:sp>
        <p:nvSpPr>
          <p:cNvPr id="56328" name="Text Box 8"/>
          <p:cNvSpPr txBox="1"/>
          <p:nvPr/>
        </p:nvSpPr>
        <p:spPr>
          <a:xfrm>
            <a:off x="6750050" y="995363"/>
            <a:ext cx="912813" cy="58102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600" dirty="0">
                <a:ea typeface="宋体" panose="02010600030101010101" pitchFamily="2" charset="-122"/>
              </a:rPr>
              <a:t>arriving</a:t>
            </a:r>
            <a:endParaRPr lang="en-US" altLang="zh-CN" sz="1600" dirty="0">
              <a:ea typeface="宋体" panose="02010600030101010101" pitchFamily="2" charset="-122"/>
            </a:endParaRPr>
          </a:p>
          <a:p>
            <a:pPr marL="0" lvl="0" indent="0" algn="ctr">
              <a:spcBef>
                <a:spcPct val="0"/>
              </a:spcBef>
              <a:buClrTx/>
              <a:buSzTx/>
              <a:buFontTx/>
              <a:buNone/>
            </a:pPr>
            <a:r>
              <a:rPr lang="en-US" altLang="zh-CN" sz="1600" dirty="0">
                <a:ea typeface="宋体" panose="02010600030101010101" pitchFamily="2" charset="-122"/>
              </a:rPr>
              <a:t> client</a:t>
            </a:r>
            <a:endParaRPr lang="en-US" altLang="zh-CN" sz="1800" dirty="0">
              <a:ea typeface="宋体" panose="02010600030101010101" pitchFamily="2" charset="-122"/>
            </a:endParaRPr>
          </a:p>
        </p:txBody>
      </p:sp>
      <p:sp>
        <p:nvSpPr>
          <p:cNvPr id="56329" name="Line 9"/>
          <p:cNvSpPr/>
          <p:nvPr/>
        </p:nvSpPr>
        <p:spPr>
          <a:xfrm flipH="1">
            <a:off x="2562225" y="2019300"/>
            <a:ext cx="4395788" cy="536575"/>
          </a:xfrm>
          <a:prstGeom prst="line">
            <a:avLst/>
          </a:prstGeom>
          <a:ln w="19050" cap="flat" cmpd="sng">
            <a:solidFill>
              <a:srgbClr val="000000"/>
            </a:solidFill>
            <a:prstDash val="solid"/>
            <a:headEnd type="none" w="med" len="med"/>
            <a:tailEnd type="triangle" w="med" len="med"/>
          </a:ln>
        </p:spPr>
      </p:sp>
      <p:sp>
        <p:nvSpPr>
          <p:cNvPr id="56330" name="Line 10"/>
          <p:cNvSpPr/>
          <p:nvPr/>
        </p:nvSpPr>
        <p:spPr>
          <a:xfrm>
            <a:off x="2528888" y="1974850"/>
            <a:ext cx="0" cy="3760788"/>
          </a:xfrm>
          <a:prstGeom prst="line">
            <a:avLst/>
          </a:prstGeom>
          <a:ln w="9525" cap="rnd" cmpd="sng">
            <a:solidFill>
              <a:srgbClr val="000000"/>
            </a:solidFill>
            <a:prstDash val="sysDot"/>
            <a:headEnd type="none" w="med" len="med"/>
            <a:tailEnd type="none" w="med" len="med"/>
          </a:ln>
        </p:spPr>
      </p:sp>
      <p:sp>
        <p:nvSpPr>
          <p:cNvPr id="56331" name="Line 11"/>
          <p:cNvSpPr/>
          <p:nvPr/>
        </p:nvSpPr>
        <p:spPr>
          <a:xfrm>
            <a:off x="7054850" y="2051050"/>
            <a:ext cx="0" cy="3762375"/>
          </a:xfrm>
          <a:prstGeom prst="line">
            <a:avLst/>
          </a:prstGeom>
          <a:ln w="9525" cap="rnd" cmpd="sng">
            <a:solidFill>
              <a:srgbClr val="000000"/>
            </a:solidFill>
            <a:prstDash val="sysDot"/>
            <a:headEnd type="none" w="med" len="med"/>
            <a:tailEnd type="none" w="med" len="med"/>
          </a:ln>
        </p:spPr>
      </p:sp>
      <p:sp>
        <p:nvSpPr>
          <p:cNvPr id="56332" name="Line 12"/>
          <p:cNvSpPr/>
          <p:nvPr/>
        </p:nvSpPr>
        <p:spPr>
          <a:xfrm>
            <a:off x="2109788" y="2743200"/>
            <a:ext cx="0" cy="1906588"/>
          </a:xfrm>
          <a:prstGeom prst="line">
            <a:avLst/>
          </a:prstGeom>
          <a:ln w="9525" cap="flat" cmpd="sng">
            <a:solidFill>
              <a:srgbClr val="000000"/>
            </a:solidFill>
            <a:prstDash val="solid"/>
            <a:headEnd type="none" w="med" len="med"/>
            <a:tailEnd type="triangle" w="med" len="med"/>
          </a:ln>
        </p:spPr>
      </p:sp>
      <p:sp>
        <p:nvSpPr>
          <p:cNvPr id="56333" name="Text Box 13"/>
          <p:cNvSpPr txBox="1"/>
          <p:nvPr/>
        </p:nvSpPr>
        <p:spPr>
          <a:xfrm>
            <a:off x="1851025" y="4618038"/>
            <a:ext cx="560388" cy="393700"/>
          </a:xfrm>
          <a:prstGeom prst="rect">
            <a:avLst/>
          </a:prstGeom>
          <a:solidFill>
            <a:srgbClr val="FFFFFF"/>
          </a:solidFill>
          <a:ln w="9525">
            <a:noFill/>
          </a:ln>
        </p:spPr>
        <p:txBody>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100" dirty="0">
                <a:ea typeface="宋体" panose="02010600030101010101" pitchFamily="2" charset="-122"/>
              </a:rPr>
              <a:t>time</a:t>
            </a:r>
            <a:endParaRPr lang="en-US" altLang="zh-CN" sz="1800" dirty="0">
              <a:ea typeface="宋体" panose="02010600030101010101" pitchFamily="2" charset="-122"/>
            </a:endParaRPr>
          </a:p>
        </p:txBody>
      </p:sp>
      <p:grpSp>
        <p:nvGrpSpPr>
          <p:cNvPr id="56334" name="Group 14"/>
          <p:cNvGrpSpPr/>
          <p:nvPr/>
        </p:nvGrpSpPr>
        <p:grpSpPr>
          <a:xfrm>
            <a:off x="2466975" y="1541463"/>
            <a:ext cx="182563" cy="400050"/>
            <a:chOff x="4180" y="783"/>
            <a:chExt cx="150" cy="307"/>
          </a:xfrm>
        </p:grpSpPr>
        <p:sp>
          <p:nvSpPr>
            <p:cNvPr id="56347" name="AutoShape 15"/>
            <p:cNvSpPr/>
            <p:nvPr/>
          </p:nvSpPr>
          <p:spPr>
            <a:xfrm>
              <a:off x="4180" y="1019"/>
              <a:ext cx="150" cy="71"/>
            </a:xfrm>
            <a:prstGeom prst="parallelogram">
              <a:avLst>
                <a:gd name="adj" fmla="val 81386"/>
              </a:avLst>
            </a:prstGeom>
            <a:solidFill>
              <a:srgbClr val="33CCCC"/>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56348" name="Rectangle 16"/>
            <p:cNvSpPr/>
            <p:nvPr/>
          </p:nvSpPr>
          <p:spPr>
            <a:xfrm>
              <a:off x="4256" y="785"/>
              <a:ext cx="69" cy="236"/>
            </a:xfrm>
            <a:prstGeom prst="rect">
              <a:avLst/>
            </a:prstGeom>
            <a:solidFill>
              <a:srgbClr val="33CCCC"/>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56349" name="Rectangle 17"/>
            <p:cNvSpPr/>
            <p:nvPr/>
          </p:nvSpPr>
          <p:spPr>
            <a:xfrm>
              <a:off x="4181" y="852"/>
              <a:ext cx="95" cy="236"/>
            </a:xfrm>
            <a:prstGeom prst="rect">
              <a:avLst/>
            </a:prstGeom>
            <a:solidFill>
              <a:srgbClr val="33CCCC"/>
            </a:solidFill>
            <a:ln w="9525" cap="flat" cmpd="sng">
              <a:solidFill>
                <a:srgbClr val="000000"/>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56350" name="AutoShape 18"/>
            <p:cNvSpPr/>
            <p:nvPr/>
          </p:nvSpPr>
          <p:spPr>
            <a:xfrm>
              <a:off x="4180" y="783"/>
              <a:ext cx="150" cy="71"/>
            </a:xfrm>
            <a:prstGeom prst="parallelogram">
              <a:avLst>
                <a:gd name="adj" fmla="val 81386"/>
              </a:avLst>
            </a:prstGeom>
            <a:solidFill>
              <a:srgbClr val="33CCCC"/>
            </a:solidFill>
            <a:ln w="9525" cap="flat" cmpd="sng">
              <a:solidFill>
                <a:srgbClr val="000000"/>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56351" name="Line 19"/>
            <p:cNvSpPr/>
            <p:nvPr/>
          </p:nvSpPr>
          <p:spPr>
            <a:xfrm>
              <a:off x="4330" y="788"/>
              <a:ext cx="0" cy="231"/>
            </a:xfrm>
            <a:prstGeom prst="line">
              <a:avLst/>
            </a:prstGeom>
            <a:ln w="9525" cap="flat" cmpd="sng">
              <a:solidFill>
                <a:srgbClr val="000000"/>
              </a:solidFill>
              <a:prstDash val="solid"/>
              <a:headEnd type="none" w="med" len="med"/>
              <a:tailEnd type="none" w="med" len="med"/>
            </a:ln>
          </p:spPr>
        </p:sp>
        <p:sp>
          <p:nvSpPr>
            <p:cNvPr id="56352" name="Line 20"/>
            <p:cNvSpPr/>
            <p:nvPr/>
          </p:nvSpPr>
          <p:spPr>
            <a:xfrm flipH="1">
              <a:off x="4276" y="1019"/>
              <a:ext cx="54" cy="69"/>
            </a:xfrm>
            <a:prstGeom prst="line">
              <a:avLst/>
            </a:prstGeom>
            <a:ln w="9525" cap="flat" cmpd="sng">
              <a:solidFill>
                <a:srgbClr val="000000"/>
              </a:solidFill>
              <a:prstDash val="solid"/>
              <a:headEnd type="none" w="med" len="med"/>
              <a:tailEnd type="none" w="med" len="med"/>
            </a:ln>
          </p:spPr>
        </p:sp>
        <p:sp>
          <p:nvSpPr>
            <p:cNvPr id="56353" name="Rectangle 21"/>
            <p:cNvSpPr/>
            <p:nvPr/>
          </p:nvSpPr>
          <p:spPr>
            <a:xfrm>
              <a:off x="4193" y="883"/>
              <a:ext cx="63" cy="136"/>
            </a:xfrm>
            <a:prstGeom prst="rect">
              <a:avLst/>
            </a:prstGeom>
            <a:solidFill>
              <a:srgbClr val="3333CC"/>
            </a:solidFill>
            <a:ln w="9525" cap="flat" cmpd="sng">
              <a:solidFill>
                <a:srgbClr val="000000"/>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56354" name="Rectangle 22"/>
            <p:cNvSpPr/>
            <p:nvPr/>
          </p:nvSpPr>
          <p:spPr>
            <a:xfrm>
              <a:off x="4202" y="924"/>
              <a:ext cx="48" cy="48"/>
            </a:xfrm>
            <a:prstGeom prst="rect">
              <a:avLst/>
            </a:prstGeom>
            <a:solidFill>
              <a:srgbClr val="FFFFFF"/>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grpSp>
        <p:nvGrpSpPr>
          <p:cNvPr id="56335" name="Group 23"/>
          <p:cNvGrpSpPr/>
          <p:nvPr/>
        </p:nvGrpSpPr>
        <p:grpSpPr>
          <a:xfrm>
            <a:off x="4090988" y="1154113"/>
            <a:ext cx="2673350" cy="1116012"/>
            <a:chOff x="11865" y="3885"/>
            <a:chExt cx="3720" cy="1260"/>
          </a:xfrm>
        </p:grpSpPr>
        <p:sp>
          <p:nvSpPr>
            <p:cNvPr id="56345" name="Text Box 24"/>
            <p:cNvSpPr txBox="1"/>
            <p:nvPr/>
          </p:nvSpPr>
          <p:spPr>
            <a:xfrm>
              <a:off x="11865" y="3885"/>
              <a:ext cx="2062" cy="490"/>
            </a:xfrm>
            <a:prstGeom prst="rect">
              <a:avLst/>
            </a:prstGeom>
            <a:solidFill>
              <a:srgbClr val="FFFFFF"/>
            </a:solidFill>
            <a:ln w="9525">
              <a:noFill/>
            </a:ln>
          </p:spPr>
          <p:txBody>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200" b="1" dirty="0">
                  <a:latin typeface="Arial" panose="020B0604020202020204" pitchFamily="34" charset="0"/>
                  <a:ea typeface="宋体" panose="02010600030101010101" pitchFamily="2" charset="-122"/>
                </a:rPr>
                <a:t>DHCP discover</a:t>
              </a:r>
              <a:endParaRPr lang="en-US" altLang="zh-CN" sz="1200" b="1" dirty="0">
                <a:ea typeface="宋体" panose="02010600030101010101" pitchFamily="2" charset="-122"/>
              </a:endParaRPr>
            </a:p>
          </p:txBody>
        </p:sp>
        <p:sp>
          <p:nvSpPr>
            <p:cNvPr id="56346" name="Text Box 25"/>
            <p:cNvSpPr txBox="1"/>
            <p:nvPr/>
          </p:nvSpPr>
          <p:spPr>
            <a:xfrm>
              <a:off x="12015" y="4231"/>
              <a:ext cx="3570" cy="914"/>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200" dirty="0">
                  <a:latin typeface="Arial" panose="020B0604020202020204" pitchFamily="34" charset="0"/>
                  <a:ea typeface="宋体" panose="02010600030101010101" pitchFamily="2" charset="-122"/>
                </a:rPr>
                <a:t>src : 0.0.0.0, 68     </a:t>
              </a:r>
              <a:endParaRPr lang="en-US" altLang="zh-CN" sz="1200" dirty="0">
                <a:latin typeface="Arial" panose="020B0604020202020204" pitchFamily="34" charset="0"/>
                <a:ea typeface="宋体" panose="02010600030101010101" pitchFamily="2" charset="-122"/>
              </a:endParaRPr>
            </a:p>
            <a:p>
              <a:pPr marL="0" lvl="0" indent="0">
                <a:spcBef>
                  <a:spcPct val="0"/>
                </a:spcBef>
                <a:buClrTx/>
                <a:buSzTx/>
                <a:buFontTx/>
                <a:buNone/>
              </a:pPr>
              <a:r>
                <a:rPr lang="en-US" altLang="zh-CN" sz="1200" dirty="0">
                  <a:latin typeface="Arial" panose="020B0604020202020204" pitchFamily="34" charset="0"/>
                  <a:ea typeface="宋体" panose="02010600030101010101" pitchFamily="2" charset="-122"/>
                </a:rPr>
                <a:t>dest.: 255.255.255.255,67</a:t>
              </a:r>
              <a:endParaRPr lang="en-US" altLang="zh-CN" sz="1200" dirty="0">
                <a:latin typeface="Arial" panose="020B0604020202020204" pitchFamily="34" charset="0"/>
                <a:ea typeface="宋体" panose="02010600030101010101" pitchFamily="2" charset="-122"/>
              </a:endParaRPr>
            </a:p>
            <a:p>
              <a:pPr marL="0" lvl="0" indent="0">
                <a:spcBef>
                  <a:spcPct val="0"/>
                </a:spcBef>
                <a:buClrTx/>
                <a:buSzTx/>
                <a:buFontTx/>
                <a:buNone/>
              </a:pPr>
              <a:r>
                <a:rPr lang="en-US" altLang="zh-CN" sz="1200" dirty="0">
                  <a:latin typeface="Arial" panose="020B0604020202020204" pitchFamily="34" charset="0"/>
                  <a:ea typeface="宋体" panose="02010600030101010101" pitchFamily="2" charset="-122"/>
                </a:rPr>
                <a:t>yiaddr:    0.0.0.0</a:t>
              </a:r>
              <a:endParaRPr lang="en-US" altLang="zh-CN" sz="1200" dirty="0">
                <a:latin typeface="Arial" panose="020B0604020202020204" pitchFamily="34" charset="0"/>
                <a:ea typeface="宋体" panose="02010600030101010101" pitchFamily="2" charset="-122"/>
              </a:endParaRPr>
            </a:p>
            <a:p>
              <a:pPr marL="0" lvl="0" indent="0">
                <a:spcBef>
                  <a:spcPct val="0"/>
                </a:spcBef>
                <a:buClrTx/>
                <a:buSzTx/>
                <a:buFontTx/>
                <a:buNone/>
              </a:pPr>
              <a:r>
                <a:rPr lang="en-US" altLang="zh-CN" sz="1200" dirty="0">
                  <a:latin typeface="Arial" panose="020B0604020202020204" pitchFamily="34" charset="0"/>
                  <a:ea typeface="宋体" panose="02010600030101010101" pitchFamily="2" charset="-122"/>
                </a:rPr>
                <a:t>transaction ID: 654</a:t>
              </a:r>
              <a:endParaRPr lang="en-US" altLang="zh-CN" sz="1800" dirty="0">
                <a:ea typeface="宋体" panose="02010600030101010101" pitchFamily="2" charset="-122"/>
              </a:endParaRPr>
            </a:p>
          </p:txBody>
        </p:sp>
      </p:grpSp>
      <p:sp>
        <p:nvSpPr>
          <p:cNvPr id="56336" name="Line 26"/>
          <p:cNvSpPr/>
          <p:nvPr/>
        </p:nvSpPr>
        <p:spPr>
          <a:xfrm>
            <a:off x="2605088" y="3005138"/>
            <a:ext cx="4395787" cy="538162"/>
          </a:xfrm>
          <a:prstGeom prst="line">
            <a:avLst/>
          </a:prstGeom>
          <a:ln w="19050" cap="flat" cmpd="sng">
            <a:solidFill>
              <a:srgbClr val="000000"/>
            </a:solidFill>
            <a:prstDash val="solid"/>
            <a:headEnd type="none" w="med" len="med"/>
            <a:tailEnd type="triangle" w="med" len="med"/>
          </a:ln>
        </p:spPr>
      </p:sp>
      <p:sp>
        <p:nvSpPr>
          <p:cNvPr id="56337" name="Text Box 27"/>
          <p:cNvSpPr txBox="1"/>
          <p:nvPr/>
        </p:nvSpPr>
        <p:spPr>
          <a:xfrm>
            <a:off x="4264025" y="2390775"/>
            <a:ext cx="1379538" cy="330200"/>
          </a:xfrm>
          <a:prstGeom prst="rect">
            <a:avLst/>
          </a:prstGeom>
          <a:solidFill>
            <a:srgbClr val="FFFFFF"/>
          </a:solidFill>
          <a:ln w="9525">
            <a:noFill/>
          </a:ln>
        </p:spPr>
        <p:txBody>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200" b="1" dirty="0">
                <a:latin typeface="Arial" panose="020B0604020202020204" pitchFamily="34" charset="0"/>
                <a:ea typeface="宋体" panose="02010600030101010101" pitchFamily="2" charset="-122"/>
              </a:rPr>
              <a:t>DHCP offer</a:t>
            </a:r>
            <a:endParaRPr lang="en-US" altLang="zh-CN" sz="1800" dirty="0">
              <a:ea typeface="宋体" panose="02010600030101010101" pitchFamily="2" charset="-122"/>
            </a:endParaRPr>
          </a:p>
        </p:txBody>
      </p:sp>
      <p:sp>
        <p:nvSpPr>
          <p:cNvPr id="56338" name="Text Box 28"/>
          <p:cNvSpPr txBox="1"/>
          <p:nvPr/>
        </p:nvSpPr>
        <p:spPr>
          <a:xfrm>
            <a:off x="4360863" y="2643188"/>
            <a:ext cx="2424112" cy="965200"/>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200" dirty="0">
                <a:latin typeface="Arial" panose="020B0604020202020204" pitchFamily="34" charset="0"/>
                <a:ea typeface="宋体" panose="02010600030101010101" pitchFamily="2" charset="-122"/>
              </a:rPr>
              <a:t>src: 223.1.2.5, 67      </a:t>
            </a:r>
            <a:endParaRPr lang="en-US" altLang="zh-CN" sz="1200" dirty="0">
              <a:latin typeface="Arial" panose="020B0604020202020204" pitchFamily="34" charset="0"/>
              <a:ea typeface="宋体" panose="02010600030101010101" pitchFamily="2" charset="-122"/>
            </a:endParaRPr>
          </a:p>
          <a:p>
            <a:pPr marL="0" lvl="0" indent="0">
              <a:spcBef>
                <a:spcPct val="0"/>
              </a:spcBef>
              <a:buClrTx/>
              <a:buSzTx/>
              <a:buFontTx/>
              <a:buNone/>
            </a:pPr>
            <a:r>
              <a:rPr lang="en-US" altLang="zh-CN" sz="1200" dirty="0">
                <a:latin typeface="Arial" panose="020B0604020202020204" pitchFamily="34" charset="0"/>
                <a:ea typeface="宋体" panose="02010600030101010101" pitchFamily="2" charset="-122"/>
              </a:rPr>
              <a:t>dest:  255.255.255.255, 68</a:t>
            </a:r>
            <a:endParaRPr lang="en-US" altLang="zh-CN" sz="1200" dirty="0">
              <a:latin typeface="Arial" panose="020B0604020202020204" pitchFamily="34" charset="0"/>
              <a:ea typeface="宋体" panose="02010600030101010101" pitchFamily="2" charset="-122"/>
            </a:endParaRPr>
          </a:p>
          <a:p>
            <a:pPr marL="0" lvl="0" indent="0">
              <a:spcBef>
                <a:spcPct val="0"/>
              </a:spcBef>
              <a:buClrTx/>
              <a:buSzTx/>
              <a:buFontTx/>
              <a:buNone/>
            </a:pPr>
            <a:r>
              <a:rPr lang="en-US" altLang="zh-CN" sz="1200" dirty="0">
                <a:latin typeface="Arial" panose="020B0604020202020204" pitchFamily="34" charset="0"/>
                <a:ea typeface="宋体" panose="02010600030101010101" pitchFamily="2" charset="-122"/>
              </a:rPr>
              <a:t>yiaddrr: 223.1.2.4</a:t>
            </a:r>
            <a:endParaRPr lang="en-US" altLang="zh-CN" sz="1200" dirty="0">
              <a:latin typeface="Arial" panose="020B0604020202020204" pitchFamily="34" charset="0"/>
              <a:ea typeface="宋体" panose="02010600030101010101" pitchFamily="2" charset="-122"/>
            </a:endParaRPr>
          </a:p>
          <a:p>
            <a:pPr marL="0" lvl="0" indent="0">
              <a:spcBef>
                <a:spcPct val="0"/>
              </a:spcBef>
              <a:buClrTx/>
              <a:buSzTx/>
              <a:buFontTx/>
              <a:buNone/>
            </a:pPr>
            <a:r>
              <a:rPr lang="en-US" altLang="zh-CN" sz="1200" dirty="0">
                <a:latin typeface="Arial" panose="020B0604020202020204" pitchFamily="34" charset="0"/>
                <a:ea typeface="宋体" panose="02010600030101010101" pitchFamily="2" charset="-122"/>
              </a:rPr>
              <a:t>transaction ID: 654</a:t>
            </a:r>
            <a:endParaRPr lang="en-US" altLang="zh-CN" sz="1200" dirty="0">
              <a:latin typeface="Arial" panose="020B0604020202020204" pitchFamily="34" charset="0"/>
              <a:ea typeface="宋体" panose="02010600030101010101" pitchFamily="2" charset="-122"/>
            </a:endParaRPr>
          </a:p>
          <a:p>
            <a:pPr marL="0" lvl="0" indent="0">
              <a:spcBef>
                <a:spcPct val="0"/>
              </a:spcBef>
              <a:buClrTx/>
              <a:buSzTx/>
              <a:buFontTx/>
              <a:buNone/>
            </a:pPr>
            <a:r>
              <a:rPr lang="en-US" altLang="zh-CN" sz="1200" dirty="0">
                <a:latin typeface="Arial" panose="020B0604020202020204" pitchFamily="34" charset="0"/>
                <a:ea typeface="宋体" panose="02010600030101010101" pitchFamily="2" charset="-122"/>
              </a:rPr>
              <a:t>Lifetime: 3600 secs</a:t>
            </a:r>
            <a:endParaRPr lang="en-US" altLang="zh-CN" sz="800" dirty="0">
              <a:ea typeface="宋体" panose="02010600030101010101" pitchFamily="2" charset="-122"/>
            </a:endParaRPr>
          </a:p>
        </p:txBody>
      </p:sp>
      <p:sp>
        <p:nvSpPr>
          <p:cNvPr id="56339" name="Line 29"/>
          <p:cNvSpPr/>
          <p:nvPr/>
        </p:nvSpPr>
        <p:spPr>
          <a:xfrm flipH="1">
            <a:off x="2497138" y="4233863"/>
            <a:ext cx="4395787" cy="536575"/>
          </a:xfrm>
          <a:prstGeom prst="line">
            <a:avLst/>
          </a:prstGeom>
          <a:ln w="19050" cap="flat" cmpd="sng">
            <a:solidFill>
              <a:srgbClr val="000000"/>
            </a:solidFill>
            <a:prstDash val="solid"/>
            <a:headEnd type="none" w="med" len="med"/>
            <a:tailEnd type="triangle" w="med" len="med"/>
          </a:ln>
        </p:spPr>
      </p:sp>
      <p:sp>
        <p:nvSpPr>
          <p:cNvPr id="56340" name="Text Box 30"/>
          <p:cNvSpPr txBox="1"/>
          <p:nvPr/>
        </p:nvSpPr>
        <p:spPr>
          <a:xfrm>
            <a:off x="2668588" y="3576638"/>
            <a:ext cx="1379537" cy="328612"/>
          </a:xfrm>
          <a:prstGeom prst="rect">
            <a:avLst/>
          </a:prstGeom>
          <a:solidFill>
            <a:srgbClr val="FFFFFF"/>
          </a:solidFill>
          <a:ln w="9525">
            <a:noFill/>
          </a:ln>
        </p:spPr>
        <p:txBody>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200" b="1" dirty="0">
                <a:latin typeface="Arial" panose="020B0604020202020204" pitchFamily="34" charset="0"/>
                <a:ea typeface="宋体" panose="02010600030101010101" pitchFamily="2" charset="-122"/>
              </a:rPr>
              <a:t>DHCP request</a:t>
            </a:r>
            <a:endParaRPr lang="en-US" altLang="zh-CN" sz="1800" dirty="0">
              <a:ea typeface="宋体" panose="02010600030101010101" pitchFamily="2" charset="-122"/>
            </a:endParaRPr>
          </a:p>
        </p:txBody>
      </p:sp>
      <p:sp>
        <p:nvSpPr>
          <p:cNvPr id="56341" name="Text Box 31"/>
          <p:cNvSpPr txBox="1"/>
          <p:nvPr/>
        </p:nvSpPr>
        <p:spPr>
          <a:xfrm>
            <a:off x="2798763" y="3838575"/>
            <a:ext cx="2757487" cy="942975"/>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200" dirty="0">
                <a:latin typeface="Arial" panose="020B0604020202020204" pitchFamily="34" charset="0"/>
                <a:ea typeface="宋体" panose="02010600030101010101" pitchFamily="2" charset="-122"/>
              </a:rPr>
              <a:t>src:  0.0.0.0, 68     </a:t>
            </a:r>
            <a:endParaRPr lang="en-US" altLang="zh-CN" sz="1200" dirty="0">
              <a:latin typeface="Arial" panose="020B0604020202020204" pitchFamily="34" charset="0"/>
              <a:ea typeface="宋体" panose="02010600030101010101" pitchFamily="2" charset="-122"/>
            </a:endParaRPr>
          </a:p>
          <a:p>
            <a:pPr marL="0" lvl="0" indent="0">
              <a:spcBef>
                <a:spcPct val="0"/>
              </a:spcBef>
              <a:buClrTx/>
              <a:buSzTx/>
              <a:buFontTx/>
              <a:buNone/>
            </a:pPr>
            <a:r>
              <a:rPr lang="en-US" altLang="zh-CN" sz="1200" dirty="0">
                <a:latin typeface="Arial" panose="020B0604020202020204" pitchFamily="34" charset="0"/>
                <a:ea typeface="宋体" panose="02010600030101010101" pitchFamily="2" charset="-122"/>
              </a:rPr>
              <a:t>dest::  255.255.255.255, 67</a:t>
            </a:r>
            <a:endParaRPr lang="en-US" altLang="zh-CN" sz="1200" dirty="0">
              <a:latin typeface="Arial" panose="020B0604020202020204" pitchFamily="34" charset="0"/>
              <a:ea typeface="宋体" panose="02010600030101010101" pitchFamily="2" charset="-122"/>
            </a:endParaRPr>
          </a:p>
          <a:p>
            <a:pPr marL="0" lvl="0" indent="0">
              <a:spcBef>
                <a:spcPct val="0"/>
              </a:spcBef>
              <a:buClrTx/>
              <a:buSzTx/>
              <a:buFontTx/>
              <a:buNone/>
            </a:pPr>
            <a:r>
              <a:rPr lang="en-US" altLang="zh-CN" sz="1200" dirty="0">
                <a:latin typeface="Arial" panose="020B0604020202020204" pitchFamily="34" charset="0"/>
                <a:ea typeface="宋体" panose="02010600030101010101" pitchFamily="2" charset="-122"/>
              </a:rPr>
              <a:t>yiaddrr: 223.1.2.4</a:t>
            </a:r>
            <a:endParaRPr lang="en-US" altLang="zh-CN" sz="1200" dirty="0">
              <a:latin typeface="Arial" panose="020B0604020202020204" pitchFamily="34" charset="0"/>
              <a:ea typeface="宋体" panose="02010600030101010101" pitchFamily="2" charset="-122"/>
            </a:endParaRPr>
          </a:p>
          <a:p>
            <a:pPr marL="0" lvl="0" indent="0">
              <a:spcBef>
                <a:spcPct val="0"/>
              </a:spcBef>
              <a:buClrTx/>
              <a:buSzTx/>
              <a:buFontTx/>
              <a:buNone/>
            </a:pPr>
            <a:r>
              <a:rPr lang="en-US" altLang="zh-CN" sz="1200" dirty="0">
                <a:latin typeface="Arial" panose="020B0604020202020204" pitchFamily="34" charset="0"/>
                <a:ea typeface="宋体" panose="02010600030101010101" pitchFamily="2" charset="-122"/>
              </a:rPr>
              <a:t>transaction ID: 655</a:t>
            </a:r>
            <a:endParaRPr lang="en-US" altLang="zh-CN" sz="1200" dirty="0">
              <a:latin typeface="Arial" panose="020B0604020202020204" pitchFamily="34" charset="0"/>
              <a:ea typeface="宋体" panose="02010600030101010101" pitchFamily="2" charset="-122"/>
            </a:endParaRPr>
          </a:p>
          <a:p>
            <a:pPr marL="0" lvl="0" indent="0">
              <a:spcBef>
                <a:spcPct val="0"/>
              </a:spcBef>
              <a:buClrTx/>
              <a:buSzTx/>
              <a:buFontTx/>
              <a:buNone/>
            </a:pPr>
            <a:r>
              <a:rPr lang="en-US" altLang="zh-CN" sz="1200" dirty="0">
                <a:latin typeface="Arial" panose="020B0604020202020204" pitchFamily="34" charset="0"/>
                <a:ea typeface="宋体" panose="02010600030101010101" pitchFamily="2" charset="-122"/>
              </a:rPr>
              <a:t>Lifetime: 3600 secs</a:t>
            </a:r>
            <a:endParaRPr lang="en-US" altLang="zh-CN" sz="1800" dirty="0">
              <a:ea typeface="宋体" panose="02010600030101010101" pitchFamily="2" charset="-122"/>
            </a:endParaRPr>
          </a:p>
        </p:txBody>
      </p:sp>
      <p:sp>
        <p:nvSpPr>
          <p:cNvPr id="56342" name="Line 32"/>
          <p:cNvSpPr/>
          <p:nvPr/>
        </p:nvSpPr>
        <p:spPr>
          <a:xfrm>
            <a:off x="2582863" y="5264150"/>
            <a:ext cx="4395787" cy="538163"/>
          </a:xfrm>
          <a:prstGeom prst="line">
            <a:avLst/>
          </a:prstGeom>
          <a:ln w="19050" cap="flat" cmpd="sng">
            <a:solidFill>
              <a:srgbClr val="000000"/>
            </a:solidFill>
            <a:prstDash val="solid"/>
            <a:headEnd type="none" w="med" len="med"/>
            <a:tailEnd type="triangle" w="med" len="med"/>
          </a:ln>
        </p:spPr>
      </p:sp>
      <p:sp>
        <p:nvSpPr>
          <p:cNvPr id="56343" name="Text Box 33"/>
          <p:cNvSpPr txBox="1"/>
          <p:nvPr/>
        </p:nvSpPr>
        <p:spPr>
          <a:xfrm>
            <a:off x="4221163" y="4979988"/>
            <a:ext cx="1379537" cy="328612"/>
          </a:xfrm>
          <a:prstGeom prst="rect">
            <a:avLst/>
          </a:prstGeom>
          <a:solidFill>
            <a:srgbClr val="FFFFFF"/>
          </a:solidFill>
          <a:ln w="9525">
            <a:noFill/>
          </a:ln>
        </p:spPr>
        <p:txBody>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200" b="1" dirty="0">
                <a:latin typeface="Arial" panose="020B0604020202020204" pitchFamily="34" charset="0"/>
                <a:ea typeface="宋体" panose="02010600030101010101" pitchFamily="2" charset="-122"/>
              </a:rPr>
              <a:t>DHCP ACK</a:t>
            </a:r>
            <a:endParaRPr lang="en-US" altLang="zh-CN" sz="1800" dirty="0">
              <a:ea typeface="宋体" panose="02010600030101010101" pitchFamily="2" charset="-122"/>
            </a:endParaRPr>
          </a:p>
        </p:txBody>
      </p:sp>
      <p:sp>
        <p:nvSpPr>
          <p:cNvPr id="56344" name="Text Box 34"/>
          <p:cNvSpPr txBox="1"/>
          <p:nvPr/>
        </p:nvSpPr>
        <p:spPr>
          <a:xfrm>
            <a:off x="4318000" y="5232400"/>
            <a:ext cx="2413000" cy="963613"/>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200" dirty="0">
                <a:latin typeface="Arial" panose="020B0604020202020204" pitchFamily="34" charset="0"/>
                <a:ea typeface="宋体" panose="02010600030101010101" pitchFamily="2" charset="-122"/>
              </a:rPr>
              <a:t>src: 223.1.2.5, 67      </a:t>
            </a:r>
            <a:endParaRPr lang="en-US" altLang="zh-CN" sz="1200" dirty="0">
              <a:latin typeface="Arial" panose="020B0604020202020204" pitchFamily="34" charset="0"/>
              <a:ea typeface="宋体" panose="02010600030101010101" pitchFamily="2" charset="-122"/>
            </a:endParaRPr>
          </a:p>
          <a:p>
            <a:pPr marL="0" lvl="0" indent="0">
              <a:spcBef>
                <a:spcPct val="0"/>
              </a:spcBef>
              <a:buClrTx/>
              <a:buSzTx/>
              <a:buFontTx/>
              <a:buNone/>
            </a:pPr>
            <a:r>
              <a:rPr lang="en-US" altLang="zh-CN" sz="1200" dirty="0">
                <a:latin typeface="Arial" panose="020B0604020202020204" pitchFamily="34" charset="0"/>
                <a:ea typeface="宋体" panose="02010600030101010101" pitchFamily="2" charset="-122"/>
              </a:rPr>
              <a:t>dest:  255.255.255.255, 68</a:t>
            </a:r>
            <a:endParaRPr lang="en-US" altLang="zh-CN" sz="1200" dirty="0">
              <a:latin typeface="Arial" panose="020B0604020202020204" pitchFamily="34" charset="0"/>
              <a:ea typeface="宋体" panose="02010600030101010101" pitchFamily="2" charset="-122"/>
            </a:endParaRPr>
          </a:p>
          <a:p>
            <a:pPr marL="0" lvl="0" indent="0">
              <a:spcBef>
                <a:spcPct val="0"/>
              </a:spcBef>
              <a:buClrTx/>
              <a:buSzTx/>
              <a:buFontTx/>
              <a:buNone/>
            </a:pPr>
            <a:r>
              <a:rPr lang="en-US" altLang="zh-CN" sz="1200" dirty="0">
                <a:latin typeface="Arial" panose="020B0604020202020204" pitchFamily="34" charset="0"/>
                <a:ea typeface="宋体" panose="02010600030101010101" pitchFamily="2" charset="-122"/>
              </a:rPr>
              <a:t>yiaddrr: 223.1.2.4</a:t>
            </a:r>
            <a:endParaRPr lang="en-US" altLang="zh-CN" sz="1200" dirty="0">
              <a:latin typeface="Arial" panose="020B0604020202020204" pitchFamily="34" charset="0"/>
              <a:ea typeface="宋体" panose="02010600030101010101" pitchFamily="2" charset="-122"/>
            </a:endParaRPr>
          </a:p>
          <a:p>
            <a:pPr marL="0" lvl="0" indent="0">
              <a:spcBef>
                <a:spcPct val="0"/>
              </a:spcBef>
              <a:buClrTx/>
              <a:buSzTx/>
              <a:buFontTx/>
              <a:buNone/>
            </a:pPr>
            <a:r>
              <a:rPr lang="en-US" altLang="zh-CN" sz="1200" dirty="0">
                <a:latin typeface="Arial" panose="020B0604020202020204" pitchFamily="34" charset="0"/>
                <a:ea typeface="宋体" panose="02010600030101010101" pitchFamily="2" charset="-122"/>
              </a:rPr>
              <a:t>transaction ID: 655</a:t>
            </a:r>
            <a:endParaRPr lang="en-US" altLang="zh-CN" sz="1200" dirty="0">
              <a:latin typeface="Arial" panose="020B0604020202020204" pitchFamily="34" charset="0"/>
              <a:ea typeface="宋体" panose="02010600030101010101" pitchFamily="2" charset="-122"/>
            </a:endParaRPr>
          </a:p>
          <a:p>
            <a:pPr marL="0" lvl="0" indent="0">
              <a:spcBef>
                <a:spcPct val="0"/>
              </a:spcBef>
              <a:buClrTx/>
              <a:buSzTx/>
              <a:buFontTx/>
              <a:buNone/>
            </a:pPr>
            <a:r>
              <a:rPr lang="en-US" altLang="zh-CN" sz="1200" dirty="0">
                <a:latin typeface="Arial" panose="020B0604020202020204" pitchFamily="34" charset="0"/>
                <a:ea typeface="宋体" panose="02010600030101010101" pitchFamily="2" charset="-122"/>
              </a:rPr>
              <a:t>Lifetime: 3600 secs</a:t>
            </a:r>
            <a:endParaRPr lang="en-US" altLang="zh-CN" sz="1000" dirty="0">
              <a:ea typeface="宋体" panose="02010600030101010101" pitchFamily="2" charset="-122"/>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0" name="页脚占位符 4"/>
          <p:cNvSpPr txBox="1">
            <a:spLocks noGrp="1"/>
          </p:cNvSpPr>
          <p:nvPr>
            <p:ph type="ftr" sz="quarter" idx="11"/>
          </p:nvPr>
        </p:nvSpPr>
        <p:spPr/>
        <p:txBody>
          <a:bodyPr/>
          <a:p>
            <a:pPr marL="0" indent="0" algn="r">
              <a:spcBef>
                <a:spcPct val="0"/>
              </a:spcBef>
              <a:buClrTx/>
              <a:buSzTx/>
              <a:buFontTx/>
              <a:buNone/>
            </a:pPr>
            <a:r>
              <a:rPr lang="en-US" altLang="zh-CN" sz="1400" dirty="0">
                <a:ea typeface="宋体" panose="02010600030101010101" pitchFamily="2" charset="-122"/>
              </a:rPr>
              <a:t>Network Layer</a:t>
            </a:r>
            <a:endParaRPr lang="en-US" altLang="zh-CN" sz="1400" dirty="0">
              <a:latin typeface="Times New Roman" panose="02020603050405020304" pitchFamily="18" charset="0"/>
              <a:ea typeface="宋体" panose="02010600030101010101" pitchFamily="2" charset="-122"/>
            </a:endParaRPr>
          </a:p>
        </p:txBody>
      </p:sp>
      <p:sp>
        <p:nvSpPr>
          <p:cNvPr id="58371" name="灯片编号占位符 5"/>
          <p:cNvSpPr txBox="1">
            <a:spLocks noGrp="1"/>
          </p:cNvSpPr>
          <p:nvPr>
            <p:ph type="sldNum" sz="quarter" idx="12"/>
          </p:nvPr>
        </p:nvSpPr>
        <p:spPr/>
        <p:txBody>
          <a:bodyPr/>
          <a:p>
            <a:pPr marL="0" indent="0" algn="r">
              <a:spcBef>
                <a:spcPct val="0"/>
              </a:spcBef>
              <a:buClrTx/>
              <a:buSzTx/>
              <a:buFontTx/>
              <a:buNone/>
            </a:pPr>
            <a:r>
              <a:rPr lang="en-US" altLang="zh-CN" sz="1400" dirty="0">
                <a:ea typeface="宋体" panose="02010600030101010101" pitchFamily="2" charset="-122"/>
              </a:rPr>
              <a:t>4-</a:t>
            </a: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58372" name="Rectangle 2"/>
          <p:cNvSpPr>
            <a:spLocks noGrp="1"/>
          </p:cNvSpPr>
          <p:nvPr>
            <p:ph type="title"/>
          </p:nvPr>
        </p:nvSpPr>
        <p:spPr/>
        <p:txBody>
          <a:bodyPr vert="horz" wrap="square" lIns="91440" tIns="45720" rIns="91440" bIns="45720" anchor="ctr" anchorCtr="0"/>
          <a:p>
            <a:r>
              <a:rPr lang="en-US" altLang="zh-CN" dirty="0">
                <a:ea typeface="宋体" panose="02010600030101010101" pitchFamily="2" charset="-122"/>
              </a:rPr>
              <a:t>DHCP: more than IP address</a:t>
            </a:r>
            <a:endParaRPr lang="en-US" altLang="zh-CN" dirty="0">
              <a:ea typeface="宋体" panose="02010600030101010101" pitchFamily="2" charset="-122"/>
            </a:endParaRPr>
          </a:p>
        </p:txBody>
      </p:sp>
      <p:sp>
        <p:nvSpPr>
          <p:cNvPr id="58373" name="Rectangle 3"/>
          <p:cNvSpPr>
            <a:spLocks noGrp="1"/>
          </p:cNvSpPr>
          <p:nvPr>
            <p:ph idx="1"/>
          </p:nvPr>
        </p:nvSpPr>
        <p:spPr/>
        <p:txBody>
          <a:bodyPr vert="horz" wrap="square" lIns="91440" tIns="45720" rIns="91440" bIns="45720" anchor="t" anchorCtr="0"/>
          <a:p>
            <a:pPr>
              <a:buNone/>
            </a:pPr>
            <a:r>
              <a:rPr lang="en-US" altLang="zh-CN" dirty="0">
                <a:ea typeface="宋体" panose="02010600030101010101" pitchFamily="2" charset="-122"/>
              </a:rPr>
              <a:t>DHCP can return more than just allocated IP address on subnet:</a:t>
            </a:r>
            <a:endParaRPr lang="en-US" altLang="zh-CN" dirty="0">
              <a:ea typeface="宋体" panose="02010600030101010101" pitchFamily="2" charset="-122"/>
            </a:endParaRPr>
          </a:p>
          <a:p>
            <a:pPr lvl="1"/>
            <a:r>
              <a:rPr lang="en-US" altLang="zh-CN" dirty="0">
                <a:ea typeface="宋体" panose="02010600030101010101" pitchFamily="2" charset="-122"/>
              </a:rPr>
              <a:t>address of first-hop router for client</a:t>
            </a:r>
            <a:endParaRPr lang="en-US" altLang="zh-CN" dirty="0">
              <a:ea typeface="宋体" panose="02010600030101010101" pitchFamily="2" charset="-122"/>
            </a:endParaRPr>
          </a:p>
          <a:p>
            <a:pPr lvl="1"/>
            <a:r>
              <a:rPr lang="en-US" altLang="zh-CN" dirty="0">
                <a:ea typeface="宋体" panose="02010600030101010101" pitchFamily="2" charset="-122"/>
              </a:rPr>
              <a:t>name and IP address of DNS sever</a:t>
            </a:r>
            <a:endParaRPr lang="en-US" altLang="zh-CN" dirty="0">
              <a:ea typeface="宋体" panose="02010600030101010101" pitchFamily="2" charset="-122"/>
            </a:endParaRPr>
          </a:p>
          <a:p>
            <a:pPr lvl="1"/>
            <a:r>
              <a:rPr lang="en-US" altLang="zh-CN" dirty="0">
                <a:ea typeface="宋体" panose="02010600030101010101" pitchFamily="2" charset="-122"/>
              </a:rPr>
              <a:t>network mask (indicating network versus host portion of address)</a:t>
            </a:r>
            <a:endParaRPr lang="en-US" altLang="zh-CN" dirty="0">
              <a:ea typeface="宋体" panose="02010600030101010101" pitchFamily="2" charset="-122"/>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4" name="页脚占位符 4"/>
          <p:cNvSpPr txBox="1">
            <a:spLocks noGrp="1"/>
          </p:cNvSpPr>
          <p:nvPr>
            <p:ph type="ftr" sz="quarter" idx="11"/>
          </p:nvPr>
        </p:nvSpPr>
        <p:spPr/>
        <p:txBody>
          <a:bodyPr/>
          <a:p>
            <a:pPr marL="0" indent="0" algn="r">
              <a:spcBef>
                <a:spcPct val="0"/>
              </a:spcBef>
              <a:buClrTx/>
              <a:buSzTx/>
              <a:buFontTx/>
              <a:buNone/>
            </a:pPr>
            <a:r>
              <a:rPr lang="en-US" altLang="zh-CN" sz="1400" dirty="0">
                <a:ea typeface="宋体" panose="02010600030101010101" pitchFamily="2" charset="-122"/>
              </a:rPr>
              <a:t>Network Layer</a:t>
            </a:r>
            <a:endParaRPr lang="en-US" altLang="zh-CN" sz="1400" dirty="0">
              <a:latin typeface="Times New Roman" panose="02020603050405020304" pitchFamily="18" charset="0"/>
              <a:ea typeface="宋体" panose="02010600030101010101" pitchFamily="2" charset="-122"/>
            </a:endParaRPr>
          </a:p>
        </p:txBody>
      </p:sp>
      <p:sp>
        <p:nvSpPr>
          <p:cNvPr id="59395" name="灯片编号占位符 5"/>
          <p:cNvSpPr txBox="1">
            <a:spLocks noGrp="1"/>
          </p:cNvSpPr>
          <p:nvPr>
            <p:ph type="sldNum" sz="quarter" idx="12"/>
          </p:nvPr>
        </p:nvSpPr>
        <p:spPr/>
        <p:txBody>
          <a:bodyPr/>
          <a:p>
            <a:pPr marL="0" indent="0" algn="r">
              <a:spcBef>
                <a:spcPct val="0"/>
              </a:spcBef>
              <a:buClrTx/>
              <a:buSzTx/>
              <a:buFontTx/>
              <a:buNone/>
            </a:pPr>
            <a:r>
              <a:rPr lang="en-US" altLang="zh-CN" sz="1400" dirty="0">
                <a:ea typeface="宋体" panose="02010600030101010101" pitchFamily="2" charset="-122"/>
              </a:rPr>
              <a:t>4-</a:t>
            </a: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59396" name="Rectangle 2"/>
          <p:cNvSpPr>
            <a:spLocks noGrp="1"/>
          </p:cNvSpPr>
          <p:nvPr>
            <p:ph type="title"/>
          </p:nvPr>
        </p:nvSpPr>
        <p:spPr>
          <a:xfrm>
            <a:off x="323850" y="0"/>
            <a:ext cx="8034338" cy="1143000"/>
          </a:xfrm>
        </p:spPr>
        <p:txBody>
          <a:bodyPr vert="horz" wrap="square" lIns="91440" tIns="45720" rIns="91440" bIns="45720" anchor="ctr" anchorCtr="0"/>
          <a:p>
            <a:r>
              <a:rPr lang="en-US" altLang="zh-CN" sz="2800" u="none" dirty="0">
                <a:ea typeface="宋体" panose="02010600030101010101" pitchFamily="2" charset="-122"/>
              </a:rPr>
              <a:t>DHCP: example</a:t>
            </a:r>
            <a:endParaRPr lang="en-US" altLang="zh-CN" sz="2800" u="none" dirty="0">
              <a:ea typeface="宋体" panose="02010600030101010101" pitchFamily="2" charset="-122"/>
            </a:endParaRPr>
          </a:p>
        </p:txBody>
      </p:sp>
      <p:sp>
        <p:nvSpPr>
          <p:cNvPr id="648195" name="Rectangle 3"/>
          <p:cNvSpPr>
            <a:spLocks noGrp="1"/>
          </p:cNvSpPr>
          <p:nvPr>
            <p:ph idx="1"/>
          </p:nvPr>
        </p:nvSpPr>
        <p:spPr>
          <a:xfrm>
            <a:off x="5037138" y="1128713"/>
            <a:ext cx="3421062" cy="1262062"/>
          </a:xfrm>
        </p:spPr>
        <p:txBody>
          <a:bodyPr vert="horz" wrap="square" lIns="91440" tIns="45720" rIns="91440" bIns="45720" anchor="t" anchorCtr="0"/>
          <a:p>
            <a:r>
              <a:rPr lang="en-US" altLang="zh-CN" sz="1800" dirty="0">
                <a:ea typeface="宋体" panose="02010600030101010101" pitchFamily="2" charset="-122"/>
              </a:rPr>
              <a:t>connecting laptop needs its IP address, addr of first-hop router, addr of DNS server: use DHCP</a:t>
            </a:r>
            <a:endParaRPr lang="en-US" altLang="zh-CN" sz="1800" dirty="0">
              <a:ea typeface="宋体" panose="02010600030101010101" pitchFamily="2" charset="-122"/>
            </a:endParaRPr>
          </a:p>
        </p:txBody>
      </p:sp>
      <p:sp>
        <p:nvSpPr>
          <p:cNvPr id="59398" name="Freeform 3"/>
          <p:cNvSpPr/>
          <p:nvPr/>
        </p:nvSpPr>
        <p:spPr>
          <a:xfrm>
            <a:off x="773113" y="1273175"/>
            <a:ext cx="3554412" cy="2754313"/>
          </a:xfrm>
          <a:custGeom>
            <a:avLst/>
            <a:gdLst>
              <a:gd name="txL" fmla="*/ 0 w 2406"/>
              <a:gd name="txT" fmla="*/ 0 h 958"/>
              <a:gd name="txR" fmla="*/ 2406 w 2406"/>
              <a:gd name="txB" fmla="*/ 958 h 958"/>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2406" h="958">
                <a:moveTo>
                  <a:pt x="2192" y="274"/>
                </a:moveTo>
                <a:cubicBezTo>
                  <a:pt x="1978" y="94"/>
                  <a:pt x="1990" y="122"/>
                  <a:pt x="1857" y="77"/>
                </a:cubicBezTo>
                <a:cubicBezTo>
                  <a:pt x="1724" y="32"/>
                  <a:pt x="1584" y="0"/>
                  <a:pt x="1393" y="7"/>
                </a:cubicBezTo>
                <a:cubicBezTo>
                  <a:pt x="1202" y="14"/>
                  <a:pt x="898" y="84"/>
                  <a:pt x="713" y="122"/>
                </a:cubicBezTo>
                <a:cubicBezTo>
                  <a:pt x="528" y="160"/>
                  <a:pt x="395" y="168"/>
                  <a:pt x="280" y="234"/>
                </a:cubicBezTo>
                <a:cubicBezTo>
                  <a:pt x="166" y="301"/>
                  <a:pt x="52" y="432"/>
                  <a:pt x="26" y="522"/>
                </a:cubicBezTo>
                <a:cubicBezTo>
                  <a:pt x="0" y="612"/>
                  <a:pt x="81" y="711"/>
                  <a:pt x="122" y="773"/>
                </a:cubicBezTo>
                <a:cubicBezTo>
                  <a:pt x="163" y="835"/>
                  <a:pt x="99" y="877"/>
                  <a:pt x="273" y="894"/>
                </a:cubicBezTo>
                <a:cubicBezTo>
                  <a:pt x="447" y="911"/>
                  <a:pt x="938" y="866"/>
                  <a:pt x="1169" y="876"/>
                </a:cubicBezTo>
                <a:cubicBezTo>
                  <a:pt x="1400" y="886"/>
                  <a:pt x="1499" y="950"/>
                  <a:pt x="1659" y="954"/>
                </a:cubicBezTo>
                <a:cubicBezTo>
                  <a:pt x="1819" y="958"/>
                  <a:pt x="2014" y="958"/>
                  <a:pt x="2129" y="897"/>
                </a:cubicBezTo>
                <a:cubicBezTo>
                  <a:pt x="2244" y="836"/>
                  <a:pt x="2327" y="856"/>
                  <a:pt x="2350" y="591"/>
                </a:cubicBezTo>
                <a:cubicBezTo>
                  <a:pt x="2373" y="326"/>
                  <a:pt x="2406" y="454"/>
                  <a:pt x="2192" y="274"/>
                </a:cubicBezTo>
                <a:close/>
              </a:path>
            </a:pathLst>
          </a:custGeom>
          <a:solidFill>
            <a:srgbClr val="00FFFF">
              <a:alpha val="100000"/>
            </a:srgbClr>
          </a:solidFill>
          <a:ln w="9525">
            <a:noFill/>
          </a:ln>
        </p:spPr>
        <p:txBody>
          <a:bodyPr/>
          <a:p>
            <a:endParaRPr lang="zh-CN" altLang="en-US"/>
          </a:p>
        </p:txBody>
      </p:sp>
      <p:sp>
        <p:nvSpPr>
          <p:cNvPr id="59399" name="Line 36"/>
          <p:cNvSpPr/>
          <p:nvPr/>
        </p:nvSpPr>
        <p:spPr>
          <a:xfrm flipV="1">
            <a:off x="3775075" y="2344738"/>
            <a:ext cx="155575" cy="142875"/>
          </a:xfrm>
          <a:prstGeom prst="line">
            <a:avLst/>
          </a:prstGeom>
          <a:ln w="9525" cap="flat" cmpd="sng">
            <a:solidFill>
              <a:srgbClr val="000000"/>
            </a:solidFill>
            <a:prstDash val="solid"/>
            <a:headEnd type="none" w="med" len="med"/>
            <a:tailEnd type="none" w="med" len="med"/>
          </a:ln>
        </p:spPr>
      </p:sp>
      <p:grpSp>
        <p:nvGrpSpPr>
          <p:cNvPr id="59400" name="Group 38"/>
          <p:cNvGrpSpPr/>
          <p:nvPr/>
        </p:nvGrpSpPr>
        <p:grpSpPr>
          <a:xfrm>
            <a:off x="3255963" y="2459038"/>
            <a:ext cx="742950" cy="311150"/>
            <a:chOff x="1935" y="960"/>
            <a:chExt cx="468" cy="196"/>
          </a:xfrm>
        </p:grpSpPr>
        <p:sp>
          <p:nvSpPr>
            <p:cNvPr id="59546" name="Line 39"/>
            <p:cNvSpPr/>
            <p:nvPr/>
          </p:nvSpPr>
          <p:spPr>
            <a:xfrm>
              <a:off x="2368" y="960"/>
              <a:ext cx="0" cy="0"/>
            </a:xfrm>
            <a:prstGeom prst="line">
              <a:avLst/>
            </a:prstGeom>
            <a:ln w="9525" cap="flat" cmpd="sng">
              <a:solidFill>
                <a:srgbClr val="000000"/>
              </a:solidFill>
              <a:prstDash val="solid"/>
              <a:headEnd type="none" w="med" len="med"/>
              <a:tailEnd type="none" w="med" len="med"/>
            </a:ln>
          </p:spPr>
        </p:sp>
        <p:sp>
          <p:nvSpPr>
            <p:cNvPr id="59547" name="Rectangle 40"/>
            <p:cNvSpPr/>
            <p:nvPr/>
          </p:nvSpPr>
          <p:spPr>
            <a:xfrm>
              <a:off x="1935" y="1065"/>
              <a:ext cx="465" cy="91"/>
            </a:xfrm>
            <a:prstGeom prst="rect">
              <a:avLst/>
            </a:prstGeom>
            <a:solidFill>
              <a:srgbClr val="BBE0E3"/>
            </a:solidFill>
            <a:ln w="9525" cap="flat" cmpd="sng">
              <a:prstDash val="solid"/>
              <a:miter/>
              <a:headEnd type="none" w="med" len="med"/>
              <a:tailEnd type="none" w="med" len="med"/>
            </a:ln>
            <a:scene3d>
              <a:camera prst="legacyObliqueTopRight">
                <a:rot lat="0" lon="0" rev="0"/>
              </a:camera>
              <a:lightRig rig="legacyFlat3" dir="l"/>
            </a:scene3d>
            <a:sp3d extrusionH="430200" prstMaterial="legacyMatte">
              <a:bevelT w="13500" h="13500" prst="angle"/>
              <a:bevelB w="13500" h="13500" prst="angle"/>
              <a:extrusionClr>
                <a:schemeClr val="accent1"/>
              </a:extrusionClr>
            </a:sp3d>
          </p:spPr>
          <p:txBody>
            <a:bodyPr wrap="none" anchor="ctr" anchorCtr="0">
              <a:flatTx/>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eaLnBrk="1" hangingPunct="1">
                <a:spcBef>
                  <a:spcPct val="0"/>
                </a:spcBef>
                <a:buClrTx/>
                <a:buSzTx/>
                <a:buFontTx/>
                <a:buNone/>
              </a:pPr>
              <a:endParaRPr lang="zh-CN" altLang="zh-CN" sz="1800" dirty="0">
                <a:latin typeface="Arial" panose="020B0604020202020204" pitchFamily="34" charset="0"/>
                <a:ea typeface="宋体" panose="02010600030101010101" pitchFamily="2" charset="-122"/>
              </a:endParaRPr>
            </a:p>
          </p:txBody>
        </p:sp>
        <p:sp>
          <p:nvSpPr>
            <p:cNvPr id="59548" name="Freeform 41"/>
            <p:cNvSpPr/>
            <p:nvPr/>
          </p:nvSpPr>
          <p:spPr>
            <a:xfrm>
              <a:off x="2069" y="975"/>
              <a:ext cx="307" cy="63"/>
            </a:xfrm>
            <a:custGeom>
              <a:avLst/>
              <a:gdLst>
                <a:gd name="txL" fmla="*/ 0 w 432"/>
                <a:gd name="txT" fmla="*/ 0 h 105"/>
                <a:gd name="txR" fmla="*/ 432 w 432"/>
                <a:gd name="txB" fmla="*/ 105 h 105"/>
              </a:gdLst>
              <a:ahLst/>
              <a:cxnLst>
                <a:cxn ang="0">
                  <a:pos x="0" y="0"/>
                </a:cxn>
                <a:cxn ang="0">
                  <a:pos x="6" y="0"/>
                </a:cxn>
                <a:cxn ang="0">
                  <a:pos x="20" y="2"/>
                </a:cxn>
                <a:cxn ang="0">
                  <a:pos x="28" y="2"/>
                </a:cxn>
              </a:cxnLst>
              <a:rect l="txL" t="txT" r="txR" b="txB"/>
              <a:pathLst>
                <a:path w="432" h="105">
                  <a:moveTo>
                    <a:pt x="0" y="0"/>
                  </a:moveTo>
                  <a:lnTo>
                    <a:pt x="85" y="0"/>
                  </a:lnTo>
                  <a:lnTo>
                    <a:pt x="307" y="105"/>
                  </a:lnTo>
                  <a:lnTo>
                    <a:pt x="432" y="105"/>
                  </a:lnTo>
                </a:path>
              </a:pathLst>
            </a:custGeom>
            <a:noFill/>
            <a:ln w="28575" cap="flat" cmpd="sng">
              <a:solidFill>
                <a:srgbClr val="000000">
                  <a:alpha val="100000"/>
                </a:srgbClr>
              </a:solidFill>
              <a:prstDash val="solid"/>
              <a:round/>
              <a:headEnd type="none" w="med" len="med"/>
              <a:tailEnd type="none" w="med" len="med"/>
            </a:ln>
          </p:spPr>
          <p:txBody>
            <a:bodyPr/>
            <a:p>
              <a:endParaRPr lang="zh-CN" altLang="en-US"/>
            </a:p>
          </p:txBody>
        </p:sp>
        <p:sp>
          <p:nvSpPr>
            <p:cNvPr id="59549" name="Freeform 42"/>
            <p:cNvSpPr/>
            <p:nvPr/>
          </p:nvSpPr>
          <p:spPr>
            <a:xfrm flipV="1">
              <a:off x="2051" y="981"/>
              <a:ext cx="352" cy="63"/>
            </a:xfrm>
            <a:custGeom>
              <a:avLst/>
              <a:gdLst>
                <a:gd name="txL" fmla="*/ 0 w 432"/>
                <a:gd name="txT" fmla="*/ 0 h 105"/>
                <a:gd name="txR" fmla="*/ 432 w 432"/>
                <a:gd name="txB" fmla="*/ 105 h 105"/>
              </a:gdLst>
              <a:ahLst/>
              <a:cxnLst>
                <a:cxn ang="0">
                  <a:pos x="0" y="0"/>
                </a:cxn>
                <a:cxn ang="0">
                  <a:pos x="16" y="0"/>
                </a:cxn>
                <a:cxn ang="0">
                  <a:pos x="59" y="2"/>
                </a:cxn>
                <a:cxn ang="0">
                  <a:pos x="84" y="2"/>
                </a:cxn>
              </a:cxnLst>
              <a:rect l="txL" t="txT" r="txR" b="txB"/>
              <a:pathLst>
                <a:path w="432" h="105">
                  <a:moveTo>
                    <a:pt x="0" y="0"/>
                  </a:moveTo>
                  <a:lnTo>
                    <a:pt x="85" y="0"/>
                  </a:lnTo>
                  <a:lnTo>
                    <a:pt x="307" y="105"/>
                  </a:lnTo>
                  <a:lnTo>
                    <a:pt x="432" y="105"/>
                  </a:lnTo>
                </a:path>
              </a:pathLst>
            </a:custGeom>
            <a:noFill/>
            <a:ln w="28575" cap="flat" cmpd="sng">
              <a:solidFill>
                <a:srgbClr val="000000">
                  <a:alpha val="100000"/>
                </a:srgbClr>
              </a:solidFill>
              <a:prstDash val="solid"/>
              <a:round/>
              <a:headEnd type="none" w="med" len="med"/>
              <a:tailEnd type="none" w="med" len="med"/>
            </a:ln>
          </p:spPr>
          <p:txBody>
            <a:bodyPr/>
            <a:p>
              <a:endParaRPr lang="zh-CN" altLang="en-US"/>
            </a:p>
          </p:txBody>
        </p:sp>
      </p:grpSp>
      <p:sp>
        <p:nvSpPr>
          <p:cNvPr id="59401" name="Line 43"/>
          <p:cNvSpPr/>
          <p:nvPr/>
        </p:nvSpPr>
        <p:spPr>
          <a:xfrm flipV="1">
            <a:off x="2665413" y="2517775"/>
            <a:ext cx="695325" cy="0"/>
          </a:xfrm>
          <a:prstGeom prst="line">
            <a:avLst/>
          </a:prstGeom>
          <a:ln w="9525" cap="flat" cmpd="sng">
            <a:solidFill>
              <a:srgbClr val="000000"/>
            </a:solidFill>
            <a:prstDash val="solid"/>
            <a:headEnd type="none" w="med" len="med"/>
            <a:tailEnd type="none" w="med" len="med"/>
          </a:ln>
        </p:spPr>
      </p:sp>
      <p:sp>
        <p:nvSpPr>
          <p:cNvPr id="59402" name="Line 44"/>
          <p:cNvSpPr/>
          <p:nvPr/>
        </p:nvSpPr>
        <p:spPr>
          <a:xfrm flipV="1">
            <a:off x="3924300" y="2201863"/>
            <a:ext cx="138113" cy="142875"/>
          </a:xfrm>
          <a:prstGeom prst="line">
            <a:avLst/>
          </a:prstGeom>
          <a:ln w="9525" cap="flat" cmpd="sng">
            <a:solidFill>
              <a:srgbClr val="000000"/>
            </a:solidFill>
            <a:prstDash val="dash"/>
            <a:headEnd type="none" w="med" len="med"/>
            <a:tailEnd type="none" w="med" len="med"/>
          </a:ln>
        </p:spPr>
      </p:sp>
      <p:sp>
        <p:nvSpPr>
          <p:cNvPr id="59403" name="Rectangle 45"/>
          <p:cNvSpPr/>
          <p:nvPr/>
        </p:nvSpPr>
        <p:spPr>
          <a:xfrm>
            <a:off x="2403475" y="2479675"/>
            <a:ext cx="257175" cy="69850"/>
          </a:xfrm>
          <a:prstGeom prst="rect">
            <a:avLst/>
          </a:prstGeom>
          <a:solidFill>
            <a:srgbClr val="C0C0C0"/>
          </a:solidFill>
          <a:ln w="9525" cap="flat" cmpd="sng">
            <a:solidFill>
              <a:srgbClr val="000000"/>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eaLnBrk="1" hangingPunct="1">
              <a:spcBef>
                <a:spcPct val="0"/>
              </a:spcBef>
              <a:buClrTx/>
              <a:buSzTx/>
              <a:buFontTx/>
              <a:buNone/>
            </a:pPr>
            <a:endParaRPr lang="zh-CN" altLang="zh-CN" sz="1800" dirty="0">
              <a:latin typeface="Arial" panose="020B0604020202020204" pitchFamily="34" charset="0"/>
              <a:ea typeface="宋体" panose="02010600030101010101" pitchFamily="2" charset="-122"/>
            </a:endParaRPr>
          </a:p>
        </p:txBody>
      </p:sp>
      <p:sp>
        <p:nvSpPr>
          <p:cNvPr id="59404" name="Line 48"/>
          <p:cNvSpPr/>
          <p:nvPr/>
        </p:nvSpPr>
        <p:spPr>
          <a:xfrm flipV="1">
            <a:off x="3279775" y="2736850"/>
            <a:ext cx="512763" cy="612775"/>
          </a:xfrm>
          <a:prstGeom prst="line">
            <a:avLst/>
          </a:prstGeom>
          <a:ln w="9525" cap="flat" cmpd="sng">
            <a:solidFill>
              <a:srgbClr val="000000"/>
            </a:solidFill>
            <a:prstDash val="solid"/>
            <a:headEnd type="none" w="med" len="med"/>
            <a:tailEnd type="none" w="med" len="med"/>
          </a:ln>
        </p:spPr>
      </p:sp>
      <p:grpSp>
        <p:nvGrpSpPr>
          <p:cNvPr id="59405" name="Group 49"/>
          <p:cNvGrpSpPr/>
          <p:nvPr/>
        </p:nvGrpSpPr>
        <p:grpSpPr>
          <a:xfrm>
            <a:off x="2760663" y="3365500"/>
            <a:ext cx="987425" cy="479425"/>
            <a:chOff x="1118" y="1621"/>
            <a:chExt cx="622" cy="302"/>
          </a:xfrm>
        </p:grpSpPr>
        <p:sp>
          <p:nvSpPr>
            <p:cNvPr id="59529" name="Rectangle 50"/>
            <p:cNvSpPr/>
            <p:nvPr/>
          </p:nvSpPr>
          <p:spPr>
            <a:xfrm>
              <a:off x="1578" y="1789"/>
              <a:ext cx="162" cy="44"/>
            </a:xfrm>
            <a:prstGeom prst="rect">
              <a:avLst/>
            </a:prstGeom>
            <a:solidFill>
              <a:srgbClr val="C0C0C0"/>
            </a:solidFill>
            <a:ln w="9525" cap="flat" cmpd="sng">
              <a:solidFill>
                <a:srgbClr val="000000"/>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eaLnBrk="1" hangingPunct="1">
                <a:spcBef>
                  <a:spcPct val="0"/>
                </a:spcBef>
                <a:buClrTx/>
                <a:buSzTx/>
                <a:buFontTx/>
                <a:buNone/>
              </a:pPr>
              <a:endParaRPr lang="zh-CN" altLang="zh-CN" sz="1800" dirty="0">
                <a:latin typeface="Arial" panose="020B0604020202020204" pitchFamily="34" charset="0"/>
                <a:ea typeface="宋体" panose="02010600030101010101" pitchFamily="2" charset="-122"/>
              </a:endParaRPr>
            </a:p>
          </p:txBody>
        </p:sp>
        <p:sp>
          <p:nvSpPr>
            <p:cNvPr id="59530" name="Rectangle 51"/>
            <p:cNvSpPr/>
            <p:nvPr/>
          </p:nvSpPr>
          <p:spPr>
            <a:xfrm rot="-2700000">
              <a:off x="1336" y="1621"/>
              <a:ext cx="162" cy="44"/>
            </a:xfrm>
            <a:prstGeom prst="rect">
              <a:avLst/>
            </a:prstGeom>
            <a:solidFill>
              <a:srgbClr val="C0C0C0"/>
            </a:solidFill>
            <a:ln w="9525" cap="flat" cmpd="sng">
              <a:solidFill>
                <a:srgbClr val="000000"/>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eaLnBrk="1" hangingPunct="1">
                <a:spcBef>
                  <a:spcPct val="0"/>
                </a:spcBef>
                <a:buClrTx/>
                <a:buSzTx/>
                <a:buFontTx/>
                <a:buNone/>
              </a:pPr>
              <a:endParaRPr lang="zh-CN" altLang="zh-CN" sz="1800" dirty="0">
                <a:latin typeface="Arial" panose="020B0604020202020204" pitchFamily="34" charset="0"/>
                <a:ea typeface="宋体" panose="02010600030101010101" pitchFamily="2" charset="-122"/>
              </a:endParaRPr>
            </a:p>
          </p:txBody>
        </p:sp>
        <p:grpSp>
          <p:nvGrpSpPr>
            <p:cNvPr id="59531" name="Group 52"/>
            <p:cNvGrpSpPr/>
            <p:nvPr/>
          </p:nvGrpSpPr>
          <p:grpSpPr>
            <a:xfrm>
              <a:off x="1118" y="1684"/>
              <a:ext cx="477" cy="239"/>
              <a:chOff x="2466" y="2026"/>
              <a:chExt cx="477" cy="282"/>
            </a:xfrm>
          </p:grpSpPr>
          <p:sp>
            <p:nvSpPr>
              <p:cNvPr id="59532" name="Oval 53"/>
              <p:cNvSpPr/>
              <p:nvPr/>
            </p:nvSpPr>
            <p:spPr>
              <a:xfrm>
                <a:off x="2466" y="2168"/>
                <a:ext cx="476" cy="140"/>
              </a:xfrm>
              <a:prstGeom prst="ellipse">
                <a:avLst/>
              </a:prstGeom>
              <a:solidFill>
                <a:srgbClr val="DDDDDD"/>
              </a:solidFill>
              <a:ln w="12700" cap="flat" cmpd="sng">
                <a:solidFill>
                  <a:srgbClr val="00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eaLnBrk="1" hangingPunct="1">
                  <a:spcBef>
                    <a:spcPct val="0"/>
                  </a:spcBef>
                  <a:buClrTx/>
                  <a:buSzTx/>
                  <a:buFontTx/>
                  <a:buNone/>
                </a:pPr>
                <a:endParaRPr lang="zh-CN" altLang="zh-CN" sz="1800" dirty="0">
                  <a:latin typeface="Arial" panose="020B0604020202020204" pitchFamily="34" charset="0"/>
                  <a:ea typeface="宋体" panose="02010600030101010101" pitchFamily="2" charset="-122"/>
                </a:endParaRPr>
              </a:p>
            </p:txBody>
          </p:sp>
          <p:sp>
            <p:nvSpPr>
              <p:cNvPr id="59533" name="Line 54"/>
              <p:cNvSpPr/>
              <p:nvPr/>
            </p:nvSpPr>
            <p:spPr>
              <a:xfrm>
                <a:off x="2470" y="2125"/>
                <a:ext cx="1" cy="85"/>
              </a:xfrm>
              <a:prstGeom prst="line">
                <a:avLst/>
              </a:prstGeom>
              <a:ln w="12700" cap="flat" cmpd="sng">
                <a:solidFill>
                  <a:srgbClr val="000000"/>
                </a:solidFill>
                <a:prstDash val="solid"/>
                <a:headEnd type="none" w="med" len="med"/>
                <a:tailEnd type="none" w="med" len="med"/>
              </a:ln>
            </p:spPr>
          </p:sp>
          <p:sp>
            <p:nvSpPr>
              <p:cNvPr id="59534" name="Rectangle 55"/>
              <p:cNvSpPr/>
              <p:nvPr/>
            </p:nvSpPr>
            <p:spPr>
              <a:xfrm>
                <a:off x="2470" y="2125"/>
                <a:ext cx="472" cy="111"/>
              </a:xfrm>
              <a:prstGeom prst="rect">
                <a:avLst/>
              </a:prstGeom>
              <a:solidFill>
                <a:srgbClr val="DDDDDD"/>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59535" name="Oval 56"/>
              <p:cNvSpPr/>
              <p:nvPr/>
            </p:nvSpPr>
            <p:spPr>
              <a:xfrm>
                <a:off x="2466" y="2026"/>
                <a:ext cx="476" cy="160"/>
              </a:xfrm>
              <a:prstGeom prst="ellipse">
                <a:avLst/>
              </a:prstGeom>
              <a:solidFill>
                <a:srgbClr val="DDDDDD"/>
              </a:solidFill>
              <a:ln w="12700" cap="flat" cmpd="sng">
                <a:solidFill>
                  <a:srgbClr val="00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eaLnBrk="1" hangingPunct="1">
                  <a:spcBef>
                    <a:spcPct val="0"/>
                  </a:spcBef>
                  <a:buClrTx/>
                  <a:buSzTx/>
                  <a:buFontTx/>
                  <a:buNone/>
                </a:pPr>
                <a:endParaRPr lang="zh-CN" altLang="zh-CN" sz="1800" dirty="0">
                  <a:latin typeface="Arial" panose="020B0604020202020204" pitchFamily="34" charset="0"/>
                  <a:ea typeface="宋体" panose="02010600030101010101" pitchFamily="2" charset="-122"/>
                </a:endParaRPr>
              </a:p>
            </p:txBody>
          </p:sp>
          <p:grpSp>
            <p:nvGrpSpPr>
              <p:cNvPr id="59536" name="Group 57"/>
              <p:cNvGrpSpPr/>
              <p:nvPr/>
            </p:nvGrpSpPr>
            <p:grpSpPr>
              <a:xfrm>
                <a:off x="2581" y="2061"/>
                <a:ext cx="236" cy="94"/>
                <a:chOff x="2848" y="848"/>
                <a:chExt cx="140" cy="98"/>
              </a:xfrm>
            </p:grpSpPr>
            <p:sp>
              <p:nvSpPr>
                <p:cNvPr id="59543" name="Line 58"/>
                <p:cNvSpPr/>
                <p:nvPr/>
              </p:nvSpPr>
              <p:spPr>
                <a:xfrm flipV="1">
                  <a:off x="2848" y="848"/>
                  <a:ext cx="50" cy="2"/>
                </a:xfrm>
                <a:prstGeom prst="line">
                  <a:avLst/>
                </a:prstGeom>
                <a:ln w="28575" cap="flat" cmpd="sng">
                  <a:solidFill>
                    <a:srgbClr val="000000"/>
                  </a:solidFill>
                  <a:prstDash val="solid"/>
                  <a:headEnd type="none" w="med" len="med"/>
                  <a:tailEnd type="none" w="med" len="med"/>
                </a:ln>
              </p:spPr>
            </p:sp>
            <p:sp>
              <p:nvSpPr>
                <p:cNvPr id="59544" name="Line 59"/>
                <p:cNvSpPr/>
                <p:nvPr/>
              </p:nvSpPr>
              <p:spPr>
                <a:xfrm>
                  <a:off x="2944" y="946"/>
                  <a:ext cx="44" cy="0"/>
                </a:xfrm>
                <a:prstGeom prst="line">
                  <a:avLst/>
                </a:prstGeom>
                <a:ln w="28575" cap="flat" cmpd="sng">
                  <a:solidFill>
                    <a:srgbClr val="000000"/>
                  </a:solidFill>
                  <a:prstDash val="solid"/>
                  <a:headEnd type="none" w="med" len="med"/>
                  <a:tailEnd type="none" w="med" len="med"/>
                </a:ln>
              </p:spPr>
            </p:sp>
            <p:sp>
              <p:nvSpPr>
                <p:cNvPr id="59545" name="Line 60"/>
                <p:cNvSpPr/>
                <p:nvPr/>
              </p:nvSpPr>
              <p:spPr>
                <a:xfrm>
                  <a:off x="2894" y="850"/>
                  <a:ext cx="52" cy="96"/>
                </a:xfrm>
                <a:prstGeom prst="line">
                  <a:avLst/>
                </a:prstGeom>
                <a:ln w="28575" cap="flat" cmpd="sng">
                  <a:solidFill>
                    <a:srgbClr val="000000"/>
                  </a:solidFill>
                  <a:prstDash val="solid"/>
                  <a:headEnd type="none" w="med" len="med"/>
                  <a:tailEnd type="none" w="med" len="med"/>
                </a:ln>
              </p:spPr>
            </p:sp>
          </p:grpSp>
          <p:grpSp>
            <p:nvGrpSpPr>
              <p:cNvPr id="59537" name="Group 61"/>
              <p:cNvGrpSpPr/>
              <p:nvPr/>
            </p:nvGrpSpPr>
            <p:grpSpPr>
              <a:xfrm flipV="1">
                <a:off x="2581" y="2060"/>
                <a:ext cx="236" cy="94"/>
                <a:chOff x="2848" y="848"/>
                <a:chExt cx="140" cy="98"/>
              </a:xfrm>
            </p:grpSpPr>
            <p:sp>
              <p:nvSpPr>
                <p:cNvPr id="59540" name="Line 62"/>
                <p:cNvSpPr/>
                <p:nvPr/>
              </p:nvSpPr>
              <p:spPr>
                <a:xfrm flipV="1">
                  <a:off x="2848" y="848"/>
                  <a:ext cx="50" cy="2"/>
                </a:xfrm>
                <a:prstGeom prst="line">
                  <a:avLst/>
                </a:prstGeom>
                <a:ln w="28575" cap="flat" cmpd="sng">
                  <a:solidFill>
                    <a:srgbClr val="000000"/>
                  </a:solidFill>
                  <a:prstDash val="solid"/>
                  <a:headEnd type="none" w="med" len="med"/>
                  <a:tailEnd type="none" w="med" len="med"/>
                </a:ln>
              </p:spPr>
            </p:sp>
            <p:sp>
              <p:nvSpPr>
                <p:cNvPr id="59541" name="Line 63"/>
                <p:cNvSpPr/>
                <p:nvPr/>
              </p:nvSpPr>
              <p:spPr>
                <a:xfrm>
                  <a:off x="2944" y="946"/>
                  <a:ext cx="44" cy="0"/>
                </a:xfrm>
                <a:prstGeom prst="line">
                  <a:avLst/>
                </a:prstGeom>
                <a:ln w="28575" cap="flat" cmpd="sng">
                  <a:solidFill>
                    <a:srgbClr val="000000"/>
                  </a:solidFill>
                  <a:prstDash val="solid"/>
                  <a:headEnd type="none" w="med" len="med"/>
                  <a:tailEnd type="none" w="med" len="med"/>
                </a:ln>
              </p:spPr>
            </p:sp>
            <p:sp>
              <p:nvSpPr>
                <p:cNvPr id="59542" name="Line 64"/>
                <p:cNvSpPr/>
                <p:nvPr/>
              </p:nvSpPr>
              <p:spPr>
                <a:xfrm>
                  <a:off x="2894" y="850"/>
                  <a:ext cx="52" cy="96"/>
                </a:xfrm>
                <a:prstGeom prst="line">
                  <a:avLst/>
                </a:prstGeom>
                <a:ln w="28575" cap="flat" cmpd="sng">
                  <a:solidFill>
                    <a:srgbClr val="000000"/>
                  </a:solidFill>
                  <a:prstDash val="solid"/>
                  <a:headEnd type="none" w="med" len="med"/>
                  <a:tailEnd type="none" w="med" len="med"/>
                </a:ln>
              </p:spPr>
            </p:sp>
          </p:grpSp>
          <p:sp>
            <p:nvSpPr>
              <p:cNvPr id="59538" name="Line 65"/>
              <p:cNvSpPr/>
              <p:nvPr/>
            </p:nvSpPr>
            <p:spPr>
              <a:xfrm flipH="1">
                <a:off x="2942" y="2109"/>
                <a:ext cx="1" cy="127"/>
              </a:xfrm>
              <a:prstGeom prst="line">
                <a:avLst/>
              </a:prstGeom>
              <a:ln w="12700" cap="flat" cmpd="sng">
                <a:solidFill>
                  <a:srgbClr val="000000"/>
                </a:solidFill>
                <a:prstDash val="solid"/>
                <a:headEnd type="none" w="med" len="med"/>
                <a:tailEnd type="none" w="med" len="med"/>
              </a:ln>
            </p:spPr>
          </p:sp>
          <p:sp>
            <p:nvSpPr>
              <p:cNvPr id="59539" name="Line 66"/>
              <p:cNvSpPr/>
              <p:nvPr/>
            </p:nvSpPr>
            <p:spPr>
              <a:xfrm flipH="1">
                <a:off x="2466" y="2117"/>
                <a:ext cx="1" cy="127"/>
              </a:xfrm>
              <a:prstGeom prst="line">
                <a:avLst/>
              </a:prstGeom>
              <a:ln w="12700" cap="flat" cmpd="sng">
                <a:solidFill>
                  <a:srgbClr val="000000"/>
                </a:solidFill>
                <a:prstDash val="solid"/>
                <a:headEnd type="none" w="med" len="med"/>
                <a:tailEnd type="none" w="med" len="med"/>
              </a:ln>
            </p:spPr>
          </p:sp>
        </p:grpSp>
      </p:grpSp>
      <p:graphicFrame>
        <p:nvGraphicFramePr>
          <p:cNvPr id="59406" name="Object 142"/>
          <p:cNvGraphicFramePr>
            <a:graphicFrameLocks noChangeAspect="1"/>
          </p:cNvGraphicFramePr>
          <p:nvPr/>
        </p:nvGraphicFramePr>
        <p:xfrm>
          <a:off x="1790700" y="2141538"/>
          <a:ext cx="652463" cy="658812"/>
        </p:xfrm>
        <a:graphic>
          <a:graphicData uri="http://schemas.openxmlformats.org/presentationml/2006/ole">
            <mc:AlternateContent xmlns:mc="http://schemas.openxmlformats.org/markup-compatibility/2006">
              <mc:Choice xmlns:v="urn:schemas-microsoft-com:vml" Requires="v">
                <p:oleObj spid="_x0000_s3129" name="" r:id="rId1" imgW="1268095" imgH="1199515" progId="MS_ClipArt_Gallery.2">
                  <p:embed/>
                </p:oleObj>
              </mc:Choice>
              <mc:Fallback>
                <p:oleObj name="" r:id="rId1" imgW="1268095" imgH="1199515" progId="MS_ClipArt_Gallery.2">
                  <p:embed/>
                  <p:pic>
                    <p:nvPicPr>
                      <p:cNvPr id="0" name="图片 3128"/>
                      <p:cNvPicPr/>
                      <p:nvPr/>
                    </p:nvPicPr>
                    <p:blipFill>
                      <a:blip r:embed="rId2"/>
                      <a:stretch>
                        <a:fillRect/>
                      </a:stretch>
                    </p:blipFill>
                    <p:spPr>
                      <a:xfrm>
                        <a:off x="1790700" y="2141538"/>
                        <a:ext cx="652463" cy="658812"/>
                      </a:xfrm>
                      <a:prstGeom prst="rect">
                        <a:avLst/>
                      </a:prstGeom>
                      <a:noFill/>
                      <a:ln w="38100">
                        <a:noFill/>
                        <a:miter/>
                      </a:ln>
                    </p:spPr>
                  </p:pic>
                </p:oleObj>
              </mc:Fallback>
            </mc:AlternateContent>
          </a:graphicData>
        </a:graphic>
      </p:graphicFrame>
      <p:sp>
        <p:nvSpPr>
          <p:cNvPr id="648226" name="AutoShape 34"/>
          <p:cNvSpPr/>
          <p:nvPr/>
        </p:nvSpPr>
        <p:spPr>
          <a:xfrm>
            <a:off x="830263" y="2266950"/>
            <a:ext cx="976312" cy="485775"/>
          </a:xfrm>
          <a:custGeom>
            <a:avLst/>
            <a:gdLst>
              <a:gd name="txL" fmla="*/ 3375 w 21600"/>
              <a:gd name="txT" fmla="*/ 5400 h 21600"/>
              <a:gd name="txR" fmla="*/ 18900 w 21600"/>
              <a:gd name="txB" fmla="*/ 16200 h 21600"/>
            </a:gdLst>
            <a:ahLst/>
            <a:cxnLst>
              <a:cxn ang="17694720">
                <a:pos x="2147483646" y="0"/>
              </a:cxn>
              <a:cxn ang="11796480">
                <a:pos x="0" y="2147483646"/>
              </a:cxn>
              <a:cxn ang="5898240">
                <a:pos x="2147483646" y="2147483646"/>
              </a:cxn>
              <a:cxn ang="0">
                <a:pos x="2147483646" y="2147483646"/>
              </a:cxn>
            </a:cxnLst>
            <a:rect l="txL" t="txT" r="txR" b="txB"/>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rgbClr val="FF0000">
              <a:alpha val="100000"/>
            </a:srgbClr>
          </a:solidFill>
          <a:ln w="9525">
            <a:noFill/>
          </a:ln>
        </p:spPr>
        <p:txBody>
          <a:bodyPr/>
          <a:p>
            <a:endParaRPr lang="zh-CN" altLang="en-US"/>
          </a:p>
        </p:txBody>
      </p:sp>
      <p:grpSp>
        <p:nvGrpSpPr>
          <p:cNvPr id="59408" name="Group 84"/>
          <p:cNvGrpSpPr/>
          <p:nvPr/>
        </p:nvGrpSpPr>
        <p:grpSpPr>
          <a:xfrm>
            <a:off x="2554288" y="3170238"/>
            <a:ext cx="306387" cy="647700"/>
            <a:chOff x="4180" y="783"/>
            <a:chExt cx="150" cy="307"/>
          </a:xfrm>
        </p:grpSpPr>
        <p:sp>
          <p:nvSpPr>
            <p:cNvPr id="59521" name="AutoShape 85"/>
            <p:cNvSpPr/>
            <p:nvPr/>
          </p:nvSpPr>
          <p:spPr>
            <a:xfrm>
              <a:off x="4180" y="1019"/>
              <a:ext cx="150" cy="71"/>
            </a:xfrm>
            <a:prstGeom prst="parallelogram">
              <a:avLst>
                <a:gd name="adj" fmla="val 81386"/>
              </a:avLst>
            </a:prstGeom>
            <a:solidFill>
              <a:srgbClr val="33CCCC"/>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eaLnBrk="1" hangingPunct="1">
                <a:spcBef>
                  <a:spcPct val="0"/>
                </a:spcBef>
                <a:buClrTx/>
                <a:buSzTx/>
                <a:buFontTx/>
                <a:buNone/>
              </a:pPr>
              <a:endParaRPr lang="zh-CN" altLang="zh-CN" sz="1800" dirty="0">
                <a:latin typeface="Arial" panose="020B0604020202020204" pitchFamily="34" charset="0"/>
                <a:ea typeface="宋体" panose="02010600030101010101" pitchFamily="2" charset="-122"/>
              </a:endParaRPr>
            </a:p>
          </p:txBody>
        </p:sp>
        <p:sp>
          <p:nvSpPr>
            <p:cNvPr id="59522" name="Rectangle 86"/>
            <p:cNvSpPr/>
            <p:nvPr/>
          </p:nvSpPr>
          <p:spPr>
            <a:xfrm>
              <a:off x="4256" y="785"/>
              <a:ext cx="69" cy="236"/>
            </a:xfrm>
            <a:prstGeom prst="rect">
              <a:avLst/>
            </a:prstGeom>
            <a:solidFill>
              <a:srgbClr val="33CCCC"/>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eaLnBrk="1" hangingPunct="1">
                <a:spcBef>
                  <a:spcPct val="0"/>
                </a:spcBef>
                <a:buClrTx/>
                <a:buSzTx/>
                <a:buFontTx/>
                <a:buNone/>
              </a:pPr>
              <a:endParaRPr lang="zh-CN" altLang="zh-CN" sz="1800" dirty="0">
                <a:latin typeface="Arial" panose="020B0604020202020204" pitchFamily="34" charset="0"/>
                <a:ea typeface="宋体" panose="02010600030101010101" pitchFamily="2" charset="-122"/>
              </a:endParaRPr>
            </a:p>
          </p:txBody>
        </p:sp>
        <p:sp>
          <p:nvSpPr>
            <p:cNvPr id="59523" name="Rectangle 87"/>
            <p:cNvSpPr/>
            <p:nvPr/>
          </p:nvSpPr>
          <p:spPr>
            <a:xfrm>
              <a:off x="4181" y="852"/>
              <a:ext cx="95" cy="236"/>
            </a:xfrm>
            <a:prstGeom prst="rect">
              <a:avLst/>
            </a:prstGeom>
            <a:solidFill>
              <a:srgbClr val="33CCCC"/>
            </a:solidFill>
            <a:ln w="9525" cap="flat" cmpd="sng">
              <a:solidFill>
                <a:srgbClr val="000000"/>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eaLnBrk="1" hangingPunct="1">
                <a:spcBef>
                  <a:spcPct val="0"/>
                </a:spcBef>
                <a:buClrTx/>
                <a:buSzTx/>
                <a:buFontTx/>
                <a:buNone/>
              </a:pPr>
              <a:endParaRPr lang="zh-CN" altLang="zh-CN" sz="1800" dirty="0">
                <a:latin typeface="Arial" panose="020B0604020202020204" pitchFamily="34" charset="0"/>
                <a:ea typeface="宋体" panose="02010600030101010101" pitchFamily="2" charset="-122"/>
              </a:endParaRPr>
            </a:p>
          </p:txBody>
        </p:sp>
        <p:sp>
          <p:nvSpPr>
            <p:cNvPr id="59524" name="AutoShape 88"/>
            <p:cNvSpPr/>
            <p:nvPr/>
          </p:nvSpPr>
          <p:spPr>
            <a:xfrm>
              <a:off x="4180" y="783"/>
              <a:ext cx="150" cy="71"/>
            </a:xfrm>
            <a:prstGeom prst="parallelogram">
              <a:avLst>
                <a:gd name="adj" fmla="val 81386"/>
              </a:avLst>
            </a:prstGeom>
            <a:solidFill>
              <a:srgbClr val="33CCCC"/>
            </a:solidFill>
            <a:ln w="9525" cap="flat" cmpd="sng">
              <a:solidFill>
                <a:srgbClr val="000000"/>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eaLnBrk="1" hangingPunct="1">
                <a:spcBef>
                  <a:spcPct val="0"/>
                </a:spcBef>
                <a:buClrTx/>
                <a:buSzTx/>
                <a:buFontTx/>
                <a:buNone/>
              </a:pPr>
              <a:endParaRPr lang="zh-CN" altLang="zh-CN" sz="1800" dirty="0">
                <a:latin typeface="Arial" panose="020B0604020202020204" pitchFamily="34" charset="0"/>
                <a:ea typeface="宋体" panose="02010600030101010101" pitchFamily="2" charset="-122"/>
              </a:endParaRPr>
            </a:p>
          </p:txBody>
        </p:sp>
        <p:sp>
          <p:nvSpPr>
            <p:cNvPr id="59525" name="Line 89"/>
            <p:cNvSpPr/>
            <p:nvPr/>
          </p:nvSpPr>
          <p:spPr>
            <a:xfrm>
              <a:off x="4330" y="788"/>
              <a:ext cx="0" cy="231"/>
            </a:xfrm>
            <a:prstGeom prst="line">
              <a:avLst/>
            </a:prstGeom>
            <a:ln w="9525" cap="flat" cmpd="sng">
              <a:solidFill>
                <a:srgbClr val="000000"/>
              </a:solidFill>
              <a:prstDash val="solid"/>
              <a:headEnd type="none" w="med" len="med"/>
              <a:tailEnd type="none" w="med" len="med"/>
            </a:ln>
          </p:spPr>
        </p:sp>
        <p:sp>
          <p:nvSpPr>
            <p:cNvPr id="59526" name="Line 90"/>
            <p:cNvSpPr/>
            <p:nvPr/>
          </p:nvSpPr>
          <p:spPr>
            <a:xfrm flipH="1">
              <a:off x="4276" y="1019"/>
              <a:ext cx="54" cy="69"/>
            </a:xfrm>
            <a:prstGeom prst="line">
              <a:avLst/>
            </a:prstGeom>
            <a:ln w="9525" cap="flat" cmpd="sng">
              <a:solidFill>
                <a:srgbClr val="000000"/>
              </a:solidFill>
              <a:prstDash val="solid"/>
              <a:headEnd type="none" w="med" len="med"/>
              <a:tailEnd type="none" w="med" len="med"/>
            </a:ln>
          </p:spPr>
        </p:sp>
        <p:sp>
          <p:nvSpPr>
            <p:cNvPr id="59527" name="Rectangle 91"/>
            <p:cNvSpPr/>
            <p:nvPr/>
          </p:nvSpPr>
          <p:spPr>
            <a:xfrm>
              <a:off x="4193" y="883"/>
              <a:ext cx="63" cy="136"/>
            </a:xfrm>
            <a:prstGeom prst="rect">
              <a:avLst/>
            </a:prstGeom>
            <a:solidFill>
              <a:srgbClr val="333399"/>
            </a:solidFill>
            <a:ln w="9525" cap="flat" cmpd="sng">
              <a:solidFill>
                <a:srgbClr val="000000"/>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eaLnBrk="1" hangingPunct="1">
                <a:spcBef>
                  <a:spcPct val="0"/>
                </a:spcBef>
                <a:buClrTx/>
                <a:buSzTx/>
                <a:buFontTx/>
                <a:buNone/>
              </a:pPr>
              <a:endParaRPr lang="zh-CN" altLang="zh-CN" sz="1800" dirty="0">
                <a:latin typeface="Arial" panose="020B0604020202020204" pitchFamily="34" charset="0"/>
                <a:ea typeface="宋体" panose="02010600030101010101" pitchFamily="2" charset="-122"/>
              </a:endParaRPr>
            </a:p>
          </p:txBody>
        </p:sp>
        <p:sp>
          <p:nvSpPr>
            <p:cNvPr id="59528" name="Rectangle 92"/>
            <p:cNvSpPr/>
            <p:nvPr/>
          </p:nvSpPr>
          <p:spPr>
            <a:xfrm>
              <a:off x="4202" y="924"/>
              <a:ext cx="48" cy="48"/>
            </a:xfrm>
            <a:prstGeom prst="rect">
              <a:avLst/>
            </a:prstGeom>
            <a:solidFill>
              <a:srgbClr val="FFFFFF"/>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eaLnBrk="1" hangingPunct="1">
                <a:spcBef>
                  <a:spcPct val="0"/>
                </a:spcBef>
                <a:buClrTx/>
                <a:buSzTx/>
                <a:buFontTx/>
                <a:buNone/>
              </a:pPr>
              <a:endParaRPr lang="zh-CN" altLang="zh-CN" sz="1800" dirty="0">
                <a:latin typeface="Arial" panose="020B0604020202020204" pitchFamily="34" charset="0"/>
                <a:ea typeface="宋体" panose="02010600030101010101" pitchFamily="2" charset="-122"/>
              </a:endParaRPr>
            </a:p>
          </p:txBody>
        </p:sp>
      </p:grpSp>
      <p:sp>
        <p:nvSpPr>
          <p:cNvPr id="59409" name="Text Box 44"/>
          <p:cNvSpPr txBox="1"/>
          <p:nvPr/>
        </p:nvSpPr>
        <p:spPr>
          <a:xfrm>
            <a:off x="2562225" y="3816350"/>
            <a:ext cx="1477963" cy="6413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i="1" dirty="0">
                <a:ea typeface="宋体" panose="02010600030101010101" pitchFamily="2" charset="-122"/>
              </a:rPr>
              <a:t>router</a:t>
            </a:r>
            <a:endParaRPr lang="en-US" altLang="zh-CN" sz="1800" i="1" dirty="0">
              <a:ea typeface="宋体" panose="02010600030101010101" pitchFamily="2" charset="-122"/>
            </a:endParaRPr>
          </a:p>
          <a:p>
            <a:pPr marL="0" lvl="0" indent="0">
              <a:spcBef>
                <a:spcPct val="0"/>
              </a:spcBef>
              <a:buClrTx/>
              <a:buSzTx/>
              <a:buFontTx/>
              <a:buNone/>
            </a:pPr>
            <a:r>
              <a:rPr lang="en-US" altLang="zh-CN" sz="1800" i="1" dirty="0">
                <a:ea typeface="宋体" panose="02010600030101010101" pitchFamily="2" charset="-122"/>
              </a:rPr>
              <a:t>(runs DHCP)</a:t>
            </a:r>
            <a:endParaRPr lang="en-US" altLang="zh-CN" sz="1800" i="1" dirty="0">
              <a:ea typeface="宋体" panose="02010600030101010101" pitchFamily="2" charset="-122"/>
            </a:endParaRPr>
          </a:p>
        </p:txBody>
      </p:sp>
      <p:grpSp>
        <p:nvGrpSpPr>
          <p:cNvPr id="648237" name="Group 45"/>
          <p:cNvGrpSpPr/>
          <p:nvPr/>
        </p:nvGrpSpPr>
        <p:grpSpPr>
          <a:xfrm>
            <a:off x="1195388" y="1081088"/>
            <a:ext cx="976312" cy="1460500"/>
            <a:chOff x="651" y="681"/>
            <a:chExt cx="615" cy="920"/>
          </a:xfrm>
        </p:grpSpPr>
        <p:sp>
          <p:nvSpPr>
            <p:cNvPr id="59513" name="Freeform 46"/>
            <p:cNvSpPr/>
            <p:nvPr/>
          </p:nvSpPr>
          <p:spPr>
            <a:xfrm>
              <a:off x="662" y="698"/>
              <a:ext cx="604" cy="903"/>
            </a:xfrm>
            <a:custGeom>
              <a:avLst/>
              <a:gdLst/>
              <a:ahLst/>
              <a:cxnLst>
                <a:cxn ang="0">
                  <a:pos x="496" y="0"/>
                </a:cxn>
                <a:cxn ang="0">
                  <a:pos x="604" y="903"/>
                </a:cxn>
                <a:cxn ang="0">
                  <a:pos x="0" y="788"/>
                </a:cxn>
                <a:cxn ang="0">
                  <a:pos x="456" y="750"/>
                </a:cxn>
                <a:cxn ang="0">
                  <a:pos x="496" y="0"/>
                </a:cxn>
              </a:cxnLst>
              <a:pathLst>
                <a:path w="604" h="903">
                  <a:moveTo>
                    <a:pt x="496" y="0"/>
                  </a:moveTo>
                  <a:lnTo>
                    <a:pt x="604" y="903"/>
                  </a:lnTo>
                  <a:lnTo>
                    <a:pt x="0" y="788"/>
                  </a:lnTo>
                  <a:lnTo>
                    <a:pt x="456" y="750"/>
                  </a:lnTo>
                  <a:lnTo>
                    <a:pt x="496" y="0"/>
                  </a:lnTo>
                  <a:close/>
                </a:path>
              </a:pathLst>
            </a:custGeom>
            <a:gradFill rotWithShape="1">
              <a:gsLst>
                <a:gs pos="0">
                  <a:schemeClr val="bg1">
                    <a:alpha val="100000"/>
                  </a:schemeClr>
                </a:gs>
                <a:gs pos="100000">
                  <a:srgbClr val="FF0000">
                    <a:alpha val="100000"/>
                  </a:srgbClr>
                </a:gs>
              </a:gsLst>
              <a:lin ang="2700000" scaled="1"/>
              <a:tileRect/>
            </a:gradFill>
            <a:ln w="9525">
              <a:noFill/>
            </a:ln>
          </p:spPr>
          <p:txBody>
            <a:bodyPr/>
            <a:p>
              <a:endParaRPr lang="zh-CN" altLang="en-US"/>
            </a:p>
          </p:txBody>
        </p:sp>
        <p:grpSp>
          <p:nvGrpSpPr>
            <p:cNvPr id="59514" name="Group 47"/>
            <p:cNvGrpSpPr/>
            <p:nvPr/>
          </p:nvGrpSpPr>
          <p:grpSpPr>
            <a:xfrm>
              <a:off x="651" y="681"/>
              <a:ext cx="501" cy="828"/>
              <a:chOff x="569" y="2954"/>
              <a:chExt cx="501" cy="828"/>
            </a:xfrm>
          </p:grpSpPr>
          <p:sp>
            <p:nvSpPr>
              <p:cNvPr id="59515" name="Rectangle 48"/>
              <p:cNvSpPr/>
              <p:nvPr/>
            </p:nvSpPr>
            <p:spPr>
              <a:xfrm>
                <a:off x="576" y="2973"/>
                <a:ext cx="493" cy="790"/>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59516" name="Text Box 49"/>
              <p:cNvSpPr txBox="1"/>
              <p:nvPr/>
            </p:nvSpPr>
            <p:spPr>
              <a:xfrm>
                <a:off x="593" y="2954"/>
                <a:ext cx="477" cy="82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600" dirty="0">
                    <a:latin typeface="Arial" panose="020B0604020202020204" pitchFamily="34" charset="0"/>
                    <a:ea typeface="宋体" panose="02010600030101010101" pitchFamily="2" charset="-122"/>
                  </a:rPr>
                  <a:t>DHCP</a:t>
                </a:r>
                <a:endParaRPr lang="en-US" altLang="zh-CN" sz="1600" dirty="0">
                  <a:latin typeface="Arial" panose="020B0604020202020204" pitchFamily="34" charset="0"/>
                  <a:ea typeface="宋体" panose="02010600030101010101" pitchFamily="2" charset="-122"/>
                </a:endParaRPr>
              </a:p>
              <a:p>
                <a:pPr marL="0" lvl="0" indent="0" algn="ctr">
                  <a:spcBef>
                    <a:spcPct val="0"/>
                  </a:spcBef>
                  <a:buClrTx/>
                  <a:buSzTx/>
                  <a:buFontTx/>
                  <a:buNone/>
                </a:pPr>
                <a:r>
                  <a:rPr lang="en-US" altLang="zh-CN" sz="1600" dirty="0">
                    <a:latin typeface="Arial" panose="020B0604020202020204" pitchFamily="34" charset="0"/>
                    <a:ea typeface="宋体" panose="02010600030101010101" pitchFamily="2" charset="-122"/>
                  </a:rPr>
                  <a:t>UDP</a:t>
                </a:r>
                <a:endParaRPr lang="en-US" altLang="zh-CN" sz="1600" dirty="0">
                  <a:latin typeface="Arial" panose="020B0604020202020204" pitchFamily="34" charset="0"/>
                  <a:ea typeface="宋体" panose="02010600030101010101" pitchFamily="2" charset="-122"/>
                </a:endParaRPr>
              </a:p>
              <a:p>
                <a:pPr marL="0" lvl="0" indent="0" algn="ctr">
                  <a:spcBef>
                    <a:spcPct val="0"/>
                  </a:spcBef>
                  <a:buClrTx/>
                  <a:buSzTx/>
                  <a:buFontTx/>
                  <a:buNone/>
                </a:pPr>
                <a:r>
                  <a:rPr lang="en-US" altLang="zh-CN" sz="1600" dirty="0">
                    <a:latin typeface="Arial" panose="020B0604020202020204" pitchFamily="34" charset="0"/>
                    <a:ea typeface="宋体" panose="02010600030101010101" pitchFamily="2" charset="-122"/>
                  </a:rPr>
                  <a:t>IP</a:t>
                </a:r>
                <a:endParaRPr lang="en-US" altLang="zh-CN" sz="1600" dirty="0">
                  <a:latin typeface="Arial" panose="020B0604020202020204" pitchFamily="34" charset="0"/>
                  <a:ea typeface="宋体" panose="02010600030101010101" pitchFamily="2" charset="-122"/>
                </a:endParaRPr>
              </a:p>
              <a:p>
                <a:pPr marL="0" lvl="0" indent="0" algn="ctr">
                  <a:spcBef>
                    <a:spcPct val="0"/>
                  </a:spcBef>
                  <a:buClrTx/>
                  <a:buSzTx/>
                  <a:buFontTx/>
                  <a:buNone/>
                </a:pPr>
                <a:r>
                  <a:rPr lang="en-US" altLang="zh-CN" sz="1600" dirty="0">
                    <a:latin typeface="Arial" panose="020B0604020202020204" pitchFamily="34" charset="0"/>
                    <a:ea typeface="宋体" panose="02010600030101010101" pitchFamily="2" charset="-122"/>
                  </a:rPr>
                  <a:t>Eth</a:t>
                </a:r>
                <a:endParaRPr lang="en-US" altLang="zh-CN" sz="1600" dirty="0">
                  <a:latin typeface="Arial" panose="020B0604020202020204" pitchFamily="34" charset="0"/>
                  <a:ea typeface="宋体" panose="02010600030101010101" pitchFamily="2" charset="-122"/>
                </a:endParaRPr>
              </a:p>
              <a:p>
                <a:pPr marL="0" lvl="0" indent="0" algn="ctr">
                  <a:spcBef>
                    <a:spcPct val="0"/>
                  </a:spcBef>
                  <a:buClrTx/>
                  <a:buSzTx/>
                  <a:buFontTx/>
                  <a:buNone/>
                </a:pPr>
                <a:r>
                  <a:rPr lang="en-US" altLang="zh-CN" sz="1600" dirty="0">
                    <a:latin typeface="Arial" panose="020B0604020202020204" pitchFamily="34" charset="0"/>
                    <a:ea typeface="宋体" panose="02010600030101010101" pitchFamily="2" charset="-122"/>
                  </a:rPr>
                  <a:t>Phy</a:t>
                </a:r>
                <a:endParaRPr lang="en-US" altLang="zh-CN" sz="1600" dirty="0">
                  <a:latin typeface="Arial" panose="020B0604020202020204" pitchFamily="34" charset="0"/>
                  <a:ea typeface="宋体" panose="02010600030101010101" pitchFamily="2" charset="-122"/>
                </a:endParaRPr>
              </a:p>
            </p:txBody>
          </p:sp>
          <p:sp>
            <p:nvSpPr>
              <p:cNvPr id="59517" name="Line 50"/>
              <p:cNvSpPr/>
              <p:nvPr/>
            </p:nvSpPr>
            <p:spPr>
              <a:xfrm>
                <a:off x="578" y="3130"/>
                <a:ext cx="489" cy="0"/>
              </a:xfrm>
              <a:prstGeom prst="line">
                <a:avLst/>
              </a:prstGeom>
              <a:ln w="9525" cap="flat" cmpd="sng">
                <a:solidFill>
                  <a:schemeClr val="tx1"/>
                </a:solidFill>
                <a:prstDash val="solid"/>
                <a:headEnd type="none" w="med" len="med"/>
                <a:tailEnd type="none" w="med" len="med"/>
              </a:ln>
            </p:spPr>
          </p:sp>
          <p:sp>
            <p:nvSpPr>
              <p:cNvPr id="59518" name="Line 51"/>
              <p:cNvSpPr/>
              <p:nvPr/>
            </p:nvSpPr>
            <p:spPr>
              <a:xfrm>
                <a:off x="575" y="3289"/>
                <a:ext cx="489" cy="0"/>
              </a:xfrm>
              <a:prstGeom prst="line">
                <a:avLst/>
              </a:prstGeom>
              <a:ln w="9525" cap="flat" cmpd="sng">
                <a:solidFill>
                  <a:schemeClr val="tx1"/>
                </a:solidFill>
                <a:prstDash val="solid"/>
                <a:headEnd type="none" w="med" len="med"/>
                <a:tailEnd type="none" w="med" len="med"/>
              </a:ln>
            </p:spPr>
          </p:sp>
          <p:sp>
            <p:nvSpPr>
              <p:cNvPr id="59519" name="Line 52"/>
              <p:cNvSpPr/>
              <p:nvPr/>
            </p:nvSpPr>
            <p:spPr>
              <a:xfrm>
                <a:off x="572" y="3448"/>
                <a:ext cx="489" cy="0"/>
              </a:xfrm>
              <a:prstGeom prst="line">
                <a:avLst/>
              </a:prstGeom>
              <a:ln w="9525" cap="flat" cmpd="sng">
                <a:solidFill>
                  <a:schemeClr val="tx1"/>
                </a:solidFill>
                <a:prstDash val="solid"/>
                <a:headEnd type="none" w="med" len="med"/>
                <a:tailEnd type="none" w="med" len="med"/>
              </a:ln>
            </p:spPr>
          </p:sp>
          <p:sp>
            <p:nvSpPr>
              <p:cNvPr id="59520" name="Line 53"/>
              <p:cNvSpPr/>
              <p:nvPr/>
            </p:nvSpPr>
            <p:spPr>
              <a:xfrm>
                <a:off x="569" y="3607"/>
                <a:ext cx="489" cy="0"/>
              </a:xfrm>
              <a:prstGeom prst="line">
                <a:avLst/>
              </a:prstGeom>
              <a:ln w="9525" cap="flat" cmpd="sng">
                <a:solidFill>
                  <a:schemeClr val="tx1"/>
                </a:solidFill>
                <a:prstDash val="solid"/>
                <a:headEnd type="none" w="med" len="med"/>
                <a:tailEnd type="none" w="med" len="med"/>
              </a:ln>
            </p:spPr>
          </p:sp>
        </p:grpSp>
      </p:grpSp>
      <p:grpSp>
        <p:nvGrpSpPr>
          <p:cNvPr id="648246" name="Group 54"/>
          <p:cNvGrpSpPr/>
          <p:nvPr/>
        </p:nvGrpSpPr>
        <p:grpSpPr>
          <a:xfrm>
            <a:off x="520700" y="1162050"/>
            <a:ext cx="544513" cy="244475"/>
            <a:chOff x="844" y="3337"/>
            <a:chExt cx="343" cy="154"/>
          </a:xfrm>
        </p:grpSpPr>
        <p:sp>
          <p:nvSpPr>
            <p:cNvPr id="59511" name="Rectangle 55"/>
            <p:cNvSpPr/>
            <p:nvPr/>
          </p:nvSpPr>
          <p:spPr>
            <a:xfrm>
              <a:off x="889" y="3370"/>
              <a:ext cx="245" cy="86"/>
            </a:xfrm>
            <a:prstGeom prst="rect">
              <a:avLst/>
            </a:prstGeom>
            <a:solidFill>
              <a:srgbClr val="FF0000"/>
            </a:solidFill>
            <a:ln w="9525" cap="flat" cmpd="sng">
              <a:solidFill>
                <a:schemeClr val="bg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59512" name="Text Box 56"/>
            <p:cNvSpPr txBox="1"/>
            <p:nvPr/>
          </p:nvSpPr>
          <p:spPr>
            <a:xfrm>
              <a:off x="844" y="3337"/>
              <a:ext cx="343" cy="15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000" dirty="0">
                  <a:solidFill>
                    <a:schemeClr val="bg1"/>
                  </a:solidFill>
                  <a:latin typeface="Arial" panose="020B0604020202020204" pitchFamily="34" charset="0"/>
                  <a:ea typeface="宋体" panose="02010600030101010101" pitchFamily="2" charset="-122"/>
                </a:rPr>
                <a:t>DHCP</a:t>
              </a:r>
              <a:endParaRPr lang="en-US" altLang="zh-CN" sz="1000" dirty="0">
                <a:solidFill>
                  <a:schemeClr val="bg1"/>
                </a:solidFill>
                <a:latin typeface="Arial" panose="020B0604020202020204" pitchFamily="34" charset="0"/>
                <a:ea typeface="宋体" panose="02010600030101010101" pitchFamily="2" charset="-122"/>
              </a:endParaRPr>
            </a:p>
          </p:txBody>
        </p:sp>
      </p:grpSp>
      <p:grpSp>
        <p:nvGrpSpPr>
          <p:cNvPr id="648249" name="Group 57"/>
          <p:cNvGrpSpPr/>
          <p:nvPr/>
        </p:nvGrpSpPr>
        <p:grpSpPr>
          <a:xfrm>
            <a:off x="66675" y="1181100"/>
            <a:ext cx="1081088" cy="1166813"/>
            <a:chOff x="42" y="744"/>
            <a:chExt cx="681" cy="735"/>
          </a:xfrm>
        </p:grpSpPr>
        <p:grpSp>
          <p:nvGrpSpPr>
            <p:cNvPr id="59479" name="Group 58"/>
            <p:cNvGrpSpPr/>
            <p:nvPr/>
          </p:nvGrpSpPr>
          <p:grpSpPr>
            <a:xfrm>
              <a:off x="42" y="886"/>
              <a:ext cx="681" cy="468"/>
              <a:chOff x="42" y="886"/>
              <a:chExt cx="681" cy="468"/>
            </a:xfrm>
          </p:grpSpPr>
          <p:grpSp>
            <p:nvGrpSpPr>
              <p:cNvPr id="59481" name="Group 59"/>
              <p:cNvGrpSpPr/>
              <p:nvPr/>
            </p:nvGrpSpPr>
            <p:grpSpPr>
              <a:xfrm>
                <a:off x="278" y="886"/>
                <a:ext cx="397" cy="154"/>
                <a:chOff x="740" y="3209"/>
                <a:chExt cx="397" cy="154"/>
              </a:xfrm>
            </p:grpSpPr>
            <p:grpSp>
              <p:nvGrpSpPr>
                <p:cNvPr id="59506" name="Group 60"/>
                <p:cNvGrpSpPr/>
                <p:nvPr/>
              </p:nvGrpSpPr>
              <p:grpSpPr>
                <a:xfrm>
                  <a:off x="794" y="3209"/>
                  <a:ext cx="343" cy="154"/>
                  <a:chOff x="844" y="3337"/>
                  <a:chExt cx="343" cy="154"/>
                </a:xfrm>
              </p:grpSpPr>
              <p:sp>
                <p:nvSpPr>
                  <p:cNvPr id="59509" name="Rectangle 61"/>
                  <p:cNvSpPr/>
                  <p:nvPr/>
                </p:nvSpPr>
                <p:spPr>
                  <a:xfrm>
                    <a:off x="889" y="3370"/>
                    <a:ext cx="245" cy="86"/>
                  </a:xfrm>
                  <a:prstGeom prst="rect">
                    <a:avLst/>
                  </a:prstGeom>
                  <a:solidFill>
                    <a:srgbClr val="FF0000"/>
                  </a:solidFill>
                  <a:ln w="9525" cap="flat" cmpd="sng">
                    <a:solidFill>
                      <a:schemeClr val="bg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59510" name="Text Box 62"/>
                  <p:cNvSpPr txBox="1"/>
                  <p:nvPr/>
                </p:nvSpPr>
                <p:spPr>
                  <a:xfrm>
                    <a:off x="844" y="3337"/>
                    <a:ext cx="343" cy="15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000" dirty="0">
                        <a:solidFill>
                          <a:schemeClr val="bg1"/>
                        </a:solidFill>
                        <a:latin typeface="Arial" panose="020B0604020202020204" pitchFamily="34" charset="0"/>
                        <a:ea typeface="宋体" panose="02010600030101010101" pitchFamily="2" charset="-122"/>
                      </a:rPr>
                      <a:t>DHCP</a:t>
                    </a:r>
                    <a:endParaRPr lang="en-US" altLang="zh-CN" sz="1000" dirty="0">
                      <a:solidFill>
                        <a:schemeClr val="bg1"/>
                      </a:solidFill>
                      <a:latin typeface="Arial" panose="020B0604020202020204" pitchFamily="34" charset="0"/>
                      <a:ea typeface="宋体" panose="02010600030101010101" pitchFamily="2" charset="-122"/>
                    </a:endParaRPr>
                  </a:p>
                </p:txBody>
              </p:sp>
            </p:grpSp>
            <p:sp>
              <p:nvSpPr>
                <p:cNvPr id="59507" name="Rectangle 63"/>
                <p:cNvSpPr/>
                <p:nvPr/>
              </p:nvSpPr>
              <p:spPr>
                <a:xfrm>
                  <a:off x="750" y="3244"/>
                  <a:ext cx="88" cy="82"/>
                </a:xfrm>
                <a:prstGeom prst="rect">
                  <a:avLst/>
                </a:prstGeom>
                <a:solidFill>
                  <a:schemeClr val="accent1"/>
                </a:solidFill>
                <a:ln w="9525" cap="flat" cmpd="sng">
                  <a:solidFill>
                    <a:schemeClr val="bg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59508" name="Rectangle 64"/>
                <p:cNvSpPr/>
                <p:nvPr/>
              </p:nvSpPr>
              <p:spPr>
                <a:xfrm>
                  <a:off x="740" y="3238"/>
                  <a:ext cx="354" cy="94"/>
                </a:xfrm>
                <a:prstGeom prst="rect">
                  <a:avLst/>
                </a:prstGeom>
                <a:noFill/>
                <a:ln w="9525" cap="flat" cmpd="sng">
                  <a:solidFill>
                    <a:schemeClr val="accent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grpSp>
            <p:nvGrpSpPr>
              <p:cNvPr id="59482" name="Group 65"/>
              <p:cNvGrpSpPr/>
              <p:nvPr/>
            </p:nvGrpSpPr>
            <p:grpSpPr>
              <a:xfrm>
                <a:off x="278" y="1034"/>
                <a:ext cx="397" cy="154"/>
                <a:chOff x="836" y="3305"/>
                <a:chExt cx="397" cy="154"/>
              </a:xfrm>
            </p:grpSpPr>
            <p:grpSp>
              <p:nvGrpSpPr>
                <p:cNvPr id="59500" name="Group 66"/>
                <p:cNvGrpSpPr/>
                <p:nvPr/>
              </p:nvGrpSpPr>
              <p:grpSpPr>
                <a:xfrm>
                  <a:off x="890" y="3305"/>
                  <a:ext cx="343" cy="154"/>
                  <a:chOff x="844" y="3337"/>
                  <a:chExt cx="343" cy="154"/>
                </a:xfrm>
              </p:grpSpPr>
              <p:sp>
                <p:nvSpPr>
                  <p:cNvPr id="59504" name="Rectangle 67"/>
                  <p:cNvSpPr/>
                  <p:nvPr/>
                </p:nvSpPr>
                <p:spPr>
                  <a:xfrm>
                    <a:off x="889" y="3370"/>
                    <a:ext cx="245" cy="86"/>
                  </a:xfrm>
                  <a:prstGeom prst="rect">
                    <a:avLst/>
                  </a:prstGeom>
                  <a:solidFill>
                    <a:srgbClr val="FF0000"/>
                  </a:solidFill>
                  <a:ln w="9525" cap="flat" cmpd="sng">
                    <a:solidFill>
                      <a:schemeClr val="bg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59505" name="Text Box 68"/>
                  <p:cNvSpPr txBox="1"/>
                  <p:nvPr/>
                </p:nvSpPr>
                <p:spPr>
                  <a:xfrm>
                    <a:off x="844" y="3337"/>
                    <a:ext cx="343" cy="15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000" dirty="0">
                        <a:solidFill>
                          <a:schemeClr val="bg1"/>
                        </a:solidFill>
                        <a:latin typeface="Arial" panose="020B0604020202020204" pitchFamily="34" charset="0"/>
                        <a:ea typeface="宋体" panose="02010600030101010101" pitchFamily="2" charset="-122"/>
                      </a:rPr>
                      <a:t>DHCP</a:t>
                    </a:r>
                    <a:endParaRPr lang="en-US" altLang="zh-CN" sz="1000" dirty="0">
                      <a:solidFill>
                        <a:schemeClr val="bg1"/>
                      </a:solidFill>
                      <a:latin typeface="Arial" panose="020B0604020202020204" pitchFamily="34" charset="0"/>
                      <a:ea typeface="宋体" panose="02010600030101010101" pitchFamily="2" charset="-122"/>
                    </a:endParaRPr>
                  </a:p>
                </p:txBody>
              </p:sp>
            </p:grpSp>
            <p:grpSp>
              <p:nvGrpSpPr>
                <p:cNvPr id="59501" name="Group 69"/>
                <p:cNvGrpSpPr/>
                <p:nvPr/>
              </p:nvGrpSpPr>
              <p:grpSpPr>
                <a:xfrm>
                  <a:off x="836" y="3334"/>
                  <a:ext cx="354" cy="94"/>
                  <a:chOff x="836" y="3334"/>
                  <a:chExt cx="354" cy="94"/>
                </a:xfrm>
              </p:grpSpPr>
              <p:sp>
                <p:nvSpPr>
                  <p:cNvPr id="59502" name="Rectangle 70"/>
                  <p:cNvSpPr/>
                  <p:nvPr/>
                </p:nvSpPr>
                <p:spPr>
                  <a:xfrm>
                    <a:off x="846" y="3340"/>
                    <a:ext cx="88" cy="82"/>
                  </a:xfrm>
                  <a:prstGeom prst="rect">
                    <a:avLst/>
                  </a:prstGeom>
                  <a:solidFill>
                    <a:schemeClr val="accent1"/>
                  </a:solidFill>
                  <a:ln w="9525" cap="flat" cmpd="sng">
                    <a:solidFill>
                      <a:schemeClr val="bg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59503" name="Rectangle 71"/>
                  <p:cNvSpPr/>
                  <p:nvPr/>
                </p:nvSpPr>
                <p:spPr>
                  <a:xfrm>
                    <a:off x="836" y="3334"/>
                    <a:ext cx="354" cy="94"/>
                  </a:xfrm>
                  <a:prstGeom prst="rect">
                    <a:avLst/>
                  </a:prstGeom>
                  <a:noFill/>
                  <a:ln w="9525" cap="flat" cmpd="sng">
                    <a:solidFill>
                      <a:schemeClr val="accent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grpSp>
          <p:grpSp>
            <p:nvGrpSpPr>
              <p:cNvPr id="59483" name="Group 72"/>
              <p:cNvGrpSpPr/>
              <p:nvPr/>
            </p:nvGrpSpPr>
            <p:grpSpPr>
              <a:xfrm>
                <a:off x="165" y="1054"/>
                <a:ext cx="480" cy="112"/>
                <a:chOff x="627" y="3377"/>
                <a:chExt cx="480" cy="112"/>
              </a:xfrm>
            </p:grpSpPr>
            <p:sp>
              <p:nvSpPr>
                <p:cNvPr id="59498" name="Rectangle 73"/>
                <p:cNvSpPr/>
                <p:nvPr/>
              </p:nvSpPr>
              <p:spPr>
                <a:xfrm>
                  <a:off x="636" y="3388"/>
                  <a:ext cx="96" cy="93"/>
                </a:xfrm>
                <a:prstGeom prst="rect">
                  <a:avLst/>
                </a:prstGeom>
                <a:solidFill>
                  <a:schemeClr val="accent2"/>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59499" name="Rectangle 74"/>
                <p:cNvSpPr/>
                <p:nvPr/>
              </p:nvSpPr>
              <p:spPr>
                <a:xfrm>
                  <a:off x="627" y="3377"/>
                  <a:ext cx="480" cy="112"/>
                </a:xfrm>
                <a:prstGeom prst="rect">
                  <a:avLst/>
                </a:prstGeom>
                <a:noFill/>
                <a:ln w="9525" cap="flat" cmpd="sng">
                  <a:solidFill>
                    <a:schemeClr val="accent2"/>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grpSp>
            <p:nvGrpSpPr>
              <p:cNvPr id="59484" name="Group 75"/>
              <p:cNvGrpSpPr/>
              <p:nvPr/>
            </p:nvGrpSpPr>
            <p:grpSpPr>
              <a:xfrm>
                <a:off x="42" y="1200"/>
                <a:ext cx="681" cy="154"/>
                <a:chOff x="504" y="3523"/>
                <a:chExt cx="681" cy="154"/>
              </a:xfrm>
            </p:grpSpPr>
            <p:grpSp>
              <p:nvGrpSpPr>
                <p:cNvPr id="59485" name="Group 76"/>
                <p:cNvGrpSpPr/>
                <p:nvPr/>
              </p:nvGrpSpPr>
              <p:grpSpPr>
                <a:xfrm>
                  <a:off x="623" y="3523"/>
                  <a:ext cx="510" cy="154"/>
                  <a:chOff x="723" y="3453"/>
                  <a:chExt cx="510" cy="154"/>
                </a:xfrm>
              </p:grpSpPr>
              <p:grpSp>
                <p:nvGrpSpPr>
                  <p:cNvPr id="59489" name="Group 77"/>
                  <p:cNvGrpSpPr/>
                  <p:nvPr/>
                </p:nvGrpSpPr>
                <p:grpSpPr>
                  <a:xfrm>
                    <a:off x="836" y="3453"/>
                    <a:ext cx="397" cy="154"/>
                    <a:chOff x="836" y="3305"/>
                    <a:chExt cx="397" cy="154"/>
                  </a:xfrm>
                </p:grpSpPr>
                <p:grpSp>
                  <p:nvGrpSpPr>
                    <p:cNvPr id="59492" name="Group 78"/>
                    <p:cNvGrpSpPr/>
                    <p:nvPr/>
                  </p:nvGrpSpPr>
                  <p:grpSpPr>
                    <a:xfrm>
                      <a:off x="890" y="3305"/>
                      <a:ext cx="343" cy="154"/>
                      <a:chOff x="844" y="3337"/>
                      <a:chExt cx="343" cy="154"/>
                    </a:xfrm>
                  </p:grpSpPr>
                  <p:sp>
                    <p:nvSpPr>
                      <p:cNvPr id="59496" name="Rectangle 79"/>
                      <p:cNvSpPr/>
                      <p:nvPr/>
                    </p:nvSpPr>
                    <p:spPr>
                      <a:xfrm>
                        <a:off x="889" y="3370"/>
                        <a:ext cx="245" cy="86"/>
                      </a:xfrm>
                      <a:prstGeom prst="rect">
                        <a:avLst/>
                      </a:prstGeom>
                      <a:solidFill>
                        <a:srgbClr val="FF0000"/>
                      </a:solidFill>
                      <a:ln w="9525" cap="flat" cmpd="sng">
                        <a:solidFill>
                          <a:schemeClr val="bg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59497" name="Text Box 80"/>
                      <p:cNvSpPr txBox="1"/>
                      <p:nvPr/>
                    </p:nvSpPr>
                    <p:spPr>
                      <a:xfrm>
                        <a:off x="844" y="3337"/>
                        <a:ext cx="343" cy="15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000" dirty="0">
                            <a:solidFill>
                              <a:schemeClr val="bg1"/>
                            </a:solidFill>
                            <a:latin typeface="Arial" panose="020B0604020202020204" pitchFamily="34" charset="0"/>
                            <a:ea typeface="宋体" panose="02010600030101010101" pitchFamily="2" charset="-122"/>
                          </a:rPr>
                          <a:t>DHCP</a:t>
                        </a:r>
                        <a:endParaRPr lang="en-US" altLang="zh-CN" sz="1000" dirty="0">
                          <a:solidFill>
                            <a:schemeClr val="bg1"/>
                          </a:solidFill>
                          <a:latin typeface="Arial" panose="020B0604020202020204" pitchFamily="34" charset="0"/>
                          <a:ea typeface="宋体" panose="02010600030101010101" pitchFamily="2" charset="-122"/>
                        </a:endParaRPr>
                      </a:p>
                    </p:txBody>
                  </p:sp>
                </p:grpSp>
                <p:grpSp>
                  <p:nvGrpSpPr>
                    <p:cNvPr id="59493" name="Group 81"/>
                    <p:cNvGrpSpPr/>
                    <p:nvPr/>
                  </p:nvGrpSpPr>
                  <p:grpSpPr>
                    <a:xfrm>
                      <a:off x="836" y="3334"/>
                      <a:ext cx="354" cy="94"/>
                      <a:chOff x="836" y="3334"/>
                      <a:chExt cx="354" cy="94"/>
                    </a:xfrm>
                  </p:grpSpPr>
                  <p:sp>
                    <p:nvSpPr>
                      <p:cNvPr id="59494" name="Rectangle 82"/>
                      <p:cNvSpPr/>
                      <p:nvPr/>
                    </p:nvSpPr>
                    <p:spPr>
                      <a:xfrm>
                        <a:off x="846" y="3340"/>
                        <a:ext cx="88" cy="82"/>
                      </a:xfrm>
                      <a:prstGeom prst="rect">
                        <a:avLst/>
                      </a:prstGeom>
                      <a:solidFill>
                        <a:schemeClr val="accent1"/>
                      </a:solidFill>
                      <a:ln w="9525" cap="flat" cmpd="sng">
                        <a:solidFill>
                          <a:schemeClr val="bg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59495" name="Rectangle 83"/>
                      <p:cNvSpPr/>
                      <p:nvPr/>
                    </p:nvSpPr>
                    <p:spPr>
                      <a:xfrm>
                        <a:off x="836" y="3334"/>
                        <a:ext cx="354" cy="94"/>
                      </a:xfrm>
                      <a:prstGeom prst="rect">
                        <a:avLst/>
                      </a:prstGeom>
                      <a:noFill/>
                      <a:ln w="9525" cap="flat" cmpd="sng">
                        <a:solidFill>
                          <a:schemeClr val="accent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grpSp>
              <p:sp>
                <p:nvSpPr>
                  <p:cNvPr id="59490" name="Rectangle 84"/>
                  <p:cNvSpPr/>
                  <p:nvPr/>
                </p:nvSpPr>
                <p:spPr>
                  <a:xfrm>
                    <a:off x="732" y="3484"/>
                    <a:ext cx="96" cy="93"/>
                  </a:xfrm>
                  <a:prstGeom prst="rect">
                    <a:avLst/>
                  </a:prstGeom>
                  <a:solidFill>
                    <a:schemeClr val="accent2"/>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59491" name="Rectangle 85"/>
                  <p:cNvSpPr/>
                  <p:nvPr/>
                </p:nvSpPr>
                <p:spPr>
                  <a:xfrm>
                    <a:off x="723" y="3473"/>
                    <a:ext cx="480" cy="112"/>
                  </a:xfrm>
                  <a:prstGeom prst="rect">
                    <a:avLst/>
                  </a:prstGeom>
                  <a:noFill/>
                  <a:ln w="9525" cap="flat" cmpd="sng">
                    <a:solidFill>
                      <a:schemeClr val="accent2"/>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sp>
              <p:nvSpPr>
                <p:cNvPr id="59486" name="Rectangle 86"/>
                <p:cNvSpPr/>
                <p:nvPr/>
              </p:nvSpPr>
              <p:spPr>
                <a:xfrm>
                  <a:off x="517" y="3545"/>
                  <a:ext cx="94" cy="108"/>
                </a:xfrm>
                <a:prstGeom prst="rect">
                  <a:avLst/>
                </a:prstGeom>
                <a:solidFill>
                  <a:schemeClr val="tx1"/>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59487" name="Rectangle 87"/>
                <p:cNvSpPr/>
                <p:nvPr/>
              </p:nvSpPr>
              <p:spPr>
                <a:xfrm>
                  <a:off x="1115" y="3544"/>
                  <a:ext cx="60" cy="108"/>
                </a:xfrm>
                <a:prstGeom prst="rect">
                  <a:avLst/>
                </a:prstGeom>
                <a:solidFill>
                  <a:schemeClr val="tx1"/>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59488" name="Rectangle 88"/>
                <p:cNvSpPr/>
                <p:nvPr/>
              </p:nvSpPr>
              <p:spPr>
                <a:xfrm>
                  <a:off x="504" y="3529"/>
                  <a:ext cx="681" cy="138"/>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grpSp>
        <p:sp>
          <p:nvSpPr>
            <p:cNvPr id="59480" name="AutoShape 89"/>
            <p:cNvSpPr/>
            <p:nvPr/>
          </p:nvSpPr>
          <p:spPr>
            <a:xfrm>
              <a:off x="384" y="744"/>
              <a:ext cx="240" cy="735"/>
            </a:xfrm>
            <a:prstGeom prst="downArrow">
              <a:avLst>
                <a:gd name="adj1" fmla="val 54166"/>
                <a:gd name="adj2" fmla="val 49170"/>
              </a:avLst>
            </a:prstGeom>
            <a:gradFill rotWithShape="1">
              <a:gsLst>
                <a:gs pos="0">
                  <a:srgbClr val="FF0000">
                    <a:alpha val="25000"/>
                  </a:srgbClr>
                </a:gs>
                <a:gs pos="100000">
                  <a:srgbClr val="FF0000">
                    <a:alpha val="25000"/>
                  </a:srgbClr>
                </a:gs>
              </a:gsLst>
              <a:lin ang="5400000" scaled="1"/>
              <a:tileRect/>
            </a:gra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grpSp>
        <p:nvGrpSpPr>
          <p:cNvPr id="648282" name="Group 90"/>
          <p:cNvGrpSpPr/>
          <p:nvPr/>
        </p:nvGrpSpPr>
        <p:grpSpPr>
          <a:xfrm>
            <a:off x="650875" y="2389188"/>
            <a:ext cx="1081088" cy="244475"/>
            <a:chOff x="504" y="3523"/>
            <a:chExt cx="681" cy="154"/>
          </a:xfrm>
        </p:grpSpPr>
        <p:grpSp>
          <p:nvGrpSpPr>
            <p:cNvPr id="59466" name="Group 91"/>
            <p:cNvGrpSpPr/>
            <p:nvPr/>
          </p:nvGrpSpPr>
          <p:grpSpPr>
            <a:xfrm>
              <a:off x="623" y="3523"/>
              <a:ext cx="510" cy="154"/>
              <a:chOff x="723" y="3453"/>
              <a:chExt cx="510" cy="154"/>
            </a:xfrm>
          </p:grpSpPr>
          <p:grpSp>
            <p:nvGrpSpPr>
              <p:cNvPr id="59470" name="Group 92"/>
              <p:cNvGrpSpPr/>
              <p:nvPr/>
            </p:nvGrpSpPr>
            <p:grpSpPr>
              <a:xfrm>
                <a:off x="836" y="3453"/>
                <a:ext cx="397" cy="154"/>
                <a:chOff x="836" y="3305"/>
                <a:chExt cx="397" cy="154"/>
              </a:xfrm>
            </p:grpSpPr>
            <p:grpSp>
              <p:nvGrpSpPr>
                <p:cNvPr id="59473" name="Group 93"/>
                <p:cNvGrpSpPr/>
                <p:nvPr/>
              </p:nvGrpSpPr>
              <p:grpSpPr>
                <a:xfrm>
                  <a:off x="890" y="3305"/>
                  <a:ext cx="343" cy="154"/>
                  <a:chOff x="844" y="3337"/>
                  <a:chExt cx="343" cy="154"/>
                </a:xfrm>
              </p:grpSpPr>
              <p:sp>
                <p:nvSpPr>
                  <p:cNvPr id="59477" name="Rectangle 94"/>
                  <p:cNvSpPr/>
                  <p:nvPr/>
                </p:nvSpPr>
                <p:spPr>
                  <a:xfrm>
                    <a:off x="889" y="3370"/>
                    <a:ext cx="245" cy="86"/>
                  </a:xfrm>
                  <a:prstGeom prst="rect">
                    <a:avLst/>
                  </a:prstGeom>
                  <a:solidFill>
                    <a:srgbClr val="FF0000"/>
                  </a:solidFill>
                  <a:ln w="9525" cap="flat" cmpd="sng">
                    <a:solidFill>
                      <a:schemeClr val="bg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59478" name="Text Box 95"/>
                  <p:cNvSpPr txBox="1"/>
                  <p:nvPr/>
                </p:nvSpPr>
                <p:spPr>
                  <a:xfrm>
                    <a:off x="844" y="3337"/>
                    <a:ext cx="343" cy="15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000" dirty="0">
                        <a:solidFill>
                          <a:schemeClr val="bg1"/>
                        </a:solidFill>
                        <a:latin typeface="Arial" panose="020B0604020202020204" pitchFamily="34" charset="0"/>
                        <a:ea typeface="宋体" panose="02010600030101010101" pitchFamily="2" charset="-122"/>
                      </a:rPr>
                      <a:t>DHCP</a:t>
                    </a:r>
                    <a:endParaRPr lang="en-US" altLang="zh-CN" sz="1000" dirty="0">
                      <a:solidFill>
                        <a:schemeClr val="bg1"/>
                      </a:solidFill>
                      <a:latin typeface="Arial" panose="020B0604020202020204" pitchFamily="34" charset="0"/>
                      <a:ea typeface="宋体" panose="02010600030101010101" pitchFamily="2" charset="-122"/>
                    </a:endParaRPr>
                  </a:p>
                </p:txBody>
              </p:sp>
            </p:grpSp>
            <p:grpSp>
              <p:nvGrpSpPr>
                <p:cNvPr id="59474" name="Group 96"/>
                <p:cNvGrpSpPr/>
                <p:nvPr/>
              </p:nvGrpSpPr>
              <p:grpSpPr>
                <a:xfrm>
                  <a:off x="836" y="3334"/>
                  <a:ext cx="354" cy="94"/>
                  <a:chOff x="836" y="3334"/>
                  <a:chExt cx="354" cy="94"/>
                </a:xfrm>
              </p:grpSpPr>
              <p:sp>
                <p:nvSpPr>
                  <p:cNvPr id="59475" name="Rectangle 97"/>
                  <p:cNvSpPr/>
                  <p:nvPr/>
                </p:nvSpPr>
                <p:spPr>
                  <a:xfrm>
                    <a:off x="846" y="3340"/>
                    <a:ext cx="88" cy="82"/>
                  </a:xfrm>
                  <a:prstGeom prst="rect">
                    <a:avLst/>
                  </a:prstGeom>
                  <a:solidFill>
                    <a:schemeClr val="accent1"/>
                  </a:solidFill>
                  <a:ln w="9525" cap="flat" cmpd="sng">
                    <a:solidFill>
                      <a:schemeClr val="bg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59476" name="Rectangle 98"/>
                  <p:cNvSpPr/>
                  <p:nvPr/>
                </p:nvSpPr>
                <p:spPr>
                  <a:xfrm>
                    <a:off x="836" y="3334"/>
                    <a:ext cx="354" cy="94"/>
                  </a:xfrm>
                  <a:prstGeom prst="rect">
                    <a:avLst/>
                  </a:prstGeom>
                  <a:noFill/>
                  <a:ln w="9525" cap="flat" cmpd="sng">
                    <a:solidFill>
                      <a:schemeClr val="accent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grpSp>
          <p:sp>
            <p:nvSpPr>
              <p:cNvPr id="59471" name="Rectangle 99"/>
              <p:cNvSpPr/>
              <p:nvPr/>
            </p:nvSpPr>
            <p:spPr>
              <a:xfrm>
                <a:off x="732" y="3484"/>
                <a:ext cx="96" cy="93"/>
              </a:xfrm>
              <a:prstGeom prst="rect">
                <a:avLst/>
              </a:prstGeom>
              <a:solidFill>
                <a:schemeClr val="accent2"/>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59472" name="Rectangle 100"/>
              <p:cNvSpPr/>
              <p:nvPr/>
            </p:nvSpPr>
            <p:spPr>
              <a:xfrm>
                <a:off x="723" y="3473"/>
                <a:ext cx="480" cy="112"/>
              </a:xfrm>
              <a:prstGeom prst="rect">
                <a:avLst/>
              </a:prstGeom>
              <a:noFill/>
              <a:ln w="9525" cap="flat" cmpd="sng">
                <a:solidFill>
                  <a:schemeClr val="accent2"/>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sp>
          <p:nvSpPr>
            <p:cNvPr id="59467" name="Rectangle 101"/>
            <p:cNvSpPr/>
            <p:nvPr/>
          </p:nvSpPr>
          <p:spPr>
            <a:xfrm>
              <a:off x="517" y="3545"/>
              <a:ext cx="94" cy="108"/>
            </a:xfrm>
            <a:prstGeom prst="rect">
              <a:avLst/>
            </a:prstGeom>
            <a:solidFill>
              <a:schemeClr val="tx1"/>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59468" name="Rectangle 102"/>
            <p:cNvSpPr/>
            <p:nvPr/>
          </p:nvSpPr>
          <p:spPr>
            <a:xfrm>
              <a:off x="1115" y="3544"/>
              <a:ext cx="60" cy="108"/>
            </a:xfrm>
            <a:prstGeom prst="rect">
              <a:avLst/>
            </a:prstGeom>
            <a:solidFill>
              <a:schemeClr val="tx1"/>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59469" name="Rectangle 103"/>
            <p:cNvSpPr/>
            <p:nvPr/>
          </p:nvSpPr>
          <p:spPr>
            <a:xfrm>
              <a:off x="504" y="3529"/>
              <a:ext cx="681" cy="138"/>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grpSp>
        <p:nvGrpSpPr>
          <p:cNvPr id="648296" name="Group 104"/>
          <p:cNvGrpSpPr/>
          <p:nvPr/>
        </p:nvGrpSpPr>
        <p:grpSpPr>
          <a:xfrm>
            <a:off x="1477963" y="3081338"/>
            <a:ext cx="1316037" cy="1314450"/>
            <a:chOff x="931" y="1941"/>
            <a:chExt cx="829" cy="828"/>
          </a:xfrm>
        </p:grpSpPr>
        <p:sp>
          <p:nvSpPr>
            <p:cNvPr id="59458" name="Freeform 105"/>
            <p:cNvSpPr/>
            <p:nvPr/>
          </p:nvSpPr>
          <p:spPr>
            <a:xfrm>
              <a:off x="1424" y="1965"/>
              <a:ext cx="336" cy="801"/>
            </a:xfrm>
            <a:custGeom>
              <a:avLst/>
              <a:gdLst/>
              <a:ahLst/>
              <a:cxnLst>
                <a:cxn ang="0">
                  <a:pos x="1" y="0"/>
                </a:cxn>
                <a:cxn ang="0">
                  <a:pos x="10" y="402"/>
                </a:cxn>
                <a:cxn ang="0">
                  <a:pos x="1" y="801"/>
                </a:cxn>
                <a:cxn ang="0">
                  <a:pos x="1" y="535"/>
                </a:cxn>
                <a:cxn ang="0">
                  <a:pos x="0" y="371"/>
                </a:cxn>
                <a:cxn ang="0">
                  <a:pos x="1" y="0"/>
                </a:cxn>
              </a:cxnLst>
              <a:pathLst>
                <a:path w="551" h="801">
                  <a:moveTo>
                    <a:pt x="14" y="0"/>
                  </a:moveTo>
                  <a:lnTo>
                    <a:pt x="551" y="402"/>
                  </a:lnTo>
                  <a:lnTo>
                    <a:pt x="6" y="801"/>
                  </a:lnTo>
                  <a:lnTo>
                    <a:pt x="13" y="535"/>
                  </a:lnTo>
                  <a:lnTo>
                    <a:pt x="0" y="371"/>
                  </a:lnTo>
                  <a:lnTo>
                    <a:pt x="14" y="0"/>
                  </a:lnTo>
                  <a:close/>
                </a:path>
              </a:pathLst>
            </a:custGeom>
            <a:gradFill rotWithShape="1">
              <a:gsLst>
                <a:gs pos="0">
                  <a:schemeClr val="bg1">
                    <a:alpha val="100000"/>
                  </a:schemeClr>
                </a:gs>
                <a:gs pos="100000">
                  <a:srgbClr val="FF0000">
                    <a:alpha val="100000"/>
                  </a:srgbClr>
                </a:gs>
              </a:gsLst>
              <a:lin ang="2700000" scaled="1"/>
              <a:tileRect/>
            </a:gradFill>
            <a:ln w="9525">
              <a:noFill/>
            </a:ln>
          </p:spPr>
          <p:txBody>
            <a:bodyPr/>
            <a:p>
              <a:endParaRPr lang="zh-CN" altLang="en-US"/>
            </a:p>
          </p:txBody>
        </p:sp>
        <p:grpSp>
          <p:nvGrpSpPr>
            <p:cNvPr id="59459" name="Group 106"/>
            <p:cNvGrpSpPr/>
            <p:nvPr/>
          </p:nvGrpSpPr>
          <p:grpSpPr>
            <a:xfrm>
              <a:off x="931" y="1941"/>
              <a:ext cx="501" cy="828"/>
              <a:chOff x="569" y="2954"/>
              <a:chExt cx="501" cy="828"/>
            </a:xfrm>
          </p:grpSpPr>
          <p:sp>
            <p:nvSpPr>
              <p:cNvPr id="59460" name="Rectangle 107"/>
              <p:cNvSpPr/>
              <p:nvPr/>
            </p:nvSpPr>
            <p:spPr>
              <a:xfrm>
                <a:off x="576" y="2973"/>
                <a:ext cx="493" cy="790"/>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59461" name="Text Box 108"/>
              <p:cNvSpPr txBox="1"/>
              <p:nvPr/>
            </p:nvSpPr>
            <p:spPr>
              <a:xfrm>
                <a:off x="593" y="2954"/>
                <a:ext cx="477" cy="82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600" dirty="0">
                    <a:latin typeface="Arial" panose="020B0604020202020204" pitchFamily="34" charset="0"/>
                    <a:ea typeface="宋体" panose="02010600030101010101" pitchFamily="2" charset="-122"/>
                  </a:rPr>
                  <a:t>DHCP</a:t>
                </a:r>
                <a:endParaRPr lang="en-US" altLang="zh-CN" sz="1600" dirty="0">
                  <a:latin typeface="Arial" panose="020B0604020202020204" pitchFamily="34" charset="0"/>
                  <a:ea typeface="宋体" panose="02010600030101010101" pitchFamily="2" charset="-122"/>
                </a:endParaRPr>
              </a:p>
              <a:p>
                <a:pPr marL="0" lvl="0" indent="0" algn="ctr">
                  <a:spcBef>
                    <a:spcPct val="0"/>
                  </a:spcBef>
                  <a:buClrTx/>
                  <a:buSzTx/>
                  <a:buFontTx/>
                  <a:buNone/>
                </a:pPr>
                <a:r>
                  <a:rPr lang="en-US" altLang="zh-CN" sz="1600" dirty="0">
                    <a:latin typeface="Arial" panose="020B0604020202020204" pitchFamily="34" charset="0"/>
                    <a:ea typeface="宋体" panose="02010600030101010101" pitchFamily="2" charset="-122"/>
                  </a:rPr>
                  <a:t>UDP</a:t>
                </a:r>
                <a:endParaRPr lang="en-US" altLang="zh-CN" sz="1600" dirty="0">
                  <a:latin typeface="Arial" panose="020B0604020202020204" pitchFamily="34" charset="0"/>
                  <a:ea typeface="宋体" panose="02010600030101010101" pitchFamily="2" charset="-122"/>
                </a:endParaRPr>
              </a:p>
              <a:p>
                <a:pPr marL="0" lvl="0" indent="0" algn="ctr">
                  <a:spcBef>
                    <a:spcPct val="0"/>
                  </a:spcBef>
                  <a:buClrTx/>
                  <a:buSzTx/>
                  <a:buFontTx/>
                  <a:buNone/>
                </a:pPr>
                <a:r>
                  <a:rPr lang="en-US" altLang="zh-CN" sz="1600" dirty="0">
                    <a:latin typeface="Arial" panose="020B0604020202020204" pitchFamily="34" charset="0"/>
                    <a:ea typeface="宋体" panose="02010600030101010101" pitchFamily="2" charset="-122"/>
                  </a:rPr>
                  <a:t>IP</a:t>
                </a:r>
                <a:endParaRPr lang="en-US" altLang="zh-CN" sz="1600" dirty="0">
                  <a:latin typeface="Arial" panose="020B0604020202020204" pitchFamily="34" charset="0"/>
                  <a:ea typeface="宋体" panose="02010600030101010101" pitchFamily="2" charset="-122"/>
                </a:endParaRPr>
              </a:p>
              <a:p>
                <a:pPr marL="0" lvl="0" indent="0" algn="ctr">
                  <a:spcBef>
                    <a:spcPct val="0"/>
                  </a:spcBef>
                  <a:buClrTx/>
                  <a:buSzTx/>
                  <a:buFontTx/>
                  <a:buNone/>
                </a:pPr>
                <a:r>
                  <a:rPr lang="en-US" altLang="zh-CN" sz="1600" dirty="0">
                    <a:latin typeface="Arial" panose="020B0604020202020204" pitchFamily="34" charset="0"/>
                    <a:ea typeface="宋体" panose="02010600030101010101" pitchFamily="2" charset="-122"/>
                  </a:rPr>
                  <a:t>Eth</a:t>
                </a:r>
                <a:endParaRPr lang="en-US" altLang="zh-CN" sz="1600" dirty="0">
                  <a:latin typeface="Arial" panose="020B0604020202020204" pitchFamily="34" charset="0"/>
                  <a:ea typeface="宋体" panose="02010600030101010101" pitchFamily="2" charset="-122"/>
                </a:endParaRPr>
              </a:p>
              <a:p>
                <a:pPr marL="0" lvl="0" indent="0" algn="ctr">
                  <a:spcBef>
                    <a:spcPct val="0"/>
                  </a:spcBef>
                  <a:buClrTx/>
                  <a:buSzTx/>
                  <a:buFontTx/>
                  <a:buNone/>
                </a:pPr>
                <a:r>
                  <a:rPr lang="en-US" altLang="zh-CN" sz="1600" dirty="0">
                    <a:latin typeface="Arial" panose="020B0604020202020204" pitchFamily="34" charset="0"/>
                    <a:ea typeface="宋体" panose="02010600030101010101" pitchFamily="2" charset="-122"/>
                  </a:rPr>
                  <a:t>Phy</a:t>
                </a:r>
                <a:endParaRPr lang="en-US" altLang="zh-CN" sz="1600" dirty="0">
                  <a:latin typeface="Arial" panose="020B0604020202020204" pitchFamily="34" charset="0"/>
                  <a:ea typeface="宋体" panose="02010600030101010101" pitchFamily="2" charset="-122"/>
                </a:endParaRPr>
              </a:p>
            </p:txBody>
          </p:sp>
          <p:sp>
            <p:nvSpPr>
              <p:cNvPr id="59462" name="Line 109"/>
              <p:cNvSpPr/>
              <p:nvPr/>
            </p:nvSpPr>
            <p:spPr>
              <a:xfrm>
                <a:off x="578" y="3130"/>
                <a:ext cx="489" cy="0"/>
              </a:xfrm>
              <a:prstGeom prst="line">
                <a:avLst/>
              </a:prstGeom>
              <a:ln w="9525" cap="flat" cmpd="sng">
                <a:solidFill>
                  <a:schemeClr val="tx1"/>
                </a:solidFill>
                <a:prstDash val="solid"/>
                <a:headEnd type="none" w="med" len="med"/>
                <a:tailEnd type="none" w="med" len="med"/>
              </a:ln>
            </p:spPr>
          </p:sp>
          <p:sp>
            <p:nvSpPr>
              <p:cNvPr id="59463" name="Line 110"/>
              <p:cNvSpPr/>
              <p:nvPr/>
            </p:nvSpPr>
            <p:spPr>
              <a:xfrm>
                <a:off x="575" y="3289"/>
                <a:ext cx="489" cy="0"/>
              </a:xfrm>
              <a:prstGeom prst="line">
                <a:avLst/>
              </a:prstGeom>
              <a:ln w="9525" cap="flat" cmpd="sng">
                <a:solidFill>
                  <a:schemeClr val="tx1"/>
                </a:solidFill>
                <a:prstDash val="solid"/>
                <a:headEnd type="none" w="med" len="med"/>
                <a:tailEnd type="none" w="med" len="med"/>
              </a:ln>
            </p:spPr>
          </p:sp>
          <p:sp>
            <p:nvSpPr>
              <p:cNvPr id="59464" name="Line 111"/>
              <p:cNvSpPr/>
              <p:nvPr/>
            </p:nvSpPr>
            <p:spPr>
              <a:xfrm>
                <a:off x="572" y="3448"/>
                <a:ext cx="489" cy="0"/>
              </a:xfrm>
              <a:prstGeom prst="line">
                <a:avLst/>
              </a:prstGeom>
              <a:ln w="9525" cap="flat" cmpd="sng">
                <a:solidFill>
                  <a:schemeClr val="tx1"/>
                </a:solidFill>
                <a:prstDash val="solid"/>
                <a:headEnd type="none" w="med" len="med"/>
                <a:tailEnd type="none" w="med" len="med"/>
              </a:ln>
            </p:spPr>
          </p:sp>
          <p:sp>
            <p:nvSpPr>
              <p:cNvPr id="59465" name="Line 112"/>
              <p:cNvSpPr/>
              <p:nvPr/>
            </p:nvSpPr>
            <p:spPr>
              <a:xfrm>
                <a:off x="569" y="3607"/>
                <a:ext cx="489" cy="0"/>
              </a:xfrm>
              <a:prstGeom prst="line">
                <a:avLst/>
              </a:prstGeom>
              <a:ln w="9525" cap="flat" cmpd="sng">
                <a:solidFill>
                  <a:schemeClr val="tx1"/>
                </a:solidFill>
                <a:prstDash val="solid"/>
                <a:headEnd type="none" w="med" len="med"/>
                <a:tailEnd type="none" w="med" len="med"/>
              </a:ln>
            </p:spPr>
          </p:sp>
        </p:grpSp>
      </p:grpSp>
      <p:grpSp>
        <p:nvGrpSpPr>
          <p:cNvPr id="648305" name="Group 113"/>
          <p:cNvGrpSpPr/>
          <p:nvPr/>
        </p:nvGrpSpPr>
        <p:grpSpPr>
          <a:xfrm>
            <a:off x="339725" y="2981325"/>
            <a:ext cx="1081088" cy="1217613"/>
            <a:chOff x="1404" y="3105"/>
            <a:chExt cx="681" cy="767"/>
          </a:xfrm>
        </p:grpSpPr>
        <p:grpSp>
          <p:nvGrpSpPr>
            <p:cNvPr id="59423" name="Group 114"/>
            <p:cNvGrpSpPr/>
            <p:nvPr/>
          </p:nvGrpSpPr>
          <p:grpSpPr>
            <a:xfrm>
              <a:off x="1404" y="3355"/>
              <a:ext cx="681" cy="468"/>
              <a:chOff x="42" y="886"/>
              <a:chExt cx="681" cy="468"/>
            </a:xfrm>
          </p:grpSpPr>
          <p:grpSp>
            <p:nvGrpSpPr>
              <p:cNvPr id="59428" name="Group 115"/>
              <p:cNvGrpSpPr/>
              <p:nvPr/>
            </p:nvGrpSpPr>
            <p:grpSpPr>
              <a:xfrm>
                <a:off x="278" y="886"/>
                <a:ext cx="397" cy="154"/>
                <a:chOff x="740" y="3209"/>
                <a:chExt cx="397" cy="154"/>
              </a:xfrm>
            </p:grpSpPr>
            <p:grpSp>
              <p:nvGrpSpPr>
                <p:cNvPr id="59453" name="Group 116"/>
                <p:cNvGrpSpPr/>
                <p:nvPr/>
              </p:nvGrpSpPr>
              <p:grpSpPr>
                <a:xfrm>
                  <a:off x="794" y="3209"/>
                  <a:ext cx="343" cy="154"/>
                  <a:chOff x="844" y="3337"/>
                  <a:chExt cx="343" cy="154"/>
                </a:xfrm>
              </p:grpSpPr>
              <p:sp>
                <p:nvSpPr>
                  <p:cNvPr id="59456" name="Rectangle 117"/>
                  <p:cNvSpPr/>
                  <p:nvPr/>
                </p:nvSpPr>
                <p:spPr>
                  <a:xfrm>
                    <a:off x="889" y="3370"/>
                    <a:ext cx="245" cy="86"/>
                  </a:xfrm>
                  <a:prstGeom prst="rect">
                    <a:avLst/>
                  </a:prstGeom>
                  <a:solidFill>
                    <a:srgbClr val="FF0000"/>
                  </a:solidFill>
                  <a:ln w="9525" cap="flat" cmpd="sng">
                    <a:solidFill>
                      <a:schemeClr val="bg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59457" name="Text Box 118"/>
                  <p:cNvSpPr txBox="1"/>
                  <p:nvPr/>
                </p:nvSpPr>
                <p:spPr>
                  <a:xfrm>
                    <a:off x="844" y="3337"/>
                    <a:ext cx="343" cy="15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000" dirty="0">
                        <a:solidFill>
                          <a:schemeClr val="bg1"/>
                        </a:solidFill>
                        <a:latin typeface="Arial" panose="020B0604020202020204" pitchFamily="34" charset="0"/>
                        <a:ea typeface="宋体" panose="02010600030101010101" pitchFamily="2" charset="-122"/>
                      </a:rPr>
                      <a:t>DHCP</a:t>
                    </a:r>
                    <a:endParaRPr lang="en-US" altLang="zh-CN" sz="1000" dirty="0">
                      <a:solidFill>
                        <a:schemeClr val="bg1"/>
                      </a:solidFill>
                      <a:latin typeface="Arial" panose="020B0604020202020204" pitchFamily="34" charset="0"/>
                      <a:ea typeface="宋体" panose="02010600030101010101" pitchFamily="2" charset="-122"/>
                    </a:endParaRPr>
                  </a:p>
                </p:txBody>
              </p:sp>
            </p:grpSp>
            <p:sp>
              <p:nvSpPr>
                <p:cNvPr id="59454" name="Rectangle 119"/>
                <p:cNvSpPr/>
                <p:nvPr/>
              </p:nvSpPr>
              <p:spPr>
                <a:xfrm>
                  <a:off x="750" y="3244"/>
                  <a:ext cx="88" cy="82"/>
                </a:xfrm>
                <a:prstGeom prst="rect">
                  <a:avLst/>
                </a:prstGeom>
                <a:solidFill>
                  <a:schemeClr val="accent1"/>
                </a:solidFill>
                <a:ln w="9525" cap="flat" cmpd="sng">
                  <a:solidFill>
                    <a:schemeClr val="bg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59455" name="Rectangle 120"/>
                <p:cNvSpPr/>
                <p:nvPr/>
              </p:nvSpPr>
              <p:spPr>
                <a:xfrm>
                  <a:off x="740" y="3238"/>
                  <a:ext cx="354" cy="94"/>
                </a:xfrm>
                <a:prstGeom prst="rect">
                  <a:avLst/>
                </a:prstGeom>
                <a:noFill/>
                <a:ln w="9525" cap="flat" cmpd="sng">
                  <a:solidFill>
                    <a:schemeClr val="accent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grpSp>
            <p:nvGrpSpPr>
              <p:cNvPr id="59429" name="Group 121"/>
              <p:cNvGrpSpPr/>
              <p:nvPr/>
            </p:nvGrpSpPr>
            <p:grpSpPr>
              <a:xfrm>
                <a:off x="278" y="1034"/>
                <a:ext cx="397" cy="154"/>
                <a:chOff x="836" y="3305"/>
                <a:chExt cx="397" cy="154"/>
              </a:xfrm>
            </p:grpSpPr>
            <p:grpSp>
              <p:nvGrpSpPr>
                <p:cNvPr id="59447" name="Group 122"/>
                <p:cNvGrpSpPr/>
                <p:nvPr/>
              </p:nvGrpSpPr>
              <p:grpSpPr>
                <a:xfrm>
                  <a:off x="890" y="3305"/>
                  <a:ext cx="343" cy="154"/>
                  <a:chOff x="844" y="3337"/>
                  <a:chExt cx="343" cy="154"/>
                </a:xfrm>
              </p:grpSpPr>
              <p:sp>
                <p:nvSpPr>
                  <p:cNvPr id="59451" name="Rectangle 123"/>
                  <p:cNvSpPr/>
                  <p:nvPr/>
                </p:nvSpPr>
                <p:spPr>
                  <a:xfrm>
                    <a:off x="889" y="3370"/>
                    <a:ext cx="245" cy="86"/>
                  </a:xfrm>
                  <a:prstGeom prst="rect">
                    <a:avLst/>
                  </a:prstGeom>
                  <a:solidFill>
                    <a:srgbClr val="FF0000"/>
                  </a:solidFill>
                  <a:ln w="9525" cap="flat" cmpd="sng">
                    <a:solidFill>
                      <a:schemeClr val="bg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59452" name="Text Box 124"/>
                  <p:cNvSpPr txBox="1"/>
                  <p:nvPr/>
                </p:nvSpPr>
                <p:spPr>
                  <a:xfrm>
                    <a:off x="844" y="3337"/>
                    <a:ext cx="343" cy="15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000" dirty="0">
                        <a:solidFill>
                          <a:schemeClr val="bg1"/>
                        </a:solidFill>
                        <a:latin typeface="Arial" panose="020B0604020202020204" pitchFamily="34" charset="0"/>
                        <a:ea typeface="宋体" panose="02010600030101010101" pitchFamily="2" charset="-122"/>
                      </a:rPr>
                      <a:t>DHCP</a:t>
                    </a:r>
                    <a:endParaRPr lang="en-US" altLang="zh-CN" sz="1000" dirty="0">
                      <a:solidFill>
                        <a:schemeClr val="bg1"/>
                      </a:solidFill>
                      <a:latin typeface="Arial" panose="020B0604020202020204" pitchFamily="34" charset="0"/>
                      <a:ea typeface="宋体" panose="02010600030101010101" pitchFamily="2" charset="-122"/>
                    </a:endParaRPr>
                  </a:p>
                </p:txBody>
              </p:sp>
            </p:grpSp>
            <p:grpSp>
              <p:nvGrpSpPr>
                <p:cNvPr id="59448" name="Group 125"/>
                <p:cNvGrpSpPr/>
                <p:nvPr/>
              </p:nvGrpSpPr>
              <p:grpSpPr>
                <a:xfrm>
                  <a:off x="836" y="3334"/>
                  <a:ext cx="354" cy="94"/>
                  <a:chOff x="836" y="3334"/>
                  <a:chExt cx="354" cy="94"/>
                </a:xfrm>
              </p:grpSpPr>
              <p:sp>
                <p:nvSpPr>
                  <p:cNvPr id="59449" name="Rectangle 126"/>
                  <p:cNvSpPr/>
                  <p:nvPr/>
                </p:nvSpPr>
                <p:spPr>
                  <a:xfrm>
                    <a:off x="846" y="3340"/>
                    <a:ext cx="88" cy="82"/>
                  </a:xfrm>
                  <a:prstGeom prst="rect">
                    <a:avLst/>
                  </a:prstGeom>
                  <a:solidFill>
                    <a:schemeClr val="accent1"/>
                  </a:solidFill>
                  <a:ln w="9525" cap="flat" cmpd="sng">
                    <a:solidFill>
                      <a:schemeClr val="bg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59450" name="Rectangle 127"/>
                  <p:cNvSpPr/>
                  <p:nvPr/>
                </p:nvSpPr>
                <p:spPr>
                  <a:xfrm>
                    <a:off x="836" y="3334"/>
                    <a:ext cx="354" cy="94"/>
                  </a:xfrm>
                  <a:prstGeom prst="rect">
                    <a:avLst/>
                  </a:prstGeom>
                  <a:noFill/>
                  <a:ln w="9525" cap="flat" cmpd="sng">
                    <a:solidFill>
                      <a:schemeClr val="accent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grpSp>
          <p:grpSp>
            <p:nvGrpSpPr>
              <p:cNvPr id="59430" name="Group 128"/>
              <p:cNvGrpSpPr/>
              <p:nvPr/>
            </p:nvGrpSpPr>
            <p:grpSpPr>
              <a:xfrm>
                <a:off x="165" y="1054"/>
                <a:ext cx="480" cy="112"/>
                <a:chOff x="627" y="3377"/>
                <a:chExt cx="480" cy="112"/>
              </a:xfrm>
            </p:grpSpPr>
            <p:sp>
              <p:nvSpPr>
                <p:cNvPr id="59445" name="Rectangle 129"/>
                <p:cNvSpPr/>
                <p:nvPr/>
              </p:nvSpPr>
              <p:spPr>
                <a:xfrm>
                  <a:off x="636" y="3388"/>
                  <a:ext cx="96" cy="93"/>
                </a:xfrm>
                <a:prstGeom prst="rect">
                  <a:avLst/>
                </a:prstGeom>
                <a:solidFill>
                  <a:schemeClr val="accent2"/>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59446" name="Rectangle 130"/>
                <p:cNvSpPr/>
                <p:nvPr/>
              </p:nvSpPr>
              <p:spPr>
                <a:xfrm>
                  <a:off x="627" y="3377"/>
                  <a:ext cx="480" cy="112"/>
                </a:xfrm>
                <a:prstGeom prst="rect">
                  <a:avLst/>
                </a:prstGeom>
                <a:noFill/>
                <a:ln w="9525" cap="flat" cmpd="sng">
                  <a:solidFill>
                    <a:schemeClr val="accent2"/>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grpSp>
            <p:nvGrpSpPr>
              <p:cNvPr id="59431" name="Group 131"/>
              <p:cNvGrpSpPr/>
              <p:nvPr/>
            </p:nvGrpSpPr>
            <p:grpSpPr>
              <a:xfrm>
                <a:off x="42" y="1200"/>
                <a:ext cx="681" cy="154"/>
                <a:chOff x="504" y="3523"/>
                <a:chExt cx="681" cy="154"/>
              </a:xfrm>
            </p:grpSpPr>
            <p:grpSp>
              <p:nvGrpSpPr>
                <p:cNvPr id="59432" name="Group 132"/>
                <p:cNvGrpSpPr/>
                <p:nvPr/>
              </p:nvGrpSpPr>
              <p:grpSpPr>
                <a:xfrm>
                  <a:off x="623" y="3523"/>
                  <a:ext cx="510" cy="154"/>
                  <a:chOff x="723" y="3453"/>
                  <a:chExt cx="510" cy="154"/>
                </a:xfrm>
              </p:grpSpPr>
              <p:grpSp>
                <p:nvGrpSpPr>
                  <p:cNvPr id="59436" name="Group 133"/>
                  <p:cNvGrpSpPr/>
                  <p:nvPr/>
                </p:nvGrpSpPr>
                <p:grpSpPr>
                  <a:xfrm>
                    <a:off x="836" y="3453"/>
                    <a:ext cx="397" cy="154"/>
                    <a:chOff x="836" y="3305"/>
                    <a:chExt cx="397" cy="154"/>
                  </a:xfrm>
                </p:grpSpPr>
                <p:grpSp>
                  <p:nvGrpSpPr>
                    <p:cNvPr id="59439" name="Group 134"/>
                    <p:cNvGrpSpPr/>
                    <p:nvPr/>
                  </p:nvGrpSpPr>
                  <p:grpSpPr>
                    <a:xfrm>
                      <a:off x="890" y="3305"/>
                      <a:ext cx="343" cy="154"/>
                      <a:chOff x="844" y="3337"/>
                      <a:chExt cx="343" cy="154"/>
                    </a:xfrm>
                  </p:grpSpPr>
                  <p:sp>
                    <p:nvSpPr>
                      <p:cNvPr id="59443" name="Rectangle 135"/>
                      <p:cNvSpPr/>
                      <p:nvPr/>
                    </p:nvSpPr>
                    <p:spPr>
                      <a:xfrm>
                        <a:off x="889" y="3370"/>
                        <a:ext cx="245" cy="86"/>
                      </a:xfrm>
                      <a:prstGeom prst="rect">
                        <a:avLst/>
                      </a:prstGeom>
                      <a:solidFill>
                        <a:srgbClr val="FF0000"/>
                      </a:solidFill>
                      <a:ln w="9525" cap="flat" cmpd="sng">
                        <a:solidFill>
                          <a:schemeClr val="bg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59444" name="Text Box 136"/>
                      <p:cNvSpPr txBox="1"/>
                      <p:nvPr/>
                    </p:nvSpPr>
                    <p:spPr>
                      <a:xfrm>
                        <a:off x="844" y="3337"/>
                        <a:ext cx="343" cy="15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000" dirty="0">
                            <a:solidFill>
                              <a:schemeClr val="bg1"/>
                            </a:solidFill>
                            <a:latin typeface="Arial" panose="020B0604020202020204" pitchFamily="34" charset="0"/>
                            <a:ea typeface="宋体" panose="02010600030101010101" pitchFamily="2" charset="-122"/>
                          </a:rPr>
                          <a:t>DHCP</a:t>
                        </a:r>
                        <a:endParaRPr lang="en-US" altLang="zh-CN" sz="1000" dirty="0">
                          <a:solidFill>
                            <a:schemeClr val="bg1"/>
                          </a:solidFill>
                          <a:latin typeface="Arial" panose="020B0604020202020204" pitchFamily="34" charset="0"/>
                          <a:ea typeface="宋体" panose="02010600030101010101" pitchFamily="2" charset="-122"/>
                        </a:endParaRPr>
                      </a:p>
                    </p:txBody>
                  </p:sp>
                </p:grpSp>
                <p:grpSp>
                  <p:nvGrpSpPr>
                    <p:cNvPr id="59440" name="Group 137"/>
                    <p:cNvGrpSpPr/>
                    <p:nvPr/>
                  </p:nvGrpSpPr>
                  <p:grpSpPr>
                    <a:xfrm>
                      <a:off x="836" y="3334"/>
                      <a:ext cx="354" cy="94"/>
                      <a:chOff x="836" y="3334"/>
                      <a:chExt cx="354" cy="94"/>
                    </a:xfrm>
                  </p:grpSpPr>
                  <p:sp>
                    <p:nvSpPr>
                      <p:cNvPr id="59441" name="Rectangle 138"/>
                      <p:cNvSpPr/>
                      <p:nvPr/>
                    </p:nvSpPr>
                    <p:spPr>
                      <a:xfrm>
                        <a:off x="846" y="3340"/>
                        <a:ext cx="88" cy="82"/>
                      </a:xfrm>
                      <a:prstGeom prst="rect">
                        <a:avLst/>
                      </a:prstGeom>
                      <a:solidFill>
                        <a:schemeClr val="accent1"/>
                      </a:solidFill>
                      <a:ln w="9525" cap="flat" cmpd="sng">
                        <a:solidFill>
                          <a:schemeClr val="bg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59442" name="Rectangle 139"/>
                      <p:cNvSpPr/>
                      <p:nvPr/>
                    </p:nvSpPr>
                    <p:spPr>
                      <a:xfrm>
                        <a:off x="836" y="3334"/>
                        <a:ext cx="354" cy="94"/>
                      </a:xfrm>
                      <a:prstGeom prst="rect">
                        <a:avLst/>
                      </a:prstGeom>
                      <a:noFill/>
                      <a:ln w="9525" cap="flat" cmpd="sng">
                        <a:solidFill>
                          <a:schemeClr val="accent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grpSp>
              <p:sp>
                <p:nvSpPr>
                  <p:cNvPr id="59437" name="Rectangle 140"/>
                  <p:cNvSpPr/>
                  <p:nvPr/>
                </p:nvSpPr>
                <p:spPr>
                  <a:xfrm>
                    <a:off x="732" y="3484"/>
                    <a:ext cx="96" cy="93"/>
                  </a:xfrm>
                  <a:prstGeom prst="rect">
                    <a:avLst/>
                  </a:prstGeom>
                  <a:solidFill>
                    <a:schemeClr val="accent2"/>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59438" name="Rectangle 141"/>
                  <p:cNvSpPr/>
                  <p:nvPr/>
                </p:nvSpPr>
                <p:spPr>
                  <a:xfrm>
                    <a:off x="723" y="3473"/>
                    <a:ext cx="480" cy="112"/>
                  </a:xfrm>
                  <a:prstGeom prst="rect">
                    <a:avLst/>
                  </a:prstGeom>
                  <a:noFill/>
                  <a:ln w="9525" cap="flat" cmpd="sng">
                    <a:solidFill>
                      <a:schemeClr val="accent2"/>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sp>
              <p:nvSpPr>
                <p:cNvPr id="59433" name="Rectangle 142"/>
                <p:cNvSpPr/>
                <p:nvPr/>
              </p:nvSpPr>
              <p:spPr>
                <a:xfrm>
                  <a:off x="517" y="3545"/>
                  <a:ext cx="94" cy="108"/>
                </a:xfrm>
                <a:prstGeom prst="rect">
                  <a:avLst/>
                </a:prstGeom>
                <a:solidFill>
                  <a:schemeClr val="tx1"/>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59434" name="Rectangle 143"/>
                <p:cNvSpPr/>
                <p:nvPr/>
              </p:nvSpPr>
              <p:spPr>
                <a:xfrm>
                  <a:off x="1115" y="3544"/>
                  <a:ext cx="60" cy="108"/>
                </a:xfrm>
                <a:prstGeom prst="rect">
                  <a:avLst/>
                </a:prstGeom>
                <a:solidFill>
                  <a:schemeClr val="tx1"/>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59435" name="Rectangle 144"/>
                <p:cNvSpPr/>
                <p:nvPr/>
              </p:nvSpPr>
              <p:spPr>
                <a:xfrm>
                  <a:off x="504" y="3529"/>
                  <a:ext cx="681" cy="138"/>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grpSp>
        <p:sp>
          <p:nvSpPr>
            <p:cNvPr id="59424" name="AutoShape 145"/>
            <p:cNvSpPr/>
            <p:nvPr/>
          </p:nvSpPr>
          <p:spPr>
            <a:xfrm rot="10800000">
              <a:off x="1727" y="3105"/>
              <a:ext cx="240" cy="767"/>
            </a:xfrm>
            <a:prstGeom prst="downArrow">
              <a:avLst>
                <a:gd name="adj1" fmla="val 54166"/>
                <a:gd name="adj2" fmla="val 51310"/>
              </a:avLst>
            </a:prstGeom>
            <a:gradFill rotWithShape="1">
              <a:gsLst>
                <a:gs pos="0">
                  <a:srgbClr val="FF0000">
                    <a:alpha val="25000"/>
                  </a:srgbClr>
                </a:gs>
                <a:gs pos="100000">
                  <a:srgbClr val="FF0000">
                    <a:alpha val="25000"/>
                  </a:srgbClr>
                </a:gs>
              </a:gsLst>
              <a:lin ang="5400000" scaled="1"/>
              <a:tileRect/>
            </a:gra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59425" name="Group 146"/>
            <p:cNvGrpSpPr/>
            <p:nvPr/>
          </p:nvGrpSpPr>
          <p:grpSpPr>
            <a:xfrm>
              <a:off x="1695" y="3227"/>
              <a:ext cx="343" cy="154"/>
              <a:chOff x="844" y="3337"/>
              <a:chExt cx="343" cy="154"/>
            </a:xfrm>
          </p:grpSpPr>
          <p:sp>
            <p:nvSpPr>
              <p:cNvPr id="59426" name="Rectangle 147"/>
              <p:cNvSpPr/>
              <p:nvPr/>
            </p:nvSpPr>
            <p:spPr>
              <a:xfrm>
                <a:off x="889" y="3370"/>
                <a:ext cx="245" cy="86"/>
              </a:xfrm>
              <a:prstGeom prst="rect">
                <a:avLst/>
              </a:prstGeom>
              <a:solidFill>
                <a:srgbClr val="FF0000"/>
              </a:solidFill>
              <a:ln w="9525" cap="flat" cmpd="sng">
                <a:solidFill>
                  <a:schemeClr val="bg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59427" name="Text Box 148"/>
              <p:cNvSpPr txBox="1"/>
              <p:nvPr/>
            </p:nvSpPr>
            <p:spPr>
              <a:xfrm>
                <a:off x="844" y="3337"/>
                <a:ext cx="343" cy="15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000" dirty="0">
                    <a:solidFill>
                      <a:schemeClr val="bg1"/>
                    </a:solidFill>
                    <a:latin typeface="Arial" panose="020B0604020202020204" pitchFamily="34" charset="0"/>
                    <a:ea typeface="宋体" panose="02010600030101010101" pitchFamily="2" charset="-122"/>
                  </a:rPr>
                  <a:t>DHCP</a:t>
                </a:r>
                <a:endParaRPr lang="en-US" altLang="zh-CN" sz="1000" dirty="0">
                  <a:solidFill>
                    <a:schemeClr val="bg1"/>
                  </a:solidFill>
                  <a:latin typeface="Arial" panose="020B0604020202020204" pitchFamily="34" charset="0"/>
                  <a:ea typeface="宋体" panose="02010600030101010101" pitchFamily="2" charset="-122"/>
                </a:endParaRPr>
              </a:p>
            </p:txBody>
          </p:sp>
        </p:grpSp>
      </p:grpSp>
      <p:grpSp>
        <p:nvGrpSpPr>
          <p:cNvPr id="648341" name="Group 149"/>
          <p:cNvGrpSpPr/>
          <p:nvPr/>
        </p:nvGrpSpPr>
        <p:grpSpPr>
          <a:xfrm>
            <a:off x="803275" y="3178175"/>
            <a:ext cx="544513" cy="244475"/>
            <a:chOff x="844" y="3337"/>
            <a:chExt cx="343" cy="154"/>
          </a:xfrm>
        </p:grpSpPr>
        <p:sp>
          <p:nvSpPr>
            <p:cNvPr id="59421" name="Rectangle 150"/>
            <p:cNvSpPr/>
            <p:nvPr/>
          </p:nvSpPr>
          <p:spPr>
            <a:xfrm>
              <a:off x="889" y="3370"/>
              <a:ext cx="245" cy="86"/>
            </a:xfrm>
            <a:prstGeom prst="rect">
              <a:avLst/>
            </a:prstGeom>
            <a:solidFill>
              <a:srgbClr val="FF0000"/>
            </a:solidFill>
            <a:ln w="9525" cap="flat" cmpd="sng">
              <a:solidFill>
                <a:schemeClr val="bg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59422" name="Text Box 151"/>
            <p:cNvSpPr txBox="1"/>
            <p:nvPr/>
          </p:nvSpPr>
          <p:spPr>
            <a:xfrm>
              <a:off x="844" y="3337"/>
              <a:ext cx="343" cy="15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000" dirty="0">
                  <a:solidFill>
                    <a:schemeClr val="bg1"/>
                  </a:solidFill>
                  <a:latin typeface="Arial" panose="020B0604020202020204" pitchFamily="34" charset="0"/>
                  <a:ea typeface="宋体" panose="02010600030101010101" pitchFamily="2" charset="-122"/>
                </a:rPr>
                <a:t>DHCP</a:t>
              </a:r>
              <a:endParaRPr lang="en-US" altLang="zh-CN" sz="1000" dirty="0">
                <a:solidFill>
                  <a:schemeClr val="bg1"/>
                </a:solidFill>
                <a:latin typeface="Arial" panose="020B0604020202020204" pitchFamily="34" charset="0"/>
                <a:ea typeface="宋体" panose="02010600030101010101" pitchFamily="2" charset="-122"/>
              </a:endParaRPr>
            </a:p>
          </p:txBody>
        </p:sp>
      </p:grpSp>
      <p:sp>
        <p:nvSpPr>
          <p:cNvPr id="648344" name="Rectangle 152"/>
          <p:cNvSpPr/>
          <p:nvPr/>
        </p:nvSpPr>
        <p:spPr>
          <a:xfrm>
            <a:off x="5037138" y="2419350"/>
            <a:ext cx="3892550" cy="1306513"/>
          </a:xfrm>
          <a:prstGeom prst="rect">
            <a:avLst/>
          </a:prstGeom>
          <a:noFill/>
          <a:ln w="9525">
            <a:noFill/>
          </a:ln>
        </p:spPr>
        <p:txBody>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342900" lvl="0" indent="-342900">
              <a:lnSpc>
                <a:spcPct val="90000"/>
              </a:lnSpc>
            </a:pPr>
            <a:r>
              <a:rPr lang="en-US" altLang="zh-CN" sz="2000" dirty="0">
                <a:ea typeface="宋体" panose="02010600030101010101" pitchFamily="2" charset="-122"/>
              </a:rPr>
              <a:t>DHCP request encapsulated in UDP, encapsulated in IP, encapsulated in 802.1 Ethernet</a:t>
            </a:r>
            <a:endParaRPr lang="en-US" altLang="zh-CN" sz="2000" dirty="0">
              <a:ea typeface="宋体" panose="02010600030101010101" pitchFamily="2" charset="-122"/>
            </a:endParaRPr>
          </a:p>
          <a:p>
            <a:pPr marL="342900" lvl="0" indent="-342900">
              <a:lnSpc>
                <a:spcPct val="90000"/>
              </a:lnSpc>
              <a:buNone/>
            </a:pPr>
            <a:endParaRPr lang="en-US" altLang="zh-CN" sz="2000" dirty="0">
              <a:ea typeface="宋体" panose="02010600030101010101" pitchFamily="2" charset="-122"/>
            </a:endParaRPr>
          </a:p>
        </p:txBody>
      </p:sp>
      <p:sp>
        <p:nvSpPr>
          <p:cNvPr id="648345" name="Rectangle 153"/>
          <p:cNvSpPr/>
          <p:nvPr/>
        </p:nvSpPr>
        <p:spPr>
          <a:xfrm>
            <a:off x="5035550" y="3665538"/>
            <a:ext cx="3924300" cy="1563687"/>
          </a:xfrm>
          <a:prstGeom prst="rect">
            <a:avLst/>
          </a:prstGeom>
          <a:noFill/>
          <a:ln w="9525">
            <a:noFill/>
          </a:ln>
        </p:spPr>
        <p:txBody>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342900" lvl="0" indent="-342900">
              <a:lnSpc>
                <a:spcPct val="90000"/>
              </a:lnSpc>
            </a:pPr>
            <a:r>
              <a:rPr lang="en-US" altLang="zh-CN" sz="2000" dirty="0">
                <a:ea typeface="宋体" panose="02010600030101010101" pitchFamily="2" charset="-122"/>
              </a:rPr>
              <a:t>Ethernet frame broadcast (dest: </a:t>
            </a:r>
            <a:r>
              <a:rPr lang="en-US" altLang="zh-CN" sz="1600" dirty="0">
                <a:ea typeface="宋体" panose="02010600030101010101" pitchFamily="2" charset="-122"/>
              </a:rPr>
              <a:t>FFFFFFFFFFFF</a:t>
            </a:r>
            <a:r>
              <a:rPr lang="en-US" altLang="zh-CN" sz="2000" dirty="0">
                <a:ea typeface="宋体" panose="02010600030101010101" pitchFamily="2" charset="-122"/>
              </a:rPr>
              <a:t>) on LAN, received at router running DHCP server</a:t>
            </a:r>
            <a:endParaRPr lang="en-US" altLang="zh-CN" sz="2000" dirty="0">
              <a:ea typeface="宋体" panose="02010600030101010101" pitchFamily="2" charset="-122"/>
            </a:endParaRPr>
          </a:p>
        </p:txBody>
      </p:sp>
      <p:sp>
        <p:nvSpPr>
          <p:cNvPr id="648346" name="Rectangle 154"/>
          <p:cNvSpPr/>
          <p:nvPr/>
        </p:nvSpPr>
        <p:spPr>
          <a:xfrm>
            <a:off x="5033963" y="5002213"/>
            <a:ext cx="3802062" cy="1292225"/>
          </a:xfrm>
          <a:prstGeom prst="rect">
            <a:avLst/>
          </a:prstGeom>
          <a:noFill/>
          <a:ln w="9525">
            <a:noFill/>
          </a:ln>
        </p:spPr>
        <p:txBody>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342900" lvl="0" indent="-342900">
              <a:lnSpc>
                <a:spcPct val="90000"/>
              </a:lnSpc>
            </a:pPr>
            <a:r>
              <a:rPr lang="en-US" altLang="zh-CN" sz="2000" dirty="0">
                <a:ea typeface="宋体" panose="02010600030101010101" pitchFamily="2" charset="-122"/>
              </a:rPr>
              <a:t>Ethernet demux’ed to IP demux’ed, UDP demux’ed to DHCP </a:t>
            </a:r>
            <a:endParaRPr lang="en-US" altLang="zh-CN" sz="2000" dirty="0">
              <a:ea typeface="宋体" panose="02010600030101010101" pitchFamily="2" charset="-122"/>
            </a:endParaRPr>
          </a:p>
        </p:txBody>
      </p:sp>
      <p:sp>
        <p:nvSpPr>
          <p:cNvPr id="59420" name="Text Box 155"/>
          <p:cNvSpPr txBox="1"/>
          <p:nvPr/>
        </p:nvSpPr>
        <p:spPr>
          <a:xfrm>
            <a:off x="3238500" y="3251200"/>
            <a:ext cx="1047750" cy="51752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400" dirty="0">
                <a:latin typeface="Arial" panose="020B0604020202020204" pitchFamily="34" charset="0"/>
                <a:ea typeface="宋体" panose="02010600030101010101" pitchFamily="2" charset="-122"/>
              </a:rPr>
              <a:t>168.1.1.1</a:t>
            </a:r>
            <a:endParaRPr lang="en-US" altLang="zh-CN" sz="1400" dirty="0">
              <a:latin typeface="Arial" panose="020B0604020202020204" pitchFamily="34" charset="0"/>
              <a:ea typeface="宋体" panose="02010600030101010101" pitchFamily="2" charset="-122"/>
            </a:endParaRPr>
          </a:p>
          <a:p>
            <a:pPr marL="0" lvl="0" indent="0">
              <a:spcBef>
                <a:spcPct val="0"/>
              </a:spcBef>
              <a:buClrTx/>
              <a:buSzTx/>
              <a:buFontTx/>
              <a:buNone/>
            </a:pPr>
            <a:endParaRPr lang="en-US" altLang="zh-CN" sz="1400" dirty="0">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48226"/>
                                        </p:tgtEl>
                                        <p:attrNameLst>
                                          <p:attrName>style.visibility</p:attrName>
                                        </p:attrNameLst>
                                      </p:cBhvr>
                                      <p:to>
                                        <p:strVal val="visible"/>
                                      </p:to>
                                    </p:set>
                                    <p:animEffect transition="in" filter="wipe(left)">
                                      <p:cBhvr>
                                        <p:cTn id="7" dur="500"/>
                                        <p:tgtEl>
                                          <p:spTgt spid="648226"/>
                                        </p:tgtEl>
                                      </p:cBhvr>
                                    </p:animEffect>
                                  </p:childTnLst>
                                </p:cTn>
                              </p:par>
                            </p:childTnLst>
                          </p:cTn>
                        </p:par>
                        <p:par>
                          <p:cTn id="8" fill="hold">
                            <p:stCondLst>
                              <p:cond delay="500"/>
                            </p:stCondLst>
                            <p:childTnLst>
                              <p:par>
                                <p:cTn id="9" presetID="9" presetClass="exit" presetSubtype="0" fill="hold" nodeType="afterEffect">
                                  <p:stCondLst>
                                    <p:cond delay="0"/>
                                  </p:stCondLst>
                                  <p:childTnLst>
                                    <p:animEffect transition="out" filter="dissolve">
                                      <p:cBhvr>
                                        <p:cTn id="10" dur="500"/>
                                        <p:tgtEl>
                                          <p:spTgt spid="648226"/>
                                        </p:tgtEl>
                                      </p:cBhvr>
                                    </p:animEffect>
                                    <p:set>
                                      <p:cBhvr>
                                        <p:cTn id="11" dur="1" fill="hold">
                                          <p:stCondLst>
                                            <p:cond delay="499"/>
                                          </p:stCondLst>
                                        </p:cTn>
                                        <p:tgtEl>
                                          <p:spTgt spid="648226"/>
                                        </p:tgtEl>
                                        <p:attrNameLst>
                                          <p:attrName>style.visibility</p:attrName>
                                        </p:attrNameLst>
                                      </p:cBhvr>
                                      <p:to>
                                        <p:strVal val="hidden"/>
                                      </p:to>
                                    </p:set>
                                  </p:childTnLst>
                                </p:cTn>
                              </p:par>
                            </p:childTnLst>
                          </p:cTn>
                        </p:par>
                      </p:childTnLst>
                    </p:cTn>
                  </p:par>
                  <p:par>
                    <p:cTn id="12" fill="hold">
                      <p:stCondLst>
                        <p:cond delay="indefinite"/>
                      </p:stCondLst>
                      <p:childTnLst>
                        <p:par>
                          <p:cTn id="13" fill="hold">
                            <p:stCondLst>
                              <p:cond delay="0"/>
                            </p:stCondLst>
                            <p:childTnLst>
                              <p:par>
                                <p:cTn id="14" presetID="22" presetClass="entr" presetSubtype="4" fill="hold" nodeType="clickEffect">
                                  <p:stCondLst>
                                    <p:cond delay="0"/>
                                  </p:stCondLst>
                                  <p:childTnLst>
                                    <p:set>
                                      <p:cBhvr>
                                        <p:cTn id="15" dur="1" fill="hold">
                                          <p:stCondLst>
                                            <p:cond delay="0"/>
                                          </p:stCondLst>
                                        </p:cTn>
                                        <p:tgtEl>
                                          <p:spTgt spid="648237"/>
                                        </p:tgtEl>
                                        <p:attrNameLst>
                                          <p:attrName>style.visibility</p:attrName>
                                        </p:attrNameLst>
                                      </p:cBhvr>
                                      <p:to>
                                        <p:strVal val="visible"/>
                                      </p:to>
                                    </p:set>
                                    <p:animEffect transition="in" filter="wipe(down)">
                                      <p:cBhvr>
                                        <p:cTn id="16" dur="500"/>
                                        <p:tgtEl>
                                          <p:spTgt spid="648237"/>
                                        </p:tgtEl>
                                      </p:cBhvr>
                                    </p:animEffect>
                                  </p:childTnLst>
                                </p:cTn>
                              </p:par>
                            </p:childTnLst>
                          </p:cTn>
                        </p:par>
                        <p:par>
                          <p:cTn id="17" fill="hold">
                            <p:stCondLst>
                              <p:cond delay="500"/>
                            </p:stCondLst>
                            <p:childTnLst>
                              <p:par>
                                <p:cTn id="18" presetID="9" presetClass="entr" presetSubtype="0" fill="hold" nodeType="afterEffect">
                                  <p:stCondLst>
                                    <p:cond delay="0"/>
                                  </p:stCondLst>
                                  <p:childTnLst>
                                    <p:set>
                                      <p:cBhvr>
                                        <p:cTn id="19" dur="1" fill="hold">
                                          <p:stCondLst>
                                            <p:cond delay="0"/>
                                          </p:stCondLst>
                                        </p:cTn>
                                        <p:tgtEl>
                                          <p:spTgt spid="648246"/>
                                        </p:tgtEl>
                                        <p:attrNameLst>
                                          <p:attrName>style.visibility</p:attrName>
                                        </p:attrNameLst>
                                      </p:cBhvr>
                                      <p:to>
                                        <p:strVal val="visible"/>
                                      </p:to>
                                    </p:set>
                                    <p:animEffect transition="in" filter="dissolve">
                                      <p:cBhvr>
                                        <p:cTn id="20" dur="500"/>
                                        <p:tgtEl>
                                          <p:spTgt spid="648246"/>
                                        </p:tgtEl>
                                      </p:cBhvr>
                                    </p:animEffect>
                                  </p:childTnLst>
                                </p:cTn>
                              </p:par>
                              <p:par>
                                <p:cTn id="21" presetID="1" presetClass="entr" presetSubtype="0" fill="hold" grpId="0" nodeType="withEffect">
                                  <p:stCondLst>
                                    <p:cond delay="0"/>
                                  </p:stCondLst>
                                  <p:childTnLst>
                                    <p:set>
                                      <p:cBhvr>
                                        <p:cTn id="22" dur="1" fill="hold">
                                          <p:stCondLst>
                                            <p:cond delay="0"/>
                                          </p:stCondLst>
                                        </p:cTn>
                                        <p:tgtEl>
                                          <p:spTgt spid="648195">
                                            <p:txEl>
                                              <p:charRg st="0" end="9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648249"/>
                                        </p:tgtEl>
                                        <p:attrNameLst>
                                          <p:attrName>style.visibility</p:attrName>
                                        </p:attrNameLst>
                                      </p:cBhvr>
                                      <p:to>
                                        <p:strVal val="visible"/>
                                      </p:to>
                                    </p:set>
                                    <p:animEffect transition="in" filter="wipe(up)">
                                      <p:cBhvr>
                                        <p:cTn id="27" dur="500"/>
                                        <p:tgtEl>
                                          <p:spTgt spid="648249"/>
                                        </p:tgtEl>
                                      </p:cBhvr>
                                    </p:animEffect>
                                  </p:childTnLst>
                                </p:cTn>
                              </p:par>
                              <p:par>
                                <p:cTn id="28" presetID="1" presetClass="entr" presetSubtype="0" fill="hold" grpId="0" nodeType="withEffect">
                                  <p:stCondLst>
                                    <p:cond delay="0"/>
                                  </p:stCondLst>
                                  <p:childTnLst>
                                    <p:set>
                                      <p:cBhvr>
                                        <p:cTn id="29" dur="1" fill="hold">
                                          <p:stCondLst>
                                            <p:cond delay="0"/>
                                          </p:stCondLst>
                                        </p:cTn>
                                        <p:tgtEl>
                                          <p:spTgt spid="648344"/>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xit" presetSubtype="0" fill="hold" nodeType="clickEffect">
                                  <p:stCondLst>
                                    <p:cond delay="0"/>
                                  </p:stCondLst>
                                  <p:childTnLst>
                                    <p:set>
                                      <p:cBhvr>
                                        <p:cTn id="33" dur="1" fill="hold">
                                          <p:stCondLst>
                                            <p:cond delay="0"/>
                                          </p:stCondLst>
                                        </p:cTn>
                                        <p:tgtEl>
                                          <p:spTgt spid="648246"/>
                                        </p:tgtEl>
                                        <p:attrNameLst>
                                          <p:attrName>style.visibility</p:attrName>
                                        </p:attrNameLst>
                                      </p:cBhvr>
                                      <p:to>
                                        <p:strVal val="hidden"/>
                                      </p:to>
                                    </p:set>
                                  </p:childTnLst>
                                </p:cTn>
                              </p:par>
                              <p:par>
                                <p:cTn id="34" presetID="1" presetClass="exit" presetSubtype="0" fill="hold" nodeType="withEffect">
                                  <p:stCondLst>
                                    <p:cond delay="0"/>
                                  </p:stCondLst>
                                  <p:childTnLst>
                                    <p:set>
                                      <p:cBhvr>
                                        <p:cTn id="35" dur="1" fill="hold">
                                          <p:stCondLst>
                                            <p:cond delay="0"/>
                                          </p:stCondLst>
                                        </p:cTn>
                                        <p:tgtEl>
                                          <p:spTgt spid="648249"/>
                                        </p:tgtEl>
                                        <p:attrNameLst>
                                          <p:attrName>style.visibility</p:attrName>
                                        </p:attrNameLst>
                                      </p:cBhvr>
                                      <p:to>
                                        <p:strVal val="hidden"/>
                                      </p:to>
                                    </p:set>
                                  </p:childTnLst>
                                </p:cTn>
                              </p:par>
                            </p:childTnLst>
                          </p:cTn>
                        </p:par>
                        <p:par>
                          <p:cTn id="36" fill="hold">
                            <p:stCondLst>
                              <p:cond delay="0"/>
                            </p:stCondLst>
                            <p:childTnLst>
                              <p:par>
                                <p:cTn id="37" presetID="1" presetClass="entr" presetSubtype="0" fill="hold" nodeType="afterEffect">
                                  <p:stCondLst>
                                    <p:cond delay="0"/>
                                  </p:stCondLst>
                                  <p:childTnLst>
                                    <p:set>
                                      <p:cBhvr>
                                        <p:cTn id="38" dur="1" fill="hold">
                                          <p:stCondLst>
                                            <p:cond delay="0"/>
                                          </p:stCondLst>
                                        </p:cTn>
                                        <p:tgtEl>
                                          <p:spTgt spid="64828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648345"/>
                                        </p:tgtEl>
                                        <p:attrNameLst>
                                          <p:attrName>style.visibility</p:attrName>
                                        </p:attrNameLst>
                                      </p:cBhvr>
                                      <p:to>
                                        <p:strVal val="visible"/>
                                      </p:to>
                                    </p:set>
                                  </p:childTnLst>
                                </p:cTn>
                              </p:par>
                            </p:childTnLst>
                          </p:cTn>
                        </p:par>
                        <p:par>
                          <p:cTn id="41" fill="hold">
                            <p:stCondLst>
                              <p:cond delay="0"/>
                            </p:stCondLst>
                            <p:childTnLst>
                              <p:par>
                                <p:cTn id="42" presetID="0" presetClass="path" presetSubtype="0" accel="50000" decel="50000" fill="hold" nodeType="afterEffect">
                                  <p:stCondLst>
                                    <p:cond delay="0"/>
                                  </p:stCondLst>
                                  <p:childTnLst>
                                    <p:animMotion origin="layout" path="M 1.66667E-6 1.81144E-6 L 0.26823 -0.00139 L 0.10833 0.27287 L -0.01806 0.27125 " pathEditMode="relative" rAng="0" ptsTypes="AAAA">
                                      <p:cBhvr>
                                        <p:cTn id="43" dur="2000" fill="hold"/>
                                        <p:tgtEl>
                                          <p:spTgt spid="648282"/>
                                        </p:tgtEl>
                                        <p:attrNameLst>
                                          <p:attrName>ppt_x</p:attrName>
                                          <p:attrName>ppt_y</p:attrName>
                                        </p:attrNameLst>
                                      </p:cBhvr>
                                      <p:rCtr x="12500" y="13600"/>
                                    </p:animMotion>
                                  </p:childTnLst>
                                </p:cTn>
                              </p:par>
                            </p:childTnLst>
                          </p:cTn>
                        </p:par>
                      </p:childTnLst>
                    </p:cTn>
                  </p:par>
                  <p:par>
                    <p:cTn id="44" fill="hold">
                      <p:stCondLst>
                        <p:cond delay="indefinite"/>
                      </p:stCondLst>
                      <p:childTnLst>
                        <p:par>
                          <p:cTn id="45" fill="hold">
                            <p:stCondLst>
                              <p:cond delay="0"/>
                            </p:stCondLst>
                            <p:childTnLst>
                              <p:par>
                                <p:cTn id="46" presetID="22" presetClass="entr" presetSubtype="2" fill="hold" nodeType="clickEffect">
                                  <p:stCondLst>
                                    <p:cond delay="0"/>
                                  </p:stCondLst>
                                  <p:childTnLst>
                                    <p:set>
                                      <p:cBhvr>
                                        <p:cTn id="47" dur="1" fill="hold">
                                          <p:stCondLst>
                                            <p:cond delay="0"/>
                                          </p:stCondLst>
                                        </p:cTn>
                                        <p:tgtEl>
                                          <p:spTgt spid="648296"/>
                                        </p:tgtEl>
                                        <p:attrNameLst>
                                          <p:attrName>style.visibility</p:attrName>
                                        </p:attrNameLst>
                                      </p:cBhvr>
                                      <p:to>
                                        <p:strVal val="visible"/>
                                      </p:to>
                                    </p:set>
                                    <p:animEffect transition="in" filter="wipe(right)">
                                      <p:cBhvr>
                                        <p:cTn id="48" dur="500"/>
                                        <p:tgtEl>
                                          <p:spTgt spid="648296"/>
                                        </p:tgtEl>
                                      </p:cBhvr>
                                    </p:animEffect>
                                  </p:childTnLst>
                                </p:cTn>
                              </p:par>
                              <p:par>
                                <p:cTn id="49" presetID="1" presetClass="exit" presetSubtype="0" fill="hold" nodeType="withEffect">
                                  <p:stCondLst>
                                    <p:cond delay="0"/>
                                  </p:stCondLst>
                                  <p:childTnLst>
                                    <p:set>
                                      <p:cBhvr>
                                        <p:cTn id="50" dur="1" fill="hold">
                                          <p:stCondLst>
                                            <p:cond delay="0"/>
                                          </p:stCondLst>
                                        </p:cTn>
                                        <p:tgtEl>
                                          <p:spTgt spid="648282"/>
                                        </p:tgtEl>
                                        <p:attrNameLst>
                                          <p:attrName>style.visibility</p:attrName>
                                        </p:attrNameLst>
                                      </p:cBhvr>
                                      <p:to>
                                        <p:strVal val="hidden"/>
                                      </p:to>
                                    </p:set>
                                  </p:childTnLst>
                                </p:cTn>
                              </p:par>
                            </p:childTnLst>
                          </p:cTn>
                        </p:par>
                        <p:par>
                          <p:cTn id="51" fill="hold">
                            <p:stCondLst>
                              <p:cond delay="500"/>
                            </p:stCondLst>
                            <p:childTnLst>
                              <p:par>
                                <p:cTn id="52" presetID="22" presetClass="entr" presetSubtype="4" fill="hold" nodeType="afterEffect">
                                  <p:stCondLst>
                                    <p:cond delay="0"/>
                                  </p:stCondLst>
                                  <p:childTnLst>
                                    <p:set>
                                      <p:cBhvr>
                                        <p:cTn id="53" dur="1" fill="hold">
                                          <p:stCondLst>
                                            <p:cond delay="0"/>
                                          </p:stCondLst>
                                        </p:cTn>
                                        <p:tgtEl>
                                          <p:spTgt spid="648305"/>
                                        </p:tgtEl>
                                        <p:attrNameLst>
                                          <p:attrName>style.visibility</p:attrName>
                                        </p:attrNameLst>
                                      </p:cBhvr>
                                      <p:to>
                                        <p:strVal val="visible"/>
                                      </p:to>
                                    </p:set>
                                    <p:animEffect transition="in" filter="wipe(down)">
                                      <p:cBhvr>
                                        <p:cTn id="54" dur="1000"/>
                                        <p:tgtEl>
                                          <p:spTgt spid="648305"/>
                                        </p:tgtEl>
                                      </p:cBhvr>
                                    </p:animEffect>
                                  </p:childTnLst>
                                </p:cTn>
                              </p:par>
                            </p:childTnLst>
                          </p:cTn>
                        </p:par>
                        <p:par>
                          <p:cTn id="55" fill="hold">
                            <p:stCondLst>
                              <p:cond delay="1500"/>
                            </p:stCondLst>
                            <p:childTnLst>
                              <p:par>
                                <p:cTn id="56" presetID="1" presetClass="exit" presetSubtype="0" fill="hold" nodeType="afterEffect">
                                  <p:stCondLst>
                                    <p:cond delay="1000"/>
                                  </p:stCondLst>
                                  <p:childTnLst>
                                    <p:set>
                                      <p:cBhvr>
                                        <p:cTn id="57" dur="1" fill="hold">
                                          <p:stCondLst>
                                            <p:cond delay="0"/>
                                          </p:stCondLst>
                                        </p:cTn>
                                        <p:tgtEl>
                                          <p:spTgt spid="648305"/>
                                        </p:tgtEl>
                                        <p:attrNameLst>
                                          <p:attrName>style.visibility</p:attrName>
                                        </p:attrNameLst>
                                      </p:cBhvr>
                                      <p:to>
                                        <p:strVal val="hidden"/>
                                      </p:to>
                                    </p:set>
                                  </p:childTnLst>
                                </p:cTn>
                              </p:par>
                              <p:par>
                                <p:cTn id="58" presetID="1" presetClass="entr" presetSubtype="0" fill="hold" grpId="0" nodeType="withEffect">
                                  <p:stCondLst>
                                    <p:cond delay="0"/>
                                  </p:stCondLst>
                                  <p:childTnLst>
                                    <p:set>
                                      <p:cBhvr>
                                        <p:cTn id="59" dur="1" fill="hold">
                                          <p:stCondLst>
                                            <p:cond delay="0"/>
                                          </p:stCondLst>
                                        </p:cTn>
                                        <p:tgtEl>
                                          <p:spTgt spid="648346"/>
                                        </p:tgtEl>
                                        <p:attrNameLst>
                                          <p:attrName>style.visibility</p:attrName>
                                        </p:attrNameLst>
                                      </p:cBhvr>
                                      <p:to>
                                        <p:strVal val="visible"/>
                                      </p:to>
                                    </p:set>
                                  </p:childTnLst>
                                </p:cTn>
                              </p:par>
                              <p:par>
                                <p:cTn id="60" presetID="1" presetClass="entr" presetSubtype="0" fill="hold" nodeType="withEffect">
                                  <p:stCondLst>
                                    <p:cond delay="1000"/>
                                  </p:stCondLst>
                                  <p:childTnLst>
                                    <p:set>
                                      <p:cBhvr>
                                        <p:cTn id="61" dur="1" fill="hold">
                                          <p:stCondLst>
                                            <p:cond delay="0"/>
                                          </p:stCondLst>
                                        </p:cTn>
                                        <p:tgtEl>
                                          <p:spTgt spid="6483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8195" grpId="0" build="p"/>
      <p:bldP spid="648344" grpId="0"/>
      <p:bldP spid="648345" grpId="0"/>
      <p:bldP spid="648346"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8" name="页脚占位符 4"/>
          <p:cNvSpPr txBox="1">
            <a:spLocks noGrp="1"/>
          </p:cNvSpPr>
          <p:nvPr>
            <p:ph type="ftr" sz="quarter" idx="11"/>
          </p:nvPr>
        </p:nvSpPr>
        <p:spPr/>
        <p:txBody>
          <a:bodyPr/>
          <a:p>
            <a:pPr marL="0" indent="0" algn="r">
              <a:spcBef>
                <a:spcPct val="0"/>
              </a:spcBef>
              <a:buClrTx/>
              <a:buSzTx/>
              <a:buFontTx/>
              <a:buNone/>
            </a:pPr>
            <a:r>
              <a:rPr lang="en-US" altLang="zh-CN" sz="1400" dirty="0">
                <a:ea typeface="宋体" panose="02010600030101010101" pitchFamily="2" charset="-122"/>
              </a:rPr>
              <a:t>Network Layer</a:t>
            </a:r>
            <a:endParaRPr lang="en-US" altLang="zh-CN" sz="1400" dirty="0">
              <a:latin typeface="Times New Roman" panose="02020603050405020304" pitchFamily="18" charset="0"/>
              <a:ea typeface="宋体" panose="02010600030101010101" pitchFamily="2" charset="-122"/>
            </a:endParaRPr>
          </a:p>
        </p:txBody>
      </p:sp>
      <p:sp>
        <p:nvSpPr>
          <p:cNvPr id="60419" name="灯片编号占位符 5"/>
          <p:cNvSpPr txBox="1">
            <a:spLocks noGrp="1"/>
          </p:cNvSpPr>
          <p:nvPr>
            <p:ph type="sldNum" sz="quarter" idx="12"/>
          </p:nvPr>
        </p:nvSpPr>
        <p:spPr/>
        <p:txBody>
          <a:bodyPr/>
          <a:p>
            <a:pPr marL="0" indent="0" algn="r">
              <a:spcBef>
                <a:spcPct val="0"/>
              </a:spcBef>
              <a:buClrTx/>
              <a:buSzTx/>
              <a:buFontTx/>
              <a:buNone/>
            </a:pPr>
            <a:r>
              <a:rPr lang="en-US" altLang="zh-CN" sz="1400" dirty="0">
                <a:ea typeface="宋体" panose="02010600030101010101" pitchFamily="2" charset="-122"/>
              </a:rPr>
              <a:t>4-</a:t>
            </a: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649219" name="Rectangle 3"/>
          <p:cNvSpPr>
            <a:spLocks noGrp="1"/>
          </p:cNvSpPr>
          <p:nvPr>
            <p:ph idx="1"/>
          </p:nvPr>
        </p:nvSpPr>
        <p:spPr>
          <a:xfrm>
            <a:off x="5037138" y="1158875"/>
            <a:ext cx="3430587" cy="1573213"/>
          </a:xfrm>
        </p:spPr>
        <p:txBody>
          <a:bodyPr vert="horz" wrap="square" lIns="91440" tIns="45720" rIns="91440" bIns="45720" anchor="t" anchorCtr="0"/>
          <a:p>
            <a:pPr>
              <a:lnSpc>
                <a:spcPct val="80000"/>
              </a:lnSpc>
            </a:pPr>
            <a:r>
              <a:rPr lang="en-US" altLang="zh-CN" sz="1800" dirty="0">
                <a:ea typeface="宋体" panose="02010600030101010101" pitchFamily="2" charset="-122"/>
              </a:rPr>
              <a:t>DHCP server formulates DHCP ACK containing client’s IP address, IP address of first-hop router for client, name &amp; IP address of DNS server</a:t>
            </a:r>
            <a:endParaRPr lang="en-US" altLang="zh-CN" sz="1800" dirty="0">
              <a:ea typeface="宋体" panose="02010600030101010101" pitchFamily="2" charset="-122"/>
            </a:endParaRPr>
          </a:p>
          <a:p>
            <a:pPr>
              <a:lnSpc>
                <a:spcPct val="80000"/>
              </a:lnSpc>
            </a:pPr>
            <a:endParaRPr lang="en-US" altLang="zh-CN" sz="1800" dirty="0">
              <a:ea typeface="宋体" panose="02010600030101010101" pitchFamily="2" charset="-122"/>
            </a:endParaRPr>
          </a:p>
        </p:txBody>
      </p:sp>
      <p:sp>
        <p:nvSpPr>
          <p:cNvPr id="60421" name="Freeform 3"/>
          <p:cNvSpPr/>
          <p:nvPr/>
        </p:nvSpPr>
        <p:spPr>
          <a:xfrm>
            <a:off x="773113" y="1273175"/>
            <a:ext cx="3554412" cy="2754313"/>
          </a:xfrm>
          <a:custGeom>
            <a:avLst/>
            <a:gdLst>
              <a:gd name="txL" fmla="*/ 0 w 2406"/>
              <a:gd name="txT" fmla="*/ 0 h 958"/>
              <a:gd name="txR" fmla="*/ 2406 w 2406"/>
              <a:gd name="txB" fmla="*/ 958 h 958"/>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2406" h="958">
                <a:moveTo>
                  <a:pt x="2192" y="274"/>
                </a:moveTo>
                <a:cubicBezTo>
                  <a:pt x="1978" y="94"/>
                  <a:pt x="1990" y="122"/>
                  <a:pt x="1857" y="77"/>
                </a:cubicBezTo>
                <a:cubicBezTo>
                  <a:pt x="1724" y="32"/>
                  <a:pt x="1584" y="0"/>
                  <a:pt x="1393" y="7"/>
                </a:cubicBezTo>
                <a:cubicBezTo>
                  <a:pt x="1202" y="14"/>
                  <a:pt x="898" y="84"/>
                  <a:pt x="713" y="122"/>
                </a:cubicBezTo>
                <a:cubicBezTo>
                  <a:pt x="528" y="160"/>
                  <a:pt x="395" y="168"/>
                  <a:pt x="280" y="234"/>
                </a:cubicBezTo>
                <a:cubicBezTo>
                  <a:pt x="166" y="301"/>
                  <a:pt x="52" y="432"/>
                  <a:pt x="26" y="522"/>
                </a:cubicBezTo>
                <a:cubicBezTo>
                  <a:pt x="0" y="612"/>
                  <a:pt x="81" y="711"/>
                  <a:pt x="122" y="773"/>
                </a:cubicBezTo>
                <a:cubicBezTo>
                  <a:pt x="163" y="835"/>
                  <a:pt x="99" y="877"/>
                  <a:pt x="273" y="894"/>
                </a:cubicBezTo>
                <a:cubicBezTo>
                  <a:pt x="447" y="911"/>
                  <a:pt x="938" y="866"/>
                  <a:pt x="1169" y="876"/>
                </a:cubicBezTo>
                <a:cubicBezTo>
                  <a:pt x="1400" y="886"/>
                  <a:pt x="1499" y="950"/>
                  <a:pt x="1659" y="954"/>
                </a:cubicBezTo>
                <a:cubicBezTo>
                  <a:pt x="1819" y="958"/>
                  <a:pt x="2014" y="958"/>
                  <a:pt x="2129" y="897"/>
                </a:cubicBezTo>
                <a:cubicBezTo>
                  <a:pt x="2244" y="836"/>
                  <a:pt x="2327" y="856"/>
                  <a:pt x="2350" y="591"/>
                </a:cubicBezTo>
                <a:cubicBezTo>
                  <a:pt x="2373" y="326"/>
                  <a:pt x="2406" y="454"/>
                  <a:pt x="2192" y="274"/>
                </a:cubicBezTo>
                <a:close/>
              </a:path>
            </a:pathLst>
          </a:custGeom>
          <a:solidFill>
            <a:srgbClr val="00FFFF">
              <a:alpha val="100000"/>
            </a:srgbClr>
          </a:solidFill>
          <a:ln w="9525">
            <a:noFill/>
          </a:ln>
        </p:spPr>
        <p:txBody>
          <a:bodyPr/>
          <a:p>
            <a:endParaRPr lang="zh-CN" altLang="en-US"/>
          </a:p>
        </p:txBody>
      </p:sp>
      <p:sp>
        <p:nvSpPr>
          <p:cNvPr id="60422" name="Line 36"/>
          <p:cNvSpPr/>
          <p:nvPr/>
        </p:nvSpPr>
        <p:spPr>
          <a:xfrm flipV="1">
            <a:off x="3775075" y="2344738"/>
            <a:ext cx="155575" cy="142875"/>
          </a:xfrm>
          <a:prstGeom prst="line">
            <a:avLst/>
          </a:prstGeom>
          <a:ln w="9525" cap="flat" cmpd="sng">
            <a:solidFill>
              <a:srgbClr val="000000"/>
            </a:solidFill>
            <a:prstDash val="solid"/>
            <a:headEnd type="none" w="med" len="med"/>
            <a:tailEnd type="none" w="med" len="med"/>
          </a:ln>
        </p:spPr>
      </p:sp>
      <p:grpSp>
        <p:nvGrpSpPr>
          <p:cNvPr id="60423" name="Group 38"/>
          <p:cNvGrpSpPr/>
          <p:nvPr/>
        </p:nvGrpSpPr>
        <p:grpSpPr>
          <a:xfrm>
            <a:off x="3255963" y="2459038"/>
            <a:ext cx="742950" cy="311150"/>
            <a:chOff x="1935" y="960"/>
            <a:chExt cx="468" cy="196"/>
          </a:xfrm>
        </p:grpSpPr>
        <p:sp>
          <p:nvSpPr>
            <p:cNvPr id="60563" name="Line 39"/>
            <p:cNvSpPr/>
            <p:nvPr/>
          </p:nvSpPr>
          <p:spPr>
            <a:xfrm>
              <a:off x="2368" y="960"/>
              <a:ext cx="0" cy="0"/>
            </a:xfrm>
            <a:prstGeom prst="line">
              <a:avLst/>
            </a:prstGeom>
            <a:ln w="9525" cap="flat" cmpd="sng">
              <a:solidFill>
                <a:srgbClr val="000000"/>
              </a:solidFill>
              <a:prstDash val="solid"/>
              <a:headEnd type="none" w="med" len="med"/>
              <a:tailEnd type="none" w="med" len="med"/>
            </a:ln>
          </p:spPr>
        </p:sp>
        <p:sp>
          <p:nvSpPr>
            <p:cNvPr id="60564" name="Rectangle 40"/>
            <p:cNvSpPr/>
            <p:nvPr/>
          </p:nvSpPr>
          <p:spPr>
            <a:xfrm>
              <a:off x="1935" y="1065"/>
              <a:ext cx="465" cy="91"/>
            </a:xfrm>
            <a:prstGeom prst="rect">
              <a:avLst/>
            </a:prstGeom>
            <a:solidFill>
              <a:srgbClr val="BBE0E3"/>
            </a:solidFill>
            <a:ln w="9525" cap="flat" cmpd="sng">
              <a:prstDash val="solid"/>
              <a:miter/>
              <a:headEnd type="none" w="med" len="med"/>
              <a:tailEnd type="none" w="med" len="med"/>
            </a:ln>
            <a:scene3d>
              <a:camera prst="legacyObliqueTopRight">
                <a:rot lat="0" lon="0" rev="0"/>
              </a:camera>
              <a:lightRig rig="legacyFlat3" dir="l"/>
            </a:scene3d>
            <a:sp3d extrusionH="430200" prstMaterial="legacyMatte">
              <a:bevelT w="13500" h="13500" prst="angle"/>
              <a:bevelB w="13500" h="13500" prst="angle"/>
              <a:extrusionClr>
                <a:schemeClr val="accent1"/>
              </a:extrusionClr>
            </a:sp3d>
          </p:spPr>
          <p:txBody>
            <a:bodyPr wrap="none" anchor="ctr" anchorCtr="0">
              <a:flatTx/>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eaLnBrk="1" hangingPunct="1">
                <a:spcBef>
                  <a:spcPct val="0"/>
                </a:spcBef>
                <a:buClrTx/>
                <a:buSzTx/>
                <a:buFontTx/>
                <a:buNone/>
              </a:pPr>
              <a:endParaRPr lang="zh-CN" altLang="zh-CN" sz="1800" dirty="0">
                <a:latin typeface="Arial" panose="020B0604020202020204" pitchFamily="34" charset="0"/>
                <a:ea typeface="宋体" panose="02010600030101010101" pitchFamily="2" charset="-122"/>
              </a:endParaRPr>
            </a:p>
          </p:txBody>
        </p:sp>
        <p:sp>
          <p:nvSpPr>
            <p:cNvPr id="60565" name="Freeform 41"/>
            <p:cNvSpPr/>
            <p:nvPr/>
          </p:nvSpPr>
          <p:spPr>
            <a:xfrm>
              <a:off x="2069" y="975"/>
              <a:ext cx="307" cy="63"/>
            </a:xfrm>
            <a:custGeom>
              <a:avLst/>
              <a:gdLst>
                <a:gd name="txL" fmla="*/ 0 w 432"/>
                <a:gd name="txT" fmla="*/ 0 h 105"/>
                <a:gd name="txR" fmla="*/ 432 w 432"/>
                <a:gd name="txB" fmla="*/ 105 h 105"/>
              </a:gdLst>
              <a:ahLst/>
              <a:cxnLst>
                <a:cxn ang="0">
                  <a:pos x="0" y="0"/>
                </a:cxn>
                <a:cxn ang="0">
                  <a:pos x="6" y="0"/>
                </a:cxn>
                <a:cxn ang="0">
                  <a:pos x="20" y="2"/>
                </a:cxn>
                <a:cxn ang="0">
                  <a:pos x="28" y="2"/>
                </a:cxn>
              </a:cxnLst>
              <a:rect l="txL" t="txT" r="txR" b="txB"/>
              <a:pathLst>
                <a:path w="432" h="105">
                  <a:moveTo>
                    <a:pt x="0" y="0"/>
                  </a:moveTo>
                  <a:lnTo>
                    <a:pt x="85" y="0"/>
                  </a:lnTo>
                  <a:lnTo>
                    <a:pt x="307" y="105"/>
                  </a:lnTo>
                  <a:lnTo>
                    <a:pt x="432" y="105"/>
                  </a:lnTo>
                </a:path>
              </a:pathLst>
            </a:custGeom>
            <a:noFill/>
            <a:ln w="28575" cap="flat" cmpd="sng">
              <a:solidFill>
                <a:srgbClr val="000000">
                  <a:alpha val="100000"/>
                </a:srgbClr>
              </a:solidFill>
              <a:prstDash val="solid"/>
              <a:round/>
              <a:headEnd type="none" w="med" len="med"/>
              <a:tailEnd type="none" w="med" len="med"/>
            </a:ln>
          </p:spPr>
          <p:txBody>
            <a:bodyPr/>
            <a:p>
              <a:endParaRPr lang="zh-CN" altLang="en-US"/>
            </a:p>
          </p:txBody>
        </p:sp>
        <p:sp>
          <p:nvSpPr>
            <p:cNvPr id="60566" name="Freeform 42"/>
            <p:cNvSpPr/>
            <p:nvPr/>
          </p:nvSpPr>
          <p:spPr>
            <a:xfrm flipV="1">
              <a:off x="2051" y="981"/>
              <a:ext cx="352" cy="63"/>
            </a:xfrm>
            <a:custGeom>
              <a:avLst/>
              <a:gdLst>
                <a:gd name="txL" fmla="*/ 0 w 432"/>
                <a:gd name="txT" fmla="*/ 0 h 105"/>
                <a:gd name="txR" fmla="*/ 432 w 432"/>
                <a:gd name="txB" fmla="*/ 105 h 105"/>
              </a:gdLst>
              <a:ahLst/>
              <a:cxnLst>
                <a:cxn ang="0">
                  <a:pos x="0" y="0"/>
                </a:cxn>
                <a:cxn ang="0">
                  <a:pos x="16" y="0"/>
                </a:cxn>
                <a:cxn ang="0">
                  <a:pos x="59" y="2"/>
                </a:cxn>
                <a:cxn ang="0">
                  <a:pos x="84" y="2"/>
                </a:cxn>
              </a:cxnLst>
              <a:rect l="txL" t="txT" r="txR" b="txB"/>
              <a:pathLst>
                <a:path w="432" h="105">
                  <a:moveTo>
                    <a:pt x="0" y="0"/>
                  </a:moveTo>
                  <a:lnTo>
                    <a:pt x="85" y="0"/>
                  </a:lnTo>
                  <a:lnTo>
                    <a:pt x="307" y="105"/>
                  </a:lnTo>
                  <a:lnTo>
                    <a:pt x="432" y="105"/>
                  </a:lnTo>
                </a:path>
              </a:pathLst>
            </a:custGeom>
            <a:noFill/>
            <a:ln w="28575" cap="flat" cmpd="sng">
              <a:solidFill>
                <a:srgbClr val="000000">
                  <a:alpha val="100000"/>
                </a:srgbClr>
              </a:solidFill>
              <a:prstDash val="solid"/>
              <a:round/>
              <a:headEnd type="none" w="med" len="med"/>
              <a:tailEnd type="none" w="med" len="med"/>
            </a:ln>
          </p:spPr>
          <p:txBody>
            <a:bodyPr/>
            <a:p>
              <a:endParaRPr lang="zh-CN" altLang="en-US"/>
            </a:p>
          </p:txBody>
        </p:sp>
      </p:grpSp>
      <p:sp>
        <p:nvSpPr>
          <p:cNvPr id="60424" name="Line 43"/>
          <p:cNvSpPr/>
          <p:nvPr/>
        </p:nvSpPr>
        <p:spPr>
          <a:xfrm flipV="1">
            <a:off x="2665413" y="2517775"/>
            <a:ext cx="695325" cy="0"/>
          </a:xfrm>
          <a:prstGeom prst="line">
            <a:avLst/>
          </a:prstGeom>
          <a:ln w="9525" cap="flat" cmpd="sng">
            <a:solidFill>
              <a:srgbClr val="000000"/>
            </a:solidFill>
            <a:prstDash val="solid"/>
            <a:headEnd type="none" w="med" len="med"/>
            <a:tailEnd type="none" w="med" len="med"/>
          </a:ln>
        </p:spPr>
      </p:sp>
      <p:sp>
        <p:nvSpPr>
          <p:cNvPr id="60425" name="Line 44"/>
          <p:cNvSpPr/>
          <p:nvPr/>
        </p:nvSpPr>
        <p:spPr>
          <a:xfrm flipV="1">
            <a:off x="3924300" y="2201863"/>
            <a:ext cx="138113" cy="142875"/>
          </a:xfrm>
          <a:prstGeom prst="line">
            <a:avLst/>
          </a:prstGeom>
          <a:ln w="9525" cap="flat" cmpd="sng">
            <a:solidFill>
              <a:srgbClr val="000000"/>
            </a:solidFill>
            <a:prstDash val="dash"/>
            <a:headEnd type="none" w="med" len="med"/>
            <a:tailEnd type="none" w="med" len="med"/>
          </a:ln>
        </p:spPr>
      </p:sp>
      <p:sp>
        <p:nvSpPr>
          <p:cNvPr id="60426" name="Rectangle 45"/>
          <p:cNvSpPr/>
          <p:nvPr/>
        </p:nvSpPr>
        <p:spPr>
          <a:xfrm>
            <a:off x="2403475" y="2479675"/>
            <a:ext cx="257175" cy="69850"/>
          </a:xfrm>
          <a:prstGeom prst="rect">
            <a:avLst/>
          </a:prstGeom>
          <a:solidFill>
            <a:srgbClr val="C0C0C0"/>
          </a:solidFill>
          <a:ln w="9525" cap="flat" cmpd="sng">
            <a:solidFill>
              <a:srgbClr val="000000"/>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eaLnBrk="1" hangingPunct="1">
              <a:spcBef>
                <a:spcPct val="0"/>
              </a:spcBef>
              <a:buClrTx/>
              <a:buSzTx/>
              <a:buFontTx/>
              <a:buNone/>
            </a:pPr>
            <a:endParaRPr lang="zh-CN" altLang="zh-CN" sz="1800" dirty="0">
              <a:latin typeface="Arial" panose="020B0604020202020204" pitchFamily="34" charset="0"/>
              <a:ea typeface="宋体" panose="02010600030101010101" pitchFamily="2" charset="-122"/>
            </a:endParaRPr>
          </a:p>
        </p:txBody>
      </p:sp>
      <p:sp>
        <p:nvSpPr>
          <p:cNvPr id="60427" name="Line 48"/>
          <p:cNvSpPr/>
          <p:nvPr/>
        </p:nvSpPr>
        <p:spPr>
          <a:xfrm flipV="1">
            <a:off x="3279775" y="2736850"/>
            <a:ext cx="512763" cy="612775"/>
          </a:xfrm>
          <a:prstGeom prst="line">
            <a:avLst/>
          </a:prstGeom>
          <a:ln w="9525" cap="flat" cmpd="sng">
            <a:solidFill>
              <a:srgbClr val="000000"/>
            </a:solidFill>
            <a:prstDash val="solid"/>
            <a:headEnd type="none" w="med" len="med"/>
            <a:tailEnd type="none" w="med" len="med"/>
          </a:ln>
        </p:spPr>
      </p:sp>
      <p:grpSp>
        <p:nvGrpSpPr>
          <p:cNvPr id="60428" name="Group 49"/>
          <p:cNvGrpSpPr/>
          <p:nvPr/>
        </p:nvGrpSpPr>
        <p:grpSpPr>
          <a:xfrm>
            <a:off x="2760663" y="3365500"/>
            <a:ext cx="987425" cy="479425"/>
            <a:chOff x="1118" y="1621"/>
            <a:chExt cx="622" cy="302"/>
          </a:xfrm>
        </p:grpSpPr>
        <p:sp>
          <p:nvSpPr>
            <p:cNvPr id="60546" name="Rectangle 50"/>
            <p:cNvSpPr/>
            <p:nvPr/>
          </p:nvSpPr>
          <p:spPr>
            <a:xfrm>
              <a:off x="1578" y="1789"/>
              <a:ext cx="162" cy="44"/>
            </a:xfrm>
            <a:prstGeom prst="rect">
              <a:avLst/>
            </a:prstGeom>
            <a:solidFill>
              <a:srgbClr val="C0C0C0"/>
            </a:solidFill>
            <a:ln w="9525" cap="flat" cmpd="sng">
              <a:solidFill>
                <a:srgbClr val="000000"/>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eaLnBrk="1" hangingPunct="1">
                <a:spcBef>
                  <a:spcPct val="0"/>
                </a:spcBef>
                <a:buClrTx/>
                <a:buSzTx/>
                <a:buFontTx/>
                <a:buNone/>
              </a:pPr>
              <a:endParaRPr lang="zh-CN" altLang="zh-CN" sz="1800" dirty="0">
                <a:latin typeface="Arial" panose="020B0604020202020204" pitchFamily="34" charset="0"/>
                <a:ea typeface="宋体" panose="02010600030101010101" pitchFamily="2" charset="-122"/>
              </a:endParaRPr>
            </a:p>
          </p:txBody>
        </p:sp>
        <p:sp>
          <p:nvSpPr>
            <p:cNvPr id="60547" name="Rectangle 51"/>
            <p:cNvSpPr/>
            <p:nvPr/>
          </p:nvSpPr>
          <p:spPr>
            <a:xfrm rot="-2700000">
              <a:off x="1336" y="1621"/>
              <a:ext cx="162" cy="44"/>
            </a:xfrm>
            <a:prstGeom prst="rect">
              <a:avLst/>
            </a:prstGeom>
            <a:solidFill>
              <a:srgbClr val="C0C0C0"/>
            </a:solidFill>
            <a:ln w="9525" cap="flat" cmpd="sng">
              <a:solidFill>
                <a:srgbClr val="000000"/>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eaLnBrk="1" hangingPunct="1">
                <a:spcBef>
                  <a:spcPct val="0"/>
                </a:spcBef>
                <a:buClrTx/>
                <a:buSzTx/>
                <a:buFontTx/>
                <a:buNone/>
              </a:pPr>
              <a:endParaRPr lang="zh-CN" altLang="zh-CN" sz="1800" dirty="0">
                <a:latin typeface="Arial" panose="020B0604020202020204" pitchFamily="34" charset="0"/>
                <a:ea typeface="宋体" panose="02010600030101010101" pitchFamily="2" charset="-122"/>
              </a:endParaRPr>
            </a:p>
          </p:txBody>
        </p:sp>
        <p:grpSp>
          <p:nvGrpSpPr>
            <p:cNvPr id="60548" name="Group 52"/>
            <p:cNvGrpSpPr/>
            <p:nvPr/>
          </p:nvGrpSpPr>
          <p:grpSpPr>
            <a:xfrm>
              <a:off x="1118" y="1684"/>
              <a:ext cx="477" cy="239"/>
              <a:chOff x="2466" y="2026"/>
              <a:chExt cx="477" cy="282"/>
            </a:xfrm>
          </p:grpSpPr>
          <p:sp>
            <p:nvSpPr>
              <p:cNvPr id="60549" name="Oval 53"/>
              <p:cNvSpPr/>
              <p:nvPr/>
            </p:nvSpPr>
            <p:spPr>
              <a:xfrm>
                <a:off x="2466" y="2168"/>
                <a:ext cx="476" cy="140"/>
              </a:xfrm>
              <a:prstGeom prst="ellipse">
                <a:avLst/>
              </a:prstGeom>
              <a:solidFill>
                <a:srgbClr val="DDDDDD"/>
              </a:solidFill>
              <a:ln w="12700" cap="flat" cmpd="sng">
                <a:solidFill>
                  <a:srgbClr val="00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eaLnBrk="1" hangingPunct="1">
                  <a:spcBef>
                    <a:spcPct val="0"/>
                  </a:spcBef>
                  <a:buClrTx/>
                  <a:buSzTx/>
                  <a:buFontTx/>
                  <a:buNone/>
                </a:pPr>
                <a:endParaRPr lang="zh-CN" altLang="zh-CN" sz="1800" dirty="0">
                  <a:latin typeface="Arial" panose="020B0604020202020204" pitchFamily="34" charset="0"/>
                  <a:ea typeface="宋体" panose="02010600030101010101" pitchFamily="2" charset="-122"/>
                </a:endParaRPr>
              </a:p>
            </p:txBody>
          </p:sp>
          <p:sp>
            <p:nvSpPr>
              <p:cNvPr id="60550" name="Line 54"/>
              <p:cNvSpPr/>
              <p:nvPr/>
            </p:nvSpPr>
            <p:spPr>
              <a:xfrm>
                <a:off x="2470" y="2125"/>
                <a:ext cx="1" cy="85"/>
              </a:xfrm>
              <a:prstGeom prst="line">
                <a:avLst/>
              </a:prstGeom>
              <a:ln w="12700" cap="flat" cmpd="sng">
                <a:solidFill>
                  <a:srgbClr val="000000"/>
                </a:solidFill>
                <a:prstDash val="solid"/>
                <a:headEnd type="none" w="med" len="med"/>
                <a:tailEnd type="none" w="med" len="med"/>
              </a:ln>
            </p:spPr>
          </p:sp>
          <p:sp>
            <p:nvSpPr>
              <p:cNvPr id="60551" name="Rectangle 55"/>
              <p:cNvSpPr/>
              <p:nvPr/>
            </p:nvSpPr>
            <p:spPr>
              <a:xfrm>
                <a:off x="2470" y="2125"/>
                <a:ext cx="472" cy="111"/>
              </a:xfrm>
              <a:prstGeom prst="rect">
                <a:avLst/>
              </a:prstGeom>
              <a:solidFill>
                <a:srgbClr val="DDDDDD"/>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60552" name="Oval 56"/>
              <p:cNvSpPr/>
              <p:nvPr/>
            </p:nvSpPr>
            <p:spPr>
              <a:xfrm>
                <a:off x="2466" y="2026"/>
                <a:ext cx="476" cy="160"/>
              </a:xfrm>
              <a:prstGeom prst="ellipse">
                <a:avLst/>
              </a:prstGeom>
              <a:solidFill>
                <a:srgbClr val="DDDDDD"/>
              </a:solidFill>
              <a:ln w="12700" cap="flat" cmpd="sng">
                <a:solidFill>
                  <a:srgbClr val="00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eaLnBrk="1" hangingPunct="1">
                  <a:spcBef>
                    <a:spcPct val="0"/>
                  </a:spcBef>
                  <a:buClrTx/>
                  <a:buSzTx/>
                  <a:buFontTx/>
                  <a:buNone/>
                </a:pPr>
                <a:endParaRPr lang="zh-CN" altLang="zh-CN" sz="1800" dirty="0">
                  <a:latin typeface="Arial" panose="020B0604020202020204" pitchFamily="34" charset="0"/>
                  <a:ea typeface="宋体" panose="02010600030101010101" pitchFamily="2" charset="-122"/>
                </a:endParaRPr>
              </a:p>
            </p:txBody>
          </p:sp>
          <p:grpSp>
            <p:nvGrpSpPr>
              <p:cNvPr id="60553" name="Group 57"/>
              <p:cNvGrpSpPr/>
              <p:nvPr/>
            </p:nvGrpSpPr>
            <p:grpSpPr>
              <a:xfrm>
                <a:off x="2581" y="2061"/>
                <a:ext cx="236" cy="94"/>
                <a:chOff x="2848" y="848"/>
                <a:chExt cx="140" cy="98"/>
              </a:xfrm>
            </p:grpSpPr>
            <p:sp>
              <p:nvSpPr>
                <p:cNvPr id="60560" name="Line 58"/>
                <p:cNvSpPr/>
                <p:nvPr/>
              </p:nvSpPr>
              <p:spPr>
                <a:xfrm flipV="1">
                  <a:off x="2848" y="848"/>
                  <a:ext cx="50" cy="2"/>
                </a:xfrm>
                <a:prstGeom prst="line">
                  <a:avLst/>
                </a:prstGeom>
                <a:ln w="28575" cap="flat" cmpd="sng">
                  <a:solidFill>
                    <a:srgbClr val="000000"/>
                  </a:solidFill>
                  <a:prstDash val="solid"/>
                  <a:headEnd type="none" w="med" len="med"/>
                  <a:tailEnd type="none" w="med" len="med"/>
                </a:ln>
              </p:spPr>
            </p:sp>
            <p:sp>
              <p:nvSpPr>
                <p:cNvPr id="60561" name="Line 59"/>
                <p:cNvSpPr/>
                <p:nvPr/>
              </p:nvSpPr>
              <p:spPr>
                <a:xfrm>
                  <a:off x="2944" y="946"/>
                  <a:ext cx="44" cy="0"/>
                </a:xfrm>
                <a:prstGeom prst="line">
                  <a:avLst/>
                </a:prstGeom>
                <a:ln w="28575" cap="flat" cmpd="sng">
                  <a:solidFill>
                    <a:srgbClr val="000000"/>
                  </a:solidFill>
                  <a:prstDash val="solid"/>
                  <a:headEnd type="none" w="med" len="med"/>
                  <a:tailEnd type="none" w="med" len="med"/>
                </a:ln>
              </p:spPr>
            </p:sp>
            <p:sp>
              <p:nvSpPr>
                <p:cNvPr id="60562" name="Line 60"/>
                <p:cNvSpPr/>
                <p:nvPr/>
              </p:nvSpPr>
              <p:spPr>
                <a:xfrm>
                  <a:off x="2894" y="850"/>
                  <a:ext cx="52" cy="96"/>
                </a:xfrm>
                <a:prstGeom prst="line">
                  <a:avLst/>
                </a:prstGeom>
                <a:ln w="28575" cap="flat" cmpd="sng">
                  <a:solidFill>
                    <a:srgbClr val="000000"/>
                  </a:solidFill>
                  <a:prstDash val="solid"/>
                  <a:headEnd type="none" w="med" len="med"/>
                  <a:tailEnd type="none" w="med" len="med"/>
                </a:ln>
              </p:spPr>
            </p:sp>
          </p:grpSp>
          <p:grpSp>
            <p:nvGrpSpPr>
              <p:cNvPr id="60554" name="Group 61"/>
              <p:cNvGrpSpPr/>
              <p:nvPr/>
            </p:nvGrpSpPr>
            <p:grpSpPr>
              <a:xfrm flipV="1">
                <a:off x="2581" y="2060"/>
                <a:ext cx="236" cy="94"/>
                <a:chOff x="2848" y="848"/>
                <a:chExt cx="140" cy="98"/>
              </a:xfrm>
            </p:grpSpPr>
            <p:sp>
              <p:nvSpPr>
                <p:cNvPr id="60557" name="Line 62"/>
                <p:cNvSpPr/>
                <p:nvPr/>
              </p:nvSpPr>
              <p:spPr>
                <a:xfrm flipV="1">
                  <a:off x="2848" y="848"/>
                  <a:ext cx="50" cy="2"/>
                </a:xfrm>
                <a:prstGeom prst="line">
                  <a:avLst/>
                </a:prstGeom>
                <a:ln w="28575" cap="flat" cmpd="sng">
                  <a:solidFill>
                    <a:srgbClr val="000000"/>
                  </a:solidFill>
                  <a:prstDash val="solid"/>
                  <a:headEnd type="none" w="med" len="med"/>
                  <a:tailEnd type="none" w="med" len="med"/>
                </a:ln>
              </p:spPr>
            </p:sp>
            <p:sp>
              <p:nvSpPr>
                <p:cNvPr id="60558" name="Line 63"/>
                <p:cNvSpPr/>
                <p:nvPr/>
              </p:nvSpPr>
              <p:spPr>
                <a:xfrm>
                  <a:off x="2944" y="946"/>
                  <a:ext cx="44" cy="0"/>
                </a:xfrm>
                <a:prstGeom prst="line">
                  <a:avLst/>
                </a:prstGeom>
                <a:ln w="28575" cap="flat" cmpd="sng">
                  <a:solidFill>
                    <a:srgbClr val="000000"/>
                  </a:solidFill>
                  <a:prstDash val="solid"/>
                  <a:headEnd type="none" w="med" len="med"/>
                  <a:tailEnd type="none" w="med" len="med"/>
                </a:ln>
              </p:spPr>
            </p:sp>
            <p:sp>
              <p:nvSpPr>
                <p:cNvPr id="60559" name="Line 64"/>
                <p:cNvSpPr/>
                <p:nvPr/>
              </p:nvSpPr>
              <p:spPr>
                <a:xfrm>
                  <a:off x="2894" y="850"/>
                  <a:ext cx="52" cy="96"/>
                </a:xfrm>
                <a:prstGeom prst="line">
                  <a:avLst/>
                </a:prstGeom>
                <a:ln w="28575" cap="flat" cmpd="sng">
                  <a:solidFill>
                    <a:srgbClr val="000000"/>
                  </a:solidFill>
                  <a:prstDash val="solid"/>
                  <a:headEnd type="none" w="med" len="med"/>
                  <a:tailEnd type="none" w="med" len="med"/>
                </a:ln>
              </p:spPr>
            </p:sp>
          </p:grpSp>
          <p:sp>
            <p:nvSpPr>
              <p:cNvPr id="60555" name="Line 65"/>
              <p:cNvSpPr/>
              <p:nvPr/>
            </p:nvSpPr>
            <p:spPr>
              <a:xfrm flipH="1">
                <a:off x="2942" y="2109"/>
                <a:ext cx="1" cy="127"/>
              </a:xfrm>
              <a:prstGeom prst="line">
                <a:avLst/>
              </a:prstGeom>
              <a:ln w="12700" cap="flat" cmpd="sng">
                <a:solidFill>
                  <a:srgbClr val="000000"/>
                </a:solidFill>
                <a:prstDash val="solid"/>
                <a:headEnd type="none" w="med" len="med"/>
                <a:tailEnd type="none" w="med" len="med"/>
              </a:ln>
            </p:spPr>
          </p:sp>
          <p:sp>
            <p:nvSpPr>
              <p:cNvPr id="60556" name="Line 66"/>
              <p:cNvSpPr/>
              <p:nvPr/>
            </p:nvSpPr>
            <p:spPr>
              <a:xfrm flipH="1">
                <a:off x="2466" y="2117"/>
                <a:ext cx="1" cy="127"/>
              </a:xfrm>
              <a:prstGeom prst="line">
                <a:avLst/>
              </a:prstGeom>
              <a:ln w="12700" cap="flat" cmpd="sng">
                <a:solidFill>
                  <a:srgbClr val="000000"/>
                </a:solidFill>
                <a:prstDash val="solid"/>
                <a:headEnd type="none" w="med" len="med"/>
                <a:tailEnd type="none" w="med" len="med"/>
              </a:ln>
            </p:spPr>
          </p:sp>
        </p:grpSp>
      </p:grpSp>
      <p:graphicFrame>
        <p:nvGraphicFramePr>
          <p:cNvPr id="60429" name="Object 142"/>
          <p:cNvGraphicFramePr>
            <a:graphicFrameLocks noChangeAspect="1"/>
          </p:cNvGraphicFramePr>
          <p:nvPr/>
        </p:nvGraphicFramePr>
        <p:xfrm>
          <a:off x="1790700" y="2141538"/>
          <a:ext cx="652463" cy="658812"/>
        </p:xfrm>
        <a:graphic>
          <a:graphicData uri="http://schemas.openxmlformats.org/presentationml/2006/ole">
            <mc:AlternateContent xmlns:mc="http://schemas.openxmlformats.org/markup-compatibility/2006">
              <mc:Choice xmlns:v="urn:schemas-microsoft-com:vml" Requires="v">
                <p:oleObj spid="_x0000_s3130" name="" r:id="rId1" imgW="1268095" imgH="1199515" progId="MS_ClipArt_Gallery.2">
                  <p:embed/>
                </p:oleObj>
              </mc:Choice>
              <mc:Fallback>
                <p:oleObj name="" r:id="rId1" imgW="1268095" imgH="1199515" progId="MS_ClipArt_Gallery.2">
                  <p:embed/>
                  <p:pic>
                    <p:nvPicPr>
                      <p:cNvPr id="0" name="图片 3129"/>
                      <p:cNvPicPr/>
                      <p:nvPr/>
                    </p:nvPicPr>
                    <p:blipFill>
                      <a:blip r:embed="rId2"/>
                      <a:stretch>
                        <a:fillRect/>
                      </a:stretch>
                    </p:blipFill>
                    <p:spPr>
                      <a:xfrm>
                        <a:off x="1790700" y="2141538"/>
                        <a:ext cx="652463" cy="658812"/>
                      </a:xfrm>
                      <a:prstGeom prst="rect">
                        <a:avLst/>
                      </a:prstGeom>
                      <a:noFill/>
                      <a:ln w="38100">
                        <a:noFill/>
                        <a:miter/>
                      </a:ln>
                    </p:spPr>
                  </p:pic>
                </p:oleObj>
              </mc:Fallback>
            </mc:AlternateContent>
          </a:graphicData>
        </a:graphic>
      </p:graphicFrame>
      <p:grpSp>
        <p:nvGrpSpPr>
          <p:cNvPr id="60430" name="Group 84"/>
          <p:cNvGrpSpPr/>
          <p:nvPr/>
        </p:nvGrpSpPr>
        <p:grpSpPr>
          <a:xfrm>
            <a:off x="2554288" y="3170238"/>
            <a:ext cx="306387" cy="647700"/>
            <a:chOff x="4180" y="783"/>
            <a:chExt cx="150" cy="307"/>
          </a:xfrm>
        </p:grpSpPr>
        <p:sp>
          <p:nvSpPr>
            <p:cNvPr id="60538" name="AutoShape 85"/>
            <p:cNvSpPr/>
            <p:nvPr/>
          </p:nvSpPr>
          <p:spPr>
            <a:xfrm>
              <a:off x="4180" y="1019"/>
              <a:ext cx="150" cy="71"/>
            </a:xfrm>
            <a:prstGeom prst="parallelogram">
              <a:avLst>
                <a:gd name="adj" fmla="val 81386"/>
              </a:avLst>
            </a:prstGeom>
            <a:solidFill>
              <a:srgbClr val="33CCCC"/>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eaLnBrk="1" hangingPunct="1">
                <a:spcBef>
                  <a:spcPct val="0"/>
                </a:spcBef>
                <a:buClrTx/>
                <a:buSzTx/>
                <a:buFontTx/>
                <a:buNone/>
              </a:pPr>
              <a:endParaRPr lang="zh-CN" altLang="zh-CN" sz="1800" dirty="0">
                <a:latin typeface="Arial" panose="020B0604020202020204" pitchFamily="34" charset="0"/>
                <a:ea typeface="宋体" panose="02010600030101010101" pitchFamily="2" charset="-122"/>
              </a:endParaRPr>
            </a:p>
          </p:txBody>
        </p:sp>
        <p:sp>
          <p:nvSpPr>
            <p:cNvPr id="60539" name="Rectangle 86"/>
            <p:cNvSpPr/>
            <p:nvPr/>
          </p:nvSpPr>
          <p:spPr>
            <a:xfrm>
              <a:off x="4256" y="785"/>
              <a:ext cx="69" cy="236"/>
            </a:xfrm>
            <a:prstGeom prst="rect">
              <a:avLst/>
            </a:prstGeom>
            <a:solidFill>
              <a:srgbClr val="33CCCC"/>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eaLnBrk="1" hangingPunct="1">
                <a:spcBef>
                  <a:spcPct val="0"/>
                </a:spcBef>
                <a:buClrTx/>
                <a:buSzTx/>
                <a:buFontTx/>
                <a:buNone/>
              </a:pPr>
              <a:endParaRPr lang="zh-CN" altLang="zh-CN" sz="1800" dirty="0">
                <a:latin typeface="Arial" panose="020B0604020202020204" pitchFamily="34" charset="0"/>
                <a:ea typeface="宋体" panose="02010600030101010101" pitchFamily="2" charset="-122"/>
              </a:endParaRPr>
            </a:p>
          </p:txBody>
        </p:sp>
        <p:sp>
          <p:nvSpPr>
            <p:cNvPr id="60540" name="Rectangle 87"/>
            <p:cNvSpPr/>
            <p:nvPr/>
          </p:nvSpPr>
          <p:spPr>
            <a:xfrm>
              <a:off x="4181" y="852"/>
              <a:ext cx="95" cy="236"/>
            </a:xfrm>
            <a:prstGeom prst="rect">
              <a:avLst/>
            </a:prstGeom>
            <a:solidFill>
              <a:srgbClr val="33CCCC"/>
            </a:solidFill>
            <a:ln w="9525" cap="flat" cmpd="sng">
              <a:solidFill>
                <a:srgbClr val="000000"/>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eaLnBrk="1" hangingPunct="1">
                <a:spcBef>
                  <a:spcPct val="0"/>
                </a:spcBef>
                <a:buClrTx/>
                <a:buSzTx/>
                <a:buFontTx/>
                <a:buNone/>
              </a:pPr>
              <a:endParaRPr lang="zh-CN" altLang="zh-CN" sz="1800" dirty="0">
                <a:latin typeface="Arial" panose="020B0604020202020204" pitchFamily="34" charset="0"/>
                <a:ea typeface="宋体" panose="02010600030101010101" pitchFamily="2" charset="-122"/>
              </a:endParaRPr>
            </a:p>
          </p:txBody>
        </p:sp>
        <p:sp>
          <p:nvSpPr>
            <p:cNvPr id="60541" name="AutoShape 88"/>
            <p:cNvSpPr/>
            <p:nvPr/>
          </p:nvSpPr>
          <p:spPr>
            <a:xfrm>
              <a:off x="4180" y="783"/>
              <a:ext cx="150" cy="71"/>
            </a:xfrm>
            <a:prstGeom prst="parallelogram">
              <a:avLst>
                <a:gd name="adj" fmla="val 81386"/>
              </a:avLst>
            </a:prstGeom>
            <a:solidFill>
              <a:srgbClr val="33CCCC"/>
            </a:solidFill>
            <a:ln w="9525" cap="flat" cmpd="sng">
              <a:solidFill>
                <a:srgbClr val="000000"/>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eaLnBrk="1" hangingPunct="1">
                <a:spcBef>
                  <a:spcPct val="0"/>
                </a:spcBef>
                <a:buClrTx/>
                <a:buSzTx/>
                <a:buFontTx/>
                <a:buNone/>
              </a:pPr>
              <a:endParaRPr lang="zh-CN" altLang="zh-CN" sz="1800" dirty="0">
                <a:latin typeface="Arial" panose="020B0604020202020204" pitchFamily="34" charset="0"/>
                <a:ea typeface="宋体" panose="02010600030101010101" pitchFamily="2" charset="-122"/>
              </a:endParaRPr>
            </a:p>
          </p:txBody>
        </p:sp>
        <p:sp>
          <p:nvSpPr>
            <p:cNvPr id="60542" name="Line 89"/>
            <p:cNvSpPr/>
            <p:nvPr/>
          </p:nvSpPr>
          <p:spPr>
            <a:xfrm>
              <a:off x="4330" y="788"/>
              <a:ext cx="0" cy="231"/>
            </a:xfrm>
            <a:prstGeom prst="line">
              <a:avLst/>
            </a:prstGeom>
            <a:ln w="9525" cap="flat" cmpd="sng">
              <a:solidFill>
                <a:srgbClr val="000000"/>
              </a:solidFill>
              <a:prstDash val="solid"/>
              <a:headEnd type="none" w="med" len="med"/>
              <a:tailEnd type="none" w="med" len="med"/>
            </a:ln>
          </p:spPr>
        </p:sp>
        <p:sp>
          <p:nvSpPr>
            <p:cNvPr id="60543" name="Line 90"/>
            <p:cNvSpPr/>
            <p:nvPr/>
          </p:nvSpPr>
          <p:spPr>
            <a:xfrm flipH="1">
              <a:off x="4276" y="1019"/>
              <a:ext cx="54" cy="69"/>
            </a:xfrm>
            <a:prstGeom prst="line">
              <a:avLst/>
            </a:prstGeom>
            <a:ln w="9525" cap="flat" cmpd="sng">
              <a:solidFill>
                <a:srgbClr val="000000"/>
              </a:solidFill>
              <a:prstDash val="solid"/>
              <a:headEnd type="none" w="med" len="med"/>
              <a:tailEnd type="none" w="med" len="med"/>
            </a:ln>
          </p:spPr>
        </p:sp>
        <p:sp>
          <p:nvSpPr>
            <p:cNvPr id="60544" name="Rectangle 91"/>
            <p:cNvSpPr/>
            <p:nvPr/>
          </p:nvSpPr>
          <p:spPr>
            <a:xfrm>
              <a:off x="4193" y="883"/>
              <a:ext cx="63" cy="136"/>
            </a:xfrm>
            <a:prstGeom prst="rect">
              <a:avLst/>
            </a:prstGeom>
            <a:solidFill>
              <a:srgbClr val="333399"/>
            </a:solidFill>
            <a:ln w="9525" cap="flat" cmpd="sng">
              <a:solidFill>
                <a:srgbClr val="000000"/>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eaLnBrk="1" hangingPunct="1">
                <a:spcBef>
                  <a:spcPct val="0"/>
                </a:spcBef>
                <a:buClrTx/>
                <a:buSzTx/>
                <a:buFontTx/>
                <a:buNone/>
              </a:pPr>
              <a:endParaRPr lang="zh-CN" altLang="zh-CN" sz="1800" dirty="0">
                <a:latin typeface="Arial" panose="020B0604020202020204" pitchFamily="34" charset="0"/>
                <a:ea typeface="宋体" panose="02010600030101010101" pitchFamily="2" charset="-122"/>
              </a:endParaRPr>
            </a:p>
          </p:txBody>
        </p:sp>
        <p:sp>
          <p:nvSpPr>
            <p:cNvPr id="60545" name="Rectangle 92"/>
            <p:cNvSpPr/>
            <p:nvPr/>
          </p:nvSpPr>
          <p:spPr>
            <a:xfrm>
              <a:off x="4202" y="924"/>
              <a:ext cx="48" cy="48"/>
            </a:xfrm>
            <a:prstGeom prst="rect">
              <a:avLst/>
            </a:prstGeom>
            <a:solidFill>
              <a:srgbClr val="FFFFFF"/>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eaLnBrk="1" hangingPunct="1">
                <a:spcBef>
                  <a:spcPct val="0"/>
                </a:spcBef>
                <a:buClrTx/>
                <a:buSzTx/>
                <a:buFontTx/>
                <a:buNone/>
              </a:pPr>
              <a:endParaRPr lang="zh-CN" altLang="zh-CN" sz="1800" dirty="0">
                <a:latin typeface="Arial" panose="020B0604020202020204" pitchFamily="34" charset="0"/>
                <a:ea typeface="宋体" panose="02010600030101010101" pitchFamily="2" charset="-122"/>
              </a:endParaRPr>
            </a:p>
          </p:txBody>
        </p:sp>
      </p:grpSp>
      <p:sp>
        <p:nvSpPr>
          <p:cNvPr id="60431" name="Text Box 43"/>
          <p:cNvSpPr txBox="1"/>
          <p:nvPr/>
        </p:nvSpPr>
        <p:spPr>
          <a:xfrm>
            <a:off x="2562225" y="3816350"/>
            <a:ext cx="1477963" cy="6413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i="1" dirty="0">
                <a:ea typeface="宋体" panose="02010600030101010101" pitchFamily="2" charset="-122"/>
              </a:rPr>
              <a:t>router</a:t>
            </a:r>
            <a:endParaRPr lang="en-US" altLang="zh-CN" sz="1800" i="1" dirty="0">
              <a:ea typeface="宋体" panose="02010600030101010101" pitchFamily="2" charset="-122"/>
            </a:endParaRPr>
          </a:p>
          <a:p>
            <a:pPr marL="0" lvl="0" indent="0">
              <a:spcBef>
                <a:spcPct val="0"/>
              </a:spcBef>
              <a:buClrTx/>
              <a:buSzTx/>
              <a:buFontTx/>
              <a:buNone/>
            </a:pPr>
            <a:r>
              <a:rPr lang="en-US" altLang="zh-CN" sz="1800" i="1" dirty="0">
                <a:ea typeface="宋体" panose="02010600030101010101" pitchFamily="2" charset="-122"/>
              </a:rPr>
              <a:t>(runs DHCP)</a:t>
            </a:r>
            <a:endParaRPr lang="en-US" altLang="zh-CN" sz="1800" i="1" dirty="0">
              <a:ea typeface="宋体" panose="02010600030101010101" pitchFamily="2" charset="-122"/>
            </a:endParaRPr>
          </a:p>
        </p:txBody>
      </p:sp>
      <p:grpSp>
        <p:nvGrpSpPr>
          <p:cNvPr id="649260" name="Group 44"/>
          <p:cNvGrpSpPr/>
          <p:nvPr/>
        </p:nvGrpSpPr>
        <p:grpSpPr>
          <a:xfrm>
            <a:off x="1195388" y="1081088"/>
            <a:ext cx="976312" cy="1460500"/>
            <a:chOff x="651" y="681"/>
            <a:chExt cx="615" cy="920"/>
          </a:xfrm>
        </p:grpSpPr>
        <p:sp>
          <p:nvSpPr>
            <p:cNvPr id="60530" name="Freeform 45"/>
            <p:cNvSpPr/>
            <p:nvPr/>
          </p:nvSpPr>
          <p:spPr>
            <a:xfrm>
              <a:off x="662" y="698"/>
              <a:ext cx="604" cy="903"/>
            </a:xfrm>
            <a:custGeom>
              <a:avLst/>
              <a:gdLst/>
              <a:ahLst/>
              <a:cxnLst>
                <a:cxn ang="0">
                  <a:pos x="496" y="0"/>
                </a:cxn>
                <a:cxn ang="0">
                  <a:pos x="604" y="903"/>
                </a:cxn>
                <a:cxn ang="0">
                  <a:pos x="0" y="788"/>
                </a:cxn>
                <a:cxn ang="0">
                  <a:pos x="456" y="750"/>
                </a:cxn>
                <a:cxn ang="0">
                  <a:pos x="496" y="0"/>
                </a:cxn>
              </a:cxnLst>
              <a:pathLst>
                <a:path w="604" h="903">
                  <a:moveTo>
                    <a:pt x="496" y="0"/>
                  </a:moveTo>
                  <a:lnTo>
                    <a:pt x="604" y="903"/>
                  </a:lnTo>
                  <a:lnTo>
                    <a:pt x="0" y="788"/>
                  </a:lnTo>
                  <a:lnTo>
                    <a:pt x="456" y="750"/>
                  </a:lnTo>
                  <a:lnTo>
                    <a:pt x="496" y="0"/>
                  </a:lnTo>
                  <a:close/>
                </a:path>
              </a:pathLst>
            </a:custGeom>
            <a:gradFill rotWithShape="1">
              <a:gsLst>
                <a:gs pos="0">
                  <a:schemeClr val="bg1">
                    <a:alpha val="100000"/>
                  </a:schemeClr>
                </a:gs>
                <a:gs pos="100000">
                  <a:srgbClr val="FF0000">
                    <a:alpha val="100000"/>
                  </a:srgbClr>
                </a:gs>
              </a:gsLst>
              <a:lin ang="2700000" scaled="1"/>
              <a:tileRect/>
            </a:gradFill>
            <a:ln w="9525">
              <a:noFill/>
            </a:ln>
          </p:spPr>
          <p:txBody>
            <a:bodyPr/>
            <a:p>
              <a:endParaRPr lang="zh-CN" altLang="en-US"/>
            </a:p>
          </p:txBody>
        </p:sp>
        <p:grpSp>
          <p:nvGrpSpPr>
            <p:cNvPr id="60531" name="Group 46"/>
            <p:cNvGrpSpPr/>
            <p:nvPr/>
          </p:nvGrpSpPr>
          <p:grpSpPr>
            <a:xfrm>
              <a:off x="651" y="681"/>
              <a:ext cx="501" cy="828"/>
              <a:chOff x="569" y="2954"/>
              <a:chExt cx="501" cy="828"/>
            </a:xfrm>
          </p:grpSpPr>
          <p:sp>
            <p:nvSpPr>
              <p:cNvPr id="60532" name="Rectangle 47"/>
              <p:cNvSpPr/>
              <p:nvPr/>
            </p:nvSpPr>
            <p:spPr>
              <a:xfrm>
                <a:off x="576" y="2973"/>
                <a:ext cx="493" cy="790"/>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60533" name="Text Box 48"/>
              <p:cNvSpPr txBox="1"/>
              <p:nvPr/>
            </p:nvSpPr>
            <p:spPr>
              <a:xfrm>
                <a:off x="593" y="2954"/>
                <a:ext cx="477" cy="82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600" dirty="0">
                    <a:latin typeface="Arial" panose="020B0604020202020204" pitchFamily="34" charset="0"/>
                    <a:ea typeface="宋体" panose="02010600030101010101" pitchFamily="2" charset="-122"/>
                  </a:rPr>
                  <a:t>DHCP</a:t>
                </a:r>
                <a:endParaRPr lang="en-US" altLang="zh-CN" sz="1600" dirty="0">
                  <a:latin typeface="Arial" panose="020B0604020202020204" pitchFamily="34" charset="0"/>
                  <a:ea typeface="宋体" panose="02010600030101010101" pitchFamily="2" charset="-122"/>
                </a:endParaRPr>
              </a:p>
              <a:p>
                <a:pPr marL="0" lvl="0" indent="0" algn="ctr">
                  <a:spcBef>
                    <a:spcPct val="0"/>
                  </a:spcBef>
                  <a:buClrTx/>
                  <a:buSzTx/>
                  <a:buFontTx/>
                  <a:buNone/>
                </a:pPr>
                <a:r>
                  <a:rPr lang="en-US" altLang="zh-CN" sz="1600" dirty="0">
                    <a:latin typeface="Arial" panose="020B0604020202020204" pitchFamily="34" charset="0"/>
                    <a:ea typeface="宋体" panose="02010600030101010101" pitchFamily="2" charset="-122"/>
                  </a:rPr>
                  <a:t>UDP</a:t>
                </a:r>
                <a:endParaRPr lang="en-US" altLang="zh-CN" sz="1600" dirty="0">
                  <a:latin typeface="Arial" panose="020B0604020202020204" pitchFamily="34" charset="0"/>
                  <a:ea typeface="宋体" panose="02010600030101010101" pitchFamily="2" charset="-122"/>
                </a:endParaRPr>
              </a:p>
              <a:p>
                <a:pPr marL="0" lvl="0" indent="0" algn="ctr">
                  <a:spcBef>
                    <a:spcPct val="0"/>
                  </a:spcBef>
                  <a:buClrTx/>
                  <a:buSzTx/>
                  <a:buFontTx/>
                  <a:buNone/>
                </a:pPr>
                <a:r>
                  <a:rPr lang="en-US" altLang="zh-CN" sz="1600" dirty="0">
                    <a:latin typeface="Arial" panose="020B0604020202020204" pitchFamily="34" charset="0"/>
                    <a:ea typeface="宋体" panose="02010600030101010101" pitchFamily="2" charset="-122"/>
                  </a:rPr>
                  <a:t>IP</a:t>
                </a:r>
                <a:endParaRPr lang="en-US" altLang="zh-CN" sz="1600" dirty="0">
                  <a:latin typeface="Arial" panose="020B0604020202020204" pitchFamily="34" charset="0"/>
                  <a:ea typeface="宋体" panose="02010600030101010101" pitchFamily="2" charset="-122"/>
                </a:endParaRPr>
              </a:p>
              <a:p>
                <a:pPr marL="0" lvl="0" indent="0" algn="ctr">
                  <a:spcBef>
                    <a:spcPct val="0"/>
                  </a:spcBef>
                  <a:buClrTx/>
                  <a:buSzTx/>
                  <a:buFontTx/>
                  <a:buNone/>
                </a:pPr>
                <a:r>
                  <a:rPr lang="en-US" altLang="zh-CN" sz="1600" dirty="0">
                    <a:latin typeface="Arial" panose="020B0604020202020204" pitchFamily="34" charset="0"/>
                    <a:ea typeface="宋体" panose="02010600030101010101" pitchFamily="2" charset="-122"/>
                  </a:rPr>
                  <a:t>Eth</a:t>
                </a:r>
                <a:endParaRPr lang="en-US" altLang="zh-CN" sz="1600" dirty="0">
                  <a:latin typeface="Arial" panose="020B0604020202020204" pitchFamily="34" charset="0"/>
                  <a:ea typeface="宋体" panose="02010600030101010101" pitchFamily="2" charset="-122"/>
                </a:endParaRPr>
              </a:p>
              <a:p>
                <a:pPr marL="0" lvl="0" indent="0" algn="ctr">
                  <a:spcBef>
                    <a:spcPct val="0"/>
                  </a:spcBef>
                  <a:buClrTx/>
                  <a:buSzTx/>
                  <a:buFontTx/>
                  <a:buNone/>
                </a:pPr>
                <a:r>
                  <a:rPr lang="en-US" altLang="zh-CN" sz="1600" dirty="0">
                    <a:latin typeface="Arial" panose="020B0604020202020204" pitchFamily="34" charset="0"/>
                    <a:ea typeface="宋体" panose="02010600030101010101" pitchFamily="2" charset="-122"/>
                  </a:rPr>
                  <a:t>Phy</a:t>
                </a:r>
                <a:endParaRPr lang="en-US" altLang="zh-CN" sz="1600" dirty="0">
                  <a:latin typeface="Arial" panose="020B0604020202020204" pitchFamily="34" charset="0"/>
                  <a:ea typeface="宋体" panose="02010600030101010101" pitchFamily="2" charset="-122"/>
                </a:endParaRPr>
              </a:p>
            </p:txBody>
          </p:sp>
          <p:sp>
            <p:nvSpPr>
              <p:cNvPr id="60534" name="Line 49"/>
              <p:cNvSpPr/>
              <p:nvPr/>
            </p:nvSpPr>
            <p:spPr>
              <a:xfrm>
                <a:off x="578" y="3130"/>
                <a:ext cx="489" cy="0"/>
              </a:xfrm>
              <a:prstGeom prst="line">
                <a:avLst/>
              </a:prstGeom>
              <a:ln w="9525" cap="flat" cmpd="sng">
                <a:solidFill>
                  <a:schemeClr val="tx1"/>
                </a:solidFill>
                <a:prstDash val="solid"/>
                <a:headEnd type="none" w="med" len="med"/>
                <a:tailEnd type="none" w="med" len="med"/>
              </a:ln>
            </p:spPr>
          </p:sp>
          <p:sp>
            <p:nvSpPr>
              <p:cNvPr id="60535" name="Line 50"/>
              <p:cNvSpPr/>
              <p:nvPr/>
            </p:nvSpPr>
            <p:spPr>
              <a:xfrm>
                <a:off x="575" y="3289"/>
                <a:ext cx="489" cy="0"/>
              </a:xfrm>
              <a:prstGeom prst="line">
                <a:avLst/>
              </a:prstGeom>
              <a:ln w="9525" cap="flat" cmpd="sng">
                <a:solidFill>
                  <a:schemeClr val="tx1"/>
                </a:solidFill>
                <a:prstDash val="solid"/>
                <a:headEnd type="none" w="med" len="med"/>
                <a:tailEnd type="none" w="med" len="med"/>
              </a:ln>
            </p:spPr>
          </p:sp>
          <p:sp>
            <p:nvSpPr>
              <p:cNvPr id="60536" name="Line 51"/>
              <p:cNvSpPr/>
              <p:nvPr/>
            </p:nvSpPr>
            <p:spPr>
              <a:xfrm>
                <a:off x="572" y="3448"/>
                <a:ext cx="489" cy="0"/>
              </a:xfrm>
              <a:prstGeom prst="line">
                <a:avLst/>
              </a:prstGeom>
              <a:ln w="9525" cap="flat" cmpd="sng">
                <a:solidFill>
                  <a:schemeClr val="tx1"/>
                </a:solidFill>
                <a:prstDash val="solid"/>
                <a:headEnd type="none" w="med" len="med"/>
                <a:tailEnd type="none" w="med" len="med"/>
              </a:ln>
            </p:spPr>
          </p:sp>
          <p:sp>
            <p:nvSpPr>
              <p:cNvPr id="60537" name="Line 52"/>
              <p:cNvSpPr/>
              <p:nvPr/>
            </p:nvSpPr>
            <p:spPr>
              <a:xfrm>
                <a:off x="569" y="3607"/>
                <a:ext cx="489" cy="0"/>
              </a:xfrm>
              <a:prstGeom prst="line">
                <a:avLst/>
              </a:prstGeom>
              <a:ln w="9525" cap="flat" cmpd="sng">
                <a:solidFill>
                  <a:schemeClr val="tx1"/>
                </a:solidFill>
                <a:prstDash val="solid"/>
                <a:headEnd type="none" w="med" len="med"/>
                <a:tailEnd type="none" w="med" len="med"/>
              </a:ln>
            </p:spPr>
          </p:sp>
        </p:grpSp>
      </p:grpSp>
      <p:grpSp>
        <p:nvGrpSpPr>
          <p:cNvPr id="649269" name="Group 53"/>
          <p:cNvGrpSpPr/>
          <p:nvPr/>
        </p:nvGrpSpPr>
        <p:grpSpPr>
          <a:xfrm>
            <a:off x="352425" y="3152775"/>
            <a:ext cx="1081088" cy="1166813"/>
            <a:chOff x="42" y="744"/>
            <a:chExt cx="681" cy="735"/>
          </a:xfrm>
        </p:grpSpPr>
        <p:grpSp>
          <p:nvGrpSpPr>
            <p:cNvPr id="60498" name="Group 54"/>
            <p:cNvGrpSpPr/>
            <p:nvPr/>
          </p:nvGrpSpPr>
          <p:grpSpPr>
            <a:xfrm>
              <a:off x="42" y="886"/>
              <a:ext cx="681" cy="468"/>
              <a:chOff x="42" y="886"/>
              <a:chExt cx="681" cy="468"/>
            </a:xfrm>
          </p:grpSpPr>
          <p:grpSp>
            <p:nvGrpSpPr>
              <p:cNvPr id="60500" name="Group 55"/>
              <p:cNvGrpSpPr/>
              <p:nvPr/>
            </p:nvGrpSpPr>
            <p:grpSpPr>
              <a:xfrm>
                <a:off x="278" y="886"/>
                <a:ext cx="397" cy="154"/>
                <a:chOff x="740" y="3209"/>
                <a:chExt cx="397" cy="154"/>
              </a:xfrm>
            </p:grpSpPr>
            <p:grpSp>
              <p:nvGrpSpPr>
                <p:cNvPr id="60525" name="Group 56"/>
                <p:cNvGrpSpPr/>
                <p:nvPr/>
              </p:nvGrpSpPr>
              <p:grpSpPr>
                <a:xfrm>
                  <a:off x="794" y="3209"/>
                  <a:ext cx="343" cy="154"/>
                  <a:chOff x="844" y="3337"/>
                  <a:chExt cx="343" cy="154"/>
                </a:xfrm>
              </p:grpSpPr>
              <p:sp>
                <p:nvSpPr>
                  <p:cNvPr id="60528" name="Rectangle 57"/>
                  <p:cNvSpPr/>
                  <p:nvPr/>
                </p:nvSpPr>
                <p:spPr>
                  <a:xfrm>
                    <a:off x="889" y="3370"/>
                    <a:ext cx="245" cy="86"/>
                  </a:xfrm>
                  <a:prstGeom prst="rect">
                    <a:avLst/>
                  </a:prstGeom>
                  <a:solidFill>
                    <a:srgbClr val="FF0000"/>
                  </a:solidFill>
                  <a:ln w="9525" cap="flat" cmpd="sng">
                    <a:solidFill>
                      <a:schemeClr val="bg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60529" name="Text Box 58"/>
                  <p:cNvSpPr txBox="1"/>
                  <p:nvPr/>
                </p:nvSpPr>
                <p:spPr>
                  <a:xfrm>
                    <a:off x="844" y="3337"/>
                    <a:ext cx="343" cy="15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000" dirty="0">
                        <a:solidFill>
                          <a:schemeClr val="bg1"/>
                        </a:solidFill>
                        <a:latin typeface="Arial" panose="020B0604020202020204" pitchFamily="34" charset="0"/>
                        <a:ea typeface="宋体" panose="02010600030101010101" pitchFamily="2" charset="-122"/>
                      </a:rPr>
                      <a:t>DHCP</a:t>
                    </a:r>
                    <a:endParaRPr lang="en-US" altLang="zh-CN" sz="1000" dirty="0">
                      <a:solidFill>
                        <a:schemeClr val="bg1"/>
                      </a:solidFill>
                      <a:latin typeface="Arial" panose="020B0604020202020204" pitchFamily="34" charset="0"/>
                      <a:ea typeface="宋体" panose="02010600030101010101" pitchFamily="2" charset="-122"/>
                    </a:endParaRPr>
                  </a:p>
                </p:txBody>
              </p:sp>
            </p:grpSp>
            <p:sp>
              <p:nvSpPr>
                <p:cNvPr id="60526" name="Rectangle 59"/>
                <p:cNvSpPr/>
                <p:nvPr/>
              </p:nvSpPr>
              <p:spPr>
                <a:xfrm>
                  <a:off x="750" y="3244"/>
                  <a:ext cx="88" cy="82"/>
                </a:xfrm>
                <a:prstGeom prst="rect">
                  <a:avLst/>
                </a:prstGeom>
                <a:solidFill>
                  <a:schemeClr val="accent1"/>
                </a:solidFill>
                <a:ln w="9525" cap="flat" cmpd="sng">
                  <a:solidFill>
                    <a:schemeClr val="bg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60527" name="Rectangle 60"/>
                <p:cNvSpPr/>
                <p:nvPr/>
              </p:nvSpPr>
              <p:spPr>
                <a:xfrm>
                  <a:off x="740" y="3238"/>
                  <a:ext cx="354" cy="94"/>
                </a:xfrm>
                <a:prstGeom prst="rect">
                  <a:avLst/>
                </a:prstGeom>
                <a:noFill/>
                <a:ln w="9525" cap="flat" cmpd="sng">
                  <a:solidFill>
                    <a:schemeClr val="accent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grpSp>
            <p:nvGrpSpPr>
              <p:cNvPr id="60501" name="Group 61"/>
              <p:cNvGrpSpPr/>
              <p:nvPr/>
            </p:nvGrpSpPr>
            <p:grpSpPr>
              <a:xfrm>
                <a:off x="278" y="1034"/>
                <a:ext cx="397" cy="154"/>
                <a:chOff x="836" y="3305"/>
                <a:chExt cx="397" cy="154"/>
              </a:xfrm>
            </p:grpSpPr>
            <p:grpSp>
              <p:nvGrpSpPr>
                <p:cNvPr id="60519" name="Group 62"/>
                <p:cNvGrpSpPr/>
                <p:nvPr/>
              </p:nvGrpSpPr>
              <p:grpSpPr>
                <a:xfrm>
                  <a:off x="890" y="3305"/>
                  <a:ext cx="343" cy="154"/>
                  <a:chOff x="844" y="3337"/>
                  <a:chExt cx="343" cy="154"/>
                </a:xfrm>
              </p:grpSpPr>
              <p:sp>
                <p:nvSpPr>
                  <p:cNvPr id="60523" name="Rectangle 63"/>
                  <p:cNvSpPr/>
                  <p:nvPr/>
                </p:nvSpPr>
                <p:spPr>
                  <a:xfrm>
                    <a:off x="889" y="3370"/>
                    <a:ext cx="245" cy="86"/>
                  </a:xfrm>
                  <a:prstGeom prst="rect">
                    <a:avLst/>
                  </a:prstGeom>
                  <a:solidFill>
                    <a:srgbClr val="FF0000"/>
                  </a:solidFill>
                  <a:ln w="9525" cap="flat" cmpd="sng">
                    <a:solidFill>
                      <a:schemeClr val="bg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60524" name="Text Box 64"/>
                  <p:cNvSpPr txBox="1"/>
                  <p:nvPr/>
                </p:nvSpPr>
                <p:spPr>
                  <a:xfrm>
                    <a:off x="844" y="3337"/>
                    <a:ext cx="343" cy="15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000" dirty="0">
                        <a:solidFill>
                          <a:schemeClr val="bg1"/>
                        </a:solidFill>
                        <a:latin typeface="Arial" panose="020B0604020202020204" pitchFamily="34" charset="0"/>
                        <a:ea typeface="宋体" panose="02010600030101010101" pitchFamily="2" charset="-122"/>
                      </a:rPr>
                      <a:t>DHCP</a:t>
                    </a:r>
                    <a:endParaRPr lang="en-US" altLang="zh-CN" sz="1000" dirty="0">
                      <a:solidFill>
                        <a:schemeClr val="bg1"/>
                      </a:solidFill>
                      <a:latin typeface="Arial" panose="020B0604020202020204" pitchFamily="34" charset="0"/>
                      <a:ea typeface="宋体" panose="02010600030101010101" pitchFamily="2" charset="-122"/>
                    </a:endParaRPr>
                  </a:p>
                </p:txBody>
              </p:sp>
            </p:grpSp>
            <p:grpSp>
              <p:nvGrpSpPr>
                <p:cNvPr id="60520" name="Group 65"/>
                <p:cNvGrpSpPr/>
                <p:nvPr/>
              </p:nvGrpSpPr>
              <p:grpSpPr>
                <a:xfrm>
                  <a:off x="836" y="3334"/>
                  <a:ext cx="354" cy="94"/>
                  <a:chOff x="836" y="3334"/>
                  <a:chExt cx="354" cy="94"/>
                </a:xfrm>
              </p:grpSpPr>
              <p:sp>
                <p:nvSpPr>
                  <p:cNvPr id="60521" name="Rectangle 66"/>
                  <p:cNvSpPr/>
                  <p:nvPr/>
                </p:nvSpPr>
                <p:spPr>
                  <a:xfrm>
                    <a:off x="846" y="3340"/>
                    <a:ext cx="88" cy="82"/>
                  </a:xfrm>
                  <a:prstGeom prst="rect">
                    <a:avLst/>
                  </a:prstGeom>
                  <a:solidFill>
                    <a:schemeClr val="accent1"/>
                  </a:solidFill>
                  <a:ln w="9525" cap="flat" cmpd="sng">
                    <a:solidFill>
                      <a:schemeClr val="bg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60522" name="Rectangle 67"/>
                  <p:cNvSpPr/>
                  <p:nvPr/>
                </p:nvSpPr>
                <p:spPr>
                  <a:xfrm>
                    <a:off x="836" y="3334"/>
                    <a:ext cx="354" cy="94"/>
                  </a:xfrm>
                  <a:prstGeom prst="rect">
                    <a:avLst/>
                  </a:prstGeom>
                  <a:noFill/>
                  <a:ln w="9525" cap="flat" cmpd="sng">
                    <a:solidFill>
                      <a:schemeClr val="accent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grpSp>
          <p:grpSp>
            <p:nvGrpSpPr>
              <p:cNvPr id="60502" name="Group 68"/>
              <p:cNvGrpSpPr/>
              <p:nvPr/>
            </p:nvGrpSpPr>
            <p:grpSpPr>
              <a:xfrm>
                <a:off x="165" y="1054"/>
                <a:ext cx="480" cy="112"/>
                <a:chOff x="627" y="3377"/>
                <a:chExt cx="480" cy="112"/>
              </a:xfrm>
            </p:grpSpPr>
            <p:sp>
              <p:nvSpPr>
                <p:cNvPr id="60517" name="Rectangle 69"/>
                <p:cNvSpPr/>
                <p:nvPr/>
              </p:nvSpPr>
              <p:spPr>
                <a:xfrm>
                  <a:off x="636" y="3388"/>
                  <a:ext cx="96" cy="93"/>
                </a:xfrm>
                <a:prstGeom prst="rect">
                  <a:avLst/>
                </a:prstGeom>
                <a:solidFill>
                  <a:schemeClr val="accent2"/>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60518" name="Rectangle 70"/>
                <p:cNvSpPr/>
                <p:nvPr/>
              </p:nvSpPr>
              <p:spPr>
                <a:xfrm>
                  <a:off x="627" y="3377"/>
                  <a:ext cx="480" cy="112"/>
                </a:xfrm>
                <a:prstGeom prst="rect">
                  <a:avLst/>
                </a:prstGeom>
                <a:noFill/>
                <a:ln w="9525" cap="flat" cmpd="sng">
                  <a:solidFill>
                    <a:schemeClr val="accent2"/>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grpSp>
            <p:nvGrpSpPr>
              <p:cNvPr id="60503" name="Group 71"/>
              <p:cNvGrpSpPr/>
              <p:nvPr/>
            </p:nvGrpSpPr>
            <p:grpSpPr>
              <a:xfrm>
                <a:off x="42" y="1200"/>
                <a:ext cx="681" cy="154"/>
                <a:chOff x="504" y="3523"/>
                <a:chExt cx="681" cy="154"/>
              </a:xfrm>
            </p:grpSpPr>
            <p:grpSp>
              <p:nvGrpSpPr>
                <p:cNvPr id="60504" name="Group 72"/>
                <p:cNvGrpSpPr/>
                <p:nvPr/>
              </p:nvGrpSpPr>
              <p:grpSpPr>
                <a:xfrm>
                  <a:off x="623" y="3523"/>
                  <a:ext cx="510" cy="154"/>
                  <a:chOff x="723" y="3453"/>
                  <a:chExt cx="510" cy="154"/>
                </a:xfrm>
              </p:grpSpPr>
              <p:grpSp>
                <p:nvGrpSpPr>
                  <p:cNvPr id="60508" name="Group 73"/>
                  <p:cNvGrpSpPr/>
                  <p:nvPr/>
                </p:nvGrpSpPr>
                <p:grpSpPr>
                  <a:xfrm>
                    <a:off x="836" y="3453"/>
                    <a:ext cx="397" cy="154"/>
                    <a:chOff x="836" y="3305"/>
                    <a:chExt cx="397" cy="154"/>
                  </a:xfrm>
                </p:grpSpPr>
                <p:grpSp>
                  <p:nvGrpSpPr>
                    <p:cNvPr id="60511" name="Group 74"/>
                    <p:cNvGrpSpPr/>
                    <p:nvPr/>
                  </p:nvGrpSpPr>
                  <p:grpSpPr>
                    <a:xfrm>
                      <a:off x="890" y="3305"/>
                      <a:ext cx="343" cy="154"/>
                      <a:chOff x="844" y="3337"/>
                      <a:chExt cx="343" cy="154"/>
                    </a:xfrm>
                  </p:grpSpPr>
                  <p:sp>
                    <p:nvSpPr>
                      <p:cNvPr id="60515" name="Rectangle 75"/>
                      <p:cNvSpPr/>
                      <p:nvPr/>
                    </p:nvSpPr>
                    <p:spPr>
                      <a:xfrm>
                        <a:off x="889" y="3370"/>
                        <a:ext cx="245" cy="86"/>
                      </a:xfrm>
                      <a:prstGeom prst="rect">
                        <a:avLst/>
                      </a:prstGeom>
                      <a:solidFill>
                        <a:srgbClr val="FF0000"/>
                      </a:solidFill>
                      <a:ln w="9525" cap="flat" cmpd="sng">
                        <a:solidFill>
                          <a:schemeClr val="bg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60516" name="Text Box 76"/>
                      <p:cNvSpPr txBox="1"/>
                      <p:nvPr/>
                    </p:nvSpPr>
                    <p:spPr>
                      <a:xfrm>
                        <a:off x="844" y="3337"/>
                        <a:ext cx="343" cy="15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000" dirty="0">
                            <a:solidFill>
                              <a:schemeClr val="bg1"/>
                            </a:solidFill>
                            <a:latin typeface="Arial" panose="020B0604020202020204" pitchFamily="34" charset="0"/>
                            <a:ea typeface="宋体" panose="02010600030101010101" pitchFamily="2" charset="-122"/>
                          </a:rPr>
                          <a:t>DHCP</a:t>
                        </a:r>
                        <a:endParaRPr lang="en-US" altLang="zh-CN" sz="1000" dirty="0">
                          <a:solidFill>
                            <a:schemeClr val="bg1"/>
                          </a:solidFill>
                          <a:latin typeface="Arial" panose="020B0604020202020204" pitchFamily="34" charset="0"/>
                          <a:ea typeface="宋体" panose="02010600030101010101" pitchFamily="2" charset="-122"/>
                        </a:endParaRPr>
                      </a:p>
                    </p:txBody>
                  </p:sp>
                </p:grpSp>
                <p:grpSp>
                  <p:nvGrpSpPr>
                    <p:cNvPr id="60512" name="Group 77"/>
                    <p:cNvGrpSpPr/>
                    <p:nvPr/>
                  </p:nvGrpSpPr>
                  <p:grpSpPr>
                    <a:xfrm>
                      <a:off x="836" y="3334"/>
                      <a:ext cx="354" cy="94"/>
                      <a:chOff x="836" y="3334"/>
                      <a:chExt cx="354" cy="94"/>
                    </a:xfrm>
                  </p:grpSpPr>
                  <p:sp>
                    <p:nvSpPr>
                      <p:cNvPr id="60513" name="Rectangle 78"/>
                      <p:cNvSpPr/>
                      <p:nvPr/>
                    </p:nvSpPr>
                    <p:spPr>
                      <a:xfrm>
                        <a:off x="846" y="3340"/>
                        <a:ext cx="88" cy="82"/>
                      </a:xfrm>
                      <a:prstGeom prst="rect">
                        <a:avLst/>
                      </a:prstGeom>
                      <a:solidFill>
                        <a:schemeClr val="accent1"/>
                      </a:solidFill>
                      <a:ln w="9525" cap="flat" cmpd="sng">
                        <a:solidFill>
                          <a:schemeClr val="bg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60514" name="Rectangle 79"/>
                      <p:cNvSpPr/>
                      <p:nvPr/>
                    </p:nvSpPr>
                    <p:spPr>
                      <a:xfrm>
                        <a:off x="836" y="3334"/>
                        <a:ext cx="354" cy="94"/>
                      </a:xfrm>
                      <a:prstGeom prst="rect">
                        <a:avLst/>
                      </a:prstGeom>
                      <a:noFill/>
                      <a:ln w="9525" cap="flat" cmpd="sng">
                        <a:solidFill>
                          <a:schemeClr val="accent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grpSp>
              <p:sp>
                <p:nvSpPr>
                  <p:cNvPr id="60509" name="Rectangle 80"/>
                  <p:cNvSpPr/>
                  <p:nvPr/>
                </p:nvSpPr>
                <p:spPr>
                  <a:xfrm>
                    <a:off x="732" y="3484"/>
                    <a:ext cx="96" cy="93"/>
                  </a:xfrm>
                  <a:prstGeom prst="rect">
                    <a:avLst/>
                  </a:prstGeom>
                  <a:solidFill>
                    <a:schemeClr val="accent2"/>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60510" name="Rectangle 81"/>
                  <p:cNvSpPr/>
                  <p:nvPr/>
                </p:nvSpPr>
                <p:spPr>
                  <a:xfrm>
                    <a:off x="723" y="3473"/>
                    <a:ext cx="480" cy="112"/>
                  </a:xfrm>
                  <a:prstGeom prst="rect">
                    <a:avLst/>
                  </a:prstGeom>
                  <a:noFill/>
                  <a:ln w="9525" cap="flat" cmpd="sng">
                    <a:solidFill>
                      <a:schemeClr val="accent2"/>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sp>
              <p:nvSpPr>
                <p:cNvPr id="60505" name="Rectangle 82"/>
                <p:cNvSpPr/>
                <p:nvPr/>
              </p:nvSpPr>
              <p:spPr>
                <a:xfrm>
                  <a:off x="517" y="3545"/>
                  <a:ext cx="94" cy="108"/>
                </a:xfrm>
                <a:prstGeom prst="rect">
                  <a:avLst/>
                </a:prstGeom>
                <a:solidFill>
                  <a:schemeClr val="tx1"/>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60506" name="Rectangle 83"/>
                <p:cNvSpPr/>
                <p:nvPr/>
              </p:nvSpPr>
              <p:spPr>
                <a:xfrm>
                  <a:off x="1115" y="3544"/>
                  <a:ext cx="60" cy="108"/>
                </a:xfrm>
                <a:prstGeom prst="rect">
                  <a:avLst/>
                </a:prstGeom>
                <a:solidFill>
                  <a:schemeClr val="tx1"/>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60507" name="Rectangle 84"/>
                <p:cNvSpPr/>
                <p:nvPr/>
              </p:nvSpPr>
              <p:spPr>
                <a:xfrm>
                  <a:off x="504" y="3529"/>
                  <a:ext cx="681" cy="138"/>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grpSp>
        <p:sp>
          <p:nvSpPr>
            <p:cNvPr id="60499" name="AutoShape 85"/>
            <p:cNvSpPr/>
            <p:nvPr/>
          </p:nvSpPr>
          <p:spPr>
            <a:xfrm>
              <a:off x="384" y="744"/>
              <a:ext cx="240" cy="735"/>
            </a:xfrm>
            <a:prstGeom prst="downArrow">
              <a:avLst>
                <a:gd name="adj1" fmla="val 54166"/>
                <a:gd name="adj2" fmla="val 49170"/>
              </a:avLst>
            </a:prstGeom>
            <a:gradFill rotWithShape="1">
              <a:gsLst>
                <a:gs pos="0">
                  <a:srgbClr val="FF0000">
                    <a:alpha val="25000"/>
                  </a:srgbClr>
                </a:gs>
                <a:gs pos="100000">
                  <a:srgbClr val="FF0000">
                    <a:alpha val="25000"/>
                  </a:srgbClr>
                </a:gs>
              </a:gsLst>
              <a:lin ang="5400000" scaled="1"/>
              <a:tileRect/>
            </a:gra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grpSp>
        <p:nvGrpSpPr>
          <p:cNvPr id="649302" name="Group 86"/>
          <p:cNvGrpSpPr/>
          <p:nvPr/>
        </p:nvGrpSpPr>
        <p:grpSpPr>
          <a:xfrm>
            <a:off x="449263" y="4238625"/>
            <a:ext cx="1081087" cy="244475"/>
            <a:chOff x="504" y="3523"/>
            <a:chExt cx="681" cy="154"/>
          </a:xfrm>
        </p:grpSpPr>
        <p:grpSp>
          <p:nvGrpSpPr>
            <p:cNvPr id="60485" name="Group 87"/>
            <p:cNvGrpSpPr/>
            <p:nvPr/>
          </p:nvGrpSpPr>
          <p:grpSpPr>
            <a:xfrm>
              <a:off x="623" y="3523"/>
              <a:ext cx="510" cy="154"/>
              <a:chOff x="723" y="3453"/>
              <a:chExt cx="510" cy="154"/>
            </a:xfrm>
          </p:grpSpPr>
          <p:grpSp>
            <p:nvGrpSpPr>
              <p:cNvPr id="60489" name="Group 88"/>
              <p:cNvGrpSpPr/>
              <p:nvPr/>
            </p:nvGrpSpPr>
            <p:grpSpPr>
              <a:xfrm>
                <a:off x="836" y="3453"/>
                <a:ext cx="397" cy="154"/>
                <a:chOff x="836" y="3305"/>
                <a:chExt cx="397" cy="154"/>
              </a:xfrm>
            </p:grpSpPr>
            <p:grpSp>
              <p:nvGrpSpPr>
                <p:cNvPr id="60492" name="Group 89"/>
                <p:cNvGrpSpPr/>
                <p:nvPr/>
              </p:nvGrpSpPr>
              <p:grpSpPr>
                <a:xfrm>
                  <a:off x="890" y="3305"/>
                  <a:ext cx="343" cy="154"/>
                  <a:chOff x="844" y="3337"/>
                  <a:chExt cx="343" cy="154"/>
                </a:xfrm>
              </p:grpSpPr>
              <p:sp>
                <p:nvSpPr>
                  <p:cNvPr id="60496" name="Rectangle 90"/>
                  <p:cNvSpPr/>
                  <p:nvPr/>
                </p:nvSpPr>
                <p:spPr>
                  <a:xfrm>
                    <a:off x="889" y="3370"/>
                    <a:ext cx="245" cy="86"/>
                  </a:xfrm>
                  <a:prstGeom prst="rect">
                    <a:avLst/>
                  </a:prstGeom>
                  <a:solidFill>
                    <a:srgbClr val="FF0000"/>
                  </a:solidFill>
                  <a:ln w="9525" cap="flat" cmpd="sng">
                    <a:solidFill>
                      <a:schemeClr val="bg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60497" name="Text Box 91"/>
                  <p:cNvSpPr txBox="1"/>
                  <p:nvPr/>
                </p:nvSpPr>
                <p:spPr>
                  <a:xfrm>
                    <a:off x="844" y="3337"/>
                    <a:ext cx="343" cy="15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000" dirty="0">
                        <a:solidFill>
                          <a:schemeClr val="bg1"/>
                        </a:solidFill>
                        <a:latin typeface="Arial" panose="020B0604020202020204" pitchFamily="34" charset="0"/>
                        <a:ea typeface="宋体" panose="02010600030101010101" pitchFamily="2" charset="-122"/>
                      </a:rPr>
                      <a:t>DHCP</a:t>
                    </a:r>
                    <a:endParaRPr lang="en-US" altLang="zh-CN" sz="1000" dirty="0">
                      <a:solidFill>
                        <a:schemeClr val="bg1"/>
                      </a:solidFill>
                      <a:latin typeface="Arial" panose="020B0604020202020204" pitchFamily="34" charset="0"/>
                      <a:ea typeface="宋体" panose="02010600030101010101" pitchFamily="2" charset="-122"/>
                    </a:endParaRPr>
                  </a:p>
                </p:txBody>
              </p:sp>
            </p:grpSp>
            <p:grpSp>
              <p:nvGrpSpPr>
                <p:cNvPr id="60493" name="Group 92"/>
                <p:cNvGrpSpPr/>
                <p:nvPr/>
              </p:nvGrpSpPr>
              <p:grpSpPr>
                <a:xfrm>
                  <a:off x="836" y="3334"/>
                  <a:ext cx="354" cy="94"/>
                  <a:chOff x="836" y="3334"/>
                  <a:chExt cx="354" cy="94"/>
                </a:xfrm>
              </p:grpSpPr>
              <p:sp>
                <p:nvSpPr>
                  <p:cNvPr id="60494" name="Rectangle 93"/>
                  <p:cNvSpPr/>
                  <p:nvPr/>
                </p:nvSpPr>
                <p:spPr>
                  <a:xfrm>
                    <a:off x="846" y="3340"/>
                    <a:ext cx="88" cy="82"/>
                  </a:xfrm>
                  <a:prstGeom prst="rect">
                    <a:avLst/>
                  </a:prstGeom>
                  <a:solidFill>
                    <a:schemeClr val="accent1"/>
                  </a:solidFill>
                  <a:ln w="9525" cap="flat" cmpd="sng">
                    <a:solidFill>
                      <a:schemeClr val="bg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60495" name="Rectangle 94"/>
                  <p:cNvSpPr/>
                  <p:nvPr/>
                </p:nvSpPr>
                <p:spPr>
                  <a:xfrm>
                    <a:off x="836" y="3334"/>
                    <a:ext cx="354" cy="94"/>
                  </a:xfrm>
                  <a:prstGeom prst="rect">
                    <a:avLst/>
                  </a:prstGeom>
                  <a:noFill/>
                  <a:ln w="9525" cap="flat" cmpd="sng">
                    <a:solidFill>
                      <a:schemeClr val="accent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grpSp>
          <p:sp>
            <p:nvSpPr>
              <p:cNvPr id="60490" name="Rectangle 95"/>
              <p:cNvSpPr/>
              <p:nvPr/>
            </p:nvSpPr>
            <p:spPr>
              <a:xfrm>
                <a:off x="732" y="3484"/>
                <a:ext cx="96" cy="93"/>
              </a:xfrm>
              <a:prstGeom prst="rect">
                <a:avLst/>
              </a:prstGeom>
              <a:solidFill>
                <a:schemeClr val="accent2"/>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60491" name="Rectangle 96"/>
              <p:cNvSpPr/>
              <p:nvPr/>
            </p:nvSpPr>
            <p:spPr>
              <a:xfrm>
                <a:off x="723" y="3473"/>
                <a:ext cx="480" cy="112"/>
              </a:xfrm>
              <a:prstGeom prst="rect">
                <a:avLst/>
              </a:prstGeom>
              <a:noFill/>
              <a:ln w="9525" cap="flat" cmpd="sng">
                <a:solidFill>
                  <a:schemeClr val="accent2"/>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sp>
          <p:nvSpPr>
            <p:cNvPr id="60486" name="Rectangle 97"/>
            <p:cNvSpPr/>
            <p:nvPr/>
          </p:nvSpPr>
          <p:spPr>
            <a:xfrm>
              <a:off x="517" y="3545"/>
              <a:ext cx="94" cy="108"/>
            </a:xfrm>
            <a:prstGeom prst="rect">
              <a:avLst/>
            </a:prstGeom>
            <a:solidFill>
              <a:schemeClr val="tx1"/>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60487" name="Rectangle 98"/>
            <p:cNvSpPr/>
            <p:nvPr/>
          </p:nvSpPr>
          <p:spPr>
            <a:xfrm>
              <a:off x="1115" y="3544"/>
              <a:ext cx="60" cy="108"/>
            </a:xfrm>
            <a:prstGeom prst="rect">
              <a:avLst/>
            </a:prstGeom>
            <a:solidFill>
              <a:schemeClr val="tx1"/>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60488" name="Rectangle 99"/>
            <p:cNvSpPr/>
            <p:nvPr/>
          </p:nvSpPr>
          <p:spPr>
            <a:xfrm>
              <a:off x="504" y="3529"/>
              <a:ext cx="681" cy="138"/>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grpSp>
        <p:nvGrpSpPr>
          <p:cNvPr id="649316" name="Group 100"/>
          <p:cNvGrpSpPr/>
          <p:nvPr/>
        </p:nvGrpSpPr>
        <p:grpSpPr>
          <a:xfrm>
            <a:off x="1477963" y="3081338"/>
            <a:ext cx="1316037" cy="1314450"/>
            <a:chOff x="931" y="1941"/>
            <a:chExt cx="829" cy="828"/>
          </a:xfrm>
        </p:grpSpPr>
        <p:sp>
          <p:nvSpPr>
            <p:cNvPr id="60477" name="Freeform 101"/>
            <p:cNvSpPr/>
            <p:nvPr/>
          </p:nvSpPr>
          <p:spPr>
            <a:xfrm>
              <a:off x="1424" y="1965"/>
              <a:ext cx="336" cy="801"/>
            </a:xfrm>
            <a:custGeom>
              <a:avLst/>
              <a:gdLst/>
              <a:ahLst/>
              <a:cxnLst>
                <a:cxn ang="0">
                  <a:pos x="1" y="0"/>
                </a:cxn>
                <a:cxn ang="0">
                  <a:pos x="10" y="402"/>
                </a:cxn>
                <a:cxn ang="0">
                  <a:pos x="1" y="801"/>
                </a:cxn>
                <a:cxn ang="0">
                  <a:pos x="1" y="535"/>
                </a:cxn>
                <a:cxn ang="0">
                  <a:pos x="0" y="371"/>
                </a:cxn>
                <a:cxn ang="0">
                  <a:pos x="1" y="0"/>
                </a:cxn>
              </a:cxnLst>
              <a:pathLst>
                <a:path w="551" h="801">
                  <a:moveTo>
                    <a:pt x="14" y="0"/>
                  </a:moveTo>
                  <a:lnTo>
                    <a:pt x="551" y="402"/>
                  </a:lnTo>
                  <a:lnTo>
                    <a:pt x="6" y="801"/>
                  </a:lnTo>
                  <a:lnTo>
                    <a:pt x="13" y="535"/>
                  </a:lnTo>
                  <a:lnTo>
                    <a:pt x="0" y="371"/>
                  </a:lnTo>
                  <a:lnTo>
                    <a:pt x="14" y="0"/>
                  </a:lnTo>
                  <a:close/>
                </a:path>
              </a:pathLst>
            </a:custGeom>
            <a:gradFill rotWithShape="1">
              <a:gsLst>
                <a:gs pos="0">
                  <a:schemeClr val="bg1">
                    <a:alpha val="100000"/>
                  </a:schemeClr>
                </a:gs>
                <a:gs pos="100000">
                  <a:srgbClr val="FF0000">
                    <a:alpha val="100000"/>
                  </a:srgbClr>
                </a:gs>
              </a:gsLst>
              <a:lin ang="2700000" scaled="1"/>
              <a:tileRect/>
            </a:gradFill>
            <a:ln w="9525">
              <a:noFill/>
            </a:ln>
          </p:spPr>
          <p:txBody>
            <a:bodyPr/>
            <a:p>
              <a:endParaRPr lang="zh-CN" altLang="en-US"/>
            </a:p>
          </p:txBody>
        </p:sp>
        <p:grpSp>
          <p:nvGrpSpPr>
            <p:cNvPr id="60478" name="Group 102"/>
            <p:cNvGrpSpPr/>
            <p:nvPr/>
          </p:nvGrpSpPr>
          <p:grpSpPr>
            <a:xfrm>
              <a:off x="931" y="1941"/>
              <a:ext cx="501" cy="828"/>
              <a:chOff x="569" y="2954"/>
              <a:chExt cx="501" cy="828"/>
            </a:xfrm>
          </p:grpSpPr>
          <p:sp>
            <p:nvSpPr>
              <p:cNvPr id="60479" name="Rectangle 103"/>
              <p:cNvSpPr/>
              <p:nvPr/>
            </p:nvSpPr>
            <p:spPr>
              <a:xfrm>
                <a:off x="576" y="2973"/>
                <a:ext cx="493" cy="790"/>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60480" name="Text Box 104"/>
              <p:cNvSpPr txBox="1"/>
              <p:nvPr/>
            </p:nvSpPr>
            <p:spPr>
              <a:xfrm>
                <a:off x="593" y="2954"/>
                <a:ext cx="477" cy="82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600" dirty="0">
                    <a:latin typeface="Arial" panose="020B0604020202020204" pitchFamily="34" charset="0"/>
                    <a:ea typeface="宋体" panose="02010600030101010101" pitchFamily="2" charset="-122"/>
                  </a:rPr>
                  <a:t>DHCP</a:t>
                </a:r>
                <a:endParaRPr lang="en-US" altLang="zh-CN" sz="1600" dirty="0">
                  <a:latin typeface="Arial" panose="020B0604020202020204" pitchFamily="34" charset="0"/>
                  <a:ea typeface="宋体" panose="02010600030101010101" pitchFamily="2" charset="-122"/>
                </a:endParaRPr>
              </a:p>
              <a:p>
                <a:pPr marL="0" lvl="0" indent="0" algn="ctr">
                  <a:spcBef>
                    <a:spcPct val="0"/>
                  </a:spcBef>
                  <a:buClrTx/>
                  <a:buSzTx/>
                  <a:buFontTx/>
                  <a:buNone/>
                </a:pPr>
                <a:r>
                  <a:rPr lang="en-US" altLang="zh-CN" sz="1600" dirty="0">
                    <a:latin typeface="Arial" panose="020B0604020202020204" pitchFamily="34" charset="0"/>
                    <a:ea typeface="宋体" panose="02010600030101010101" pitchFamily="2" charset="-122"/>
                  </a:rPr>
                  <a:t>UDP</a:t>
                </a:r>
                <a:endParaRPr lang="en-US" altLang="zh-CN" sz="1600" dirty="0">
                  <a:latin typeface="Arial" panose="020B0604020202020204" pitchFamily="34" charset="0"/>
                  <a:ea typeface="宋体" panose="02010600030101010101" pitchFamily="2" charset="-122"/>
                </a:endParaRPr>
              </a:p>
              <a:p>
                <a:pPr marL="0" lvl="0" indent="0" algn="ctr">
                  <a:spcBef>
                    <a:spcPct val="0"/>
                  </a:spcBef>
                  <a:buClrTx/>
                  <a:buSzTx/>
                  <a:buFontTx/>
                  <a:buNone/>
                </a:pPr>
                <a:r>
                  <a:rPr lang="en-US" altLang="zh-CN" sz="1600" dirty="0">
                    <a:latin typeface="Arial" panose="020B0604020202020204" pitchFamily="34" charset="0"/>
                    <a:ea typeface="宋体" panose="02010600030101010101" pitchFamily="2" charset="-122"/>
                  </a:rPr>
                  <a:t>IP</a:t>
                </a:r>
                <a:endParaRPr lang="en-US" altLang="zh-CN" sz="1600" dirty="0">
                  <a:latin typeface="Arial" panose="020B0604020202020204" pitchFamily="34" charset="0"/>
                  <a:ea typeface="宋体" panose="02010600030101010101" pitchFamily="2" charset="-122"/>
                </a:endParaRPr>
              </a:p>
              <a:p>
                <a:pPr marL="0" lvl="0" indent="0" algn="ctr">
                  <a:spcBef>
                    <a:spcPct val="0"/>
                  </a:spcBef>
                  <a:buClrTx/>
                  <a:buSzTx/>
                  <a:buFontTx/>
                  <a:buNone/>
                </a:pPr>
                <a:r>
                  <a:rPr lang="en-US" altLang="zh-CN" sz="1600" dirty="0">
                    <a:latin typeface="Arial" panose="020B0604020202020204" pitchFamily="34" charset="0"/>
                    <a:ea typeface="宋体" panose="02010600030101010101" pitchFamily="2" charset="-122"/>
                  </a:rPr>
                  <a:t>Eth</a:t>
                </a:r>
                <a:endParaRPr lang="en-US" altLang="zh-CN" sz="1600" dirty="0">
                  <a:latin typeface="Arial" panose="020B0604020202020204" pitchFamily="34" charset="0"/>
                  <a:ea typeface="宋体" panose="02010600030101010101" pitchFamily="2" charset="-122"/>
                </a:endParaRPr>
              </a:p>
              <a:p>
                <a:pPr marL="0" lvl="0" indent="0" algn="ctr">
                  <a:spcBef>
                    <a:spcPct val="0"/>
                  </a:spcBef>
                  <a:buClrTx/>
                  <a:buSzTx/>
                  <a:buFontTx/>
                  <a:buNone/>
                </a:pPr>
                <a:r>
                  <a:rPr lang="en-US" altLang="zh-CN" sz="1600" dirty="0">
                    <a:latin typeface="Arial" panose="020B0604020202020204" pitchFamily="34" charset="0"/>
                    <a:ea typeface="宋体" panose="02010600030101010101" pitchFamily="2" charset="-122"/>
                  </a:rPr>
                  <a:t>Phy</a:t>
                </a:r>
                <a:endParaRPr lang="en-US" altLang="zh-CN" sz="1600" dirty="0">
                  <a:latin typeface="Arial" panose="020B0604020202020204" pitchFamily="34" charset="0"/>
                  <a:ea typeface="宋体" panose="02010600030101010101" pitchFamily="2" charset="-122"/>
                </a:endParaRPr>
              </a:p>
            </p:txBody>
          </p:sp>
          <p:sp>
            <p:nvSpPr>
              <p:cNvPr id="60481" name="Line 105"/>
              <p:cNvSpPr/>
              <p:nvPr/>
            </p:nvSpPr>
            <p:spPr>
              <a:xfrm>
                <a:off x="578" y="3130"/>
                <a:ext cx="489" cy="0"/>
              </a:xfrm>
              <a:prstGeom prst="line">
                <a:avLst/>
              </a:prstGeom>
              <a:ln w="9525" cap="flat" cmpd="sng">
                <a:solidFill>
                  <a:schemeClr val="tx1"/>
                </a:solidFill>
                <a:prstDash val="solid"/>
                <a:headEnd type="none" w="med" len="med"/>
                <a:tailEnd type="none" w="med" len="med"/>
              </a:ln>
            </p:spPr>
          </p:sp>
          <p:sp>
            <p:nvSpPr>
              <p:cNvPr id="60482" name="Line 106"/>
              <p:cNvSpPr/>
              <p:nvPr/>
            </p:nvSpPr>
            <p:spPr>
              <a:xfrm>
                <a:off x="575" y="3289"/>
                <a:ext cx="489" cy="0"/>
              </a:xfrm>
              <a:prstGeom prst="line">
                <a:avLst/>
              </a:prstGeom>
              <a:ln w="9525" cap="flat" cmpd="sng">
                <a:solidFill>
                  <a:schemeClr val="tx1"/>
                </a:solidFill>
                <a:prstDash val="solid"/>
                <a:headEnd type="none" w="med" len="med"/>
                <a:tailEnd type="none" w="med" len="med"/>
              </a:ln>
            </p:spPr>
          </p:sp>
          <p:sp>
            <p:nvSpPr>
              <p:cNvPr id="60483" name="Line 107"/>
              <p:cNvSpPr/>
              <p:nvPr/>
            </p:nvSpPr>
            <p:spPr>
              <a:xfrm>
                <a:off x="572" y="3448"/>
                <a:ext cx="489" cy="0"/>
              </a:xfrm>
              <a:prstGeom prst="line">
                <a:avLst/>
              </a:prstGeom>
              <a:ln w="9525" cap="flat" cmpd="sng">
                <a:solidFill>
                  <a:schemeClr val="tx1"/>
                </a:solidFill>
                <a:prstDash val="solid"/>
                <a:headEnd type="none" w="med" len="med"/>
                <a:tailEnd type="none" w="med" len="med"/>
              </a:ln>
            </p:spPr>
          </p:sp>
          <p:sp>
            <p:nvSpPr>
              <p:cNvPr id="60484" name="Line 108"/>
              <p:cNvSpPr/>
              <p:nvPr/>
            </p:nvSpPr>
            <p:spPr>
              <a:xfrm>
                <a:off x="569" y="3607"/>
                <a:ext cx="489" cy="0"/>
              </a:xfrm>
              <a:prstGeom prst="line">
                <a:avLst/>
              </a:prstGeom>
              <a:ln w="9525" cap="flat" cmpd="sng">
                <a:solidFill>
                  <a:schemeClr val="tx1"/>
                </a:solidFill>
                <a:prstDash val="solid"/>
                <a:headEnd type="none" w="med" len="med"/>
                <a:tailEnd type="none" w="med" len="med"/>
              </a:ln>
            </p:spPr>
          </p:sp>
        </p:grpSp>
      </p:grpSp>
      <p:grpSp>
        <p:nvGrpSpPr>
          <p:cNvPr id="649325" name="Group 109"/>
          <p:cNvGrpSpPr/>
          <p:nvPr/>
        </p:nvGrpSpPr>
        <p:grpSpPr>
          <a:xfrm>
            <a:off x="71438" y="969963"/>
            <a:ext cx="1081087" cy="1217612"/>
            <a:chOff x="1404" y="3105"/>
            <a:chExt cx="681" cy="767"/>
          </a:xfrm>
        </p:grpSpPr>
        <p:grpSp>
          <p:nvGrpSpPr>
            <p:cNvPr id="60442" name="Group 110"/>
            <p:cNvGrpSpPr/>
            <p:nvPr/>
          </p:nvGrpSpPr>
          <p:grpSpPr>
            <a:xfrm>
              <a:off x="1404" y="3355"/>
              <a:ext cx="681" cy="468"/>
              <a:chOff x="42" y="886"/>
              <a:chExt cx="681" cy="468"/>
            </a:xfrm>
          </p:grpSpPr>
          <p:grpSp>
            <p:nvGrpSpPr>
              <p:cNvPr id="60447" name="Group 111"/>
              <p:cNvGrpSpPr/>
              <p:nvPr/>
            </p:nvGrpSpPr>
            <p:grpSpPr>
              <a:xfrm>
                <a:off x="278" y="886"/>
                <a:ext cx="397" cy="154"/>
                <a:chOff x="740" y="3209"/>
                <a:chExt cx="397" cy="154"/>
              </a:xfrm>
            </p:grpSpPr>
            <p:grpSp>
              <p:nvGrpSpPr>
                <p:cNvPr id="60472" name="Group 112"/>
                <p:cNvGrpSpPr/>
                <p:nvPr/>
              </p:nvGrpSpPr>
              <p:grpSpPr>
                <a:xfrm>
                  <a:off x="794" y="3209"/>
                  <a:ext cx="343" cy="154"/>
                  <a:chOff x="844" y="3337"/>
                  <a:chExt cx="343" cy="154"/>
                </a:xfrm>
              </p:grpSpPr>
              <p:sp>
                <p:nvSpPr>
                  <p:cNvPr id="60475" name="Rectangle 113"/>
                  <p:cNvSpPr/>
                  <p:nvPr/>
                </p:nvSpPr>
                <p:spPr>
                  <a:xfrm>
                    <a:off x="889" y="3370"/>
                    <a:ext cx="245" cy="86"/>
                  </a:xfrm>
                  <a:prstGeom prst="rect">
                    <a:avLst/>
                  </a:prstGeom>
                  <a:solidFill>
                    <a:srgbClr val="FF0000"/>
                  </a:solidFill>
                  <a:ln w="9525" cap="flat" cmpd="sng">
                    <a:solidFill>
                      <a:schemeClr val="bg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60476" name="Text Box 114"/>
                  <p:cNvSpPr txBox="1"/>
                  <p:nvPr/>
                </p:nvSpPr>
                <p:spPr>
                  <a:xfrm>
                    <a:off x="844" y="3337"/>
                    <a:ext cx="343" cy="15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000" dirty="0">
                        <a:solidFill>
                          <a:schemeClr val="bg1"/>
                        </a:solidFill>
                        <a:latin typeface="Arial" panose="020B0604020202020204" pitchFamily="34" charset="0"/>
                        <a:ea typeface="宋体" panose="02010600030101010101" pitchFamily="2" charset="-122"/>
                      </a:rPr>
                      <a:t>DHCP</a:t>
                    </a:r>
                    <a:endParaRPr lang="en-US" altLang="zh-CN" sz="1000" dirty="0">
                      <a:solidFill>
                        <a:schemeClr val="bg1"/>
                      </a:solidFill>
                      <a:latin typeface="Arial" panose="020B0604020202020204" pitchFamily="34" charset="0"/>
                      <a:ea typeface="宋体" panose="02010600030101010101" pitchFamily="2" charset="-122"/>
                    </a:endParaRPr>
                  </a:p>
                </p:txBody>
              </p:sp>
            </p:grpSp>
            <p:sp>
              <p:nvSpPr>
                <p:cNvPr id="60473" name="Rectangle 115"/>
                <p:cNvSpPr/>
                <p:nvPr/>
              </p:nvSpPr>
              <p:spPr>
                <a:xfrm>
                  <a:off x="750" y="3244"/>
                  <a:ext cx="88" cy="82"/>
                </a:xfrm>
                <a:prstGeom prst="rect">
                  <a:avLst/>
                </a:prstGeom>
                <a:solidFill>
                  <a:schemeClr val="accent1"/>
                </a:solidFill>
                <a:ln w="9525" cap="flat" cmpd="sng">
                  <a:solidFill>
                    <a:schemeClr val="bg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60474" name="Rectangle 116"/>
                <p:cNvSpPr/>
                <p:nvPr/>
              </p:nvSpPr>
              <p:spPr>
                <a:xfrm>
                  <a:off x="740" y="3238"/>
                  <a:ext cx="354" cy="94"/>
                </a:xfrm>
                <a:prstGeom prst="rect">
                  <a:avLst/>
                </a:prstGeom>
                <a:noFill/>
                <a:ln w="9525" cap="flat" cmpd="sng">
                  <a:solidFill>
                    <a:schemeClr val="accent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grpSp>
            <p:nvGrpSpPr>
              <p:cNvPr id="60448" name="Group 117"/>
              <p:cNvGrpSpPr/>
              <p:nvPr/>
            </p:nvGrpSpPr>
            <p:grpSpPr>
              <a:xfrm>
                <a:off x="278" y="1034"/>
                <a:ext cx="397" cy="154"/>
                <a:chOff x="836" y="3305"/>
                <a:chExt cx="397" cy="154"/>
              </a:xfrm>
            </p:grpSpPr>
            <p:grpSp>
              <p:nvGrpSpPr>
                <p:cNvPr id="60466" name="Group 118"/>
                <p:cNvGrpSpPr/>
                <p:nvPr/>
              </p:nvGrpSpPr>
              <p:grpSpPr>
                <a:xfrm>
                  <a:off x="890" y="3305"/>
                  <a:ext cx="343" cy="154"/>
                  <a:chOff x="844" y="3337"/>
                  <a:chExt cx="343" cy="154"/>
                </a:xfrm>
              </p:grpSpPr>
              <p:sp>
                <p:nvSpPr>
                  <p:cNvPr id="60470" name="Rectangle 119"/>
                  <p:cNvSpPr/>
                  <p:nvPr/>
                </p:nvSpPr>
                <p:spPr>
                  <a:xfrm>
                    <a:off x="889" y="3370"/>
                    <a:ext cx="245" cy="86"/>
                  </a:xfrm>
                  <a:prstGeom prst="rect">
                    <a:avLst/>
                  </a:prstGeom>
                  <a:solidFill>
                    <a:srgbClr val="FF0000"/>
                  </a:solidFill>
                  <a:ln w="9525" cap="flat" cmpd="sng">
                    <a:solidFill>
                      <a:schemeClr val="bg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60471" name="Text Box 120"/>
                  <p:cNvSpPr txBox="1"/>
                  <p:nvPr/>
                </p:nvSpPr>
                <p:spPr>
                  <a:xfrm>
                    <a:off x="844" y="3337"/>
                    <a:ext cx="343" cy="15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000" dirty="0">
                        <a:solidFill>
                          <a:schemeClr val="bg1"/>
                        </a:solidFill>
                        <a:latin typeface="Arial" panose="020B0604020202020204" pitchFamily="34" charset="0"/>
                        <a:ea typeface="宋体" panose="02010600030101010101" pitchFamily="2" charset="-122"/>
                      </a:rPr>
                      <a:t>DHCP</a:t>
                    </a:r>
                    <a:endParaRPr lang="en-US" altLang="zh-CN" sz="1000" dirty="0">
                      <a:solidFill>
                        <a:schemeClr val="bg1"/>
                      </a:solidFill>
                      <a:latin typeface="Arial" panose="020B0604020202020204" pitchFamily="34" charset="0"/>
                      <a:ea typeface="宋体" panose="02010600030101010101" pitchFamily="2" charset="-122"/>
                    </a:endParaRPr>
                  </a:p>
                </p:txBody>
              </p:sp>
            </p:grpSp>
            <p:grpSp>
              <p:nvGrpSpPr>
                <p:cNvPr id="60467" name="Group 121"/>
                <p:cNvGrpSpPr/>
                <p:nvPr/>
              </p:nvGrpSpPr>
              <p:grpSpPr>
                <a:xfrm>
                  <a:off x="836" y="3334"/>
                  <a:ext cx="354" cy="94"/>
                  <a:chOff x="836" y="3334"/>
                  <a:chExt cx="354" cy="94"/>
                </a:xfrm>
              </p:grpSpPr>
              <p:sp>
                <p:nvSpPr>
                  <p:cNvPr id="60468" name="Rectangle 122"/>
                  <p:cNvSpPr/>
                  <p:nvPr/>
                </p:nvSpPr>
                <p:spPr>
                  <a:xfrm>
                    <a:off x="846" y="3340"/>
                    <a:ext cx="88" cy="82"/>
                  </a:xfrm>
                  <a:prstGeom prst="rect">
                    <a:avLst/>
                  </a:prstGeom>
                  <a:solidFill>
                    <a:schemeClr val="accent1"/>
                  </a:solidFill>
                  <a:ln w="9525" cap="flat" cmpd="sng">
                    <a:solidFill>
                      <a:schemeClr val="bg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60469" name="Rectangle 123"/>
                  <p:cNvSpPr/>
                  <p:nvPr/>
                </p:nvSpPr>
                <p:spPr>
                  <a:xfrm>
                    <a:off x="836" y="3334"/>
                    <a:ext cx="354" cy="94"/>
                  </a:xfrm>
                  <a:prstGeom prst="rect">
                    <a:avLst/>
                  </a:prstGeom>
                  <a:noFill/>
                  <a:ln w="9525" cap="flat" cmpd="sng">
                    <a:solidFill>
                      <a:schemeClr val="accent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grpSp>
          <p:grpSp>
            <p:nvGrpSpPr>
              <p:cNvPr id="60449" name="Group 124"/>
              <p:cNvGrpSpPr/>
              <p:nvPr/>
            </p:nvGrpSpPr>
            <p:grpSpPr>
              <a:xfrm>
                <a:off x="165" y="1054"/>
                <a:ext cx="480" cy="112"/>
                <a:chOff x="627" y="3377"/>
                <a:chExt cx="480" cy="112"/>
              </a:xfrm>
            </p:grpSpPr>
            <p:sp>
              <p:nvSpPr>
                <p:cNvPr id="60464" name="Rectangle 125"/>
                <p:cNvSpPr/>
                <p:nvPr/>
              </p:nvSpPr>
              <p:spPr>
                <a:xfrm>
                  <a:off x="636" y="3388"/>
                  <a:ext cx="96" cy="93"/>
                </a:xfrm>
                <a:prstGeom prst="rect">
                  <a:avLst/>
                </a:prstGeom>
                <a:solidFill>
                  <a:schemeClr val="accent2"/>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60465" name="Rectangle 126"/>
                <p:cNvSpPr/>
                <p:nvPr/>
              </p:nvSpPr>
              <p:spPr>
                <a:xfrm>
                  <a:off x="627" y="3377"/>
                  <a:ext cx="480" cy="112"/>
                </a:xfrm>
                <a:prstGeom prst="rect">
                  <a:avLst/>
                </a:prstGeom>
                <a:noFill/>
                <a:ln w="9525" cap="flat" cmpd="sng">
                  <a:solidFill>
                    <a:schemeClr val="accent2"/>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grpSp>
            <p:nvGrpSpPr>
              <p:cNvPr id="60450" name="Group 127"/>
              <p:cNvGrpSpPr/>
              <p:nvPr/>
            </p:nvGrpSpPr>
            <p:grpSpPr>
              <a:xfrm>
                <a:off x="42" y="1200"/>
                <a:ext cx="681" cy="154"/>
                <a:chOff x="504" y="3523"/>
                <a:chExt cx="681" cy="154"/>
              </a:xfrm>
            </p:grpSpPr>
            <p:grpSp>
              <p:nvGrpSpPr>
                <p:cNvPr id="60451" name="Group 128"/>
                <p:cNvGrpSpPr/>
                <p:nvPr/>
              </p:nvGrpSpPr>
              <p:grpSpPr>
                <a:xfrm>
                  <a:off x="623" y="3523"/>
                  <a:ext cx="510" cy="154"/>
                  <a:chOff x="723" y="3453"/>
                  <a:chExt cx="510" cy="154"/>
                </a:xfrm>
              </p:grpSpPr>
              <p:grpSp>
                <p:nvGrpSpPr>
                  <p:cNvPr id="60455" name="Group 129"/>
                  <p:cNvGrpSpPr/>
                  <p:nvPr/>
                </p:nvGrpSpPr>
                <p:grpSpPr>
                  <a:xfrm>
                    <a:off x="836" y="3453"/>
                    <a:ext cx="397" cy="154"/>
                    <a:chOff x="836" y="3305"/>
                    <a:chExt cx="397" cy="154"/>
                  </a:xfrm>
                </p:grpSpPr>
                <p:grpSp>
                  <p:nvGrpSpPr>
                    <p:cNvPr id="60458" name="Group 130"/>
                    <p:cNvGrpSpPr/>
                    <p:nvPr/>
                  </p:nvGrpSpPr>
                  <p:grpSpPr>
                    <a:xfrm>
                      <a:off x="890" y="3305"/>
                      <a:ext cx="343" cy="154"/>
                      <a:chOff x="844" y="3337"/>
                      <a:chExt cx="343" cy="154"/>
                    </a:xfrm>
                  </p:grpSpPr>
                  <p:sp>
                    <p:nvSpPr>
                      <p:cNvPr id="60462" name="Rectangle 131"/>
                      <p:cNvSpPr/>
                      <p:nvPr/>
                    </p:nvSpPr>
                    <p:spPr>
                      <a:xfrm>
                        <a:off x="889" y="3370"/>
                        <a:ext cx="245" cy="86"/>
                      </a:xfrm>
                      <a:prstGeom prst="rect">
                        <a:avLst/>
                      </a:prstGeom>
                      <a:solidFill>
                        <a:srgbClr val="FF0000"/>
                      </a:solidFill>
                      <a:ln w="9525" cap="flat" cmpd="sng">
                        <a:solidFill>
                          <a:schemeClr val="bg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60463" name="Text Box 132"/>
                      <p:cNvSpPr txBox="1"/>
                      <p:nvPr/>
                    </p:nvSpPr>
                    <p:spPr>
                      <a:xfrm>
                        <a:off x="844" y="3337"/>
                        <a:ext cx="343" cy="15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000" dirty="0">
                            <a:solidFill>
                              <a:schemeClr val="bg1"/>
                            </a:solidFill>
                            <a:latin typeface="Arial" panose="020B0604020202020204" pitchFamily="34" charset="0"/>
                            <a:ea typeface="宋体" panose="02010600030101010101" pitchFamily="2" charset="-122"/>
                          </a:rPr>
                          <a:t>DHCP</a:t>
                        </a:r>
                        <a:endParaRPr lang="en-US" altLang="zh-CN" sz="1000" dirty="0">
                          <a:solidFill>
                            <a:schemeClr val="bg1"/>
                          </a:solidFill>
                          <a:latin typeface="Arial" panose="020B0604020202020204" pitchFamily="34" charset="0"/>
                          <a:ea typeface="宋体" panose="02010600030101010101" pitchFamily="2" charset="-122"/>
                        </a:endParaRPr>
                      </a:p>
                    </p:txBody>
                  </p:sp>
                </p:grpSp>
                <p:grpSp>
                  <p:nvGrpSpPr>
                    <p:cNvPr id="60459" name="Group 133"/>
                    <p:cNvGrpSpPr/>
                    <p:nvPr/>
                  </p:nvGrpSpPr>
                  <p:grpSpPr>
                    <a:xfrm>
                      <a:off x="836" y="3334"/>
                      <a:ext cx="354" cy="94"/>
                      <a:chOff x="836" y="3334"/>
                      <a:chExt cx="354" cy="94"/>
                    </a:xfrm>
                  </p:grpSpPr>
                  <p:sp>
                    <p:nvSpPr>
                      <p:cNvPr id="60460" name="Rectangle 134"/>
                      <p:cNvSpPr/>
                      <p:nvPr/>
                    </p:nvSpPr>
                    <p:spPr>
                      <a:xfrm>
                        <a:off x="846" y="3340"/>
                        <a:ext cx="88" cy="82"/>
                      </a:xfrm>
                      <a:prstGeom prst="rect">
                        <a:avLst/>
                      </a:prstGeom>
                      <a:solidFill>
                        <a:schemeClr val="accent1"/>
                      </a:solidFill>
                      <a:ln w="9525" cap="flat" cmpd="sng">
                        <a:solidFill>
                          <a:schemeClr val="bg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60461" name="Rectangle 135"/>
                      <p:cNvSpPr/>
                      <p:nvPr/>
                    </p:nvSpPr>
                    <p:spPr>
                      <a:xfrm>
                        <a:off x="836" y="3334"/>
                        <a:ext cx="354" cy="94"/>
                      </a:xfrm>
                      <a:prstGeom prst="rect">
                        <a:avLst/>
                      </a:prstGeom>
                      <a:noFill/>
                      <a:ln w="9525" cap="flat" cmpd="sng">
                        <a:solidFill>
                          <a:schemeClr val="accent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grpSp>
              <p:sp>
                <p:nvSpPr>
                  <p:cNvPr id="60456" name="Rectangle 136"/>
                  <p:cNvSpPr/>
                  <p:nvPr/>
                </p:nvSpPr>
                <p:spPr>
                  <a:xfrm>
                    <a:off x="732" y="3484"/>
                    <a:ext cx="96" cy="93"/>
                  </a:xfrm>
                  <a:prstGeom prst="rect">
                    <a:avLst/>
                  </a:prstGeom>
                  <a:solidFill>
                    <a:schemeClr val="accent2"/>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60457" name="Rectangle 137"/>
                  <p:cNvSpPr/>
                  <p:nvPr/>
                </p:nvSpPr>
                <p:spPr>
                  <a:xfrm>
                    <a:off x="723" y="3473"/>
                    <a:ext cx="480" cy="112"/>
                  </a:xfrm>
                  <a:prstGeom prst="rect">
                    <a:avLst/>
                  </a:prstGeom>
                  <a:noFill/>
                  <a:ln w="9525" cap="flat" cmpd="sng">
                    <a:solidFill>
                      <a:schemeClr val="accent2"/>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sp>
              <p:nvSpPr>
                <p:cNvPr id="60452" name="Rectangle 138"/>
                <p:cNvSpPr/>
                <p:nvPr/>
              </p:nvSpPr>
              <p:spPr>
                <a:xfrm>
                  <a:off x="517" y="3545"/>
                  <a:ext cx="94" cy="108"/>
                </a:xfrm>
                <a:prstGeom prst="rect">
                  <a:avLst/>
                </a:prstGeom>
                <a:solidFill>
                  <a:schemeClr val="tx1"/>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60453" name="Rectangle 139"/>
                <p:cNvSpPr/>
                <p:nvPr/>
              </p:nvSpPr>
              <p:spPr>
                <a:xfrm>
                  <a:off x="1115" y="3544"/>
                  <a:ext cx="60" cy="108"/>
                </a:xfrm>
                <a:prstGeom prst="rect">
                  <a:avLst/>
                </a:prstGeom>
                <a:solidFill>
                  <a:schemeClr val="tx1"/>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60454" name="Rectangle 140"/>
                <p:cNvSpPr/>
                <p:nvPr/>
              </p:nvSpPr>
              <p:spPr>
                <a:xfrm>
                  <a:off x="504" y="3529"/>
                  <a:ext cx="681" cy="138"/>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grpSp>
        <p:sp>
          <p:nvSpPr>
            <p:cNvPr id="60443" name="AutoShape 141"/>
            <p:cNvSpPr/>
            <p:nvPr/>
          </p:nvSpPr>
          <p:spPr>
            <a:xfrm rot="10800000">
              <a:off x="1727" y="3105"/>
              <a:ext cx="240" cy="767"/>
            </a:xfrm>
            <a:prstGeom prst="downArrow">
              <a:avLst>
                <a:gd name="adj1" fmla="val 54166"/>
                <a:gd name="adj2" fmla="val 51310"/>
              </a:avLst>
            </a:prstGeom>
            <a:gradFill rotWithShape="1">
              <a:gsLst>
                <a:gs pos="0">
                  <a:srgbClr val="FF0000">
                    <a:alpha val="25000"/>
                  </a:srgbClr>
                </a:gs>
                <a:gs pos="100000">
                  <a:srgbClr val="FF0000">
                    <a:alpha val="25000"/>
                  </a:srgbClr>
                </a:gs>
              </a:gsLst>
              <a:lin ang="5400000" scaled="1"/>
              <a:tileRect/>
            </a:gra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60444" name="Group 142"/>
            <p:cNvGrpSpPr/>
            <p:nvPr/>
          </p:nvGrpSpPr>
          <p:grpSpPr>
            <a:xfrm>
              <a:off x="1695" y="3227"/>
              <a:ext cx="343" cy="154"/>
              <a:chOff x="844" y="3337"/>
              <a:chExt cx="343" cy="154"/>
            </a:xfrm>
          </p:grpSpPr>
          <p:sp>
            <p:nvSpPr>
              <p:cNvPr id="60445" name="Rectangle 143"/>
              <p:cNvSpPr/>
              <p:nvPr/>
            </p:nvSpPr>
            <p:spPr>
              <a:xfrm>
                <a:off x="889" y="3370"/>
                <a:ext cx="245" cy="86"/>
              </a:xfrm>
              <a:prstGeom prst="rect">
                <a:avLst/>
              </a:prstGeom>
              <a:solidFill>
                <a:srgbClr val="FF0000"/>
              </a:solidFill>
              <a:ln w="9525" cap="flat" cmpd="sng">
                <a:solidFill>
                  <a:schemeClr val="bg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60446" name="Text Box 144"/>
              <p:cNvSpPr txBox="1"/>
              <p:nvPr/>
            </p:nvSpPr>
            <p:spPr>
              <a:xfrm>
                <a:off x="844" y="3337"/>
                <a:ext cx="343" cy="15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000" dirty="0">
                    <a:solidFill>
                      <a:schemeClr val="bg1"/>
                    </a:solidFill>
                    <a:latin typeface="Arial" panose="020B0604020202020204" pitchFamily="34" charset="0"/>
                    <a:ea typeface="宋体" panose="02010600030101010101" pitchFamily="2" charset="-122"/>
                  </a:rPr>
                  <a:t>DHCP</a:t>
                </a:r>
                <a:endParaRPr lang="en-US" altLang="zh-CN" sz="1000" dirty="0">
                  <a:solidFill>
                    <a:schemeClr val="bg1"/>
                  </a:solidFill>
                  <a:latin typeface="Arial" panose="020B0604020202020204" pitchFamily="34" charset="0"/>
                  <a:ea typeface="宋体" panose="02010600030101010101" pitchFamily="2" charset="-122"/>
                </a:endParaRPr>
              </a:p>
            </p:txBody>
          </p:sp>
        </p:grpSp>
      </p:grpSp>
      <p:grpSp>
        <p:nvGrpSpPr>
          <p:cNvPr id="649361" name="Group 145"/>
          <p:cNvGrpSpPr/>
          <p:nvPr/>
        </p:nvGrpSpPr>
        <p:grpSpPr>
          <a:xfrm>
            <a:off x="803275" y="3178175"/>
            <a:ext cx="544513" cy="244475"/>
            <a:chOff x="844" y="3337"/>
            <a:chExt cx="343" cy="154"/>
          </a:xfrm>
        </p:grpSpPr>
        <p:sp>
          <p:nvSpPr>
            <p:cNvPr id="60440" name="Rectangle 146"/>
            <p:cNvSpPr/>
            <p:nvPr/>
          </p:nvSpPr>
          <p:spPr>
            <a:xfrm>
              <a:off x="889" y="3370"/>
              <a:ext cx="245" cy="86"/>
            </a:xfrm>
            <a:prstGeom prst="rect">
              <a:avLst/>
            </a:prstGeom>
            <a:solidFill>
              <a:srgbClr val="FF0000"/>
            </a:solidFill>
            <a:ln w="9525" cap="flat" cmpd="sng">
              <a:solidFill>
                <a:schemeClr val="bg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60441" name="Text Box 147"/>
            <p:cNvSpPr txBox="1"/>
            <p:nvPr/>
          </p:nvSpPr>
          <p:spPr>
            <a:xfrm>
              <a:off x="844" y="3337"/>
              <a:ext cx="343" cy="15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000" dirty="0">
                  <a:solidFill>
                    <a:schemeClr val="bg1"/>
                  </a:solidFill>
                  <a:latin typeface="Arial" panose="020B0604020202020204" pitchFamily="34" charset="0"/>
                  <a:ea typeface="宋体" panose="02010600030101010101" pitchFamily="2" charset="-122"/>
                </a:rPr>
                <a:t>DHCP</a:t>
              </a:r>
              <a:endParaRPr lang="en-US" altLang="zh-CN" sz="1000" dirty="0">
                <a:solidFill>
                  <a:schemeClr val="bg1"/>
                </a:solidFill>
                <a:latin typeface="Arial" panose="020B0604020202020204" pitchFamily="34" charset="0"/>
                <a:ea typeface="宋体" panose="02010600030101010101" pitchFamily="2" charset="-122"/>
              </a:endParaRPr>
            </a:p>
          </p:txBody>
        </p:sp>
      </p:grpSp>
      <p:sp>
        <p:nvSpPr>
          <p:cNvPr id="649364" name="Rectangle 148"/>
          <p:cNvSpPr/>
          <p:nvPr/>
        </p:nvSpPr>
        <p:spPr>
          <a:xfrm>
            <a:off x="4997450" y="2774950"/>
            <a:ext cx="3421063" cy="1362075"/>
          </a:xfrm>
          <a:prstGeom prst="rect">
            <a:avLst/>
          </a:prstGeom>
          <a:noFill/>
          <a:ln w="9525">
            <a:noFill/>
          </a:ln>
        </p:spPr>
        <p:txBody>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342900" lvl="0" indent="-342900">
              <a:lnSpc>
                <a:spcPct val="90000"/>
              </a:lnSpc>
            </a:pPr>
            <a:r>
              <a:rPr lang="en-US" altLang="zh-CN" sz="1800" dirty="0">
                <a:ea typeface="宋体" panose="02010600030101010101" pitchFamily="2" charset="-122"/>
              </a:rPr>
              <a:t>encapsulation of DHCP server, frame forwarded to client, demux’ing up to DHCP at client</a:t>
            </a:r>
            <a:endParaRPr lang="en-US" altLang="zh-CN" sz="1800" dirty="0">
              <a:ea typeface="宋体" panose="02010600030101010101" pitchFamily="2" charset="-122"/>
            </a:endParaRPr>
          </a:p>
          <a:p>
            <a:pPr marL="342900" lvl="0" indent="-342900">
              <a:lnSpc>
                <a:spcPct val="90000"/>
              </a:lnSpc>
            </a:pPr>
            <a:r>
              <a:rPr lang="en-US" altLang="zh-CN" sz="1800" dirty="0">
                <a:ea typeface="宋体" panose="02010600030101010101" pitchFamily="2" charset="-122"/>
              </a:rPr>
              <a:t>client now knows its IP address, name and IP address of DNS server, IP address of its first-hop router</a:t>
            </a:r>
            <a:endParaRPr lang="en-US" altLang="zh-CN" sz="1800" dirty="0">
              <a:ea typeface="宋体" panose="02010600030101010101" pitchFamily="2" charset="-122"/>
            </a:endParaRPr>
          </a:p>
          <a:p>
            <a:pPr marL="342900" lvl="0" indent="-342900">
              <a:lnSpc>
                <a:spcPct val="90000"/>
              </a:lnSpc>
            </a:pPr>
            <a:endParaRPr lang="en-US" altLang="zh-CN" sz="1800" dirty="0">
              <a:ea typeface="宋体" panose="02010600030101010101" pitchFamily="2" charset="-122"/>
            </a:endParaRPr>
          </a:p>
        </p:txBody>
      </p:sp>
      <p:sp>
        <p:nvSpPr>
          <p:cNvPr id="60439" name="Rectangle 152"/>
          <p:cNvSpPr>
            <a:spLocks noGrp="1"/>
          </p:cNvSpPr>
          <p:nvPr>
            <p:ph type="title"/>
          </p:nvPr>
        </p:nvSpPr>
        <p:spPr>
          <a:xfrm>
            <a:off x="323850" y="0"/>
            <a:ext cx="8034338" cy="1143000"/>
          </a:xfrm>
        </p:spPr>
        <p:txBody>
          <a:bodyPr vert="horz" wrap="square" lIns="91440" tIns="45720" rIns="91440" bIns="45720" anchor="ctr" anchorCtr="0"/>
          <a:p>
            <a:r>
              <a:rPr lang="en-US" altLang="zh-CN" sz="2800" u="none" dirty="0">
                <a:ea typeface="宋体" panose="02010600030101010101" pitchFamily="2" charset="-122"/>
              </a:rPr>
              <a:t>DHCP: example</a:t>
            </a:r>
            <a:endParaRPr lang="en-US" altLang="zh-CN" sz="2800" u="none" dirty="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64936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49219">
                                            <p:txEl>
                                              <p:charRg st="0" end="139"/>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nodeType="clickEffect">
                                  <p:stCondLst>
                                    <p:cond delay="0"/>
                                  </p:stCondLst>
                                  <p:childTnLst>
                                    <p:set>
                                      <p:cBhvr>
                                        <p:cTn id="12" dur="1" fill="hold">
                                          <p:stCondLst>
                                            <p:cond delay="0"/>
                                          </p:stCondLst>
                                        </p:cTn>
                                        <p:tgtEl>
                                          <p:spTgt spid="649269"/>
                                        </p:tgtEl>
                                        <p:attrNameLst>
                                          <p:attrName>style.visibility</p:attrName>
                                        </p:attrNameLst>
                                      </p:cBhvr>
                                      <p:to>
                                        <p:strVal val="visible"/>
                                      </p:to>
                                    </p:set>
                                    <p:animEffect transition="in" filter="wipe(up)">
                                      <p:cBhvr>
                                        <p:cTn id="13" dur="500"/>
                                        <p:tgtEl>
                                          <p:spTgt spid="649269"/>
                                        </p:tgtEl>
                                      </p:cBhvr>
                                    </p:animEffect>
                                  </p:childTnLst>
                                </p:cTn>
                              </p:par>
                              <p:par>
                                <p:cTn id="14" presetID="1" presetClass="entr" presetSubtype="0" fill="hold" grpId="0" nodeType="withEffect">
                                  <p:stCondLst>
                                    <p:cond delay="0"/>
                                  </p:stCondLst>
                                  <p:childTnLst>
                                    <p:set>
                                      <p:cBhvr>
                                        <p:cTn id="15" dur="1" fill="hold">
                                          <p:stCondLst>
                                            <p:cond delay="0"/>
                                          </p:stCondLst>
                                        </p:cTn>
                                        <p:tgtEl>
                                          <p:spTgt spid="649364">
                                            <p:txEl>
                                              <p:charRg st="0" end="88"/>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649364">
                                            <p:txEl>
                                              <p:charRg st="88" end="191"/>
                                            </p:txEl>
                                          </p:spTgt>
                                        </p:tgtEl>
                                        <p:attrNameLst>
                                          <p:attrName>style.visibility</p:attrName>
                                        </p:attrNameLst>
                                      </p:cBhvr>
                                      <p:to>
                                        <p:strVal val="visible"/>
                                      </p:to>
                                    </p:set>
                                  </p:childTnLst>
                                </p:cTn>
                              </p:par>
                            </p:childTnLst>
                          </p:cTn>
                        </p:par>
                        <p:par>
                          <p:cTn id="20" fill="hold">
                            <p:stCondLst>
                              <p:cond delay="0"/>
                            </p:stCondLst>
                            <p:childTnLst>
                              <p:par>
                                <p:cTn id="21" presetID="1" presetClass="entr" presetSubtype="0" fill="hold" nodeType="afterEffect">
                                  <p:stCondLst>
                                    <p:cond delay="0"/>
                                  </p:stCondLst>
                                  <p:childTnLst>
                                    <p:set>
                                      <p:cBhvr>
                                        <p:cTn id="22" dur="1" fill="hold">
                                          <p:stCondLst>
                                            <p:cond delay="0"/>
                                          </p:stCondLst>
                                        </p:cTn>
                                        <p:tgtEl>
                                          <p:spTgt spid="649302"/>
                                        </p:tgtEl>
                                        <p:attrNameLst>
                                          <p:attrName>style.visibility</p:attrName>
                                        </p:attrNameLst>
                                      </p:cBhvr>
                                      <p:to>
                                        <p:strVal val="visible"/>
                                      </p:to>
                                    </p:set>
                                  </p:childTnLst>
                                </p:cTn>
                              </p:par>
                            </p:childTnLst>
                          </p:cTn>
                        </p:par>
                        <p:par>
                          <p:cTn id="23" fill="hold">
                            <p:stCondLst>
                              <p:cond delay="0"/>
                            </p:stCondLst>
                            <p:childTnLst>
                              <p:par>
                                <p:cTn id="24" presetID="0" presetClass="path" presetSubtype="0" accel="50000" decel="50000" fill="hold" nodeType="afterEffect">
                                  <p:stCondLst>
                                    <p:cond delay="0"/>
                                  </p:stCondLst>
                                  <p:childTnLst>
                                    <p:animMotion origin="layout" path="M -0.02569 0.03081 L 0.1533 0.0322 L 0.34896 -0.28446 L -0.04115 -0.28886 " pathEditMode="relative" rAng="0" ptsTypes="AAAA">
                                      <p:cBhvr>
                                        <p:cTn id="25" dur="2000" fill="hold"/>
                                        <p:tgtEl>
                                          <p:spTgt spid="649302"/>
                                        </p:tgtEl>
                                        <p:attrNameLst>
                                          <p:attrName>ppt_x</p:attrName>
                                          <p:attrName>ppt_y</p:attrName>
                                        </p:attrNameLst>
                                      </p:cBhvr>
                                      <p:rCtr x="18000" y="-15900"/>
                                    </p:animMotion>
                                  </p:childTnLst>
                                </p:cTn>
                              </p:par>
                            </p:childTnLst>
                          </p:cTn>
                        </p:par>
                        <p:par>
                          <p:cTn id="26" fill="hold">
                            <p:stCondLst>
                              <p:cond delay="2000"/>
                            </p:stCondLst>
                            <p:childTnLst>
                              <p:par>
                                <p:cTn id="27" presetID="1" presetClass="exit" presetSubtype="0" fill="hold" nodeType="afterEffect">
                                  <p:stCondLst>
                                    <p:cond delay="0"/>
                                  </p:stCondLst>
                                  <p:childTnLst>
                                    <p:set>
                                      <p:cBhvr>
                                        <p:cTn id="28" dur="1" fill="hold">
                                          <p:stCondLst>
                                            <p:cond delay="0"/>
                                          </p:stCondLst>
                                        </p:cTn>
                                        <p:tgtEl>
                                          <p:spTgt spid="649316"/>
                                        </p:tgtEl>
                                        <p:attrNameLst>
                                          <p:attrName>style.visibility</p:attrName>
                                        </p:attrNameLst>
                                      </p:cBhvr>
                                      <p:to>
                                        <p:strVal val="hidden"/>
                                      </p:to>
                                    </p:set>
                                  </p:childTnLst>
                                </p:cTn>
                              </p:par>
                              <p:par>
                                <p:cTn id="29" presetID="1" presetClass="exit" presetSubtype="0" fill="hold" nodeType="withEffect">
                                  <p:stCondLst>
                                    <p:cond delay="0"/>
                                  </p:stCondLst>
                                  <p:childTnLst>
                                    <p:set>
                                      <p:cBhvr>
                                        <p:cTn id="30" dur="1" fill="hold">
                                          <p:stCondLst>
                                            <p:cond delay="0"/>
                                          </p:stCondLst>
                                        </p:cTn>
                                        <p:tgtEl>
                                          <p:spTgt spid="649361"/>
                                        </p:tgtEl>
                                        <p:attrNameLst>
                                          <p:attrName>style.visibility</p:attrName>
                                        </p:attrNameLst>
                                      </p:cBhvr>
                                      <p:to>
                                        <p:strVal val="hidden"/>
                                      </p:to>
                                    </p:set>
                                  </p:childTnLst>
                                </p:cTn>
                              </p:par>
                              <p:par>
                                <p:cTn id="31" presetID="1" presetClass="exit" presetSubtype="0" fill="hold" nodeType="withEffect">
                                  <p:stCondLst>
                                    <p:cond delay="0"/>
                                  </p:stCondLst>
                                  <p:childTnLst>
                                    <p:set>
                                      <p:cBhvr>
                                        <p:cTn id="32" dur="1" fill="hold">
                                          <p:stCondLst>
                                            <p:cond delay="0"/>
                                          </p:stCondLst>
                                        </p:cTn>
                                        <p:tgtEl>
                                          <p:spTgt spid="649269"/>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649260"/>
                                        </p:tgtEl>
                                        <p:attrNameLst>
                                          <p:attrName>style.visibility</p:attrName>
                                        </p:attrNameLst>
                                      </p:cBhvr>
                                      <p:to>
                                        <p:strVal val="visible"/>
                                      </p:to>
                                    </p:set>
                                    <p:animEffect transition="in" filter="wipe(down)">
                                      <p:cBhvr>
                                        <p:cTn id="37" dur="500"/>
                                        <p:tgtEl>
                                          <p:spTgt spid="649260"/>
                                        </p:tgtEl>
                                      </p:cBhvr>
                                    </p:animEffect>
                                  </p:childTnLst>
                                </p:cTn>
                              </p:par>
                            </p:childTnLst>
                          </p:cTn>
                        </p:par>
                        <p:par>
                          <p:cTn id="38" fill="hold">
                            <p:stCondLst>
                              <p:cond delay="500"/>
                            </p:stCondLst>
                            <p:childTnLst>
                              <p:par>
                                <p:cTn id="39" presetID="22" presetClass="entr" presetSubtype="4" fill="hold" nodeType="afterEffect">
                                  <p:stCondLst>
                                    <p:cond delay="0"/>
                                  </p:stCondLst>
                                  <p:childTnLst>
                                    <p:set>
                                      <p:cBhvr>
                                        <p:cTn id="40" dur="1" fill="hold">
                                          <p:stCondLst>
                                            <p:cond delay="0"/>
                                          </p:stCondLst>
                                        </p:cTn>
                                        <p:tgtEl>
                                          <p:spTgt spid="649325"/>
                                        </p:tgtEl>
                                        <p:attrNameLst>
                                          <p:attrName>style.visibility</p:attrName>
                                        </p:attrNameLst>
                                      </p:cBhvr>
                                      <p:to>
                                        <p:strVal val="visible"/>
                                      </p:to>
                                    </p:set>
                                    <p:animEffect transition="in" filter="wipe(down)">
                                      <p:cBhvr>
                                        <p:cTn id="41" dur="1000"/>
                                        <p:tgtEl>
                                          <p:spTgt spid="649325"/>
                                        </p:tgtEl>
                                      </p:cBhvr>
                                    </p:animEffect>
                                  </p:childTnLst>
                                </p:cTn>
                              </p:par>
                              <p:par>
                                <p:cTn id="42" presetID="1" presetClass="exit" presetSubtype="0" fill="hold" nodeType="withEffect">
                                  <p:stCondLst>
                                    <p:cond delay="0"/>
                                  </p:stCondLst>
                                  <p:childTnLst>
                                    <p:set>
                                      <p:cBhvr>
                                        <p:cTn id="43" dur="1" fill="hold">
                                          <p:stCondLst>
                                            <p:cond delay="0"/>
                                          </p:stCondLst>
                                        </p:cTn>
                                        <p:tgtEl>
                                          <p:spTgt spid="64930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9219" grpId="0" build="p"/>
      <p:bldP spid="649364"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2" name="页脚占位符 4"/>
          <p:cNvSpPr txBox="1">
            <a:spLocks noGrp="1"/>
          </p:cNvSpPr>
          <p:nvPr>
            <p:ph type="ftr" sz="quarter" idx="11"/>
          </p:nvPr>
        </p:nvSpPr>
        <p:spPr/>
        <p:txBody>
          <a:bodyPr/>
          <a:p>
            <a:pPr marL="0" indent="0" algn="r">
              <a:spcBef>
                <a:spcPct val="0"/>
              </a:spcBef>
              <a:buClrTx/>
              <a:buSzTx/>
              <a:buFontTx/>
              <a:buNone/>
            </a:pPr>
            <a:r>
              <a:rPr lang="en-US" altLang="zh-CN" sz="1400" dirty="0">
                <a:ea typeface="宋体" panose="02010600030101010101" pitchFamily="2" charset="-122"/>
              </a:rPr>
              <a:t>Network Layer</a:t>
            </a:r>
            <a:endParaRPr lang="en-US" altLang="zh-CN" sz="1400" dirty="0">
              <a:latin typeface="Times New Roman" panose="02020603050405020304" pitchFamily="18" charset="0"/>
              <a:ea typeface="宋体" panose="02010600030101010101" pitchFamily="2" charset="-122"/>
            </a:endParaRPr>
          </a:p>
        </p:txBody>
      </p:sp>
      <p:sp>
        <p:nvSpPr>
          <p:cNvPr id="61443" name="灯片编号占位符 5"/>
          <p:cNvSpPr txBox="1">
            <a:spLocks noGrp="1"/>
          </p:cNvSpPr>
          <p:nvPr>
            <p:ph type="sldNum" sz="quarter" idx="12"/>
          </p:nvPr>
        </p:nvSpPr>
        <p:spPr/>
        <p:txBody>
          <a:bodyPr/>
          <a:p>
            <a:pPr marL="0" indent="0" algn="r">
              <a:spcBef>
                <a:spcPct val="0"/>
              </a:spcBef>
              <a:buClrTx/>
              <a:buSzTx/>
              <a:buFontTx/>
              <a:buNone/>
            </a:pPr>
            <a:r>
              <a:rPr lang="en-US" altLang="zh-CN" sz="1400" dirty="0">
                <a:ea typeface="宋体" panose="02010600030101010101" pitchFamily="2" charset="-122"/>
              </a:rPr>
              <a:t>4-</a:t>
            </a: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61444" name="Rectangle 2"/>
          <p:cNvSpPr>
            <a:spLocks noGrp="1"/>
          </p:cNvSpPr>
          <p:nvPr>
            <p:ph type="title"/>
          </p:nvPr>
        </p:nvSpPr>
        <p:spPr>
          <a:xfrm>
            <a:off x="358775" y="352425"/>
            <a:ext cx="3703638" cy="1143000"/>
          </a:xfrm>
        </p:spPr>
        <p:txBody>
          <a:bodyPr vert="horz" wrap="square" lIns="91440" tIns="45720" rIns="91440" bIns="45720" anchor="ctr" anchorCtr="0"/>
          <a:p>
            <a:r>
              <a:rPr lang="en-US" altLang="zh-CN" sz="3200" u="none" dirty="0">
                <a:ea typeface="宋体" panose="02010600030101010101" pitchFamily="2" charset="-122"/>
              </a:rPr>
              <a:t>DHCP: wireshark output </a:t>
            </a:r>
            <a:r>
              <a:rPr lang="en-US" altLang="zh-CN" sz="2800" u="none" dirty="0">
                <a:ea typeface="宋体" panose="02010600030101010101" pitchFamily="2" charset="-122"/>
              </a:rPr>
              <a:t>(home LAN)</a:t>
            </a:r>
            <a:endParaRPr lang="en-US" altLang="zh-CN" sz="2800" u="none" dirty="0">
              <a:ea typeface="宋体" panose="02010600030101010101" pitchFamily="2" charset="-122"/>
            </a:endParaRPr>
          </a:p>
        </p:txBody>
      </p:sp>
      <p:sp>
        <p:nvSpPr>
          <p:cNvPr id="61445" name="Text Box 4"/>
          <p:cNvSpPr txBox="1"/>
          <p:nvPr/>
        </p:nvSpPr>
        <p:spPr>
          <a:xfrm>
            <a:off x="4570413" y="500063"/>
            <a:ext cx="4492625" cy="43561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nSpc>
                <a:spcPct val="90000"/>
              </a:lnSpc>
              <a:spcBef>
                <a:spcPct val="0"/>
              </a:spcBef>
              <a:buClrTx/>
              <a:buSzTx/>
              <a:buFontTx/>
              <a:buNone/>
            </a:pPr>
            <a:r>
              <a:rPr lang="en-US" altLang="zh-CN" sz="1200" dirty="0">
                <a:latin typeface="Arial" panose="020B0604020202020204" pitchFamily="34" charset="0"/>
                <a:ea typeface="宋体" panose="02010600030101010101" pitchFamily="2" charset="-122"/>
              </a:rPr>
              <a:t>Message type: </a:t>
            </a:r>
            <a:r>
              <a:rPr lang="en-US" altLang="zh-CN" sz="1200" b="1" dirty="0">
                <a:solidFill>
                  <a:srgbClr val="FF0000"/>
                </a:solidFill>
                <a:latin typeface="Arial" panose="020B0604020202020204" pitchFamily="34" charset="0"/>
                <a:ea typeface="宋体" panose="02010600030101010101" pitchFamily="2" charset="-122"/>
              </a:rPr>
              <a:t>Boot Reply (2)</a:t>
            </a:r>
            <a:endParaRPr lang="en-US" altLang="zh-CN" sz="1200" b="1" dirty="0">
              <a:solidFill>
                <a:srgbClr val="FF0000"/>
              </a:solidFill>
              <a:latin typeface="Arial" panose="020B0604020202020204" pitchFamily="34" charset="0"/>
              <a:ea typeface="宋体" panose="02010600030101010101" pitchFamily="2" charset="-122"/>
            </a:endParaRPr>
          </a:p>
          <a:p>
            <a:pPr marL="0" lvl="0" indent="0">
              <a:lnSpc>
                <a:spcPct val="90000"/>
              </a:lnSpc>
              <a:spcBef>
                <a:spcPct val="0"/>
              </a:spcBef>
              <a:buClrTx/>
              <a:buSzTx/>
              <a:buFontTx/>
              <a:buNone/>
            </a:pPr>
            <a:r>
              <a:rPr lang="en-US" altLang="zh-CN" sz="1200" dirty="0">
                <a:latin typeface="Arial" panose="020B0604020202020204" pitchFamily="34" charset="0"/>
                <a:ea typeface="宋体" panose="02010600030101010101" pitchFamily="2" charset="-122"/>
              </a:rPr>
              <a:t>Hardware type: Ethernet</a:t>
            </a:r>
            <a:endParaRPr lang="en-US" altLang="zh-CN" sz="1200" dirty="0">
              <a:latin typeface="Arial" panose="020B0604020202020204" pitchFamily="34" charset="0"/>
              <a:ea typeface="宋体" panose="02010600030101010101" pitchFamily="2" charset="-122"/>
            </a:endParaRPr>
          </a:p>
          <a:p>
            <a:pPr marL="0" lvl="0" indent="0">
              <a:lnSpc>
                <a:spcPct val="90000"/>
              </a:lnSpc>
              <a:spcBef>
                <a:spcPct val="0"/>
              </a:spcBef>
              <a:buClrTx/>
              <a:buSzTx/>
              <a:buFontTx/>
              <a:buNone/>
            </a:pPr>
            <a:r>
              <a:rPr lang="en-US" altLang="zh-CN" sz="1200" dirty="0">
                <a:latin typeface="Arial" panose="020B0604020202020204" pitchFamily="34" charset="0"/>
                <a:ea typeface="宋体" panose="02010600030101010101" pitchFamily="2" charset="-122"/>
              </a:rPr>
              <a:t>Hardware address length: 6</a:t>
            </a:r>
            <a:endParaRPr lang="en-US" altLang="zh-CN" sz="1200" dirty="0">
              <a:latin typeface="Arial" panose="020B0604020202020204" pitchFamily="34" charset="0"/>
              <a:ea typeface="宋体" panose="02010600030101010101" pitchFamily="2" charset="-122"/>
            </a:endParaRPr>
          </a:p>
          <a:p>
            <a:pPr marL="0" lvl="0" indent="0">
              <a:lnSpc>
                <a:spcPct val="90000"/>
              </a:lnSpc>
              <a:spcBef>
                <a:spcPct val="0"/>
              </a:spcBef>
              <a:buClrTx/>
              <a:buSzTx/>
              <a:buFontTx/>
              <a:buNone/>
            </a:pPr>
            <a:r>
              <a:rPr lang="en-US" altLang="zh-CN" sz="1200" dirty="0">
                <a:latin typeface="Arial" panose="020B0604020202020204" pitchFamily="34" charset="0"/>
                <a:ea typeface="宋体" panose="02010600030101010101" pitchFamily="2" charset="-122"/>
              </a:rPr>
              <a:t>Hops: 0</a:t>
            </a:r>
            <a:endParaRPr lang="en-US" altLang="zh-CN" sz="1200" dirty="0">
              <a:latin typeface="Arial" panose="020B0604020202020204" pitchFamily="34" charset="0"/>
              <a:ea typeface="宋体" panose="02010600030101010101" pitchFamily="2" charset="-122"/>
            </a:endParaRPr>
          </a:p>
          <a:p>
            <a:pPr marL="0" lvl="0" indent="0">
              <a:lnSpc>
                <a:spcPct val="90000"/>
              </a:lnSpc>
              <a:spcBef>
                <a:spcPct val="0"/>
              </a:spcBef>
              <a:buClrTx/>
              <a:buSzTx/>
              <a:buFontTx/>
              <a:buNone/>
            </a:pPr>
            <a:r>
              <a:rPr lang="en-US" altLang="zh-CN" sz="1200" b="1" dirty="0">
                <a:solidFill>
                  <a:srgbClr val="FF0000"/>
                </a:solidFill>
                <a:latin typeface="Arial" panose="020B0604020202020204" pitchFamily="34" charset="0"/>
                <a:ea typeface="宋体" panose="02010600030101010101" pitchFamily="2" charset="-122"/>
              </a:rPr>
              <a:t>Transaction ID: 0x6b3a11b7</a:t>
            </a:r>
            <a:endParaRPr lang="en-US" altLang="zh-CN" sz="1200" b="1" dirty="0">
              <a:solidFill>
                <a:srgbClr val="FF0000"/>
              </a:solidFill>
              <a:latin typeface="Arial" panose="020B0604020202020204" pitchFamily="34" charset="0"/>
              <a:ea typeface="宋体" panose="02010600030101010101" pitchFamily="2" charset="-122"/>
            </a:endParaRPr>
          </a:p>
          <a:p>
            <a:pPr marL="0" lvl="0" indent="0">
              <a:lnSpc>
                <a:spcPct val="90000"/>
              </a:lnSpc>
              <a:spcBef>
                <a:spcPct val="0"/>
              </a:spcBef>
              <a:buClrTx/>
              <a:buSzTx/>
              <a:buFontTx/>
              <a:buNone/>
            </a:pPr>
            <a:r>
              <a:rPr lang="en-US" altLang="zh-CN" sz="1200" dirty="0">
                <a:latin typeface="Arial" panose="020B0604020202020204" pitchFamily="34" charset="0"/>
                <a:ea typeface="宋体" panose="02010600030101010101" pitchFamily="2" charset="-122"/>
              </a:rPr>
              <a:t>Seconds elapsed: 0</a:t>
            </a:r>
            <a:endParaRPr lang="en-US" altLang="zh-CN" sz="1200" dirty="0">
              <a:latin typeface="Arial" panose="020B0604020202020204" pitchFamily="34" charset="0"/>
              <a:ea typeface="宋体" panose="02010600030101010101" pitchFamily="2" charset="-122"/>
            </a:endParaRPr>
          </a:p>
          <a:p>
            <a:pPr marL="0" lvl="0" indent="0">
              <a:lnSpc>
                <a:spcPct val="90000"/>
              </a:lnSpc>
              <a:spcBef>
                <a:spcPct val="0"/>
              </a:spcBef>
              <a:buClrTx/>
              <a:buSzTx/>
              <a:buFontTx/>
              <a:buNone/>
            </a:pPr>
            <a:r>
              <a:rPr lang="en-US" altLang="zh-CN" sz="1200" dirty="0">
                <a:latin typeface="Arial" panose="020B0604020202020204" pitchFamily="34" charset="0"/>
                <a:ea typeface="宋体" panose="02010600030101010101" pitchFamily="2" charset="-122"/>
              </a:rPr>
              <a:t>Bootp flags: 0x0000 (Unicast)</a:t>
            </a:r>
            <a:endParaRPr lang="en-US" altLang="zh-CN" sz="1200" dirty="0">
              <a:latin typeface="Arial" panose="020B0604020202020204" pitchFamily="34" charset="0"/>
              <a:ea typeface="宋体" panose="02010600030101010101" pitchFamily="2" charset="-122"/>
            </a:endParaRPr>
          </a:p>
          <a:p>
            <a:pPr marL="0" lvl="0" indent="0">
              <a:lnSpc>
                <a:spcPct val="90000"/>
              </a:lnSpc>
              <a:spcBef>
                <a:spcPct val="0"/>
              </a:spcBef>
              <a:buClrTx/>
              <a:buSzTx/>
              <a:buFontTx/>
              <a:buNone/>
            </a:pPr>
            <a:r>
              <a:rPr lang="en-US" altLang="zh-CN" sz="1200" b="1" dirty="0">
                <a:solidFill>
                  <a:srgbClr val="FF0000"/>
                </a:solidFill>
                <a:latin typeface="Arial" panose="020B0604020202020204" pitchFamily="34" charset="0"/>
                <a:ea typeface="宋体" panose="02010600030101010101" pitchFamily="2" charset="-122"/>
              </a:rPr>
              <a:t>Client IP address: 192.168.1.101 (192.168.1.101)</a:t>
            </a:r>
            <a:endParaRPr lang="en-US" altLang="zh-CN" sz="1200" b="1" dirty="0">
              <a:solidFill>
                <a:srgbClr val="FF0000"/>
              </a:solidFill>
              <a:latin typeface="Arial" panose="020B0604020202020204" pitchFamily="34" charset="0"/>
              <a:ea typeface="宋体" panose="02010600030101010101" pitchFamily="2" charset="-122"/>
            </a:endParaRPr>
          </a:p>
          <a:p>
            <a:pPr marL="0" lvl="0" indent="0">
              <a:lnSpc>
                <a:spcPct val="90000"/>
              </a:lnSpc>
              <a:spcBef>
                <a:spcPct val="0"/>
              </a:spcBef>
              <a:buClrTx/>
              <a:buSzTx/>
              <a:buFontTx/>
              <a:buNone/>
            </a:pPr>
            <a:r>
              <a:rPr lang="en-US" altLang="zh-CN" sz="1200" dirty="0">
                <a:latin typeface="Arial" panose="020B0604020202020204" pitchFamily="34" charset="0"/>
                <a:ea typeface="宋体" panose="02010600030101010101" pitchFamily="2" charset="-122"/>
              </a:rPr>
              <a:t>Your (client) IP address: 0.0.0.0 (0.0.0.0)</a:t>
            </a:r>
            <a:endParaRPr lang="en-US" altLang="zh-CN" sz="1200" dirty="0">
              <a:latin typeface="Arial" panose="020B0604020202020204" pitchFamily="34" charset="0"/>
              <a:ea typeface="宋体" panose="02010600030101010101" pitchFamily="2" charset="-122"/>
            </a:endParaRPr>
          </a:p>
          <a:p>
            <a:pPr marL="0" lvl="0" indent="0">
              <a:lnSpc>
                <a:spcPct val="90000"/>
              </a:lnSpc>
              <a:spcBef>
                <a:spcPct val="0"/>
              </a:spcBef>
              <a:buClrTx/>
              <a:buSzTx/>
              <a:buFontTx/>
              <a:buNone/>
            </a:pPr>
            <a:r>
              <a:rPr lang="en-US" altLang="zh-CN" sz="1200" b="1" dirty="0">
                <a:solidFill>
                  <a:srgbClr val="FF0000"/>
                </a:solidFill>
                <a:latin typeface="Arial" panose="020B0604020202020204" pitchFamily="34" charset="0"/>
                <a:ea typeface="宋体" panose="02010600030101010101" pitchFamily="2" charset="-122"/>
              </a:rPr>
              <a:t>Next server IP address: 192.168.1.1 (192.168.1.1)</a:t>
            </a:r>
            <a:endParaRPr lang="en-US" altLang="zh-CN" sz="1200" b="1" dirty="0">
              <a:solidFill>
                <a:srgbClr val="FF0000"/>
              </a:solidFill>
              <a:latin typeface="Arial" panose="020B0604020202020204" pitchFamily="34" charset="0"/>
              <a:ea typeface="宋体" panose="02010600030101010101" pitchFamily="2" charset="-122"/>
            </a:endParaRPr>
          </a:p>
          <a:p>
            <a:pPr marL="0" lvl="0" indent="0">
              <a:lnSpc>
                <a:spcPct val="90000"/>
              </a:lnSpc>
              <a:spcBef>
                <a:spcPct val="0"/>
              </a:spcBef>
              <a:buClrTx/>
              <a:buSzTx/>
              <a:buFontTx/>
              <a:buNone/>
            </a:pPr>
            <a:r>
              <a:rPr lang="en-US" altLang="zh-CN" sz="1200" dirty="0">
                <a:latin typeface="Arial" panose="020B0604020202020204" pitchFamily="34" charset="0"/>
                <a:ea typeface="宋体" panose="02010600030101010101" pitchFamily="2" charset="-122"/>
              </a:rPr>
              <a:t>Relay agent IP address: 0.0.0.0 (0.0.0.0)</a:t>
            </a:r>
            <a:endParaRPr lang="en-US" altLang="zh-CN" sz="1200" dirty="0">
              <a:latin typeface="Arial" panose="020B0604020202020204" pitchFamily="34" charset="0"/>
              <a:ea typeface="宋体" panose="02010600030101010101" pitchFamily="2" charset="-122"/>
            </a:endParaRPr>
          </a:p>
          <a:p>
            <a:pPr marL="0" lvl="0" indent="0">
              <a:lnSpc>
                <a:spcPct val="90000"/>
              </a:lnSpc>
              <a:spcBef>
                <a:spcPct val="0"/>
              </a:spcBef>
              <a:buClrTx/>
              <a:buSzTx/>
              <a:buFontTx/>
              <a:buNone/>
            </a:pPr>
            <a:r>
              <a:rPr lang="en-US" altLang="zh-CN" sz="1200" dirty="0">
                <a:latin typeface="Arial" panose="020B0604020202020204" pitchFamily="34" charset="0"/>
                <a:ea typeface="宋体" panose="02010600030101010101" pitchFamily="2" charset="-122"/>
              </a:rPr>
              <a:t>Client MAC address: Wistron_23:68:8a (00:16:d3:23:68:8a)</a:t>
            </a:r>
            <a:endParaRPr lang="en-US" altLang="zh-CN" sz="1200" dirty="0">
              <a:latin typeface="Arial" panose="020B0604020202020204" pitchFamily="34" charset="0"/>
              <a:ea typeface="宋体" panose="02010600030101010101" pitchFamily="2" charset="-122"/>
            </a:endParaRPr>
          </a:p>
          <a:p>
            <a:pPr marL="0" lvl="0" indent="0">
              <a:lnSpc>
                <a:spcPct val="90000"/>
              </a:lnSpc>
              <a:spcBef>
                <a:spcPct val="0"/>
              </a:spcBef>
              <a:buClrTx/>
              <a:buSzTx/>
              <a:buFontTx/>
              <a:buNone/>
            </a:pPr>
            <a:r>
              <a:rPr lang="en-US" altLang="zh-CN" sz="1200" dirty="0">
                <a:latin typeface="Arial" panose="020B0604020202020204" pitchFamily="34" charset="0"/>
                <a:ea typeface="宋体" panose="02010600030101010101" pitchFamily="2" charset="-122"/>
              </a:rPr>
              <a:t>Server host name not given</a:t>
            </a:r>
            <a:endParaRPr lang="en-US" altLang="zh-CN" sz="1200" dirty="0">
              <a:latin typeface="Arial" panose="020B0604020202020204" pitchFamily="34" charset="0"/>
              <a:ea typeface="宋体" panose="02010600030101010101" pitchFamily="2" charset="-122"/>
            </a:endParaRPr>
          </a:p>
          <a:p>
            <a:pPr marL="0" lvl="0" indent="0">
              <a:lnSpc>
                <a:spcPct val="90000"/>
              </a:lnSpc>
              <a:spcBef>
                <a:spcPct val="0"/>
              </a:spcBef>
              <a:buClrTx/>
              <a:buSzTx/>
              <a:buFontTx/>
              <a:buNone/>
            </a:pPr>
            <a:r>
              <a:rPr lang="en-US" altLang="zh-CN" sz="1200" dirty="0">
                <a:latin typeface="Arial" panose="020B0604020202020204" pitchFamily="34" charset="0"/>
                <a:ea typeface="宋体" panose="02010600030101010101" pitchFamily="2" charset="-122"/>
              </a:rPr>
              <a:t>Boot file name not given</a:t>
            </a:r>
            <a:endParaRPr lang="en-US" altLang="zh-CN" sz="1200" dirty="0">
              <a:latin typeface="Arial" panose="020B0604020202020204" pitchFamily="34" charset="0"/>
              <a:ea typeface="宋体" panose="02010600030101010101" pitchFamily="2" charset="-122"/>
            </a:endParaRPr>
          </a:p>
          <a:p>
            <a:pPr marL="0" lvl="0" indent="0">
              <a:lnSpc>
                <a:spcPct val="90000"/>
              </a:lnSpc>
              <a:spcBef>
                <a:spcPct val="0"/>
              </a:spcBef>
              <a:buClrTx/>
              <a:buSzTx/>
              <a:buFontTx/>
              <a:buNone/>
            </a:pPr>
            <a:r>
              <a:rPr lang="en-US" altLang="zh-CN" sz="1200" dirty="0">
                <a:latin typeface="Arial" panose="020B0604020202020204" pitchFamily="34" charset="0"/>
                <a:ea typeface="宋体" panose="02010600030101010101" pitchFamily="2" charset="-122"/>
              </a:rPr>
              <a:t>Magic cookie: (OK)</a:t>
            </a:r>
            <a:endParaRPr lang="en-US" altLang="zh-CN" sz="1200" dirty="0">
              <a:latin typeface="Arial" panose="020B0604020202020204" pitchFamily="34" charset="0"/>
              <a:ea typeface="宋体" panose="02010600030101010101" pitchFamily="2" charset="-122"/>
            </a:endParaRPr>
          </a:p>
          <a:p>
            <a:pPr marL="0" lvl="0" indent="0">
              <a:lnSpc>
                <a:spcPct val="90000"/>
              </a:lnSpc>
              <a:spcBef>
                <a:spcPct val="0"/>
              </a:spcBef>
              <a:buClrTx/>
              <a:buSzTx/>
              <a:buFontTx/>
              <a:buNone/>
            </a:pPr>
            <a:r>
              <a:rPr lang="en-US" altLang="zh-CN" sz="1200" b="1" dirty="0">
                <a:solidFill>
                  <a:srgbClr val="FF0000"/>
                </a:solidFill>
                <a:latin typeface="Arial" panose="020B0604020202020204" pitchFamily="34" charset="0"/>
                <a:ea typeface="宋体" panose="02010600030101010101" pitchFamily="2" charset="-122"/>
              </a:rPr>
              <a:t>Option: (t=53,l=1) DHCP Message Type = DHCP ACK</a:t>
            </a:r>
            <a:endParaRPr lang="en-US" altLang="zh-CN" sz="1200" b="1" dirty="0">
              <a:solidFill>
                <a:srgbClr val="FF0000"/>
              </a:solidFill>
              <a:latin typeface="Arial" panose="020B0604020202020204" pitchFamily="34" charset="0"/>
              <a:ea typeface="宋体" panose="02010600030101010101" pitchFamily="2" charset="-122"/>
            </a:endParaRPr>
          </a:p>
          <a:p>
            <a:pPr marL="0" lvl="0" indent="0">
              <a:lnSpc>
                <a:spcPct val="90000"/>
              </a:lnSpc>
              <a:spcBef>
                <a:spcPct val="0"/>
              </a:spcBef>
              <a:buClrTx/>
              <a:buSzTx/>
              <a:buFontTx/>
              <a:buNone/>
            </a:pPr>
            <a:r>
              <a:rPr lang="en-US" altLang="zh-CN" sz="1200" b="1" dirty="0">
                <a:solidFill>
                  <a:srgbClr val="FF0000"/>
                </a:solidFill>
                <a:latin typeface="Arial" panose="020B0604020202020204" pitchFamily="34" charset="0"/>
                <a:ea typeface="宋体" panose="02010600030101010101" pitchFamily="2" charset="-122"/>
              </a:rPr>
              <a:t>Option: (t=54,l=4) Server Identifier = 192.168.1.1</a:t>
            </a:r>
            <a:endParaRPr lang="en-US" altLang="zh-CN" sz="1200" b="1" dirty="0">
              <a:solidFill>
                <a:srgbClr val="FF0000"/>
              </a:solidFill>
              <a:latin typeface="Arial" panose="020B0604020202020204" pitchFamily="34" charset="0"/>
              <a:ea typeface="宋体" panose="02010600030101010101" pitchFamily="2" charset="-122"/>
            </a:endParaRPr>
          </a:p>
          <a:p>
            <a:pPr marL="0" lvl="0" indent="0">
              <a:lnSpc>
                <a:spcPct val="90000"/>
              </a:lnSpc>
              <a:spcBef>
                <a:spcPct val="0"/>
              </a:spcBef>
              <a:buClrTx/>
              <a:buSzTx/>
              <a:buFontTx/>
              <a:buNone/>
            </a:pPr>
            <a:r>
              <a:rPr lang="en-US" altLang="zh-CN" sz="1200" b="1" dirty="0">
                <a:solidFill>
                  <a:srgbClr val="FF0000"/>
                </a:solidFill>
                <a:latin typeface="Arial" panose="020B0604020202020204" pitchFamily="34" charset="0"/>
                <a:ea typeface="宋体" panose="02010600030101010101" pitchFamily="2" charset="-122"/>
              </a:rPr>
              <a:t>Option: (t=1,l=4) Subnet Mask = 255.255.255.0</a:t>
            </a:r>
            <a:endParaRPr lang="en-US" altLang="zh-CN" sz="1200" b="1" dirty="0">
              <a:solidFill>
                <a:srgbClr val="FF0000"/>
              </a:solidFill>
              <a:latin typeface="Arial" panose="020B0604020202020204" pitchFamily="34" charset="0"/>
              <a:ea typeface="宋体" panose="02010600030101010101" pitchFamily="2" charset="-122"/>
            </a:endParaRPr>
          </a:p>
          <a:p>
            <a:pPr marL="0" lvl="0" indent="0">
              <a:lnSpc>
                <a:spcPct val="90000"/>
              </a:lnSpc>
              <a:spcBef>
                <a:spcPct val="0"/>
              </a:spcBef>
              <a:buClrTx/>
              <a:buSzTx/>
              <a:buFontTx/>
              <a:buNone/>
            </a:pPr>
            <a:r>
              <a:rPr lang="en-US" altLang="zh-CN" sz="1200" b="1" dirty="0">
                <a:solidFill>
                  <a:srgbClr val="FF0000"/>
                </a:solidFill>
                <a:latin typeface="Arial" panose="020B0604020202020204" pitchFamily="34" charset="0"/>
                <a:ea typeface="宋体" panose="02010600030101010101" pitchFamily="2" charset="-122"/>
              </a:rPr>
              <a:t>Option: (t=3,l=4) Router = 192.168.1.1</a:t>
            </a:r>
            <a:endParaRPr lang="en-US" altLang="zh-CN" sz="1200" b="1" dirty="0">
              <a:solidFill>
                <a:srgbClr val="FF0000"/>
              </a:solidFill>
              <a:latin typeface="Arial" panose="020B0604020202020204" pitchFamily="34" charset="0"/>
              <a:ea typeface="宋体" panose="02010600030101010101" pitchFamily="2" charset="-122"/>
            </a:endParaRPr>
          </a:p>
          <a:p>
            <a:pPr marL="0" lvl="0" indent="0">
              <a:lnSpc>
                <a:spcPct val="90000"/>
              </a:lnSpc>
              <a:spcBef>
                <a:spcPct val="0"/>
              </a:spcBef>
              <a:buClrTx/>
              <a:buSzTx/>
              <a:buFontTx/>
              <a:buNone/>
            </a:pPr>
            <a:r>
              <a:rPr lang="en-US" altLang="zh-CN" sz="1200" b="1" dirty="0">
                <a:solidFill>
                  <a:srgbClr val="FF0000"/>
                </a:solidFill>
                <a:latin typeface="Arial" panose="020B0604020202020204" pitchFamily="34" charset="0"/>
                <a:ea typeface="宋体" panose="02010600030101010101" pitchFamily="2" charset="-122"/>
              </a:rPr>
              <a:t>Option: (6) Domain Name Server</a:t>
            </a:r>
            <a:endParaRPr lang="en-US" altLang="zh-CN" sz="1200" b="1" dirty="0">
              <a:solidFill>
                <a:srgbClr val="FF0000"/>
              </a:solidFill>
              <a:latin typeface="Arial" panose="020B0604020202020204" pitchFamily="34" charset="0"/>
              <a:ea typeface="宋体" panose="02010600030101010101" pitchFamily="2" charset="-122"/>
            </a:endParaRPr>
          </a:p>
          <a:p>
            <a:pPr marL="0" lvl="0" indent="0">
              <a:lnSpc>
                <a:spcPct val="90000"/>
              </a:lnSpc>
              <a:spcBef>
                <a:spcPct val="0"/>
              </a:spcBef>
              <a:buClrTx/>
              <a:buSzTx/>
              <a:buFontTx/>
              <a:buNone/>
            </a:pPr>
            <a:r>
              <a:rPr lang="en-US" altLang="zh-CN" sz="1200" b="1" dirty="0">
                <a:solidFill>
                  <a:srgbClr val="FF0000"/>
                </a:solidFill>
                <a:latin typeface="Arial" panose="020B0604020202020204" pitchFamily="34" charset="0"/>
                <a:ea typeface="宋体" panose="02010600030101010101" pitchFamily="2" charset="-122"/>
              </a:rPr>
              <a:t>     Length: 12; Value: 445747E2445749F244574092; </a:t>
            </a:r>
            <a:endParaRPr lang="en-US" altLang="zh-CN" sz="1200" b="1" dirty="0">
              <a:solidFill>
                <a:srgbClr val="FF0000"/>
              </a:solidFill>
              <a:latin typeface="Arial" panose="020B0604020202020204" pitchFamily="34" charset="0"/>
              <a:ea typeface="宋体" panose="02010600030101010101" pitchFamily="2" charset="-122"/>
            </a:endParaRPr>
          </a:p>
          <a:p>
            <a:pPr marL="0" lvl="0" indent="0">
              <a:lnSpc>
                <a:spcPct val="90000"/>
              </a:lnSpc>
              <a:spcBef>
                <a:spcPct val="0"/>
              </a:spcBef>
              <a:buClrTx/>
              <a:buSzTx/>
              <a:buFontTx/>
              <a:buNone/>
            </a:pPr>
            <a:r>
              <a:rPr lang="en-US" altLang="zh-CN" sz="1200" b="1" dirty="0">
                <a:solidFill>
                  <a:srgbClr val="FF0000"/>
                </a:solidFill>
                <a:latin typeface="Arial" panose="020B0604020202020204" pitchFamily="34" charset="0"/>
                <a:ea typeface="宋体" panose="02010600030101010101" pitchFamily="2" charset="-122"/>
              </a:rPr>
              <a:t>      IP Address: 68.87.71.226;</a:t>
            </a:r>
            <a:endParaRPr lang="en-US" altLang="zh-CN" sz="1200" b="1" dirty="0">
              <a:solidFill>
                <a:srgbClr val="FF0000"/>
              </a:solidFill>
              <a:latin typeface="Arial" panose="020B0604020202020204" pitchFamily="34" charset="0"/>
              <a:ea typeface="宋体" panose="02010600030101010101" pitchFamily="2" charset="-122"/>
            </a:endParaRPr>
          </a:p>
          <a:p>
            <a:pPr marL="0" lvl="0" indent="0">
              <a:lnSpc>
                <a:spcPct val="90000"/>
              </a:lnSpc>
              <a:spcBef>
                <a:spcPct val="0"/>
              </a:spcBef>
              <a:buClrTx/>
              <a:buSzTx/>
              <a:buFontTx/>
              <a:buNone/>
            </a:pPr>
            <a:r>
              <a:rPr lang="en-US" altLang="zh-CN" sz="1200" b="1" dirty="0">
                <a:solidFill>
                  <a:srgbClr val="FF0000"/>
                </a:solidFill>
                <a:latin typeface="Arial" panose="020B0604020202020204" pitchFamily="34" charset="0"/>
                <a:ea typeface="宋体" panose="02010600030101010101" pitchFamily="2" charset="-122"/>
              </a:rPr>
              <a:t>      IP Address: 68.87.73.242; </a:t>
            </a:r>
            <a:endParaRPr lang="en-US" altLang="zh-CN" sz="1200" b="1" dirty="0">
              <a:solidFill>
                <a:srgbClr val="FF0000"/>
              </a:solidFill>
              <a:latin typeface="Arial" panose="020B0604020202020204" pitchFamily="34" charset="0"/>
              <a:ea typeface="宋体" panose="02010600030101010101" pitchFamily="2" charset="-122"/>
            </a:endParaRPr>
          </a:p>
          <a:p>
            <a:pPr marL="0" lvl="0" indent="0">
              <a:lnSpc>
                <a:spcPct val="90000"/>
              </a:lnSpc>
              <a:spcBef>
                <a:spcPct val="0"/>
              </a:spcBef>
              <a:buClrTx/>
              <a:buSzTx/>
              <a:buFontTx/>
              <a:buNone/>
            </a:pPr>
            <a:r>
              <a:rPr lang="en-US" altLang="zh-CN" sz="1200" b="1" dirty="0">
                <a:solidFill>
                  <a:srgbClr val="FF0000"/>
                </a:solidFill>
                <a:latin typeface="Arial" panose="020B0604020202020204" pitchFamily="34" charset="0"/>
                <a:ea typeface="宋体" panose="02010600030101010101" pitchFamily="2" charset="-122"/>
              </a:rPr>
              <a:t>      IP Address: 68.87.64.146</a:t>
            </a:r>
            <a:endParaRPr lang="en-US" altLang="zh-CN" sz="1200" b="1" dirty="0">
              <a:solidFill>
                <a:srgbClr val="FF0000"/>
              </a:solidFill>
              <a:latin typeface="Arial" panose="020B0604020202020204" pitchFamily="34" charset="0"/>
              <a:ea typeface="宋体" panose="02010600030101010101" pitchFamily="2" charset="-122"/>
            </a:endParaRPr>
          </a:p>
          <a:p>
            <a:pPr marL="0" lvl="0" indent="0">
              <a:lnSpc>
                <a:spcPct val="90000"/>
              </a:lnSpc>
              <a:spcBef>
                <a:spcPct val="0"/>
              </a:spcBef>
              <a:buClrTx/>
              <a:buSzTx/>
              <a:buFontTx/>
              <a:buNone/>
            </a:pPr>
            <a:r>
              <a:rPr lang="en-US" altLang="zh-CN" sz="1200" b="1" dirty="0">
                <a:solidFill>
                  <a:srgbClr val="FF0000"/>
                </a:solidFill>
                <a:latin typeface="Arial" panose="020B0604020202020204" pitchFamily="34" charset="0"/>
                <a:ea typeface="宋体" panose="02010600030101010101" pitchFamily="2" charset="-122"/>
              </a:rPr>
              <a:t>Option: (t=15,l=20) Domain Name = "hsd1.ma.comcast.net."</a:t>
            </a:r>
            <a:endParaRPr lang="en-US" altLang="zh-CN" sz="1200" b="1" dirty="0">
              <a:solidFill>
                <a:srgbClr val="FF0000"/>
              </a:solidFill>
              <a:latin typeface="Arial" panose="020B0604020202020204" pitchFamily="34" charset="0"/>
              <a:ea typeface="宋体" panose="02010600030101010101" pitchFamily="2" charset="-122"/>
            </a:endParaRPr>
          </a:p>
          <a:p>
            <a:pPr marL="0" lvl="0" indent="0">
              <a:lnSpc>
                <a:spcPct val="90000"/>
              </a:lnSpc>
              <a:spcBef>
                <a:spcPct val="0"/>
              </a:spcBef>
              <a:buClrTx/>
              <a:buSzTx/>
              <a:buFontTx/>
              <a:buNone/>
            </a:pPr>
            <a:endParaRPr lang="en-US" altLang="zh-CN" sz="1000" dirty="0">
              <a:latin typeface="Arial" panose="020B0604020202020204" pitchFamily="34" charset="0"/>
              <a:ea typeface="宋体" panose="02010600030101010101" pitchFamily="2" charset="-122"/>
            </a:endParaRPr>
          </a:p>
        </p:txBody>
      </p:sp>
      <p:sp>
        <p:nvSpPr>
          <p:cNvPr id="61446" name="Line 5"/>
          <p:cNvSpPr/>
          <p:nvPr/>
        </p:nvSpPr>
        <p:spPr>
          <a:xfrm>
            <a:off x="4478338" y="298450"/>
            <a:ext cx="9525" cy="6276975"/>
          </a:xfrm>
          <a:prstGeom prst="line">
            <a:avLst/>
          </a:prstGeom>
          <a:ln w="19050" cap="flat" cmpd="sng">
            <a:solidFill>
              <a:schemeClr val="accent2"/>
            </a:solidFill>
            <a:prstDash val="solid"/>
            <a:headEnd type="none" w="med" len="med"/>
            <a:tailEnd type="none" w="med" len="med"/>
          </a:ln>
        </p:spPr>
      </p:sp>
      <p:sp>
        <p:nvSpPr>
          <p:cNvPr id="61447" name="Text Box 6"/>
          <p:cNvSpPr txBox="1"/>
          <p:nvPr/>
        </p:nvSpPr>
        <p:spPr>
          <a:xfrm>
            <a:off x="7634288" y="492125"/>
            <a:ext cx="903287"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2400" dirty="0">
                <a:solidFill>
                  <a:schemeClr val="accent2"/>
                </a:solidFill>
                <a:ea typeface="宋体" panose="02010600030101010101" pitchFamily="2" charset="-122"/>
              </a:rPr>
              <a:t>reply</a:t>
            </a:r>
            <a:endParaRPr lang="en-US" altLang="zh-CN" sz="2400" dirty="0">
              <a:solidFill>
                <a:schemeClr val="accent2"/>
              </a:solidFill>
              <a:ea typeface="宋体" panose="02010600030101010101" pitchFamily="2" charset="-122"/>
            </a:endParaRPr>
          </a:p>
        </p:txBody>
      </p:sp>
      <p:sp>
        <p:nvSpPr>
          <p:cNvPr id="61448" name="Text Box 7"/>
          <p:cNvSpPr txBox="1"/>
          <p:nvPr/>
        </p:nvSpPr>
        <p:spPr>
          <a:xfrm>
            <a:off x="157163" y="1506538"/>
            <a:ext cx="4394200" cy="4714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nSpc>
                <a:spcPct val="90000"/>
              </a:lnSpc>
              <a:spcBef>
                <a:spcPct val="0"/>
              </a:spcBef>
              <a:buClrTx/>
              <a:buSzTx/>
              <a:buFontTx/>
              <a:buNone/>
            </a:pPr>
            <a:r>
              <a:rPr lang="en-US" altLang="zh-CN" sz="1200" dirty="0">
                <a:latin typeface="Arial" panose="020B0604020202020204" pitchFamily="34" charset="0"/>
                <a:ea typeface="宋体" panose="02010600030101010101" pitchFamily="2" charset="-122"/>
              </a:rPr>
              <a:t>Message type: </a:t>
            </a:r>
            <a:r>
              <a:rPr lang="en-US" altLang="zh-CN" sz="1200" b="1" u="sng" dirty="0">
                <a:solidFill>
                  <a:srgbClr val="FF0000"/>
                </a:solidFill>
                <a:latin typeface="Arial" panose="020B0604020202020204" pitchFamily="34" charset="0"/>
                <a:ea typeface="宋体" panose="02010600030101010101" pitchFamily="2" charset="-122"/>
              </a:rPr>
              <a:t>Boot Request (1)</a:t>
            </a:r>
            <a:endParaRPr lang="en-US" altLang="zh-CN" sz="1200" b="1" u="sng" dirty="0">
              <a:solidFill>
                <a:srgbClr val="FF0000"/>
              </a:solidFill>
              <a:latin typeface="Arial" panose="020B0604020202020204" pitchFamily="34" charset="0"/>
              <a:ea typeface="宋体" panose="02010600030101010101" pitchFamily="2" charset="-122"/>
            </a:endParaRPr>
          </a:p>
          <a:p>
            <a:pPr marL="0" lvl="0" indent="0">
              <a:lnSpc>
                <a:spcPct val="90000"/>
              </a:lnSpc>
              <a:spcBef>
                <a:spcPct val="0"/>
              </a:spcBef>
              <a:buClrTx/>
              <a:buSzTx/>
              <a:buFontTx/>
              <a:buNone/>
            </a:pPr>
            <a:r>
              <a:rPr lang="en-US" altLang="zh-CN" sz="1200" dirty="0">
                <a:latin typeface="Arial" panose="020B0604020202020204" pitchFamily="34" charset="0"/>
                <a:ea typeface="宋体" panose="02010600030101010101" pitchFamily="2" charset="-122"/>
              </a:rPr>
              <a:t>Hardware type: Ethernet</a:t>
            </a:r>
            <a:endParaRPr lang="en-US" altLang="zh-CN" sz="1200" dirty="0">
              <a:latin typeface="Arial" panose="020B0604020202020204" pitchFamily="34" charset="0"/>
              <a:ea typeface="宋体" panose="02010600030101010101" pitchFamily="2" charset="-122"/>
            </a:endParaRPr>
          </a:p>
          <a:p>
            <a:pPr marL="0" lvl="0" indent="0">
              <a:lnSpc>
                <a:spcPct val="90000"/>
              </a:lnSpc>
              <a:spcBef>
                <a:spcPct val="0"/>
              </a:spcBef>
              <a:buClrTx/>
              <a:buSzTx/>
              <a:buFontTx/>
              <a:buNone/>
            </a:pPr>
            <a:r>
              <a:rPr lang="en-US" altLang="zh-CN" sz="1200" dirty="0">
                <a:latin typeface="Arial" panose="020B0604020202020204" pitchFamily="34" charset="0"/>
                <a:ea typeface="宋体" panose="02010600030101010101" pitchFamily="2" charset="-122"/>
              </a:rPr>
              <a:t>Hardware address length: 6</a:t>
            </a:r>
            <a:endParaRPr lang="en-US" altLang="zh-CN" sz="1200" dirty="0">
              <a:latin typeface="Arial" panose="020B0604020202020204" pitchFamily="34" charset="0"/>
              <a:ea typeface="宋体" panose="02010600030101010101" pitchFamily="2" charset="-122"/>
            </a:endParaRPr>
          </a:p>
          <a:p>
            <a:pPr marL="0" lvl="0" indent="0">
              <a:lnSpc>
                <a:spcPct val="90000"/>
              </a:lnSpc>
              <a:spcBef>
                <a:spcPct val="0"/>
              </a:spcBef>
              <a:buClrTx/>
              <a:buSzTx/>
              <a:buFontTx/>
              <a:buNone/>
            </a:pPr>
            <a:r>
              <a:rPr lang="en-US" altLang="zh-CN" sz="1200" dirty="0">
                <a:latin typeface="Arial" panose="020B0604020202020204" pitchFamily="34" charset="0"/>
                <a:ea typeface="宋体" panose="02010600030101010101" pitchFamily="2" charset="-122"/>
              </a:rPr>
              <a:t>Hops: 0</a:t>
            </a:r>
            <a:endParaRPr lang="en-US" altLang="zh-CN" sz="1200" dirty="0">
              <a:latin typeface="Arial" panose="020B0604020202020204" pitchFamily="34" charset="0"/>
              <a:ea typeface="宋体" panose="02010600030101010101" pitchFamily="2" charset="-122"/>
            </a:endParaRPr>
          </a:p>
          <a:p>
            <a:pPr marL="0" lvl="0" indent="0">
              <a:lnSpc>
                <a:spcPct val="90000"/>
              </a:lnSpc>
              <a:spcBef>
                <a:spcPct val="0"/>
              </a:spcBef>
              <a:buClrTx/>
              <a:buSzTx/>
              <a:buFontTx/>
              <a:buNone/>
            </a:pPr>
            <a:r>
              <a:rPr lang="en-US" altLang="zh-CN" sz="1200" b="1" dirty="0">
                <a:solidFill>
                  <a:srgbClr val="FF0000"/>
                </a:solidFill>
                <a:latin typeface="Arial" panose="020B0604020202020204" pitchFamily="34" charset="0"/>
                <a:ea typeface="宋体" panose="02010600030101010101" pitchFamily="2" charset="-122"/>
              </a:rPr>
              <a:t>Transaction ID: 0x6b3a11b7</a:t>
            </a:r>
            <a:endParaRPr lang="en-US" altLang="zh-CN" sz="1200" b="1" dirty="0">
              <a:solidFill>
                <a:srgbClr val="FF0000"/>
              </a:solidFill>
              <a:latin typeface="Arial" panose="020B0604020202020204" pitchFamily="34" charset="0"/>
              <a:ea typeface="宋体" panose="02010600030101010101" pitchFamily="2" charset="-122"/>
            </a:endParaRPr>
          </a:p>
          <a:p>
            <a:pPr marL="0" lvl="0" indent="0">
              <a:lnSpc>
                <a:spcPct val="90000"/>
              </a:lnSpc>
              <a:spcBef>
                <a:spcPct val="0"/>
              </a:spcBef>
              <a:buClrTx/>
              <a:buSzTx/>
              <a:buFontTx/>
              <a:buNone/>
            </a:pPr>
            <a:r>
              <a:rPr lang="en-US" altLang="zh-CN" sz="1200" dirty="0">
                <a:latin typeface="Arial" panose="020B0604020202020204" pitchFamily="34" charset="0"/>
                <a:ea typeface="宋体" panose="02010600030101010101" pitchFamily="2" charset="-122"/>
              </a:rPr>
              <a:t>Seconds elapsed: 0</a:t>
            </a:r>
            <a:endParaRPr lang="en-US" altLang="zh-CN" sz="1200" dirty="0">
              <a:latin typeface="Arial" panose="020B0604020202020204" pitchFamily="34" charset="0"/>
              <a:ea typeface="宋体" panose="02010600030101010101" pitchFamily="2" charset="-122"/>
            </a:endParaRPr>
          </a:p>
          <a:p>
            <a:pPr marL="0" lvl="0" indent="0">
              <a:lnSpc>
                <a:spcPct val="90000"/>
              </a:lnSpc>
              <a:spcBef>
                <a:spcPct val="0"/>
              </a:spcBef>
              <a:buClrTx/>
              <a:buSzTx/>
              <a:buFontTx/>
              <a:buNone/>
            </a:pPr>
            <a:r>
              <a:rPr lang="en-US" altLang="zh-CN" sz="1200" dirty="0">
                <a:latin typeface="Arial" panose="020B0604020202020204" pitchFamily="34" charset="0"/>
                <a:ea typeface="宋体" panose="02010600030101010101" pitchFamily="2" charset="-122"/>
              </a:rPr>
              <a:t>Bootp flags: 0x0000 (Unicast)</a:t>
            </a:r>
            <a:endParaRPr lang="en-US" altLang="zh-CN" sz="1200" dirty="0">
              <a:latin typeface="Arial" panose="020B0604020202020204" pitchFamily="34" charset="0"/>
              <a:ea typeface="宋体" panose="02010600030101010101" pitchFamily="2" charset="-122"/>
            </a:endParaRPr>
          </a:p>
          <a:p>
            <a:pPr marL="0" lvl="0" indent="0">
              <a:lnSpc>
                <a:spcPct val="90000"/>
              </a:lnSpc>
              <a:spcBef>
                <a:spcPct val="0"/>
              </a:spcBef>
              <a:buClrTx/>
              <a:buSzTx/>
              <a:buFontTx/>
              <a:buNone/>
            </a:pPr>
            <a:r>
              <a:rPr lang="en-US" altLang="zh-CN" sz="1200" dirty="0">
                <a:latin typeface="Arial" panose="020B0604020202020204" pitchFamily="34" charset="0"/>
                <a:ea typeface="宋体" panose="02010600030101010101" pitchFamily="2" charset="-122"/>
              </a:rPr>
              <a:t>Client IP address: 0.0.0.0 (0.0.0.0)</a:t>
            </a:r>
            <a:endParaRPr lang="en-US" altLang="zh-CN" sz="1200" dirty="0">
              <a:latin typeface="Arial" panose="020B0604020202020204" pitchFamily="34" charset="0"/>
              <a:ea typeface="宋体" panose="02010600030101010101" pitchFamily="2" charset="-122"/>
            </a:endParaRPr>
          </a:p>
          <a:p>
            <a:pPr marL="0" lvl="0" indent="0">
              <a:lnSpc>
                <a:spcPct val="90000"/>
              </a:lnSpc>
              <a:spcBef>
                <a:spcPct val="0"/>
              </a:spcBef>
              <a:buClrTx/>
              <a:buSzTx/>
              <a:buFontTx/>
              <a:buNone/>
            </a:pPr>
            <a:r>
              <a:rPr lang="en-US" altLang="zh-CN" sz="1200" dirty="0">
                <a:latin typeface="Arial" panose="020B0604020202020204" pitchFamily="34" charset="0"/>
                <a:ea typeface="宋体" panose="02010600030101010101" pitchFamily="2" charset="-122"/>
              </a:rPr>
              <a:t>Your (client) IP address: 0.0.0.0 (0.0.0.0)</a:t>
            </a:r>
            <a:endParaRPr lang="en-US" altLang="zh-CN" sz="1200" dirty="0">
              <a:latin typeface="Arial" panose="020B0604020202020204" pitchFamily="34" charset="0"/>
              <a:ea typeface="宋体" panose="02010600030101010101" pitchFamily="2" charset="-122"/>
            </a:endParaRPr>
          </a:p>
          <a:p>
            <a:pPr marL="0" lvl="0" indent="0">
              <a:lnSpc>
                <a:spcPct val="90000"/>
              </a:lnSpc>
              <a:spcBef>
                <a:spcPct val="0"/>
              </a:spcBef>
              <a:buClrTx/>
              <a:buSzTx/>
              <a:buFontTx/>
              <a:buNone/>
            </a:pPr>
            <a:r>
              <a:rPr lang="en-US" altLang="zh-CN" sz="1200" dirty="0">
                <a:latin typeface="Arial" panose="020B0604020202020204" pitchFamily="34" charset="0"/>
                <a:ea typeface="宋体" panose="02010600030101010101" pitchFamily="2" charset="-122"/>
              </a:rPr>
              <a:t>Next server IP address: 0.0.0.0 (0.0.0.0)</a:t>
            </a:r>
            <a:endParaRPr lang="en-US" altLang="zh-CN" sz="1200" dirty="0">
              <a:latin typeface="Arial" panose="020B0604020202020204" pitchFamily="34" charset="0"/>
              <a:ea typeface="宋体" panose="02010600030101010101" pitchFamily="2" charset="-122"/>
            </a:endParaRPr>
          </a:p>
          <a:p>
            <a:pPr marL="0" lvl="0" indent="0">
              <a:lnSpc>
                <a:spcPct val="90000"/>
              </a:lnSpc>
              <a:spcBef>
                <a:spcPct val="0"/>
              </a:spcBef>
              <a:buClrTx/>
              <a:buSzTx/>
              <a:buFontTx/>
              <a:buNone/>
            </a:pPr>
            <a:r>
              <a:rPr lang="en-US" altLang="zh-CN" sz="1200" dirty="0">
                <a:latin typeface="Arial" panose="020B0604020202020204" pitchFamily="34" charset="0"/>
                <a:ea typeface="宋体" panose="02010600030101010101" pitchFamily="2" charset="-122"/>
              </a:rPr>
              <a:t>Relay agent IP address: 0.0.0.0 (0.0.0.0)</a:t>
            </a:r>
            <a:endParaRPr lang="en-US" altLang="zh-CN" sz="1200" dirty="0">
              <a:latin typeface="Arial" panose="020B0604020202020204" pitchFamily="34" charset="0"/>
              <a:ea typeface="宋体" panose="02010600030101010101" pitchFamily="2" charset="-122"/>
            </a:endParaRPr>
          </a:p>
          <a:p>
            <a:pPr marL="0" lvl="0" indent="0">
              <a:lnSpc>
                <a:spcPct val="90000"/>
              </a:lnSpc>
              <a:spcBef>
                <a:spcPct val="0"/>
              </a:spcBef>
              <a:buClrTx/>
              <a:buSzTx/>
              <a:buFontTx/>
              <a:buNone/>
            </a:pPr>
            <a:r>
              <a:rPr lang="en-US" altLang="zh-CN" sz="1200" b="1" dirty="0">
                <a:solidFill>
                  <a:srgbClr val="FF0000"/>
                </a:solidFill>
                <a:latin typeface="Arial" panose="020B0604020202020204" pitchFamily="34" charset="0"/>
                <a:ea typeface="宋体" panose="02010600030101010101" pitchFamily="2" charset="-122"/>
              </a:rPr>
              <a:t>Client MAC address: Wistron_23:68:8a (00:16:d3:23:68:8a)</a:t>
            </a:r>
            <a:endParaRPr lang="en-US" altLang="zh-CN" sz="1200" b="1" dirty="0">
              <a:solidFill>
                <a:srgbClr val="FF0000"/>
              </a:solidFill>
              <a:latin typeface="Arial" panose="020B0604020202020204" pitchFamily="34" charset="0"/>
              <a:ea typeface="宋体" panose="02010600030101010101" pitchFamily="2" charset="-122"/>
            </a:endParaRPr>
          </a:p>
          <a:p>
            <a:pPr marL="0" lvl="0" indent="0">
              <a:lnSpc>
                <a:spcPct val="90000"/>
              </a:lnSpc>
              <a:spcBef>
                <a:spcPct val="0"/>
              </a:spcBef>
              <a:buClrTx/>
              <a:buSzTx/>
              <a:buFontTx/>
              <a:buNone/>
            </a:pPr>
            <a:r>
              <a:rPr lang="en-US" altLang="zh-CN" sz="1200" dirty="0">
                <a:latin typeface="Arial" panose="020B0604020202020204" pitchFamily="34" charset="0"/>
                <a:ea typeface="宋体" panose="02010600030101010101" pitchFamily="2" charset="-122"/>
              </a:rPr>
              <a:t>Server host name not given</a:t>
            </a:r>
            <a:endParaRPr lang="en-US" altLang="zh-CN" sz="1200" dirty="0">
              <a:latin typeface="Arial" panose="020B0604020202020204" pitchFamily="34" charset="0"/>
              <a:ea typeface="宋体" panose="02010600030101010101" pitchFamily="2" charset="-122"/>
            </a:endParaRPr>
          </a:p>
          <a:p>
            <a:pPr marL="0" lvl="0" indent="0">
              <a:lnSpc>
                <a:spcPct val="90000"/>
              </a:lnSpc>
              <a:spcBef>
                <a:spcPct val="0"/>
              </a:spcBef>
              <a:buClrTx/>
              <a:buSzTx/>
              <a:buFontTx/>
              <a:buNone/>
            </a:pPr>
            <a:r>
              <a:rPr lang="en-US" altLang="zh-CN" sz="1200" dirty="0">
                <a:latin typeface="Arial" panose="020B0604020202020204" pitchFamily="34" charset="0"/>
                <a:ea typeface="宋体" panose="02010600030101010101" pitchFamily="2" charset="-122"/>
              </a:rPr>
              <a:t>Boot file name not given</a:t>
            </a:r>
            <a:endParaRPr lang="en-US" altLang="zh-CN" sz="1200" dirty="0">
              <a:latin typeface="Arial" panose="020B0604020202020204" pitchFamily="34" charset="0"/>
              <a:ea typeface="宋体" panose="02010600030101010101" pitchFamily="2" charset="-122"/>
            </a:endParaRPr>
          </a:p>
          <a:p>
            <a:pPr marL="0" lvl="0" indent="0">
              <a:lnSpc>
                <a:spcPct val="90000"/>
              </a:lnSpc>
              <a:spcBef>
                <a:spcPct val="0"/>
              </a:spcBef>
              <a:buClrTx/>
              <a:buSzTx/>
              <a:buFontTx/>
              <a:buNone/>
            </a:pPr>
            <a:r>
              <a:rPr lang="en-US" altLang="zh-CN" sz="1200" dirty="0">
                <a:latin typeface="Arial" panose="020B0604020202020204" pitchFamily="34" charset="0"/>
                <a:ea typeface="宋体" panose="02010600030101010101" pitchFamily="2" charset="-122"/>
              </a:rPr>
              <a:t>Magic cookie: (OK)</a:t>
            </a:r>
            <a:endParaRPr lang="en-US" altLang="zh-CN" sz="1200" dirty="0">
              <a:latin typeface="Arial" panose="020B0604020202020204" pitchFamily="34" charset="0"/>
              <a:ea typeface="宋体" panose="02010600030101010101" pitchFamily="2" charset="-122"/>
            </a:endParaRPr>
          </a:p>
          <a:p>
            <a:pPr marL="0" lvl="0" indent="0">
              <a:lnSpc>
                <a:spcPct val="90000"/>
              </a:lnSpc>
              <a:spcBef>
                <a:spcPct val="0"/>
              </a:spcBef>
              <a:buClrTx/>
              <a:buSzTx/>
              <a:buFontTx/>
              <a:buNone/>
            </a:pPr>
            <a:r>
              <a:rPr lang="en-US" altLang="zh-CN" sz="1200" dirty="0">
                <a:latin typeface="Arial" panose="020B0604020202020204" pitchFamily="34" charset="0"/>
                <a:ea typeface="宋体" panose="02010600030101010101" pitchFamily="2" charset="-122"/>
              </a:rPr>
              <a:t>Option: (t=53,l=1) </a:t>
            </a:r>
            <a:r>
              <a:rPr lang="en-US" altLang="zh-CN" sz="1200" b="1" dirty="0">
                <a:solidFill>
                  <a:srgbClr val="FF0000"/>
                </a:solidFill>
                <a:latin typeface="Arial" panose="020B0604020202020204" pitchFamily="34" charset="0"/>
                <a:ea typeface="宋体" panose="02010600030101010101" pitchFamily="2" charset="-122"/>
              </a:rPr>
              <a:t>DHCP Message Type = DHCP Request</a:t>
            </a:r>
            <a:endParaRPr lang="en-US" altLang="zh-CN" sz="1200" b="1" dirty="0">
              <a:solidFill>
                <a:srgbClr val="FF0000"/>
              </a:solidFill>
              <a:latin typeface="Arial" panose="020B0604020202020204" pitchFamily="34" charset="0"/>
              <a:ea typeface="宋体" panose="02010600030101010101" pitchFamily="2" charset="-122"/>
            </a:endParaRPr>
          </a:p>
          <a:p>
            <a:pPr marL="0" lvl="0" indent="0">
              <a:lnSpc>
                <a:spcPct val="90000"/>
              </a:lnSpc>
              <a:spcBef>
                <a:spcPct val="0"/>
              </a:spcBef>
              <a:buClrTx/>
              <a:buSzTx/>
              <a:buFontTx/>
              <a:buNone/>
            </a:pPr>
            <a:r>
              <a:rPr lang="en-US" altLang="zh-CN" sz="1200" dirty="0">
                <a:latin typeface="Arial" panose="020B0604020202020204" pitchFamily="34" charset="0"/>
                <a:ea typeface="宋体" panose="02010600030101010101" pitchFamily="2" charset="-122"/>
              </a:rPr>
              <a:t>Option: (61) Client identifier</a:t>
            </a:r>
            <a:endParaRPr lang="en-US" altLang="zh-CN" sz="1200" dirty="0">
              <a:latin typeface="Arial" panose="020B0604020202020204" pitchFamily="34" charset="0"/>
              <a:ea typeface="宋体" panose="02010600030101010101" pitchFamily="2" charset="-122"/>
            </a:endParaRPr>
          </a:p>
          <a:p>
            <a:pPr marL="0" lvl="0" indent="0">
              <a:lnSpc>
                <a:spcPct val="90000"/>
              </a:lnSpc>
              <a:spcBef>
                <a:spcPct val="0"/>
              </a:spcBef>
              <a:buClrTx/>
              <a:buSzTx/>
              <a:buFontTx/>
              <a:buNone/>
            </a:pPr>
            <a:r>
              <a:rPr lang="en-US" altLang="zh-CN" sz="1200" dirty="0">
                <a:latin typeface="Arial" panose="020B0604020202020204" pitchFamily="34" charset="0"/>
                <a:ea typeface="宋体" panose="02010600030101010101" pitchFamily="2" charset="-122"/>
              </a:rPr>
              <a:t>     Length: 7; Value: 010016D323688A; </a:t>
            </a:r>
            <a:endParaRPr lang="en-US" altLang="zh-CN" sz="1200" dirty="0">
              <a:latin typeface="Arial" panose="020B0604020202020204" pitchFamily="34" charset="0"/>
              <a:ea typeface="宋体" panose="02010600030101010101" pitchFamily="2" charset="-122"/>
            </a:endParaRPr>
          </a:p>
          <a:p>
            <a:pPr marL="0" lvl="0" indent="0">
              <a:lnSpc>
                <a:spcPct val="90000"/>
              </a:lnSpc>
              <a:spcBef>
                <a:spcPct val="0"/>
              </a:spcBef>
              <a:buClrTx/>
              <a:buSzTx/>
              <a:buFontTx/>
              <a:buNone/>
            </a:pPr>
            <a:r>
              <a:rPr lang="en-US" altLang="zh-CN" sz="1200" dirty="0">
                <a:latin typeface="Arial" panose="020B0604020202020204" pitchFamily="34" charset="0"/>
                <a:ea typeface="宋体" panose="02010600030101010101" pitchFamily="2" charset="-122"/>
              </a:rPr>
              <a:t>     Hardware type: Ethernet</a:t>
            </a:r>
            <a:endParaRPr lang="en-US" altLang="zh-CN" sz="1200" dirty="0">
              <a:latin typeface="Arial" panose="020B0604020202020204" pitchFamily="34" charset="0"/>
              <a:ea typeface="宋体" panose="02010600030101010101" pitchFamily="2" charset="-122"/>
            </a:endParaRPr>
          </a:p>
          <a:p>
            <a:pPr marL="0" lvl="0" indent="0">
              <a:lnSpc>
                <a:spcPct val="90000"/>
              </a:lnSpc>
              <a:spcBef>
                <a:spcPct val="0"/>
              </a:spcBef>
              <a:buClrTx/>
              <a:buSzTx/>
              <a:buFontTx/>
              <a:buNone/>
            </a:pPr>
            <a:r>
              <a:rPr lang="en-US" altLang="zh-CN" sz="1200" dirty="0">
                <a:latin typeface="Arial" panose="020B0604020202020204" pitchFamily="34" charset="0"/>
                <a:ea typeface="宋体" panose="02010600030101010101" pitchFamily="2" charset="-122"/>
              </a:rPr>
              <a:t>     Client MAC address: Wistron_23:68:8a (00:16:d3:23:68:8a)</a:t>
            </a:r>
            <a:endParaRPr lang="en-US" altLang="zh-CN" sz="1200" dirty="0">
              <a:latin typeface="Arial" panose="020B0604020202020204" pitchFamily="34" charset="0"/>
              <a:ea typeface="宋体" panose="02010600030101010101" pitchFamily="2" charset="-122"/>
            </a:endParaRPr>
          </a:p>
          <a:p>
            <a:pPr marL="0" lvl="0" indent="0">
              <a:lnSpc>
                <a:spcPct val="90000"/>
              </a:lnSpc>
              <a:spcBef>
                <a:spcPct val="0"/>
              </a:spcBef>
              <a:buClrTx/>
              <a:buSzTx/>
              <a:buFontTx/>
              <a:buNone/>
            </a:pPr>
            <a:r>
              <a:rPr lang="en-US" altLang="zh-CN" sz="1200" dirty="0">
                <a:latin typeface="Arial" panose="020B0604020202020204" pitchFamily="34" charset="0"/>
                <a:ea typeface="宋体" panose="02010600030101010101" pitchFamily="2" charset="-122"/>
              </a:rPr>
              <a:t>Option: (t=50,l=4) Requested IP Address = 192.168.1.101</a:t>
            </a:r>
            <a:endParaRPr lang="en-US" altLang="zh-CN" sz="1200" dirty="0">
              <a:latin typeface="Arial" panose="020B0604020202020204" pitchFamily="34" charset="0"/>
              <a:ea typeface="宋体" panose="02010600030101010101" pitchFamily="2" charset="-122"/>
            </a:endParaRPr>
          </a:p>
          <a:p>
            <a:pPr marL="0" lvl="0" indent="0">
              <a:lnSpc>
                <a:spcPct val="90000"/>
              </a:lnSpc>
              <a:spcBef>
                <a:spcPct val="0"/>
              </a:spcBef>
              <a:buClrTx/>
              <a:buSzTx/>
              <a:buFontTx/>
              <a:buNone/>
            </a:pPr>
            <a:r>
              <a:rPr lang="en-US" altLang="zh-CN" sz="1200" dirty="0">
                <a:latin typeface="Arial" panose="020B0604020202020204" pitchFamily="34" charset="0"/>
                <a:ea typeface="宋体" panose="02010600030101010101" pitchFamily="2" charset="-122"/>
              </a:rPr>
              <a:t>Option: (t=12,l=5) Host Name = "nomad"</a:t>
            </a:r>
            <a:endParaRPr lang="en-US" altLang="zh-CN" sz="1200" dirty="0">
              <a:latin typeface="Arial" panose="020B0604020202020204" pitchFamily="34" charset="0"/>
              <a:ea typeface="宋体" panose="02010600030101010101" pitchFamily="2" charset="-122"/>
            </a:endParaRPr>
          </a:p>
          <a:p>
            <a:pPr marL="0" lvl="0" indent="0">
              <a:lnSpc>
                <a:spcPct val="90000"/>
              </a:lnSpc>
              <a:spcBef>
                <a:spcPct val="0"/>
              </a:spcBef>
              <a:buClrTx/>
              <a:buSzTx/>
              <a:buFontTx/>
              <a:buNone/>
            </a:pPr>
            <a:r>
              <a:rPr lang="en-US" altLang="zh-CN" sz="1200" b="1" dirty="0">
                <a:solidFill>
                  <a:srgbClr val="FF0000"/>
                </a:solidFill>
                <a:latin typeface="Arial" panose="020B0604020202020204" pitchFamily="34" charset="0"/>
                <a:ea typeface="宋体" panose="02010600030101010101" pitchFamily="2" charset="-122"/>
              </a:rPr>
              <a:t>Option: (55) Parameter Request List</a:t>
            </a:r>
            <a:endParaRPr lang="en-US" altLang="zh-CN" sz="1200" b="1" dirty="0">
              <a:solidFill>
                <a:srgbClr val="FF0000"/>
              </a:solidFill>
              <a:latin typeface="Arial" panose="020B0604020202020204" pitchFamily="34" charset="0"/>
              <a:ea typeface="宋体" panose="02010600030101010101" pitchFamily="2" charset="-122"/>
            </a:endParaRPr>
          </a:p>
          <a:p>
            <a:pPr marL="0" lvl="0" indent="0">
              <a:lnSpc>
                <a:spcPct val="90000"/>
              </a:lnSpc>
              <a:spcBef>
                <a:spcPct val="0"/>
              </a:spcBef>
              <a:buClrTx/>
              <a:buSzTx/>
              <a:buFontTx/>
              <a:buNone/>
            </a:pPr>
            <a:r>
              <a:rPr lang="en-US" altLang="zh-CN" sz="1200" dirty="0">
                <a:latin typeface="Arial" panose="020B0604020202020204" pitchFamily="34" charset="0"/>
                <a:ea typeface="宋体" panose="02010600030101010101" pitchFamily="2" charset="-122"/>
              </a:rPr>
              <a:t>     Length: 11; Value: 010F03062C2E2F1F21F92B</a:t>
            </a:r>
            <a:endParaRPr lang="en-US" altLang="zh-CN" sz="1200" dirty="0">
              <a:latin typeface="Arial" panose="020B0604020202020204" pitchFamily="34" charset="0"/>
              <a:ea typeface="宋体" panose="02010600030101010101" pitchFamily="2" charset="-122"/>
            </a:endParaRPr>
          </a:p>
          <a:p>
            <a:pPr marL="0" lvl="0" indent="0">
              <a:lnSpc>
                <a:spcPct val="90000"/>
              </a:lnSpc>
              <a:spcBef>
                <a:spcPct val="0"/>
              </a:spcBef>
              <a:buClrTx/>
              <a:buSzTx/>
              <a:buFontTx/>
              <a:buNone/>
            </a:pPr>
            <a:r>
              <a:rPr lang="en-US" altLang="zh-CN" sz="1200" dirty="0">
                <a:latin typeface="Arial" panose="020B0604020202020204" pitchFamily="34" charset="0"/>
                <a:ea typeface="宋体" panose="02010600030101010101" pitchFamily="2" charset="-122"/>
              </a:rPr>
              <a:t>     </a:t>
            </a:r>
            <a:r>
              <a:rPr lang="en-US" altLang="zh-CN" sz="1200" b="1" dirty="0">
                <a:solidFill>
                  <a:srgbClr val="FF0000"/>
                </a:solidFill>
                <a:latin typeface="Arial" panose="020B0604020202020204" pitchFamily="34" charset="0"/>
                <a:ea typeface="宋体" panose="02010600030101010101" pitchFamily="2" charset="-122"/>
              </a:rPr>
              <a:t>1 = Subnet Mask; 15 = Domain Name</a:t>
            </a:r>
            <a:endParaRPr lang="en-US" altLang="zh-CN" sz="1200" b="1" dirty="0">
              <a:solidFill>
                <a:srgbClr val="FF0000"/>
              </a:solidFill>
              <a:latin typeface="Arial" panose="020B0604020202020204" pitchFamily="34" charset="0"/>
              <a:ea typeface="宋体" panose="02010600030101010101" pitchFamily="2" charset="-122"/>
            </a:endParaRPr>
          </a:p>
          <a:p>
            <a:pPr marL="0" lvl="0" indent="0">
              <a:lnSpc>
                <a:spcPct val="90000"/>
              </a:lnSpc>
              <a:spcBef>
                <a:spcPct val="0"/>
              </a:spcBef>
              <a:buClrTx/>
              <a:buSzTx/>
              <a:buFontTx/>
              <a:buNone/>
            </a:pPr>
            <a:r>
              <a:rPr lang="en-US" altLang="zh-CN" sz="1200" b="1" dirty="0">
                <a:solidFill>
                  <a:srgbClr val="FF0000"/>
                </a:solidFill>
                <a:latin typeface="Arial" panose="020B0604020202020204" pitchFamily="34" charset="0"/>
                <a:ea typeface="宋体" panose="02010600030101010101" pitchFamily="2" charset="-122"/>
              </a:rPr>
              <a:t>     3 = Router; 6 = Domain Name Server</a:t>
            </a:r>
            <a:endParaRPr lang="en-US" altLang="zh-CN" sz="1200" b="1" dirty="0">
              <a:solidFill>
                <a:srgbClr val="FF0000"/>
              </a:solidFill>
              <a:latin typeface="Arial" panose="020B0604020202020204" pitchFamily="34" charset="0"/>
              <a:ea typeface="宋体" panose="02010600030101010101" pitchFamily="2" charset="-122"/>
            </a:endParaRPr>
          </a:p>
          <a:p>
            <a:pPr marL="0" lvl="0" indent="0">
              <a:lnSpc>
                <a:spcPct val="90000"/>
              </a:lnSpc>
              <a:spcBef>
                <a:spcPct val="0"/>
              </a:spcBef>
              <a:buClrTx/>
              <a:buSzTx/>
              <a:buFontTx/>
              <a:buNone/>
            </a:pPr>
            <a:r>
              <a:rPr lang="en-US" altLang="zh-CN" sz="1200" dirty="0">
                <a:latin typeface="Arial" panose="020B0604020202020204" pitchFamily="34" charset="0"/>
                <a:ea typeface="宋体" panose="02010600030101010101" pitchFamily="2" charset="-122"/>
              </a:rPr>
              <a:t>     44 = NetBIOS over TCP/IP Name Server</a:t>
            </a:r>
            <a:endParaRPr lang="en-US" altLang="zh-CN" sz="1200" dirty="0">
              <a:latin typeface="Arial" panose="020B0604020202020204" pitchFamily="34" charset="0"/>
              <a:ea typeface="宋体" panose="02010600030101010101" pitchFamily="2" charset="-122"/>
            </a:endParaRPr>
          </a:p>
          <a:p>
            <a:pPr marL="0" lvl="0" indent="0">
              <a:lnSpc>
                <a:spcPct val="90000"/>
              </a:lnSpc>
              <a:spcBef>
                <a:spcPct val="0"/>
              </a:spcBef>
              <a:buClrTx/>
              <a:buSzTx/>
              <a:buFontTx/>
              <a:buNone/>
            </a:pPr>
            <a:r>
              <a:rPr lang="en-US" altLang="zh-CN" sz="1200" dirty="0">
                <a:latin typeface="Arial" panose="020B0604020202020204" pitchFamily="34" charset="0"/>
                <a:ea typeface="宋体" panose="02010600030101010101" pitchFamily="2" charset="-122"/>
              </a:rPr>
              <a:t>     ……</a:t>
            </a:r>
            <a:endParaRPr lang="en-US" altLang="zh-CN" sz="1200" dirty="0">
              <a:latin typeface="Arial" panose="020B0604020202020204" pitchFamily="34" charset="0"/>
              <a:ea typeface="宋体" panose="02010600030101010101" pitchFamily="2" charset="-122"/>
            </a:endParaRPr>
          </a:p>
        </p:txBody>
      </p:sp>
      <p:sp>
        <p:nvSpPr>
          <p:cNvPr id="61449" name="Text Box 8"/>
          <p:cNvSpPr txBox="1"/>
          <p:nvPr/>
        </p:nvSpPr>
        <p:spPr>
          <a:xfrm>
            <a:off x="2613025" y="1892300"/>
            <a:ext cx="1271588"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2400" dirty="0">
                <a:solidFill>
                  <a:schemeClr val="accent2"/>
                </a:solidFill>
                <a:ea typeface="宋体" panose="02010600030101010101" pitchFamily="2" charset="-122"/>
              </a:rPr>
              <a:t>request</a:t>
            </a:r>
            <a:endParaRPr lang="en-US" altLang="zh-CN" sz="2400" dirty="0">
              <a:solidFill>
                <a:schemeClr val="accent2"/>
              </a:solidFill>
              <a:ea typeface="宋体" panose="02010600030101010101" pitchFamily="2" charset="-122"/>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6" name="页脚占位符 4"/>
          <p:cNvSpPr txBox="1">
            <a:spLocks noGrp="1"/>
          </p:cNvSpPr>
          <p:nvPr>
            <p:ph type="ftr" sz="quarter" idx="11"/>
          </p:nvPr>
        </p:nvSpPr>
        <p:spPr/>
        <p:txBody>
          <a:bodyPr/>
          <a:p>
            <a:pPr marL="0" indent="0" algn="r">
              <a:spcBef>
                <a:spcPct val="0"/>
              </a:spcBef>
              <a:buClrTx/>
              <a:buSzTx/>
              <a:buFontTx/>
              <a:buNone/>
            </a:pPr>
            <a:r>
              <a:rPr lang="en-US" altLang="zh-CN" sz="1400" dirty="0">
                <a:ea typeface="宋体" panose="02010600030101010101" pitchFamily="2" charset="-122"/>
              </a:rPr>
              <a:t>Network Layer</a:t>
            </a:r>
            <a:endParaRPr lang="en-US" altLang="zh-CN" sz="1400" dirty="0">
              <a:latin typeface="Times New Roman" panose="02020603050405020304" pitchFamily="18" charset="0"/>
              <a:ea typeface="宋体" panose="02010600030101010101" pitchFamily="2" charset="-122"/>
            </a:endParaRPr>
          </a:p>
        </p:txBody>
      </p:sp>
      <p:sp>
        <p:nvSpPr>
          <p:cNvPr id="62467" name="灯片编号占位符 5"/>
          <p:cNvSpPr txBox="1">
            <a:spLocks noGrp="1"/>
          </p:cNvSpPr>
          <p:nvPr>
            <p:ph type="sldNum" sz="quarter" idx="12"/>
          </p:nvPr>
        </p:nvSpPr>
        <p:spPr/>
        <p:txBody>
          <a:bodyPr/>
          <a:p>
            <a:pPr marL="0" indent="0" algn="r">
              <a:spcBef>
                <a:spcPct val="0"/>
              </a:spcBef>
              <a:buClrTx/>
              <a:buSzTx/>
              <a:buFontTx/>
              <a:buNone/>
            </a:pPr>
            <a:r>
              <a:rPr lang="en-US" altLang="zh-CN" sz="1400" dirty="0">
                <a:ea typeface="宋体" panose="02010600030101010101" pitchFamily="2" charset="-122"/>
              </a:rPr>
              <a:t>4-</a:t>
            </a: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62468" name="Rectangle 2"/>
          <p:cNvSpPr>
            <a:spLocks noGrp="1"/>
          </p:cNvSpPr>
          <p:nvPr>
            <p:ph type="title"/>
          </p:nvPr>
        </p:nvSpPr>
        <p:spPr>
          <a:xfrm>
            <a:off x="414338" y="228600"/>
            <a:ext cx="7772400" cy="1143000"/>
          </a:xfrm>
        </p:spPr>
        <p:txBody>
          <a:bodyPr vert="horz" wrap="square" lIns="91440" tIns="45720" rIns="91440" bIns="45720" anchor="ctr" anchorCtr="0"/>
          <a:p>
            <a:r>
              <a:rPr lang="en-US" altLang="zh-CN" sz="3600" dirty="0">
                <a:ea typeface="宋体" panose="02010600030101010101" pitchFamily="2" charset="-122"/>
              </a:rPr>
              <a:t>IP addresses: how to get one?</a:t>
            </a:r>
            <a:endParaRPr lang="en-US" altLang="zh-CN" dirty="0">
              <a:ea typeface="宋体" panose="02010600030101010101" pitchFamily="2" charset="-122"/>
            </a:endParaRPr>
          </a:p>
        </p:txBody>
      </p:sp>
      <p:sp>
        <p:nvSpPr>
          <p:cNvPr id="62469" name="Rectangle 3"/>
          <p:cNvSpPr>
            <a:spLocks noGrp="1"/>
          </p:cNvSpPr>
          <p:nvPr>
            <p:ph idx="1"/>
          </p:nvPr>
        </p:nvSpPr>
        <p:spPr>
          <a:xfrm>
            <a:off x="487363" y="1343025"/>
            <a:ext cx="8077200" cy="1809750"/>
          </a:xfrm>
        </p:spPr>
        <p:txBody>
          <a:bodyPr vert="horz" wrap="square" lIns="91440" tIns="45720" rIns="91440" bIns="45720" anchor="t" anchorCtr="0"/>
          <a:p>
            <a:pPr>
              <a:buNone/>
            </a:pPr>
            <a:r>
              <a:rPr lang="en-US" altLang="zh-CN" u="sng" dirty="0">
                <a:solidFill>
                  <a:srgbClr val="FF0000"/>
                </a:solidFill>
                <a:ea typeface="宋体" panose="02010600030101010101" pitchFamily="2" charset="-122"/>
              </a:rPr>
              <a:t>Q:</a:t>
            </a:r>
            <a:r>
              <a:rPr lang="en-US" altLang="zh-CN" dirty="0">
                <a:ea typeface="宋体" panose="02010600030101010101" pitchFamily="2" charset="-122"/>
              </a:rPr>
              <a:t> How does </a:t>
            </a:r>
            <a:r>
              <a:rPr lang="en-US" altLang="zh-CN" i="1" dirty="0">
                <a:ea typeface="宋体" panose="02010600030101010101" pitchFamily="2" charset="-122"/>
              </a:rPr>
              <a:t>network</a:t>
            </a:r>
            <a:r>
              <a:rPr lang="en-US" altLang="zh-CN" dirty="0">
                <a:ea typeface="宋体" panose="02010600030101010101" pitchFamily="2" charset="-122"/>
              </a:rPr>
              <a:t> get subnet part of IP addr?</a:t>
            </a:r>
            <a:endParaRPr lang="en-US" altLang="zh-CN" dirty="0">
              <a:ea typeface="宋体" panose="02010600030101010101" pitchFamily="2" charset="-122"/>
            </a:endParaRPr>
          </a:p>
          <a:p>
            <a:pPr>
              <a:buNone/>
            </a:pPr>
            <a:r>
              <a:rPr lang="en-US" altLang="zh-CN" u="sng" dirty="0">
                <a:solidFill>
                  <a:srgbClr val="FF0000"/>
                </a:solidFill>
                <a:ea typeface="宋体" panose="02010600030101010101" pitchFamily="2" charset="-122"/>
              </a:rPr>
              <a:t>A:</a:t>
            </a:r>
            <a:r>
              <a:rPr lang="en-US" altLang="zh-CN" dirty="0">
                <a:ea typeface="宋体" panose="02010600030101010101" pitchFamily="2" charset="-122"/>
              </a:rPr>
              <a:t> gets allocated portion of its provider ISP’s address space</a:t>
            </a:r>
            <a:endParaRPr lang="en-US" altLang="zh-CN" sz="2400" dirty="0">
              <a:ea typeface="宋体" panose="02010600030101010101" pitchFamily="2" charset="-122"/>
            </a:endParaRPr>
          </a:p>
        </p:txBody>
      </p:sp>
      <p:sp>
        <p:nvSpPr>
          <p:cNvPr id="62470" name="Text Box 4"/>
          <p:cNvSpPr txBox="1"/>
          <p:nvPr/>
        </p:nvSpPr>
        <p:spPr>
          <a:xfrm>
            <a:off x="592138" y="3514725"/>
            <a:ext cx="8551862" cy="237966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solidFill>
                  <a:schemeClr val="accent2"/>
                </a:solidFill>
                <a:latin typeface="Arial" panose="020B0604020202020204" pitchFamily="34" charset="0"/>
                <a:ea typeface="宋体" panose="02010600030101010101" pitchFamily="2" charset="-122"/>
              </a:rPr>
              <a:t>ISP's block          </a:t>
            </a:r>
            <a:r>
              <a:rPr lang="en-US" altLang="zh-CN" sz="1800" u="sng" dirty="0">
                <a:solidFill>
                  <a:schemeClr val="accent2"/>
                </a:solidFill>
                <a:latin typeface="Arial" panose="020B0604020202020204" pitchFamily="34" charset="0"/>
                <a:ea typeface="宋体" panose="02010600030101010101" pitchFamily="2" charset="-122"/>
              </a:rPr>
              <a:t>11001000  00010111  0001</a:t>
            </a:r>
            <a:r>
              <a:rPr lang="en-US" altLang="zh-CN" sz="1800" dirty="0">
                <a:solidFill>
                  <a:schemeClr val="accent2"/>
                </a:solidFill>
                <a:latin typeface="Arial" panose="020B0604020202020204" pitchFamily="34" charset="0"/>
                <a:ea typeface="宋体" panose="02010600030101010101" pitchFamily="2" charset="-122"/>
              </a:rPr>
              <a:t>0000  00000000    200.23.16.0/20 </a:t>
            </a:r>
            <a:endParaRPr lang="en-US" altLang="zh-CN" sz="1800" dirty="0">
              <a:solidFill>
                <a:schemeClr val="accent2"/>
              </a:solidFill>
              <a:latin typeface="Arial" panose="020B0604020202020204" pitchFamily="34" charset="0"/>
              <a:ea typeface="宋体" panose="02010600030101010101" pitchFamily="2" charset="-122"/>
            </a:endParaRPr>
          </a:p>
          <a:p>
            <a:pPr marL="0" lvl="0" indent="0">
              <a:spcBef>
                <a:spcPct val="0"/>
              </a:spcBef>
              <a:buClrTx/>
              <a:buSzTx/>
              <a:buFontTx/>
              <a:buNone/>
            </a:pPr>
            <a:endParaRPr lang="en-US" altLang="zh-CN" sz="1800" dirty="0">
              <a:latin typeface="Arial" panose="020B0604020202020204" pitchFamily="34" charset="0"/>
              <a:ea typeface="宋体" panose="02010600030101010101" pitchFamily="2" charset="-122"/>
            </a:endParaRPr>
          </a:p>
          <a:p>
            <a:pPr marL="0" lvl="0" indent="0">
              <a:spcBef>
                <a:spcPct val="0"/>
              </a:spcBef>
              <a:buClrTx/>
              <a:buSzTx/>
              <a:buFontTx/>
              <a:buNone/>
            </a:pPr>
            <a:r>
              <a:rPr lang="en-US" altLang="zh-CN" sz="1800" dirty="0">
                <a:latin typeface="Arial" panose="020B0604020202020204" pitchFamily="34" charset="0"/>
                <a:ea typeface="宋体" panose="02010600030101010101" pitchFamily="2" charset="-122"/>
              </a:rPr>
              <a:t>Organization 0    </a:t>
            </a:r>
            <a:r>
              <a:rPr lang="en-US" altLang="zh-CN" sz="1800" u="sng" dirty="0">
                <a:latin typeface="Arial" panose="020B0604020202020204" pitchFamily="34" charset="0"/>
                <a:ea typeface="宋体" panose="02010600030101010101" pitchFamily="2" charset="-122"/>
              </a:rPr>
              <a:t>11001000  00010111  0001000</a:t>
            </a:r>
            <a:r>
              <a:rPr lang="en-US" altLang="zh-CN" sz="1800" dirty="0">
                <a:latin typeface="Arial" panose="020B0604020202020204" pitchFamily="34" charset="0"/>
                <a:ea typeface="宋体" panose="02010600030101010101" pitchFamily="2" charset="-122"/>
              </a:rPr>
              <a:t>0  00000000    200.23.16.0/23 </a:t>
            </a:r>
            <a:endParaRPr lang="en-US" altLang="zh-CN" sz="1800" dirty="0">
              <a:latin typeface="Arial" panose="020B0604020202020204" pitchFamily="34" charset="0"/>
              <a:ea typeface="宋体" panose="02010600030101010101" pitchFamily="2" charset="-122"/>
            </a:endParaRPr>
          </a:p>
          <a:p>
            <a:pPr marL="0" lvl="0" indent="0">
              <a:spcBef>
                <a:spcPct val="0"/>
              </a:spcBef>
              <a:buClrTx/>
              <a:buSzTx/>
              <a:buFontTx/>
              <a:buNone/>
            </a:pPr>
            <a:r>
              <a:rPr lang="en-US" altLang="zh-CN" sz="1800" dirty="0">
                <a:latin typeface="Arial" panose="020B0604020202020204" pitchFamily="34" charset="0"/>
                <a:ea typeface="宋体" panose="02010600030101010101" pitchFamily="2" charset="-122"/>
              </a:rPr>
              <a:t>Organization 1    </a:t>
            </a:r>
            <a:r>
              <a:rPr lang="en-US" altLang="zh-CN" sz="1800" u="sng" dirty="0">
                <a:latin typeface="Arial" panose="020B0604020202020204" pitchFamily="34" charset="0"/>
                <a:ea typeface="宋体" panose="02010600030101010101" pitchFamily="2" charset="-122"/>
              </a:rPr>
              <a:t>11001000  00010111  0001001</a:t>
            </a:r>
            <a:r>
              <a:rPr lang="en-US" altLang="zh-CN" sz="1800" dirty="0">
                <a:latin typeface="Arial" panose="020B0604020202020204" pitchFamily="34" charset="0"/>
                <a:ea typeface="宋体" panose="02010600030101010101" pitchFamily="2" charset="-122"/>
              </a:rPr>
              <a:t>0  00000000    200.23.18.0/23 </a:t>
            </a:r>
            <a:endParaRPr lang="en-US" altLang="zh-CN" sz="1800" dirty="0">
              <a:latin typeface="Arial" panose="020B0604020202020204" pitchFamily="34" charset="0"/>
              <a:ea typeface="宋体" panose="02010600030101010101" pitchFamily="2" charset="-122"/>
            </a:endParaRPr>
          </a:p>
          <a:p>
            <a:pPr marL="0" lvl="0" indent="0">
              <a:spcBef>
                <a:spcPct val="0"/>
              </a:spcBef>
              <a:buClrTx/>
              <a:buSzTx/>
              <a:buFontTx/>
              <a:buNone/>
            </a:pPr>
            <a:r>
              <a:rPr lang="en-US" altLang="zh-CN" sz="1800" dirty="0">
                <a:latin typeface="Arial" panose="020B0604020202020204" pitchFamily="34" charset="0"/>
                <a:ea typeface="宋体" panose="02010600030101010101" pitchFamily="2" charset="-122"/>
              </a:rPr>
              <a:t>Organization 2    </a:t>
            </a:r>
            <a:r>
              <a:rPr lang="en-US" altLang="zh-CN" sz="1800" u="sng" dirty="0">
                <a:latin typeface="Arial" panose="020B0604020202020204" pitchFamily="34" charset="0"/>
                <a:ea typeface="宋体" panose="02010600030101010101" pitchFamily="2" charset="-122"/>
              </a:rPr>
              <a:t>11001000  00010111  0001010</a:t>
            </a:r>
            <a:r>
              <a:rPr lang="en-US" altLang="zh-CN" sz="1800" dirty="0">
                <a:latin typeface="Arial" panose="020B0604020202020204" pitchFamily="34" charset="0"/>
                <a:ea typeface="宋体" panose="02010600030101010101" pitchFamily="2" charset="-122"/>
              </a:rPr>
              <a:t>0  00000000    200.23.20.0/23 </a:t>
            </a:r>
            <a:endParaRPr lang="en-US" altLang="zh-CN" sz="1800" dirty="0">
              <a:latin typeface="Arial" panose="020B0604020202020204" pitchFamily="34" charset="0"/>
              <a:ea typeface="宋体" panose="02010600030101010101" pitchFamily="2" charset="-122"/>
            </a:endParaRPr>
          </a:p>
          <a:p>
            <a:pPr marL="0" lvl="0" indent="0">
              <a:spcBef>
                <a:spcPct val="0"/>
              </a:spcBef>
              <a:buClrTx/>
              <a:buSzTx/>
              <a:buFontTx/>
              <a:buNone/>
            </a:pPr>
            <a:r>
              <a:rPr lang="en-US" altLang="zh-CN" sz="1800" dirty="0">
                <a:latin typeface="Arial" panose="020B0604020202020204" pitchFamily="34" charset="0"/>
                <a:ea typeface="宋体" panose="02010600030101010101" pitchFamily="2" charset="-122"/>
              </a:rPr>
              <a:t>   ...                                          …..                                   ….                ….</a:t>
            </a:r>
            <a:endParaRPr lang="en-US" altLang="zh-CN" sz="1800" dirty="0">
              <a:latin typeface="Arial" panose="020B0604020202020204" pitchFamily="34" charset="0"/>
              <a:ea typeface="宋体" panose="02010600030101010101" pitchFamily="2" charset="-122"/>
            </a:endParaRPr>
          </a:p>
          <a:p>
            <a:pPr marL="0" lvl="0" indent="0">
              <a:spcBef>
                <a:spcPct val="0"/>
              </a:spcBef>
              <a:buClrTx/>
              <a:buSzTx/>
              <a:buFontTx/>
              <a:buNone/>
            </a:pPr>
            <a:r>
              <a:rPr lang="en-US" altLang="zh-CN" sz="1800" dirty="0">
                <a:latin typeface="Arial" panose="020B0604020202020204" pitchFamily="34" charset="0"/>
                <a:ea typeface="宋体" panose="02010600030101010101" pitchFamily="2" charset="-122"/>
              </a:rPr>
              <a:t>Organization 7    </a:t>
            </a:r>
            <a:r>
              <a:rPr lang="en-US" altLang="zh-CN" sz="1800" u="sng" dirty="0">
                <a:latin typeface="Arial" panose="020B0604020202020204" pitchFamily="34" charset="0"/>
                <a:ea typeface="宋体" panose="02010600030101010101" pitchFamily="2" charset="-122"/>
              </a:rPr>
              <a:t>11001000  00010111  0001111</a:t>
            </a:r>
            <a:r>
              <a:rPr lang="en-US" altLang="zh-CN" sz="1800" dirty="0">
                <a:latin typeface="Arial" panose="020B0604020202020204" pitchFamily="34" charset="0"/>
                <a:ea typeface="宋体" panose="02010600030101010101" pitchFamily="2" charset="-122"/>
              </a:rPr>
              <a:t>0  00000000    200.23.30.0/23</a:t>
            </a:r>
            <a:r>
              <a:rPr lang="en-US" altLang="zh-CN" sz="2400" dirty="0">
                <a:latin typeface="Times New Roman" panose="02020603050405020304" pitchFamily="18" charset="0"/>
                <a:ea typeface="宋体" panose="02010600030101010101" pitchFamily="2" charset="-122"/>
              </a:rPr>
              <a:t> </a:t>
            </a:r>
            <a:endParaRPr lang="en-US" altLang="zh-CN" sz="2400" dirty="0">
              <a:latin typeface="Times New Roman" panose="02020603050405020304" pitchFamily="18" charset="0"/>
              <a:ea typeface="宋体" panose="02010600030101010101" pitchFamily="2" charset="-122"/>
            </a:endParaRPr>
          </a:p>
          <a:p>
            <a:pPr marL="0" lvl="0" indent="0">
              <a:spcBef>
                <a:spcPct val="0"/>
              </a:spcBef>
              <a:buClrTx/>
              <a:buSzTx/>
              <a:buFontTx/>
              <a:buNone/>
            </a:pPr>
            <a:endParaRPr lang="en-US" altLang="zh-CN" sz="1800" dirty="0">
              <a:ea typeface="宋体" panose="02010600030101010101" pitchFamily="2" charset="-122"/>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90" name="页脚占位符 3"/>
          <p:cNvSpPr txBox="1">
            <a:spLocks noGrp="1"/>
          </p:cNvSpPr>
          <p:nvPr>
            <p:ph type="ftr" sz="quarter" idx="11"/>
          </p:nvPr>
        </p:nvSpPr>
        <p:spPr/>
        <p:txBody>
          <a:bodyPr/>
          <a:p>
            <a:pPr marL="0" indent="0" algn="r">
              <a:spcBef>
                <a:spcPct val="0"/>
              </a:spcBef>
              <a:buClrTx/>
              <a:buSzTx/>
              <a:buFontTx/>
              <a:buNone/>
            </a:pPr>
            <a:r>
              <a:rPr lang="en-US" altLang="zh-CN" sz="1400" dirty="0">
                <a:ea typeface="宋体" panose="02010600030101010101" pitchFamily="2" charset="-122"/>
              </a:rPr>
              <a:t>Network Layer</a:t>
            </a:r>
            <a:endParaRPr lang="en-US" altLang="zh-CN" sz="1400" dirty="0">
              <a:latin typeface="Times New Roman" panose="02020603050405020304" pitchFamily="18" charset="0"/>
              <a:ea typeface="宋体" panose="02010600030101010101" pitchFamily="2" charset="-122"/>
            </a:endParaRPr>
          </a:p>
        </p:txBody>
      </p:sp>
      <p:sp>
        <p:nvSpPr>
          <p:cNvPr id="63491" name="灯片编号占位符 4"/>
          <p:cNvSpPr txBox="1">
            <a:spLocks noGrp="1"/>
          </p:cNvSpPr>
          <p:nvPr>
            <p:ph type="sldNum" sz="quarter" idx="12"/>
          </p:nvPr>
        </p:nvSpPr>
        <p:spPr/>
        <p:txBody>
          <a:bodyPr/>
          <a:p>
            <a:pPr marL="0" indent="0" algn="r">
              <a:spcBef>
                <a:spcPct val="0"/>
              </a:spcBef>
              <a:buClrTx/>
              <a:buSzTx/>
              <a:buFontTx/>
              <a:buNone/>
            </a:pPr>
            <a:r>
              <a:rPr lang="en-US" altLang="zh-CN" sz="1400" dirty="0">
                <a:ea typeface="宋体" panose="02010600030101010101" pitchFamily="2" charset="-122"/>
              </a:rPr>
              <a:t>4-</a:t>
            </a: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63492" name="Rectangle 2"/>
          <p:cNvSpPr>
            <a:spLocks noGrp="1"/>
          </p:cNvSpPr>
          <p:nvPr>
            <p:ph type="title"/>
          </p:nvPr>
        </p:nvSpPr>
        <p:spPr>
          <a:xfrm>
            <a:off x="533400" y="228600"/>
            <a:ext cx="8316913" cy="1143000"/>
          </a:xfrm>
        </p:spPr>
        <p:txBody>
          <a:bodyPr vert="horz" wrap="square" lIns="91440" tIns="45720" rIns="91440" bIns="45720" anchor="ctr" anchorCtr="0"/>
          <a:p>
            <a:r>
              <a:rPr lang="en-US" altLang="zh-CN" sz="3200" dirty="0">
                <a:ea typeface="宋体" panose="02010600030101010101" pitchFamily="2" charset="-122"/>
              </a:rPr>
              <a:t>Hierarchical addressing: route aggregation</a:t>
            </a:r>
            <a:endParaRPr lang="en-US" altLang="zh-CN" dirty="0">
              <a:ea typeface="宋体" panose="02010600030101010101" pitchFamily="2" charset="-122"/>
            </a:endParaRPr>
          </a:p>
        </p:txBody>
      </p:sp>
      <p:sp>
        <p:nvSpPr>
          <p:cNvPr id="63493" name="Freeform 3"/>
          <p:cNvSpPr/>
          <p:nvPr/>
        </p:nvSpPr>
        <p:spPr>
          <a:xfrm>
            <a:off x="5175250" y="4121150"/>
            <a:ext cx="2019300" cy="295275"/>
          </a:xfrm>
          <a:custGeom>
            <a:avLst/>
            <a:gdLst/>
            <a:ahLst/>
            <a:cxnLst>
              <a:cxn ang="0">
                <a:pos x="0" y="0"/>
              </a:cxn>
              <a:cxn ang="0">
                <a:pos x="2147483646" y="2147483646"/>
              </a:cxn>
            </a:cxnLst>
            <a:pathLst>
              <a:path w="1272" h="186">
                <a:moveTo>
                  <a:pt x="0" y="0"/>
                </a:moveTo>
                <a:lnTo>
                  <a:pt x="1272" y="186"/>
                </a:lnTo>
              </a:path>
            </a:pathLst>
          </a:custGeom>
          <a:noFill/>
          <a:ln w="19050" cap="flat" cmpd="sng">
            <a:solidFill>
              <a:schemeClr val="tx1">
                <a:alpha val="100000"/>
              </a:schemeClr>
            </a:solidFill>
            <a:prstDash val="solid"/>
            <a:round/>
            <a:headEnd type="none" w="med" len="med"/>
            <a:tailEnd type="arrow" w="med" len="med"/>
          </a:ln>
        </p:spPr>
        <p:txBody>
          <a:bodyPr/>
          <a:p>
            <a:endParaRPr lang="zh-CN" altLang="en-US"/>
          </a:p>
        </p:txBody>
      </p:sp>
      <p:sp>
        <p:nvSpPr>
          <p:cNvPr id="63494" name="Line 4"/>
          <p:cNvSpPr/>
          <p:nvPr/>
        </p:nvSpPr>
        <p:spPr>
          <a:xfrm flipV="1">
            <a:off x="2832100" y="4397375"/>
            <a:ext cx="895350" cy="457200"/>
          </a:xfrm>
          <a:prstGeom prst="line">
            <a:avLst/>
          </a:prstGeom>
          <a:ln w="19050" cap="flat" cmpd="sng">
            <a:solidFill>
              <a:schemeClr val="tx1"/>
            </a:solidFill>
            <a:prstDash val="solid"/>
            <a:headEnd type="none" w="med" len="med"/>
            <a:tailEnd type="none" w="med" len="med"/>
          </a:ln>
        </p:spPr>
      </p:sp>
      <p:sp>
        <p:nvSpPr>
          <p:cNvPr id="63495" name="Line 5"/>
          <p:cNvSpPr/>
          <p:nvPr/>
        </p:nvSpPr>
        <p:spPr>
          <a:xfrm>
            <a:off x="2860675" y="3768725"/>
            <a:ext cx="752475" cy="171450"/>
          </a:xfrm>
          <a:prstGeom prst="line">
            <a:avLst/>
          </a:prstGeom>
          <a:ln w="19050" cap="flat" cmpd="sng">
            <a:solidFill>
              <a:schemeClr val="tx1"/>
            </a:solidFill>
            <a:prstDash val="solid"/>
            <a:headEnd type="none" w="med" len="med"/>
            <a:tailEnd type="none" w="med" len="med"/>
          </a:ln>
        </p:spPr>
      </p:sp>
      <p:sp>
        <p:nvSpPr>
          <p:cNvPr id="63496" name="Line 6"/>
          <p:cNvSpPr/>
          <p:nvPr/>
        </p:nvSpPr>
        <p:spPr>
          <a:xfrm>
            <a:off x="2927350" y="2987675"/>
            <a:ext cx="847725" cy="762000"/>
          </a:xfrm>
          <a:prstGeom prst="line">
            <a:avLst/>
          </a:prstGeom>
          <a:ln w="19050" cap="flat" cmpd="sng">
            <a:solidFill>
              <a:schemeClr val="tx1"/>
            </a:solidFill>
            <a:prstDash val="solid"/>
            <a:headEnd type="none" w="med" len="med"/>
            <a:tailEnd type="none" w="med" len="med"/>
          </a:ln>
        </p:spPr>
      </p:sp>
      <p:sp>
        <p:nvSpPr>
          <p:cNvPr id="63497" name="Freeform 7"/>
          <p:cNvSpPr/>
          <p:nvPr/>
        </p:nvSpPr>
        <p:spPr>
          <a:xfrm>
            <a:off x="3573463" y="3567113"/>
            <a:ext cx="1773237" cy="979487"/>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1117" h="617">
                <a:moveTo>
                  <a:pt x="439" y="97"/>
                </a:moveTo>
                <a:cubicBezTo>
                  <a:pt x="358" y="85"/>
                  <a:pt x="269" y="23"/>
                  <a:pt x="205" y="19"/>
                </a:cubicBezTo>
                <a:cubicBezTo>
                  <a:pt x="141" y="15"/>
                  <a:pt x="89" y="0"/>
                  <a:pt x="55" y="73"/>
                </a:cubicBezTo>
                <a:cubicBezTo>
                  <a:pt x="21" y="146"/>
                  <a:pt x="0" y="371"/>
                  <a:pt x="4" y="456"/>
                </a:cubicBezTo>
                <a:cubicBezTo>
                  <a:pt x="8" y="541"/>
                  <a:pt x="3" y="560"/>
                  <a:pt x="77" y="582"/>
                </a:cubicBezTo>
                <a:cubicBezTo>
                  <a:pt x="152" y="604"/>
                  <a:pt x="350" y="582"/>
                  <a:pt x="451" y="587"/>
                </a:cubicBezTo>
                <a:cubicBezTo>
                  <a:pt x="552" y="592"/>
                  <a:pt x="606" y="617"/>
                  <a:pt x="685" y="613"/>
                </a:cubicBezTo>
                <a:cubicBezTo>
                  <a:pt x="764" y="609"/>
                  <a:pt x="856" y="612"/>
                  <a:pt x="925" y="565"/>
                </a:cubicBezTo>
                <a:cubicBezTo>
                  <a:pt x="994" y="518"/>
                  <a:pt x="1081" y="401"/>
                  <a:pt x="1099" y="330"/>
                </a:cubicBezTo>
                <a:cubicBezTo>
                  <a:pt x="1117" y="259"/>
                  <a:pt x="1104" y="178"/>
                  <a:pt x="1036" y="138"/>
                </a:cubicBezTo>
                <a:cubicBezTo>
                  <a:pt x="968" y="98"/>
                  <a:pt x="790" y="98"/>
                  <a:pt x="691" y="91"/>
                </a:cubicBezTo>
                <a:cubicBezTo>
                  <a:pt x="592" y="84"/>
                  <a:pt x="520" y="109"/>
                  <a:pt x="439" y="97"/>
                </a:cubicBezTo>
                <a:close/>
              </a:path>
            </a:pathLst>
          </a:custGeom>
          <a:solidFill>
            <a:srgbClr val="66CCFF">
              <a:alpha val="100000"/>
            </a:srgbClr>
          </a:solidFill>
          <a:ln w="9525">
            <a:noFill/>
          </a:ln>
        </p:spPr>
        <p:txBody>
          <a:bodyPr/>
          <a:p>
            <a:endParaRPr lang="zh-CN" altLang="en-US"/>
          </a:p>
        </p:txBody>
      </p:sp>
      <p:sp>
        <p:nvSpPr>
          <p:cNvPr id="63498" name="Text Box 8"/>
          <p:cNvSpPr txBox="1"/>
          <p:nvPr/>
        </p:nvSpPr>
        <p:spPr>
          <a:xfrm>
            <a:off x="5407025" y="3297238"/>
            <a:ext cx="1712913" cy="9429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400" dirty="0">
                <a:ea typeface="宋体" panose="02010600030101010101" pitchFamily="2" charset="-122"/>
              </a:rPr>
              <a:t>“Send me anything</a:t>
            </a:r>
            <a:endParaRPr lang="en-US" altLang="zh-CN" sz="1400" dirty="0">
              <a:ea typeface="宋体" panose="02010600030101010101" pitchFamily="2" charset="-122"/>
            </a:endParaRPr>
          </a:p>
          <a:p>
            <a:pPr marL="0" lvl="0" indent="0">
              <a:spcBef>
                <a:spcPct val="0"/>
              </a:spcBef>
              <a:buClrTx/>
              <a:buSzTx/>
              <a:buFontTx/>
              <a:buNone/>
            </a:pPr>
            <a:r>
              <a:rPr lang="en-US" altLang="zh-CN" sz="1400" dirty="0">
                <a:ea typeface="宋体" panose="02010600030101010101" pitchFamily="2" charset="-122"/>
              </a:rPr>
              <a:t>with addresses </a:t>
            </a:r>
            <a:endParaRPr lang="en-US" altLang="zh-CN" sz="1400" dirty="0">
              <a:ea typeface="宋体" panose="02010600030101010101" pitchFamily="2" charset="-122"/>
            </a:endParaRPr>
          </a:p>
          <a:p>
            <a:pPr marL="0" lvl="0" indent="0">
              <a:spcBef>
                <a:spcPct val="0"/>
              </a:spcBef>
              <a:buClrTx/>
              <a:buSzTx/>
              <a:buFontTx/>
              <a:buNone/>
            </a:pPr>
            <a:r>
              <a:rPr lang="en-US" altLang="zh-CN" sz="1400" dirty="0">
                <a:ea typeface="宋体" panose="02010600030101010101" pitchFamily="2" charset="-122"/>
              </a:rPr>
              <a:t>beginning </a:t>
            </a:r>
            <a:endParaRPr lang="en-US" altLang="zh-CN" sz="1400" dirty="0">
              <a:ea typeface="宋体" panose="02010600030101010101" pitchFamily="2" charset="-122"/>
            </a:endParaRPr>
          </a:p>
          <a:p>
            <a:pPr marL="0" lvl="0" indent="0">
              <a:spcBef>
                <a:spcPct val="0"/>
              </a:spcBef>
              <a:buClrTx/>
              <a:buSzTx/>
              <a:buFontTx/>
              <a:buNone/>
            </a:pPr>
            <a:r>
              <a:rPr lang="en-US" altLang="zh-CN" sz="1400" dirty="0">
                <a:ea typeface="宋体" panose="02010600030101010101" pitchFamily="2" charset="-122"/>
              </a:rPr>
              <a:t>200.23.16.0/20”</a:t>
            </a:r>
            <a:endParaRPr lang="en-US" altLang="zh-CN" sz="1400" dirty="0">
              <a:ea typeface="宋体" panose="02010600030101010101" pitchFamily="2" charset="-122"/>
            </a:endParaRPr>
          </a:p>
        </p:txBody>
      </p:sp>
      <p:grpSp>
        <p:nvGrpSpPr>
          <p:cNvPr id="63499" name="Group 9"/>
          <p:cNvGrpSpPr/>
          <p:nvPr/>
        </p:nvGrpSpPr>
        <p:grpSpPr>
          <a:xfrm>
            <a:off x="758825" y="2760663"/>
            <a:ext cx="2338388" cy="404812"/>
            <a:chOff x="1004" y="1639"/>
            <a:chExt cx="1473" cy="255"/>
          </a:xfrm>
        </p:grpSpPr>
        <p:sp>
          <p:nvSpPr>
            <p:cNvPr id="63532" name="Freeform 10"/>
            <p:cNvSpPr/>
            <p:nvPr/>
          </p:nvSpPr>
          <p:spPr>
            <a:xfrm>
              <a:off x="1004" y="1639"/>
              <a:ext cx="1473" cy="255"/>
            </a:xfrm>
            <a:custGeom>
              <a:avLst/>
              <a:gdLst/>
              <a:ahLst/>
              <a:cxnLst>
                <a:cxn ang="0">
                  <a:pos x="172" y="11"/>
                </a:cxn>
                <a:cxn ang="0">
                  <a:pos x="73" y="94"/>
                </a:cxn>
                <a:cxn ang="0">
                  <a:pos x="146" y="220"/>
                </a:cxn>
                <a:cxn ang="0">
                  <a:pos x="520" y="225"/>
                </a:cxn>
                <a:cxn ang="0">
                  <a:pos x="754" y="251"/>
                </a:cxn>
                <a:cxn ang="0">
                  <a:pos x="1306" y="203"/>
                </a:cxn>
                <a:cxn ang="0">
                  <a:pos x="1360" y="29"/>
                </a:cxn>
                <a:cxn ang="0">
                  <a:pos x="628" y="29"/>
                </a:cxn>
                <a:cxn ang="0">
                  <a:pos x="172" y="11"/>
                </a:cxn>
              </a:cxnLst>
              <a:pathLst>
                <a:path w="1473" h="255">
                  <a:moveTo>
                    <a:pt x="172" y="11"/>
                  </a:moveTo>
                  <a:cubicBezTo>
                    <a:pt x="0" y="64"/>
                    <a:pt x="77" y="59"/>
                    <a:pt x="73" y="94"/>
                  </a:cubicBezTo>
                  <a:cubicBezTo>
                    <a:pt x="69" y="129"/>
                    <a:pt x="72" y="198"/>
                    <a:pt x="146" y="220"/>
                  </a:cubicBezTo>
                  <a:cubicBezTo>
                    <a:pt x="221" y="242"/>
                    <a:pt x="419" y="220"/>
                    <a:pt x="520" y="225"/>
                  </a:cubicBezTo>
                  <a:cubicBezTo>
                    <a:pt x="621" y="230"/>
                    <a:pt x="623" y="255"/>
                    <a:pt x="754" y="251"/>
                  </a:cubicBezTo>
                  <a:cubicBezTo>
                    <a:pt x="885" y="247"/>
                    <a:pt x="1205" y="240"/>
                    <a:pt x="1306" y="203"/>
                  </a:cubicBezTo>
                  <a:cubicBezTo>
                    <a:pt x="1407" y="166"/>
                    <a:pt x="1473" y="58"/>
                    <a:pt x="1360" y="29"/>
                  </a:cubicBezTo>
                  <a:cubicBezTo>
                    <a:pt x="1247" y="0"/>
                    <a:pt x="826" y="32"/>
                    <a:pt x="628" y="29"/>
                  </a:cubicBezTo>
                  <a:cubicBezTo>
                    <a:pt x="430" y="26"/>
                    <a:pt x="267" y="15"/>
                    <a:pt x="172" y="11"/>
                  </a:cubicBezTo>
                  <a:close/>
                </a:path>
              </a:pathLst>
            </a:custGeom>
            <a:solidFill>
              <a:srgbClr val="66CCFF">
                <a:alpha val="100000"/>
              </a:srgbClr>
            </a:solidFill>
            <a:ln w="9525">
              <a:noFill/>
            </a:ln>
          </p:spPr>
          <p:txBody>
            <a:bodyPr/>
            <a:p>
              <a:endParaRPr lang="zh-CN" altLang="en-US"/>
            </a:p>
          </p:txBody>
        </p:sp>
        <p:sp>
          <p:nvSpPr>
            <p:cNvPr id="63533" name="Text Box 11"/>
            <p:cNvSpPr txBox="1"/>
            <p:nvPr/>
          </p:nvSpPr>
          <p:spPr>
            <a:xfrm>
              <a:off x="1226" y="1667"/>
              <a:ext cx="1038" cy="212"/>
            </a:xfrm>
            <a:prstGeom prst="rect">
              <a:avLst/>
            </a:prstGeom>
            <a:solidFill>
              <a:srgbClr val="66CCFF"/>
            </a:solid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600" dirty="0">
                  <a:ea typeface="宋体" panose="02010600030101010101" pitchFamily="2" charset="-122"/>
                </a:rPr>
                <a:t>200.23.16.0/23</a:t>
              </a:r>
              <a:endParaRPr lang="en-US" altLang="zh-CN" sz="1800" dirty="0">
                <a:ea typeface="宋体" panose="02010600030101010101" pitchFamily="2" charset="-122"/>
              </a:endParaRPr>
            </a:p>
          </p:txBody>
        </p:sp>
      </p:grpSp>
      <p:grpSp>
        <p:nvGrpSpPr>
          <p:cNvPr id="63500" name="Group 12"/>
          <p:cNvGrpSpPr/>
          <p:nvPr/>
        </p:nvGrpSpPr>
        <p:grpSpPr>
          <a:xfrm>
            <a:off x="787400" y="3351213"/>
            <a:ext cx="2338388" cy="404812"/>
            <a:chOff x="1004" y="1639"/>
            <a:chExt cx="1473" cy="255"/>
          </a:xfrm>
        </p:grpSpPr>
        <p:sp>
          <p:nvSpPr>
            <p:cNvPr id="63530" name="Freeform 13"/>
            <p:cNvSpPr/>
            <p:nvPr/>
          </p:nvSpPr>
          <p:spPr>
            <a:xfrm>
              <a:off x="1004" y="1639"/>
              <a:ext cx="1473" cy="255"/>
            </a:xfrm>
            <a:custGeom>
              <a:avLst/>
              <a:gdLst/>
              <a:ahLst/>
              <a:cxnLst>
                <a:cxn ang="0">
                  <a:pos x="172" y="11"/>
                </a:cxn>
                <a:cxn ang="0">
                  <a:pos x="73" y="94"/>
                </a:cxn>
                <a:cxn ang="0">
                  <a:pos x="146" y="220"/>
                </a:cxn>
                <a:cxn ang="0">
                  <a:pos x="520" y="225"/>
                </a:cxn>
                <a:cxn ang="0">
                  <a:pos x="754" y="251"/>
                </a:cxn>
                <a:cxn ang="0">
                  <a:pos x="1306" y="203"/>
                </a:cxn>
                <a:cxn ang="0">
                  <a:pos x="1360" y="29"/>
                </a:cxn>
                <a:cxn ang="0">
                  <a:pos x="628" y="29"/>
                </a:cxn>
                <a:cxn ang="0">
                  <a:pos x="172" y="11"/>
                </a:cxn>
              </a:cxnLst>
              <a:pathLst>
                <a:path w="1473" h="255">
                  <a:moveTo>
                    <a:pt x="172" y="11"/>
                  </a:moveTo>
                  <a:cubicBezTo>
                    <a:pt x="0" y="64"/>
                    <a:pt x="77" y="59"/>
                    <a:pt x="73" y="94"/>
                  </a:cubicBezTo>
                  <a:cubicBezTo>
                    <a:pt x="69" y="129"/>
                    <a:pt x="72" y="198"/>
                    <a:pt x="146" y="220"/>
                  </a:cubicBezTo>
                  <a:cubicBezTo>
                    <a:pt x="221" y="242"/>
                    <a:pt x="419" y="220"/>
                    <a:pt x="520" y="225"/>
                  </a:cubicBezTo>
                  <a:cubicBezTo>
                    <a:pt x="621" y="230"/>
                    <a:pt x="623" y="255"/>
                    <a:pt x="754" y="251"/>
                  </a:cubicBezTo>
                  <a:cubicBezTo>
                    <a:pt x="885" y="247"/>
                    <a:pt x="1205" y="240"/>
                    <a:pt x="1306" y="203"/>
                  </a:cubicBezTo>
                  <a:cubicBezTo>
                    <a:pt x="1407" y="166"/>
                    <a:pt x="1473" y="58"/>
                    <a:pt x="1360" y="29"/>
                  </a:cubicBezTo>
                  <a:cubicBezTo>
                    <a:pt x="1247" y="0"/>
                    <a:pt x="826" y="32"/>
                    <a:pt x="628" y="29"/>
                  </a:cubicBezTo>
                  <a:cubicBezTo>
                    <a:pt x="430" y="26"/>
                    <a:pt x="267" y="15"/>
                    <a:pt x="172" y="11"/>
                  </a:cubicBezTo>
                  <a:close/>
                </a:path>
              </a:pathLst>
            </a:custGeom>
            <a:solidFill>
              <a:srgbClr val="66CCFF">
                <a:alpha val="100000"/>
              </a:srgbClr>
            </a:solidFill>
            <a:ln w="9525">
              <a:noFill/>
            </a:ln>
          </p:spPr>
          <p:txBody>
            <a:bodyPr/>
            <a:p>
              <a:endParaRPr lang="zh-CN" altLang="en-US"/>
            </a:p>
          </p:txBody>
        </p:sp>
        <p:sp>
          <p:nvSpPr>
            <p:cNvPr id="63531" name="Text Box 14"/>
            <p:cNvSpPr txBox="1"/>
            <p:nvPr/>
          </p:nvSpPr>
          <p:spPr>
            <a:xfrm>
              <a:off x="1226" y="1667"/>
              <a:ext cx="1038" cy="212"/>
            </a:xfrm>
            <a:prstGeom prst="rect">
              <a:avLst/>
            </a:prstGeom>
            <a:solidFill>
              <a:srgbClr val="66CCFF"/>
            </a:solid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600" dirty="0">
                  <a:ea typeface="宋体" panose="02010600030101010101" pitchFamily="2" charset="-122"/>
                </a:rPr>
                <a:t>200.23.18.0/23</a:t>
              </a:r>
              <a:endParaRPr lang="en-US" altLang="zh-CN" sz="1800" dirty="0">
                <a:ea typeface="宋体" panose="02010600030101010101" pitchFamily="2" charset="-122"/>
              </a:endParaRPr>
            </a:p>
          </p:txBody>
        </p:sp>
      </p:grpSp>
      <p:grpSp>
        <p:nvGrpSpPr>
          <p:cNvPr id="63501" name="Group 15"/>
          <p:cNvGrpSpPr/>
          <p:nvPr/>
        </p:nvGrpSpPr>
        <p:grpSpPr>
          <a:xfrm>
            <a:off x="701675" y="4770438"/>
            <a:ext cx="2338388" cy="404812"/>
            <a:chOff x="1004" y="1639"/>
            <a:chExt cx="1473" cy="255"/>
          </a:xfrm>
        </p:grpSpPr>
        <p:sp>
          <p:nvSpPr>
            <p:cNvPr id="63528" name="Freeform 16"/>
            <p:cNvSpPr/>
            <p:nvPr/>
          </p:nvSpPr>
          <p:spPr>
            <a:xfrm>
              <a:off x="1004" y="1639"/>
              <a:ext cx="1473" cy="255"/>
            </a:xfrm>
            <a:custGeom>
              <a:avLst/>
              <a:gdLst/>
              <a:ahLst/>
              <a:cxnLst>
                <a:cxn ang="0">
                  <a:pos x="172" y="11"/>
                </a:cxn>
                <a:cxn ang="0">
                  <a:pos x="73" y="94"/>
                </a:cxn>
                <a:cxn ang="0">
                  <a:pos x="146" y="220"/>
                </a:cxn>
                <a:cxn ang="0">
                  <a:pos x="520" y="225"/>
                </a:cxn>
                <a:cxn ang="0">
                  <a:pos x="754" y="251"/>
                </a:cxn>
                <a:cxn ang="0">
                  <a:pos x="1306" y="203"/>
                </a:cxn>
                <a:cxn ang="0">
                  <a:pos x="1360" y="29"/>
                </a:cxn>
                <a:cxn ang="0">
                  <a:pos x="628" y="29"/>
                </a:cxn>
                <a:cxn ang="0">
                  <a:pos x="172" y="11"/>
                </a:cxn>
              </a:cxnLst>
              <a:pathLst>
                <a:path w="1473" h="255">
                  <a:moveTo>
                    <a:pt x="172" y="11"/>
                  </a:moveTo>
                  <a:cubicBezTo>
                    <a:pt x="0" y="64"/>
                    <a:pt x="77" y="59"/>
                    <a:pt x="73" y="94"/>
                  </a:cubicBezTo>
                  <a:cubicBezTo>
                    <a:pt x="69" y="129"/>
                    <a:pt x="72" y="198"/>
                    <a:pt x="146" y="220"/>
                  </a:cubicBezTo>
                  <a:cubicBezTo>
                    <a:pt x="221" y="242"/>
                    <a:pt x="419" y="220"/>
                    <a:pt x="520" y="225"/>
                  </a:cubicBezTo>
                  <a:cubicBezTo>
                    <a:pt x="621" y="230"/>
                    <a:pt x="623" y="255"/>
                    <a:pt x="754" y="251"/>
                  </a:cubicBezTo>
                  <a:cubicBezTo>
                    <a:pt x="885" y="247"/>
                    <a:pt x="1205" y="240"/>
                    <a:pt x="1306" y="203"/>
                  </a:cubicBezTo>
                  <a:cubicBezTo>
                    <a:pt x="1407" y="166"/>
                    <a:pt x="1473" y="58"/>
                    <a:pt x="1360" y="29"/>
                  </a:cubicBezTo>
                  <a:cubicBezTo>
                    <a:pt x="1247" y="0"/>
                    <a:pt x="826" y="32"/>
                    <a:pt x="628" y="29"/>
                  </a:cubicBezTo>
                  <a:cubicBezTo>
                    <a:pt x="430" y="26"/>
                    <a:pt x="267" y="15"/>
                    <a:pt x="172" y="11"/>
                  </a:cubicBezTo>
                  <a:close/>
                </a:path>
              </a:pathLst>
            </a:custGeom>
            <a:solidFill>
              <a:srgbClr val="66CCFF">
                <a:alpha val="100000"/>
              </a:srgbClr>
            </a:solidFill>
            <a:ln w="9525">
              <a:noFill/>
            </a:ln>
          </p:spPr>
          <p:txBody>
            <a:bodyPr/>
            <a:p>
              <a:endParaRPr lang="zh-CN" altLang="en-US"/>
            </a:p>
          </p:txBody>
        </p:sp>
        <p:sp>
          <p:nvSpPr>
            <p:cNvPr id="63529" name="Text Box 17"/>
            <p:cNvSpPr txBox="1"/>
            <p:nvPr/>
          </p:nvSpPr>
          <p:spPr>
            <a:xfrm>
              <a:off x="1226" y="1667"/>
              <a:ext cx="1058" cy="212"/>
            </a:xfrm>
            <a:prstGeom prst="rect">
              <a:avLst/>
            </a:prstGeom>
            <a:solidFill>
              <a:srgbClr val="66CCFF"/>
            </a:solid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600" dirty="0">
                  <a:ea typeface="宋体" panose="02010600030101010101" pitchFamily="2" charset="-122"/>
                </a:rPr>
                <a:t>200.23.30.0/23</a:t>
              </a:r>
              <a:endParaRPr lang="en-US" altLang="zh-CN" sz="1800" dirty="0">
                <a:ea typeface="宋体" panose="02010600030101010101" pitchFamily="2" charset="-122"/>
              </a:endParaRPr>
            </a:p>
          </p:txBody>
        </p:sp>
      </p:grpSp>
      <p:sp>
        <p:nvSpPr>
          <p:cNvPr id="63502" name="Text Box 18"/>
          <p:cNvSpPr txBox="1"/>
          <p:nvPr/>
        </p:nvSpPr>
        <p:spPr>
          <a:xfrm>
            <a:off x="3606800" y="4002088"/>
            <a:ext cx="1646238" cy="3048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400" dirty="0">
                <a:ea typeface="宋体" panose="02010600030101010101" pitchFamily="2" charset="-122"/>
              </a:rPr>
              <a:t>Fly-By-Night-ISP</a:t>
            </a:r>
            <a:endParaRPr lang="en-US" altLang="zh-CN" sz="1800" dirty="0">
              <a:ea typeface="宋体" panose="02010600030101010101" pitchFamily="2" charset="-122"/>
            </a:endParaRPr>
          </a:p>
        </p:txBody>
      </p:sp>
      <p:sp>
        <p:nvSpPr>
          <p:cNvPr id="63503" name="Freeform 19"/>
          <p:cNvSpPr/>
          <p:nvPr/>
        </p:nvSpPr>
        <p:spPr>
          <a:xfrm>
            <a:off x="7169150" y="3184525"/>
            <a:ext cx="730250" cy="2535238"/>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460" h="1597">
                <a:moveTo>
                  <a:pt x="328" y="56"/>
                </a:moveTo>
                <a:cubicBezTo>
                  <a:pt x="247" y="0"/>
                  <a:pt x="253" y="138"/>
                  <a:pt x="208" y="218"/>
                </a:cubicBezTo>
                <a:cubicBezTo>
                  <a:pt x="163" y="298"/>
                  <a:pt x="91" y="419"/>
                  <a:pt x="58" y="536"/>
                </a:cubicBezTo>
                <a:cubicBezTo>
                  <a:pt x="25" y="653"/>
                  <a:pt x="0" y="822"/>
                  <a:pt x="7" y="919"/>
                </a:cubicBezTo>
                <a:cubicBezTo>
                  <a:pt x="14" y="1016"/>
                  <a:pt x="64" y="1046"/>
                  <a:pt x="100" y="1118"/>
                </a:cubicBezTo>
                <a:cubicBezTo>
                  <a:pt x="136" y="1190"/>
                  <a:pt x="166" y="1278"/>
                  <a:pt x="220" y="1352"/>
                </a:cubicBezTo>
                <a:cubicBezTo>
                  <a:pt x="274" y="1426"/>
                  <a:pt x="388" y="1597"/>
                  <a:pt x="424" y="1562"/>
                </a:cubicBezTo>
                <a:cubicBezTo>
                  <a:pt x="460" y="1527"/>
                  <a:pt x="436" y="1228"/>
                  <a:pt x="436" y="1142"/>
                </a:cubicBezTo>
                <a:cubicBezTo>
                  <a:pt x="436" y="1056"/>
                  <a:pt x="439" y="1094"/>
                  <a:pt x="424" y="1046"/>
                </a:cubicBezTo>
                <a:cubicBezTo>
                  <a:pt x="409" y="998"/>
                  <a:pt x="365" y="928"/>
                  <a:pt x="346" y="854"/>
                </a:cubicBezTo>
                <a:cubicBezTo>
                  <a:pt x="327" y="780"/>
                  <a:pt x="313" y="735"/>
                  <a:pt x="310" y="602"/>
                </a:cubicBezTo>
                <a:cubicBezTo>
                  <a:pt x="307" y="469"/>
                  <a:pt x="324" y="170"/>
                  <a:pt x="328" y="56"/>
                </a:cubicBezTo>
                <a:close/>
              </a:path>
            </a:pathLst>
          </a:custGeom>
          <a:solidFill>
            <a:srgbClr val="66CCFF">
              <a:alpha val="100000"/>
            </a:srgbClr>
          </a:solidFill>
          <a:ln w="9525">
            <a:noFill/>
          </a:ln>
        </p:spPr>
        <p:txBody>
          <a:bodyPr/>
          <a:p>
            <a:endParaRPr lang="zh-CN" altLang="en-US"/>
          </a:p>
        </p:txBody>
      </p:sp>
      <p:sp>
        <p:nvSpPr>
          <p:cNvPr id="63504" name="Text Box 20"/>
          <p:cNvSpPr txBox="1"/>
          <p:nvPr/>
        </p:nvSpPr>
        <p:spPr>
          <a:xfrm>
            <a:off x="758825" y="2506663"/>
            <a:ext cx="1404938" cy="3048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400" dirty="0">
                <a:ea typeface="宋体" panose="02010600030101010101" pitchFamily="2" charset="-122"/>
              </a:rPr>
              <a:t>Organization 0</a:t>
            </a:r>
            <a:endParaRPr lang="en-US" altLang="zh-CN" sz="1400" dirty="0">
              <a:ea typeface="宋体" panose="02010600030101010101" pitchFamily="2" charset="-122"/>
            </a:endParaRPr>
          </a:p>
        </p:txBody>
      </p:sp>
      <p:sp>
        <p:nvSpPr>
          <p:cNvPr id="63505" name="Text Box 21"/>
          <p:cNvSpPr txBox="1"/>
          <p:nvPr/>
        </p:nvSpPr>
        <p:spPr>
          <a:xfrm>
            <a:off x="787400" y="4516438"/>
            <a:ext cx="1404938" cy="3048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400" dirty="0">
                <a:ea typeface="宋体" panose="02010600030101010101" pitchFamily="2" charset="-122"/>
              </a:rPr>
              <a:t>Organization 7</a:t>
            </a:r>
            <a:endParaRPr lang="en-US" altLang="zh-CN" sz="1400" dirty="0">
              <a:ea typeface="宋体" panose="02010600030101010101" pitchFamily="2" charset="-122"/>
            </a:endParaRPr>
          </a:p>
        </p:txBody>
      </p:sp>
      <p:sp>
        <p:nvSpPr>
          <p:cNvPr id="63506" name="Text Box 22"/>
          <p:cNvSpPr txBox="1"/>
          <p:nvPr/>
        </p:nvSpPr>
        <p:spPr>
          <a:xfrm>
            <a:off x="7407275" y="4325938"/>
            <a:ext cx="915988" cy="3048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400" dirty="0">
                <a:ea typeface="宋体" panose="02010600030101010101" pitchFamily="2" charset="-122"/>
              </a:rPr>
              <a:t>Internet</a:t>
            </a:r>
            <a:endParaRPr lang="en-US" altLang="zh-CN" sz="1400" dirty="0">
              <a:ea typeface="宋体" panose="02010600030101010101" pitchFamily="2" charset="-122"/>
            </a:endParaRPr>
          </a:p>
        </p:txBody>
      </p:sp>
      <p:sp>
        <p:nvSpPr>
          <p:cNvPr id="63507" name="Text Box 23"/>
          <p:cNvSpPr txBox="1"/>
          <p:nvPr/>
        </p:nvSpPr>
        <p:spPr>
          <a:xfrm>
            <a:off x="768350" y="3154363"/>
            <a:ext cx="1376363" cy="3048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400" dirty="0">
                <a:ea typeface="宋体" panose="02010600030101010101" pitchFamily="2" charset="-122"/>
              </a:rPr>
              <a:t>Organization 1</a:t>
            </a:r>
            <a:endParaRPr lang="en-US" altLang="zh-CN" sz="1400" dirty="0">
              <a:ea typeface="宋体" panose="02010600030101010101" pitchFamily="2" charset="-122"/>
            </a:endParaRPr>
          </a:p>
        </p:txBody>
      </p:sp>
      <p:sp>
        <p:nvSpPr>
          <p:cNvPr id="63508" name="Freeform 24"/>
          <p:cNvSpPr/>
          <p:nvPr/>
        </p:nvSpPr>
        <p:spPr>
          <a:xfrm>
            <a:off x="3516313" y="4881563"/>
            <a:ext cx="1773237" cy="979487"/>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1117" h="617">
                <a:moveTo>
                  <a:pt x="439" y="97"/>
                </a:moveTo>
                <a:cubicBezTo>
                  <a:pt x="358" y="85"/>
                  <a:pt x="269" y="23"/>
                  <a:pt x="205" y="19"/>
                </a:cubicBezTo>
                <a:cubicBezTo>
                  <a:pt x="141" y="15"/>
                  <a:pt x="89" y="0"/>
                  <a:pt x="55" y="73"/>
                </a:cubicBezTo>
                <a:cubicBezTo>
                  <a:pt x="21" y="146"/>
                  <a:pt x="0" y="371"/>
                  <a:pt x="4" y="456"/>
                </a:cubicBezTo>
                <a:cubicBezTo>
                  <a:pt x="8" y="541"/>
                  <a:pt x="3" y="560"/>
                  <a:pt x="77" y="582"/>
                </a:cubicBezTo>
                <a:cubicBezTo>
                  <a:pt x="152" y="604"/>
                  <a:pt x="350" y="582"/>
                  <a:pt x="451" y="587"/>
                </a:cubicBezTo>
                <a:cubicBezTo>
                  <a:pt x="552" y="592"/>
                  <a:pt x="606" y="617"/>
                  <a:pt x="685" y="613"/>
                </a:cubicBezTo>
                <a:cubicBezTo>
                  <a:pt x="764" y="609"/>
                  <a:pt x="856" y="612"/>
                  <a:pt x="925" y="565"/>
                </a:cubicBezTo>
                <a:cubicBezTo>
                  <a:pt x="994" y="518"/>
                  <a:pt x="1081" y="401"/>
                  <a:pt x="1099" y="330"/>
                </a:cubicBezTo>
                <a:cubicBezTo>
                  <a:pt x="1117" y="259"/>
                  <a:pt x="1104" y="178"/>
                  <a:pt x="1036" y="138"/>
                </a:cubicBezTo>
                <a:cubicBezTo>
                  <a:pt x="968" y="98"/>
                  <a:pt x="790" y="98"/>
                  <a:pt x="691" y="91"/>
                </a:cubicBezTo>
                <a:cubicBezTo>
                  <a:pt x="592" y="84"/>
                  <a:pt x="520" y="109"/>
                  <a:pt x="439" y="97"/>
                </a:cubicBezTo>
                <a:close/>
              </a:path>
            </a:pathLst>
          </a:custGeom>
          <a:solidFill>
            <a:srgbClr val="66CCFF">
              <a:alpha val="100000"/>
            </a:srgbClr>
          </a:solidFill>
          <a:ln w="9525">
            <a:noFill/>
          </a:ln>
        </p:spPr>
        <p:txBody>
          <a:bodyPr/>
          <a:p>
            <a:endParaRPr lang="zh-CN" altLang="en-US"/>
          </a:p>
        </p:txBody>
      </p:sp>
      <p:sp>
        <p:nvSpPr>
          <p:cNvPr id="63509" name="Text Box 25"/>
          <p:cNvSpPr txBox="1"/>
          <p:nvPr/>
        </p:nvSpPr>
        <p:spPr>
          <a:xfrm>
            <a:off x="3816350" y="5259388"/>
            <a:ext cx="1063625" cy="3048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400" dirty="0">
                <a:ea typeface="宋体" panose="02010600030101010101" pitchFamily="2" charset="-122"/>
              </a:rPr>
              <a:t>ISPs-R-Us</a:t>
            </a:r>
            <a:endParaRPr lang="en-US" altLang="zh-CN" sz="1800" dirty="0">
              <a:ea typeface="宋体" panose="02010600030101010101" pitchFamily="2" charset="-122"/>
            </a:endParaRPr>
          </a:p>
        </p:txBody>
      </p:sp>
      <p:sp>
        <p:nvSpPr>
          <p:cNvPr id="63510" name="Freeform 26"/>
          <p:cNvSpPr/>
          <p:nvPr/>
        </p:nvSpPr>
        <p:spPr>
          <a:xfrm flipV="1">
            <a:off x="5241925" y="4902200"/>
            <a:ext cx="2019300" cy="295275"/>
          </a:xfrm>
          <a:custGeom>
            <a:avLst/>
            <a:gdLst/>
            <a:ahLst/>
            <a:cxnLst>
              <a:cxn ang="0">
                <a:pos x="0" y="0"/>
              </a:cxn>
              <a:cxn ang="0">
                <a:pos x="2147483646" y="2147483646"/>
              </a:cxn>
            </a:cxnLst>
            <a:pathLst>
              <a:path w="1272" h="186">
                <a:moveTo>
                  <a:pt x="0" y="0"/>
                </a:moveTo>
                <a:lnTo>
                  <a:pt x="1272" y="186"/>
                </a:lnTo>
              </a:path>
            </a:pathLst>
          </a:custGeom>
          <a:noFill/>
          <a:ln w="19050" cap="flat" cmpd="sng">
            <a:solidFill>
              <a:schemeClr val="tx1">
                <a:alpha val="100000"/>
              </a:schemeClr>
            </a:solidFill>
            <a:prstDash val="solid"/>
            <a:round/>
            <a:headEnd type="none" w="med" len="med"/>
            <a:tailEnd type="arrow" w="med" len="med"/>
          </a:ln>
        </p:spPr>
        <p:txBody>
          <a:bodyPr/>
          <a:p>
            <a:endParaRPr lang="zh-CN" altLang="en-US"/>
          </a:p>
        </p:txBody>
      </p:sp>
      <p:sp>
        <p:nvSpPr>
          <p:cNvPr id="63511" name="Line 27"/>
          <p:cNvSpPr/>
          <p:nvPr/>
        </p:nvSpPr>
        <p:spPr>
          <a:xfrm>
            <a:off x="3032125" y="5445125"/>
            <a:ext cx="485775" cy="0"/>
          </a:xfrm>
          <a:prstGeom prst="line">
            <a:avLst/>
          </a:prstGeom>
          <a:ln w="19050" cap="flat" cmpd="sng">
            <a:solidFill>
              <a:schemeClr val="tx1"/>
            </a:solidFill>
            <a:prstDash val="solid"/>
            <a:headEnd type="none" w="med" len="med"/>
            <a:tailEnd type="none" w="med" len="med"/>
          </a:ln>
        </p:spPr>
      </p:sp>
      <p:sp>
        <p:nvSpPr>
          <p:cNvPr id="63512" name="Line 28"/>
          <p:cNvSpPr/>
          <p:nvPr/>
        </p:nvSpPr>
        <p:spPr>
          <a:xfrm flipV="1">
            <a:off x="2879725" y="5511800"/>
            <a:ext cx="638175" cy="171450"/>
          </a:xfrm>
          <a:prstGeom prst="line">
            <a:avLst/>
          </a:prstGeom>
          <a:ln w="19050" cap="flat" cmpd="sng">
            <a:solidFill>
              <a:schemeClr val="tx1"/>
            </a:solidFill>
            <a:prstDash val="solid"/>
            <a:headEnd type="none" w="med" len="med"/>
            <a:tailEnd type="none" w="med" len="med"/>
          </a:ln>
        </p:spPr>
      </p:sp>
      <p:sp>
        <p:nvSpPr>
          <p:cNvPr id="63513" name="Line 29"/>
          <p:cNvSpPr/>
          <p:nvPr/>
        </p:nvSpPr>
        <p:spPr>
          <a:xfrm flipV="1">
            <a:off x="3317875" y="5759450"/>
            <a:ext cx="247650" cy="409575"/>
          </a:xfrm>
          <a:prstGeom prst="line">
            <a:avLst/>
          </a:prstGeom>
          <a:ln w="19050" cap="flat" cmpd="sng">
            <a:solidFill>
              <a:schemeClr val="tx1"/>
            </a:solidFill>
            <a:prstDash val="solid"/>
            <a:headEnd type="none" w="med" len="med"/>
            <a:tailEnd type="none" w="med" len="med"/>
          </a:ln>
        </p:spPr>
      </p:sp>
      <p:sp>
        <p:nvSpPr>
          <p:cNvPr id="63514" name="Text Box 30"/>
          <p:cNvSpPr txBox="1"/>
          <p:nvPr/>
        </p:nvSpPr>
        <p:spPr>
          <a:xfrm>
            <a:off x="5530850" y="5154613"/>
            <a:ext cx="1712913" cy="9429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400" dirty="0">
                <a:ea typeface="宋体" panose="02010600030101010101" pitchFamily="2" charset="-122"/>
              </a:rPr>
              <a:t>“Send me anything</a:t>
            </a:r>
            <a:endParaRPr lang="en-US" altLang="zh-CN" sz="1400" dirty="0">
              <a:ea typeface="宋体" panose="02010600030101010101" pitchFamily="2" charset="-122"/>
            </a:endParaRPr>
          </a:p>
          <a:p>
            <a:pPr marL="0" lvl="0" indent="0">
              <a:spcBef>
                <a:spcPct val="0"/>
              </a:spcBef>
              <a:buClrTx/>
              <a:buSzTx/>
              <a:buFontTx/>
              <a:buNone/>
            </a:pPr>
            <a:r>
              <a:rPr lang="en-US" altLang="zh-CN" sz="1400" dirty="0">
                <a:ea typeface="宋体" panose="02010600030101010101" pitchFamily="2" charset="-122"/>
              </a:rPr>
              <a:t>with addresses </a:t>
            </a:r>
            <a:endParaRPr lang="en-US" altLang="zh-CN" sz="1400" dirty="0">
              <a:ea typeface="宋体" panose="02010600030101010101" pitchFamily="2" charset="-122"/>
            </a:endParaRPr>
          </a:p>
          <a:p>
            <a:pPr marL="0" lvl="0" indent="0">
              <a:spcBef>
                <a:spcPct val="0"/>
              </a:spcBef>
              <a:buClrTx/>
              <a:buSzTx/>
              <a:buFontTx/>
              <a:buNone/>
            </a:pPr>
            <a:r>
              <a:rPr lang="en-US" altLang="zh-CN" sz="1400" dirty="0">
                <a:ea typeface="宋体" panose="02010600030101010101" pitchFamily="2" charset="-122"/>
              </a:rPr>
              <a:t>beginning </a:t>
            </a:r>
            <a:endParaRPr lang="en-US" altLang="zh-CN" sz="1400" dirty="0">
              <a:ea typeface="宋体" panose="02010600030101010101" pitchFamily="2" charset="-122"/>
            </a:endParaRPr>
          </a:p>
          <a:p>
            <a:pPr marL="0" lvl="0" indent="0">
              <a:spcBef>
                <a:spcPct val="0"/>
              </a:spcBef>
              <a:buClrTx/>
              <a:buSzTx/>
              <a:buFontTx/>
              <a:buNone/>
            </a:pPr>
            <a:r>
              <a:rPr lang="en-US" altLang="zh-CN" sz="1400" dirty="0">
                <a:ea typeface="宋体" panose="02010600030101010101" pitchFamily="2" charset="-122"/>
              </a:rPr>
              <a:t>199.31.0.0/16”</a:t>
            </a:r>
            <a:endParaRPr lang="en-US" altLang="zh-CN" sz="1400" dirty="0">
              <a:ea typeface="宋体" panose="02010600030101010101" pitchFamily="2" charset="-122"/>
            </a:endParaRPr>
          </a:p>
        </p:txBody>
      </p:sp>
      <p:grpSp>
        <p:nvGrpSpPr>
          <p:cNvPr id="63515" name="Group 31"/>
          <p:cNvGrpSpPr/>
          <p:nvPr/>
        </p:nvGrpSpPr>
        <p:grpSpPr>
          <a:xfrm>
            <a:off x="806450" y="3941763"/>
            <a:ext cx="2338388" cy="404812"/>
            <a:chOff x="1004" y="1639"/>
            <a:chExt cx="1473" cy="255"/>
          </a:xfrm>
        </p:grpSpPr>
        <p:sp>
          <p:nvSpPr>
            <p:cNvPr id="63526" name="Freeform 32"/>
            <p:cNvSpPr/>
            <p:nvPr/>
          </p:nvSpPr>
          <p:spPr>
            <a:xfrm>
              <a:off x="1004" y="1639"/>
              <a:ext cx="1473" cy="255"/>
            </a:xfrm>
            <a:custGeom>
              <a:avLst/>
              <a:gdLst/>
              <a:ahLst/>
              <a:cxnLst>
                <a:cxn ang="0">
                  <a:pos x="172" y="11"/>
                </a:cxn>
                <a:cxn ang="0">
                  <a:pos x="73" y="94"/>
                </a:cxn>
                <a:cxn ang="0">
                  <a:pos x="146" y="220"/>
                </a:cxn>
                <a:cxn ang="0">
                  <a:pos x="520" y="225"/>
                </a:cxn>
                <a:cxn ang="0">
                  <a:pos x="754" y="251"/>
                </a:cxn>
                <a:cxn ang="0">
                  <a:pos x="1306" y="203"/>
                </a:cxn>
                <a:cxn ang="0">
                  <a:pos x="1360" y="29"/>
                </a:cxn>
                <a:cxn ang="0">
                  <a:pos x="628" y="29"/>
                </a:cxn>
                <a:cxn ang="0">
                  <a:pos x="172" y="11"/>
                </a:cxn>
              </a:cxnLst>
              <a:pathLst>
                <a:path w="1473" h="255">
                  <a:moveTo>
                    <a:pt x="172" y="11"/>
                  </a:moveTo>
                  <a:cubicBezTo>
                    <a:pt x="0" y="64"/>
                    <a:pt x="77" y="59"/>
                    <a:pt x="73" y="94"/>
                  </a:cubicBezTo>
                  <a:cubicBezTo>
                    <a:pt x="69" y="129"/>
                    <a:pt x="72" y="198"/>
                    <a:pt x="146" y="220"/>
                  </a:cubicBezTo>
                  <a:cubicBezTo>
                    <a:pt x="221" y="242"/>
                    <a:pt x="419" y="220"/>
                    <a:pt x="520" y="225"/>
                  </a:cubicBezTo>
                  <a:cubicBezTo>
                    <a:pt x="621" y="230"/>
                    <a:pt x="623" y="255"/>
                    <a:pt x="754" y="251"/>
                  </a:cubicBezTo>
                  <a:cubicBezTo>
                    <a:pt x="885" y="247"/>
                    <a:pt x="1205" y="240"/>
                    <a:pt x="1306" y="203"/>
                  </a:cubicBezTo>
                  <a:cubicBezTo>
                    <a:pt x="1407" y="166"/>
                    <a:pt x="1473" y="58"/>
                    <a:pt x="1360" y="29"/>
                  </a:cubicBezTo>
                  <a:cubicBezTo>
                    <a:pt x="1247" y="0"/>
                    <a:pt x="826" y="32"/>
                    <a:pt x="628" y="29"/>
                  </a:cubicBezTo>
                  <a:cubicBezTo>
                    <a:pt x="430" y="26"/>
                    <a:pt x="267" y="15"/>
                    <a:pt x="172" y="11"/>
                  </a:cubicBezTo>
                  <a:close/>
                </a:path>
              </a:pathLst>
            </a:custGeom>
            <a:solidFill>
              <a:srgbClr val="66CCFF">
                <a:alpha val="100000"/>
              </a:srgbClr>
            </a:solidFill>
            <a:ln w="9525">
              <a:noFill/>
            </a:ln>
          </p:spPr>
          <p:txBody>
            <a:bodyPr/>
            <a:p>
              <a:endParaRPr lang="zh-CN" altLang="en-US"/>
            </a:p>
          </p:txBody>
        </p:sp>
        <p:sp>
          <p:nvSpPr>
            <p:cNvPr id="63527" name="Text Box 33"/>
            <p:cNvSpPr txBox="1"/>
            <p:nvPr/>
          </p:nvSpPr>
          <p:spPr>
            <a:xfrm>
              <a:off x="1226" y="1667"/>
              <a:ext cx="1058" cy="212"/>
            </a:xfrm>
            <a:prstGeom prst="rect">
              <a:avLst/>
            </a:prstGeom>
            <a:solidFill>
              <a:srgbClr val="66CCFF"/>
            </a:solid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600" dirty="0">
                  <a:ea typeface="宋体" panose="02010600030101010101" pitchFamily="2" charset="-122"/>
                </a:rPr>
                <a:t>200.23.20.0/23</a:t>
              </a:r>
              <a:endParaRPr lang="en-US" altLang="zh-CN" sz="1800" dirty="0">
                <a:ea typeface="宋体" panose="02010600030101010101" pitchFamily="2" charset="-122"/>
              </a:endParaRPr>
            </a:p>
          </p:txBody>
        </p:sp>
      </p:grpSp>
      <p:sp>
        <p:nvSpPr>
          <p:cNvPr id="63516" name="Text Box 34"/>
          <p:cNvSpPr txBox="1"/>
          <p:nvPr/>
        </p:nvSpPr>
        <p:spPr>
          <a:xfrm>
            <a:off x="787400" y="3744913"/>
            <a:ext cx="1404938" cy="3048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400" dirty="0">
                <a:ea typeface="宋体" panose="02010600030101010101" pitchFamily="2" charset="-122"/>
              </a:rPr>
              <a:t>Organization 2</a:t>
            </a:r>
            <a:endParaRPr lang="en-US" altLang="zh-CN" sz="1400" dirty="0">
              <a:ea typeface="宋体" panose="02010600030101010101" pitchFamily="2" charset="-122"/>
            </a:endParaRPr>
          </a:p>
        </p:txBody>
      </p:sp>
      <p:grpSp>
        <p:nvGrpSpPr>
          <p:cNvPr id="63517" name="Group 35"/>
          <p:cNvGrpSpPr/>
          <p:nvPr/>
        </p:nvGrpSpPr>
        <p:grpSpPr>
          <a:xfrm>
            <a:off x="2155825" y="4205288"/>
            <a:ext cx="296863" cy="663575"/>
            <a:chOff x="870" y="2945"/>
            <a:chExt cx="187" cy="418"/>
          </a:xfrm>
        </p:grpSpPr>
        <p:sp>
          <p:nvSpPr>
            <p:cNvPr id="63523" name="Text Box 36"/>
            <p:cNvSpPr txBox="1"/>
            <p:nvPr/>
          </p:nvSpPr>
          <p:spPr>
            <a:xfrm>
              <a:off x="872" y="2945"/>
              <a:ext cx="185"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2000" b="1" dirty="0">
                  <a:ea typeface="宋体" panose="02010600030101010101" pitchFamily="2" charset="-122"/>
                </a:rPr>
                <a:t>.</a:t>
              </a:r>
              <a:endParaRPr lang="en-US" altLang="zh-CN" sz="2000" dirty="0">
                <a:ea typeface="宋体" panose="02010600030101010101" pitchFamily="2" charset="-122"/>
              </a:endParaRPr>
            </a:p>
          </p:txBody>
        </p:sp>
        <p:sp>
          <p:nvSpPr>
            <p:cNvPr id="63524" name="Text Box 37"/>
            <p:cNvSpPr txBox="1"/>
            <p:nvPr/>
          </p:nvSpPr>
          <p:spPr>
            <a:xfrm>
              <a:off x="870" y="3030"/>
              <a:ext cx="185"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2000" b="1" dirty="0">
                  <a:ea typeface="宋体" panose="02010600030101010101" pitchFamily="2" charset="-122"/>
                </a:rPr>
                <a:t>.</a:t>
              </a:r>
              <a:endParaRPr lang="en-US" altLang="zh-CN" sz="2000" dirty="0">
                <a:ea typeface="宋体" panose="02010600030101010101" pitchFamily="2" charset="-122"/>
              </a:endParaRPr>
            </a:p>
          </p:txBody>
        </p:sp>
        <p:sp>
          <p:nvSpPr>
            <p:cNvPr id="63525" name="Text Box 38"/>
            <p:cNvSpPr txBox="1"/>
            <p:nvPr/>
          </p:nvSpPr>
          <p:spPr>
            <a:xfrm>
              <a:off x="871" y="3113"/>
              <a:ext cx="185"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2000" b="1" dirty="0">
                  <a:ea typeface="宋体" panose="02010600030101010101" pitchFamily="2" charset="-122"/>
                </a:rPr>
                <a:t>.</a:t>
              </a:r>
              <a:endParaRPr lang="en-US" altLang="zh-CN" sz="2000" dirty="0">
                <a:ea typeface="宋体" panose="02010600030101010101" pitchFamily="2" charset="-122"/>
              </a:endParaRPr>
            </a:p>
          </p:txBody>
        </p:sp>
      </p:grpSp>
      <p:grpSp>
        <p:nvGrpSpPr>
          <p:cNvPr id="63518" name="Group 39"/>
          <p:cNvGrpSpPr/>
          <p:nvPr/>
        </p:nvGrpSpPr>
        <p:grpSpPr>
          <a:xfrm>
            <a:off x="3184525" y="3910013"/>
            <a:ext cx="296863" cy="663575"/>
            <a:chOff x="870" y="2945"/>
            <a:chExt cx="187" cy="418"/>
          </a:xfrm>
        </p:grpSpPr>
        <p:sp>
          <p:nvSpPr>
            <p:cNvPr id="63520" name="Text Box 40"/>
            <p:cNvSpPr txBox="1"/>
            <p:nvPr/>
          </p:nvSpPr>
          <p:spPr>
            <a:xfrm>
              <a:off x="872" y="2945"/>
              <a:ext cx="185"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2000" b="1" dirty="0">
                  <a:ea typeface="宋体" panose="02010600030101010101" pitchFamily="2" charset="-122"/>
                </a:rPr>
                <a:t>.</a:t>
              </a:r>
              <a:endParaRPr lang="en-US" altLang="zh-CN" sz="2000" dirty="0">
                <a:ea typeface="宋体" panose="02010600030101010101" pitchFamily="2" charset="-122"/>
              </a:endParaRPr>
            </a:p>
          </p:txBody>
        </p:sp>
        <p:sp>
          <p:nvSpPr>
            <p:cNvPr id="63521" name="Text Box 41"/>
            <p:cNvSpPr txBox="1"/>
            <p:nvPr/>
          </p:nvSpPr>
          <p:spPr>
            <a:xfrm>
              <a:off x="870" y="3030"/>
              <a:ext cx="185"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2000" b="1" dirty="0">
                  <a:ea typeface="宋体" panose="02010600030101010101" pitchFamily="2" charset="-122"/>
                </a:rPr>
                <a:t>.</a:t>
              </a:r>
              <a:endParaRPr lang="en-US" altLang="zh-CN" sz="2000" dirty="0">
                <a:ea typeface="宋体" panose="02010600030101010101" pitchFamily="2" charset="-122"/>
              </a:endParaRPr>
            </a:p>
          </p:txBody>
        </p:sp>
        <p:sp>
          <p:nvSpPr>
            <p:cNvPr id="63522" name="Text Box 42"/>
            <p:cNvSpPr txBox="1"/>
            <p:nvPr/>
          </p:nvSpPr>
          <p:spPr>
            <a:xfrm>
              <a:off x="871" y="3113"/>
              <a:ext cx="185"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2000" b="1" dirty="0">
                  <a:ea typeface="宋体" panose="02010600030101010101" pitchFamily="2" charset="-122"/>
                </a:rPr>
                <a:t>.</a:t>
              </a:r>
              <a:endParaRPr lang="en-US" altLang="zh-CN" sz="2000" dirty="0">
                <a:ea typeface="宋体" panose="02010600030101010101" pitchFamily="2" charset="-122"/>
              </a:endParaRPr>
            </a:p>
          </p:txBody>
        </p:sp>
      </p:grpSp>
      <p:sp>
        <p:nvSpPr>
          <p:cNvPr id="63519" name="Text Box 43"/>
          <p:cNvSpPr txBox="1"/>
          <p:nvPr/>
        </p:nvSpPr>
        <p:spPr>
          <a:xfrm>
            <a:off x="933450" y="1431925"/>
            <a:ext cx="7239000" cy="6413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Hierarchical addressing allows efficient advertisement of routing </a:t>
            </a:r>
            <a:endParaRPr lang="en-US" altLang="zh-CN" sz="1800" dirty="0">
              <a:ea typeface="宋体" panose="02010600030101010101" pitchFamily="2" charset="-122"/>
            </a:endParaRPr>
          </a:p>
          <a:p>
            <a:pPr marL="0" lvl="0" indent="0">
              <a:spcBef>
                <a:spcPct val="0"/>
              </a:spcBef>
              <a:buClrTx/>
              <a:buSzTx/>
              <a:buFontTx/>
              <a:buNone/>
            </a:pPr>
            <a:r>
              <a:rPr lang="en-US" altLang="zh-CN" sz="1800" dirty="0">
                <a:ea typeface="宋体" panose="02010600030101010101" pitchFamily="2" charset="-122"/>
              </a:rPr>
              <a:t>information:</a:t>
            </a:r>
            <a:endParaRPr lang="en-US" altLang="zh-CN" sz="1800" dirty="0">
              <a:ea typeface="宋体" panose="02010600030101010101" pitchFamily="2" charset="-122"/>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4" name="页脚占位符 3"/>
          <p:cNvSpPr txBox="1">
            <a:spLocks noGrp="1"/>
          </p:cNvSpPr>
          <p:nvPr>
            <p:ph type="ftr" sz="quarter" idx="11"/>
          </p:nvPr>
        </p:nvSpPr>
        <p:spPr/>
        <p:txBody>
          <a:bodyPr/>
          <a:p>
            <a:pPr marL="0" indent="0" algn="r">
              <a:spcBef>
                <a:spcPct val="0"/>
              </a:spcBef>
              <a:buClrTx/>
              <a:buSzTx/>
              <a:buFontTx/>
              <a:buNone/>
            </a:pPr>
            <a:r>
              <a:rPr lang="en-US" altLang="zh-CN" sz="1400" dirty="0">
                <a:ea typeface="宋体" panose="02010600030101010101" pitchFamily="2" charset="-122"/>
              </a:rPr>
              <a:t>Network Layer</a:t>
            </a:r>
            <a:endParaRPr lang="en-US" altLang="zh-CN" sz="1400" dirty="0">
              <a:latin typeface="Times New Roman" panose="02020603050405020304" pitchFamily="18" charset="0"/>
              <a:ea typeface="宋体" panose="02010600030101010101" pitchFamily="2" charset="-122"/>
            </a:endParaRPr>
          </a:p>
        </p:txBody>
      </p:sp>
      <p:sp>
        <p:nvSpPr>
          <p:cNvPr id="64515" name="灯片编号占位符 4"/>
          <p:cNvSpPr txBox="1">
            <a:spLocks noGrp="1"/>
          </p:cNvSpPr>
          <p:nvPr>
            <p:ph type="sldNum" sz="quarter" idx="12"/>
          </p:nvPr>
        </p:nvSpPr>
        <p:spPr/>
        <p:txBody>
          <a:bodyPr/>
          <a:p>
            <a:pPr marL="0" indent="0" algn="r">
              <a:spcBef>
                <a:spcPct val="0"/>
              </a:spcBef>
              <a:buClrTx/>
              <a:buSzTx/>
              <a:buFontTx/>
              <a:buNone/>
            </a:pPr>
            <a:r>
              <a:rPr lang="en-US" altLang="zh-CN" sz="1400" dirty="0">
                <a:ea typeface="宋体" panose="02010600030101010101" pitchFamily="2" charset="-122"/>
              </a:rPr>
              <a:t>4-</a:t>
            </a: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64516" name="Rectangle 2"/>
          <p:cNvSpPr>
            <a:spLocks noGrp="1"/>
          </p:cNvSpPr>
          <p:nvPr>
            <p:ph type="title"/>
          </p:nvPr>
        </p:nvSpPr>
        <p:spPr>
          <a:xfrm>
            <a:off x="490538" y="374650"/>
            <a:ext cx="8316912" cy="1143000"/>
          </a:xfrm>
        </p:spPr>
        <p:txBody>
          <a:bodyPr vert="horz" wrap="square" lIns="91440" tIns="45720" rIns="91440" bIns="45720" anchor="ctr" anchorCtr="0"/>
          <a:p>
            <a:r>
              <a:rPr lang="en-US" altLang="zh-CN" sz="3200" dirty="0">
                <a:ea typeface="宋体" panose="02010600030101010101" pitchFamily="2" charset="-122"/>
              </a:rPr>
              <a:t>Hierarchical addressing: more specific routes</a:t>
            </a:r>
            <a:endParaRPr lang="en-US" altLang="zh-CN" dirty="0">
              <a:ea typeface="宋体" panose="02010600030101010101" pitchFamily="2" charset="-122"/>
            </a:endParaRPr>
          </a:p>
        </p:txBody>
      </p:sp>
      <p:sp>
        <p:nvSpPr>
          <p:cNvPr id="64517" name="Text Box 3"/>
          <p:cNvSpPr txBox="1"/>
          <p:nvPr/>
        </p:nvSpPr>
        <p:spPr>
          <a:xfrm>
            <a:off x="660400" y="1739900"/>
            <a:ext cx="5983288"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ISPs-R-Us has a more specific route to Organization 1</a:t>
            </a:r>
            <a:endParaRPr lang="en-US" altLang="zh-CN" sz="1800" dirty="0">
              <a:ea typeface="宋体" panose="02010600030101010101" pitchFamily="2" charset="-122"/>
            </a:endParaRPr>
          </a:p>
        </p:txBody>
      </p:sp>
      <p:sp>
        <p:nvSpPr>
          <p:cNvPr id="64518" name="Freeform 4"/>
          <p:cNvSpPr/>
          <p:nvPr/>
        </p:nvSpPr>
        <p:spPr>
          <a:xfrm>
            <a:off x="5164138" y="3836988"/>
            <a:ext cx="2019300" cy="295275"/>
          </a:xfrm>
          <a:custGeom>
            <a:avLst/>
            <a:gdLst/>
            <a:ahLst/>
            <a:cxnLst>
              <a:cxn ang="0">
                <a:pos x="0" y="0"/>
              </a:cxn>
              <a:cxn ang="0">
                <a:pos x="2147483646" y="2147483646"/>
              </a:cxn>
            </a:cxnLst>
            <a:pathLst>
              <a:path w="1272" h="186">
                <a:moveTo>
                  <a:pt x="0" y="0"/>
                </a:moveTo>
                <a:lnTo>
                  <a:pt x="1272" y="186"/>
                </a:lnTo>
              </a:path>
            </a:pathLst>
          </a:custGeom>
          <a:noFill/>
          <a:ln w="19050" cap="flat" cmpd="sng">
            <a:solidFill>
              <a:schemeClr val="tx1">
                <a:alpha val="100000"/>
              </a:schemeClr>
            </a:solidFill>
            <a:prstDash val="solid"/>
            <a:round/>
            <a:headEnd type="none" w="med" len="med"/>
            <a:tailEnd type="arrow" w="med" len="med"/>
          </a:ln>
        </p:spPr>
        <p:txBody>
          <a:bodyPr/>
          <a:p>
            <a:endParaRPr lang="zh-CN" altLang="en-US"/>
          </a:p>
        </p:txBody>
      </p:sp>
      <p:sp>
        <p:nvSpPr>
          <p:cNvPr id="64519" name="Line 5"/>
          <p:cNvSpPr/>
          <p:nvPr/>
        </p:nvSpPr>
        <p:spPr>
          <a:xfrm flipV="1">
            <a:off x="2820988" y="4113213"/>
            <a:ext cx="895350" cy="457200"/>
          </a:xfrm>
          <a:prstGeom prst="line">
            <a:avLst/>
          </a:prstGeom>
          <a:ln w="19050" cap="flat" cmpd="sng">
            <a:solidFill>
              <a:schemeClr val="tx1"/>
            </a:solidFill>
            <a:prstDash val="solid"/>
            <a:headEnd type="none" w="med" len="med"/>
            <a:tailEnd type="none" w="med" len="med"/>
          </a:ln>
        </p:spPr>
      </p:sp>
      <p:sp>
        <p:nvSpPr>
          <p:cNvPr id="64520" name="Line 6"/>
          <p:cNvSpPr/>
          <p:nvPr/>
        </p:nvSpPr>
        <p:spPr>
          <a:xfrm flipV="1">
            <a:off x="3182938" y="5389563"/>
            <a:ext cx="333375" cy="247650"/>
          </a:xfrm>
          <a:prstGeom prst="line">
            <a:avLst/>
          </a:prstGeom>
          <a:ln w="19050" cap="flat" cmpd="sng">
            <a:solidFill>
              <a:schemeClr val="tx1"/>
            </a:solidFill>
            <a:prstDash val="solid"/>
            <a:headEnd type="none" w="med" len="med"/>
            <a:tailEnd type="none" w="med" len="med"/>
          </a:ln>
        </p:spPr>
      </p:sp>
      <p:sp>
        <p:nvSpPr>
          <p:cNvPr id="64521" name="Line 7"/>
          <p:cNvSpPr/>
          <p:nvPr/>
        </p:nvSpPr>
        <p:spPr>
          <a:xfrm>
            <a:off x="2916238" y="2703513"/>
            <a:ext cx="847725" cy="762000"/>
          </a:xfrm>
          <a:prstGeom prst="line">
            <a:avLst/>
          </a:prstGeom>
          <a:ln w="19050" cap="flat" cmpd="sng">
            <a:solidFill>
              <a:schemeClr val="tx1"/>
            </a:solidFill>
            <a:prstDash val="solid"/>
            <a:headEnd type="none" w="med" len="med"/>
            <a:tailEnd type="none" w="med" len="med"/>
          </a:ln>
        </p:spPr>
      </p:sp>
      <p:sp>
        <p:nvSpPr>
          <p:cNvPr id="64522" name="Freeform 8"/>
          <p:cNvSpPr/>
          <p:nvPr/>
        </p:nvSpPr>
        <p:spPr>
          <a:xfrm>
            <a:off x="3562350" y="3282950"/>
            <a:ext cx="1773238" cy="979488"/>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1117" h="617">
                <a:moveTo>
                  <a:pt x="439" y="97"/>
                </a:moveTo>
                <a:cubicBezTo>
                  <a:pt x="358" y="85"/>
                  <a:pt x="269" y="23"/>
                  <a:pt x="205" y="19"/>
                </a:cubicBezTo>
                <a:cubicBezTo>
                  <a:pt x="141" y="15"/>
                  <a:pt x="89" y="0"/>
                  <a:pt x="55" y="73"/>
                </a:cubicBezTo>
                <a:cubicBezTo>
                  <a:pt x="21" y="146"/>
                  <a:pt x="0" y="371"/>
                  <a:pt x="4" y="456"/>
                </a:cubicBezTo>
                <a:cubicBezTo>
                  <a:pt x="8" y="541"/>
                  <a:pt x="3" y="560"/>
                  <a:pt x="77" y="582"/>
                </a:cubicBezTo>
                <a:cubicBezTo>
                  <a:pt x="152" y="604"/>
                  <a:pt x="350" y="582"/>
                  <a:pt x="451" y="587"/>
                </a:cubicBezTo>
                <a:cubicBezTo>
                  <a:pt x="552" y="592"/>
                  <a:pt x="606" y="617"/>
                  <a:pt x="685" y="613"/>
                </a:cubicBezTo>
                <a:cubicBezTo>
                  <a:pt x="764" y="609"/>
                  <a:pt x="856" y="612"/>
                  <a:pt x="925" y="565"/>
                </a:cubicBezTo>
                <a:cubicBezTo>
                  <a:pt x="994" y="518"/>
                  <a:pt x="1081" y="401"/>
                  <a:pt x="1099" y="330"/>
                </a:cubicBezTo>
                <a:cubicBezTo>
                  <a:pt x="1117" y="259"/>
                  <a:pt x="1104" y="178"/>
                  <a:pt x="1036" y="138"/>
                </a:cubicBezTo>
                <a:cubicBezTo>
                  <a:pt x="968" y="98"/>
                  <a:pt x="790" y="98"/>
                  <a:pt x="691" y="91"/>
                </a:cubicBezTo>
                <a:cubicBezTo>
                  <a:pt x="592" y="84"/>
                  <a:pt x="520" y="109"/>
                  <a:pt x="439" y="97"/>
                </a:cubicBezTo>
                <a:close/>
              </a:path>
            </a:pathLst>
          </a:custGeom>
          <a:solidFill>
            <a:srgbClr val="66CCFF">
              <a:alpha val="100000"/>
            </a:srgbClr>
          </a:solidFill>
          <a:ln w="9525">
            <a:noFill/>
          </a:ln>
        </p:spPr>
        <p:txBody>
          <a:bodyPr/>
          <a:p>
            <a:endParaRPr lang="zh-CN" altLang="en-US"/>
          </a:p>
        </p:txBody>
      </p:sp>
      <p:sp>
        <p:nvSpPr>
          <p:cNvPr id="64523" name="Text Box 9"/>
          <p:cNvSpPr txBox="1"/>
          <p:nvPr/>
        </p:nvSpPr>
        <p:spPr>
          <a:xfrm>
            <a:off x="5395913" y="3013075"/>
            <a:ext cx="1712912" cy="9429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400" dirty="0">
                <a:ea typeface="宋体" panose="02010600030101010101" pitchFamily="2" charset="-122"/>
              </a:rPr>
              <a:t>“Send me anything</a:t>
            </a:r>
            <a:endParaRPr lang="en-US" altLang="zh-CN" sz="1400" dirty="0">
              <a:ea typeface="宋体" panose="02010600030101010101" pitchFamily="2" charset="-122"/>
            </a:endParaRPr>
          </a:p>
          <a:p>
            <a:pPr marL="0" lvl="0" indent="0">
              <a:spcBef>
                <a:spcPct val="0"/>
              </a:spcBef>
              <a:buClrTx/>
              <a:buSzTx/>
              <a:buFontTx/>
              <a:buNone/>
            </a:pPr>
            <a:r>
              <a:rPr lang="en-US" altLang="zh-CN" sz="1400" dirty="0">
                <a:ea typeface="宋体" panose="02010600030101010101" pitchFamily="2" charset="-122"/>
              </a:rPr>
              <a:t>with addresses </a:t>
            </a:r>
            <a:endParaRPr lang="en-US" altLang="zh-CN" sz="1400" dirty="0">
              <a:ea typeface="宋体" panose="02010600030101010101" pitchFamily="2" charset="-122"/>
            </a:endParaRPr>
          </a:p>
          <a:p>
            <a:pPr marL="0" lvl="0" indent="0">
              <a:spcBef>
                <a:spcPct val="0"/>
              </a:spcBef>
              <a:buClrTx/>
              <a:buSzTx/>
              <a:buFontTx/>
              <a:buNone/>
            </a:pPr>
            <a:r>
              <a:rPr lang="en-US" altLang="zh-CN" sz="1400" dirty="0">
                <a:ea typeface="宋体" panose="02010600030101010101" pitchFamily="2" charset="-122"/>
              </a:rPr>
              <a:t>beginning </a:t>
            </a:r>
            <a:endParaRPr lang="en-US" altLang="zh-CN" sz="1400" dirty="0">
              <a:ea typeface="宋体" panose="02010600030101010101" pitchFamily="2" charset="-122"/>
            </a:endParaRPr>
          </a:p>
          <a:p>
            <a:pPr marL="0" lvl="0" indent="0">
              <a:spcBef>
                <a:spcPct val="0"/>
              </a:spcBef>
              <a:buClrTx/>
              <a:buSzTx/>
              <a:buFontTx/>
              <a:buNone/>
            </a:pPr>
            <a:r>
              <a:rPr lang="en-US" altLang="zh-CN" sz="1400" dirty="0">
                <a:ea typeface="宋体" panose="02010600030101010101" pitchFamily="2" charset="-122"/>
              </a:rPr>
              <a:t>200.23.16.0/20”</a:t>
            </a:r>
            <a:endParaRPr lang="en-US" altLang="zh-CN" sz="1400" dirty="0">
              <a:ea typeface="宋体" panose="02010600030101010101" pitchFamily="2" charset="-122"/>
            </a:endParaRPr>
          </a:p>
        </p:txBody>
      </p:sp>
      <p:grpSp>
        <p:nvGrpSpPr>
          <p:cNvPr id="64524" name="Group 10"/>
          <p:cNvGrpSpPr/>
          <p:nvPr/>
        </p:nvGrpSpPr>
        <p:grpSpPr>
          <a:xfrm>
            <a:off x="747713" y="2476500"/>
            <a:ext cx="2338387" cy="404813"/>
            <a:chOff x="1004" y="1639"/>
            <a:chExt cx="1473" cy="255"/>
          </a:xfrm>
        </p:grpSpPr>
        <p:sp>
          <p:nvSpPr>
            <p:cNvPr id="64556" name="Freeform 11"/>
            <p:cNvSpPr/>
            <p:nvPr/>
          </p:nvSpPr>
          <p:spPr>
            <a:xfrm>
              <a:off x="1004" y="1639"/>
              <a:ext cx="1473" cy="255"/>
            </a:xfrm>
            <a:custGeom>
              <a:avLst/>
              <a:gdLst/>
              <a:ahLst/>
              <a:cxnLst>
                <a:cxn ang="0">
                  <a:pos x="172" y="11"/>
                </a:cxn>
                <a:cxn ang="0">
                  <a:pos x="73" y="94"/>
                </a:cxn>
                <a:cxn ang="0">
                  <a:pos x="146" y="220"/>
                </a:cxn>
                <a:cxn ang="0">
                  <a:pos x="520" y="225"/>
                </a:cxn>
                <a:cxn ang="0">
                  <a:pos x="754" y="251"/>
                </a:cxn>
                <a:cxn ang="0">
                  <a:pos x="1306" y="203"/>
                </a:cxn>
                <a:cxn ang="0">
                  <a:pos x="1360" y="29"/>
                </a:cxn>
                <a:cxn ang="0">
                  <a:pos x="628" y="29"/>
                </a:cxn>
                <a:cxn ang="0">
                  <a:pos x="172" y="11"/>
                </a:cxn>
              </a:cxnLst>
              <a:pathLst>
                <a:path w="1473" h="255">
                  <a:moveTo>
                    <a:pt x="172" y="11"/>
                  </a:moveTo>
                  <a:cubicBezTo>
                    <a:pt x="0" y="64"/>
                    <a:pt x="77" y="59"/>
                    <a:pt x="73" y="94"/>
                  </a:cubicBezTo>
                  <a:cubicBezTo>
                    <a:pt x="69" y="129"/>
                    <a:pt x="72" y="198"/>
                    <a:pt x="146" y="220"/>
                  </a:cubicBezTo>
                  <a:cubicBezTo>
                    <a:pt x="221" y="242"/>
                    <a:pt x="419" y="220"/>
                    <a:pt x="520" y="225"/>
                  </a:cubicBezTo>
                  <a:cubicBezTo>
                    <a:pt x="621" y="230"/>
                    <a:pt x="623" y="255"/>
                    <a:pt x="754" y="251"/>
                  </a:cubicBezTo>
                  <a:cubicBezTo>
                    <a:pt x="885" y="247"/>
                    <a:pt x="1205" y="240"/>
                    <a:pt x="1306" y="203"/>
                  </a:cubicBezTo>
                  <a:cubicBezTo>
                    <a:pt x="1407" y="166"/>
                    <a:pt x="1473" y="58"/>
                    <a:pt x="1360" y="29"/>
                  </a:cubicBezTo>
                  <a:cubicBezTo>
                    <a:pt x="1247" y="0"/>
                    <a:pt x="826" y="32"/>
                    <a:pt x="628" y="29"/>
                  </a:cubicBezTo>
                  <a:cubicBezTo>
                    <a:pt x="430" y="26"/>
                    <a:pt x="267" y="15"/>
                    <a:pt x="172" y="11"/>
                  </a:cubicBezTo>
                  <a:close/>
                </a:path>
              </a:pathLst>
            </a:custGeom>
            <a:solidFill>
              <a:srgbClr val="66CCFF">
                <a:alpha val="100000"/>
              </a:srgbClr>
            </a:solidFill>
            <a:ln w="9525">
              <a:noFill/>
            </a:ln>
          </p:spPr>
          <p:txBody>
            <a:bodyPr/>
            <a:p>
              <a:endParaRPr lang="zh-CN" altLang="en-US"/>
            </a:p>
          </p:txBody>
        </p:sp>
        <p:sp>
          <p:nvSpPr>
            <p:cNvPr id="64557" name="Text Box 12"/>
            <p:cNvSpPr txBox="1"/>
            <p:nvPr/>
          </p:nvSpPr>
          <p:spPr>
            <a:xfrm>
              <a:off x="1226" y="1667"/>
              <a:ext cx="1038" cy="212"/>
            </a:xfrm>
            <a:prstGeom prst="rect">
              <a:avLst/>
            </a:prstGeom>
            <a:solidFill>
              <a:srgbClr val="66CCFF"/>
            </a:solid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600" dirty="0">
                  <a:ea typeface="宋体" panose="02010600030101010101" pitchFamily="2" charset="-122"/>
                </a:rPr>
                <a:t>200.23.16.0/23</a:t>
              </a:r>
              <a:endParaRPr lang="en-US" altLang="zh-CN" sz="1800" dirty="0">
                <a:ea typeface="宋体" panose="02010600030101010101" pitchFamily="2" charset="-122"/>
              </a:endParaRPr>
            </a:p>
          </p:txBody>
        </p:sp>
      </p:grpSp>
      <p:grpSp>
        <p:nvGrpSpPr>
          <p:cNvPr id="64525" name="Group 13"/>
          <p:cNvGrpSpPr/>
          <p:nvPr/>
        </p:nvGrpSpPr>
        <p:grpSpPr>
          <a:xfrm>
            <a:off x="957263" y="5553075"/>
            <a:ext cx="2338387" cy="404813"/>
            <a:chOff x="1004" y="1639"/>
            <a:chExt cx="1473" cy="255"/>
          </a:xfrm>
        </p:grpSpPr>
        <p:sp>
          <p:nvSpPr>
            <p:cNvPr id="64554" name="Freeform 14"/>
            <p:cNvSpPr/>
            <p:nvPr/>
          </p:nvSpPr>
          <p:spPr>
            <a:xfrm>
              <a:off x="1004" y="1639"/>
              <a:ext cx="1473" cy="255"/>
            </a:xfrm>
            <a:custGeom>
              <a:avLst/>
              <a:gdLst/>
              <a:ahLst/>
              <a:cxnLst>
                <a:cxn ang="0">
                  <a:pos x="172" y="11"/>
                </a:cxn>
                <a:cxn ang="0">
                  <a:pos x="73" y="94"/>
                </a:cxn>
                <a:cxn ang="0">
                  <a:pos x="146" y="220"/>
                </a:cxn>
                <a:cxn ang="0">
                  <a:pos x="520" y="225"/>
                </a:cxn>
                <a:cxn ang="0">
                  <a:pos x="754" y="251"/>
                </a:cxn>
                <a:cxn ang="0">
                  <a:pos x="1306" y="203"/>
                </a:cxn>
                <a:cxn ang="0">
                  <a:pos x="1360" y="29"/>
                </a:cxn>
                <a:cxn ang="0">
                  <a:pos x="628" y="29"/>
                </a:cxn>
                <a:cxn ang="0">
                  <a:pos x="172" y="11"/>
                </a:cxn>
              </a:cxnLst>
              <a:pathLst>
                <a:path w="1473" h="255">
                  <a:moveTo>
                    <a:pt x="172" y="11"/>
                  </a:moveTo>
                  <a:cubicBezTo>
                    <a:pt x="0" y="64"/>
                    <a:pt x="77" y="59"/>
                    <a:pt x="73" y="94"/>
                  </a:cubicBezTo>
                  <a:cubicBezTo>
                    <a:pt x="69" y="129"/>
                    <a:pt x="72" y="198"/>
                    <a:pt x="146" y="220"/>
                  </a:cubicBezTo>
                  <a:cubicBezTo>
                    <a:pt x="221" y="242"/>
                    <a:pt x="419" y="220"/>
                    <a:pt x="520" y="225"/>
                  </a:cubicBezTo>
                  <a:cubicBezTo>
                    <a:pt x="621" y="230"/>
                    <a:pt x="623" y="255"/>
                    <a:pt x="754" y="251"/>
                  </a:cubicBezTo>
                  <a:cubicBezTo>
                    <a:pt x="885" y="247"/>
                    <a:pt x="1205" y="240"/>
                    <a:pt x="1306" y="203"/>
                  </a:cubicBezTo>
                  <a:cubicBezTo>
                    <a:pt x="1407" y="166"/>
                    <a:pt x="1473" y="58"/>
                    <a:pt x="1360" y="29"/>
                  </a:cubicBezTo>
                  <a:cubicBezTo>
                    <a:pt x="1247" y="0"/>
                    <a:pt x="826" y="32"/>
                    <a:pt x="628" y="29"/>
                  </a:cubicBezTo>
                  <a:cubicBezTo>
                    <a:pt x="430" y="26"/>
                    <a:pt x="267" y="15"/>
                    <a:pt x="172" y="11"/>
                  </a:cubicBezTo>
                  <a:close/>
                </a:path>
              </a:pathLst>
            </a:custGeom>
            <a:solidFill>
              <a:srgbClr val="66CCFF">
                <a:alpha val="100000"/>
              </a:srgbClr>
            </a:solidFill>
            <a:ln w="9525">
              <a:noFill/>
            </a:ln>
          </p:spPr>
          <p:txBody>
            <a:bodyPr/>
            <a:p>
              <a:endParaRPr lang="zh-CN" altLang="en-US"/>
            </a:p>
          </p:txBody>
        </p:sp>
        <p:sp>
          <p:nvSpPr>
            <p:cNvPr id="64555" name="Text Box 15"/>
            <p:cNvSpPr txBox="1"/>
            <p:nvPr/>
          </p:nvSpPr>
          <p:spPr>
            <a:xfrm>
              <a:off x="1226" y="1667"/>
              <a:ext cx="1038" cy="212"/>
            </a:xfrm>
            <a:prstGeom prst="rect">
              <a:avLst/>
            </a:prstGeom>
            <a:solidFill>
              <a:srgbClr val="66CCFF"/>
            </a:solid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600" dirty="0">
                  <a:ea typeface="宋体" panose="02010600030101010101" pitchFamily="2" charset="-122"/>
                </a:rPr>
                <a:t>200.23.18.0/23</a:t>
              </a:r>
              <a:endParaRPr lang="en-US" altLang="zh-CN" sz="1800" dirty="0">
                <a:ea typeface="宋体" panose="02010600030101010101" pitchFamily="2" charset="-122"/>
              </a:endParaRPr>
            </a:p>
          </p:txBody>
        </p:sp>
      </p:grpSp>
      <p:grpSp>
        <p:nvGrpSpPr>
          <p:cNvPr id="64526" name="Group 16"/>
          <p:cNvGrpSpPr/>
          <p:nvPr/>
        </p:nvGrpSpPr>
        <p:grpSpPr>
          <a:xfrm>
            <a:off x="690563" y="4486275"/>
            <a:ext cx="2338387" cy="404813"/>
            <a:chOff x="1004" y="1639"/>
            <a:chExt cx="1473" cy="255"/>
          </a:xfrm>
        </p:grpSpPr>
        <p:sp>
          <p:nvSpPr>
            <p:cNvPr id="64552" name="Freeform 17"/>
            <p:cNvSpPr/>
            <p:nvPr/>
          </p:nvSpPr>
          <p:spPr>
            <a:xfrm>
              <a:off x="1004" y="1639"/>
              <a:ext cx="1473" cy="255"/>
            </a:xfrm>
            <a:custGeom>
              <a:avLst/>
              <a:gdLst/>
              <a:ahLst/>
              <a:cxnLst>
                <a:cxn ang="0">
                  <a:pos x="172" y="11"/>
                </a:cxn>
                <a:cxn ang="0">
                  <a:pos x="73" y="94"/>
                </a:cxn>
                <a:cxn ang="0">
                  <a:pos x="146" y="220"/>
                </a:cxn>
                <a:cxn ang="0">
                  <a:pos x="520" y="225"/>
                </a:cxn>
                <a:cxn ang="0">
                  <a:pos x="754" y="251"/>
                </a:cxn>
                <a:cxn ang="0">
                  <a:pos x="1306" y="203"/>
                </a:cxn>
                <a:cxn ang="0">
                  <a:pos x="1360" y="29"/>
                </a:cxn>
                <a:cxn ang="0">
                  <a:pos x="628" y="29"/>
                </a:cxn>
                <a:cxn ang="0">
                  <a:pos x="172" y="11"/>
                </a:cxn>
              </a:cxnLst>
              <a:pathLst>
                <a:path w="1473" h="255">
                  <a:moveTo>
                    <a:pt x="172" y="11"/>
                  </a:moveTo>
                  <a:cubicBezTo>
                    <a:pt x="0" y="64"/>
                    <a:pt x="77" y="59"/>
                    <a:pt x="73" y="94"/>
                  </a:cubicBezTo>
                  <a:cubicBezTo>
                    <a:pt x="69" y="129"/>
                    <a:pt x="72" y="198"/>
                    <a:pt x="146" y="220"/>
                  </a:cubicBezTo>
                  <a:cubicBezTo>
                    <a:pt x="221" y="242"/>
                    <a:pt x="419" y="220"/>
                    <a:pt x="520" y="225"/>
                  </a:cubicBezTo>
                  <a:cubicBezTo>
                    <a:pt x="621" y="230"/>
                    <a:pt x="623" y="255"/>
                    <a:pt x="754" y="251"/>
                  </a:cubicBezTo>
                  <a:cubicBezTo>
                    <a:pt x="885" y="247"/>
                    <a:pt x="1205" y="240"/>
                    <a:pt x="1306" y="203"/>
                  </a:cubicBezTo>
                  <a:cubicBezTo>
                    <a:pt x="1407" y="166"/>
                    <a:pt x="1473" y="58"/>
                    <a:pt x="1360" y="29"/>
                  </a:cubicBezTo>
                  <a:cubicBezTo>
                    <a:pt x="1247" y="0"/>
                    <a:pt x="826" y="32"/>
                    <a:pt x="628" y="29"/>
                  </a:cubicBezTo>
                  <a:cubicBezTo>
                    <a:pt x="430" y="26"/>
                    <a:pt x="267" y="15"/>
                    <a:pt x="172" y="11"/>
                  </a:cubicBezTo>
                  <a:close/>
                </a:path>
              </a:pathLst>
            </a:custGeom>
            <a:solidFill>
              <a:srgbClr val="66CCFF">
                <a:alpha val="100000"/>
              </a:srgbClr>
            </a:solidFill>
            <a:ln w="9525">
              <a:noFill/>
            </a:ln>
          </p:spPr>
          <p:txBody>
            <a:bodyPr/>
            <a:p>
              <a:endParaRPr lang="zh-CN" altLang="en-US"/>
            </a:p>
          </p:txBody>
        </p:sp>
        <p:sp>
          <p:nvSpPr>
            <p:cNvPr id="64553" name="Text Box 18"/>
            <p:cNvSpPr txBox="1"/>
            <p:nvPr/>
          </p:nvSpPr>
          <p:spPr>
            <a:xfrm>
              <a:off x="1226" y="1667"/>
              <a:ext cx="1058" cy="212"/>
            </a:xfrm>
            <a:prstGeom prst="rect">
              <a:avLst/>
            </a:prstGeom>
            <a:solidFill>
              <a:srgbClr val="66CCFF"/>
            </a:solid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600" dirty="0">
                  <a:ea typeface="宋体" panose="02010600030101010101" pitchFamily="2" charset="-122"/>
                </a:rPr>
                <a:t>200.23.30.0/23</a:t>
              </a:r>
              <a:endParaRPr lang="en-US" altLang="zh-CN" sz="1800" dirty="0">
                <a:ea typeface="宋体" panose="02010600030101010101" pitchFamily="2" charset="-122"/>
              </a:endParaRPr>
            </a:p>
          </p:txBody>
        </p:sp>
      </p:grpSp>
      <p:sp>
        <p:nvSpPr>
          <p:cNvPr id="64527" name="Text Box 19"/>
          <p:cNvSpPr txBox="1"/>
          <p:nvPr/>
        </p:nvSpPr>
        <p:spPr>
          <a:xfrm>
            <a:off x="3595688" y="3717925"/>
            <a:ext cx="1646237" cy="3048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400" dirty="0">
                <a:ea typeface="宋体" panose="02010600030101010101" pitchFamily="2" charset="-122"/>
              </a:rPr>
              <a:t>Fly-By-Night-ISP</a:t>
            </a:r>
            <a:endParaRPr lang="en-US" altLang="zh-CN" sz="1800" dirty="0">
              <a:ea typeface="宋体" panose="02010600030101010101" pitchFamily="2" charset="-122"/>
            </a:endParaRPr>
          </a:p>
        </p:txBody>
      </p:sp>
      <p:sp>
        <p:nvSpPr>
          <p:cNvPr id="64528" name="Freeform 20"/>
          <p:cNvSpPr/>
          <p:nvPr/>
        </p:nvSpPr>
        <p:spPr>
          <a:xfrm>
            <a:off x="7158038" y="2900363"/>
            <a:ext cx="730250" cy="2535237"/>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460" h="1597">
                <a:moveTo>
                  <a:pt x="328" y="56"/>
                </a:moveTo>
                <a:cubicBezTo>
                  <a:pt x="247" y="0"/>
                  <a:pt x="253" y="138"/>
                  <a:pt x="208" y="218"/>
                </a:cubicBezTo>
                <a:cubicBezTo>
                  <a:pt x="163" y="298"/>
                  <a:pt x="91" y="419"/>
                  <a:pt x="58" y="536"/>
                </a:cubicBezTo>
                <a:cubicBezTo>
                  <a:pt x="25" y="653"/>
                  <a:pt x="0" y="822"/>
                  <a:pt x="7" y="919"/>
                </a:cubicBezTo>
                <a:cubicBezTo>
                  <a:pt x="14" y="1016"/>
                  <a:pt x="64" y="1046"/>
                  <a:pt x="100" y="1118"/>
                </a:cubicBezTo>
                <a:cubicBezTo>
                  <a:pt x="136" y="1190"/>
                  <a:pt x="166" y="1278"/>
                  <a:pt x="220" y="1352"/>
                </a:cubicBezTo>
                <a:cubicBezTo>
                  <a:pt x="274" y="1426"/>
                  <a:pt x="388" y="1597"/>
                  <a:pt x="424" y="1562"/>
                </a:cubicBezTo>
                <a:cubicBezTo>
                  <a:pt x="460" y="1527"/>
                  <a:pt x="436" y="1228"/>
                  <a:pt x="436" y="1142"/>
                </a:cubicBezTo>
                <a:cubicBezTo>
                  <a:pt x="436" y="1056"/>
                  <a:pt x="439" y="1094"/>
                  <a:pt x="424" y="1046"/>
                </a:cubicBezTo>
                <a:cubicBezTo>
                  <a:pt x="409" y="998"/>
                  <a:pt x="365" y="928"/>
                  <a:pt x="346" y="854"/>
                </a:cubicBezTo>
                <a:cubicBezTo>
                  <a:pt x="327" y="780"/>
                  <a:pt x="313" y="735"/>
                  <a:pt x="310" y="602"/>
                </a:cubicBezTo>
                <a:cubicBezTo>
                  <a:pt x="307" y="469"/>
                  <a:pt x="324" y="170"/>
                  <a:pt x="328" y="56"/>
                </a:cubicBezTo>
                <a:close/>
              </a:path>
            </a:pathLst>
          </a:custGeom>
          <a:solidFill>
            <a:srgbClr val="66CCFF">
              <a:alpha val="100000"/>
            </a:srgbClr>
          </a:solidFill>
          <a:ln w="9525">
            <a:noFill/>
          </a:ln>
        </p:spPr>
        <p:txBody>
          <a:bodyPr/>
          <a:p>
            <a:endParaRPr lang="zh-CN" altLang="en-US"/>
          </a:p>
        </p:txBody>
      </p:sp>
      <p:sp>
        <p:nvSpPr>
          <p:cNvPr id="64529" name="Text Box 21"/>
          <p:cNvSpPr txBox="1"/>
          <p:nvPr/>
        </p:nvSpPr>
        <p:spPr>
          <a:xfrm>
            <a:off x="747713" y="2222500"/>
            <a:ext cx="1404937" cy="3048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400" dirty="0">
                <a:ea typeface="宋体" panose="02010600030101010101" pitchFamily="2" charset="-122"/>
              </a:rPr>
              <a:t>Organization 0</a:t>
            </a:r>
            <a:endParaRPr lang="en-US" altLang="zh-CN" sz="1400" dirty="0">
              <a:ea typeface="宋体" panose="02010600030101010101" pitchFamily="2" charset="-122"/>
            </a:endParaRPr>
          </a:p>
        </p:txBody>
      </p:sp>
      <p:sp>
        <p:nvSpPr>
          <p:cNvPr id="64530" name="Text Box 22"/>
          <p:cNvSpPr txBox="1"/>
          <p:nvPr/>
        </p:nvSpPr>
        <p:spPr>
          <a:xfrm>
            <a:off x="776288" y="4232275"/>
            <a:ext cx="1404937" cy="3048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400" dirty="0">
                <a:ea typeface="宋体" panose="02010600030101010101" pitchFamily="2" charset="-122"/>
              </a:rPr>
              <a:t>Organization 7</a:t>
            </a:r>
            <a:endParaRPr lang="en-US" altLang="zh-CN" sz="1400" dirty="0">
              <a:ea typeface="宋体" panose="02010600030101010101" pitchFamily="2" charset="-122"/>
            </a:endParaRPr>
          </a:p>
        </p:txBody>
      </p:sp>
      <p:sp>
        <p:nvSpPr>
          <p:cNvPr id="64531" name="Text Box 23"/>
          <p:cNvSpPr txBox="1"/>
          <p:nvPr/>
        </p:nvSpPr>
        <p:spPr>
          <a:xfrm>
            <a:off x="7396163" y="4041775"/>
            <a:ext cx="915987" cy="3048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400" dirty="0">
                <a:ea typeface="宋体" panose="02010600030101010101" pitchFamily="2" charset="-122"/>
              </a:rPr>
              <a:t>Internet</a:t>
            </a:r>
            <a:endParaRPr lang="en-US" altLang="zh-CN" sz="1400" dirty="0">
              <a:ea typeface="宋体" panose="02010600030101010101" pitchFamily="2" charset="-122"/>
            </a:endParaRPr>
          </a:p>
        </p:txBody>
      </p:sp>
      <p:sp>
        <p:nvSpPr>
          <p:cNvPr id="64532" name="Text Box 24"/>
          <p:cNvSpPr txBox="1"/>
          <p:nvPr/>
        </p:nvSpPr>
        <p:spPr>
          <a:xfrm>
            <a:off x="938213" y="5356225"/>
            <a:ext cx="1376362" cy="3048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400" dirty="0">
                <a:ea typeface="宋体" panose="02010600030101010101" pitchFamily="2" charset="-122"/>
              </a:rPr>
              <a:t>Organization 1</a:t>
            </a:r>
            <a:endParaRPr lang="en-US" altLang="zh-CN" sz="1400" dirty="0">
              <a:ea typeface="宋体" panose="02010600030101010101" pitchFamily="2" charset="-122"/>
            </a:endParaRPr>
          </a:p>
        </p:txBody>
      </p:sp>
      <p:sp>
        <p:nvSpPr>
          <p:cNvPr id="64533" name="Freeform 25"/>
          <p:cNvSpPr/>
          <p:nvPr/>
        </p:nvSpPr>
        <p:spPr>
          <a:xfrm>
            <a:off x="3505200" y="4597400"/>
            <a:ext cx="1773238" cy="979488"/>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1117" h="617">
                <a:moveTo>
                  <a:pt x="439" y="97"/>
                </a:moveTo>
                <a:cubicBezTo>
                  <a:pt x="358" y="85"/>
                  <a:pt x="269" y="23"/>
                  <a:pt x="205" y="19"/>
                </a:cubicBezTo>
                <a:cubicBezTo>
                  <a:pt x="141" y="15"/>
                  <a:pt x="89" y="0"/>
                  <a:pt x="55" y="73"/>
                </a:cubicBezTo>
                <a:cubicBezTo>
                  <a:pt x="21" y="146"/>
                  <a:pt x="0" y="371"/>
                  <a:pt x="4" y="456"/>
                </a:cubicBezTo>
                <a:cubicBezTo>
                  <a:pt x="8" y="541"/>
                  <a:pt x="3" y="560"/>
                  <a:pt x="77" y="582"/>
                </a:cubicBezTo>
                <a:cubicBezTo>
                  <a:pt x="152" y="604"/>
                  <a:pt x="350" y="582"/>
                  <a:pt x="451" y="587"/>
                </a:cubicBezTo>
                <a:cubicBezTo>
                  <a:pt x="552" y="592"/>
                  <a:pt x="606" y="617"/>
                  <a:pt x="685" y="613"/>
                </a:cubicBezTo>
                <a:cubicBezTo>
                  <a:pt x="764" y="609"/>
                  <a:pt x="856" y="612"/>
                  <a:pt x="925" y="565"/>
                </a:cubicBezTo>
                <a:cubicBezTo>
                  <a:pt x="994" y="518"/>
                  <a:pt x="1081" y="401"/>
                  <a:pt x="1099" y="330"/>
                </a:cubicBezTo>
                <a:cubicBezTo>
                  <a:pt x="1117" y="259"/>
                  <a:pt x="1104" y="178"/>
                  <a:pt x="1036" y="138"/>
                </a:cubicBezTo>
                <a:cubicBezTo>
                  <a:pt x="968" y="98"/>
                  <a:pt x="790" y="98"/>
                  <a:pt x="691" y="91"/>
                </a:cubicBezTo>
                <a:cubicBezTo>
                  <a:pt x="592" y="84"/>
                  <a:pt x="520" y="109"/>
                  <a:pt x="439" y="97"/>
                </a:cubicBezTo>
                <a:close/>
              </a:path>
            </a:pathLst>
          </a:custGeom>
          <a:solidFill>
            <a:srgbClr val="66CCFF">
              <a:alpha val="100000"/>
            </a:srgbClr>
          </a:solidFill>
          <a:ln w="9525">
            <a:noFill/>
          </a:ln>
        </p:spPr>
        <p:txBody>
          <a:bodyPr/>
          <a:p>
            <a:endParaRPr lang="zh-CN" altLang="en-US"/>
          </a:p>
        </p:txBody>
      </p:sp>
      <p:sp>
        <p:nvSpPr>
          <p:cNvPr id="64534" name="Text Box 26"/>
          <p:cNvSpPr txBox="1"/>
          <p:nvPr/>
        </p:nvSpPr>
        <p:spPr>
          <a:xfrm>
            <a:off x="3805238" y="4975225"/>
            <a:ext cx="1063625" cy="3048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400" dirty="0">
                <a:ea typeface="宋体" panose="02010600030101010101" pitchFamily="2" charset="-122"/>
              </a:rPr>
              <a:t>ISPs-R-Us</a:t>
            </a:r>
            <a:endParaRPr lang="en-US" altLang="zh-CN" sz="1800" dirty="0">
              <a:ea typeface="宋体" panose="02010600030101010101" pitchFamily="2" charset="-122"/>
            </a:endParaRPr>
          </a:p>
        </p:txBody>
      </p:sp>
      <p:sp>
        <p:nvSpPr>
          <p:cNvPr id="64535" name="Freeform 27"/>
          <p:cNvSpPr/>
          <p:nvPr/>
        </p:nvSpPr>
        <p:spPr>
          <a:xfrm flipV="1">
            <a:off x="5230813" y="4618038"/>
            <a:ext cx="2019300" cy="295275"/>
          </a:xfrm>
          <a:custGeom>
            <a:avLst/>
            <a:gdLst/>
            <a:ahLst/>
            <a:cxnLst>
              <a:cxn ang="0">
                <a:pos x="0" y="0"/>
              </a:cxn>
              <a:cxn ang="0">
                <a:pos x="2147483646" y="2147483646"/>
              </a:cxn>
            </a:cxnLst>
            <a:pathLst>
              <a:path w="1272" h="186">
                <a:moveTo>
                  <a:pt x="0" y="0"/>
                </a:moveTo>
                <a:lnTo>
                  <a:pt x="1272" y="186"/>
                </a:lnTo>
              </a:path>
            </a:pathLst>
          </a:custGeom>
          <a:noFill/>
          <a:ln w="19050" cap="flat" cmpd="sng">
            <a:solidFill>
              <a:schemeClr val="tx1">
                <a:alpha val="100000"/>
              </a:schemeClr>
            </a:solidFill>
            <a:prstDash val="solid"/>
            <a:round/>
            <a:headEnd type="none" w="med" len="med"/>
            <a:tailEnd type="arrow" w="med" len="med"/>
          </a:ln>
        </p:spPr>
        <p:txBody>
          <a:bodyPr/>
          <a:p>
            <a:endParaRPr lang="zh-CN" altLang="en-US"/>
          </a:p>
        </p:txBody>
      </p:sp>
      <p:sp>
        <p:nvSpPr>
          <p:cNvPr id="64536" name="Line 28"/>
          <p:cNvSpPr/>
          <p:nvPr/>
        </p:nvSpPr>
        <p:spPr>
          <a:xfrm>
            <a:off x="3021013" y="5160963"/>
            <a:ext cx="485775" cy="0"/>
          </a:xfrm>
          <a:prstGeom prst="line">
            <a:avLst/>
          </a:prstGeom>
          <a:ln w="19050" cap="flat" cmpd="sng">
            <a:solidFill>
              <a:schemeClr val="tx1"/>
            </a:solidFill>
            <a:prstDash val="solid"/>
            <a:headEnd type="none" w="med" len="med"/>
            <a:tailEnd type="none" w="med" len="med"/>
          </a:ln>
        </p:spPr>
      </p:sp>
      <p:sp>
        <p:nvSpPr>
          <p:cNvPr id="64537" name="Line 29"/>
          <p:cNvSpPr/>
          <p:nvPr/>
        </p:nvSpPr>
        <p:spPr>
          <a:xfrm flipV="1">
            <a:off x="2868613" y="5227638"/>
            <a:ext cx="638175" cy="171450"/>
          </a:xfrm>
          <a:prstGeom prst="line">
            <a:avLst/>
          </a:prstGeom>
          <a:ln w="19050" cap="flat" cmpd="sng">
            <a:solidFill>
              <a:schemeClr val="tx1"/>
            </a:solidFill>
            <a:prstDash val="solid"/>
            <a:headEnd type="none" w="med" len="med"/>
            <a:tailEnd type="none" w="med" len="med"/>
          </a:ln>
        </p:spPr>
      </p:sp>
      <p:sp>
        <p:nvSpPr>
          <p:cNvPr id="64538" name="Line 30"/>
          <p:cNvSpPr/>
          <p:nvPr/>
        </p:nvSpPr>
        <p:spPr>
          <a:xfrm flipV="1">
            <a:off x="3306763" y="5475288"/>
            <a:ext cx="247650" cy="409575"/>
          </a:xfrm>
          <a:prstGeom prst="line">
            <a:avLst/>
          </a:prstGeom>
          <a:ln w="19050" cap="flat" cmpd="sng">
            <a:solidFill>
              <a:schemeClr val="tx1"/>
            </a:solidFill>
            <a:prstDash val="solid"/>
            <a:headEnd type="none" w="med" len="med"/>
            <a:tailEnd type="none" w="med" len="med"/>
          </a:ln>
        </p:spPr>
      </p:sp>
      <p:sp>
        <p:nvSpPr>
          <p:cNvPr id="64539" name="Text Box 31"/>
          <p:cNvSpPr txBox="1"/>
          <p:nvPr/>
        </p:nvSpPr>
        <p:spPr>
          <a:xfrm>
            <a:off x="5519738" y="4870450"/>
            <a:ext cx="2114550" cy="9429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400" dirty="0">
                <a:ea typeface="宋体" panose="02010600030101010101" pitchFamily="2" charset="-122"/>
              </a:rPr>
              <a:t>“Send me anything</a:t>
            </a:r>
            <a:endParaRPr lang="en-US" altLang="zh-CN" sz="1400" dirty="0">
              <a:ea typeface="宋体" panose="02010600030101010101" pitchFamily="2" charset="-122"/>
            </a:endParaRPr>
          </a:p>
          <a:p>
            <a:pPr marL="0" lvl="0" indent="0">
              <a:spcBef>
                <a:spcPct val="0"/>
              </a:spcBef>
              <a:buClrTx/>
              <a:buSzTx/>
              <a:buFontTx/>
              <a:buNone/>
            </a:pPr>
            <a:r>
              <a:rPr lang="en-US" altLang="zh-CN" sz="1400" dirty="0">
                <a:ea typeface="宋体" panose="02010600030101010101" pitchFamily="2" charset="-122"/>
              </a:rPr>
              <a:t>with addresses </a:t>
            </a:r>
            <a:endParaRPr lang="en-US" altLang="zh-CN" sz="1400" dirty="0">
              <a:ea typeface="宋体" panose="02010600030101010101" pitchFamily="2" charset="-122"/>
            </a:endParaRPr>
          </a:p>
          <a:p>
            <a:pPr marL="0" lvl="0" indent="0">
              <a:spcBef>
                <a:spcPct val="0"/>
              </a:spcBef>
              <a:buClrTx/>
              <a:buSzTx/>
              <a:buFontTx/>
              <a:buNone/>
            </a:pPr>
            <a:r>
              <a:rPr lang="en-US" altLang="zh-CN" sz="1400" dirty="0">
                <a:ea typeface="宋体" panose="02010600030101010101" pitchFamily="2" charset="-122"/>
              </a:rPr>
              <a:t>beginning 199.31.0.0/16</a:t>
            </a:r>
            <a:endParaRPr lang="en-US" altLang="zh-CN" sz="1400" dirty="0">
              <a:ea typeface="宋体" panose="02010600030101010101" pitchFamily="2" charset="-122"/>
            </a:endParaRPr>
          </a:p>
          <a:p>
            <a:pPr marL="0" lvl="0" indent="0">
              <a:spcBef>
                <a:spcPct val="0"/>
              </a:spcBef>
              <a:buClrTx/>
              <a:buSzTx/>
              <a:buFontTx/>
              <a:buNone/>
            </a:pPr>
            <a:r>
              <a:rPr lang="en-US" altLang="zh-CN" sz="1400" dirty="0">
                <a:ea typeface="宋体" panose="02010600030101010101" pitchFamily="2" charset="-122"/>
              </a:rPr>
              <a:t>or 200.23.18.0/23”</a:t>
            </a:r>
            <a:endParaRPr lang="en-US" altLang="zh-CN" sz="1400" dirty="0">
              <a:ea typeface="宋体" panose="02010600030101010101" pitchFamily="2" charset="-122"/>
            </a:endParaRPr>
          </a:p>
        </p:txBody>
      </p:sp>
      <p:grpSp>
        <p:nvGrpSpPr>
          <p:cNvPr id="64540" name="Group 32"/>
          <p:cNvGrpSpPr/>
          <p:nvPr/>
        </p:nvGrpSpPr>
        <p:grpSpPr>
          <a:xfrm>
            <a:off x="795338" y="3657600"/>
            <a:ext cx="2338387" cy="404813"/>
            <a:chOff x="1004" y="1639"/>
            <a:chExt cx="1473" cy="255"/>
          </a:xfrm>
        </p:grpSpPr>
        <p:sp>
          <p:nvSpPr>
            <p:cNvPr id="64550" name="Freeform 33"/>
            <p:cNvSpPr/>
            <p:nvPr/>
          </p:nvSpPr>
          <p:spPr>
            <a:xfrm>
              <a:off x="1004" y="1639"/>
              <a:ext cx="1473" cy="255"/>
            </a:xfrm>
            <a:custGeom>
              <a:avLst/>
              <a:gdLst/>
              <a:ahLst/>
              <a:cxnLst>
                <a:cxn ang="0">
                  <a:pos x="172" y="11"/>
                </a:cxn>
                <a:cxn ang="0">
                  <a:pos x="73" y="94"/>
                </a:cxn>
                <a:cxn ang="0">
                  <a:pos x="146" y="220"/>
                </a:cxn>
                <a:cxn ang="0">
                  <a:pos x="520" y="225"/>
                </a:cxn>
                <a:cxn ang="0">
                  <a:pos x="754" y="251"/>
                </a:cxn>
                <a:cxn ang="0">
                  <a:pos x="1306" y="203"/>
                </a:cxn>
                <a:cxn ang="0">
                  <a:pos x="1360" y="29"/>
                </a:cxn>
                <a:cxn ang="0">
                  <a:pos x="628" y="29"/>
                </a:cxn>
                <a:cxn ang="0">
                  <a:pos x="172" y="11"/>
                </a:cxn>
              </a:cxnLst>
              <a:pathLst>
                <a:path w="1473" h="255">
                  <a:moveTo>
                    <a:pt x="172" y="11"/>
                  </a:moveTo>
                  <a:cubicBezTo>
                    <a:pt x="0" y="64"/>
                    <a:pt x="77" y="59"/>
                    <a:pt x="73" y="94"/>
                  </a:cubicBezTo>
                  <a:cubicBezTo>
                    <a:pt x="69" y="129"/>
                    <a:pt x="72" y="198"/>
                    <a:pt x="146" y="220"/>
                  </a:cubicBezTo>
                  <a:cubicBezTo>
                    <a:pt x="221" y="242"/>
                    <a:pt x="419" y="220"/>
                    <a:pt x="520" y="225"/>
                  </a:cubicBezTo>
                  <a:cubicBezTo>
                    <a:pt x="621" y="230"/>
                    <a:pt x="623" y="255"/>
                    <a:pt x="754" y="251"/>
                  </a:cubicBezTo>
                  <a:cubicBezTo>
                    <a:pt x="885" y="247"/>
                    <a:pt x="1205" y="240"/>
                    <a:pt x="1306" y="203"/>
                  </a:cubicBezTo>
                  <a:cubicBezTo>
                    <a:pt x="1407" y="166"/>
                    <a:pt x="1473" y="58"/>
                    <a:pt x="1360" y="29"/>
                  </a:cubicBezTo>
                  <a:cubicBezTo>
                    <a:pt x="1247" y="0"/>
                    <a:pt x="826" y="32"/>
                    <a:pt x="628" y="29"/>
                  </a:cubicBezTo>
                  <a:cubicBezTo>
                    <a:pt x="430" y="26"/>
                    <a:pt x="267" y="15"/>
                    <a:pt x="172" y="11"/>
                  </a:cubicBezTo>
                  <a:close/>
                </a:path>
              </a:pathLst>
            </a:custGeom>
            <a:solidFill>
              <a:srgbClr val="66CCFF">
                <a:alpha val="100000"/>
              </a:srgbClr>
            </a:solidFill>
            <a:ln w="9525">
              <a:noFill/>
            </a:ln>
          </p:spPr>
          <p:txBody>
            <a:bodyPr/>
            <a:p>
              <a:endParaRPr lang="zh-CN" altLang="en-US"/>
            </a:p>
          </p:txBody>
        </p:sp>
        <p:sp>
          <p:nvSpPr>
            <p:cNvPr id="64551" name="Text Box 34"/>
            <p:cNvSpPr txBox="1"/>
            <p:nvPr/>
          </p:nvSpPr>
          <p:spPr>
            <a:xfrm>
              <a:off x="1226" y="1667"/>
              <a:ext cx="1058" cy="212"/>
            </a:xfrm>
            <a:prstGeom prst="rect">
              <a:avLst/>
            </a:prstGeom>
            <a:solidFill>
              <a:srgbClr val="66CCFF"/>
            </a:solid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600" dirty="0">
                  <a:ea typeface="宋体" panose="02010600030101010101" pitchFamily="2" charset="-122"/>
                </a:rPr>
                <a:t>200.23.20.0/23</a:t>
              </a:r>
              <a:endParaRPr lang="en-US" altLang="zh-CN" sz="1800" dirty="0">
                <a:ea typeface="宋体" panose="02010600030101010101" pitchFamily="2" charset="-122"/>
              </a:endParaRPr>
            </a:p>
          </p:txBody>
        </p:sp>
      </p:grpSp>
      <p:sp>
        <p:nvSpPr>
          <p:cNvPr id="64541" name="Text Box 35"/>
          <p:cNvSpPr txBox="1"/>
          <p:nvPr/>
        </p:nvSpPr>
        <p:spPr>
          <a:xfrm>
            <a:off x="776288" y="3460750"/>
            <a:ext cx="1404937" cy="3048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400" dirty="0">
                <a:ea typeface="宋体" panose="02010600030101010101" pitchFamily="2" charset="-122"/>
              </a:rPr>
              <a:t>Organization 2</a:t>
            </a:r>
            <a:endParaRPr lang="en-US" altLang="zh-CN" sz="1400" dirty="0">
              <a:ea typeface="宋体" panose="02010600030101010101" pitchFamily="2" charset="-122"/>
            </a:endParaRPr>
          </a:p>
        </p:txBody>
      </p:sp>
      <p:grpSp>
        <p:nvGrpSpPr>
          <p:cNvPr id="64542" name="Group 36"/>
          <p:cNvGrpSpPr/>
          <p:nvPr/>
        </p:nvGrpSpPr>
        <p:grpSpPr>
          <a:xfrm>
            <a:off x="2144713" y="3921125"/>
            <a:ext cx="296862" cy="663575"/>
            <a:chOff x="870" y="2945"/>
            <a:chExt cx="187" cy="418"/>
          </a:xfrm>
        </p:grpSpPr>
        <p:sp>
          <p:nvSpPr>
            <p:cNvPr id="64547" name="Text Box 37"/>
            <p:cNvSpPr txBox="1"/>
            <p:nvPr/>
          </p:nvSpPr>
          <p:spPr>
            <a:xfrm>
              <a:off x="872" y="2945"/>
              <a:ext cx="185"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2000" b="1" dirty="0">
                  <a:ea typeface="宋体" panose="02010600030101010101" pitchFamily="2" charset="-122"/>
                </a:rPr>
                <a:t>.</a:t>
              </a:r>
              <a:endParaRPr lang="en-US" altLang="zh-CN" sz="2000" dirty="0">
                <a:ea typeface="宋体" panose="02010600030101010101" pitchFamily="2" charset="-122"/>
              </a:endParaRPr>
            </a:p>
          </p:txBody>
        </p:sp>
        <p:sp>
          <p:nvSpPr>
            <p:cNvPr id="64548" name="Text Box 38"/>
            <p:cNvSpPr txBox="1"/>
            <p:nvPr/>
          </p:nvSpPr>
          <p:spPr>
            <a:xfrm>
              <a:off x="870" y="3030"/>
              <a:ext cx="185"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2000" b="1" dirty="0">
                  <a:ea typeface="宋体" panose="02010600030101010101" pitchFamily="2" charset="-122"/>
                </a:rPr>
                <a:t>.</a:t>
              </a:r>
              <a:endParaRPr lang="en-US" altLang="zh-CN" sz="2000" dirty="0">
                <a:ea typeface="宋体" panose="02010600030101010101" pitchFamily="2" charset="-122"/>
              </a:endParaRPr>
            </a:p>
          </p:txBody>
        </p:sp>
        <p:sp>
          <p:nvSpPr>
            <p:cNvPr id="64549" name="Text Box 39"/>
            <p:cNvSpPr txBox="1"/>
            <p:nvPr/>
          </p:nvSpPr>
          <p:spPr>
            <a:xfrm>
              <a:off x="871" y="3113"/>
              <a:ext cx="185"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2000" b="1" dirty="0">
                  <a:ea typeface="宋体" panose="02010600030101010101" pitchFamily="2" charset="-122"/>
                </a:rPr>
                <a:t>.</a:t>
              </a:r>
              <a:endParaRPr lang="en-US" altLang="zh-CN" sz="2000" dirty="0">
                <a:ea typeface="宋体" panose="02010600030101010101" pitchFamily="2" charset="-122"/>
              </a:endParaRPr>
            </a:p>
          </p:txBody>
        </p:sp>
      </p:grpSp>
      <p:grpSp>
        <p:nvGrpSpPr>
          <p:cNvPr id="64543" name="Group 40"/>
          <p:cNvGrpSpPr/>
          <p:nvPr/>
        </p:nvGrpSpPr>
        <p:grpSpPr>
          <a:xfrm>
            <a:off x="3173413" y="3625850"/>
            <a:ext cx="296862" cy="663575"/>
            <a:chOff x="870" y="2945"/>
            <a:chExt cx="187" cy="418"/>
          </a:xfrm>
        </p:grpSpPr>
        <p:sp>
          <p:nvSpPr>
            <p:cNvPr id="64544" name="Text Box 41"/>
            <p:cNvSpPr txBox="1"/>
            <p:nvPr/>
          </p:nvSpPr>
          <p:spPr>
            <a:xfrm>
              <a:off x="872" y="2945"/>
              <a:ext cx="185"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2000" b="1" dirty="0">
                  <a:ea typeface="宋体" panose="02010600030101010101" pitchFamily="2" charset="-122"/>
                </a:rPr>
                <a:t>.</a:t>
              </a:r>
              <a:endParaRPr lang="en-US" altLang="zh-CN" sz="2000" dirty="0">
                <a:ea typeface="宋体" panose="02010600030101010101" pitchFamily="2" charset="-122"/>
              </a:endParaRPr>
            </a:p>
          </p:txBody>
        </p:sp>
        <p:sp>
          <p:nvSpPr>
            <p:cNvPr id="64545" name="Text Box 42"/>
            <p:cNvSpPr txBox="1"/>
            <p:nvPr/>
          </p:nvSpPr>
          <p:spPr>
            <a:xfrm>
              <a:off x="870" y="3030"/>
              <a:ext cx="185"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2000" b="1" dirty="0">
                  <a:ea typeface="宋体" panose="02010600030101010101" pitchFamily="2" charset="-122"/>
                </a:rPr>
                <a:t>.</a:t>
              </a:r>
              <a:endParaRPr lang="en-US" altLang="zh-CN" sz="2000" dirty="0">
                <a:ea typeface="宋体" panose="02010600030101010101" pitchFamily="2" charset="-122"/>
              </a:endParaRPr>
            </a:p>
          </p:txBody>
        </p:sp>
        <p:sp>
          <p:nvSpPr>
            <p:cNvPr id="64546" name="Text Box 43"/>
            <p:cNvSpPr txBox="1"/>
            <p:nvPr/>
          </p:nvSpPr>
          <p:spPr>
            <a:xfrm>
              <a:off x="871" y="3113"/>
              <a:ext cx="185"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2000" b="1" dirty="0">
                  <a:ea typeface="宋体" panose="02010600030101010101" pitchFamily="2" charset="-122"/>
                </a:rPr>
                <a:t>.</a:t>
              </a:r>
              <a:endParaRPr lang="en-US" altLang="zh-CN" sz="2000" dirty="0">
                <a:ea typeface="宋体" panose="02010600030101010101" pitchFamily="2" charset="-122"/>
              </a:endParaRPr>
            </a:p>
          </p:txBody>
        </p:sp>
      </p:gr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8" name="页脚占位符 4"/>
          <p:cNvSpPr txBox="1">
            <a:spLocks noGrp="1"/>
          </p:cNvSpPr>
          <p:nvPr>
            <p:ph type="ftr" sz="quarter" idx="11"/>
          </p:nvPr>
        </p:nvSpPr>
        <p:spPr/>
        <p:txBody>
          <a:bodyPr/>
          <a:p>
            <a:pPr marL="0" indent="0" algn="r">
              <a:spcBef>
                <a:spcPct val="0"/>
              </a:spcBef>
              <a:buClrTx/>
              <a:buSzTx/>
              <a:buFontTx/>
              <a:buNone/>
            </a:pPr>
            <a:r>
              <a:rPr lang="en-US" altLang="zh-CN" sz="1400" dirty="0">
                <a:ea typeface="宋体" panose="02010600030101010101" pitchFamily="2" charset="-122"/>
              </a:rPr>
              <a:t>Network Layer</a:t>
            </a:r>
            <a:endParaRPr lang="en-US" altLang="zh-CN" sz="1400" dirty="0">
              <a:latin typeface="Times New Roman" panose="02020603050405020304" pitchFamily="18" charset="0"/>
              <a:ea typeface="宋体" panose="02010600030101010101" pitchFamily="2" charset="-122"/>
            </a:endParaRPr>
          </a:p>
        </p:txBody>
      </p:sp>
      <p:sp>
        <p:nvSpPr>
          <p:cNvPr id="65539" name="灯片编号占位符 5"/>
          <p:cNvSpPr txBox="1">
            <a:spLocks noGrp="1"/>
          </p:cNvSpPr>
          <p:nvPr>
            <p:ph type="sldNum" sz="quarter" idx="12"/>
          </p:nvPr>
        </p:nvSpPr>
        <p:spPr/>
        <p:txBody>
          <a:bodyPr/>
          <a:p>
            <a:pPr marL="0" indent="0" algn="r">
              <a:spcBef>
                <a:spcPct val="0"/>
              </a:spcBef>
              <a:buClrTx/>
              <a:buSzTx/>
              <a:buFontTx/>
              <a:buNone/>
            </a:pPr>
            <a:r>
              <a:rPr lang="en-US" altLang="zh-CN" sz="1400" dirty="0">
                <a:ea typeface="宋体" panose="02010600030101010101" pitchFamily="2" charset="-122"/>
              </a:rPr>
              <a:t>4-</a:t>
            </a: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65540" name="Rectangle 2"/>
          <p:cNvSpPr>
            <a:spLocks noGrp="1"/>
          </p:cNvSpPr>
          <p:nvPr>
            <p:ph type="title"/>
          </p:nvPr>
        </p:nvSpPr>
        <p:spPr/>
        <p:txBody>
          <a:bodyPr vert="horz" wrap="square" lIns="91440" tIns="45720" rIns="91440" bIns="45720" anchor="ctr" anchorCtr="0"/>
          <a:p>
            <a:r>
              <a:rPr lang="en-US" altLang="zh-CN" sz="3200" dirty="0">
                <a:ea typeface="宋体" panose="02010600030101010101" pitchFamily="2" charset="-122"/>
              </a:rPr>
              <a:t>IP addressing: the last word...</a:t>
            </a:r>
            <a:endParaRPr lang="en-US" altLang="zh-CN" dirty="0">
              <a:ea typeface="宋体" panose="02010600030101010101" pitchFamily="2" charset="-122"/>
            </a:endParaRPr>
          </a:p>
        </p:txBody>
      </p:sp>
      <p:sp>
        <p:nvSpPr>
          <p:cNvPr id="65541" name="Rectangle 3"/>
          <p:cNvSpPr>
            <a:spLocks noGrp="1"/>
          </p:cNvSpPr>
          <p:nvPr>
            <p:ph idx="1"/>
          </p:nvPr>
        </p:nvSpPr>
        <p:spPr/>
        <p:txBody>
          <a:bodyPr vert="horz" wrap="square" lIns="91440" tIns="45720" rIns="91440" bIns="45720" anchor="t" anchorCtr="0"/>
          <a:p>
            <a:pPr>
              <a:buNone/>
            </a:pPr>
            <a:r>
              <a:rPr lang="en-US" altLang="zh-CN" u="sng" dirty="0">
                <a:solidFill>
                  <a:schemeClr val="accent2"/>
                </a:solidFill>
                <a:ea typeface="宋体" panose="02010600030101010101" pitchFamily="2" charset="-122"/>
              </a:rPr>
              <a:t>Q:</a:t>
            </a:r>
            <a:r>
              <a:rPr lang="en-US" altLang="zh-CN" dirty="0">
                <a:ea typeface="宋体" panose="02010600030101010101" pitchFamily="2" charset="-122"/>
              </a:rPr>
              <a:t> How does an ISP get block of addresses?</a:t>
            </a:r>
            <a:endParaRPr lang="en-US" altLang="zh-CN" dirty="0">
              <a:ea typeface="宋体" panose="02010600030101010101" pitchFamily="2" charset="-122"/>
            </a:endParaRPr>
          </a:p>
          <a:p>
            <a:pPr>
              <a:buNone/>
            </a:pPr>
            <a:r>
              <a:rPr lang="en-US" altLang="zh-CN" u="sng" dirty="0">
                <a:solidFill>
                  <a:schemeClr val="accent2"/>
                </a:solidFill>
                <a:ea typeface="宋体" panose="02010600030101010101" pitchFamily="2" charset="-122"/>
              </a:rPr>
              <a:t>A:</a:t>
            </a:r>
            <a:r>
              <a:rPr lang="en-US" altLang="zh-CN" sz="2400" dirty="0">
                <a:solidFill>
                  <a:srgbClr val="FF0000"/>
                </a:solidFill>
                <a:ea typeface="宋体" panose="02010600030101010101" pitchFamily="2" charset="-122"/>
              </a:rPr>
              <a:t> ICANN</a:t>
            </a:r>
            <a:r>
              <a:rPr lang="en-US" altLang="zh-CN" sz="2400" dirty="0">
                <a:ea typeface="宋体" panose="02010600030101010101" pitchFamily="2" charset="-122"/>
              </a:rPr>
              <a:t>: </a:t>
            </a:r>
            <a:r>
              <a:rPr lang="en-US" altLang="zh-CN" sz="2400" dirty="0">
                <a:solidFill>
                  <a:srgbClr val="FF0000"/>
                </a:solidFill>
                <a:ea typeface="宋体" panose="02010600030101010101" pitchFamily="2" charset="-122"/>
              </a:rPr>
              <a:t>I</a:t>
            </a:r>
            <a:r>
              <a:rPr lang="en-US" altLang="zh-CN" sz="2400" dirty="0">
                <a:ea typeface="宋体" panose="02010600030101010101" pitchFamily="2" charset="-122"/>
              </a:rPr>
              <a:t>nternet </a:t>
            </a:r>
            <a:r>
              <a:rPr lang="en-US" altLang="zh-CN" sz="2400" dirty="0">
                <a:solidFill>
                  <a:srgbClr val="FF0000"/>
                </a:solidFill>
                <a:ea typeface="宋体" panose="02010600030101010101" pitchFamily="2" charset="-122"/>
              </a:rPr>
              <a:t>C</a:t>
            </a:r>
            <a:r>
              <a:rPr lang="en-US" altLang="zh-CN" sz="2400" dirty="0">
                <a:ea typeface="宋体" panose="02010600030101010101" pitchFamily="2" charset="-122"/>
              </a:rPr>
              <a:t>orporation for </a:t>
            </a:r>
            <a:r>
              <a:rPr lang="en-US" altLang="zh-CN" sz="2400" dirty="0">
                <a:solidFill>
                  <a:srgbClr val="FF0000"/>
                </a:solidFill>
                <a:ea typeface="宋体" panose="02010600030101010101" pitchFamily="2" charset="-122"/>
              </a:rPr>
              <a:t>A</a:t>
            </a:r>
            <a:r>
              <a:rPr lang="en-US" altLang="zh-CN" sz="2400" dirty="0">
                <a:ea typeface="宋体" panose="02010600030101010101" pitchFamily="2" charset="-122"/>
              </a:rPr>
              <a:t>ssigned </a:t>
            </a:r>
            <a:endParaRPr lang="en-US" altLang="zh-CN" sz="2400" dirty="0">
              <a:ea typeface="宋体" panose="02010600030101010101" pitchFamily="2" charset="-122"/>
            </a:endParaRPr>
          </a:p>
          <a:p>
            <a:pPr>
              <a:buNone/>
            </a:pPr>
            <a:r>
              <a:rPr lang="en-US" altLang="zh-CN" sz="2400" dirty="0">
                <a:ea typeface="宋体" panose="02010600030101010101" pitchFamily="2" charset="-122"/>
              </a:rPr>
              <a:t>     </a:t>
            </a:r>
            <a:r>
              <a:rPr lang="en-US" altLang="zh-CN" sz="2400" dirty="0">
                <a:solidFill>
                  <a:srgbClr val="FF0000"/>
                </a:solidFill>
                <a:ea typeface="宋体" panose="02010600030101010101" pitchFamily="2" charset="-122"/>
              </a:rPr>
              <a:t>N</a:t>
            </a:r>
            <a:r>
              <a:rPr lang="en-US" altLang="zh-CN" sz="2400" dirty="0">
                <a:ea typeface="宋体" panose="02010600030101010101" pitchFamily="2" charset="-122"/>
              </a:rPr>
              <a:t>ames and </a:t>
            </a:r>
            <a:r>
              <a:rPr lang="en-US" altLang="zh-CN" sz="2400" dirty="0">
                <a:solidFill>
                  <a:srgbClr val="FF0000"/>
                </a:solidFill>
                <a:ea typeface="宋体" panose="02010600030101010101" pitchFamily="2" charset="-122"/>
              </a:rPr>
              <a:t>N</a:t>
            </a:r>
            <a:r>
              <a:rPr lang="en-US" altLang="zh-CN" sz="2400" dirty="0">
                <a:ea typeface="宋体" panose="02010600030101010101" pitchFamily="2" charset="-122"/>
              </a:rPr>
              <a:t>umbers</a:t>
            </a:r>
            <a:endParaRPr lang="en-US" altLang="zh-CN" sz="2400" dirty="0">
              <a:ea typeface="宋体" panose="02010600030101010101" pitchFamily="2" charset="-122"/>
            </a:endParaRPr>
          </a:p>
          <a:p>
            <a:pPr lvl="1"/>
            <a:r>
              <a:rPr lang="en-US" altLang="zh-CN" dirty="0">
                <a:ea typeface="宋体" panose="02010600030101010101" pitchFamily="2" charset="-122"/>
              </a:rPr>
              <a:t>allocates addresses</a:t>
            </a:r>
            <a:endParaRPr lang="en-US" altLang="zh-CN" dirty="0">
              <a:ea typeface="宋体" panose="02010600030101010101" pitchFamily="2" charset="-122"/>
            </a:endParaRPr>
          </a:p>
          <a:p>
            <a:pPr lvl="1"/>
            <a:r>
              <a:rPr lang="en-US" altLang="zh-CN" dirty="0">
                <a:ea typeface="宋体" panose="02010600030101010101" pitchFamily="2" charset="-122"/>
              </a:rPr>
              <a:t>manages DNS</a:t>
            </a:r>
            <a:endParaRPr lang="en-US" altLang="zh-CN" dirty="0">
              <a:ea typeface="宋体" panose="02010600030101010101" pitchFamily="2" charset="-122"/>
            </a:endParaRPr>
          </a:p>
          <a:p>
            <a:pPr lvl="1"/>
            <a:r>
              <a:rPr lang="en-US" altLang="zh-CN" dirty="0">
                <a:ea typeface="宋体" panose="02010600030101010101" pitchFamily="2" charset="-122"/>
              </a:rPr>
              <a:t>assigns domain names, resolves disputes</a:t>
            </a:r>
            <a:endParaRPr lang="en-US" altLang="zh-CN" sz="2000" dirty="0">
              <a:ea typeface="宋体" panose="02010600030101010101" pitchFamily="2" charset="-122"/>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2" name="页脚占位符 4"/>
          <p:cNvSpPr txBox="1">
            <a:spLocks noGrp="1"/>
          </p:cNvSpPr>
          <p:nvPr>
            <p:ph type="ftr" sz="quarter" idx="11"/>
          </p:nvPr>
        </p:nvSpPr>
        <p:spPr/>
        <p:txBody>
          <a:bodyPr/>
          <a:p>
            <a:pPr marL="0" indent="0" algn="r">
              <a:spcBef>
                <a:spcPct val="0"/>
              </a:spcBef>
              <a:buClrTx/>
              <a:buSzTx/>
              <a:buFontTx/>
              <a:buNone/>
            </a:pPr>
            <a:r>
              <a:rPr lang="en-US" altLang="zh-CN" sz="1400" dirty="0">
                <a:ea typeface="宋体" panose="02010600030101010101" pitchFamily="2" charset="-122"/>
              </a:rPr>
              <a:t>Network Layer</a:t>
            </a:r>
            <a:endParaRPr lang="en-US" altLang="zh-CN" sz="1400" dirty="0">
              <a:latin typeface="Times New Roman" panose="02020603050405020304" pitchFamily="18" charset="0"/>
              <a:ea typeface="宋体" panose="02010600030101010101" pitchFamily="2" charset="-122"/>
            </a:endParaRPr>
          </a:p>
        </p:txBody>
      </p:sp>
      <p:sp>
        <p:nvSpPr>
          <p:cNvPr id="66563" name="灯片编号占位符 5"/>
          <p:cNvSpPr txBox="1">
            <a:spLocks noGrp="1"/>
          </p:cNvSpPr>
          <p:nvPr>
            <p:ph type="sldNum" sz="quarter" idx="12"/>
          </p:nvPr>
        </p:nvSpPr>
        <p:spPr/>
        <p:txBody>
          <a:bodyPr/>
          <a:p>
            <a:pPr marL="0" indent="0" algn="r">
              <a:spcBef>
                <a:spcPct val="0"/>
              </a:spcBef>
              <a:buClrTx/>
              <a:buSzTx/>
              <a:buFontTx/>
              <a:buNone/>
            </a:pPr>
            <a:r>
              <a:rPr lang="en-US" altLang="zh-CN" sz="1400" dirty="0">
                <a:ea typeface="宋体" panose="02010600030101010101" pitchFamily="2" charset="-122"/>
              </a:rPr>
              <a:t>4-</a:t>
            </a: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66564" name="Freeform 80"/>
          <p:cNvSpPr/>
          <p:nvPr/>
        </p:nvSpPr>
        <p:spPr>
          <a:xfrm>
            <a:off x="4152900" y="1871663"/>
            <a:ext cx="3738563" cy="2697162"/>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2355" h="1699">
                <a:moveTo>
                  <a:pt x="349" y="761"/>
                </a:moveTo>
                <a:cubicBezTo>
                  <a:pt x="587" y="729"/>
                  <a:pt x="1414" y="820"/>
                  <a:pt x="1651" y="732"/>
                </a:cubicBezTo>
                <a:cubicBezTo>
                  <a:pt x="1888" y="644"/>
                  <a:pt x="1710" y="351"/>
                  <a:pt x="1773" y="230"/>
                </a:cubicBezTo>
                <a:cubicBezTo>
                  <a:pt x="1836" y="109"/>
                  <a:pt x="1947" y="16"/>
                  <a:pt x="2029" y="8"/>
                </a:cubicBezTo>
                <a:cubicBezTo>
                  <a:pt x="2111" y="0"/>
                  <a:pt x="2213" y="27"/>
                  <a:pt x="2267" y="183"/>
                </a:cubicBezTo>
                <a:cubicBezTo>
                  <a:pt x="2321" y="339"/>
                  <a:pt x="2355" y="707"/>
                  <a:pt x="2355" y="942"/>
                </a:cubicBezTo>
                <a:cubicBezTo>
                  <a:pt x="2355" y="1177"/>
                  <a:pt x="2353" y="1485"/>
                  <a:pt x="2267" y="1592"/>
                </a:cubicBezTo>
                <a:cubicBezTo>
                  <a:pt x="2181" y="1699"/>
                  <a:pt x="1939" y="1680"/>
                  <a:pt x="1840" y="1586"/>
                </a:cubicBezTo>
                <a:cubicBezTo>
                  <a:pt x="1741" y="1492"/>
                  <a:pt x="1940" y="1135"/>
                  <a:pt x="1670" y="1025"/>
                </a:cubicBezTo>
                <a:cubicBezTo>
                  <a:pt x="1400" y="915"/>
                  <a:pt x="440" y="967"/>
                  <a:pt x="220" y="923"/>
                </a:cubicBezTo>
                <a:cubicBezTo>
                  <a:pt x="0" y="879"/>
                  <a:pt x="127" y="795"/>
                  <a:pt x="349" y="761"/>
                </a:cubicBezTo>
                <a:close/>
              </a:path>
            </a:pathLst>
          </a:custGeom>
          <a:solidFill>
            <a:srgbClr val="66CCFF">
              <a:alpha val="100000"/>
            </a:srgbClr>
          </a:solidFill>
          <a:ln w="9525">
            <a:noFill/>
          </a:ln>
        </p:spPr>
        <p:txBody>
          <a:bodyPr/>
          <a:p>
            <a:endParaRPr lang="zh-CN" altLang="en-US"/>
          </a:p>
        </p:txBody>
      </p:sp>
      <p:sp>
        <p:nvSpPr>
          <p:cNvPr id="66565" name="Rectangle 2"/>
          <p:cNvSpPr>
            <a:spLocks noGrp="1"/>
          </p:cNvSpPr>
          <p:nvPr>
            <p:ph type="title"/>
          </p:nvPr>
        </p:nvSpPr>
        <p:spPr>
          <a:xfrm>
            <a:off x="533400" y="228600"/>
            <a:ext cx="8091488" cy="1143000"/>
          </a:xfrm>
        </p:spPr>
        <p:txBody>
          <a:bodyPr vert="horz" wrap="square" lIns="91440" tIns="45720" rIns="91440" bIns="45720" anchor="ctr" anchorCtr="0"/>
          <a:p>
            <a:r>
              <a:rPr lang="en-US" altLang="zh-CN" sz="3600" dirty="0">
                <a:ea typeface="宋体" panose="02010600030101010101" pitchFamily="2" charset="-122"/>
              </a:rPr>
              <a:t>NAT: Network Address Translation</a:t>
            </a:r>
            <a:r>
              <a:rPr lang="zh-CN" altLang="en-US" sz="3600" dirty="0">
                <a:ea typeface="宋体" panose="02010600030101010101" pitchFamily="2" charset="-122"/>
                <a:sym typeface="+mn-ea"/>
              </a:rPr>
              <a:t>（题）</a:t>
            </a:r>
            <a:endParaRPr lang="en-US" altLang="zh-CN" sz="3600" dirty="0">
              <a:ea typeface="宋体" panose="02010600030101010101" pitchFamily="2" charset="-122"/>
            </a:endParaRPr>
          </a:p>
        </p:txBody>
      </p:sp>
      <p:sp>
        <p:nvSpPr>
          <p:cNvPr id="66566" name="Freeform 4"/>
          <p:cNvSpPr/>
          <p:nvPr/>
        </p:nvSpPr>
        <p:spPr>
          <a:xfrm>
            <a:off x="0" y="2638425"/>
            <a:ext cx="3825875" cy="1355725"/>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2269" h="854">
                <a:moveTo>
                  <a:pt x="1888" y="285"/>
                </a:moveTo>
                <a:cubicBezTo>
                  <a:pt x="1622" y="258"/>
                  <a:pt x="723" y="317"/>
                  <a:pt x="418" y="283"/>
                </a:cubicBezTo>
                <a:cubicBezTo>
                  <a:pt x="113" y="249"/>
                  <a:pt x="120" y="0"/>
                  <a:pt x="60" y="83"/>
                </a:cubicBezTo>
                <a:cubicBezTo>
                  <a:pt x="0" y="166"/>
                  <a:pt x="8" y="708"/>
                  <a:pt x="60" y="781"/>
                </a:cubicBezTo>
                <a:cubicBezTo>
                  <a:pt x="112" y="854"/>
                  <a:pt x="48" y="575"/>
                  <a:pt x="374" y="519"/>
                </a:cubicBezTo>
                <a:cubicBezTo>
                  <a:pt x="700" y="463"/>
                  <a:pt x="1765" y="486"/>
                  <a:pt x="2017" y="447"/>
                </a:cubicBezTo>
                <a:cubicBezTo>
                  <a:pt x="2269" y="408"/>
                  <a:pt x="2110" y="319"/>
                  <a:pt x="1888" y="285"/>
                </a:cubicBezTo>
                <a:close/>
              </a:path>
            </a:pathLst>
          </a:custGeom>
          <a:gradFill rotWithShape="1">
            <a:gsLst>
              <a:gs pos="0">
                <a:srgbClr val="FFFFFF">
                  <a:alpha val="98000"/>
                </a:srgbClr>
              </a:gs>
              <a:gs pos="100000">
                <a:srgbClr val="66CCFF">
                  <a:alpha val="100000"/>
                </a:srgbClr>
              </a:gs>
            </a:gsLst>
            <a:lin ang="0" scaled="1"/>
            <a:tileRect/>
          </a:gradFill>
          <a:ln w="9525">
            <a:noFill/>
          </a:ln>
        </p:spPr>
        <p:txBody>
          <a:bodyPr/>
          <a:p>
            <a:endParaRPr lang="zh-CN" altLang="en-US"/>
          </a:p>
        </p:txBody>
      </p:sp>
      <p:graphicFrame>
        <p:nvGraphicFramePr>
          <p:cNvPr id="66567" name="Object 5"/>
          <p:cNvGraphicFramePr>
            <a:graphicFrameLocks noChangeAspect="1"/>
          </p:cNvGraphicFramePr>
          <p:nvPr/>
        </p:nvGraphicFramePr>
        <p:xfrm>
          <a:off x="7181850" y="2182813"/>
          <a:ext cx="555625" cy="463550"/>
        </p:xfrm>
        <a:graphic>
          <a:graphicData uri="http://schemas.openxmlformats.org/presentationml/2006/ole">
            <mc:AlternateContent xmlns:mc="http://schemas.openxmlformats.org/markup-compatibility/2006">
              <mc:Choice xmlns:v="urn:schemas-microsoft-com:vml" Requires="v">
                <p:oleObj spid="_x0000_s3111" name="" r:id="rId1" imgW="1307465" imgH="1083945" progId="MS_ClipArt_Gallery.2">
                  <p:embed/>
                </p:oleObj>
              </mc:Choice>
              <mc:Fallback>
                <p:oleObj name="" r:id="rId1" imgW="1307465" imgH="1083945" progId="MS_ClipArt_Gallery.2">
                  <p:embed/>
                  <p:pic>
                    <p:nvPicPr>
                      <p:cNvPr id="0" name="图片 3110"/>
                      <p:cNvPicPr/>
                      <p:nvPr/>
                    </p:nvPicPr>
                    <p:blipFill>
                      <a:blip r:embed="rId2"/>
                      <a:stretch>
                        <a:fillRect/>
                      </a:stretch>
                    </p:blipFill>
                    <p:spPr>
                      <a:xfrm>
                        <a:off x="7181850" y="2182813"/>
                        <a:ext cx="555625" cy="463550"/>
                      </a:xfrm>
                      <a:prstGeom prst="rect">
                        <a:avLst/>
                      </a:prstGeom>
                      <a:noFill/>
                      <a:ln w="38100">
                        <a:noFill/>
                        <a:miter/>
                      </a:ln>
                    </p:spPr>
                  </p:pic>
                </p:oleObj>
              </mc:Fallback>
            </mc:AlternateContent>
          </a:graphicData>
        </a:graphic>
      </p:graphicFrame>
      <p:graphicFrame>
        <p:nvGraphicFramePr>
          <p:cNvPr id="66568" name="Object 6"/>
          <p:cNvGraphicFramePr>
            <a:graphicFrameLocks noChangeAspect="1"/>
          </p:cNvGraphicFramePr>
          <p:nvPr/>
        </p:nvGraphicFramePr>
        <p:xfrm>
          <a:off x="7231063" y="2971800"/>
          <a:ext cx="579437" cy="482600"/>
        </p:xfrm>
        <a:graphic>
          <a:graphicData uri="http://schemas.openxmlformats.org/presentationml/2006/ole">
            <mc:AlternateContent xmlns:mc="http://schemas.openxmlformats.org/markup-compatibility/2006">
              <mc:Choice xmlns:v="urn:schemas-microsoft-com:vml" Requires="v">
                <p:oleObj spid="_x0000_s3113" name="" r:id="rId3" imgW="1307465" imgH="1083945" progId="MS_ClipArt_Gallery.2">
                  <p:embed/>
                </p:oleObj>
              </mc:Choice>
              <mc:Fallback>
                <p:oleObj name="" r:id="rId3" imgW="1307465" imgH="1083945" progId="MS_ClipArt_Gallery.2">
                  <p:embed/>
                  <p:pic>
                    <p:nvPicPr>
                      <p:cNvPr id="0" name="图片 3112"/>
                      <p:cNvPicPr/>
                      <p:nvPr/>
                    </p:nvPicPr>
                    <p:blipFill>
                      <a:blip r:embed="rId2"/>
                      <a:stretch>
                        <a:fillRect/>
                      </a:stretch>
                    </p:blipFill>
                    <p:spPr>
                      <a:xfrm>
                        <a:off x="7231063" y="2971800"/>
                        <a:ext cx="579437" cy="482600"/>
                      </a:xfrm>
                      <a:prstGeom prst="rect">
                        <a:avLst/>
                      </a:prstGeom>
                      <a:noFill/>
                      <a:ln w="38100">
                        <a:noFill/>
                        <a:miter/>
                      </a:ln>
                    </p:spPr>
                  </p:pic>
                </p:oleObj>
              </mc:Fallback>
            </mc:AlternateContent>
          </a:graphicData>
        </a:graphic>
      </p:graphicFrame>
      <p:graphicFrame>
        <p:nvGraphicFramePr>
          <p:cNvPr id="66569" name="Object 7"/>
          <p:cNvGraphicFramePr>
            <a:graphicFrameLocks noChangeAspect="1"/>
          </p:cNvGraphicFramePr>
          <p:nvPr/>
        </p:nvGraphicFramePr>
        <p:xfrm>
          <a:off x="7202488" y="3736975"/>
          <a:ext cx="563562" cy="469900"/>
        </p:xfrm>
        <a:graphic>
          <a:graphicData uri="http://schemas.openxmlformats.org/presentationml/2006/ole">
            <mc:AlternateContent xmlns:mc="http://schemas.openxmlformats.org/markup-compatibility/2006">
              <mc:Choice xmlns:v="urn:schemas-microsoft-com:vml" Requires="v">
                <p:oleObj spid="_x0000_s3112" name="" r:id="rId4" imgW="1307465" imgH="1083945" progId="MS_ClipArt_Gallery.2">
                  <p:embed/>
                </p:oleObj>
              </mc:Choice>
              <mc:Fallback>
                <p:oleObj name="" r:id="rId4" imgW="1307465" imgH="1083945" progId="MS_ClipArt_Gallery.2">
                  <p:embed/>
                  <p:pic>
                    <p:nvPicPr>
                      <p:cNvPr id="0" name="图片 3111"/>
                      <p:cNvPicPr/>
                      <p:nvPr/>
                    </p:nvPicPr>
                    <p:blipFill>
                      <a:blip r:embed="rId2"/>
                      <a:stretch>
                        <a:fillRect/>
                      </a:stretch>
                    </p:blipFill>
                    <p:spPr>
                      <a:xfrm>
                        <a:off x="7202488" y="3736975"/>
                        <a:ext cx="563562" cy="469900"/>
                      </a:xfrm>
                      <a:prstGeom prst="rect">
                        <a:avLst/>
                      </a:prstGeom>
                      <a:noFill/>
                      <a:ln w="38100">
                        <a:noFill/>
                        <a:miter/>
                      </a:ln>
                    </p:spPr>
                  </p:pic>
                </p:oleObj>
              </mc:Fallback>
            </mc:AlternateContent>
          </a:graphicData>
        </a:graphic>
      </p:graphicFrame>
      <p:sp>
        <p:nvSpPr>
          <p:cNvPr id="66570" name="Line 8"/>
          <p:cNvSpPr/>
          <p:nvPr/>
        </p:nvSpPr>
        <p:spPr>
          <a:xfrm>
            <a:off x="4267200" y="3194050"/>
            <a:ext cx="3025775" cy="6350"/>
          </a:xfrm>
          <a:prstGeom prst="line">
            <a:avLst/>
          </a:prstGeom>
          <a:ln w="19050" cap="flat" cmpd="sng">
            <a:solidFill>
              <a:schemeClr val="tx1"/>
            </a:solidFill>
            <a:prstDash val="solid"/>
            <a:headEnd type="none" w="med" len="med"/>
            <a:tailEnd type="none" w="med" len="med"/>
          </a:ln>
        </p:spPr>
      </p:sp>
      <p:sp>
        <p:nvSpPr>
          <p:cNvPr id="66571" name="Line 9"/>
          <p:cNvSpPr/>
          <p:nvPr/>
        </p:nvSpPr>
        <p:spPr>
          <a:xfrm flipH="1">
            <a:off x="7102475" y="2451100"/>
            <a:ext cx="9525" cy="1492250"/>
          </a:xfrm>
          <a:prstGeom prst="line">
            <a:avLst/>
          </a:prstGeom>
          <a:ln w="19050" cap="flat" cmpd="sng">
            <a:solidFill>
              <a:schemeClr val="tx1"/>
            </a:solidFill>
            <a:prstDash val="solid"/>
            <a:headEnd type="none" w="med" len="med"/>
            <a:tailEnd type="none" w="med" len="med"/>
          </a:ln>
        </p:spPr>
      </p:sp>
      <p:sp>
        <p:nvSpPr>
          <p:cNvPr id="66572" name="Line 10"/>
          <p:cNvSpPr/>
          <p:nvPr/>
        </p:nvSpPr>
        <p:spPr>
          <a:xfrm>
            <a:off x="7107238" y="2446338"/>
            <a:ext cx="133350" cy="6350"/>
          </a:xfrm>
          <a:prstGeom prst="line">
            <a:avLst/>
          </a:prstGeom>
          <a:ln w="19050" cap="flat" cmpd="sng">
            <a:solidFill>
              <a:schemeClr val="tx1"/>
            </a:solidFill>
            <a:prstDash val="solid"/>
            <a:headEnd type="none" w="med" len="med"/>
            <a:tailEnd type="none" w="med" len="med"/>
          </a:ln>
        </p:spPr>
      </p:sp>
      <p:sp>
        <p:nvSpPr>
          <p:cNvPr id="66573" name="Line 11"/>
          <p:cNvSpPr/>
          <p:nvPr/>
        </p:nvSpPr>
        <p:spPr>
          <a:xfrm flipV="1">
            <a:off x="7113588" y="3951288"/>
            <a:ext cx="171450" cy="0"/>
          </a:xfrm>
          <a:prstGeom prst="line">
            <a:avLst/>
          </a:prstGeom>
          <a:ln w="19050" cap="flat" cmpd="sng">
            <a:solidFill>
              <a:schemeClr val="tx1"/>
            </a:solidFill>
            <a:prstDash val="solid"/>
            <a:headEnd type="none" w="med" len="med"/>
            <a:tailEnd type="none" w="med" len="med"/>
          </a:ln>
        </p:spPr>
      </p:sp>
      <p:sp>
        <p:nvSpPr>
          <p:cNvPr id="66574" name="Text Box 12"/>
          <p:cNvSpPr txBox="1"/>
          <p:nvPr/>
        </p:nvSpPr>
        <p:spPr>
          <a:xfrm>
            <a:off x="7732713" y="2181225"/>
            <a:ext cx="892175" cy="3365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600" dirty="0">
                <a:ea typeface="宋体" panose="02010600030101010101" pitchFamily="2" charset="-122"/>
              </a:rPr>
              <a:t>10.0.0.1</a:t>
            </a:r>
            <a:endParaRPr lang="en-US" altLang="zh-CN" sz="1600" dirty="0">
              <a:ea typeface="宋体" panose="02010600030101010101" pitchFamily="2" charset="-122"/>
            </a:endParaRPr>
          </a:p>
        </p:txBody>
      </p:sp>
      <p:sp>
        <p:nvSpPr>
          <p:cNvPr id="66575" name="Text Box 13"/>
          <p:cNvSpPr txBox="1"/>
          <p:nvPr/>
        </p:nvSpPr>
        <p:spPr>
          <a:xfrm>
            <a:off x="7859713" y="2949575"/>
            <a:ext cx="923925" cy="3365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600" dirty="0">
                <a:ea typeface="宋体" panose="02010600030101010101" pitchFamily="2" charset="-122"/>
              </a:rPr>
              <a:t>10.0.0.2</a:t>
            </a:r>
            <a:endParaRPr lang="en-US" altLang="zh-CN" sz="1600" dirty="0">
              <a:ea typeface="宋体" panose="02010600030101010101" pitchFamily="2" charset="-122"/>
            </a:endParaRPr>
          </a:p>
        </p:txBody>
      </p:sp>
      <p:sp>
        <p:nvSpPr>
          <p:cNvPr id="66576" name="Text Box 14"/>
          <p:cNvSpPr txBox="1"/>
          <p:nvPr/>
        </p:nvSpPr>
        <p:spPr>
          <a:xfrm>
            <a:off x="7821613" y="3844925"/>
            <a:ext cx="923925" cy="3365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600" dirty="0">
                <a:ea typeface="宋体" panose="02010600030101010101" pitchFamily="2" charset="-122"/>
              </a:rPr>
              <a:t>10.0.0.3</a:t>
            </a:r>
            <a:endParaRPr lang="en-US" altLang="zh-CN" sz="1600" dirty="0">
              <a:ea typeface="宋体" panose="02010600030101010101" pitchFamily="2" charset="-122"/>
            </a:endParaRPr>
          </a:p>
        </p:txBody>
      </p:sp>
      <p:sp>
        <p:nvSpPr>
          <p:cNvPr id="66577" name="Text Box 15"/>
          <p:cNvSpPr txBox="1"/>
          <p:nvPr/>
        </p:nvSpPr>
        <p:spPr>
          <a:xfrm>
            <a:off x="4217988" y="2771775"/>
            <a:ext cx="923925" cy="3365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600" dirty="0">
                <a:ea typeface="宋体" panose="02010600030101010101" pitchFamily="2" charset="-122"/>
              </a:rPr>
              <a:t>10.0.0.4</a:t>
            </a:r>
            <a:endParaRPr lang="en-US" altLang="zh-CN" sz="1600" dirty="0">
              <a:ea typeface="宋体" panose="02010600030101010101" pitchFamily="2" charset="-122"/>
            </a:endParaRPr>
          </a:p>
        </p:txBody>
      </p:sp>
      <p:sp>
        <p:nvSpPr>
          <p:cNvPr id="66578" name="Line 16"/>
          <p:cNvSpPr/>
          <p:nvPr/>
        </p:nvSpPr>
        <p:spPr>
          <a:xfrm flipH="1">
            <a:off x="4341813" y="3022600"/>
            <a:ext cx="85725" cy="128588"/>
          </a:xfrm>
          <a:prstGeom prst="line">
            <a:avLst/>
          </a:prstGeom>
          <a:ln w="19050" cap="flat" cmpd="sng">
            <a:solidFill>
              <a:schemeClr val="tx1"/>
            </a:solidFill>
            <a:prstDash val="solid"/>
            <a:headEnd type="none" w="med" len="med"/>
            <a:tailEnd type="triangle" w="med" len="med"/>
          </a:ln>
        </p:spPr>
      </p:sp>
      <p:sp>
        <p:nvSpPr>
          <p:cNvPr id="66579" name="Text Box 17"/>
          <p:cNvSpPr txBox="1"/>
          <p:nvPr/>
        </p:nvSpPr>
        <p:spPr>
          <a:xfrm>
            <a:off x="2379663" y="3328988"/>
            <a:ext cx="1295400" cy="3365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600" dirty="0">
                <a:ea typeface="宋体" panose="02010600030101010101" pitchFamily="2" charset="-122"/>
              </a:rPr>
              <a:t>138.76.29.7</a:t>
            </a:r>
            <a:endParaRPr lang="en-US" altLang="zh-CN" sz="1600" dirty="0">
              <a:ea typeface="宋体" panose="02010600030101010101" pitchFamily="2" charset="-122"/>
            </a:endParaRPr>
          </a:p>
        </p:txBody>
      </p:sp>
      <p:sp>
        <p:nvSpPr>
          <p:cNvPr id="66580" name="Line 18"/>
          <p:cNvSpPr/>
          <p:nvPr/>
        </p:nvSpPr>
        <p:spPr>
          <a:xfrm flipH="1">
            <a:off x="3602038" y="3260725"/>
            <a:ext cx="85725" cy="128588"/>
          </a:xfrm>
          <a:prstGeom prst="line">
            <a:avLst/>
          </a:prstGeom>
          <a:ln w="19050" cap="flat" cmpd="sng">
            <a:solidFill>
              <a:schemeClr val="tx1"/>
            </a:solidFill>
            <a:prstDash val="solid"/>
            <a:headEnd type="triangle" w="med" len="med"/>
            <a:tailEnd type="none" w="med" len="med"/>
          </a:ln>
        </p:spPr>
      </p:sp>
      <p:grpSp>
        <p:nvGrpSpPr>
          <p:cNvPr id="66581" name="Group 19"/>
          <p:cNvGrpSpPr/>
          <p:nvPr/>
        </p:nvGrpSpPr>
        <p:grpSpPr>
          <a:xfrm>
            <a:off x="3746500" y="3054350"/>
            <a:ext cx="555625" cy="307975"/>
            <a:chOff x="3600" y="219"/>
            <a:chExt cx="360" cy="175"/>
          </a:xfrm>
        </p:grpSpPr>
        <p:sp>
          <p:nvSpPr>
            <p:cNvPr id="66594" name="Oval 20"/>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66595" name="Line 21"/>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66596" name="Line 22"/>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66597" name="Rectangle 23"/>
            <p:cNvSpPr/>
            <p:nvPr/>
          </p:nvSpPr>
          <p:spPr>
            <a:xfrm>
              <a:off x="3603" y="289"/>
              <a:ext cx="354" cy="5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66598" name="Oval 24"/>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66599" name="Group 25"/>
            <p:cNvGrpSpPr/>
            <p:nvPr/>
          </p:nvGrpSpPr>
          <p:grpSpPr>
            <a:xfrm>
              <a:off x="3686" y="244"/>
              <a:ext cx="177" cy="66"/>
              <a:chOff x="2848" y="848"/>
              <a:chExt cx="140" cy="98"/>
            </a:xfrm>
          </p:grpSpPr>
          <p:sp>
            <p:nvSpPr>
              <p:cNvPr id="66604" name="Line 26"/>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66605" name="Line 27"/>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66606" name="Line 28"/>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66600" name="Group 29"/>
            <p:cNvGrpSpPr/>
            <p:nvPr/>
          </p:nvGrpSpPr>
          <p:grpSpPr>
            <a:xfrm flipV="1">
              <a:off x="3686" y="243"/>
              <a:ext cx="177" cy="66"/>
              <a:chOff x="2848" y="848"/>
              <a:chExt cx="140" cy="98"/>
            </a:xfrm>
          </p:grpSpPr>
          <p:sp>
            <p:nvSpPr>
              <p:cNvPr id="66601" name="Line 30"/>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66602" name="Line 31"/>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66603" name="Line 32"/>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sp>
        <p:nvSpPr>
          <p:cNvPr id="66582" name="Line 79"/>
          <p:cNvSpPr/>
          <p:nvPr/>
        </p:nvSpPr>
        <p:spPr>
          <a:xfrm>
            <a:off x="706438" y="3222625"/>
            <a:ext cx="3025775" cy="6350"/>
          </a:xfrm>
          <a:prstGeom prst="line">
            <a:avLst/>
          </a:prstGeom>
          <a:ln w="19050" cap="flat" cmpd="sng">
            <a:solidFill>
              <a:schemeClr val="tx1"/>
            </a:solidFill>
            <a:prstDash val="solid"/>
            <a:headEnd type="none" w="med" len="med"/>
            <a:tailEnd type="none" w="med" len="med"/>
          </a:ln>
        </p:spPr>
      </p:sp>
      <p:sp>
        <p:nvSpPr>
          <p:cNvPr id="66583" name="Text Box 81"/>
          <p:cNvSpPr txBox="1"/>
          <p:nvPr/>
        </p:nvSpPr>
        <p:spPr>
          <a:xfrm>
            <a:off x="4691063" y="1679575"/>
            <a:ext cx="2332037" cy="9159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800" dirty="0">
                <a:ea typeface="宋体" panose="02010600030101010101" pitchFamily="2" charset="-122"/>
              </a:rPr>
              <a:t>local network</a:t>
            </a:r>
            <a:endParaRPr lang="en-US" altLang="zh-CN" sz="1800" dirty="0">
              <a:ea typeface="宋体" panose="02010600030101010101" pitchFamily="2" charset="-122"/>
            </a:endParaRPr>
          </a:p>
          <a:p>
            <a:pPr marL="0" lvl="0" indent="0" algn="ctr">
              <a:spcBef>
                <a:spcPct val="0"/>
              </a:spcBef>
              <a:buClrTx/>
              <a:buSzTx/>
              <a:buFontTx/>
              <a:buNone/>
            </a:pPr>
            <a:r>
              <a:rPr lang="en-US" altLang="zh-CN" sz="1800" dirty="0">
                <a:ea typeface="宋体" panose="02010600030101010101" pitchFamily="2" charset="-122"/>
              </a:rPr>
              <a:t>(e.g., home network)</a:t>
            </a:r>
            <a:endParaRPr lang="en-US" altLang="zh-CN" sz="1800" dirty="0">
              <a:ea typeface="宋体" panose="02010600030101010101" pitchFamily="2" charset="-122"/>
            </a:endParaRPr>
          </a:p>
          <a:p>
            <a:pPr marL="0" lvl="0" indent="0" algn="ctr">
              <a:spcBef>
                <a:spcPct val="0"/>
              </a:spcBef>
              <a:buClrTx/>
              <a:buSzTx/>
              <a:buFontTx/>
              <a:buNone/>
            </a:pPr>
            <a:r>
              <a:rPr lang="en-US" altLang="zh-CN" sz="1800" dirty="0">
                <a:ea typeface="宋体" panose="02010600030101010101" pitchFamily="2" charset="-122"/>
              </a:rPr>
              <a:t>10.0.0/24</a:t>
            </a:r>
            <a:endParaRPr lang="en-US" altLang="zh-CN" sz="1800" dirty="0">
              <a:ea typeface="宋体" panose="02010600030101010101" pitchFamily="2" charset="-122"/>
            </a:endParaRPr>
          </a:p>
        </p:txBody>
      </p:sp>
      <p:sp>
        <p:nvSpPr>
          <p:cNvPr id="66584" name="Line 82"/>
          <p:cNvSpPr/>
          <p:nvPr/>
        </p:nvSpPr>
        <p:spPr>
          <a:xfrm>
            <a:off x="6985000" y="1900238"/>
            <a:ext cx="1385888" cy="0"/>
          </a:xfrm>
          <a:prstGeom prst="line">
            <a:avLst/>
          </a:prstGeom>
          <a:ln w="9525" cap="flat" cmpd="sng">
            <a:solidFill>
              <a:schemeClr val="tx1"/>
            </a:solidFill>
            <a:prstDash val="solid"/>
            <a:headEnd type="none" w="med" len="med"/>
            <a:tailEnd type="triangle" w="med" len="med"/>
          </a:ln>
        </p:spPr>
      </p:sp>
      <p:sp>
        <p:nvSpPr>
          <p:cNvPr id="66585" name="Line 83"/>
          <p:cNvSpPr/>
          <p:nvPr/>
        </p:nvSpPr>
        <p:spPr>
          <a:xfrm>
            <a:off x="4033838" y="1760538"/>
            <a:ext cx="0" cy="1081087"/>
          </a:xfrm>
          <a:prstGeom prst="line">
            <a:avLst/>
          </a:prstGeom>
          <a:ln w="9525" cap="flat" cmpd="sng">
            <a:solidFill>
              <a:schemeClr val="tx1"/>
            </a:solidFill>
            <a:prstDash val="solid"/>
            <a:headEnd type="none" w="med" len="med"/>
            <a:tailEnd type="none" w="med" len="med"/>
          </a:ln>
        </p:spPr>
      </p:sp>
      <p:sp>
        <p:nvSpPr>
          <p:cNvPr id="66586" name="Line 84"/>
          <p:cNvSpPr/>
          <p:nvPr/>
        </p:nvSpPr>
        <p:spPr>
          <a:xfrm flipH="1" flipV="1">
            <a:off x="4173538" y="1887538"/>
            <a:ext cx="898525" cy="0"/>
          </a:xfrm>
          <a:prstGeom prst="line">
            <a:avLst/>
          </a:prstGeom>
          <a:ln w="9525" cap="flat" cmpd="sng">
            <a:solidFill>
              <a:schemeClr val="tx1"/>
            </a:solidFill>
            <a:prstDash val="solid"/>
            <a:headEnd type="none" w="med" len="med"/>
            <a:tailEnd type="triangle" w="med" len="med"/>
          </a:ln>
        </p:spPr>
      </p:sp>
      <p:sp>
        <p:nvSpPr>
          <p:cNvPr id="66587" name="Line 86"/>
          <p:cNvSpPr/>
          <p:nvPr/>
        </p:nvSpPr>
        <p:spPr>
          <a:xfrm>
            <a:off x="2578100" y="1900238"/>
            <a:ext cx="1385888" cy="0"/>
          </a:xfrm>
          <a:prstGeom prst="line">
            <a:avLst/>
          </a:prstGeom>
          <a:ln w="9525" cap="flat" cmpd="sng">
            <a:solidFill>
              <a:schemeClr val="tx1"/>
            </a:solidFill>
            <a:prstDash val="solid"/>
            <a:headEnd type="none" w="med" len="med"/>
            <a:tailEnd type="triangle" w="med" len="med"/>
          </a:ln>
        </p:spPr>
      </p:sp>
      <p:sp>
        <p:nvSpPr>
          <p:cNvPr id="66588" name="Line 87"/>
          <p:cNvSpPr/>
          <p:nvPr/>
        </p:nvSpPr>
        <p:spPr>
          <a:xfrm flipH="1" flipV="1">
            <a:off x="766763" y="1887538"/>
            <a:ext cx="898525" cy="0"/>
          </a:xfrm>
          <a:prstGeom prst="line">
            <a:avLst/>
          </a:prstGeom>
          <a:ln w="9525" cap="flat" cmpd="sng">
            <a:solidFill>
              <a:schemeClr val="tx1"/>
            </a:solidFill>
            <a:prstDash val="solid"/>
            <a:headEnd type="none" w="med" len="med"/>
            <a:tailEnd type="triangle" w="med" len="med"/>
          </a:ln>
        </p:spPr>
      </p:sp>
      <p:sp>
        <p:nvSpPr>
          <p:cNvPr id="66589" name="Text Box 88"/>
          <p:cNvSpPr txBox="1"/>
          <p:nvPr/>
        </p:nvSpPr>
        <p:spPr>
          <a:xfrm>
            <a:off x="1571625" y="1666875"/>
            <a:ext cx="1123950" cy="6413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800" dirty="0">
                <a:ea typeface="宋体" panose="02010600030101010101" pitchFamily="2" charset="-122"/>
              </a:rPr>
              <a:t>rest of</a:t>
            </a:r>
            <a:endParaRPr lang="en-US" altLang="zh-CN" sz="1800" dirty="0">
              <a:ea typeface="宋体" panose="02010600030101010101" pitchFamily="2" charset="-122"/>
            </a:endParaRPr>
          </a:p>
          <a:p>
            <a:pPr marL="0" lvl="0" indent="0" algn="ctr">
              <a:spcBef>
                <a:spcPct val="0"/>
              </a:spcBef>
              <a:buClrTx/>
              <a:buSzTx/>
              <a:buFontTx/>
              <a:buNone/>
            </a:pPr>
            <a:r>
              <a:rPr lang="en-US" altLang="zh-CN" sz="1800" dirty="0">
                <a:ea typeface="宋体" panose="02010600030101010101" pitchFamily="2" charset="-122"/>
              </a:rPr>
              <a:t>Internet</a:t>
            </a:r>
            <a:endParaRPr lang="en-US" altLang="zh-CN" sz="1800" dirty="0">
              <a:ea typeface="宋体" panose="02010600030101010101" pitchFamily="2" charset="-122"/>
            </a:endParaRPr>
          </a:p>
        </p:txBody>
      </p:sp>
      <p:sp>
        <p:nvSpPr>
          <p:cNvPr id="66590" name="Line 89"/>
          <p:cNvSpPr/>
          <p:nvPr/>
        </p:nvSpPr>
        <p:spPr>
          <a:xfrm flipH="1" flipV="1">
            <a:off x="2819400" y="3644900"/>
            <a:ext cx="11113" cy="788988"/>
          </a:xfrm>
          <a:prstGeom prst="line">
            <a:avLst/>
          </a:prstGeom>
          <a:ln w="9525" cap="flat" cmpd="sng">
            <a:solidFill>
              <a:schemeClr val="tx1"/>
            </a:solidFill>
            <a:prstDash val="solid"/>
            <a:headEnd type="none" w="med" len="med"/>
            <a:tailEnd type="triangle" w="med" len="med"/>
          </a:ln>
        </p:spPr>
      </p:sp>
      <p:sp>
        <p:nvSpPr>
          <p:cNvPr id="66591" name="Text Box 90"/>
          <p:cNvSpPr txBox="1"/>
          <p:nvPr/>
        </p:nvSpPr>
        <p:spPr>
          <a:xfrm>
            <a:off x="4478338" y="4414838"/>
            <a:ext cx="3616325" cy="13112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000" dirty="0">
                <a:ea typeface="宋体" panose="02010600030101010101" pitchFamily="2" charset="-122"/>
              </a:rPr>
              <a:t>Datagrams with source or </a:t>
            </a:r>
            <a:endParaRPr lang="en-US" altLang="zh-CN" sz="2000" dirty="0">
              <a:ea typeface="宋体" panose="02010600030101010101" pitchFamily="2" charset="-122"/>
            </a:endParaRPr>
          </a:p>
          <a:p>
            <a:pPr marL="0" lvl="0" indent="0" algn="ctr">
              <a:spcBef>
                <a:spcPct val="0"/>
              </a:spcBef>
              <a:buClrTx/>
              <a:buSzTx/>
              <a:buFontTx/>
              <a:buNone/>
            </a:pPr>
            <a:r>
              <a:rPr lang="en-US" altLang="zh-CN" sz="2000" dirty="0">
                <a:ea typeface="宋体" panose="02010600030101010101" pitchFamily="2" charset="-122"/>
              </a:rPr>
              <a:t>destination in this network</a:t>
            </a:r>
            <a:endParaRPr lang="en-US" altLang="zh-CN" sz="2000" dirty="0">
              <a:ea typeface="宋体" panose="02010600030101010101" pitchFamily="2" charset="-122"/>
            </a:endParaRPr>
          </a:p>
          <a:p>
            <a:pPr marL="0" lvl="0" indent="0" algn="ctr">
              <a:spcBef>
                <a:spcPct val="0"/>
              </a:spcBef>
              <a:buClrTx/>
              <a:buSzTx/>
              <a:buFontTx/>
              <a:buNone/>
            </a:pPr>
            <a:r>
              <a:rPr lang="en-US" altLang="zh-CN" sz="2000" dirty="0">
                <a:ea typeface="宋体" panose="02010600030101010101" pitchFamily="2" charset="-122"/>
              </a:rPr>
              <a:t>have 10.0.0/24 address for </a:t>
            </a:r>
            <a:endParaRPr lang="en-US" altLang="zh-CN" sz="2000" dirty="0">
              <a:ea typeface="宋体" panose="02010600030101010101" pitchFamily="2" charset="-122"/>
            </a:endParaRPr>
          </a:p>
          <a:p>
            <a:pPr marL="0" lvl="0" indent="0" algn="ctr">
              <a:spcBef>
                <a:spcPct val="0"/>
              </a:spcBef>
              <a:buClrTx/>
              <a:buSzTx/>
              <a:buFontTx/>
              <a:buNone/>
            </a:pPr>
            <a:r>
              <a:rPr lang="en-US" altLang="zh-CN" sz="2000" dirty="0">
                <a:ea typeface="宋体" panose="02010600030101010101" pitchFamily="2" charset="-122"/>
              </a:rPr>
              <a:t>source, destination (as usual)</a:t>
            </a:r>
            <a:endParaRPr lang="en-US" altLang="zh-CN" sz="2000" dirty="0">
              <a:ea typeface="宋体" panose="02010600030101010101" pitchFamily="2" charset="-122"/>
            </a:endParaRPr>
          </a:p>
        </p:txBody>
      </p:sp>
      <p:sp>
        <p:nvSpPr>
          <p:cNvPr id="66592" name="Line 91"/>
          <p:cNvSpPr/>
          <p:nvPr/>
        </p:nvSpPr>
        <p:spPr>
          <a:xfrm flipH="1" flipV="1">
            <a:off x="5838825" y="3451225"/>
            <a:ext cx="11113" cy="996950"/>
          </a:xfrm>
          <a:prstGeom prst="line">
            <a:avLst/>
          </a:prstGeom>
          <a:ln w="9525" cap="flat" cmpd="sng">
            <a:solidFill>
              <a:schemeClr val="tx1"/>
            </a:solidFill>
            <a:prstDash val="solid"/>
            <a:headEnd type="none" w="med" len="med"/>
            <a:tailEnd type="triangle" w="med" len="med"/>
          </a:ln>
        </p:spPr>
      </p:sp>
      <p:sp>
        <p:nvSpPr>
          <p:cNvPr id="66593" name="Text Box 92"/>
          <p:cNvSpPr txBox="1"/>
          <p:nvPr/>
        </p:nvSpPr>
        <p:spPr>
          <a:xfrm>
            <a:off x="0" y="4424363"/>
            <a:ext cx="4498975" cy="13112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000" i="1" dirty="0">
                <a:solidFill>
                  <a:srgbClr val="FF0000"/>
                </a:solidFill>
                <a:ea typeface="宋体" panose="02010600030101010101" pitchFamily="2" charset="-122"/>
              </a:rPr>
              <a:t>All</a:t>
            </a:r>
            <a:r>
              <a:rPr lang="en-US" altLang="zh-CN" sz="2000" dirty="0">
                <a:ea typeface="宋体" panose="02010600030101010101" pitchFamily="2" charset="-122"/>
              </a:rPr>
              <a:t> datagrams </a:t>
            </a:r>
            <a:r>
              <a:rPr lang="en-US" altLang="zh-CN" sz="2000" i="1" dirty="0">
                <a:solidFill>
                  <a:srgbClr val="FF0000"/>
                </a:solidFill>
                <a:ea typeface="宋体" panose="02010600030101010101" pitchFamily="2" charset="-122"/>
              </a:rPr>
              <a:t>leaving</a:t>
            </a:r>
            <a:r>
              <a:rPr lang="en-US" altLang="zh-CN" sz="2000" dirty="0">
                <a:ea typeface="宋体" panose="02010600030101010101" pitchFamily="2" charset="-122"/>
              </a:rPr>
              <a:t> local</a:t>
            </a:r>
            <a:endParaRPr lang="en-US" altLang="zh-CN" sz="2000" dirty="0">
              <a:ea typeface="宋体" panose="02010600030101010101" pitchFamily="2" charset="-122"/>
            </a:endParaRPr>
          </a:p>
          <a:p>
            <a:pPr marL="0" lvl="0" indent="0" algn="ctr">
              <a:spcBef>
                <a:spcPct val="0"/>
              </a:spcBef>
              <a:buClrTx/>
              <a:buSzTx/>
              <a:buFontTx/>
              <a:buNone/>
            </a:pPr>
            <a:r>
              <a:rPr lang="en-US" altLang="zh-CN" sz="2000" dirty="0">
                <a:ea typeface="宋体" panose="02010600030101010101" pitchFamily="2" charset="-122"/>
              </a:rPr>
              <a:t>network have </a:t>
            </a:r>
            <a:r>
              <a:rPr lang="en-US" altLang="zh-CN" sz="2000" dirty="0">
                <a:solidFill>
                  <a:srgbClr val="FF0000"/>
                </a:solidFill>
                <a:ea typeface="宋体" panose="02010600030101010101" pitchFamily="2" charset="-122"/>
              </a:rPr>
              <a:t>same</a:t>
            </a:r>
            <a:r>
              <a:rPr lang="en-US" altLang="zh-CN" sz="2000" dirty="0">
                <a:ea typeface="宋体" panose="02010600030101010101" pitchFamily="2" charset="-122"/>
              </a:rPr>
              <a:t> single source NAT IP address: 138.76.29.7,</a:t>
            </a:r>
            <a:endParaRPr lang="en-US" altLang="zh-CN" sz="2000" dirty="0">
              <a:ea typeface="宋体" panose="02010600030101010101" pitchFamily="2" charset="-122"/>
            </a:endParaRPr>
          </a:p>
          <a:p>
            <a:pPr marL="0" lvl="0" indent="0" algn="ctr">
              <a:spcBef>
                <a:spcPct val="0"/>
              </a:spcBef>
              <a:buClrTx/>
              <a:buSzTx/>
              <a:buFontTx/>
              <a:buNone/>
            </a:pPr>
            <a:r>
              <a:rPr lang="en-US" altLang="zh-CN" sz="2000" dirty="0">
                <a:ea typeface="宋体" panose="02010600030101010101" pitchFamily="2" charset="-122"/>
              </a:rPr>
              <a:t>different source port numbers</a:t>
            </a:r>
            <a:endParaRPr lang="en-US" altLang="zh-CN" sz="2000" dirty="0">
              <a:ea typeface="宋体" panose="02010600030101010101" pitchFamily="2" charset="-122"/>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6" name="页脚占位符 4"/>
          <p:cNvSpPr txBox="1">
            <a:spLocks noGrp="1"/>
          </p:cNvSpPr>
          <p:nvPr>
            <p:ph type="ftr" sz="quarter" idx="11"/>
          </p:nvPr>
        </p:nvSpPr>
        <p:spPr/>
        <p:txBody>
          <a:bodyPr/>
          <a:p>
            <a:pPr marL="0" indent="0" algn="r">
              <a:spcBef>
                <a:spcPct val="0"/>
              </a:spcBef>
              <a:buClrTx/>
              <a:buSzTx/>
              <a:buFontTx/>
              <a:buNone/>
            </a:pPr>
            <a:r>
              <a:rPr lang="en-US" altLang="zh-CN" sz="1400" dirty="0">
                <a:ea typeface="宋体" panose="02010600030101010101" pitchFamily="2" charset="-122"/>
              </a:rPr>
              <a:t>Network Layer</a:t>
            </a:r>
            <a:endParaRPr lang="en-US" altLang="zh-CN" sz="1400" dirty="0">
              <a:latin typeface="Times New Roman" panose="02020603050405020304" pitchFamily="18" charset="0"/>
              <a:ea typeface="宋体" panose="02010600030101010101" pitchFamily="2" charset="-122"/>
            </a:endParaRPr>
          </a:p>
        </p:txBody>
      </p:sp>
      <p:sp>
        <p:nvSpPr>
          <p:cNvPr id="67587" name="灯片编号占位符 5"/>
          <p:cNvSpPr txBox="1">
            <a:spLocks noGrp="1"/>
          </p:cNvSpPr>
          <p:nvPr>
            <p:ph type="sldNum" sz="quarter" idx="12"/>
          </p:nvPr>
        </p:nvSpPr>
        <p:spPr/>
        <p:txBody>
          <a:bodyPr/>
          <a:p>
            <a:pPr marL="0" indent="0" algn="r">
              <a:spcBef>
                <a:spcPct val="0"/>
              </a:spcBef>
              <a:buClrTx/>
              <a:buSzTx/>
              <a:buFontTx/>
              <a:buNone/>
            </a:pPr>
            <a:r>
              <a:rPr lang="en-US" altLang="zh-CN" sz="1400" dirty="0">
                <a:ea typeface="宋体" panose="02010600030101010101" pitchFamily="2" charset="-122"/>
              </a:rPr>
              <a:t>4-</a:t>
            </a: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67588" name="Rectangle 2"/>
          <p:cNvSpPr>
            <a:spLocks noGrp="1"/>
          </p:cNvSpPr>
          <p:nvPr>
            <p:ph type="title"/>
          </p:nvPr>
        </p:nvSpPr>
        <p:spPr>
          <a:xfrm>
            <a:off x="533400" y="228600"/>
            <a:ext cx="7966075" cy="1143000"/>
          </a:xfrm>
        </p:spPr>
        <p:txBody>
          <a:bodyPr vert="horz" wrap="square" lIns="91440" tIns="45720" rIns="91440" bIns="45720" anchor="ctr" anchorCtr="0"/>
          <a:p>
            <a:r>
              <a:rPr lang="en-US" altLang="zh-CN" sz="3600" dirty="0">
                <a:ea typeface="宋体" panose="02010600030101010101" pitchFamily="2" charset="-122"/>
              </a:rPr>
              <a:t>NAT: Network Address Translation</a:t>
            </a:r>
            <a:endParaRPr lang="en-US" altLang="zh-CN" sz="3600" dirty="0">
              <a:ea typeface="宋体" panose="02010600030101010101" pitchFamily="2" charset="-122"/>
            </a:endParaRPr>
          </a:p>
        </p:txBody>
      </p:sp>
      <p:sp>
        <p:nvSpPr>
          <p:cNvPr id="67589" name="Rectangle 3"/>
          <p:cNvSpPr>
            <a:spLocks noGrp="1"/>
          </p:cNvSpPr>
          <p:nvPr>
            <p:ph idx="1"/>
          </p:nvPr>
        </p:nvSpPr>
        <p:spPr>
          <a:xfrm>
            <a:off x="228600" y="1600200"/>
            <a:ext cx="8575675" cy="4648200"/>
          </a:xfrm>
        </p:spPr>
        <p:txBody>
          <a:bodyPr vert="horz" wrap="square" lIns="91440" tIns="45720" rIns="91440" bIns="45720" anchor="t" anchorCtr="0"/>
          <a:p>
            <a:r>
              <a:rPr lang="en-US" altLang="zh-CN" sz="2400" dirty="0">
                <a:solidFill>
                  <a:srgbClr val="FF0000"/>
                </a:solidFill>
                <a:ea typeface="宋体" panose="02010600030101010101" pitchFamily="2" charset="-122"/>
              </a:rPr>
              <a:t>Motivation:</a:t>
            </a:r>
            <a:r>
              <a:rPr lang="en-US" altLang="zh-CN" sz="2400" dirty="0">
                <a:ea typeface="宋体" panose="02010600030101010101" pitchFamily="2" charset="-122"/>
              </a:rPr>
              <a:t> local network uses just one IP address as far as outside world is concerned:</a:t>
            </a:r>
            <a:endParaRPr lang="en-US" altLang="zh-CN" sz="2400" dirty="0">
              <a:ea typeface="宋体" panose="02010600030101010101" pitchFamily="2" charset="-122"/>
            </a:endParaRPr>
          </a:p>
          <a:p>
            <a:pPr lvl="1"/>
            <a:r>
              <a:rPr lang="en-US" altLang="zh-CN" dirty="0">
                <a:ea typeface="宋体" panose="02010600030101010101" pitchFamily="2" charset="-122"/>
              </a:rPr>
              <a:t>range of addresses not needed from ISP:  just one IP address for all devices</a:t>
            </a:r>
            <a:endParaRPr lang="en-US" altLang="zh-CN" dirty="0">
              <a:ea typeface="宋体" panose="02010600030101010101" pitchFamily="2" charset="-122"/>
            </a:endParaRPr>
          </a:p>
          <a:p>
            <a:pPr lvl="1"/>
            <a:r>
              <a:rPr lang="en-US" altLang="zh-CN" dirty="0">
                <a:ea typeface="宋体" panose="02010600030101010101" pitchFamily="2" charset="-122"/>
              </a:rPr>
              <a:t>can change addresses of devices in local network without notifying outside world</a:t>
            </a:r>
            <a:endParaRPr lang="en-US" altLang="zh-CN" dirty="0">
              <a:ea typeface="宋体" panose="02010600030101010101" pitchFamily="2" charset="-122"/>
            </a:endParaRPr>
          </a:p>
          <a:p>
            <a:pPr lvl="1"/>
            <a:r>
              <a:rPr lang="en-US" altLang="zh-CN" dirty="0">
                <a:ea typeface="宋体" panose="02010600030101010101" pitchFamily="2" charset="-122"/>
              </a:rPr>
              <a:t>can change ISP without changing addresses of devices in local network</a:t>
            </a:r>
            <a:endParaRPr lang="en-US" altLang="zh-CN" dirty="0">
              <a:ea typeface="宋体" panose="02010600030101010101" pitchFamily="2" charset="-122"/>
            </a:endParaRPr>
          </a:p>
          <a:p>
            <a:pPr lvl="1"/>
            <a:r>
              <a:rPr lang="en-US" altLang="zh-CN" dirty="0">
                <a:ea typeface="宋体" panose="02010600030101010101" pitchFamily="2" charset="-122"/>
              </a:rPr>
              <a:t>devices inside local net not explicitly addressable, visible by outside world (a security plus).</a:t>
            </a:r>
            <a:endParaRPr lang="en-US" altLang="zh-CN" dirty="0">
              <a:ea typeface="宋体" panose="02010600030101010101" pitchFamily="2" charset="-122"/>
            </a:endParaRPr>
          </a:p>
          <a:p>
            <a:pPr>
              <a:buNone/>
            </a:pPr>
            <a:endParaRPr lang="en-US" altLang="zh-CN" dirty="0">
              <a:ea typeface="宋体" panose="02010600030101010101" pitchFamily="2" charset="-122"/>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10" name="页脚占位符 4"/>
          <p:cNvSpPr txBox="1">
            <a:spLocks noGrp="1"/>
          </p:cNvSpPr>
          <p:nvPr>
            <p:ph type="ftr" sz="quarter" idx="11"/>
          </p:nvPr>
        </p:nvSpPr>
        <p:spPr/>
        <p:txBody>
          <a:bodyPr/>
          <a:p>
            <a:pPr marL="0" indent="0" algn="r">
              <a:spcBef>
                <a:spcPct val="0"/>
              </a:spcBef>
              <a:buClrTx/>
              <a:buSzTx/>
              <a:buFontTx/>
              <a:buNone/>
            </a:pPr>
            <a:r>
              <a:rPr lang="en-US" altLang="zh-CN" sz="1400" dirty="0">
                <a:ea typeface="宋体" panose="02010600030101010101" pitchFamily="2" charset="-122"/>
              </a:rPr>
              <a:t>Network Layer</a:t>
            </a:r>
            <a:endParaRPr lang="en-US" altLang="zh-CN" sz="1400" dirty="0">
              <a:latin typeface="Times New Roman" panose="02020603050405020304" pitchFamily="18" charset="0"/>
              <a:ea typeface="宋体" panose="02010600030101010101" pitchFamily="2" charset="-122"/>
            </a:endParaRPr>
          </a:p>
        </p:txBody>
      </p:sp>
      <p:sp>
        <p:nvSpPr>
          <p:cNvPr id="68611" name="灯片编号占位符 5"/>
          <p:cNvSpPr txBox="1">
            <a:spLocks noGrp="1"/>
          </p:cNvSpPr>
          <p:nvPr>
            <p:ph type="sldNum" sz="quarter" idx="12"/>
          </p:nvPr>
        </p:nvSpPr>
        <p:spPr/>
        <p:txBody>
          <a:bodyPr/>
          <a:p>
            <a:pPr marL="0" indent="0" algn="r">
              <a:spcBef>
                <a:spcPct val="0"/>
              </a:spcBef>
              <a:buClrTx/>
              <a:buSzTx/>
              <a:buFontTx/>
              <a:buNone/>
            </a:pPr>
            <a:r>
              <a:rPr lang="en-US" altLang="zh-CN" sz="1400" dirty="0">
                <a:ea typeface="宋体" panose="02010600030101010101" pitchFamily="2" charset="-122"/>
              </a:rPr>
              <a:t>4-</a:t>
            </a: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68612" name="Rectangle 2"/>
          <p:cNvSpPr>
            <a:spLocks noGrp="1"/>
          </p:cNvSpPr>
          <p:nvPr>
            <p:ph type="title"/>
          </p:nvPr>
        </p:nvSpPr>
        <p:spPr>
          <a:xfrm>
            <a:off x="533400" y="228600"/>
            <a:ext cx="7966075" cy="1143000"/>
          </a:xfrm>
        </p:spPr>
        <p:txBody>
          <a:bodyPr vert="horz" wrap="square" lIns="91440" tIns="45720" rIns="91440" bIns="45720" anchor="ctr" anchorCtr="0"/>
          <a:p>
            <a:r>
              <a:rPr lang="en-US" altLang="zh-CN" sz="3600" dirty="0">
                <a:ea typeface="宋体" panose="02010600030101010101" pitchFamily="2" charset="-122"/>
              </a:rPr>
              <a:t>NAT: Network Address Translation</a:t>
            </a:r>
            <a:endParaRPr lang="en-US" altLang="zh-CN" sz="3600" dirty="0">
              <a:ea typeface="宋体" panose="02010600030101010101" pitchFamily="2" charset="-122"/>
            </a:endParaRPr>
          </a:p>
        </p:txBody>
      </p:sp>
      <p:sp>
        <p:nvSpPr>
          <p:cNvPr id="68613" name="Rectangle 3"/>
          <p:cNvSpPr>
            <a:spLocks noGrp="1"/>
          </p:cNvSpPr>
          <p:nvPr>
            <p:ph idx="1"/>
          </p:nvPr>
        </p:nvSpPr>
        <p:spPr>
          <a:xfrm>
            <a:off x="179388" y="1282700"/>
            <a:ext cx="8575675" cy="4648200"/>
          </a:xfrm>
        </p:spPr>
        <p:txBody>
          <a:bodyPr vert="horz" wrap="square" lIns="91440" tIns="45720" rIns="91440" bIns="45720" anchor="t" anchorCtr="0"/>
          <a:p>
            <a:pPr>
              <a:lnSpc>
                <a:spcPct val="80000"/>
              </a:lnSpc>
              <a:buNone/>
            </a:pPr>
            <a:r>
              <a:rPr lang="en-US" altLang="zh-CN" sz="2400" dirty="0">
                <a:solidFill>
                  <a:srgbClr val="FF0000"/>
                </a:solidFill>
                <a:ea typeface="宋体" panose="02010600030101010101" pitchFamily="2" charset="-122"/>
              </a:rPr>
              <a:t>Implementation:</a:t>
            </a:r>
            <a:r>
              <a:rPr lang="en-US" altLang="zh-CN" sz="2400" dirty="0">
                <a:ea typeface="宋体" panose="02010600030101010101" pitchFamily="2" charset="-122"/>
              </a:rPr>
              <a:t> NAT router must:</a:t>
            </a:r>
            <a:br>
              <a:rPr lang="en-US" altLang="zh-CN" sz="2400" dirty="0">
                <a:ea typeface="宋体" panose="02010600030101010101" pitchFamily="2" charset="-122"/>
              </a:rPr>
            </a:br>
            <a:endParaRPr lang="en-US" altLang="zh-CN" sz="2400" dirty="0">
              <a:ea typeface="宋体" panose="02010600030101010101" pitchFamily="2" charset="-122"/>
            </a:endParaRPr>
          </a:p>
          <a:p>
            <a:pPr lvl="1">
              <a:lnSpc>
                <a:spcPct val="80000"/>
              </a:lnSpc>
            </a:pPr>
            <a:r>
              <a:rPr lang="en-US" altLang="zh-CN" i="1" dirty="0">
                <a:solidFill>
                  <a:schemeClr val="accent2"/>
                </a:solidFill>
                <a:ea typeface="宋体" panose="02010600030101010101" pitchFamily="2" charset="-122"/>
              </a:rPr>
              <a:t>outgoing datagrams:</a:t>
            </a:r>
            <a:r>
              <a:rPr lang="en-US" altLang="zh-CN" dirty="0">
                <a:solidFill>
                  <a:schemeClr val="accent2"/>
                </a:solidFill>
                <a:ea typeface="宋体" panose="02010600030101010101" pitchFamily="2" charset="-122"/>
              </a:rPr>
              <a:t> </a:t>
            </a:r>
            <a:r>
              <a:rPr lang="en-US" altLang="zh-CN" i="1" dirty="0">
                <a:solidFill>
                  <a:schemeClr val="accent2"/>
                </a:solidFill>
                <a:ea typeface="宋体" panose="02010600030101010101" pitchFamily="2" charset="-122"/>
              </a:rPr>
              <a:t>replace</a:t>
            </a:r>
            <a:r>
              <a:rPr lang="en-US" altLang="zh-CN" dirty="0">
                <a:ea typeface="宋体" panose="02010600030101010101" pitchFamily="2" charset="-122"/>
              </a:rPr>
              <a:t> (source IP address, port #) of every outgoing datagram to (NAT IP address, new port #)</a:t>
            </a:r>
            <a:endParaRPr lang="en-US" altLang="zh-CN" dirty="0">
              <a:ea typeface="宋体" panose="02010600030101010101" pitchFamily="2" charset="-122"/>
            </a:endParaRPr>
          </a:p>
          <a:p>
            <a:pPr lvl="2">
              <a:lnSpc>
                <a:spcPct val="80000"/>
              </a:lnSpc>
              <a:buNone/>
            </a:pPr>
            <a:r>
              <a:rPr lang="en-US" altLang="zh-CN" sz="2400" dirty="0">
                <a:ea typeface="宋体" panose="02010600030101010101" pitchFamily="2" charset="-122"/>
              </a:rPr>
              <a:t>. . . remote clients/servers will respond using (NAT IP address, new port #) as destination addr.</a:t>
            </a:r>
            <a:br>
              <a:rPr lang="en-US" altLang="zh-CN" sz="2400" dirty="0">
                <a:ea typeface="宋体" panose="02010600030101010101" pitchFamily="2" charset="-122"/>
              </a:rPr>
            </a:br>
            <a:endParaRPr lang="en-US" altLang="zh-CN" sz="2400" dirty="0">
              <a:ea typeface="宋体" panose="02010600030101010101" pitchFamily="2" charset="-122"/>
            </a:endParaRPr>
          </a:p>
          <a:p>
            <a:pPr lvl="1">
              <a:lnSpc>
                <a:spcPct val="80000"/>
              </a:lnSpc>
            </a:pPr>
            <a:r>
              <a:rPr lang="en-US" altLang="zh-CN" i="1" dirty="0">
                <a:solidFill>
                  <a:schemeClr val="accent2"/>
                </a:solidFill>
                <a:ea typeface="宋体" panose="02010600030101010101" pitchFamily="2" charset="-122"/>
              </a:rPr>
              <a:t>remember (in NAT translation table) </a:t>
            </a:r>
            <a:r>
              <a:rPr lang="en-US" altLang="zh-CN" dirty="0">
                <a:ea typeface="宋体" panose="02010600030101010101" pitchFamily="2" charset="-122"/>
              </a:rPr>
              <a:t>every (source IP address, port #)  to (NAT IP address, new port #) translation pair</a:t>
            </a:r>
            <a:br>
              <a:rPr lang="en-US" altLang="zh-CN" dirty="0">
                <a:ea typeface="宋体" panose="02010600030101010101" pitchFamily="2" charset="-122"/>
              </a:rPr>
            </a:br>
            <a:endParaRPr lang="en-US" altLang="zh-CN" dirty="0">
              <a:ea typeface="宋体" panose="02010600030101010101" pitchFamily="2" charset="-122"/>
            </a:endParaRPr>
          </a:p>
          <a:p>
            <a:pPr lvl="1">
              <a:lnSpc>
                <a:spcPct val="80000"/>
              </a:lnSpc>
            </a:pPr>
            <a:r>
              <a:rPr lang="en-US" altLang="zh-CN" i="1" dirty="0">
                <a:solidFill>
                  <a:schemeClr val="accent2"/>
                </a:solidFill>
                <a:ea typeface="宋体" panose="02010600030101010101" pitchFamily="2" charset="-122"/>
              </a:rPr>
              <a:t>incoming datagrams:</a:t>
            </a:r>
            <a:r>
              <a:rPr lang="en-US" altLang="zh-CN" dirty="0">
                <a:solidFill>
                  <a:schemeClr val="accent2"/>
                </a:solidFill>
                <a:ea typeface="宋体" panose="02010600030101010101" pitchFamily="2" charset="-122"/>
              </a:rPr>
              <a:t> </a:t>
            </a:r>
            <a:r>
              <a:rPr lang="en-US" altLang="zh-CN" i="1" dirty="0">
                <a:solidFill>
                  <a:schemeClr val="accent2"/>
                </a:solidFill>
                <a:ea typeface="宋体" panose="02010600030101010101" pitchFamily="2" charset="-122"/>
              </a:rPr>
              <a:t>replace</a:t>
            </a:r>
            <a:r>
              <a:rPr lang="en-US" altLang="zh-CN" dirty="0">
                <a:ea typeface="宋体" panose="02010600030101010101" pitchFamily="2" charset="-122"/>
              </a:rPr>
              <a:t> (NAT IP address, new port #) in dest fields of every incoming datagram with corresponding (source IP address, port #) stored in NAT table</a:t>
            </a:r>
            <a:endParaRPr lang="en-US" altLang="zh-CN" dirty="0">
              <a:ea typeface="宋体" panose="02010600030101010101" pitchFamily="2" charset="-122"/>
            </a:endParaRPr>
          </a:p>
          <a:p>
            <a:pPr lvl="1">
              <a:lnSpc>
                <a:spcPct val="80000"/>
              </a:lnSpc>
            </a:pPr>
            <a:endParaRPr lang="en-US" altLang="zh-CN" dirty="0">
              <a:ea typeface="宋体" panose="02010600030101010101" pitchFamily="2" charset="-122"/>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4" name="页脚占位符 5"/>
          <p:cNvSpPr txBox="1">
            <a:spLocks noGrp="1"/>
          </p:cNvSpPr>
          <p:nvPr>
            <p:ph type="ftr" sz="quarter" idx="11"/>
          </p:nvPr>
        </p:nvSpPr>
        <p:spPr/>
        <p:txBody>
          <a:bodyPr/>
          <a:p>
            <a:pPr marL="0" indent="0" algn="r">
              <a:spcBef>
                <a:spcPct val="0"/>
              </a:spcBef>
              <a:buClrTx/>
              <a:buSzTx/>
              <a:buFontTx/>
              <a:buNone/>
            </a:pPr>
            <a:r>
              <a:rPr lang="en-US" altLang="zh-CN" sz="1400" dirty="0">
                <a:ea typeface="宋体" panose="02010600030101010101" pitchFamily="2" charset="-122"/>
              </a:rPr>
              <a:t>Network Layer</a:t>
            </a:r>
            <a:endParaRPr lang="en-US" altLang="zh-CN" sz="1400" dirty="0">
              <a:latin typeface="Times New Roman" panose="02020603050405020304" pitchFamily="18" charset="0"/>
              <a:ea typeface="宋体" panose="02010600030101010101" pitchFamily="2" charset="-122"/>
            </a:endParaRPr>
          </a:p>
        </p:txBody>
      </p:sp>
      <p:sp>
        <p:nvSpPr>
          <p:cNvPr id="69635" name="灯片编号占位符 6"/>
          <p:cNvSpPr txBox="1">
            <a:spLocks noGrp="1"/>
          </p:cNvSpPr>
          <p:nvPr>
            <p:ph type="sldNum" sz="quarter" idx="12"/>
          </p:nvPr>
        </p:nvSpPr>
        <p:spPr/>
        <p:txBody>
          <a:bodyPr/>
          <a:p>
            <a:pPr marL="0" indent="0" algn="r">
              <a:spcBef>
                <a:spcPct val="0"/>
              </a:spcBef>
              <a:buClrTx/>
              <a:buSzTx/>
              <a:buFontTx/>
              <a:buNone/>
            </a:pPr>
            <a:r>
              <a:rPr lang="en-US" altLang="zh-CN" sz="1400" dirty="0">
                <a:ea typeface="宋体" panose="02010600030101010101" pitchFamily="2" charset="-122"/>
              </a:rPr>
              <a:t>4-</a:t>
            </a: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69636" name="Freeform 139"/>
          <p:cNvSpPr/>
          <p:nvPr/>
        </p:nvSpPr>
        <p:spPr>
          <a:xfrm>
            <a:off x="179388" y="3651250"/>
            <a:ext cx="4089400" cy="1355725"/>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2269" h="854">
                <a:moveTo>
                  <a:pt x="1888" y="285"/>
                </a:moveTo>
                <a:cubicBezTo>
                  <a:pt x="1622" y="258"/>
                  <a:pt x="723" y="317"/>
                  <a:pt x="418" y="283"/>
                </a:cubicBezTo>
                <a:cubicBezTo>
                  <a:pt x="113" y="249"/>
                  <a:pt x="120" y="0"/>
                  <a:pt x="60" y="83"/>
                </a:cubicBezTo>
                <a:cubicBezTo>
                  <a:pt x="0" y="166"/>
                  <a:pt x="8" y="708"/>
                  <a:pt x="60" y="781"/>
                </a:cubicBezTo>
                <a:cubicBezTo>
                  <a:pt x="112" y="854"/>
                  <a:pt x="48" y="575"/>
                  <a:pt x="374" y="519"/>
                </a:cubicBezTo>
                <a:cubicBezTo>
                  <a:pt x="700" y="463"/>
                  <a:pt x="1765" y="486"/>
                  <a:pt x="2017" y="447"/>
                </a:cubicBezTo>
                <a:cubicBezTo>
                  <a:pt x="2269" y="408"/>
                  <a:pt x="2110" y="319"/>
                  <a:pt x="1888" y="285"/>
                </a:cubicBezTo>
                <a:close/>
              </a:path>
            </a:pathLst>
          </a:custGeom>
          <a:gradFill rotWithShape="1">
            <a:gsLst>
              <a:gs pos="0">
                <a:srgbClr val="FFFFFF">
                  <a:alpha val="98000"/>
                </a:srgbClr>
              </a:gs>
              <a:gs pos="100000">
                <a:srgbClr val="66CCFF">
                  <a:alpha val="100000"/>
                </a:srgbClr>
              </a:gs>
            </a:gsLst>
            <a:lin ang="0" scaled="1"/>
            <a:tileRect/>
          </a:gradFill>
          <a:ln w="9525">
            <a:noFill/>
          </a:ln>
        </p:spPr>
        <p:txBody>
          <a:bodyPr/>
          <a:p>
            <a:endParaRPr lang="zh-CN" altLang="en-US"/>
          </a:p>
        </p:txBody>
      </p:sp>
      <p:sp>
        <p:nvSpPr>
          <p:cNvPr id="69637" name="Rectangle 2"/>
          <p:cNvSpPr>
            <a:spLocks noGrp="1"/>
          </p:cNvSpPr>
          <p:nvPr>
            <p:ph type="title"/>
          </p:nvPr>
        </p:nvSpPr>
        <p:spPr/>
        <p:txBody>
          <a:bodyPr vert="horz" wrap="square" lIns="91440" tIns="45720" rIns="91440" bIns="45720" anchor="ctr" anchorCtr="0"/>
          <a:p>
            <a:r>
              <a:rPr lang="en-US" altLang="zh-CN" sz="3200" dirty="0">
                <a:ea typeface="宋体" panose="02010600030101010101" pitchFamily="2" charset="-122"/>
              </a:rPr>
              <a:t>NAT: Network Address Translation</a:t>
            </a:r>
            <a:endParaRPr lang="en-US" altLang="zh-CN" sz="3200" dirty="0">
              <a:ea typeface="宋体" panose="02010600030101010101" pitchFamily="2" charset="-122"/>
            </a:endParaRPr>
          </a:p>
        </p:txBody>
      </p:sp>
      <p:sp>
        <p:nvSpPr>
          <p:cNvPr id="69638" name="Freeform 29"/>
          <p:cNvSpPr/>
          <p:nvPr/>
        </p:nvSpPr>
        <p:spPr>
          <a:xfrm>
            <a:off x="4468813" y="2922588"/>
            <a:ext cx="3738562" cy="2697162"/>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2355" h="1699">
                <a:moveTo>
                  <a:pt x="349" y="761"/>
                </a:moveTo>
                <a:cubicBezTo>
                  <a:pt x="587" y="729"/>
                  <a:pt x="1414" y="820"/>
                  <a:pt x="1651" y="732"/>
                </a:cubicBezTo>
                <a:cubicBezTo>
                  <a:pt x="1888" y="644"/>
                  <a:pt x="1710" y="351"/>
                  <a:pt x="1773" y="230"/>
                </a:cubicBezTo>
                <a:cubicBezTo>
                  <a:pt x="1836" y="109"/>
                  <a:pt x="1947" y="16"/>
                  <a:pt x="2029" y="8"/>
                </a:cubicBezTo>
                <a:cubicBezTo>
                  <a:pt x="2111" y="0"/>
                  <a:pt x="2213" y="27"/>
                  <a:pt x="2267" y="183"/>
                </a:cubicBezTo>
                <a:cubicBezTo>
                  <a:pt x="2321" y="339"/>
                  <a:pt x="2355" y="707"/>
                  <a:pt x="2355" y="942"/>
                </a:cubicBezTo>
                <a:cubicBezTo>
                  <a:pt x="2355" y="1177"/>
                  <a:pt x="2353" y="1485"/>
                  <a:pt x="2267" y="1592"/>
                </a:cubicBezTo>
                <a:cubicBezTo>
                  <a:pt x="2181" y="1699"/>
                  <a:pt x="1939" y="1680"/>
                  <a:pt x="1840" y="1586"/>
                </a:cubicBezTo>
                <a:cubicBezTo>
                  <a:pt x="1741" y="1492"/>
                  <a:pt x="1940" y="1135"/>
                  <a:pt x="1670" y="1025"/>
                </a:cubicBezTo>
                <a:cubicBezTo>
                  <a:pt x="1400" y="915"/>
                  <a:pt x="440" y="967"/>
                  <a:pt x="220" y="923"/>
                </a:cubicBezTo>
                <a:cubicBezTo>
                  <a:pt x="0" y="879"/>
                  <a:pt x="127" y="795"/>
                  <a:pt x="349" y="761"/>
                </a:cubicBezTo>
                <a:close/>
              </a:path>
            </a:pathLst>
          </a:custGeom>
          <a:solidFill>
            <a:srgbClr val="66CCFF">
              <a:alpha val="100000"/>
            </a:srgbClr>
          </a:solidFill>
          <a:ln w="9525">
            <a:noFill/>
          </a:ln>
        </p:spPr>
        <p:txBody>
          <a:bodyPr/>
          <a:p>
            <a:endParaRPr lang="zh-CN" altLang="en-US"/>
          </a:p>
        </p:txBody>
      </p:sp>
      <p:graphicFrame>
        <p:nvGraphicFramePr>
          <p:cNvPr id="69639" name="Object 27"/>
          <p:cNvGraphicFramePr>
            <a:graphicFrameLocks noGrp="1" noChangeAspect="1"/>
          </p:cNvGraphicFramePr>
          <p:nvPr>
            <p:ph sz="half" idx="2"/>
          </p:nvPr>
        </p:nvGraphicFramePr>
        <p:xfrm>
          <a:off x="7497763" y="3233738"/>
          <a:ext cx="555625" cy="463550"/>
        </p:xfrm>
        <a:graphic>
          <a:graphicData uri="http://schemas.openxmlformats.org/presentationml/2006/ole">
            <mc:AlternateContent xmlns:mc="http://schemas.openxmlformats.org/markup-compatibility/2006">
              <mc:Choice xmlns:v="urn:schemas-microsoft-com:vml" Requires="v">
                <p:oleObj spid="_x0000_s3131" name="" r:id="rId1" imgW="1307465" imgH="1083945" progId="MS_ClipArt_Gallery.2">
                  <p:embed/>
                </p:oleObj>
              </mc:Choice>
              <mc:Fallback>
                <p:oleObj name="" r:id="rId1" imgW="1307465" imgH="1083945" progId="MS_ClipArt_Gallery.2">
                  <p:embed/>
                  <p:pic>
                    <p:nvPicPr>
                      <p:cNvPr id="0" name="图片 3130"/>
                      <p:cNvPicPr/>
                      <p:nvPr/>
                    </p:nvPicPr>
                    <p:blipFill>
                      <a:blip r:embed="rId2"/>
                      <a:srcRect/>
                      <a:stretch>
                        <a:fillRect/>
                      </a:stretch>
                    </p:blipFill>
                    <p:spPr>
                      <a:xfrm>
                        <a:off x="7497763" y="3233738"/>
                        <a:ext cx="555625" cy="463550"/>
                      </a:xfrm>
                      <a:prstGeom prst="rect">
                        <a:avLst/>
                      </a:prstGeom>
                      <a:noFill/>
                      <a:ln w="38100">
                        <a:miter/>
                      </a:ln>
                    </p:spPr>
                  </p:pic>
                </p:oleObj>
              </mc:Fallback>
            </mc:AlternateContent>
          </a:graphicData>
        </a:graphic>
      </p:graphicFrame>
      <p:graphicFrame>
        <p:nvGraphicFramePr>
          <p:cNvPr id="69640" name="Object 30"/>
          <p:cNvGraphicFramePr>
            <a:graphicFrameLocks noChangeAspect="1"/>
          </p:cNvGraphicFramePr>
          <p:nvPr/>
        </p:nvGraphicFramePr>
        <p:xfrm>
          <a:off x="7546975" y="4022725"/>
          <a:ext cx="579438" cy="482600"/>
        </p:xfrm>
        <a:graphic>
          <a:graphicData uri="http://schemas.openxmlformats.org/presentationml/2006/ole">
            <mc:AlternateContent xmlns:mc="http://schemas.openxmlformats.org/markup-compatibility/2006">
              <mc:Choice xmlns:v="urn:schemas-microsoft-com:vml" Requires="v">
                <p:oleObj spid="_x0000_s3132" name="" r:id="rId3" imgW="1307465" imgH="1083945" progId="MS_ClipArt_Gallery.2">
                  <p:embed/>
                </p:oleObj>
              </mc:Choice>
              <mc:Fallback>
                <p:oleObj name="" r:id="rId3" imgW="1307465" imgH="1083945" progId="MS_ClipArt_Gallery.2">
                  <p:embed/>
                  <p:pic>
                    <p:nvPicPr>
                      <p:cNvPr id="0" name="图片 3131"/>
                      <p:cNvPicPr/>
                      <p:nvPr/>
                    </p:nvPicPr>
                    <p:blipFill>
                      <a:blip r:embed="rId2"/>
                      <a:stretch>
                        <a:fillRect/>
                      </a:stretch>
                    </p:blipFill>
                    <p:spPr>
                      <a:xfrm>
                        <a:off x="7546975" y="4022725"/>
                        <a:ext cx="579438" cy="482600"/>
                      </a:xfrm>
                      <a:prstGeom prst="rect">
                        <a:avLst/>
                      </a:prstGeom>
                      <a:noFill/>
                      <a:ln w="38100">
                        <a:noFill/>
                        <a:miter/>
                      </a:ln>
                    </p:spPr>
                  </p:pic>
                </p:oleObj>
              </mc:Fallback>
            </mc:AlternateContent>
          </a:graphicData>
        </a:graphic>
      </p:graphicFrame>
      <p:graphicFrame>
        <p:nvGraphicFramePr>
          <p:cNvPr id="69641" name="Object 31"/>
          <p:cNvGraphicFramePr>
            <a:graphicFrameLocks noChangeAspect="1"/>
          </p:cNvGraphicFramePr>
          <p:nvPr/>
        </p:nvGraphicFramePr>
        <p:xfrm>
          <a:off x="7518400" y="4787900"/>
          <a:ext cx="563563" cy="469900"/>
        </p:xfrm>
        <a:graphic>
          <a:graphicData uri="http://schemas.openxmlformats.org/presentationml/2006/ole">
            <mc:AlternateContent xmlns:mc="http://schemas.openxmlformats.org/markup-compatibility/2006">
              <mc:Choice xmlns:v="urn:schemas-microsoft-com:vml" Requires="v">
                <p:oleObj spid="_x0000_s3133" name="" r:id="rId4" imgW="1307465" imgH="1083945" progId="MS_ClipArt_Gallery.2">
                  <p:embed/>
                </p:oleObj>
              </mc:Choice>
              <mc:Fallback>
                <p:oleObj name="" r:id="rId4" imgW="1307465" imgH="1083945" progId="MS_ClipArt_Gallery.2">
                  <p:embed/>
                  <p:pic>
                    <p:nvPicPr>
                      <p:cNvPr id="0" name="图片 3132"/>
                      <p:cNvPicPr/>
                      <p:nvPr/>
                    </p:nvPicPr>
                    <p:blipFill>
                      <a:blip r:embed="rId2"/>
                      <a:stretch>
                        <a:fillRect/>
                      </a:stretch>
                    </p:blipFill>
                    <p:spPr>
                      <a:xfrm>
                        <a:off x="7518400" y="4787900"/>
                        <a:ext cx="563563" cy="469900"/>
                      </a:xfrm>
                      <a:prstGeom prst="rect">
                        <a:avLst/>
                      </a:prstGeom>
                      <a:noFill/>
                      <a:ln w="38100">
                        <a:noFill/>
                        <a:miter/>
                      </a:ln>
                    </p:spPr>
                  </p:pic>
                </p:oleObj>
              </mc:Fallback>
            </mc:AlternateContent>
          </a:graphicData>
        </a:graphic>
      </p:graphicFrame>
      <p:sp>
        <p:nvSpPr>
          <p:cNvPr id="69642" name="Line 32"/>
          <p:cNvSpPr/>
          <p:nvPr/>
        </p:nvSpPr>
        <p:spPr>
          <a:xfrm>
            <a:off x="4583113" y="4244975"/>
            <a:ext cx="3025775" cy="6350"/>
          </a:xfrm>
          <a:prstGeom prst="line">
            <a:avLst/>
          </a:prstGeom>
          <a:ln w="19050" cap="flat" cmpd="sng">
            <a:solidFill>
              <a:schemeClr val="tx1"/>
            </a:solidFill>
            <a:prstDash val="solid"/>
            <a:headEnd type="none" w="med" len="med"/>
            <a:tailEnd type="none" w="med" len="med"/>
          </a:ln>
        </p:spPr>
      </p:sp>
      <p:sp>
        <p:nvSpPr>
          <p:cNvPr id="69643" name="Line 33"/>
          <p:cNvSpPr/>
          <p:nvPr/>
        </p:nvSpPr>
        <p:spPr>
          <a:xfrm flipH="1">
            <a:off x="7418388" y="3502025"/>
            <a:ext cx="9525" cy="1492250"/>
          </a:xfrm>
          <a:prstGeom prst="line">
            <a:avLst/>
          </a:prstGeom>
          <a:ln w="19050" cap="flat" cmpd="sng">
            <a:solidFill>
              <a:schemeClr val="tx1"/>
            </a:solidFill>
            <a:prstDash val="solid"/>
            <a:headEnd type="none" w="med" len="med"/>
            <a:tailEnd type="none" w="med" len="med"/>
          </a:ln>
        </p:spPr>
      </p:sp>
      <p:sp>
        <p:nvSpPr>
          <p:cNvPr id="69644" name="Line 34"/>
          <p:cNvSpPr/>
          <p:nvPr/>
        </p:nvSpPr>
        <p:spPr>
          <a:xfrm>
            <a:off x="7423150" y="3497263"/>
            <a:ext cx="133350" cy="6350"/>
          </a:xfrm>
          <a:prstGeom prst="line">
            <a:avLst/>
          </a:prstGeom>
          <a:ln w="19050" cap="flat" cmpd="sng">
            <a:solidFill>
              <a:schemeClr val="tx1"/>
            </a:solidFill>
            <a:prstDash val="solid"/>
            <a:headEnd type="none" w="med" len="med"/>
            <a:tailEnd type="none" w="med" len="med"/>
          </a:ln>
        </p:spPr>
      </p:sp>
      <p:sp>
        <p:nvSpPr>
          <p:cNvPr id="69645" name="Line 35"/>
          <p:cNvSpPr/>
          <p:nvPr/>
        </p:nvSpPr>
        <p:spPr>
          <a:xfrm flipV="1">
            <a:off x="7429500" y="5002213"/>
            <a:ext cx="171450" cy="0"/>
          </a:xfrm>
          <a:prstGeom prst="line">
            <a:avLst/>
          </a:prstGeom>
          <a:ln w="19050" cap="flat" cmpd="sng">
            <a:solidFill>
              <a:schemeClr val="tx1"/>
            </a:solidFill>
            <a:prstDash val="solid"/>
            <a:headEnd type="none" w="med" len="med"/>
            <a:tailEnd type="none" w="med" len="med"/>
          </a:ln>
        </p:spPr>
      </p:sp>
      <p:sp>
        <p:nvSpPr>
          <p:cNvPr id="69646" name="Text Box 36"/>
          <p:cNvSpPr txBox="1"/>
          <p:nvPr/>
        </p:nvSpPr>
        <p:spPr>
          <a:xfrm>
            <a:off x="8048625" y="3232150"/>
            <a:ext cx="892175" cy="3365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600" dirty="0">
                <a:ea typeface="宋体" panose="02010600030101010101" pitchFamily="2" charset="-122"/>
              </a:rPr>
              <a:t>10.0.0.1</a:t>
            </a:r>
            <a:endParaRPr lang="en-US" altLang="zh-CN" sz="1600" dirty="0">
              <a:ea typeface="宋体" panose="02010600030101010101" pitchFamily="2" charset="-122"/>
            </a:endParaRPr>
          </a:p>
        </p:txBody>
      </p:sp>
      <p:sp>
        <p:nvSpPr>
          <p:cNvPr id="69647" name="Text Box 37"/>
          <p:cNvSpPr txBox="1"/>
          <p:nvPr/>
        </p:nvSpPr>
        <p:spPr>
          <a:xfrm>
            <a:off x="8175625" y="4000500"/>
            <a:ext cx="923925" cy="3365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600" dirty="0">
                <a:ea typeface="宋体" panose="02010600030101010101" pitchFamily="2" charset="-122"/>
              </a:rPr>
              <a:t>10.0.0.2</a:t>
            </a:r>
            <a:endParaRPr lang="en-US" altLang="zh-CN" sz="1600" dirty="0">
              <a:ea typeface="宋体" panose="02010600030101010101" pitchFamily="2" charset="-122"/>
            </a:endParaRPr>
          </a:p>
        </p:txBody>
      </p:sp>
      <p:sp>
        <p:nvSpPr>
          <p:cNvPr id="69648" name="Text Box 38"/>
          <p:cNvSpPr txBox="1"/>
          <p:nvPr/>
        </p:nvSpPr>
        <p:spPr>
          <a:xfrm>
            <a:off x="8137525" y="4895850"/>
            <a:ext cx="923925" cy="3365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600" dirty="0">
                <a:ea typeface="宋体" panose="02010600030101010101" pitchFamily="2" charset="-122"/>
              </a:rPr>
              <a:t>10.0.0.3</a:t>
            </a:r>
            <a:endParaRPr lang="en-US" altLang="zh-CN" sz="1600" dirty="0">
              <a:ea typeface="宋体" panose="02010600030101010101" pitchFamily="2" charset="-122"/>
            </a:endParaRPr>
          </a:p>
        </p:txBody>
      </p:sp>
      <p:grpSp>
        <p:nvGrpSpPr>
          <p:cNvPr id="233560" name="Group 88"/>
          <p:cNvGrpSpPr/>
          <p:nvPr/>
        </p:nvGrpSpPr>
        <p:grpSpPr>
          <a:xfrm>
            <a:off x="5635625" y="2860675"/>
            <a:ext cx="1871663" cy="1033463"/>
            <a:chOff x="3550" y="2055"/>
            <a:chExt cx="1179" cy="651"/>
          </a:xfrm>
        </p:grpSpPr>
        <p:grpSp>
          <p:nvGrpSpPr>
            <p:cNvPr id="69732" name="Group 50"/>
            <p:cNvGrpSpPr/>
            <p:nvPr/>
          </p:nvGrpSpPr>
          <p:grpSpPr>
            <a:xfrm>
              <a:off x="3550" y="2055"/>
              <a:ext cx="1179" cy="357"/>
              <a:chOff x="4381" y="786"/>
              <a:chExt cx="1108" cy="357"/>
            </a:xfrm>
          </p:grpSpPr>
          <p:sp>
            <p:nvSpPr>
              <p:cNvPr id="69737" name="Rectangle 40"/>
              <p:cNvSpPr/>
              <p:nvPr/>
            </p:nvSpPr>
            <p:spPr>
              <a:xfrm>
                <a:off x="4385" y="830"/>
                <a:ext cx="1104" cy="256"/>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69738" name="Text Box 39"/>
              <p:cNvSpPr txBox="1"/>
              <p:nvPr/>
            </p:nvSpPr>
            <p:spPr>
              <a:xfrm>
                <a:off x="4381" y="813"/>
                <a:ext cx="1045"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200" dirty="0">
                    <a:ea typeface="宋体" panose="02010600030101010101" pitchFamily="2" charset="-122"/>
                  </a:rPr>
                  <a:t>S: 10.0.0.1, 3345</a:t>
                </a:r>
                <a:endParaRPr lang="en-US" altLang="zh-CN" sz="1200" dirty="0">
                  <a:ea typeface="宋体" panose="02010600030101010101" pitchFamily="2" charset="-122"/>
                </a:endParaRPr>
              </a:p>
              <a:p>
                <a:pPr marL="0" lvl="0" indent="0">
                  <a:spcBef>
                    <a:spcPct val="0"/>
                  </a:spcBef>
                  <a:buClrTx/>
                  <a:buSzTx/>
                  <a:buFontTx/>
                  <a:buNone/>
                </a:pPr>
                <a:r>
                  <a:rPr lang="en-US" altLang="zh-CN" sz="1200" dirty="0">
                    <a:ea typeface="宋体" panose="02010600030101010101" pitchFamily="2" charset="-122"/>
                  </a:rPr>
                  <a:t>D: 128.119.40.186, 80</a:t>
                </a:r>
                <a:endParaRPr lang="en-US" altLang="zh-CN" sz="1200" dirty="0">
                  <a:ea typeface="宋体" panose="02010600030101010101" pitchFamily="2" charset="-122"/>
                </a:endParaRPr>
              </a:p>
            </p:txBody>
          </p:sp>
          <p:grpSp>
            <p:nvGrpSpPr>
              <p:cNvPr id="69739" name="Group 44"/>
              <p:cNvGrpSpPr/>
              <p:nvPr/>
            </p:nvGrpSpPr>
            <p:grpSpPr>
              <a:xfrm>
                <a:off x="5394" y="786"/>
                <a:ext cx="48" cy="99"/>
                <a:chOff x="5508" y="1599"/>
                <a:chExt cx="48" cy="99"/>
              </a:xfrm>
            </p:grpSpPr>
            <p:sp>
              <p:nvSpPr>
                <p:cNvPr id="69744" name="Freeform 43"/>
                <p:cNvSpPr/>
                <p:nvPr/>
              </p:nvSpPr>
              <p:spPr>
                <a:xfrm>
                  <a:off x="5508" y="1599"/>
                  <a:ext cx="48" cy="99"/>
                </a:xfrm>
                <a:custGeom>
                  <a:avLst/>
                  <a:gdLst/>
                  <a:ahLst/>
                  <a:cxnLst>
                    <a:cxn ang="0">
                      <a:pos x="21" y="0"/>
                    </a:cxn>
                    <a:cxn ang="0">
                      <a:pos x="0" y="72"/>
                    </a:cxn>
                    <a:cxn ang="0">
                      <a:pos x="27" y="99"/>
                    </a:cxn>
                    <a:cxn ang="0">
                      <a:pos x="48" y="21"/>
                    </a:cxn>
                    <a:cxn ang="0">
                      <a:pos x="21" y="0"/>
                    </a:cxn>
                  </a:cxnLst>
                  <a:pathLst>
                    <a:path w="48" h="99">
                      <a:moveTo>
                        <a:pt x="21" y="0"/>
                      </a:moveTo>
                      <a:lnTo>
                        <a:pt x="0" y="72"/>
                      </a:lnTo>
                      <a:lnTo>
                        <a:pt x="27" y="99"/>
                      </a:lnTo>
                      <a:lnTo>
                        <a:pt x="48" y="21"/>
                      </a:lnTo>
                      <a:lnTo>
                        <a:pt x="21" y="0"/>
                      </a:lnTo>
                      <a:close/>
                    </a:path>
                  </a:pathLst>
                </a:custGeom>
                <a:solidFill>
                  <a:schemeClr val="bg1">
                    <a:alpha val="100000"/>
                  </a:schemeClr>
                </a:solidFill>
                <a:ln w="9525">
                  <a:noFill/>
                </a:ln>
              </p:spPr>
              <p:txBody>
                <a:bodyPr/>
                <a:p>
                  <a:endParaRPr lang="zh-CN" altLang="en-US"/>
                </a:p>
              </p:txBody>
            </p:sp>
            <p:sp>
              <p:nvSpPr>
                <p:cNvPr id="69745" name="Line 41"/>
                <p:cNvSpPr/>
                <p:nvPr/>
              </p:nvSpPr>
              <p:spPr>
                <a:xfrm flipH="1">
                  <a:off x="5512" y="1608"/>
                  <a:ext cx="20" cy="68"/>
                </a:xfrm>
                <a:prstGeom prst="line">
                  <a:avLst/>
                </a:prstGeom>
                <a:ln w="9525" cap="flat" cmpd="sng">
                  <a:solidFill>
                    <a:schemeClr val="tx1"/>
                  </a:solidFill>
                  <a:prstDash val="solid"/>
                  <a:headEnd type="none" w="med" len="med"/>
                  <a:tailEnd type="none" w="med" len="med"/>
                </a:ln>
              </p:spPr>
            </p:sp>
            <p:sp>
              <p:nvSpPr>
                <p:cNvPr id="69746" name="Line 42"/>
                <p:cNvSpPr/>
                <p:nvPr/>
              </p:nvSpPr>
              <p:spPr>
                <a:xfrm flipH="1">
                  <a:off x="5536" y="1620"/>
                  <a:ext cx="20" cy="68"/>
                </a:xfrm>
                <a:prstGeom prst="line">
                  <a:avLst/>
                </a:prstGeom>
                <a:ln w="9525" cap="flat" cmpd="sng">
                  <a:solidFill>
                    <a:schemeClr val="tx1"/>
                  </a:solidFill>
                  <a:prstDash val="solid"/>
                  <a:headEnd type="none" w="med" len="med"/>
                  <a:tailEnd type="none" w="med" len="med"/>
                </a:ln>
              </p:spPr>
            </p:sp>
          </p:grpSp>
          <p:grpSp>
            <p:nvGrpSpPr>
              <p:cNvPr id="69740" name="Group 45"/>
              <p:cNvGrpSpPr/>
              <p:nvPr/>
            </p:nvGrpSpPr>
            <p:grpSpPr>
              <a:xfrm>
                <a:off x="5382" y="1044"/>
                <a:ext cx="48" cy="99"/>
                <a:chOff x="5508" y="1599"/>
                <a:chExt cx="48" cy="99"/>
              </a:xfrm>
            </p:grpSpPr>
            <p:sp>
              <p:nvSpPr>
                <p:cNvPr id="69741" name="Freeform 46"/>
                <p:cNvSpPr/>
                <p:nvPr/>
              </p:nvSpPr>
              <p:spPr>
                <a:xfrm>
                  <a:off x="5508" y="1599"/>
                  <a:ext cx="48" cy="99"/>
                </a:xfrm>
                <a:custGeom>
                  <a:avLst/>
                  <a:gdLst/>
                  <a:ahLst/>
                  <a:cxnLst>
                    <a:cxn ang="0">
                      <a:pos x="21" y="0"/>
                    </a:cxn>
                    <a:cxn ang="0">
                      <a:pos x="0" y="72"/>
                    </a:cxn>
                    <a:cxn ang="0">
                      <a:pos x="27" y="99"/>
                    </a:cxn>
                    <a:cxn ang="0">
                      <a:pos x="48" y="21"/>
                    </a:cxn>
                    <a:cxn ang="0">
                      <a:pos x="21" y="0"/>
                    </a:cxn>
                  </a:cxnLst>
                  <a:pathLst>
                    <a:path w="48" h="99">
                      <a:moveTo>
                        <a:pt x="21" y="0"/>
                      </a:moveTo>
                      <a:lnTo>
                        <a:pt x="0" y="72"/>
                      </a:lnTo>
                      <a:lnTo>
                        <a:pt x="27" y="99"/>
                      </a:lnTo>
                      <a:lnTo>
                        <a:pt x="48" y="21"/>
                      </a:lnTo>
                      <a:lnTo>
                        <a:pt x="21" y="0"/>
                      </a:lnTo>
                      <a:close/>
                    </a:path>
                  </a:pathLst>
                </a:custGeom>
                <a:solidFill>
                  <a:schemeClr val="bg1">
                    <a:alpha val="100000"/>
                  </a:schemeClr>
                </a:solidFill>
                <a:ln w="9525">
                  <a:noFill/>
                </a:ln>
              </p:spPr>
              <p:txBody>
                <a:bodyPr/>
                <a:p>
                  <a:endParaRPr lang="zh-CN" altLang="en-US"/>
                </a:p>
              </p:txBody>
            </p:sp>
            <p:sp>
              <p:nvSpPr>
                <p:cNvPr id="69742" name="Line 47"/>
                <p:cNvSpPr/>
                <p:nvPr/>
              </p:nvSpPr>
              <p:spPr>
                <a:xfrm flipH="1">
                  <a:off x="5512" y="1608"/>
                  <a:ext cx="20" cy="68"/>
                </a:xfrm>
                <a:prstGeom prst="line">
                  <a:avLst/>
                </a:prstGeom>
                <a:ln w="9525" cap="flat" cmpd="sng">
                  <a:solidFill>
                    <a:schemeClr val="tx1"/>
                  </a:solidFill>
                  <a:prstDash val="solid"/>
                  <a:headEnd type="none" w="med" len="med"/>
                  <a:tailEnd type="none" w="med" len="med"/>
                </a:ln>
              </p:spPr>
            </p:sp>
            <p:sp>
              <p:nvSpPr>
                <p:cNvPr id="69743" name="Line 48"/>
                <p:cNvSpPr/>
                <p:nvPr/>
              </p:nvSpPr>
              <p:spPr>
                <a:xfrm flipH="1">
                  <a:off x="5536" y="1620"/>
                  <a:ext cx="20" cy="68"/>
                </a:xfrm>
                <a:prstGeom prst="line">
                  <a:avLst/>
                </a:prstGeom>
                <a:ln w="9525" cap="flat" cmpd="sng">
                  <a:solidFill>
                    <a:schemeClr val="tx1"/>
                  </a:solidFill>
                  <a:prstDash val="solid"/>
                  <a:headEnd type="none" w="med" len="med"/>
                  <a:tailEnd type="none" w="med" len="med"/>
                </a:ln>
              </p:spPr>
            </p:sp>
          </p:grpSp>
        </p:grpSp>
        <p:sp>
          <p:nvSpPr>
            <p:cNvPr id="69733" name="Freeform 51"/>
            <p:cNvSpPr/>
            <p:nvPr/>
          </p:nvSpPr>
          <p:spPr>
            <a:xfrm>
              <a:off x="3573" y="2364"/>
              <a:ext cx="564" cy="342"/>
            </a:xfrm>
            <a:custGeom>
              <a:avLst/>
              <a:gdLst/>
              <a:ahLst/>
              <a:cxnLst>
                <a:cxn ang="0">
                  <a:pos x="0" y="2096"/>
                </a:cxn>
                <a:cxn ang="0">
                  <a:pos x="4672" y="2096"/>
                </a:cxn>
                <a:cxn ang="0">
                  <a:pos x="4672" y="0"/>
                </a:cxn>
              </a:cxnLst>
              <a:pathLst>
                <a:path w="417" h="264">
                  <a:moveTo>
                    <a:pt x="0" y="264"/>
                  </a:moveTo>
                  <a:lnTo>
                    <a:pt x="417" y="264"/>
                  </a:lnTo>
                  <a:lnTo>
                    <a:pt x="417" y="0"/>
                  </a:lnTo>
                </a:path>
              </a:pathLst>
            </a:custGeom>
            <a:noFill/>
            <a:ln w="28575" cap="flat" cmpd="sng">
              <a:solidFill>
                <a:schemeClr val="tx1">
                  <a:alpha val="100000"/>
                </a:schemeClr>
              </a:solidFill>
              <a:prstDash val="solid"/>
              <a:round/>
              <a:headEnd type="triangle" w="med" len="med"/>
              <a:tailEnd type="none" w="med" len="med"/>
            </a:ln>
          </p:spPr>
          <p:txBody>
            <a:bodyPr/>
            <a:p>
              <a:endParaRPr lang="zh-CN" altLang="en-US"/>
            </a:p>
          </p:txBody>
        </p:sp>
        <p:grpSp>
          <p:nvGrpSpPr>
            <p:cNvPr id="69734" name="Group 87"/>
            <p:cNvGrpSpPr/>
            <p:nvPr/>
          </p:nvGrpSpPr>
          <p:grpSpPr>
            <a:xfrm>
              <a:off x="4032" y="2419"/>
              <a:ext cx="218" cy="231"/>
              <a:chOff x="5140" y="403"/>
              <a:chExt cx="218" cy="231"/>
            </a:xfrm>
          </p:grpSpPr>
          <p:sp>
            <p:nvSpPr>
              <p:cNvPr id="69735" name="Oval 86"/>
              <p:cNvSpPr/>
              <p:nvPr/>
            </p:nvSpPr>
            <p:spPr>
              <a:xfrm>
                <a:off x="5140" y="410"/>
                <a:ext cx="218" cy="218"/>
              </a:xfrm>
              <a:prstGeom prst="ellipse">
                <a:avLst/>
              </a:prstGeom>
              <a:solidFill>
                <a:schemeClr val="bg1"/>
              </a:solidFill>
              <a:ln w="9525" cap="flat" cmpd="sng">
                <a:solidFill>
                  <a:srgbClr val="FF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69736" name="Text Box 52"/>
              <p:cNvSpPr txBox="1"/>
              <p:nvPr/>
            </p:nvSpPr>
            <p:spPr>
              <a:xfrm>
                <a:off x="5154" y="403"/>
                <a:ext cx="181"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solidFill>
                      <a:srgbClr val="FF0000"/>
                    </a:solidFill>
                    <a:ea typeface="宋体" panose="02010600030101010101" pitchFamily="2" charset="-122"/>
                  </a:rPr>
                  <a:t>1</a:t>
                </a:r>
                <a:endParaRPr lang="en-US" altLang="zh-CN" sz="1800" dirty="0">
                  <a:solidFill>
                    <a:srgbClr val="FF0000"/>
                  </a:solidFill>
                  <a:ea typeface="宋体" panose="02010600030101010101" pitchFamily="2" charset="-122"/>
                </a:endParaRPr>
              </a:p>
            </p:txBody>
          </p:sp>
        </p:grpSp>
      </p:grpSp>
      <p:sp>
        <p:nvSpPr>
          <p:cNvPr id="69650" name="Text Box 54"/>
          <p:cNvSpPr txBox="1"/>
          <p:nvPr/>
        </p:nvSpPr>
        <p:spPr>
          <a:xfrm>
            <a:off x="4533900" y="3822700"/>
            <a:ext cx="923925" cy="3365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600" dirty="0">
                <a:ea typeface="宋体" panose="02010600030101010101" pitchFamily="2" charset="-122"/>
              </a:rPr>
              <a:t>10.0.0.4</a:t>
            </a:r>
            <a:endParaRPr lang="en-US" altLang="zh-CN" sz="1600" dirty="0">
              <a:ea typeface="宋体" panose="02010600030101010101" pitchFamily="2" charset="-122"/>
            </a:endParaRPr>
          </a:p>
        </p:txBody>
      </p:sp>
      <p:sp>
        <p:nvSpPr>
          <p:cNvPr id="69651" name="Line 55"/>
          <p:cNvSpPr/>
          <p:nvPr/>
        </p:nvSpPr>
        <p:spPr>
          <a:xfrm flipH="1">
            <a:off x="4657725" y="4073525"/>
            <a:ext cx="85725" cy="128588"/>
          </a:xfrm>
          <a:prstGeom prst="line">
            <a:avLst/>
          </a:prstGeom>
          <a:ln w="19050" cap="flat" cmpd="sng">
            <a:solidFill>
              <a:schemeClr val="tx1"/>
            </a:solidFill>
            <a:prstDash val="solid"/>
            <a:headEnd type="none" w="med" len="med"/>
            <a:tailEnd type="triangle" w="med" len="med"/>
          </a:ln>
        </p:spPr>
      </p:sp>
      <p:sp>
        <p:nvSpPr>
          <p:cNvPr id="69652" name="Text Box 56"/>
          <p:cNvSpPr txBox="1"/>
          <p:nvPr/>
        </p:nvSpPr>
        <p:spPr>
          <a:xfrm>
            <a:off x="2695575" y="4379913"/>
            <a:ext cx="1295400" cy="3365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600" dirty="0">
                <a:ea typeface="宋体" panose="02010600030101010101" pitchFamily="2" charset="-122"/>
              </a:rPr>
              <a:t>138.76.29.7</a:t>
            </a:r>
            <a:endParaRPr lang="en-US" altLang="zh-CN" sz="1600" dirty="0">
              <a:ea typeface="宋体" panose="02010600030101010101" pitchFamily="2" charset="-122"/>
            </a:endParaRPr>
          </a:p>
        </p:txBody>
      </p:sp>
      <p:sp>
        <p:nvSpPr>
          <p:cNvPr id="69653" name="Line 57"/>
          <p:cNvSpPr/>
          <p:nvPr/>
        </p:nvSpPr>
        <p:spPr>
          <a:xfrm flipH="1">
            <a:off x="3917950" y="4311650"/>
            <a:ext cx="85725" cy="128588"/>
          </a:xfrm>
          <a:prstGeom prst="line">
            <a:avLst/>
          </a:prstGeom>
          <a:ln w="19050" cap="flat" cmpd="sng">
            <a:solidFill>
              <a:schemeClr val="tx1"/>
            </a:solidFill>
            <a:prstDash val="solid"/>
            <a:headEnd type="triangle" w="med" len="med"/>
            <a:tailEnd type="none" w="med" len="med"/>
          </a:ln>
        </p:spPr>
      </p:sp>
      <p:grpSp>
        <p:nvGrpSpPr>
          <p:cNvPr id="233531" name="Group 59"/>
          <p:cNvGrpSpPr/>
          <p:nvPr/>
        </p:nvGrpSpPr>
        <p:grpSpPr>
          <a:xfrm>
            <a:off x="6469063" y="1541463"/>
            <a:ext cx="2503487" cy="1417637"/>
            <a:chOff x="3944" y="971"/>
            <a:chExt cx="1577" cy="893"/>
          </a:xfrm>
        </p:grpSpPr>
        <p:sp>
          <p:nvSpPr>
            <p:cNvPr id="69730" name="Text Box 53"/>
            <p:cNvSpPr txBox="1"/>
            <p:nvPr/>
          </p:nvSpPr>
          <p:spPr>
            <a:xfrm>
              <a:off x="4121" y="971"/>
              <a:ext cx="1400" cy="57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u="sng" dirty="0">
                  <a:solidFill>
                    <a:srgbClr val="FF0000"/>
                  </a:solidFill>
                  <a:ea typeface="宋体" panose="02010600030101010101" pitchFamily="2" charset="-122"/>
                </a:rPr>
                <a:t>1:</a:t>
              </a:r>
              <a:r>
                <a:rPr lang="en-US" altLang="zh-CN" sz="1800" dirty="0">
                  <a:solidFill>
                    <a:srgbClr val="FF0000"/>
                  </a:solidFill>
                  <a:ea typeface="宋体" panose="02010600030101010101" pitchFamily="2" charset="-122"/>
                </a:rPr>
                <a:t> host 10.0.0.1 </a:t>
              </a:r>
              <a:endParaRPr lang="en-US" altLang="zh-CN" sz="1800" dirty="0">
                <a:solidFill>
                  <a:srgbClr val="FF0000"/>
                </a:solidFill>
                <a:ea typeface="宋体" panose="02010600030101010101" pitchFamily="2" charset="-122"/>
              </a:endParaRPr>
            </a:p>
            <a:p>
              <a:pPr marL="0" lvl="0" indent="0">
                <a:spcBef>
                  <a:spcPct val="0"/>
                </a:spcBef>
                <a:buClrTx/>
                <a:buSzTx/>
                <a:buFontTx/>
                <a:buNone/>
              </a:pPr>
              <a:r>
                <a:rPr lang="en-US" altLang="zh-CN" sz="1800" dirty="0">
                  <a:solidFill>
                    <a:srgbClr val="FF0000"/>
                  </a:solidFill>
                  <a:ea typeface="宋体" panose="02010600030101010101" pitchFamily="2" charset="-122"/>
                </a:rPr>
                <a:t>sends datagram to </a:t>
              </a:r>
              <a:endParaRPr lang="en-US" altLang="zh-CN" sz="1800" dirty="0">
                <a:solidFill>
                  <a:srgbClr val="FF0000"/>
                </a:solidFill>
                <a:ea typeface="宋体" panose="02010600030101010101" pitchFamily="2" charset="-122"/>
              </a:endParaRPr>
            </a:p>
            <a:p>
              <a:pPr marL="0" lvl="0" indent="0">
                <a:spcBef>
                  <a:spcPct val="0"/>
                </a:spcBef>
                <a:buClrTx/>
                <a:buSzTx/>
                <a:buFontTx/>
                <a:buNone/>
              </a:pPr>
              <a:r>
                <a:rPr lang="en-US" altLang="zh-CN" sz="1800" dirty="0">
                  <a:solidFill>
                    <a:srgbClr val="FF0000"/>
                  </a:solidFill>
                  <a:ea typeface="宋体" panose="02010600030101010101" pitchFamily="2" charset="-122"/>
                </a:rPr>
                <a:t>128.119.40.186, 80</a:t>
              </a:r>
              <a:endParaRPr lang="en-US" altLang="zh-CN" sz="1800" dirty="0">
                <a:solidFill>
                  <a:srgbClr val="FF0000"/>
                </a:solidFill>
                <a:ea typeface="宋体" panose="02010600030101010101" pitchFamily="2" charset="-122"/>
              </a:endParaRPr>
            </a:p>
          </p:txBody>
        </p:sp>
        <p:sp>
          <p:nvSpPr>
            <p:cNvPr id="69731" name="Line 58"/>
            <p:cNvSpPr/>
            <p:nvPr/>
          </p:nvSpPr>
          <p:spPr>
            <a:xfrm flipH="1">
              <a:off x="3944" y="1105"/>
              <a:ext cx="197" cy="759"/>
            </a:xfrm>
            <a:prstGeom prst="line">
              <a:avLst/>
            </a:prstGeom>
            <a:ln w="19050" cap="flat" cmpd="sng">
              <a:solidFill>
                <a:srgbClr val="FF0000"/>
              </a:solidFill>
              <a:prstDash val="solid"/>
              <a:headEnd type="none" w="med" len="med"/>
              <a:tailEnd type="triangle" w="med" len="med"/>
            </a:ln>
          </p:spPr>
        </p:sp>
      </p:grpSp>
      <p:sp>
        <p:nvSpPr>
          <p:cNvPr id="69655" name="Freeform 67"/>
          <p:cNvSpPr/>
          <p:nvPr/>
        </p:nvSpPr>
        <p:spPr>
          <a:xfrm>
            <a:off x="2344738" y="2627313"/>
            <a:ext cx="3862387" cy="1531937"/>
          </a:xfrm>
          <a:custGeom>
            <a:avLst/>
            <a:gdLst/>
            <a:ahLst/>
            <a:cxnLst>
              <a:cxn ang="0">
                <a:pos x="0" y="2147483646"/>
              </a:cxn>
              <a:cxn ang="0">
                <a:pos x="2147483646" y="2147483646"/>
              </a:cxn>
              <a:cxn ang="0">
                <a:pos x="2147483646" y="2147483646"/>
              </a:cxn>
              <a:cxn ang="0">
                <a:pos x="2147483646" y="2147483646"/>
              </a:cxn>
              <a:cxn ang="0">
                <a:pos x="2147483646" y="2147483646"/>
              </a:cxn>
              <a:cxn ang="0">
                <a:pos x="2147483646" y="2147483646"/>
              </a:cxn>
              <a:cxn ang="0">
                <a:pos x="0" y="2147483646"/>
              </a:cxn>
            </a:cxnLst>
            <a:pathLst>
              <a:path w="2433" h="965">
                <a:moveTo>
                  <a:pt x="0" y="64"/>
                </a:moveTo>
                <a:cubicBezTo>
                  <a:pt x="0" y="64"/>
                  <a:pt x="2079" y="0"/>
                  <a:pt x="2352" y="64"/>
                </a:cubicBezTo>
                <a:cubicBezTo>
                  <a:pt x="2433" y="57"/>
                  <a:pt x="1814" y="309"/>
                  <a:pt x="1640" y="450"/>
                </a:cubicBezTo>
                <a:cubicBezTo>
                  <a:pt x="1466" y="591"/>
                  <a:pt x="1383" y="888"/>
                  <a:pt x="1308" y="965"/>
                </a:cubicBezTo>
                <a:lnTo>
                  <a:pt x="1159" y="965"/>
                </a:lnTo>
                <a:cubicBezTo>
                  <a:pt x="1078" y="870"/>
                  <a:pt x="1013" y="546"/>
                  <a:pt x="820" y="396"/>
                </a:cubicBezTo>
                <a:cubicBezTo>
                  <a:pt x="583" y="207"/>
                  <a:pt x="189" y="142"/>
                  <a:pt x="0" y="64"/>
                </a:cubicBezTo>
                <a:close/>
              </a:path>
            </a:pathLst>
          </a:custGeom>
          <a:gradFill rotWithShape="1">
            <a:gsLst>
              <a:gs pos="0">
                <a:schemeClr val="hlink">
                  <a:alpha val="100000"/>
                </a:schemeClr>
              </a:gs>
              <a:gs pos="100000">
                <a:schemeClr val="bg1">
                  <a:alpha val="100000"/>
                </a:schemeClr>
              </a:gs>
            </a:gsLst>
            <a:lin ang="5400000" scaled="1"/>
            <a:tileRect/>
          </a:gradFill>
          <a:ln w="3175" cap="flat" cmpd="sng">
            <a:solidFill>
              <a:schemeClr val="hlink">
                <a:alpha val="100000"/>
              </a:schemeClr>
            </a:solidFill>
            <a:prstDash val="solid"/>
            <a:round/>
            <a:headEnd type="none" w="med" len="med"/>
            <a:tailEnd type="none" w="med" len="med"/>
          </a:ln>
        </p:spPr>
        <p:txBody>
          <a:bodyPr/>
          <a:p>
            <a:endParaRPr lang="zh-CN" altLang="en-US"/>
          </a:p>
        </p:txBody>
      </p:sp>
      <p:sp>
        <p:nvSpPr>
          <p:cNvPr id="69656" name="Rectangle 62"/>
          <p:cNvSpPr/>
          <p:nvPr/>
        </p:nvSpPr>
        <p:spPr>
          <a:xfrm>
            <a:off x="2344738" y="1374775"/>
            <a:ext cx="3784600" cy="1354138"/>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69657" name="Text Box 60"/>
          <p:cNvSpPr txBox="1"/>
          <p:nvPr/>
        </p:nvSpPr>
        <p:spPr>
          <a:xfrm>
            <a:off x="2260600" y="1423988"/>
            <a:ext cx="3929063" cy="6413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800" dirty="0">
                <a:ea typeface="宋体" panose="02010600030101010101" pitchFamily="2" charset="-122"/>
              </a:rPr>
              <a:t>NAT translation table</a:t>
            </a:r>
            <a:endParaRPr lang="en-US" altLang="zh-CN" sz="1800" dirty="0">
              <a:ea typeface="宋体" panose="02010600030101010101" pitchFamily="2" charset="-122"/>
            </a:endParaRPr>
          </a:p>
          <a:p>
            <a:pPr marL="0" lvl="0" indent="0" algn="ctr">
              <a:spcBef>
                <a:spcPct val="0"/>
              </a:spcBef>
              <a:buClrTx/>
              <a:buSzTx/>
              <a:buFontTx/>
              <a:buNone/>
            </a:pPr>
            <a:r>
              <a:rPr lang="en-US" altLang="zh-CN" sz="1800" dirty="0">
                <a:ea typeface="宋体" panose="02010600030101010101" pitchFamily="2" charset="-122"/>
              </a:rPr>
              <a:t>WAN side addr        LAN side addr</a:t>
            </a:r>
            <a:endParaRPr lang="en-US" altLang="zh-CN" sz="1800" dirty="0">
              <a:ea typeface="宋体" panose="02010600030101010101" pitchFamily="2" charset="-122"/>
            </a:endParaRPr>
          </a:p>
        </p:txBody>
      </p:sp>
      <p:sp>
        <p:nvSpPr>
          <p:cNvPr id="69658" name="Line 63"/>
          <p:cNvSpPr/>
          <p:nvPr/>
        </p:nvSpPr>
        <p:spPr>
          <a:xfrm flipV="1">
            <a:off x="2344738" y="1747838"/>
            <a:ext cx="3790950" cy="11112"/>
          </a:xfrm>
          <a:prstGeom prst="line">
            <a:avLst/>
          </a:prstGeom>
          <a:ln w="9525" cap="flat" cmpd="sng">
            <a:solidFill>
              <a:schemeClr val="tx1"/>
            </a:solidFill>
            <a:prstDash val="solid"/>
            <a:headEnd type="none" w="med" len="med"/>
            <a:tailEnd type="none" w="med" len="med"/>
          </a:ln>
        </p:spPr>
      </p:sp>
      <p:sp>
        <p:nvSpPr>
          <p:cNvPr id="69659" name="Line 64"/>
          <p:cNvSpPr/>
          <p:nvPr/>
        </p:nvSpPr>
        <p:spPr>
          <a:xfrm flipV="1">
            <a:off x="2359025" y="2025650"/>
            <a:ext cx="3749675" cy="11113"/>
          </a:xfrm>
          <a:prstGeom prst="line">
            <a:avLst/>
          </a:prstGeom>
          <a:ln w="9525" cap="flat" cmpd="sng">
            <a:solidFill>
              <a:schemeClr val="tx1"/>
            </a:solidFill>
            <a:prstDash val="solid"/>
            <a:headEnd type="none" w="med" len="med"/>
            <a:tailEnd type="none" w="med" len="med"/>
          </a:ln>
        </p:spPr>
      </p:sp>
      <p:sp>
        <p:nvSpPr>
          <p:cNvPr id="69660" name="Line 65"/>
          <p:cNvSpPr/>
          <p:nvPr/>
        </p:nvSpPr>
        <p:spPr>
          <a:xfrm>
            <a:off x="4468813" y="1770063"/>
            <a:ext cx="3175" cy="955675"/>
          </a:xfrm>
          <a:prstGeom prst="line">
            <a:avLst/>
          </a:prstGeom>
          <a:ln w="9525" cap="flat" cmpd="sng">
            <a:solidFill>
              <a:schemeClr val="tx1"/>
            </a:solidFill>
            <a:prstDash val="solid"/>
            <a:headEnd type="none" w="med" len="med"/>
            <a:tailEnd type="none" w="med" len="med"/>
          </a:ln>
        </p:spPr>
      </p:sp>
      <p:grpSp>
        <p:nvGrpSpPr>
          <p:cNvPr id="69661" name="Group 10"/>
          <p:cNvGrpSpPr/>
          <p:nvPr/>
        </p:nvGrpSpPr>
        <p:grpSpPr>
          <a:xfrm>
            <a:off x="4062413" y="4105275"/>
            <a:ext cx="555625" cy="307975"/>
            <a:chOff x="3600" y="219"/>
            <a:chExt cx="360" cy="175"/>
          </a:xfrm>
        </p:grpSpPr>
        <p:sp>
          <p:nvSpPr>
            <p:cNvPr id="69717" name="Oval 11"/>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69718" name="Line 12"/>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69719" name="Line 13"/>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69720" name="Rectangle 14"/>
            <p:cNvSpPr/>
            <p:nvPr/>
          </p:nvSpPr>
          <p:spPr>
            <a:xfrm>
              <a:off x="3603" y="289"/>
              <a:ext cx="354" cy="5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69721" name="Oval 15"/>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69722" name="Group 16"/>
            <p:cNvGrpSpPr/>
            <p:nvPr/>
          </p:nvGrpSpPr>
          <p:grpSpPr>
            <a:xfrm>
              <a:off x="3686" y="244"/>
              <a:ext cx="177" cy="66"/>
              <a:chOff x="2848" y="848"/>
              <a:chExt cx="140" cy="98"/>
            </a:xfrm>
          </p:grpSpPr>
          <p:sp>
            <p:nvSpPr>
              <p:cNvPr id="69727" name="Line 17"/>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69728" name="Line 18"/>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69729" name="Line 19"/>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69723" name="Group 20"/>
            <p:cNvGrpSpPr/>
            <p:nvPr/>
          </p:nvGrpSpPr>
          <p:grpSpPr>
            <a:xfrm flipV="1">
              <a:off x="3686" y="243"/>
              <a:ext cx="177" cy="66"/>
              <a:chOff x="2848" y="848"/>
              <a:chExt cx="140" cy="98"/>
            </a:xfrm>
          </p:grpSpPr>
          <p:sp>
            <p:nvSpPr>
              <p:cNvPr id="69724" name="Line 21"/>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69725" name="Line 22"/>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69726" name="Line 23"/>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sp>
        <p:nvSpPr>
          <p:cNvPr id="233533" name="Text Box 61"/>
          <p:cNvSpPr txBox="1"/>
          <p:nvPr/>
        </p:nvSpPr>
        <p:spPr>
          <a:xfrm>
            <a:off x="2362200" y="2049463"/>
            <a:ext cx="3783013" cy="6413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800" dirty="0">
                <a:solidFill>
                  <a:srgbClr val="FF0000"/>
                </a:solidFill>
                <a:ea typeface="宋体" panose="02010600030101010101" pitchFamily="2" charset="-122"/>
              </a:rPr>
              <a:t>138.76.29.7, 5001   10.0.0.1, 3345</a:t>
            </a:r>
            <a:endParaRPr lang="en-US" altLang="zh-CN" sz="1800" dirty="0">
              <a:solidFill>
                <a:srgbClr val="FF0000"/>
              </a:solidFill>
              <a:ea typeface="宋体" panose="02010600030101010101" pitchFamily="2" charset="-122"/>
            </a:endParaRPr>
          </a:p>
          <a:p>
            <a:pPr marL="0" lvl="0" indent="0" algn="ctr">
              <a:spcBef>
                <a:spcPct val="0"/>
              </a:spcBef>
              <a:buClrTx/>
              <a:buSzTx/>
              <a:buFontTx/>
              <a:buNone/>
            </a:pPr>
            <a:r>
              <a:rPr lang="en-US" altLang="zh-CN" sz="1800" dirty="0">
                <a:ea typeface="宋体" panose="02010600030101010101" pitchFamily="2" charset="-122"/>
              </a:rPr>
              <a:t>……                                         ……</a:t>
            </a:r>
            <a:endParaRPr lang="en-US" altLang="zh-CN" sz="1800" dirty="0">
              <a:ea typeface="宋体" panose="02010600030101010101" pitchFamily="2" charset="-122"/>
            </a:endParaRPr>
          </a:p>
        </p:txBody>
      </p:sp>
      <p:grpSp>
        <p:nvGrpSpPr>
          <p:cNvPr id="233607" name="Group 135"/>
          <p:cNvGrpSpPr/>
          <p:nvPr/>
        </p:nvGrpSpPr>
        <p:grpSpPr>
          <a:xfrm>
            <a:off x="4765675" y="3435350"/>
            <a:ext cx="2784475" cy="1631950"/>
            <a:chOff x="3002" y="2417"/>
            <a:chExt cx="1754" cy="1028"/>
          </a:xfrm>
        </p:grpSpPr>
        <p:sp>
          <p:nvSpPr>
            <p:cNvPr id="69703" name="Rectangle 91"/>
            <p:cNvSpPr/>
            <p:nvPr/>
          </p:nvSpPr>
          <p:spPr>
            <a:xfrm>
              <a:off x="3002" y="3051"/>
              <a:ext cx="1175" cy="256"/>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69704" name="Text Box 92"/>
            <p:cNvSpPr txBox="1"/>
            <p:nvPr/>
          </p:nvSpPr>
          <p:spPr>
            <a:xfrm>
              <a:off x="3104" y="3042"/>
              <a:ext cx="1112" cy="40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200" dirty="0">
                  <a:ea typeface="宋体" panose="02010600030101010101" pitchFamily="2" charset="-122"/>
                </a:rPr>
                <a:t>S: 128.119.40.186, 80 </a:t>
              </a:r>
              <a:endParaRPr lang="en-US" altLang="zh-CN" sz="1200" dirty="0">
                <a:ea typeface="宋体" panose="02010600030101010101" pitchFamily="2" charset="-122"/>
              </a:endParaRPr>
            </a:p>
            <a:p>
              <a:pPr marL="0" lvl="0" indent="0">
                <a:spcBef>
                  <a:spcPct val="0"/>
                </a:spcBef>
                <a:buClrTx/>
                <a:buSzTx/>
                <a:buFontTx/>
                <a:buNone/>
              </a:pPr>
              <a:r>
                <a:rPr lang="en-US" altLang="zh-CN" sz="1200" dirty="0">
                  <a:ea typeface="宋体" panose="02010600030101010101" pitchFamily="2" charset="-122"/>
                </a:rPr>
                <a:t>D: 10.0.0.1, 3345</a:t>
              </a:r>
              <a:endParaRPr lang="en-US" altLang="zh-CN" sz="1200" dirty="0">
                <a:ea typeface="宋体" panose="02010600030101010101" pitchFamily="2" charset="-122"/>
              </a:endParaRPr>
            </a:p>
            <a:p>
              <a:pPr marL="0" lvl="0" indent="0">
                <a:spcBef>
                  <a:spcPct val="0"/>
                </a:spcBef>
                <a:buClrTx/>
                <a:buSzTx/>
                <a:buFontTx/>
                <a:buNone/>
              </a:pPr>
              <a:endParaRPr lang="en-US" altLang="zh-CN" sz="1200" dirty="0">
                <a:ea typeface="宋体" panose="02010600030101010101" pitchFamily="2" charset="-122"/>
              </a:endParaRPr>
            </a:p>
          </p:txBody>
        </p:sp>
        <p:grpSp>
          <p:nvGrpSpPr>
            <p:cNvPr id="69705" name="Group 93"/>
            <p:cNvGrpSpPr/>
            <p:nvPr/>
          </p:nvGrpSpPr>
          <p:grpSpPr>
            <a:xfrm>
              <a:off x="3054" y="3007"/>
              <a:ext cx="51" cy="99"/>
              <a:chOff x="5508" y="1599"/>
              <a:chExt cx="48" cy="99"/>
            </a:xfrm>
          </p:grpSpPr>
          <p:sp>
            <p:nvSpPr>
              <p:cNvPr id="69714" name="Freeform 94"/>
              <p:cNvSpPr/>
              <p:nvPr/>
            </p:nvSpPr>
            <p:spPr>
              <a:xfrm>
                <a:off x="5508" y="1599"/>
                <a:ext cx="48" cy="99"/>
              </a:xfrm>
              <a:custGeom>
                <a:avLst/>
                <a:gdLst/>
                <a:ahLst/>
                <a:cxnLst>
                  <a:cxn ang="0">
                    <a:pos x="21" y="0"/>
                  </a:cxn>
                  <a:cxn ang="0">
                    <a:pos x="0" y="72"/>
                  </a:cxn>
                  <a:cxn ang="0">
                    <a:pos x="27" y="99"/>
                  </a:cxn>
                  <a:cxn ang="0">
                    <a:pos x="48" y="21"/>
                  </a:cxn>
                  <a:cxn ang="0">
                    <a:pos x="21" y="0"/>
                  </a:cxn>
                </a:cxnLst>
                <a:pathLst>
                  <a:path w="48" h="99">
                    <a:moveTo>
                      <a:pt x="21" y="0"/>
                    </a:moveTo>
                    <a:lnTo>
                      <a:pt x="0" y="72"/>
                    </a:lnTo>
                    <a:lnTo>
                      <a:pt x="27" y="99"/>
                    </a:lnTo>
                    <a:lnTo>
                      <a:pt x="48" y="21"/>
                    </a:lnTo>
                    <a:lnTo>
                      <a:pt x="21" y="0"/>
                    </a:lnTo>
                    <a:close/>
                  </a:path>
                </a:pathLst>
              </a:custGeom>
              <a:solidFill>
                <a:schemeClr val="bg1">
                  <a:alpha val="100000"/>
                </a:schemeClr>
              </a:solidFill>
              <a:ln w="9525">
                <a:noFill/>
              </a:ln>
            </p:spPr>
            <p:txBody>
              <a:bodyPr/>
              <a:p>
                <a:endParaRPr lang="zh-CN" altLang="en-US"/>
              </a:p>
            </p:txBody>
          </p:sp>
          <p:sp>
            <p:nvSpPr>
              <p:cNvPr id="69715" name="Line 95"/>
              <p:cNvSpPr/>
              <p:nvPr/>
            </p:nvSpPr>
            <p:spPr>
              <a:xfrm flipH="1">
                <a:off x="5512" y="1608"/>
                <a:ext cx="20" cy="68"/>
              </a:xfrm>
              <a:prstGeom prst="line">
                <a:avLst/>
              </a:prstGeom>
              <a:ln w="9525" cap="flat" cmpd="sng">
                <a:solidFill>
                  <a:schemeClr val="tx1"/>
                </a:solidFill>
                <a:prstDash val="solid"/>
                <a:headEnd type="none" w="med" len="med"/>
                <a:tailEnd type="none" w="med" len="med"/>
              </a:ln>
            </p:spPr>
          </p:sp>
          <p:sp>
            <p:nvSpPr>
              <p:cNvPr id="69716" name="Line 96"/>
              <p:cNvSpPr/>
              <p:nvPr/>
            </p:nvSpPr>
            <p:spPr>
              <a:xfrm flipH="1">
                <a:off x="5536" y="1620"/>
                <a:ext cx="20" cy="68"/>
              </a:xfrm>
              <a:prstGeom prst="line">
                <a:avLst/>
              </a:prstGeom>
              <a:ln w="9525" cap="flat" cmpd="sng">
                <a:solidFill>
                  <a:schemeClr val="tx1"/>
                </a:solidFill>
                <a:prstDash val="solid"/>
                <a:headEnd type="none" w="med" len="med"/>
                <a:tailEnd type="none" w="med" len="med"/>
              </a:ln>
            </p:spPr>
          </p:sp>
        </p:grpSp>
        <p:grpSp>
          <p:nvGrpSpPr>
            <p:cNvPr id="69706" name="Group 97"/>
            <p:cNvGrpSpPr/>
            <p:nvPr/>
          </p:nvGrpSpPr>
          <p:grpSpPr>
            <a:xfrm>
              <a:off x="3059" y="3248"/>
              <a:ext cx="51" cy="99"/>
              <a:chOff x="5508" y="1599"/>
              <a:chExt cx="48" cy="99"/>
            </a:xfrm>
          </p:grpSpPr>
          <p:sp>
            <p:nvSpPr>
              <p:cNvPr id="69711" name="Freeform 98"/>
              <p:cNvSpPr/>
              <p:nvPr/>
            </p:nvSpPr>
            <p:spPr>
              <a:xfrm>
                <a:off x="5508" y="1599"/>
                <a:ext cx="48" cy="99"/>
              </a:xfrm>
              <a:custGeom>
                <a:avLst/>
                <a:gdLst/>
                <a:ahLst/>
                <a:cxnLst>
                  <a:cxn ang="0">
                    <a:pos x="21" y="0"/>
                  </a:cxn>
                  <a:cxn ang="0">
                    <a:pos x="0" y="72"/>
                  </a:cxn>
                  <a:cxn ang="0">
                    <a:pos x="27" y="99"/>
                  </a:cxn>
                  <a:cxn ang="0">
                    <a:pos x="48" y="21"/>
                  </a:cxn>
                  <a:cxn ang="0">
                    <a:pos x="21" y="0"/>
                  </a:cxn>
                </a:cxnLst>
                <a:pathLst>
                  <a:path w="48" h="99">
                    <a:moveTo>
                      <a:pt x="21" y="0"/>
                    </a:moveTo>
                    <a:lnTo>
                      <a:pt x="0" y="72"/>
                    </a:lnTo>
                    <a:lnTo>
                      <a:pt x="27" y="99"/>
                    </a:lnTo>
                    <a:lnTo>
                      <a:pt x="48" y="21"/>
                    </a:lnTo>
                    <a:lnTo>
                      <a:pt x="21" y="0"/>
                    </a:lnTo>
                    <a:close/>
                  </a:path>
                </a:pathLst>
              </a:custGeom>
              <a:solidFill>
                <a:schemeClr val="bg1">
                  <a:alpha val="100000"/>
                </a:schemeClr>
              </a:solidFill>
              <a:ln w="9525">
                <a:noFill/>
              </a:ln>
            </p:spPr>
            <p:txBody>
              <a:bodyPr/>
              <a:p>
                <a:endParaRPr lang="zh-CN" altLang="en-US"/>
              </a:p>
            </p:txBody>
          </p:sp>
          <p:sp>
            <p:nvSpPr>
              <p:cNvPr id="69712" name="Line 99"/>
              <p:cNvSpPr/>
              <p:nvPr/>
            </p:nvSpPr>
            <p:spPr>
              <a:xfrm flipH="1">
                <a:off x="5512" y="1608"/>
                <a:ext cx="20" cy="68"/>
              </a:xfrm>
              <a:prstGeom prst="line">
                <a:avLst/>
              </a:prstGeom>
              <a:ln w="9525" cap="flat" cmpd="sng">
                <a:solidFill>
                  <a:schemeClr val="tx1"/>
                </a:solidFill>
                <a:prstDash val="solid"/>
                <a:headEnd type="none" w="med" len="med"/>
                <a:tailEnd type="none" w="med" len="med"/>
              </a:ln>
            </p:spPr>
          </p:sp>
          <p:sp>
            <p:nvSpPr>
              <p:cNvPr id="69713" name="Line 100"/>
              <p:cNvSpPr/>
              <p:nvPr/>
            </p:nvSpPr>
            <p:spPr>
              <a:xfrm flipH="1">
                <a:off x="5536" y="1620"/>
                <a:ext cx="20" cy="68"/>
              </a:xfrm>
              <a:prstGeom prst="line">
                <a:avLst/>
              </a:prstGeom>
              <a:ln w="9525" cap="flat" cmpd="sng">
                <a:solidFill>
                  <a:schemeClr val="tx1"/>
                </a:solidFill>
                <a:prstDash val="solid"/>
                <a:headEnd type="none" w="med" len="med"/>
                <a:tailEnd type="none" w="med" len="med"/>
              </a:ln>
            </p:spPr>
          </p:sp>
        </p:grpSp>
        <p:sp>
          <p:nvSpPr>
            <p:cNvPr id="69707" name="Freeform 101"/>
            <p:cNvSpPr/>
            <p:nvPr/>
          </p:nvSpPr>
          <p:spPr>
            <a:xfrm>
              <a:off x="4179" y="2417"/>
              <a:ext cx="577" cy="768"/>
            </a:xfrm>
            <a:custGeom>
              <a:avLst/>
              <a:gdLst/>
              <a:ahLst/>
              <a:cxnLst>
                <a:cxn ang="0">
                  <a:pos x="577" y="0"/>
                </a:cxn>
                <a:cxn ang="0">
                  <a:pos x="342" y="0"/>
                </a:cxn>
                <a:cxn ang="0">
                  <a:pos x="342" y="768"/>
                </a:cxn>
                <a:cxn ang="0">
                  <a:pos x="0" y="760"/>
                </a:cxn>
              </a:cxnLst>
              <a:pathLst>
                <a:path w="577" h="768">
                  <a:moveTo>
                    <a:pt x="577" y="0"/>
                  </a:moveTo>
                  <a:lnTo>
                    <a:pt x="342" y="0"/>
                  </a:lnTo>
                  <a:lnTo>
                    <a:pt x="342" y="768"/>
                  </a:lnTo>
                  <a:lnTo>
                    <a:pt x="0" y="760"/>
                  </a:lnTo>
                </a:path>
              </a:pathLst>
            </a:custGeom>
            <a:noFill/>
            <a:ln w="28575" cap="flat" cmpd="sng">
              <a:solidFill>
                <a:schemeClr val="tx1">
                  <a:alpha val="100000"/>
                </a:schemeClr>
              </a:solidFill>
              <a:prstDash val="solid"/>
              <a:round/>
              <a:headEnd type="triangle" w="med" len="med"/>
              <a:tailEnd type="none" w="med" len="med"/>
            </a:ln>
          </p:spPr>
          <p:txBody>
            <a:bodyPr/>
            <a:p>
              <a:endParaRPr lang="zh-CN" altLang="en-US"/>
            </a:p>
          </p:txBody>
        </p:sp>
        <p:grpSp>
          <p:nvGrpSpPr>
            <p:cNvPr id="69708" name="Group 102"/>
            <p:cNvGrpSpPr/>
            <p:nvPr/>
          </p:nvGrpSpPr>
          <p:grpSpPr>
            <a:xfrm>
              <a:off x="4240" y="3064"/>
              <a:ext cx="218" cy="231"/>
              <a:chOff x="5140" y="403"/>
              <a:chExt cx="218" cy="231"/>
            </a:xfrm>
          </p:grpSpPr>
          <p:sp>
            <p:nvSpPr>
              <p:cNvPr id="69709" name="Oval 103"/>
              <p:cNvSpPr/>
              <p:nvPr/>
            </p:nvSpPr>
            <p:spPr>
              <a:xfrm>
                <a:off x="5140" y="410"/>
                <a:ext cx="218" cy="218"/>
              </a:xfrm>
              <a:prstGeom prst="ellipse">
                <a:avLst/>
              </a:prstGeom>
              <a:solidFill>
                <a:schemeClr val="bg1"/>
              </a:solidFill>
              <a:ln w="9525" cap="flat" cmpd="sng">
                <a:solidFill>
                  <a:srgbClr val="FF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69710" name="Text Box 104"/>
              <p:cNvSpPr txBox="1"/>
              <p:nvPr/>
            </p:nvSpPr>
            <p:spPr>
              <a:xfrm>
                <a:off x="5154" y="403"/>
                <a:ext cx="204"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solidFill>
                      <a:srgbClr val="FF0000"/>
                    </a:solidFill>
                    <a:ea typeface="宋体" panose="02010600030101010101" pitchFamily="2" charset="-122"/>
                  </a:rPr>
                  <a:t>4</a:t>
                </a:r>
                <a:endParaRPr lang="en-US" altLang="zh-CN" sz="1800" dirty="0">
                  <a:solidFill>
                    <a:srgbClr val="FF0000"/>
                  </a:solidFill>
                  <a:ea typeface="宋体" panose="02010600030101010101" pitchFamily="2" charset="-122"/>
                </a:endParaRPr>
              </a:p>
            </p:txBody>
          </p:sp>
        </p:grpSp>
      </p:grpSp>
      <p:grpSp>
        <p:nvGrpSpPr>
          <p:cNvPr id="233580" name="Group 108"/>
          <p:cNvGrpSpPr/>
          <p:nvPr/>
        </p:nvGrpSpPr>
        <p:grpSpPr>
          <a:xfrm>
            <a:off x="1531938" y="3641725"/>
            <a:ext cx="2497137" cy="566738"/>
            <a:chOff x="1026" y="3559"/>
            <a:chExt cx="1573" cy="357"/>
          </a:xfrm>
        </p:grpSpPr>
        <p:grpSp>
          <p:nvGrpSpPr>
            <p:cNvPr id="69688" name="Group 68"/>
            <p:cNvGrpSpPr/>
            <p:nvPr/>
          </p:nvGrpSpPr>
          <p:grpSpPr>
            <a:xfrm>
              <a:off x="1412" y="3559"/>
              <a:ext cx="1187" cy="357"/>
              <a:chOff x="4381" y="786"/>
              <a:chExt cx="1108" cy="357"/>
            </a:xfrm>
          </p:grpSpPr>
          <p:sp>
            <p:nvSpPr>
              <p:cNvPr id="69693" name="Rectangle 69"/>
              <p:cNvSpPr/>
              <p:nvPr/>
            </p:nvSpPr>
            <p:spPr>
              <a:xfrm>
                <a:off x="4385" y="830"/>
                <a:ext cx="1104" cy="256"/>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69694" name="Text Box 70"/>
              <p:cNvSpPr txBox="1"/>
              <p:nvPr/>
            </p:nvSpPr>
            <p:spPr>
              <a:xfrm>
                <a:off x="4381" y="813"/>
                <a:ext cx="1045"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200" dirty="0">
                    <a:ea typeface="宋体" panose="02010600030101010101" pitchFamily="2" charset="-122"/>
                  </a:rPr>
                  <a:t>S: 138.76.29.7, 5001</a:t>
                </a:r>
                <a:endParaRPr lang="en-US" altLang="zh-CN" sz="1200" dirty="0">
                  <a:ea typeface="宋体" panose="02010600030101010101" pitchFamily="2" charset="-122"/>
                </a:endParaRPr>
              </a:p>
              <a:p>
                <a:pPr marL="0" lvl="0" indent="0">
                  <a:spcBef>
                    <a:spcPct val="0"/>
                  </a:spcBef>
                  <a:buClrTx/>
                  <a:buSzTx/>
                  <a:buFontTx/>
                  <a:buNone/>
                </a:pPr>
                <a:r>
                  <a:rPr lang="en-US" altLang="zh-CN" sz="1200" dirty="0">
                    <a:ea typeface="宋体" panose="02010600030101010101" pitchFamily="2" charset="-122"/>
                  </a:rPr>
                  <a:t>D: 128.119.40.186, 80</a:t>
                </a:r>
                <a:endParaRPr lang="en-US" altLang="zh-CN" sz="1200" dirty="0">
                  <a:ea typeface="宋体" panose="02010600030101010101" pitchFamily="2" charset="-122"/>
                </a:endParaRPr>
              </a:p>
            </p:txBody>
          </p:sp>
          <p:grpSp>
            <p:nvGrpSpPr>
              <p:cNvPr id="69695" name="Group 71"/>
              <p:cNvGrpSpPr/>
              <p:nvPr/>
            </p:nvGrpSpPr>
            <p:grpSpPr>
              <a:xfrm>
                <a:off x="5394" y="786"/>
                <a:ext cx="48" cy="99"/>
                <a:chOff x="5508" y="1599"/>
                <a:chExt cx="48" cy="99"/>
              </a:xfrm>
            </p:grpSpPr>
            <p:sp>
              <p:nvSpPr>
                <p:cNvPr id="69700" name="Freeform 72"/>
                <p:cNvSpPr/>
                <p:nvPr/>
              </p:nvSpPr>
              <p:spPr>
                <a:xfrm>
                  <a:off x="5508" y="1599"/>
                  <a:ext cx="48" cy="99"/>
                </a:xfrm>
                <a:custGeom>
                  <a:avLst/>
                  <a:gdLst/>
                  <a:ahLst/>
                  <a:cxnLst>
                    <a:cxn ang="0">
                      <a:pos x="21" y="0"/>
                    </a:cxn>
                    <a:cxn ang="0">
                      <a:pos x="0" y="72"/>
                    </a:cxn>
                    <a:cxn ang="0">
                      <a:pos x="27" y="99"/>
                    </a:cxn>
                    <a:cxn ang="0">
                      <a:pos x="48" y="21"/>
                    </a:cxn>
                    <a:cxn ang="0">
                      <a:pos x="21" y="0"/>
                    </a:cxn>
                  </a:cxnLst>
                  <a:pathLst>
                    <a:path w="48" h="99">
                      <a:moveTo>
                        <a:pt x="21" y="0"/>
                      </a:moveTo>
                      <a:lnTo>
                        <a:pt x="0" y="72"/>
                      </a:lnTo>
                      <a:lnTo>
                        <a:pt x="27" y="99"/>
                      </a:lnTo>
                      <a:lnTo>
                        <a:pt x="48" y="21"/>
                      </a:lnTo>
                      <a:lnTo>
                        <a:pt x="21" y="0"/>
                      </a:lnTo>
                      <a:close/>
                    </a:path>
                  </a:pathLst>
                </a:custGeom>
                <a:solidFill>
                  <a:schemeClr val="bg1">
                    <a:alpha val="100000"/>
                  </a:schemeClr>
                </a:solidFill>
                <a:ln w="9525">
                  <a:noFill/>
                </a:ln>
              </p:spPr>
              <p:txBody>
                <a:bodyPr/>
                <a:p>
                  <a:endParaRPr lang="zh-CN" altLang="en-US"/>
                </a:p>
              </p:txBody>
            </p:sp>
            <p:sp>
              <p:nvSpPr>
                <p:cNvPr id="69701" name="Line 73"/>
                <p:cNvSpPr/>
                <p:nvPr/>
              </p:nvSpPr>
              <p:spPr>
                <a:xfrm flipH="1">
                  <a:off x="5512" y="1608"/>
                  <a:ext cx="20" cy="68"/>
                </a:xfrm>
                <a:prstGeom prst="line">
                  <a:avLst/>
                </a:prstGeom>
                <a:ln w="9525" cap="flat" cmpd="sng">
                  <a:solidFill>
                    <a:schemeClr val="tx1"/>
                  </a:solidFill>
                  <a:prstDash val="solid"/>
                  <a:headEnd type="none" w="med" len="med"/>
                  <a:tailEnd type="none" w="med" len="med"/>
                </a:ln>
              </p:spPr>
            </p:sp>
            <p:sp>
              <p:nvSpPr>
                <p:cNvPr id="69702" name="Line 74"/>
                <p:cNvSpPr/>
                <p:nvPr/>
              </p:nvSpPr>
              <p:spPr>
                <a:xfrm flipH="1">
                  <a:off x="5536" y="1620"/>
                  <a:ext cx="20" cy="68"/>
                </a:xfrm>
                <a:prstGeom prst="line">
                  <a:avLst/>
                </a:prstGeom>
                <a:ln w="9525" cap="flat" cmpd="sng">
                  <a:solidFill>
                    <a:schemeClr val="tx1"/>
                  </a:solidFill>
                  <a:prstDash val="solid"/>
                  <a:headEnd type="none" w="med" len="med"/>
                  <a:tailEnd type="none" w="med" len="med"/>
                </a:ln>
              </p:spPr>
            </p:sp>
          </p:grpSp>
          <p:grpSp>
            <p:nvGrpSpPr>
              <p:cNvPr id="69696" name="Group 75"/>
              <p:cNvGrpSpPr/>
              <p:nvPr/>
            </p:nvGrpSpPr>
            <p:grpSpPr>
              <a:xfrm>
                <a:off x="5382" y="1044"/>
                <a:ext cx="48" cy="99"/>
                <a:chOff x="5508" y="1599"/>
                <a:chExt cx="48" cy="99"/>
              </a:xfrm>
            </p:grpSpPr>
            <p:sp>
              <p:nvSpPr>
                <p:cNvPr id="69697" name="Freeform 76"/>
                <p:cNvSpPr/>
                <p:nvPr/>
              </p:nvSpPr>
              <p:spPr>
                <a:xfrm>
                  <a:off x="5508" y="1599"/>
                  <a:ext cx="48" cy="99"/>
                </a:xfrm>
                <a:custGeom>
                  <a:avLst/>
                  <a:gdLst/>
                  <a:ahLst/>
                  <a:cxnLst>
                    <a:cxn ang="0">
                      <a:pos x="21" y="0"/>
                    </a:cxn>
                    <a:cxn ang="0">
                      <a:pos x="0" y="72"/>
                    </a:cxn>
                    <a:cxn ang="0">
                      <a:pos x="27" y="99"/>
                    </a:cxn>
                    <a:cxn ang="0">
                      <a:pos x="48" y="21"/>
                    </a:cxn>
                    <a:cxn ang="0">
                      <a:pos x="21" y="0"/>
                    </a:cxn>
                  </a:cxnLst>
                  <a:pathLst>
                    <a:path w="48" h="99">
                      <a:moveTo>
                        <a:pt x="21" y="0"/>
                      </a:moveTo>
                      <a:lnTo>
                        <a:pt x="0" y="72"/>
                      </a:lnTo>
                      <a:lnTo>
                        <a:pt x="27" y="99"/>
                      </a:lnTo>
                      <a:lnTo>
                        <a:pt x="48" y="21"/>
                      </a:lnTo>
                      <a:lnTo>
                        <a:pt x="21" y="0"/>
                      </a:lnTo>
                      <a:close/>
                    </a:path>
                  </a:pathLst>
                </a:custGeom>
                <a:solidFill>
                  <a:schemeClr val="bg1">
                    <a:alpha val="100000"/>
                  </a:schemeClr>
                </a:solidFill>
                <a:ln w="9525">
                  <a:noFill/>
                </a:ln>
              </p:spPr>
              <p:txBody>
                <a:bodyPr/>
                <a:p>
                  <a:endParaRPr lang="zh-CN" altLang="en-US"/>
                </a:p>
              </p:txBody>
            </p:sp>
            <p:sp>
              <p:nvSpPr>
                <p:cNvPr id="69698" name="Line 77"/>
                <p:cNvSpPr/>
                <p:nvPr/>
              </p:nvSpPr>
              <p:spPr>
                <a:xfrm flipH="1">
                  <a:off x="5512" y="1608"/>
                  <a:ext cx="20" cy="68"/>
                </a:xfrm>
                <a:prstGeom prst="line">
                  <a:avLst/>
                </a:prstGeom>
                <a:ln w="9525" cap="flat" cmpd="sng">
                  <a:solidFill>
                    <a:schemeClr val="tx1"/>
                  </a:solidFill>
                  <a:prstDash val="solid"/>
                  <a:headEnd type="none" w="med" len="med"/>
                  <a:tailEnd type="none" w="med" len="med"/>
                </a:ln>
              </p:spPr>
            </p:sp>
            <p:sp>
              <p:nvSpPr>
                <p:cNvPr id="69699" name="Line 78"/>
                <p:cNvSpPr/>
                <p:nvPr/>
              </p:nvSpPr>
              <p:spPr>
                <a:xfrm flipH="1">
                  <a:off x="5536" y="1620"/>
                  <a:ext cx="20" cy="68"/>
                </a:xfrm>
                <a:prstGeom prst="line">
                  <a:avLst/>
                </a:prstGeom>
                <a:ln w="9525" cap="flat" cmpd="sng">
                  <a:solidFill>
                    <a:schemeClr val="tx1"/>
                  </a:solidFill>
                  <a:prstDash val="solid"/>
                  <a:headEnd type="none" w="med" len="med"/>
                  <a:tailEnd type="none" w="med" len="med"/>
                </a:ln>
              </p:spPr>
            </p:sp>
          </p:grpSp>
        </p:grpSp>
        <p:sp>
          <p:nvSpPr>
            <p:cNvPr id="69689" name="Line 79"/>
            <p:cNvSpPr/>
            <p:nvPr/>
          </p:nvSpPr>
          <p:spPr>
            <a:xfrm flipH="1">
              <a:off x="1026" y="3729"/>
              <a:ext cx="376" cy="0"/>
            </a:xfrm>
            <a:prstGeom prst="line">
              <a:avLst/>
            </a:prstGeom>
            <a:ln w="19050" cap="flat" cmpd="sng">
              <a:solidFill>
                <a:schemeClr val="tx1"/>
              </a:solidFill>
              <a:prstDash val="solid"/>
              <a:headEnd type="none" w="med" len="med"/>
              <a:tailEnd type="triangle" w="med" len="med"/>
            </a:ln>
          </p:spPr>
        </p:sp>
        <p:grpSp>
          <p:nvGrpSpPr>
            <p:cNvPr id="69690" name="Group 105"/>
            <p:cNvGrpSpPr/>
            <p:nvPr/>
          </p:nvGrpSpPr>
          <p:grpSpPr>
            <a:xfrm>
              <a:off x="1143" y="3616"/>
              <a:ext cx="218" cy="231"/>
              <a:chOff x="5140" y="403"/>
              <a:chExt cx="218" cy="231"/>
            </a:xfrm>
          </p:grpSpPr>
          <p:sp>
            <p:nvSpPr>
              <p:cNvPr id="69691" name="Oval 106"/>
              <p:cNvSpPr/>
              <p:nvPr/>
            </p:nvSpPr>
            <p:spPr>
              <a:xfrm>
                <a:off x="5140" y="410"/>
                <a:ext cx="218" cy="218"/>
              </a:xfrm>
              <a:prstGeom prst="ellipse">
                <a:avLst/>
              </a:prstGeom>
              <a:solidFill>
                <a:schemeClr val="bg1"/>
              </a:solidFill>
              <a:ln w="9525" cap="flat" cmpd="sng">
                <a:solidFill>
                  <a:srgbClr val="FF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69692" name="Text Box 107"/>
              <p:cNvSpPr txBox="1"/>
              <p:nvPr/>
            </p:nvSpPr>
            <p:spPr>
              <a:xfrm>
                <a:off x="5154" y="403"/>
                <a:ext cx="204"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solidFill>
                      <a:srgbClr val="FF0000"/>
                    </a:solidFill>
                    <a:ea typeface="宋体" panose="02010600030101010101" pitchFamily="2" charset="-122"/>
                  </a:rPr>
                  <a:t>2</a:t>
                </a:r>
                <a:endParaRPr lang="en-US" altLang="zh-CN" sz="1800" dirty="0">
                  <a:solidFill>
                    <a:srgbClr val="FF0000"/>
                  </a:solidFill>
                  <a:ea typeface="宋体" panose="02010600030101010101" pitchFamily="2" charset="-122"/>
                </a:endParaRPr>
              </a:p>
            </p:txBody>
          </p:sp>
        </p:grpSp>
      </p:grpSp>
      <p:grpSp>
        <p:nvGrpSpPr>
          <p:cNvPr id="233584" name="Group 112"/>
          <p:cNvGrpSpPr/>
          <p:nvPr/>
        </p:nvGrpSpPr>
        <p:grpSpPr>
          <a:xfrm>
            <a:off x="0" y="1643063"/>
            <a:ext cx="5154613" cy="2081212"/>
            <a:chOff x="0" y="1288"/>
            <a:chExt cx="3247" cy="1311"/>
          </a:xfrm>
        </p:grpSpPr>
        <p:sp>
          <p:nvSpPr>
            <p:cNvPr id="69684" name="Text Box 82"/>
            <p:cNvSpPr txBox="1"/>
            <p:nvPr/>
          </p:nvSpPr>
          <p:spPr>
            <a:xfrm>
              <a:off x="0" y="1288"/>
              <a:ext cx="1357" cy="1096"/>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u="sng" dirty="0">
                  <a:solidFill>
                    <a:srgbClr val="FF0000"/>
                  </a:solidFill>
                  <a:ea typeface="宋体" panose="02010600030101010101" pitchFamily="2" charset="-122"/>
                </a:rPr>
                <a:t>2:</a:t>
              </a:r>
              <a:r>
                <a:rPr lang="en-US" altLang="zh-CN" sz="1800" dirty="0">
                  <a:solidFill>
                    <a:srgbClr val="FF0000"/>
                  </a:solidFill>
                  <a:ea typeface="宋体" panose="02010600030101010101" pitchFamily="2" charset="-122"/>
                </a:rPr>
                <a:t> NAT router</a:t>
              </a:r>
              <a:endParaRPr lang="en-US" altLang="zh-CN" sz="1800" dirty="0">
                <a:solidFill>
                  <a:srgbClr val="FF0000"/>
                </a:solidFill>
                <a:ea typeface="宋体" panose="02010600030101010101" pitchFamily="2" charset="-122"/>
              </a:endParaRPr>
            </a:p>
            <a:p>
              <a:pPr marL="0" lvl="0" indent="0">
                <a:spcBef>
                  <a:spcPct val="0"/>
                </a:spcBef>
                <a:buClrTx/>
                <a:buSzTx/>
                <a:buFontTx/>
                <a:buNone/>
              </a:pPr>
              <a:r>
                <a:rPr lang="en-US" altLang="zh-CN" sz="1800" dirty="0">
                  <a:solidFill>
                    <a:srgbClr val="FF0000"/>
                  </a:solidFill>
                  <a:ea typeface="宋体" panose="02010600030101010101" pitchFamily="2" charset="-122"/>
                </a:rPr>
                <a:t>changes datagram</a:t>
              </a:r>
              <a:endParaRPr lang="en-US" altLang="zh-CN" sz="1800" dirty="0">
                <a:solidFill>
                  <a:srgbClr val="FF0000"/>
                </a:solidFill>
                <a:ea typeface="宋体" panose="02010600030101010101" pitchFamily="2" charset="-122"/>
              </a:endParaRPr>
            </a:p>
            <a:p>
              <a:pPr marL="0" lvl="0" indent="0">
                <a:spcBef>
                  <a:spcPct val="0"/>
                </a:spcBef>
                <a:buClrTx/>
                <a:buSzTx/>
                <a:buFontTx/>
                <a:buNone/>
              </a:pPr>
              <a:r>
                <a:rPr lang="en-US" altLang="zh-CN" sz="1800" dirty="0">
                  <a:solidFill>
                    <a:srgbClr val="FF0000"/>
                  </a:solidFill>
                  <a:ea typeface="宋体" panose="02010600030101010101" pitchFamily="2" charset="-122"/>
                </a:rPr>
                <a:t>source addr from</a:t>
              </a:r>
              <a:endParaRPr lang="en-US" altLang="zh-CN" sz="1800" dirty="0">
                <a:solidFill>
                  <a:srgbClr val="FF0000"/>
                </a:solidFill>
                <a:ea typeface="宋体" panose="02010600030101010101" pitchFamily="2" charset="-122"/>
              </a:endParaRPr>
            </a:p>
            <a:p>
              <a:pPr marL="0" lvl="0" indent="0">
                <a:spcBef>
                  <a:spcPct val="0"/>
                </a:spcBef>
                <a:buClrTx/>
                <a:buSzTx/>
                <a:buFontTx/>
                <a:buNone/>
              </a:pPr>
              <a:r>
                <a:rPr lang="en-US" altLang="zh-CN" sz="1800" dirty="0">
                  <a:solidFill>
                    <a:srgbClr val="FF0000"/>
                  </a:solidFill>
                  <a:ea typeface="宋体" panose="02010600030101010101" pitchFamily="2" charset="-122"/>
                </a:rPr>
                <a:t>10.0.0.1, 3345 to</a:t>
              </a:r>
              <a:endParaRPr lang="en-US" altLang="zh-CN" sz="1800" dirty="0">
                <a:solidFill>
                  <a:srgbClr val="FF0000"/>
                </a:solidFill>
                <a:ea typeface="宋体" panose="02010600030101010101" pitchFamily="2" charset="-122"/>
              </a:endParaRPr>
            </a:p>
            <a:p>
              <a:pPr marL="0" lvl="0" indent="0">
                <a:spcBef>
                  <a:spcPct val="0"/>
                </a:spcBef>
                <a:buClrTx/>
                <a:buSzTx/>
                <a:buFontTx/>
                <a:buNone/>
              </a:pPr>
              <a:r>
                <a:rPr lang="en-US" altLang="zh-CN" sz="1800" dirty="0">
                  <a:solidFill>
                    <a:srgbClr val="FF0000"/>
                  </a:solidFill>
                  <a:ea typeface="宋体" panose="02010600030101010101" pitchFamily="2" charset="-122"/>
                </a:rPr>
                <a:t>138.76.29.7, 5001,</a:t>
              </a:r>
              <a:endParaRPr lang="en-US" altLang="zh-CN" sz="1800" dirty="0">
                <a:solidFill>
                  <a:srgbClr val="FF0000"/>
                </a:solidFill>
                <a:ea typeface="宋体" panose="02010600030101010101" pitchFamily="2" charset="-122"/>
              </a:endParaRPr>
            </a:p>
            <a:p>
              <a:pPr marL="0" lvl="0" indent="0">
                <a:spcBef>
                  <a:spcPct val="0"/>
                </a:spcBef>
                <a:buClrTx/>
                <a:buSzTx/>
                <a:buFontTx/>
                <a:buNone/>
              </a:pPr>
              <a:r>
                <a:rPr lang="en-US" altLang="zh-CN" sz="1800" dirty="0">
                  <a:solidFill>
                    <a:srgbClr val="FF0000"/>
                  </a:solidFill>
                  <a:ea typeface="宋体" panose="02010600030101010101" pitchFamily="2" charset="-122"/>
                </a:rPr>
                <a:t>updates table</a:t>
              </a:r>
              <a:endParaRPr lang="en-US" altLang="zh-CN" sz="1800" dirty="0">
                <a:solidFill>
                  <a:srgbClr val="FF0000"/>
                </a:solidFill>
                <a:ea typeface="宋体" panose="02010600030101010101" pitchFamily="2" charset="-122"/>
              </a:endParaRPr>
            </a:p>
          </p:txBody>
        </p:sp>
        <p:sp>
          <p:nvSpPr>
            <p:cNvPr id="69685" name="Line 83"/>
            <p:cNvSpPr/>
            <p:nvPr/>
          </p:nvSpPr>
          <p:spPr>
            <a:xfrm>
              <a:off x="1285" y="2243"/>
              <a:ext cx="147" cy="356"/>
            </a:xfrm>
            <a:prstGeom prst="line">
              <a:avLst/>
            </a:prstGeom>
            <a:ln w="19050" cap="flat" cmpd="sng">
              <a:solidFill>
                <a:srgbClr val="FF0000"/>
              </a:solidFill>
              <a:prstDash val="solid"/>
              <a:headEnd type="none" w="med" len="med"/>
              <a:tailEnd type="triangle" w="med" len="med"/>
            </a:ln>
          </p:spPr>
        </p:sp>
        <p:sp>
          <p:nvSpPr>
            <p:cNvPr id="69686" name="Line 110"/>
            <p:cNvSpPr/>
            <p:nvPr/>
          </p:nvSpPr>
          <p:spPr>
            <a:xfrm flipV="1">
              <a:off x="1275" y="1788"/>
              <a:ext cx="663" cy="455"/>
            </a:xfrm>
            <a:prstGeom prst="line">
              <a:avLst/>
            </a:prstGeom>
            <a:ln w="19050" cap="flat" cmpd="sng">
              <a:solidFill>
                <a:srgbClr val="FF0000"/>
              </a:solidFill>
              <a:prstDash val="solid"/>
              <a:headEnd type="none" w="med" len="med"/>
              <a:tailEnd type="triangle" w="med" len="med"/>
            </a:ln>
          </p:spPr>
        </p:sp>
        <p:sp>
          <p:nvSpPr>
            <p:cNvPr id="69687" name="Line 111"/>
            <p:cNvSpPr/>
            <p:nvPr/>
          </p:nvSpPr>
          <p:spPr>
            <a:xfrm flipV="1">
              <a:off x="1275" y="1751"/>
              <a:ext cx="1972" cy="491"/>
            </a:xfrm>
            <a:prstGeom prst="line">
              <a:avLst/>
            </a:prstGeom>
            <a:ln w="19050" cap="flat" cmpd="sng">
              <a:solidFill>
                <a:srgbClr val="FF0000"/>
              </a:solidFill>
              <a:prstDash val="solid"/>
              <a:headEnd type="none" w="med" len="med"/>
              <a:tailEnd type="triangle" w="med" len="med"/>
            </a:ln>
          </p:spPr>
        </p:sp>
      </p:grpSp>
      <p:grpSp>
        <p:nvGrpSpPr>
          <p:cNvPr id="233601" name="Group 129"/>
          <p:cNvGrpSpPr/>
          <p:nvPr/>
        </p:nvGrpSpPr>
        <p:grpSpPr>
          <a:xfrm>
            <a:off x="1360488" y="4681538"/>
            <a:ext cx="2471737" cy="696912"/>
            <a:chOff x="1163" y="3752"/>
            <a:chExt cx="1557" cy="439"/>
          </a:xfrm>
        </p:grpSpPr>
        <p:sp>
          <p:nvSpPr>
            <p:cNvPr id="69670" name="Rectangle 115"/>
            <p:cNvSpPr/>
            <p:nvPr/>
          </p:nvSpPr>
          <p:spPr>
            <a:xfrm>
              <a:off x="1163" y="3796"/>
              <a:ext cx="1183" cy="256"/>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69671" name="Text Box 116"/>
            <p:cNvSpPr txBox="1"/>
            <p:nvPr/>
          </p:nvSpPr>
          <p:spPr>
            <a:xfrm>
              <a:off x="1281" y="3788"/>
              <a:ext cx="1120" cy="40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200" dirty="0">
                  <a:ea typeface="宋体" panose="02010600030101010101" pitchFamily="2" charset="-122"/>
                </a:rPr>
                <a:t>S: 128.119.40.186, 80 </a:t>
              </a:r>
              <a:endParaRPr lang="en-US" altLang="zh-CN" sz="1200" dirty="0">
                <a:ea typeface="宋体" panose="02010600030101010101" pitchFamily="2" charset="-122"/>
              </a:endParaRPr>
            </a:p>
            <a:p>
              <a:pPr marL="0" lvl="0" indent="0">
                <a:spcBef>
                  <a:spcPct val="0"/>
                </a:spcBef>
                <a:buClrTx/>
                <a:buSzTx/>
                <a:buFontTx/>
                <a:buNone/>
              </a:pPr>
              <a:r>
                <a:rPr lang="en-US" altLang="zh-CN" sz="1200" dirty="0">
                  <a:ea typeface="宋体" panose="02010600030101010101" pitchFamily="2" charset="-122"/>
                </a:rPr>
                <a:t>D: 138.76.29.7, 5001</a:t>
              </a:r>
              <a:endParaRPr lang="en-US" altLang="zh-CN" sz="1200" dirty="0">
                <a:ea typeface="宋体" panose="02010600030101010101" pitchFamily="2" charset="-122"/>
              </a:endParaRPr>
            </a:p>
            <a:p>
              <a:pPr marL="0" lvl="0" indent="0">
                <a:spcBef>
                  <a:spcPct val="0"/>
                </a:spcBef>
                <a:buClrTx/>
                <a:buSzTx/>
                <a:buFontTx/>
                <a:buNone/>
              </a:pPr>
              <a:endParaRPr lang="en-US" altLang="zh-CN" sz="1200" dirty="0">
                <a:ea typeface="宋体" panose="02010600030101010101" pitchFamily="2" charset="-122"/>
              </a:endParaRPr>
            </a:p>
          </p:txBody>
        </p:sp>
        <p:grpSp>
          <p:nvGrpSpPr>
            <p:cNvPr id="69672" name="Group 117"/>
            <p:cNvGrpSpPr/>
            <p:nvPr/>
          </p:nvGrpSpPr>
          <p:grpSpPr>
            <a:xfrm>
              <a:off x="1214" y="3752"/>
              <a:ext cx="52" cy="99"/>
              <a:chOff x="5508" y="1599"/>
              <a:chExt cx="48" cy="99"/>
            </a:xfrm>
          </p:grpSpPr>
          <p:sp>
            <p:nvSpPr>
              <p:cNvPr id="69681" name="Freeform 118"/>
              <p:cNvSpPr/>
              <p:nvPr/>
            </p:nvSpPr>
            <p:spPr>
              <a:xfrm>
                <a:off x="5508" y="1599"/>
                <a:ext cx="48" cy="99"/>
              </a:xfrm>
              <a:custGeom>
                <a:avLst/>
                <a:gdLst/>
                <a:ahLst/>
                <a:cxnLst>
                  <a:cxn ang="0">
                    <a:pos x="21" y="0"/>
                  </a:cxn>
                  <a:cxn ang="0">
                    <a:pos x="0" y="72"/>
                  </a:cxn>
                  <a:cxn ang="0">
                    <a:pos x="27" y="99"/>
                  </a:cxn>
                  <a:cxn ang="0">
                    <a:pos x="48" y="21"/>
                  </a:cxn>
                  <a:cxn ang="0">
                    <a:pos x="21" y="0"/>
                  </a:cxn>
                </a:cxnLst>
                <a:pathLst>
                  <a:path w="48" h="99">
                    <a:moveTo>
                      <a:pt x="21" y="0"/>
                    </a:moveTo>
                    <a:lnTo>
                      <a:pt x="0" y="72"/>
                    </a:lnTo>
                    <a:lnTo>
                      <a:pt x="27" y="99"/>
                    </a:lnTo>
                    <a:lnTo>
                      <a:pt x="48" y="21"/>
                    </a:lnTo>
                    <a:lnTo>
                      <a:pt x="21" y="0"/>
                    </a:lnTo>
                    <a:close/>
                  </a:path>
                </a:pathLst>
              </a:custGeom>
              <a:solidFill>
                <a:schemeClr val="bg1">
                  <a:alpha val="100000"/>
                </a:schemeClr>
              </a:solidFill>
              <a:ln w="9525">
                <a:noFill/>
              </a:ln>
            </p:spPr>
            <p:txBody>
              <a:bodyPr/>
              <a:p>
                <a:endParaRPr lang="zh-CN" altLang="en-US"/>
              </a:p>
            </p:txBody>
          </p:sp>
          <p:sp>
            <p:nvSpPr>
              <p:cNvPr id="69682" name="Line 119"/>
              <p:cNvSpPr/>
              <p:nvPr/>
            </p:nvSpPr>
            <p:spPr>
              <a:xfrm flipH="1">
                <a:off x="5512" y="1608"/>
                <a:ext cx="20" cy="68"/>
              </a:xfrm>
              <a:prstGeom prst="line">
                <a:avLst/>
              </a:prstGeom>
              <a:ln w="9525" cap="flat" cmpd="sng">
                <a:solidFill>
                  <a:schemeClr val="tx1"/>
                </a:solidFill>
                <a:prstDash val="solid"/>
                <a:headEnd type="none" w="med" len="med"/>
                <a:tailEnd type="none" w="med" len="med"/>
              </a:ln>
            </p:spPr>
          </p:sp>
          <p:sp>
            <p:nvSpPr>
              <p:cNvPr id="69683" name="Line 120"/>
              <p:cNvSpPr/>
              <p:nvPr/>
            </p:nvSpPr>
            <p:spPr>
              <a:xfrm flipH="1">
                <a:off x="5536" y="1620"/>
                <a:ext cx="20" cy="68"/>
              </a:xfrm>
              <a:prstGeom prst="line">
                <a:avLst/>
              </a:prstGeom>
              <a:ln w="9525" cap="flat" cmpd="sng">
                <a:solidFill>
                  <a:schemeClr val="tx1"/>
                </a:solidFill>
                <a:prstDash val="solid"/>
                <a:headEnd type="none" w="med" len="med"/>
                <a:tailEnd type="none" w="med" len="med"/>
              </a:ln>
            </p:spPr>
          </p:sp>
        </p:grpSp>
        <p:grpSp>
          <p:nvGrpSpPr>
            <p:cNvPr id="69673" name="Group 121"/>
            <p:cNvGrpSpPr/>
            <p:nvPr/>
          </p:nvGrpSpPr>
          <p:grpSpPr>
            <a:xfrm>
              <a:off x="1193" y="3984"/>
              <a:ext cx="52" cy="99"/>
              <a:chOff x="5508" y="1599"/>
              <a:chExt cx="48" cy="99"/>
            </a:xfrm>
          </p:grpSpPr>
          <p:sp>
            <p:nvSpPr>
              <p:cNvPr id="69678" name="Freeform 122"/>
              <p:cNvSpPr/>
              <p:nvPr/>
            </p:nvSpPr>
            <p:spPr>
              <a:xfrm>
                <a:off x="5508" y="1599"/>
                <a:ext cx="48" cy="99"/>
              </a:xfrm>
              <a:custGeom>
                <a:avLst/>
                <a:gdLst/>
                <a:ahLst/>
                <a:cxnLst>
                  <a:cxn ang="0">
                    <a:pos x="21" y="0"/>
                  </a:cxn>
                  <a:cxn ang="0">
                    <a:pos x="0" y="72"/>
                  </a:cxn>
                  <a:cxn ang="0">
                    <a:pos x="27" y="99"/>
                  </a:cxn>
                  <a:cxn ang="0">
                    <a:pos x="48" y="21"/>
                  </a:cxn>
                  <a:cxn ang="0">
                    <a:pos x="21" y="0"/>
                  </a:cxn>
                </a:cxnLst>
                <a:pathLst>
                  <a:path w="48" h="99">
                    <a:moveTo>
                      <a:pt x="21" y="0"/>
                    </a:moveTo>
                    <a:lnTo>
                      <a:pt x="0" y="72"/>
                    </a:lnTo>
                    <a:lnTo>
                      <a:pt x="27" y="99"/>
                    </a:lnTo>
                    <a:lnTo>
                      <a:pt x="48" y="21"/>
                    </a:lnTo>
                    <a:lnTo>
                      <a:pt x="21" y="0"/>
                    </a:lnTo>
                    <a:close/>
                  </a:path>
                </a:pathLst>
              </a:custGeom>
              <a:solidFill>
                <a:schemeClr val="bg1">
                  <a:alpha val="100000"/>
                </a:schemeClr>
              </a:solidFill>
              <a:ln w="9525">
                <a:noFill/>
              </a:ln>
            </p:spPr>
            <p:txBody>
              <a:bodyPr/>
              <a:p>
                <a:endParaRPr lang="zh-CN" altLang="en-US"/>
              </a:p>
            </p:txBody>
          </p:sp>
          <p:sp>
            <p:nvSpPr>
              <p:cNvPr id="69679" name="Line 123"/>
              <p:cNvSpPr/>
              <p:nvPr/>
            </p:nvSpPr>
            <p:spPr>
              <a:xfrm flipH="1">
                <a:off x="5512" y="1608"/>
                <a:ext cx="20" cy="68"/>
              </a:xfrm>
              <a:prstGeom prst="line">
                <a:avLst/>
              </a:prstGeom>
              <a:ln w="9525" cap="flat" cmpd="sng">
                <a:solidFill>
                  <a:schemeClr val="tx1"/>
                </a:solidFill>
                <a:prstDash val="solid"/>
                <a:headEnd type="none" w="med" len="med"/>
                <a:tailEnd type="none" w="med" len="med"/>
              </a:ln>
            </p:spPr>
          </p:sp>
          <p:sp>
            <p:nvSpPr>
              <p:cNvPr id="69680" name="Line 124"/>
              <p:cNvSpPr/>
              <p:nvPr/>
            </p:nvSpPr>
            <p:spPr>
              <a:xfrm flipH="1">
                <a:off x="5536" y="1620"/>
                <a:ext cx="20" cy="68"/>
              </a:xfrm>
              <a:prstGeom prst="line">
                <a:avLst/>
              </a:prstGeom>
              <a:ln w="9525" cap="flat" cmpd="sng">
                <a:solidFill>
                  <a:schemeClr val="tx1"/>
                </a:solidFill>
                <a:prstDash val="solid"/>
                <a:headEnd type="none" w="med" len="med"/>
                <a:tailEnd type="none" w="med" len="med"/>
              </a:ln>
            </p:spPr>
          </p:sp>
        </p:grpSp>
        <p:sp>
          <p:nvSpPr>
            <p:cNvPr id="69674" name="Line 125"/>
            <p:cNvSpPr/>
            <p:nvPr/>
          </p:nvSpPr>
          <p:spPr>
            <a:xfrm flipH="1">
              <a:off x="2344" y="3931"/>
              <a:ext cx="376" cy="0"/>
            </a:xfrm>
            <a:prstGeom prst="line">
              <a:avLst/>
            </a:prstGeom>
            <a:ln w="19050" cap="flat" cmpd="sng">
              <a:solidFill>
                <a:schemeClr val="tx1"/>
              </a:solidFill>
              <a:prstDash val="solid"/>
              <a:headEnd type="triangle" w="med" len="med"/>
              <a:tailEnd type="none" w="med" len="med"/>
            </a:ln>
          </p:spPr>
        </p:sp>
        <p:grpSp>
          <p:nvGrpSpPr>
            <p:cNvPr id="69675" name="Group 126"/>
            <p:cNvGrpSpPr/>
            <p:nvPr/>
          </p:nvGrpSpPr>
          <p:grpSpPr>
            <a:xfrm>
              <a:off x="2409" y="3818"/>
              <a:ext cx="218" cy="231"/>
              <a:chOff x="5140" y="403"/>
              <a:chExt cx="218" cy="231"/>
            </a:xfrm>
          </p:grpSpPr>
          <p:sp>
            <p:nvSpPr>
              <p:cNvPr id="69676" name="Oval 127"/>
              <p:cNvSpPr/>
              <p:nvPr/>
            </p:nvSpPr>
            <p:spPr>
              <a:xfrm>
                <a:off x="5140" y="410"/>
                <a:ext cx="218" cy="218"/>
              </a:xfrm>
              <a:prstGeom prst="ellipse">
                <a:avLst/>
              </a:prstGeom>
              <a:solidFill>
                <a:schemeClr val="bg1"/>
              </a:solidFill>
              <a:ln w="9525" cap="flat" cmpd="sng">
                <a:solidFill>
                  <a:srgbClr val="FF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69677" name="Text Box 128"/>
              <p:cNvSpPr txBox="1"/>
              <p:nvPr/>
            </p:nvSpPr>
            <p:spPr>
              <a:xfrm>
                <a:off x="5154" y="403"/>
                <a:ext cx="204"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solidFill>
                      <a:srgbClr val="FF0000"/>
                    </a:solidFill>
                    <a:ea typeface="宋体" panose="02010600030101010101" pitchFamily="2" charset="-122"/>
                  </a:rPr>
                  <a:t>3</a:t>
                </a:r>
                <a:endParaRPr lang="en-US" altLang="zh-CN" sz="1800" dirty="0">
                  <a:solidFill>
                    <a:srgbClr val="FF0000"/>
                  </a:solidFill>
                  <a:ea typeface="宋体" panose="02010600030101010101" pitchFamily="2" charset="-122"/>
                </a:endParaRPr>
              </a:p>
            </p:txBody>
          </p:sp>
        </p:grpSp>
      </p:grpSp>
      <p:sp>
        <p:nvSpPr>
          <p:cNvPr id="233603" name="Text Box 131"/>
          <p:cNvSpPr txBox="1"/>
          <p:nvPr/>
        </p:nvSpPr>
        <p:spPr>
          <a:xfrm>
            <a:off x="1317625" y="5141913"/>
            <a:ext cx="2159000" cy="91598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u="sng" dirty="0">
                <a:solidFill>
                  <a:srgbClr val="FF0000"/>
                </a:solidFill>
                <a:ea typeface="宋体" panose="02010600030101010101" pitchFamily="2" charset="-122"/>
              </a:rPr>
              <a:t>3:</a:t>
            </a:r>
            <a:r>
              <a:rPr lang="en-US" altLang="zh-CN" sz="1800" dirty="0">
                <a:solidFill>
                  <a:srgbClr val="FF0000"/>
                </a:solidFill>
                <a:ea typeface="宋体" panose="02010600030101010101" pitchFamily="2" charset="-122"/>
              </a:rPr>
              <a:t> Reply arrives</a:t>
            </a:r>
            <a:endParaRPr lang="en-US" altLang="zh-CN" sz="1800" dirty="0">
              <a:solidFill>
                <a:srgbClr val="FF0000"/>
              </a:solidFill>
              <a:ea typeface="宋体" panose="02010600030101010101" pitchFamily="2" charset="-122"/>
            </a:endParaRPr>
          </a:p>
          <a:p>
            <a:pPr marL="0" lvl="0" indent="0">
              <a:spcBef>
                <a:spcPct val="0"/>
              </a:spcBef>
              <a:buClrTx/>
              <a:buSzTx/>
              <a:buFontTx/>
              <a:buNone/>
            </a:pPr>
            <a:r>
              <a:rPr lang="en-US" altLang="zh-CN" sz="1800" dirty="0">
                <a:solidFill>
                  <a:srgbClr val="FF0000"/>
                </a:solidFill>
                <a:ea typeface="宋体" panose="02010600030101010101" pitchFamily="2" charset="-122"/>
              </a:rPr>
              <a:t> dest. address:</a:t>
            </a:r>
            <a:endParaRPr lang="en-US" altLang="zh-CN" sz="1800" dirty="0">
              <a:solidFill>
                <a:srgbClr val="FF0000"/>
              </a:solidFill>
              <a:ea typeface="宋体" panose="02010600030101010101" pitchFamily="2" charset="-122"/>
            </a:endParaRPr>
          </a:p>
          <a:p>
            <a:pPr marL="0" lvl="0" indent="0">
              <a:spcBef>
                <a:spcPct val="0"/>
              </a:spcBef>
              <a:buClrTx/>
              <a:buSzTx/>
              <a:buFontTx/>
              <a:buNone/>
            </a:pPr>
            <a:r>
              <a:rPr lang="en-US" altLang="zh-CN" sz="1800" dirty="0">
                <a:solidFill>
                  <a:srgbClr val="FF0000"/>
                </a:solidFill>
                <a:ea typeface="宋体" panose="02010600030101010101" pitchFamily="2" charset="-122"/>
              </a:rPr>
              <a:t> 138.76.29.7, 5001</a:t>
            </a:r>
            <a:endParaRPr lang="en-US" altLang="zh-CN" sz="1800" dirty="0">
              <a:solidFill>
                <a:srgbClr val="FF0000"/>
              </a:solidFill>
              <a:ea typeface="宋体" panose="02010600030101010101" pitchFamily="2" charset="-122"/>
            </a:endParaRPr>
          </a:p>
        </p:txBody>
      </p:sp>
      <p:sp>
        <p:nvSpPr>
          <p:cNvPr id="233608" name="Text Box 136"/>
          <p:cNvSpPr txBox="1"/>
          <p:nvPr/>
        </p:nvSpPr>
        <p:spPr>
          <a:xfrm>
            <a:off x="4741863" y="4976813"/>
            <a:ext cx="4011612" cy="146526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u="sng" dirty="0">
                <a:solidFill>
                  <a:srgbClr val="FF0000"/>
                </a:solidFill>
                <a:ea typeface="宋体" panose="02010600030101010101" pitchFamily="2" charset="-122"/>
              </a:rPr>
              <a:t>4:</a:t>
            </a:r>
            <a:r>
              <a:rPr lang="en-US" altLang="zh-CN" sz="1800" dirty="0">
                <a:solidFill>
                  <a:srgbClr val="FF0000"/>
                </a:solidFill>
                <a:ea typeface="宋体" panose="02010600030101010101" pitchFamily="2" charset="-122"/>
              </a:rPr>
              <a:t> NAT router</a:t>
            </a:r>
            <a:endParaRPr lang="en-US" altLang="zh-CN" sz="1800" dirty="0">
              <a:solidFill>
                <a:srgbClr val="FF0000"/>
              </a:solidFill>
              <a:ea typeface="宋体" panose="02010600030101010101" pitchFamily="2" charset="-122"/>
            </a:endParaRPr>
          </a:p>
          <a:p>
            <a:pPr marL="0" lvl="0" indent="0">
              <a:spcBef>
                <a:spcPct val="0"/>
              </a:spcBef>
              <a:buClrTx/>
              <a:buSzTx/>
              <a:buFontTx/>
              <a:buNone/>
            </a:pPr>
            <a:r>
              <a:rPr lang="en-US" altLang="zh-CN" sz="1800" dirty="0">
                <a:solidFill>
                  <a:srgbClr val="FF0000"/>
                </a:solidFill>
                <a:ea typeface="宋体" panose="02010600030101010101" pitchFamily="2" charset="-122"/>
              </a:rPr>
              <a:t>changes datagram</a:t>
            </a:r>
            <a:endParaRPr lang="en-US" altLang="zh-CN" sz="1800" dirty="0">
              <a:solidFill>
                <a:srgbClr val="FF0000"/>
              </a:solidFill>
              <a:ea typeface="宋体" panose="02010600030101010101" pitchFamily="2" charset="-122"/>
            </a:endParaRPr>
          </a:p>
          <a:p>
            <a:pPr marL="0" lvl="0" indent="0">
              <a:spcBef>
                <a:spcPct val="0"/>
              </a:spcBef>
              <a:buClrTx/>
              <a:buSzTx/>
              <a:buFontTx/>
              <a:buNone/>
            </a:pPr>
            <a:r>
              <a:rPr lang="en-US" altLang="zh-CN" sz="1800" dirty="0">
                <a:solidFill>
                  <a:srgbClr val="FF0000"/>
                </a:solidFill>
                <a:ea typeface="宋体" panose="02010600030101010101" pitchFamily="2" charset="-122"/>
              </a:rPr>
              <a:t>dest addr from</a:t>
            </a:r>
            <a:endParaRPr lang="en-US" altLang="zh-CN" sz="1800" dirty="0">
              <a:solidFill>
                <a:srgbClr val="FF0000"/>
              </a:solidFill>
              <a:ea typeface="宋体" panose="02010600030101010101" pitchFamily="2" charset="-122"/>
            </a:endParaRPr>
          </a:p>
          <a:p>
            <a:pPr marL="0" lvl="0" indent="0">
              <a:spcBef>
                <a:spcPct val="0"/>
              </a:spcBef>
              <a:buClrTx/>
              <a:buSzTx/>
              <a:buFontTx/>
              <a:buNone/>
            </a:pPr>
            <a:r>
              <a:rPr lang="en-US" altLang="zh-CN" sz="1800" dirty="0">
                <a:solidFill>
                  <a:srgbClr val="FF0000"/>
                </a:solidFill>
                <a:ea typeface="宋体" panose="02010600030101010101" pitchFamily="2" charset="-122"/>
              </a:rPr>
              <a:t>138.76.29.7, 5001 to 10.0.0.1, 3345</a:t>
            </a:r>
            <a:r>
              <a:rPr lang="en-US" altLang="zh-CN" sz="1800" dirty="0">
                <a:ea typeface="宋体" panose="02010600030101010101" pitchFamily="2" charset="-122"/>
              </a:rPr>
              <a:t> </a:t>
            </a:r>
            <a:endParaRPr lang="en-US" altLang="zh-CN" sz="1800" dirty="0">
              <a:solidFill>
                <a:srgbClr val="FF0000"/>
              </a:solidFill>
              <a:ea typeface="宋体" panose="02010600030101010101" pitchFamily="2" charset="-122"/>
            </a:endParaRPr>
          </a:p>
          <a:p>
            <a:pPr marL="0" lvl="0" indent="0">
              <a:spcBef>
                <a:spcPct val="0"/>
              </a:spcBef>
              <a:buClrTx/>
              <a:buSzTx/>
              <a:buFontTx/>
              <a:buNone/>
            </a:pPr>
            <a:endParaRPr lang="en-US" altLang="zh-CN" sz="1800" dirty="0">
              <a:solidFill>
                <a:srgbClr val="FF0000"/>
              </a:solidFill>
              <a:ea typeface="宋体" panose="02010600030101010101" pitchFamily="2" charset="-122"/>
            </a:endParaRPr>
          </a:p>
        </p:txBody>
      </p:sp>
      <p:sp>
        <p:nvSpPr>
          <p:cNvPr id="69669" name="Line 138"/>
          <p:cNvSpPr/>
          <p:nvPr/>
        </p:nvSpPr>
        <p:spPr>
          <a:xfrm>
            <a:off x="1022350" y="4273550"/>
            <a:ext cx="3025775" cy="6350"/>
          </a:xfrm>
          <a:prstGeom prst="line">
            <a:avLst/>
          </a:prstGeom>
          <a:ln w="19050" cap="flat" cmpd="sng">
            <a:solidFill>
              <a:schemeClr val="tx1"/>
            </a:solidFill>
            <a:prstDash val="solid"/>
            <a:headEnd type="none" w="med" len="med"/>
            <a:tailEnd type="none" w="med" len="med"/>
          </a:ln>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233560"/>
                                        </p:tgtEl>
                                        <p:attrNameLst>
                                          <p:attrName>style.visibility</p:attrName>
                                        </p:attrNameLst>
                                      </p:cBhvr>
                                      <p:to>
                                        <p:strVal val="visible"/>
                                      </p:to>
                                    </p:set>
                                    <p:animEffect transition="in" filter="wipe(right)">
                                      <p:cBhvr>
                                        <p:cTn id="7" dur="1000"/>
                                        <p:tgtEl>
                                          <p:spTgt spid="233560"/>
                                        </p:tgtEl>
                                      </p:cBhvr>
                                    </p:animEffect>
                                  </p:childTnLst>
                                </p:cTn>
                              </p:par>
                            </p:childTnLst>
                          </p:cTn>
                        </p:par>
                        <p:par>
                          <p:cTn id="8" fill="hold">
                            <p:stCondLst>
                              <p:cond delay="1000"/>
                            </p:stCondLst>
                            <p:childTnLst>
                              <p:par>
                                <p:cTn id="9" presetID="1" presetClass="entr" presetSubtype="0" fill="hold" nodeType="afterEffect">
                                  <p:stCondLst>
                                    <p:cond delay="0"/>
                                  </p:stCondLst>
                                  <p:childTnLst>
                                    <p:set>
                                      <p:cBhvr>
                                        <p:cTn id="10" dur="1" fill="hold">
                                          <p:stCondLst>
                                            <p:cond delay="0"/>
                                          </p:stCondLst>
                                        </p:cTn>
                                        <p:tgtEl>
                                          <p:spTgt spid="233531"/>
                                        </p:tgtEl>
                                        <p:attrNameLst>
                                          <p:attrName>style.visibility</p:attrName>
                                        </p:attrNameLst>
                                      </p:cBhvr>
                                      <p:to>
                                        <p:strVal val="visible"/>
                                      </p:to>
                                    </p:set>
                                  </p:childTnLst>
                                  <p:subTnLst>
                                    <p:set>
                                      <p:cBhvr override="childStyle">
                                        <p:cTn dur="1" fill="hold" display="0" masterRel="nextClick" afterEffect="1"/>
                                        <p:tgtEl>
                                          <p:spTgt spid="233531"/>
                                        </p:tgtEl>
                                        <p:attrNameLst>
                                          <p:attrName>style.visibility</p:attrName>
                                        </p:attrNameLst>
                                      </p:cBhvr>
                                      <p:to>
                                        <p:strVal val="hidden"/>
                                      </p:to>
                                    </p:set>
                                  </p:subTnLst>
                                </p:cTn>
                              </p:par>
                            </p:childTnLst>
                          </p:cTn>
                        </p:par>
                      </p:childTnLst>
                    </p:cTn>
                  </p:par>
                  <p:par>
                    <p:cTn id="11" fill="hold">
                      <p:stCondLst>
                        <p:cond delay="indefinite"/>
                      </p:stCondLst>
                      <p:childTnLst>
                        <p:par>
                          <p:cTn id="12" fill="hold">
                            <p:stCondLst>
                              <p:cond delay="0"/>
                            </p:stCondLst>
                            <p:childTnLst>
                              <p:par>
                                <p:cTn id="13" presetID="22" presetClass="entr" presetSubtype="2" fill="hold" nodeType="clickEffect">
                                  <p:stCondLst>
                                    <p:cond delay="0"/>
                                  </p:stCondLst>
                                  <p:childTnLst>
                                    <p:set>
                                      <p:cBhvr>
                                        <p:cTn id="14" dur="1" fill="hold">
                                          <p:stCondLst>
                                            <p:cond delay="0"/>
                                          </p:stCondLst>
                                        </p:cTn>
                                        <p:tgtEl>
                                          <p:spTgt spid="233580"/>
                                        </p:tgtEl>
                                        <p:attrNameLst>
                                          <p:attrName>style.visibility</p:attrName>
                                        </p:attrNameLst>
                                      </p:cBhvr>
                                      <p:to>
                                        <p:strVal val="visible"/>
                                      </p:to>
                                    </p:set>
                                    <p:animEffect transition="in" filter="wipe(right)">
                                      <p:cBhvr>
                                        <p:cTn id="15" dur="1000"/>
                                        <p:tgtEl>
                                          <p:spTgt spid="233580"/>
                                        </p:tgtEl>
                                      </p:cBhvr>
                                    </p:animEffect>
                                  </p:childTnLst>
                                </p:cTn>
                              </p:par>
                            </p:childTnLst>
                          </p:cTn>
                        </p:par>
                        <p:par>
                          <p:cTn id="16" fill="hold">
                            <p:stCondLst>
                              <p:cond delay="1000"/>
                            </p:stCondLst>
                            <p:childTnLst>
                              <p:par>
                                <p:cTn id="17" presetID="1" presetClass="entr" presetSubtype="0" fill="hold" grpId="0" nodeType="afterEffect">
                                  <p:stCondLst>
                                    <p:cond delay="0"/>
                                  </p:stCondLst>
                                  <p:childTnLst>
                                    <p:set>
                                      <p:cBhvr>
                                        <p:cTn id="18" dur="1" fill="hold">
                                          <p:stCondLst>
                                            <p:cond delay="0"/>
                                          </p:stCondLst>
                                        </p:cTn>
                                        <p:tgtEl>
                                          <p:spTgt spid="233533"/>
                                        </p:tgtEl>
                                        <p:attrNameLst>
                                          <p:attrName>style.visibility</p:attrName>
                                        </p:attrNameLst>
                                      </p:cBhvr>
                                      <p:to>
                                        <p:strVal val="visible"/>
                                      </p:to>
                                    </p:set>
                                  </p:childTnLst>
                                </p:cTn>
                              </p:par>
                            </p:childTnLst>
                          </p:cTn>
                        </p:par>
                        <p:par>
                          <p:cTn id="19" fill="hold">
                            <p:stCondLst>
                              <p:cond delay="1000"/>
                            </p:stCondLst>
                            <p:childTnLst>
                              <p:par>
                                <p:cTn id="20" presetID="1" presetClass="entr" presetSubtype="0" fill="hold" nodeType="afterEffect">
                                  <p:stCondLst>
                                    <p:cond delay="0"/>
                                  </p:stCondLst>
                                  <p:childTnLst>
                                    <p:set>
                                      <p:cBhvr>
                                        <p:cTn id="21" dur="1" fill="hold">
                                          <p:stCondLst>
                                            <p:cond delay="0"/>
                                          </p:stCondLst>
                                        </p:cTn>
                                        <p:tgtEl>
                                          <p:spTgt spid="233584"/>
                                        </p:tgtEl>
                                        <p:attrNameLst>
                                          <p:attrName>style.visibility</p:attrName>
                                        </p:attrNameLst>
                                      </p:cBhvr>
                                      <p:to>
                                        <p:strVal val="visible"/>
                                      </p:to>
                                    </p:set>
                                  </p:childTnLst>
                                  <p:subTnLst>
                                    <p:set>
                                      <p:cBhvr override="childStyle">
                                        <p:cTn dur="1" fill="hold" display="0" masterRel="nextClick" afterEffect="1"/>
                                        <p:tgtEl>
                                          <p:spTgt spid="233584"/>
                                        </p:tgtEl>
                                        <p:attrNameLst>
                                          <p:attrName>style.visibility</p:attrName>
                                        </p:attrNameLst>
                                      </p:cBhvr>
                                      <p:to>
                                        <p:strVal val="hidden"/>
                                      </p:to>
                                    </p:set>
                                  </p:sub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233601"/>
                                        </p:tgtEl>
                                        <p:attrNameLst>
                                          <p:attrName>style.visibility</p:attrName>
                                        </p:attrNameLst>
                                      </p:cBhvr>
                                      <p:to>
                                        <p:strVal val="visible"/>
                                      </p:to>
                                    </p:set>
                                    <p:animEffect transition="in" filter="wipe(left)">
                                      <p:cBhvr>
                                        <p:cTn id="26" dur="1000"/>
                                        <p:tgtEl>
                                          <p:spTgt spid="233601"/>
                                        </p:tgtEl>
                                      </p:cBhvr>
                                    </p:animEffect>
                                  </p:childTnLst>
                                </p:cTn>
                              </p:par>
                            </p:childTnLst>
                          </p:cTn>
                        </p:par>
                        <p:par>
                          <p:cTn id="27" fill="hold">
                            <p:stCondLst>
                              <p:cond delay="1000"/>
                            </p:stCondLst>
                            <p:childTnLst>
                              <p:par>
                                <p:cTn id="28" presetID="1" presetClass="entr" presetSubtype="0" fill="hold" grpId="0" nodeType="afterEffect">
                                  <p:stCondLst>
                                    <p:cond delay="0"/>
                                  </p:stCondLst>
                                  <p:childTnLst>
                                    <p:set>
                                      <p:cBhvr>
                                        <p:cTn id="29" dur="1" fill="hold">
                                          <p:stCondLst>
                                            <p:cond delay="0"/>
                                          </p:stCondLst>
                                        </p:cTn>
                                        <p:tgtEl>
                                          <p:spTgt spid="233603"/>
                                        </p:tgtEl>
                                        <p:attrNameLst>
                                          <p:attrName>style.visibility</p:attrName>
                                        </p:attrNameLst>
                                      </p:cBhvr>
                                      <p:to>
                                        <p:strVal val="visible"/>
                                      </p:to>
                                    </p:set>
                                  </p:childTnLst>
                                  <p:subTnLst>
                                    <p:set>
                                      <p:cBhvr override="childStyle">
                                        <p:cTn dur="1" fill="hold" display="0" masterRel="nextClick" afterEffect="1"/>
                                        <p:tgtEl>
                                          <p:spTgt spid="233603"/>
                                        </p:tgtEl>
                                        <p:attrNameLst>
                                          <p:attrName>style.visibility</p:attrName>
                                        </p:attrNameLst>
                                      </p:cBhvr>
                                      <p:to>
                                        <p:strVal val="hidden"/>
                                      </p:to>
                                    </p:set>
                                  </p:sub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233607"/>
                                        </p:tgtEl>
                                        <p:attrNameLst>
                                          <p:attrName>style.visibility</p:attrName>
                                        </p:attrNameLst>
                                      </p:cBhvr>
                                      <p:to>
                                        <p:strVal val="visible"/>
                                      </p:to>
                                    </p:set>
                                    <p:animEffect transition="in" filter="wipe(left)">
                                      <p:cBhvr>
                                        <p:cTn id="34" dur="1000"/>
                                        <p:tgtEl>
                                          <p:spTgt spid="233607"/>
                                        </p:tgtEl>
                                      </p:cBhvr>
                                    </p:animEffect>
                                  </p:childTnLst>
                                </p:cTn>
                              </p:par>
                            </p:childTnLst>
                          </p:cTn>
                        </p:par>
                        <p:par>
                          <p:cTn id="35" fill="hold">
                            <p:stCondLst>
                              <p:cond delay="1000"/>
                            </p:stCondLst>
                            <p:childTnLst>
                              <p:par>
                                <p:cTn id="36" presetID="1" presetClass="entr" presetSubtype="0" fill="hold" grpId="0" nodeType="afterEffect">
                                  <p:stCondLst>
                                    <p:cond delay="0"/>
                                  </p:stCondLst>
                                  <p:childTnLst>
                                    <p:set>
                                      <p:cBhvr>
                                        <p:cTn id="37" dur="1" fill="hold">
                                          <p:stCondLst>
                                            <p:cond delay="0"/>
                                          </p:stCondLst>
                                        </p:cTn>
                                        <p:tgtEl>
                                          <p:spTgt spid="23360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3533" grpId="0"/>
      <p:bldP spid="233603" grpId="0"/>
      <p:bldP spid="233608"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8" name="页脚占位符 4"/>
          <p:cNvSpPr txBox="1">
            <a:spLocks noGrp="1"/>
          </p:cNvSpPr>
          <p:nvPr>
            <p:ph type="ftr" sz="quarter" idx="11"/>
          </p:nvPr>
        </p:nvSpPr>
        <p:spPr/>
        <p:txBody>
          <a:bodyPr/>
          <a:p>
            <a:pPr marL="0" indent="0" algn="r">
              <a:spcBef>
                <a:spcPct val="0"/>
              </a:spcBef>
              <a:buClrTx/>
              <a:buSzTx/>
              <a:buFontTx/>
              <a:buNone/>
            </a:pPr>
            <a:r>
              <a:rPr lang="en-US" altLang="zh-CN" sz="1400" dirty="0">
                <a:ea typeface="宋体" panose="02010600030101010101" pitchFamily="2" charset="-122"/>
              </a:rPr>
              <a:t>Network Layer</a:t>
            </a:r>
            <a:endParaRPr lang="en-US" altLang="zh-CN" sz="1400" dirty="0">
              <a:latin typeface="Times New Roman" panose="02020603050405020304" pitchFamily="18" charset="0"/>
              <a:ea typeface="宋体" panose="02010600030101010101" pitchFamily="2" charset="-122"/>
            </a:endParaRPr>
          </a:p>
        </p:txBody>
      </p:sp>
      <p:sp>
        <p:nvSpPr>
          <p:cNvPr id="70659" name="灯片编号占位符 5"/>
          <p:cNvSpPr txBox="1">
            <a:spLocks noGrp="1"/>
          </p:cNvSpPr>
          <p:nvPr>
            <p:ph type="sldNum" sz="quarter" idx="12"/>
          </p:nvPr>
        </p:nvSpPr>
        <p:spPr/>
        <p:txBody>
          <a:bodyPr/>
          <a:p>
            <a:pPr marL="0" indent="0" algn="r">
              <a:spcBef>
                <a:spcPct val="0"/>
              </a:spcBef>
              <a:buClrTx/>
              <a:buSzTx/>
              <a:buFontTx/>
              <a:buNone/>
            </a:pPr>
            <a:r>
              <a:rPr lang="en-US" altLang="zh-CN" sz="1400" dirty="0">
                <a:ea typeface="宋体" panose="02010600030101010101" pitchFamily="2" charset="-122"/>
              </a:rPr>
              <a:t>4-</a:t>
            </a: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70660" name="Rectangle 2"/>
          <p:cNvSpPr>
            <a:spLocks noGrp="1"/>
          </p:cNvSpPr>
          <p:nvPr>
            <p:ph type="title"/>
          </p:nvPr>
        </p:nvSpPr>
        <p:spPr/>
        <p:txBody>
          <a:bodyPr vert="horz" wrap="square" lIns="91440" tIns="45720" rIns="91440" bIns="45720" anchor="ctr" anchorCtr="0"/>
          <a:p>
            <a:r>
              <a:rPr lang="en-US" altLang="zh-CN" sz="3200" dirty="0">
                <a:ea typeface="宋体" panose="02010600030101010101" pitchFamily="2" charset="-122"/>
              </a:rPr>
              <a:t>NAT: Network Address Translation</a:t>
            </a:r>
            <a:endParaRPr lang="en-US" altLang="zh-CN" dirty="0">
              <a:ea typeface="宋体" panose="02010600030101010101" pitchFamily="2" charset="-122"/>
            </a:endParaRPr>
          </a:p>
        </p:txBody>
      </p:sp>
      <p:sp>
        <p:nvSpPr>
          <p:cNvPr id="70661" name="Rectangle 3"/>
          <p:cNvSpPr>
            <a:spLocks noGrp="1"/>
          </p:cNvSpPr>
          <p:nvPr>
            <p:ph idx="1"/>
          </p:nvPr>
        </p:nvSpPr>
        <p:spPr/>
        <p:txBody>
          <a:bodyPr vert="horz" wrap="square" lIns="91440" tIns="45720" rIns="91440" bIns="45720" anchor="t" anchorCtr="0"/>
          <a:p>
            <a:r>
              <a:rPr lang="en-US" altLang="zh-CN" dirty="0">
                <a:ea typeface="宋体" panose="02010600030101010101" pitchFamily="2" charset="-122"/>
              </a:rPr>
              <a:t>16-bit port-number field: </a:t>
            </a:r>
            <a:endParaRPr lang="en-US" altLang="zh-CN" dirty="0">
              <a:ea typeface="宋体" panose="02010600030101010101" pitchFamily="2" charset="-122"/>
            </a:endParaRPr>
          </a:p>
          <a:p>
            <a:pPr lvl="1"/>
            <a:r>
              <a:rPr lang="en-US" altLang="zh-CN" dirty="0">
                <a:ea typeface="宋体" panose="02010600030101010101" pitchFamily="2" charset="-122"/>
              </a:rPr>
              <a:t>60,000 simultaneous connections with a single LAN-side address!</a:t>
            </a:r>
            <a:endParaRPr lang="en-US" altLang="zh-CN" dirty="0">
              <a:ea typeface="宋体" panose="02010600030101010101" pitchFamily="2" charset="-122"/>
            </a:endParaRPr>
          </a:p>
          <a:p>
            <a:r>
              <a:rPr lang="en-US" altLang="zh-CN" dirty="0">
                <a:ea typeface="宋体" panose="02010600030101010101" pitchFamily="2" charset="-122"/>
              </a:rPr>
              <a:t>NAT is controversial:</a:t>
            </a:r>
            <a:endParaRPr lang="en-US" altLang="zh-CN" dirty="0">
              <a:ea typeface="宋体" panose="02010600030101010101" pitchFamily="2" charset="-122"/>
            </a:endParaRPr>
          </a:p>
          <a:p>
            <a:pPr lvl="1"/>
            <a:r>
              <a:rPr lang="en-US" altLang="zh-CN" dirty="0">
                <a:ea typeface="宋体" panose="02010600030101010101" pitchFamily="2" charset="-122"/>
              </a:rPr>
              <a:t>routers should only process up to layer 3</a:t>
            </a:r>
            <a:endParaRPr lang="en-US" altLang="zh-CN" dirty="0">
              <a:ea typeface="宋体" panose="02010600030101010101" pitchFamily="2" charset="-122"/>
            </a:endParaRPr>
          </a:p>
          <a:p>
            <a:pPr lvl="1"/>
            <a:r>
              <a:rPr lang="en-US" altLang="zh-CN" dirty="0">
                <a:ea typeface="宋体" panose="02010600030101010101" pitchFamily="2" charset="-122"/>
              </a:rPr>
              <a:t>violates end-to-end argument</a:t>
            </a:r>
            <a:endParaRPr lang="en-US" altLang="zh-CN" dirty="0">
              <a:ea typeface="宋体" panose="02010600030101010101" pitchFamily="2" charset="-122"/>
            </a:endParaRPr>
          </a:p>
          <a:p>
            <a:pPr lvl="2"/>
            <a:r>
              <a:rPr lang="en-US" altLang="zh-CN" dirty="0">
                <a:ea typeface="宋体" panose="02010600030101010101" pitchFamily="2" charset="-122"/>
              </a:rPr>
              <a:t>NAT possibility must be taken into account by app designers, eg, P2P applications</a:t>
            </a:r>
            <a:endParaRPr lang="en-US" altLang="zh-CN" dirty="0">
              <a:ea typeface="宋体" panose="02010600030101010101" pitchFamily="2" charset="-122"/>
            </a:endParaRPr>
          </a:p>
          <a:p>
            <a:pPr lvl="1"/>
            <a:r>
              <a:rPr lang="en-US" altLang="zh-CN" dirty="0">
                <a:ea typeface="宋体" panose="02010600030101010101" pitchFamily="2" charset="-122"/>
              </a:rPr>
              <a:t>address shortage should instead be solved by IPv6</a:t>
            </a:r>
            <a:endParaRPr lang="en-US" altLang="zh-CN" dirty="0">
              <a:ea typeface="宋体" panose="02010600030101010101" pitchFamily="2" charset="-122"/>
            </a:endParaRPr>
          </a:p>
          <a:p>
            <a:endParaRPr lang="en-US" altLang="zh-CN" dirty="0">
              <a:ea typeface="宋体" panose="02010600030101010101" pitchFamily="2" charset="-122"/>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2" name="页脚占位符 5"/>
          <p:cNvSpPr txBox="1">
            <a:spLocks noGrp="1"/>
          </p:cNvSpPr>
          <p:nvPr>
            <p:ph type="ftr" sz="quarter" idx="11"/>
          </p:nvPr>
        </p:nvSpPr>
        <p:spPr/>
        <p:txBody>
          <a:bodyPr/>
          <a:p>
            <a:pPr marL="0" indent="0" algn="r">
              <a:spcBef>
                <a:spcPct val="0"/>
              </a:spcBef>
              <a:buClrTx/>
              <a:buSzTx/>
              <a:buFontTx/>
              <a:buNone/>
            </a:pPr>
            <a:r>
              <a:rPr lang="en-US" altLang="zh-CN" sz="1400" dirty="0">
                <a:ea typeface="宋体" panose="02010600030101010101" pitchFamily="2" charset="-122"/>
              </a:rPr>
              <a:t>Network Layer</a:t>
            </a:r>
            <a:endParaRPr lang="en-US" altLang="zh-CN" sz="1400" dirty="0">
              <a:latin typeface="Times New Roman" panose="02020603050405020304" pitchFamily="18" charset="0"/>
              <a:ea typeface="宋体" panose="02010600030101010101" pitchFamily="2" charset="-122"/>
            </a:endParaRPr>
          </a:p>
        </p:txBody>
      </p:sp>
      <p:sp>
        <p:nvSpPr>
          <p:cNvPr id="71683" name="灯片编号占位符 6"/>
          <p:cNvSpPr txBox="1">
            <a:spLocks noGrp="1"/>
          </p:cNvSpPr>
          <p:nvPr>
            <p:ph type="sldNum" sz="quarter" idx="12"/>
          </p:nvPr>
        </p:nvSpPr>
        <p:spPr/>
        <p:txBody>
          <a:bodyPr/>
          <a:p>
            <a:pPr marL="0" indent="0" algn="r">
              <a:spcBef>
                <a:spcPct val="0"/>
              </a:spcBef>
              <a:buClrTx/>
              <a:buSzTx/>
              <a:buFontTx/>
              <a:buNone/>
            </a:pPr>
            <a:r>
              <a:rPr lang="en-US" altLang="zh-CN" sz="1400" dirty="0">
                <a:ea typeface="宋体" panose="02010600030101010101" pitchFamily="2" charset="-122"/>
              </a:rPr>
              <a:t>4-</a:t>
            </a: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71684" name="Rectangle 2"/>
          <p:cNvSpPr>
            <a:spLocks noGrp="1"/>
          </p:cNvSpPr>
          <p:nvPr>
            <p:ph type="title"/>
          </p:nvPr>
        </p:nvSpPr>
        <p:spPr/>
        <p:txBody>
          <a:bodyPr vert="horz" wrap="square" lIns="91440" tIns="45720" rIns="91440" bIns="45720" anchor="ctr" anchorCtr="0"/>
          <a:p>
            <a:r>
              <a:rPr lang="en-US" altLang="zh-CN" dirty="0">
                <a:ea typeface="宋体" panose="02010600030101010101" pitchFamily="2" charset="-122"/>
              </a:rPr>
              <a:t>NAT traversal problem</a:t>
            </a:r>
            <a:r>
              <a:rPr lang="zh-CN" altLang="en-US" dirty="0">
                <a:ea typeface="宋体" panose="02010600030101010101" pitchFamily="2" charset="-122"/>
              </a:rPr>
              <a:t>（略）</a:t>
            </a:r>
            <a:endParaRPr lang="zh-CN" altLang="en-US" dirty="0">
              <a:ea typeface="宋体" panose="02010600030101010101" pitchFamily="2" charset="-122"/>
            </a:endParaRPr>
          </a:p>
        </p:txBody>
      </p:sp>
      <p:sp>
        <p:nvSpPr>
          <p:cNvPr id="71685" name="Rectangle 3"/>
          <p:cNvSpPr>
            <a:spLocks noGrp="1"/>
          </p:cNvSpPr>
          <p:nvPr>
            <p:ph type="body" sz="half" idx="1"/>
          </p:nvPr>
        </p:nvSpPr>
        <p:spPr>
          <a:xfrm>
            <a:off x="533400" y="1406525"/>
            <a:ext cx="4559300" cy="5159375"/>
          </a:xfrm>
        </p:spPr>
        <p:txBody>
          <a:bodyPr vert="horz" wrap="square" lIns="91440" tIns="45720" rIns="91440" bIns="45720" anchor="t" anchorCtr="0"/>
          <a:p>
            <a:pPr>
              <a:lnSpc>
                <a:spcPct val="90000"/>
              </a:lnSpc>
              <a:buClr>
                <a:schemeClr val="accent2"/>
              </a:buClr>
              <a:buSzPct val="85000"/>
              <a:buFont typeface="ZapfDingbats"/>
            </a:pPr>
            <a:r>
              <a:rPr lang="en-US" altLang="zh-CN" sz="2400" dirty="0">
                <a:ea typeface="宋体" panose="02010600030101010101" pitchFamily="2" charset="-122"/>
              </a:rPr>
              <a:t>client wants to connect to server with address 10.0.0.1</a:t>
            </a:r>
            <a:endParaRPr lang="en-US" altLang="zh-CN" sz="2400" dirty="0">
              <a:ea typeface="宋体" panose="02010600030101010101" pitchFamily="2" charset="-122"/>
            </a:endParaRPr>
          </a:p>
          <a:p>
            <a:pPr lvl="1">
              <a:lnSpc>
                <a:spcPct val="90000"/>
              </a:lnSpc>
              <a:buClr>
                <a:schemeClr val="accent2"/>
              </a:buClr>
              <a:buSzPct val="75000"/>
              <a:buFont typeface="ZapfDingbats"/>
            </a:pPr>
            <a:r>
              <a:rPr lang="en-US" altLang="zh-CN" sz="2000" dirty="0">
                <a:ea typeface="宋体" panose="02010600030101010101" pitchFamily="2" charset="-122"/>
              </a:rPr>
              <a:t>server address 10.0.0.1 local to LAN (client can’t use it as destination addr)</a:t>
            </a:r>
            <a:endParaRPr lang="en-US" altLang="zh-CN" sz="2000" dirty="0">
              <a:ea typeface="宋体" panose="02010600030101010101" pitchFamily="2" charset="-122"/>
            </a:endParaRPr>
          </a:p>
          <a:p>
            <a:pPr lvl="1">
              <a:lnSpc>
                <a:spcPct val="90000"/>
              </a:lnSpc>
              <a:buClr>
                <a:schemeClr val="accent2"/>
              </a:buClr>
              <a:buSzPct val="75000"/>
              <a:buFont typeface="ZapfDingbats"/>
            </a:pPr>
            <a:r>
              <a:rPr lang="en-US" altLang="zh-CN" sz="2000" dirty="0">
                <a:ea typeface="宋体" panose="02010600030101010101" pitchFamily="2" charset="-122"/>
              </a:rPr>
              <a:t>only one externally visible NATted address: 138.76.29.7</a:t>
            </a:r>
            <a:endParaRPr lang="en-US" altLang="zh-CN" sz="2000" dirty="0">
              <a:ea typeface="宋体" panose="02010600030101010101" pitchFamily="2" charset="-122"/>
            </a:endParaRPr>
          </a:p>
          <a:p>
            <a:pPr>
              <a:lnSpc>
                <a:spcPct val="90000"/>
              </a:lnSpc>
              <a:buClr>
                <a:schemeClr val="accent2"/>
              </a:buClr>
              <a:buSzPct val="85000"/>
              <a:buFont typeface="ZapfDingbats"/>
            </a:pPr>
            <a:r>
              <a:rPr lang="en-US" altLang="zh-CN" sz="2400" dirty="0">
                <a:ea typeface="宋体" panose="02010600030101010101" pitchFamily="2" charset="-122"/>
              </a:rPr>
              <a:t>solution 1: statically configure NAT to forward incoming connection requests at given port to server</a:t>
            </a:r>
            <a:endParaRPr lang="en-US" altLang="zh-CN" sz="2400" dirty="0">
              <a:ea typeface="宋体" panose="02010600030101010101" pitchFamily="2" charset="-122"/>
            </a:endParaRPr>
          </a:p>
          <a:p>
            <a:pPr lvl="1">
              <a:lnSpc>
                <a:spcPct val="90000"/>
              </a:lnSpc>
              <a:buClr>
                <a:schemeClr val="accent2"/>
              </a:buClr>
              <a:buSzPct val="75000"/>
              <a:buFont typeface="ZapfDingbats"/>
            </a:pPr>
            <a:r>
              <a:rPr lang="en-US" altLang="zh-CN" sz="2000" dirty="0">
                <a:ea typeface="宋体" panose="02010600030101010101" pitchFamily="2" charset="-122"/>
              </a:rPr>
              <a:t>e.g., (123.76.29.7, port 2500) always forwarded to 10.0.0.1 port 25000</a:t>
            </a:r>
            <a:endParaRPr lang="en-US" altLang="zh-CN" sz="2000" dirty="0">
              <a:ea typeface="宋体" panose="02010600030101010101" pitchFamily="2" charset="-122"/>
            </a:endParaRPr>
          </a:p>
        </p:txBody>
      </p:sp>
      <p:sp>
        <p:nvSpPr>
          <p:cNvPr id="71686" name="Freeform 29"/>
          <p:cNvSpPr/>
          <p:nvPr/>
        </p:nvSpPr>
        <p:spPr>
          <a:xfrm>
            <a:off x="7115175" y="2185988"/>
            <a:ext cx="1676400" cy="2487612"/>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1056" h="1567">
                <a:moveTo>
                  <a:pt x="109" y="676"/>
                </a:moveTo>
                <a:cubicBezTo>
                  <a:pt x="199" y="644"/>
                  <a:pt x="527" y="657"/>
                  <a:pt x="598" y="647"/>
                </a:cubicBezTo>
                <a:cubicBezTo>
                  <a:pt x="669" y="637"/>
                  <a:pt x="538" y="694"/>
                  <a:pt x="533" y="614"/>
                </a:cubicBezTo>
                <a:cubicBezTo>
                  <a:pt x="527" y="534"/>
                  <a:pt x="522" y="265"/>
                  <a:pt x="566" y="169"/>
                </a:cubicBezTo>
                <a:cubicBezTo>
                  <a:pt x="610" y="73"/>
                  <a:pt x="721" y="51"/>
                  <a:pt x="795" y="38"/>
                </a:cubicBezTo>
                <a:cubicBezTo>
                  <a:pt x="869" y="25"/>
                  <a:pt x="981" y="0"/>
                  <a:pt x="1013" y="90"/>
                </a:cubicBezTo>
                <a:cubicBezTo>
                  <a:pt x="1045" y="180"/>
                  <a:pt x="988" y="448"/>
                  <a:pt x="987" y="579"/>
                </a:cubicBezTo>
                <a:cubicBezTo>
                  <a:pt x="986" y="710"/>
                  <a:pt x="1005" y="730"/>
                  <a:pt x="1005" y="875"/>
                </a:cubicBezTo>
                <a:cubicBezTo>
                  <a:pt x="1005" y="1020"/>
                  <a:pt x="1056" y="1351"/>
                  <a:pt x="987" y="1451"/>
                </a:cubicBezTo>
                <a:cubicBezTo>
                  <a:pt x="918" y="1551"/>
                  <a:pt x="678" y="1567"/>
                  <a:pt x="592" y="1478"/>
                </a:cubicBezTo>
                <a:cubicBezTo>
                  <a:pt x="506" y="1389"/>
                  <a:pt x="562" y="1026"/>
                  <a:pt x="473" y="919"/>
                </a:cubicBezTo>
                <a:cubicBezTo>
                  <a:pt x="384" y="812"/>
                  <a:pt x="122" y="878"/>
                  <a:pt x="61" y="838"/>
                </a:cubicBezTo>
                <a:cubicBezTo>
                  <a:pt x="0" y="798"/>
                  <a:pt x="26" y="710"/>
                  <a:pt x="109" y="676"/>
                </a:cubicBezTo>
                <a:close/>
              </a:path>
            </a:pathLst>
          </a:custGeom>
          <a:solidFill>
            <a:srgbClr val="66CCFF">
              <a:alpha val="100000"/>
            </a:srgbClr>
          </a:solidFill>
          <a:ln w="9525">
            <a:noFill/>
          </a:ln>
        </p:spPr>
        <p:txBody>
          <a:bodyPr/>
          <a:p>
            <a:endParaRPr lang="zh-CN" altLang="en-US"/>
          </a:p>
        </p:txBody>
      </p:sp>
      <p:graphicFrame>
        <p:nvGraphicFramePr>
          <p:cNvPr id="71687" name="Object 31"/>
          <p:cNvGraphicFramePr>
            <a:graphicFrameLocks noChangeAspect="1"/>
          </p:cNvGraphicFramePr>
          <p:nvPr/>
        </p:nvGraphicFramePr>
        <p:xfrm>
          <a:off x="8151813" y="3138488"/>
          <a:ext cx="579437" cy="482600"/>
        </p:xfrm>
        <a:graphic>
          <a:graphicData uri="http://schemas.openxmlformats.org/presentationml/2006/ole">
            <mc:AlternateContent xmlns:mc="http://schemas.openxmlformats.org/markup-compatibility/2006">
              <mc:Choice xmlns:v="urn:schemas-microsoft-com:vml" Requires="v">
                <p:oleObj spid="_x0000_s3134" name="" r:id="rId1" imgW="1307465" imgH="1083945" progId="MS_ClipArt_Gallery.2">
                  <p:embed/>
                </p:oleObj>
              </mc:Choice>
              <mc:Fallback>
                <p:oleObj name="" r:id="rId1" imgW="1307465" imgH="1083945" progId="MS_ClipArt_Gallery.2">
                  <p:embed/>
                  <p:pic>
                    <p:nvPicPr>
                      <p:cNvPr id="0" name="图片 3133"/>
                      <p:cNvPicPr/>
                      <p:nvPr/>
                    </p:nvPicPr>
                    <p:blipFill>
                      <a:blip r:embed="rId2"/>
                      <a:stretch>
                        <a:fillRect/>
                      </a:stretch>
                    </p:blipFill>
                    <p:spPr>
                      <a:xfrm>
                        <a:off x="8151813" y="3138488"/>
                        <a:ext cx="579437" cy="482600"/>
                      </a:xfrm>
                      <a:prstGeom prst="rect">
                        <a:avLst/>
                      </a:prstGeom>
                      <a:noFill/>
                      <a:ln w="38100">
                        <a:noFill/>
                        <a:miter/>
                      </a:ln>
                    </p:spPr>
                  </p:pic>
                </p:oleObj>
              </mc:Fallback>
            </mc:AlternateContent>
          </a:graphicData>
        </a:graphic>
      </p:graphicFrame>
      <p:graphicFrame>
        <p:nvGraphicFramePr>
          <p:cNvPr id="71688" name="Object 32"/>
          <p:cNvGraphicFramePr>
            <a:graphicFrameLocks noChangeAspect="1"/>
          </p:cNvGraphicFramePr>
          <p:nvPr/>
        </p:nvGraphicFramePr>
        <p:xfrm>
          <a:off x="8123238" y="3903663"/>
          <a:ext cx="563562" cy="469900"/>
        </p:xfrm>
        <a:graphic>
          <a:graphicData uri="http://schemas.openxmlformats.org/presentationml/2006/ole">
            <mc:AlternateContent xmlns:mc="http://schemas.openxmlformats.org/markup-compatibility/2006">
              <mc:Choice xmlns:v="urn:schemas-microsoft-com:vml" Requires="v">
                <p:oleObj spid="_x0000_s3135" name="" r:id="rId3" imgW="1307465" imgH="1083945" progId="MS_ClipArt_Gallery.2">
                  <p:embed/>
                </p:oleObj>
              </mc:Choice>
              <mc:Fallback>
                <p:oleObj name="" r:id="rId3" imgW="1307465" imgH="1083945" progId="MS_ClipArt_Gallery.2">
                  <p:embed/>
                  <p:pic>
                    <p:nvPicPr>
                      <p:cNvPr id="0" name="图片 3134"/>
                      <p:cNvPicPr/>
                      <p:nvPr/>
                    </p:nvPicPr>
                    <p:blipFill>
                      <a:blip r:embed="rId2"/>
                      <a:stretch>
                        <a:fillRect/>
                      </a:stretch>
                    </p:blipFill>
                    <p:spPr>
                      <a:xfrm>
                        <a:off x="8123238" y="3903663"/>
                        <a:ext cx="563562" cy="469900"/>
                      </a:xfrm>
                      <a:prstGeom prst="rect">
                        <a:avLst/>
                      </a:prstGeom>
                      <a:noFill/>
                      <a:ln w="38100">
                        <a:noFill/>
                        <a:miter/>
                      </a:ln>
                    </p:spPr>
                  </p:pic>
                </p:oleObj>
              </mc:Fallback>
            </mc:AlternateContent>
          </a:graphicData>
        </a:graphic>
      </p:graphicFrame>
      <p:sp>
        <p:nvSpPr>
          <p:cNvPr id="71689" name="Line 33"/>
          <p:cNvSpPr/>
          <p:nvPr/>
        </p:nvSpPr>
        <p:spPr>
          <a:xfrm flipV="1">
            <a:off x="7183438" y="3352800"/>
            <a:ext cx="1073150" cy="20638"/>
          </a:xfrm>
          <a:prstGeom prst="line">
            <a:avLst/>
          </a:prstGeom>
          <a:ln w="19050" cap="flat" cmpd="sng">
            <a:solidFill>
              <a:schemeClr val="tx1"/>
            </a:solidFill>
            <a:prstDash val="solid"/>
            <a:headEnd type="none" w="med" len="med"/>
            <a:tailEnd type="none" w="med" len="med"/>
          </a:ln>
        </p:spPr>
      </p:sp>
      <p:sp>
        <p:nvSpPr>
          <p:cNvPr id="71690" name="Line 34"/>
          <p:cNvSpPr/>
          <p:nvPr/>
        </p:nvSpPr>
        <p:spPr>
          <a:xfrm flipH="1">
            <a:off x="8023225" y="2617788"/>
            <a:ext cx="9525" cy="1492250"/>
          </a:xfrm>
          <a:prstGeom prst="line">
            <a:avLst/>
          </a:prstGeom>
          <a:ln w="19050" cap="flat" cmpd="sng">
            <a:solidFill>
              <a:schemeClr val="tx1"/>
            </a:solidFill>
            <a:prstDash val="solid"/>
            <a:headEnd type="none" w="med" len="med"/>
            <a:tailEnd type="none" w="med" len="med"/>
          </a:ln>
        </p:spPr>
      </p:sp>
      <p:sp>
        <p:nvSpPr>
          <p:cNvPr id="71691" name="Line 35"/>
          <p:cNvSpPr/>
          <p:nvPr/>
        </p:nvSpPr>
        <p:spPr>
          <a:xfrm>
            <a:off x="8027988" y="2613025"/>
            <a:ext cx="133350" cy="6350"/>
          </a:xfrm>
          <a:prstGeom prst="line">
            <a:avLst/>
          </a:prstGeom>
          <a:ln w="19050" cap="flat" cmpd="sng">
            <a:solidFill>
              <a:schemeClr val="tx1"/>
            </a:solidFill>
            <a:prstDash val="solid"/>
            <a:headEnd type="none" w="med" len="med"/>
            <a:tailEnd type="none" w="med" len="med"/>
          </a:ln>
        </p:spPr>
      </p:sp>
      <p:sp>
        <p:nvSpPr>
          <p:cNvPr id="71692" name="Line 36"/>
          <p:cNvSpPr/>
          <p:nvPr/>
        </p:nvSpPr>
        <p:spPr>
          <a:xfrm flipV="1">
            <a:off x="8034338" y="4117975"/>
            <a:ext cx="171450" cy="0"/>
          </a:xfrm>
          <a:prstGeom prst="line">
            <a:avLst/>
          </a:prstGeom>
          <a:ln w="19050" cap="flat" cmpd="sng">
            <a:solidFill>
              <a:schemeClr val="tx1"/>
            </a:solidFill>
            <a:prstDash val="solid"/>
            <a:headEnd type="none" w="med" len="med"/>
            <a:tailEnd type="none" w="med" len="med"/>
          </a:ln>
        </p:spPr>
      </p:sp>
      <p:sp>
        <p:nvSpPr>
          <p:cNvPr id="71693" name="Text Box 37"/>
          <p:cNvSpPr txBox="1"/>
          <p:nvPr/>
        </p:nvSpPr>
        <p:spPr>
          <a:xfrm>
            <a:off x="7905750" y="2001838"/>
            <a:ext cx="892175" cy="3365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600" dirty="0">
                <a:ea typeface="宋体" panose="02010600030101010101" pitchFamily="2" charset="-122"/>
              </a:rPr>
              <a:t>10.0.0.1</a:t>
            </a:r>
            <a:endParaRPr lang="en-US" altLang="zh-CN" sz="1600" dirty="0">
              <a:ea typeface="宋体" panose="02010600030101010101" pitchFamily="2" charset="-122"/>
            </a:endParaRPr>
          </a:p>
        </p:txBody>
      </p:sp>
      <p:sp>
        <p:nvSpPr>
          <p:cNvPr id="71694" name="Text Box 56"/>
          <p:cNvSpPr txBox="1"/>
          <p:nvPr/>
        </p:nvSpPr>
        <p:spPr>
          <a:xfrm>
            <a:off x="7134225" y="2951163"/>
            <a:ext cx="923925" cy="3365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600" dirty="0">
                <a:ea typeface="宋体" panose="02010600030101010101" pitchFamily="2" charset="-122"/>
              </a:rPr>
              <a:t>10.0.0.4</a:t>
            </a:r>
            <a:endParaRPr lang="en-US" altLang="zh-CN" sz="1600" dirty="0">
              <a:ea typeface="宋体" panose="02010600030101010101" pitchFamily="2" charset="-122"/>
            </a:endParaRPr>
          </a:p>
        </p:txBody>
      </p:sp>
      <p:sp>
        <p:nvSpPr>
          <p:cNvPr id="71695" name="Line 57"/>
          <p:cNvSpPr/>
          <p:nvPr/>
        </p:nvSpPr>
        <p:spPr>
          <a:xfrm flipH="1">
            <a:off x="7258050" y="3201988"/>
            <a:ext cx="85725" cy="128587"/>
          </a:xfrm>
          <a:prstGeom prst="line">
            <a:avLst/>
          </a:prstGeom>
          <a:ln w="19050" cap="flat" cmpd="sng">
            <a:solidFill>
              <a:schemeClr val="tx1"/>
            </a:solidFill>
            <a:prstDash val="solid"/>
            <a:headEnd type="none" w="med" len="med"/>
            <a:tailEnd type="triangle" w="med" len="med"/>
          </a:ln>
        </p:spPr>
      </p:sp>
      <p:sp>
        <p:nvSpPr>
          <p:cNvPr id="71696" name="Line 58"/>
          <p:cNvSpPr/>
          <p:nvPr/>
        </p:nvSpPr>
        <p:spPr>
          <a:xfrm flipH="1">
            <a:off x="6518275" y="3440113"/>
            <a:ext cx="85725" cy="128587"/>
          </a:xfrm>
          <a:prstGeom prst="line">
            <a:avLst/>
          </a:prstGeom>
          <a:ln w="19050" cap="flat" cmpd="sng">
            <a:solidFill>
              <a:schemeClr val="tx1"/>
            </a:solidFill>
            <a:prstDash val="solid"/>
            <a:headEnd type="triangle" w="med" len="med"/>
            <a:tailEnd type="none" w="med" len="med"/>
          </a:ln>
        </p:spPr>
      </p:sp>
      <p:sp>
        <p:nvSpPr>
          <p:cNvPr id="71697" name="Text Box 88"/>
          <p:cNvSpPr txBox="1"/>
          <p:nvPr/>
        </p:nvSpPr>
        <p:spPr>
          <a:xfrm>
            <a:off x="6565900" y="3522663"/>
            <a:ext cx="876300" cy="6413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800" dirty="0">
                <a:solidFill>
                  <a:srgbClr val="FF0000"/>
                </a:solidFill>
                <a:ea typeface="宋体" panose="02010600030101010101" pitchFamily="2" charset="-122"/>
              </a:rPr>
              <a:t>NAT </a:t>
            </a:r>
            <a:endParaRPr lang="en-US" altLang="zh-CN" sz="1800" dirty="0">
              <a:solidFill>
                <a:srgbClr val="FF0000"/>
              </a:solidFill>
              <a:ea typeface="宋体" panose="02010600030101010101" pitchFamily="2" charset="-122"/>
            </a:endParaRPr>
          </a:p>
          <a:p>
            <a:pPr marL="0" lvl="0" indent="0" algn="ctr">
              <a:spcBef>
                <a:spcPct val="0"/>
              </a:spcBef>
              <a:buClrTx/>
              <a:buSzTx/>
              <a:buFontTx/>
              <a:buNone/>
            </a:pPr>
            <a:r>
              <a:rPr lang="en-US" altLang="zh-CN" sz="1800" dirty="0">
                <a:solidFill>
                  <a:srgbClr val="FF0000"/>
                </a:solidFill>
                <a:ea typeface="宋体" panose="02010600030101010101" pitchFamily="2" charset="-122"/>
              </a:rPr>
              <a:t>router</a:t>
            </a:r>
            <a:endParaRPr lang="en-US" altLang="zh-CN" sz="1800" dirty="0">
              <a:solidFill>
                <a:srgbClr val="FF0000"/>
              </a:solidFill>
              <a:ea typeface="宋体" panose="02010600030101010101" pitchFamily="2" charset="-122"/>
            </a:endParaRPr>
          </a:p>
        </p:txBody>
      </p:sp>
      <p:sp>
        <p:nvSpPr>
          <p:cNvPr id="71698" name="Text Box 89"/>
          <p:cNvSpPr txBox="1"/>
          <p:nvPr/>
        </p:nvSpPr>
        <p:spPr>
          <a:xfrm>
            <a:off x="5295900" y="3508375"/>
            <a:ext cx="1295400" cy="3365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600" dirty="0">
                <a:ea typeface="宋体" panose="02010600030101010101" pitchFamily="2" charset="-122"/>
              </a:rPr>
              <a:t>138.76.29.7</a:t>
            </a:r>
            <a:endParaRPr lang="en-US" altLang="zh-CN" sz="1600" dirty="0">
              <a:ea typeface="宋体" panose="02010600030101010101" pitchFamily="2" charset="-122"/>
            </a:endParaRPr>
          </a:p>
        </p:txBody>
      </p:sp>
      <p:grpSp>
        <p:nvGrpSpPr>
          <p:cNvPr id="71699" name="Group 91"/>
          <p:cNvGrpSpPr/>
          <p:nvPr/>
        </p:nvGrpSpPr>
        <p:grpSpPr>
          <a:xfrm>
            <a:off x="8205788" y="2274888"/>
            <a:ext cx="331787" cy="755650"/>
            <a:chOff x="4180" y="783"/>
            <a:chExt cx="150" cy="307"/>
          </a:xfrm>
        </p:grpSpPr>
        <p:sp>
          <p:nvSpPr>
            <p:cNvPr id="71719" name="AutoShape 92"/>
            <p:cNvSpPr/>
            <p:nvPr/>
          </p:nvSpPr>
          <p:spPr>
            <a:xfrm>
              <a:off x="4180" y="1019"/>
              <a:ext cx="150" cy="71"/>
            </a:xfrm>
            <a:prstGeom prst="parallelogram">
              <a:avLst>
                <a:gd name="adj" fmla="val 81386"/>
              </a:avLst>
            </a:prstGeom>
            <a:solidFill>
              <a:srgbClr val="33CCCC"/>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71720" name="Rectangle 93"/>
            <p:cNvSpPr/>
            <p:nvPr/>
          </p:nvSpPr>
          <p:spPr>
            <a:xfrm>
              <a:off x="4256" y="785"/>
              <a:ext cx="69" cy="236"/>
            </a:xfrm>
            <a:prstGeom prst="rect">
              <a:avLst/>
            </a:prstGeom>
            <a:solidFill>
              <a:srgbClr val="33CCCC"/>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71721" name="Rectangle 94"/>
            <p:cNvSpPr/>
            <p:nvPr/>
          </p:nvSpPr>
          <p:spPr>
            <a:xfrm>
              <a:off x="4181" y="852"/>
              <a:ext cx="95" cy="236"/>
            </a:xfrm>
            <a:prstGeom prst="rect">
              <a:avLst/>
            </a:prstGeom>
            <a:solidFill>
              <a:srgbClr val="33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71722" name="AutoShape 95"/>
            <p:cNvSpPr/>
            <p:nvPr/>
          </p:nvSpPr>
          <p:spPr>
            <a:xfrm>
              <a:off x="4180" y="783"/>
              <a:ext cx="150" cy="71"/>
            </a:xfrm>
            <a:prstGeom prst="parallelogram">
              <a:avLst>
                <a:gd name="adj" fmla="val 81386"/>
              </a:avLst>
            </a:prstGeom>
            <a:solidFill>
              <a:srgbClr val="33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71723" name="Line 96"/>
            <p:cNvSpPr/>
            <p:nvPr/>
          </p:nvSpPr>
          <p:spPr>
            <a:xfrm>
              <a:off x="4330" y="788"/>
              <a:ext cx="0" cy="231"/>
            </a:xfrm>
            <a:prstGeom prst="line">
              <a:avLst/>
            </a:prstGeom>
            <a:ln w="9525" cap="flat" cmpd="sng">
              <a:solidFill>
                <a:schemeClr val="tx1"/>
              </a:solidFill>
              <a:prstDash val="solid"/>
              <a:headEnd type="none" w="med" len="med"/>
              <a:tailEnd type="none" w="med" len="med"/>
            </a:ln>
          </p:spPr>
        </p:sp>
        <p:sp>
          <p:nvSpPr>
            <p:cNvPr id="71724" name="Line 97"/>
            <p:cNvSpPr/>
            <p:nvPr/>
          </p:nvSpPr>
          <p:spPr>
            <a:xfrm flipH="1">
              <a:off x="4276" y="1019"/>
              <a:ext cx="54" cy="69"/>
            </a:xfrm>
            <a:prstGeom prst="line">
              <a:avLst/>
            </a:prstGeom>
            <a:ln w="9525" cap="flat" cmpd="sng">
              <a:solidFill>
                <a:schemeClr val="tx1"/>
              </a:solidFill>
              <a:prstDash val="solid"/>
              <a:headEnd type="none" w="med" len="med"/>
              <a:tailEnd type="none" w="med" len="med"/>
            </a:ln>
          </p:spPr>
        </p:sp>
        <p:sp>
          <p:nvSpPr>
            <p:cNvPr id="71725" name="Rectangle 98"/>
            <p:cNvSpPr/>
            <p:nvPr/>
          </p:nvSpPr>
          <p:spPr>
            <a:xfrm>
              <a:off x="4193" y="883"/>
              <a:ext cx="63" cy="136"/>
            </a:xfrm>
            <a:prstGeom prst="rect">
              <a:avLst/>
            </a:prstGeom>
            <a:solidFill>
              <a:schemeClr val="accent2"/>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71726" name="Rectangle 99"/>
            <p:cNvSpPr/>
            <p:nvPr/>
          </p:nvSpPr>
          <p:spPr>
            <a:xfrm>
              <a:off x="4202" y="924"/>
              <a:ext cx="48" cy="48"/>
            </a:xfrm>
            <a:prstGeom prst="rect">
              <a:avLst/>
            </a:prstGeom>
            <a:solidFill>
              <a:schemeClr val="bg1"/>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sp>
        <p:nvSpPr>
          <p:cNvPr id="71700" name="Line 100"/>
          <p:cNvSpPr/>
          <p:nvPr/>
        </p:nvSpPr>
        <p:spPr>
          <a:xfrm>
            <a:off x="6345238" y="3422650"/>
            <a:ext cx="401637" cy="0"/>
          </a:xfrm>
          <a:prstGeom prst="line">
            <a:avLst/>
          </a:prstGeom>
          <a:ln w="9525" cap="flat" cmpd="sng">
            <a:solidFill>
              <a:schemeClr val="tx1"/>
            </a:solidFill>
            <a:prstDash val="solid"/>
            <a:headEnd type="none" w="med" len="med"/>
            <a:tailEnd type="none" w="med" len="med"/>
          </a:ln>
        </p:spPr>
      </p:sp>
      <p:grpSp>
        <p:nvGrpSpPr>
          <p:cNvPr id="71701" name="Group 59"/>
          <p:cNvGrpSpPr/>
          <p:nvPr/>
        </p:nvGrpSpPr>
        <p:grpSpPr>
          <a:xfrm>
            <a:off x="6662738" y="3233738"/>
            <a:ext cx="555625" cy="307975"/>
            <a:chOff x="3600" y="219"/>
            <a:chExt cx="360" cy="175"/>
          </a:xfrm>
        </p:grpSpPr>
        <p:sp>
          <p:nvSpPr>
            <p:cNvPr id="71706" name="Oval 60"/>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71707" name="Line 61"/>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71708" name="Line 62"/>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71709" name="Rectangle 63"/>
            <p:cNvSpPr/>
            <p:nvPr/>
          </p:nvSpPr>
          <p:spPr>
            <a:xfrm>
              <a:off x="3603" y="289"/>
              <a:ext cx="354" cy="5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71710" name="Oval 64"/>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71711" name="Group 65"/>
            <p:cNvGrpSpPr/>
            <p:nvPr/>
          </p:nvGrpSpPr>
          <p:grpSpPr>
            <a:xfrm>
              <a:off x="3686" y="244"/>
              <a:ext cx="177" cy="66"/>
              <a:chOff x="2848" y="848"/>
              <a:chExt cx="140" cy="98"/>
            </a:xfrm>
          </p:grpSpPr>
          <p:sp>
            <p:nvSpPr>
              <p:cNvPr id="71716" name="Line 66"/>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71717" name="Line 67"/>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71718" name="Line 68"/>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71712" name="Group 69"/>
            <p:cNvGrpSpPr/>
            <p:nvPr/>
          </p:nvGrpSpPr>
          <p:grpSpPr>
            <a:xfrm flipV="1">
              <a:off x="3686" y="243"/>
              <a:ext cx="177" cy="66"/>
              <a:chOff x="2848" y="848"/>
              <a:chExt cx="140" cy="98"/>
            </a:xfrm>
          </p:grpSpPr>
          <p:sp>
            <p:nvSpPr>
              <p:cNvPr id="71713" name="Line 70"/>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71714" name="Line 71"/>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71715" name="Line 72"/>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aphicFrame>
        <p:nvGraphicFramePr>
          <p:cNvPr id="71702" name="Object 101"/>
          <p:cNvGraphicFramePr>
            <a:graphicFrameLocks noChangeAspect="1"/>
          </p:cNvGraphicFramePr>
          <p:nvPr/>
        </p:nvGraphicFramePr>
        <p:xfrm>
          <a:off x="5172075" y="2559050"/>
          <a:ext cx="563563" cy="469900"/>
        </p:xfrm>
        <a:graphic>
          <a:graphicData uri="http://schemas.openxmlformats.org/presentationml/2006/ole">
            <mc:AlternateContent xmlns:mc="http://schemas.openxmlformats.org/markup-compatibility/2006">
              <mc:Choice xmlns:v="urn:schemas-microsoft-com:vml" Requires="v">
                <p:oleObj spid="_x0000_s3136" name="" r:id="rId4" imgW="1307465" imgH="1083945" progId="MS_ClipArt_Gallery.2">
                  <p:embed/>
                </p:oleObj>
              </mc:Choice>
              <mc:Fallback>
                <p:oleObj name="" r:id="rId4" imgW="1307465" imgH="1083945" progId="MS_ClipArt_Gallery.2">
                  <p:embed/>
                  <p:pic>
                    <p:nvPicPr>
                      <p:cNvPr id="0" name="图片 3135"/>
                      <p:cNvPicPr/>
                      <p:nvPr/>
                    </p:nvPicPr>
                    <p:blipFill>
                      <a:blip r:embed="rId2"/>
                      <a:stretch>
                        <a:fillRect/>
                      </a:stretch>
                    </p:blipFill>
                    <p:spPr>
                      <a:xfrm>
                        <a:off x="5172075" y="2559050"/>
                        <a:ext cx="563563" cy="469900"/>
                      </a:xfrm>
                      <a:prstGeom prst="rect">
                        <a:avLst/>
                      </a:prstGeom>
                      <a:noFill/>
                      <a:ln w="38100">
                        <a:noFill/>
                        <a:miter/>
                      </a:ln>
                    </p:spPr>
                  </p:pic>
                </p:oleObj>
              </mc:Fallback>
            </mc:AlternateContent>
          </a:graphicData>
        </a:graphic>
      </p:graphicFrame>
      <p:sp>
        <p:nvSpPr>
          <p:cNvPr id="71703" name="Text Box 102"/>
          <p:cNvSpPr txBox="1"/>
          <p:nvPr/>
        </p:nvSpPr>
        <p:spPr>
          <a:xfrm>
            <a:off x="5046663" y="2187575"/>
            <a:ext cx="800100"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Client</a:t>
            </a:r>
            <a:endParaRPr lang="en-US" altLang="zh-CN" sz="1800" dirty="0">
              <a:ea typeface="宋体" panose="02010600030101010101" pitchFamily="2" charset="-122"/>
            </a:endParaRPr>
          </a:p>
        </p:txBody>
      </p:sp>
      <p:sp>
        <p:nvSpPr>
          <p:cNvPr id="71704" name="Text Box 103"/>
          <p:cNvSpPr txBox="1"/>
          <p:nvPr/>
        </p:nvSpPr>
        <p:spPr>
          <a:xfrm>
            <a:off x="5781675" y="2268538"/>
            <a:ext cx="396875" cy="57943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3200" dirty="0">
                <a:ea typeface="宋体" panose="02010600030101010101" pitchFamily="2" charset="-122"/>
              </a:rPr>
              <a:t>?</a:t>
            </a:r>
            <a:endParaRPr lang="en-US" altLang="zh-CN" sz="3200" dirty="0">
              <a:ea typeface="宋体" panose="02010600030101010101" pitchFamily="2" charset="-122"/>
            </a:endParaRPr>
          </a:p>
        </p:txBody>
      </p:sp>
      <p:sp>
        <p:nvSpPr>
          <p:cNvPr id="71705" name="Line 104"/>
          <p:cNvSpPr/>
          <p:nvPr/>
        </p:nvSpPr>
        <p:spPr>
          <a:xfrm>
            <a:off x="5653088" y="3019425"/>
            <a:ext cx="401637" cy="277813"/>
          </a:xfrm>
          <a:prstGeom prst="line">
            <a:avLst/>
          </a:prstGeom>
          <a:ln w="9525" cap="flat" cmpd="sng">
            <a:solidFill>
              <a:schemeClr val="tx1"/>
            </a:solidFill>
            <a:prstDash val="solid"/>
            <a:headEnd type="none" w="med" len="med"/>
            <a:tailEnd type="triangle" w="med" len="med"/>
          </a:ln>
        </p:spPr>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6" name="页脚占位符 5"/>
          <p:cNvSpPr txBox="1">
            <a:spLocks noGrp="1"/>
          </p:cNvSpPr>
          <p:nvPr>
            <p:ph type="ftr" sz="quarter" idx="11"/>
          </p:nvPr>
        </p:nvSpPr>
        <p:spPr/>
        <p:txBody>
          <a:bodyPr/>
          <a:p>
            <a:pPr marL="0" indent="0" algn="r">
              <a:spcBef>
                <a:spcPct val="0"/>
              </a:spcBef>
              <a:buClrTx/>
              <a:buSzTx/>
              <a:buFontTx/>
              <a:buNone/>
            </a:pPr>
            <a:r>
              <a:rPr lang="en-US" altLang="zh-CN" sz="1400" dirty="0">
                <a:ea typeface="宋体" panose="02010600030101010101" pitchFamily="2" charset="-122"/>
              </a:rPr>
              <a:t>Network Layer</a:t>
            </a:r>
            <a:endParaRPr lang="en-US" altLang="zh-CN" sz="1400" dirty="0">
              <a:latin typeface="Times New Roman" panose="02020603050405020304" pitchFamily="18" charset="0"/>
              <a:ea typeface="宋体" panose="02010600030101010101" pitchFamily="2" charset="-122"/>
            </a:endParaRPr>
          </a:p>
        </p:txBody>
      </p:sp>
      <p:sp>
        <p:nvSpPr>
          <p:cNvPr id="72707" name="灯片编号占位符 6"/>
          <p:cNvSpPr txBox="1">
            <a:spLocks noGrp="1"/>
          </p:cNvSpPr>
          <p:nvPr>
            <p:ph type="sldNum" sz="quarter" idx="12"/>
          </p:nvPr>
        </p:nvSpPr>
        <p:spPr/>
        <p:txBody>
          <a:bodyPr/>
          <a:p>
            <a:pPr marL="0" indent="0" algn="r">
              <a:spcBef>
                <a:spcPct val="0"/>
              </a:spcBef>
              <a:buClrTx/>
              <a:buSzTx/>
              <a:buFontTx/>
              <a:buNone/>
            </a:pPr>
            <a:r>
              <a:rPr lang="en-US" altLang="zh-CN" sz="1400" dirty="0">
                <a:ea typeface="宋体" panose="02010600030101010101" pitchFamily="2" charset="-122"/>
              </a:rPr>
              <a:t>4-</a:t>
            </a: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72708" name="Rectangle 2"/>
          <p:cNvSpPr>
            <a:spLocks noGrp="1"/>
          </p:cNvSpPr>
          <p:nvPr>
            <p:ph type="title"/>
          </p:nvPr>
        </p:nvSpPr>
        <p:spPr/>
        <p:txBody>
          <a:bodyPr vert="horz" wrap="square" lIns="91440" tIns="45720" rIns="91440" bIns="45720" anchor="ctr" anchorCtr="0"/>
          <a:p>
            <a:r>
              <a:rPr lang="en-US" altLang="zh-CN" dirty="0">
                <a:ea typeface="宋体" panose="02010600030101010101" pitchFamily="2" charset="-122"/>
              </a:rPr>
              <a:t>NAT traversal problem</a:t>
            </a:r>
            <a:r>
              <a:rPr lang="zh-CN" altLang="en-US" dirty="0">
                <a:ea typeface="宋体" panose="02010600030101010101" pitchFamily="2" charset="-122"/>
                <a:sym typeface="+mn-ea"/>
              </a:rPr>
              <a:t>（略）</a:t>
            </a:r>
            <a:endParaRPr lang="en-US" altLang="zh-CN" dirty="0">
              <a:ea typeface="宋体" panose="02010600030101010101" pitchFamily="2" charset="-122"/>
            </a:endParaRPr>
          </a:p>
        </p:txBody>
      </p:sp>
      <p:sp>
        <p:nvSpPr>
          <p:cNvPr id="72709" name="Rectangle 3"/>
          <p:cNvSpPr>
            <a:spLocks noGrp="1"/>
          </p:cNvSpPr>
          <p:nvPr>
            <p:ph type="body" sz="half" idx="1"/>
          </p:nvPr>
        </p:nvSpPr>
        <p:spPr>
          <a:xfrm>
            <a:off x="533400" y="1406525"/>
            <a:ext cx="5003800" cy="5159375"/>
          </a:xfrm>
        </p:spPr>
        <p:txBody>
          <a:bodyPr vert="horz" wrap="square" lIns="91440" tIns="45720" rIns="91440" bIns="45720" anchor="t" anchorCtr="0"/>
          <a:p>
            <a:pPr>
              <a:buClr>
                <a:schemeClr val="accent2"/>
              </a:buClr>
              <a:buSzPct val="85000"/>
              <a:buFont typeface="ZapfDingbats"/>
            </a:pPr>
            <a:r>
              <a:rPr lang="en-US" altLang="zh-CN" sz="2400" dirty="0">
                <a:ea typeface="宋体" panose="02010600030101010101" pitchFamily="2" charset="-122"/>
              </a:rPr>
              <a:t>solution 2: Universal Plug and Play (UPnP) Internet Gateway Device (IGD) Protocol.  Allows NATted host to:</a:t>
            </a:r>
            <a:endParaRPr lang="en-US" altLang="zh-CN" sz="2400" dirty="0">
              <a:ea typeface="宋体" panose="02010600030101010101" pitchFamily="2" charset="-122"/>
            </a:endParaRPr>
          </a:p>
          <a:p>
            <a:pPr lvl="1">
              <a:spcBef>
                <a:spcPct val="0"/>
              </a:spcBef>
              <a:buClr>
                <a:schemeClr val="accent2"/>
              </a:buClr>
              <a:buSzPct val="75000"/>
              <a:buFont typeface="Wingdings" panose="05000000000000000000" pitchFamily="2" charset="2"/>
              <a:buChar char="v"/>
            </a:pPr>
            <a:r>
              <a:rPr lang="en-US" altLang="zh-CN" dirty="0">
                <a:ea typeface="宋体" panose="02010600030101010101" pitchFamily="2" charset="-122"/>
              </a:rPr>
              <a:t>learn public IP address (138.76.29.7)</a:t>
            </a:r>
            <a:endParaRPr lang="en-US" altLang="zh-CN" dirty="0">
              <a:ea typeface="宋体" panose="02010600030101010101" pitchFamily="2" charset="-122"/>
            </a:endParaRPr>
          </a:p>
          <a:p>
            <a:pPr lvl="1">
              <a:spcBef>
                <a:spcPct val="0"/>
              </a:spcBef>
              <a:buClr>
                <a:schemeClr val="accent2"/>
              </a:buClr>
              <a:buSzPct val="75000"/>
              <a:buFont typeface="Wingdings" panose="05000000000000000000" pitchFamily="2" charset="2"/>
              <a:buChar char="v"/>
            </a:pPr>
            <a:r>
              <a:rPr lang="en-US" altLang="zh-CN" dirty="0">
                <a:ea typeface="宋体" panose="02010600030101010101" pitchFamily="2" charset="-122"/>
              </a:rPr>
              <a:t>add/remove port mappings (with lease times)</a:t>
            </a:r>
            <a:endParaRPr lang="en-US" altLang="zh-CN" dirty="0">
              <a:ea typeface="宋体" panose="02010600030101010101" pitchFamily="2" charset="-122"/>
            </a:endParaRPr>
          </a:p>
          <a:p>
            <a:pPr lvl="1">
              <a:spcBef>
                <a:spcPct val="0"/>
              </a:spcBef>
              <a:buClr>
                <a:schemeClr val="accent2"/>
              </a:buClr>
              <a:buSzPct val="75000"/>
              <a:buFont typeface="Wingdings" panose="05000000000000000000" pitchFamily="2" charset="2"/>
              <a:buChar char="v"/>
            </a:pPr>
            <a:endParaRPr lang="en-US" altLang="zh-CN" dirty="0">
              <a:ea typeface="宋体" panose="02010600030101010101" pitchFamily="2" charset="-122"/>
            </a:endParaRPr>
          </a:p>
          <a:p>
            <a:pPr lvl="1">
              <a:spcBef>
                <a:spcPct val="0"/>
              </a:spcBef>
              <a:buClr>
                <a:schemeClr val="accent2"/>
              </a:buClr>
              <a:buSzPct val="75000"/>
              <a:buFont typeface="Wingdings" panose="05000000000000000000" pitchFamily="2" charset="2"/>
              <a:buNone/>
            </a:pPr>
            <a:r>
              <a:rPr lang="en-US" altLang="zh-CN" dirty="0">
                <a:ea typeface="宋体" panose="02010600030101010101" pitchFamily="2" charset="-122"/>
              </a:rPr>
              <a:t>i.e., automate static NAT port map configuration</a:t>
            </a:r>
            <a:endParaRPr lang="en-US" altLang="zh-CN" dirty="0">
              <a:ea typeface="宋体" panose="02010600030101010101" pitchFamily="2" charset="-122"/>
            </a:endParaRPr>
          </a:p>
        </p:txBody>
      </p:sp>
      <p:sp>
        <p:nvSpPr>
          <p:cNvPr id="72710" name="Freeform 51"/>
          <p:cNvSpPr/>
          <p:nvPr/>
        </p:nvSpPr>
        <p:spPr>
          <a:xfrm>
            <a:off x="7115175" y="2185988"/>
            <a:ext cx="1676400" cy="2487612"/>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1056" h="1567">
                <a:moveTo>
                  <a:pt x="109" y="676"/>
                </a:moveTo>
                <a:cubicBezTo>
                  <a:pt x="199" y="644"/>
                  <a:pt x="527" y="657"/>
                  <a:pt x="598" y="647"/>
                </a:cubicBezTo>
                <a:cubicBezTo>
                  <a:pt x="669" y="637"/>
                  <a:pt x="538" y="694"/>
                  <a:pt x="533" y="614"/>
                </a:cubicBezTo>
                <a:cubicBezTo>
                  <a:pt x="527" y="534"/>
                  <a:pt x="522" y="265"/>
                  <a:pt x="566" y="169"/>
                </a:cubicBezTo>
                <a:cubicBezTo>
                  <a:pt x="610" y="73"/>
                  <a:pt x="721" y="51"/>
                  <a:pt x="795" y="38"/>
                </a:cubicBezTo>
                <a:cubicBezTo>
                  <a:pt x="869" y="25"/>
                  <a:pt x="981" y="0"/>
                  <a:pt x="1013" y="90"/>
                </a:cubicBezTo>
                <a:cubicBezTo>
                  <a:pt x="1045" y="180"/>
                  <a:pt x="988" y="448"/>
                  <a:pt x="987" y="579"/>
                </a:cubicBezTo>
                <a:cubicBezTo>
                  <a:pt x="986" y="710"/>
                  <a:pt x="1005" y="730"/>
                  <a:pt x="1005" y="875"/>
                </a:cubicBezTo>
                <a:cubicBezTo>
                  <a:pt x="1005" y="1020"/>
                  <a:pt x="1056" y="1351"/>
                  <a:pt x="987" y="1451"/>
                </a:cubicBezTo>
                <a:cubicBezTo>
                  <a:pt x="918" y="1551"/>
                  <a:pt x="678" y="1567"/>
                  <a:pt x="592" y="1478"/>
                </a:cubicBezTo>
                <a:cubicBezTo>
                  <a:pt x="506" y="1389"/>
                  <a:pt x="562" y="1026"/>
                  <a:pt x="473" y="919"/>
                </a:cubicBezTo>
                <a:cubicBezTo>
                  <a:pt x="384" y="812"/>
                  <a:pt x="122" y="878"/>
                  <a:pt x="61" y="838"/>
                </a:cubicBezTo>
                <a:cubicBezTo>
                  <a:pt x="0" y="798"/>
                  <a:pt x="26" y="710"/>
                  <a:pt x="109" y="676"/>
                </a:cubicBezTo>
                <a:close/>
              </a:path>
            </a:pathLst>
          </a:custGeom>
          <a:solidFill>
            <a:srgbClr val="66CCFF">
              <a:alpha val="100000"/>
            </a:srgbClr>
          </a:solidFill>
          <a:ln w="9525">
            <a:noFill/>
          </a:ln>
        </p:spPr>
        <p:txBody>
          <a:bodyPr/>
          <a:p>
            <a:endParaRPr lang="zh-CN" altLang="en-US"/>
          </a:p>
        </p:txBody>
      </p:sp>
      <p:graphicFrame>
        <p:nvGraphicFramePr>
          <p:cNvPr id="72711" name="Object 52"/>
          <p:cNvGraphicFramePr>
            <a:graphicFrameLocks noChangeAspect="1"/>
          </p:cNvGraphicFramePr>
          <p:nvPr/>
        </p:nvGraphicFramePr>
        <p:xfrm>
          <a:off x="8151813" y="3138488"/>
          <a:ext cx="579437" cy="482600"/>
        </p:xfrm>
        <a:graphic>
          <a:graphicData uri="http://schemas.openxmlformats.org/presentationml/2006/ole">
            <mc:AlternateContent xmlns:mc="http://schemas.openxmlformats.org/markup-compatibility/2006">
              <mc:Choice xmlns:v="urn:schemas-microsoft-com:vml" Requires="v">
                <p:oleObj spid="_x0000_s3138" name="" r:id="rId1" imgW="1307465" imgH="1083945" progId="MS_ClipArt_Gallery.2">
                  <p:embed/>
                </p:oleObj>
              </mc:Choice>
              <mc:Fallback>
                <p:oleObj name="" r:id="rId1" imgW="1307465" imgH="1083945" progId="MS_ClipArt_Gallery.2">
                  <p:embed/>
                  <p:pic>
                    <p:nvPicPr>
                      <p:cNvPr id="0" name="图片 3137"/>
                      <p:cNvPicPr/>
                      <p:nvPr/>
                    </p:nvPicPr>
                    <p:blipFill>
                      <a:blip r:embed="rId2"/>
                      <a:stretch>
                        <a:fillRect/>
                      </a:stretch>
                    </p:blipFill>
                    <p:spPr>
                      <a:xfrm>
                        <a:off x="8151813" y="3138488"/>
                        <a:ext cx="579437" cy="482600"/>
                      </a:xfrm>
                      <a:prstGeom prst="rect">
                        <a:avLst/>
                      </a:prstGeom>
                      <a:noFill/>
                      <a:ln w="38100">
                        <a:noFill/>
                        <a:miter/>
                      </a:ln>
                    </p:spPr>
                  </p:pic>
                </p:oleObj>
              </mc:Fallback>
            </mc:AlternateContent>
          </a:graphicData>
        </a:graphic>
      </p:graphicFrame>
      <p:graphicFrame>
        <p:nvGraphicFramePr>
          <p:cNvPr id="72712" name="Object 53"/>
          <p:cNvGraphicFramePr>
            <a:graphicFrameLocks noChangeAspect="1"/>
          </p:cNvGraphicFramePr>
          <p:nvPr/>
        </p:nvGraphicFramePr>
        <p:xfrm>
          <a:off x="8123238" y="3903663"/>
          <a:ext cx="563562" cy="469900"/>
        </p:xfrm>
        <a:graphic>
          <a:graphicData uri="http://schemas.openxmlformats.org/presentationml/2006/ole">
            <mc:AlternateContent xmlns:mc="http://schemas.openxmlformats.org/markup-compatibility/2006">
              <mc:Choice xmlns:v="urn:schemas-microsoft-com:vml" Requires="v">
                <p:oleObj spid="_x0000_s3137" name="" r:id="rId3" imgW="1307465" imgH="1083945" progId="MS_ClipArt_Gallery.2">
                  <p:embed/>
                </p:oleObj>
              </mc:Choice>
              <mc:Fallback>
                <p:oleObj name="" r:id="rId3" imgW="1307465" imgH="1083945" progId="MS_ClipArt_Gallery.2">
                  <p:embed/>
                  <p:pic>
                    <p:nvPicPr>
                      <p:cNvPr id="0" name="图片 3136"/>
                      <p:cNvPicPr/>
                      <p:nvPr/>
                    </p:nvPicPr>
                    <p:blipFill>
                      <a:blip r:embed="rId2"/>
                      <a:stretch>
                        <a:fillRect/>
                      </a:stretch>
                    </p:blipFill>
                    <p:spPr>
                      <a:xfrm>
                        <a:off x="8123238" y="3903663"/>
                        <a:ext cx="563562" cy="469900"/>
                      </a:xfrm>
                      <a:prstGeom prst="rect">
                        <a:avLst/>
                      </a:prstGeom>
                      <a:noFill/>
                      <a:ln w="38100">
                        <a:noFill/>
                        <a:miter/>
                      </a:ln>
                    </p:spPr>
                  </p:pic>
                </p:oleObj>
              </mc:Fallback>
            </mc:AlternateContent>
          </a:graphicData>
        </a:graphic>
      </p:graphicFrame>
      <p:sp>
        <p:nvSpPr>
          <p:cNvPr id="72713" name="Line 54"/>
          <p:cNvSpPr/>
          <p:nvPr/>
        </p:nvSpPr>
        <p:spPr>
          <a:xfrm flipV="1">
            <a:off x="7183438" y="3352800"/>
            <a:ext cx="1073150" cy="20638"/>
          </a:xfrm>
          <a:prstGeom prst="line">
            <a:avLst/>
          </a:prstGeom>
          <a:ln w="19050" cap="flat" cmpd="sng">
            <a:solidFill>
              <a:schemeClr val="tx1"/>
            </a:solidFill>
            <a:prstDash val="solid"/>
            <a:headEnd type="none" w="med" len="med"/>
            <a:tailEnd type="none" w="med" len="med"/>
          </a:ln>
        </p:spPr>
      </p:sp>
      <p:sp>
        <p:nvSpPr>
          <p:cNvPr id="72714" name="Line 55"/>
          <p:cNvSpPr/>
          <p:nvPr/>
        </p:nvSpPr>
        <p:spPr>
          <a:xfrm flipH="1">
            <a:off x="8023225" y="2617788"/>
            <a:ext cx="9525" cy="1492250"/>
          </a:xfrm>
          <a:prstGeom prst="line">
            <a:avLst/>
          </a:prstGeom>
          <a:ln w="19050" cap="flat" cmpd="sng">
            <a:solidFill>
              <a:schemeClr val="tx1"/>
            </a:solidFill>
            <a:prstDash val="solid"/>
            <a:headEnd type="none" w="med" len="med"/>
            <a:tailEnd type="none" w="med" len="med"/>
          </a:ln>
        </p:spPr>
      </p:sp>
      <p:sp>
        <p:nvSpPr>
          <p:cNvPr id="72715" name="Line 56"/>
          <p:cNvSpPr/>
          <p:nvPr/>
        </p:nvSpPr>
        <p:spPr>
          <a:xfrm>
            <a:off x="8027988" y="2613025"/>
            <a:ext cx="133350" cy="6350"/>
          </a:xfrm>
          <a:prstGeom prst="line">
            <a:avLst/>
          </a:prstGeom>
          <a:ln w="19050" cap="flat" cmpd="sng">
            <a:solidFill>
              <a:schemeClr val="tx1"/>
            </a:solidFill>
            <a:prstDash val="solid"/>
            <a:headEnd type="none" w="med" len="med"/>
            <a:tailEnd type="none" w="med" len="med"/>
          </a:ln>
        </p:spPr>
      </p:sp>
      <p:sp>
        <p:nvSpPr>
          <p:cNvPr id="72716" name="Line 57"/>
          <p:cNvSpPr/>
          <p:nvPr/>
        </p:nvSpPr>
        <p:spPr>
          <a:xfrm flipV="1">
            <a:off x="8034338" y="4117975"/>
            <a:ext cx="171450" cy="0"/>
          </a:xfrm>
          <a:prstGeom prst="line">
            <a:avLst/>
          </a:prstGeom>
          <a:ln w="19050" cap="flat" cmpd="sng">
            <a:solidFill>
              <a:schemeClr val="tx1"/>
            </a:solidFill>
            <a:prstDash val="solid"/>
            <a:headEnd type="none" w="med" len="med"/>
            <a:tailEnd type="none" w="med" len="med"/>
          </a:ln>
        </p:spPr>
      </p:sp>
      <p:sp>
        <p:nvSpPr>
          <p:cNvPr id="72717" name="Text Box 58"/>
          <p:cNvSpPr txBox="1"/>
          <p:nvPr/>
        </p:nvSpPr>
        <p:spPr>
          <a:xfrm>
            <a:off x="7905750" y="2001838"/>
            <a:ext cx="892175" cy="3365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600" dirty="0">
                <a:ea typeface="宋体" panose="02010600030101010101" pitchFamily="2" charset="-122"/>
              </a:rPr>
              <a:t>10.0.0.1</a:t>
            </a:r>
            <a:endParaRPr lang="en-US" altLang="zh-CN" sz="1600" dirty="0">
              <a:ea typeface="宋体" panose="02010600030101010101" pitchFamily="2" charset="-122"/>
            </a:endParaRPr>
          </a:p>
        </p:txBody>
      </p:sp>
      <p:sp>
        <p:nvSpPr>
          <p:cNvPr id="72718" name="Text Box 59"/>
          <p:cNvSpPr txBox="1"/>
          <p:nvPr/>
        </p:nvSpPr>
        <p:spPr>
          <a:xfrm>
            <a:off x="7134225" y="2951163"/>
            <a:ext cx="923925" cy="3365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600" dirty="0">
                <a:ea typeface="宋体" panose="02010600030101010101" pitchFamily="2" charset="-122"/>
              </a:rPr>
              <a:t>10.0.0.4</a:t>
            </a:r>
            <a:endParaRPr lang="en-US" altLang="zh-CN" sz="1600" dirty="0">
              <a:ea typeface="宋体" panose="02010600030101010101" pitchFamily="2" charset="-122"/>
            </a:endParaRPr>
          </a:p>
        </p:txBody>
      </p:sp>
      <p:sp>
        <p:nvSpPr>
          <p:cNvPr id="72719" name="Line 60"/>
          <p:cNvSpPr/>
          <p:nvPr/>
        </p:nvSpPr>
        <p:spPr>
          <a:xfrm flipH="1">
            <a:off x="7258050" y="3201988"/>
            <a:ext cx="85725" cy="128587"/>
          </a:xfrm>
          <a:prstGeom prst="line">
            <a:avLst/>
          </a:prstGeom>
          <a:ln w="19050" cap="flat" cmpd="sng">
            <a:solidFill>
              <a:schemeClr val="tx1"/>
            </a:solidFill>
            <a:prstDash val="solid"/>
            <a:headEnd type="none" w="med" len="med"/>
            <a:tailEnd type="triangle" w="med" len="med"/>
          </a:ln>
        </p:spPr>
      </p:sp>
      <p:sp>
        <p:nvSpPr>
          <p:cNvPr id="72720" name="Line 61"/>
          <p:cNvSpPr/>
          <p:nvPr/>
        </p:nvSpPr>
        <p:spPr>
          <a:xfrm flipH="1">
            <a:off x="6518275" y="3440113"/>
            <a:ext cx="85725" cy="128587"/>
          </a:xfrm>
          <a:prstGeom prst="line">
            <a:avLst/>
          </a:prstGeom>
          <a:ln w="19050" cap="flat" cmpd="sng">
            <a:solidFill>
              <a:schemeClr val="tx1"/>
            </a:solidFill>
            <a:prstDash val="solid"/>
            <a:headEnd type="triangle" w="med" len="med"/>
            <a:tailEnd type="none" w="med" len="med"/>
          </a:ln>
        </p:spPr>
      </p:sp>
      <p:sp>
        <p:nvSpPr>
          <p:cNvPr id="72721" name="Text Box 62"/>
          <p:cNvSpPr txBox="1"/>
          <p:nvPr/>
        </p:nvSpPr>
        <p:spPr>
          <a:xfrm>
            <a:off x="6565900" y="3522663"/>
            <a:ext cx="876300" cy="6413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800" dirty="0">
                <a:ea typeface="宋体" panose="02010600030101010101" pitchFamily="2" charset="-122"/>
              </a:rPr>
              <a:t>NAT </a:t>
            </a:r>
            <a:endParaRPr lang="en-US" altLang="zh-CN" sz="1800" dirty="0">
              <a:ea typeface="宋体" panose="02010600030101010101" pitchFamily="2" charset="-122"/>
            </a:endParaRPr>
          </a:p>
          <a:p>
            <a:pPr marL="0" lvl="0" indent="0" algn="ctr">
              <a:spcBef>
                <a:spcPct val="0"/>
              </a:spcBef>
              <a:buClrTx/>
              <a:buSzTx/>
              <a:buFontTx/>
              <a:buNone/>
            </a:pPr>
            <a:r>
              <a:rPr lang="en-US" altLang="zh-CN" sz="1800" dirty="0">
                <a:ea typeface="宋体" panose="02010600030101010101" pitchFamily="2" charset="-122"/>
              </a:rPr>
              <a:t>router</a:t>
            </a:r>
            <a:endParaRPr lang="en-US" altLang="zh-CN" sz="1800" dirty="0">
              <a:ea typeface="宋体" panose="02010600030101010101" pitchFamily="2" charset="-122"/>
            </a:endParaRPr>
          </a:p>
        </p:txBody>
      </p:sp>
      <p:sp>
        <p:nvSpPr>
          <p:cNvPr id="72722" name="Text Box 63"/>
          <p:cNvSpPr txBox="1"/>
          <p:nvPr/>
        </p:nvSpPr>
        <p:spPr>
          <a:xfrm>
            <a:off x="5295900" y="3508375"/>
            <a:ext cx="1295400" cy="3365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600" dirty="0">
                <a:ea typeface="宋体" panose="02010600030101010101" pitchFamily="2" charset="-122"/>
              </a:rPr>
              <a:t>138.76.29.7</a:t>
            </a:r>
            <a:endParaRPr lang="en-US" altLang="zh-CN" sz="1600" dirty="0">
              <a:ea typeface="宋体" panose="02010600030101010101" pitchFamily="2" charset="-122"/>
            </a:endParaRPr>
          </a:p>
        </p:txBody>
      </p:sp>
      <p:grpSp>
        <p:nvGrpSpPr>
          <p:cNvPr id="72723" name="Group 64"/>
          <p:cNvGrpSpPr/>
          <p:nvPr/>
        </p:nvGrpSpPr>
        <p:grpSpPr>
          <a:xfrm>
            <a:off x="8205788" y="2274888"/>
            <a:ext cx="331787" cy="755650"/>
            <a:chOff x="4180" y="783"/>
            <a:chExt cx="150" cy="307"/>
          </a:xfrm>
        </p:grpSpPr>
        <p:sp>
          <p:nvSpPr>
            <p:cNvPr id="72741" name="AutoShape 65"/>
            <p:cNvSpPr/>
            <p:nvPr/>
          </p:nvSpPr>
          <p:spPr>
            <a:xfrm>
              <a:off x="4180" y="1019"/>
              <a:ext cx="150" cy="71"/>
            </a:xfrm>
            <a:prstGeom prst="parallelogram">
              <a:avLst>
                <a:gd name="adj" fmla="val 81386"/>
              </a:avLst>
            </a:prstGeom>
            <a:solidFill>
              <a:srgbClr val="33CCCC"/>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72742" name="Rectangle 66"/>
            <p:cNvSpPr/>
            <p:nvPr/>
          </p:nvSpPr>
          <p:spPr>
            <a:xfrm>
              <a:off x="4256" y="785"/>
              <a:ext cx="69" cy="236"/>
            </a:xfrm>
            <a:prstGeom prst="rect">
              <a:avLst/>
            </a:prstGeom>
            <a:solidFill>
              <a:srgbClr val="33CCCC"/>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72743" name="Rectangle 67"/>
            <p:cNvSpPr/>
            <p:nvPr/>
          </p:nvSpPr>
          <p:spPr>
            <a:xfrm>
              <a:off x="4181" y="852"/>
              <a:ext cx="95" cy="236"/>
            </a:xfrm>
            <a:prstGeom prst="rect">
              <a:avLst/>
            </a:prstGeom>
            <a:solidFill>
              <a:srgbClr val="33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72744" name="AutoShape 68"/>
            <p:cNvSpPr/>
            <p:nvPr/>
          </p:nvSpPr>
          <p:spPr>
            <a:xfrm>
              <a:off x="4180" y="783"/>
              <a:ext cx="150" cy="71"/>
            </a:xfrm>
            <a:prstGeom prst="parallelogram">
              <a:avLst>
                <a:gd name="adj" fmla="val 81386"/>
              </a:avLst>
            </a:prstGeom>
            <a:solidFill>
              <a:srgbClr val="33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72745" name="Line 69"/>
            <p:cNvSpPr/>
            <p:nvPr/>
          </p:nvSpPr>
          <p:spPr>
            <a:xfrm>
              <a:off x="4330" y="788"/>
              <a:ext cx="0" cy="231"/>
            </a:xfrm>
            <a:prstGeom prst="line">
              <a:avLst/>
            </a:prstGeom>
            <a:ln w="9525" cap="flat" cmpd="sng">
              <a:solidFill>
                <a:schemeClr val="tx1"/>
              </a:solidFill>
              <a:prstDash val="solid"/>
              <a:headEnd type="none" w="med" len="med"/>
              <a:tailEnd type="none" w="med" len="med"/>
            </a:ln>
          </p:spPr>
        </p:sp>
        <p:sp>
          <p:nvSpPr>
            <p:cNvPr id="72746" name="Line 70"/>
            <p:cNvSpPr/>
            <p:nvPr/>
          </p:nvSpPr>
          <p:spPr>
            <a:xfrm flipH="1">
              <a:off x="4276" y="1019"/>
              <a:ext cx="54" cy="69"/>
            </a:xfrm>
            <a:prstGeom prst="line">
              <a:avLst/>
            </a:prstGeom>
            <a:ln w="9525" cap="flat" cmpd="sng">
              <a:solidFill>
                <a:schemeClr val="tx1"/>
              </a:solidFill>
              <a:prstDash val="solid"/>
              <a:headEnd type="none" w="med" len="med"/>
              <a:tailEnd type="none" w="med" len="med"/>
            </a:ln>
          </p:spPr>
        </p:sp>
        <p:sp>
          <p:nvSpPr>
            <p:cNvPr id="72747" name="Rectangle 71"/>
            <p:cNvSpPr/>
            <p:nvPr/>
          </p:nvSpPr>
          <p:spPr>
            <a:xfrm>
              <a:off x="4193" y="883"/>
              <a:ext cx="63" cy="136"/>
            </a:xfrm>
            <a:prstGeom prst="rect">
              <a:avLst/>
            </a:prstGeom>
            <a:solidFill>
              <a:schemeClr val="accent2"/>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72748" name="Rectangle 72"/>
            <p:cNvSpPr/>
            <p:nvPr/>
          </p:nvSpPr>
          <p:spPr>
            <a:xfrm>
              <a:off x="4202" y="924"/>
              <a:ext cx="48" cy="48"/>
            </a:xfrm>
            <a:prstGeom prst="rect">
              <a:avLst/>
            </a:prstGeom>
            <a:solidFill>
              <a:schemeClr val="bg1"/>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sp>
        <p:nvSpPr>
          <p:cNvPr id="72724" name="Line 73"/>
          <p:cNvSpPr/>
          <p:nvPr/>
        </p:nvSpPr>
        <p:spPr>
          <a:xfrm>
            <a:off x="6345238" y="3422650"/>
            <a:ext cx="401637" cy="0"/>
          </a:xfrm>
          <a:prstGeom prst="line">
            <a:avLst/>
          </a:prstGeom>
          <a:ln w="9525" cap="flat" cmpd="sng">
            <a:solidFill>
              <a:schemeClr val="tx1"/>
            </a:solidFill>
            <a:prstDash val="solid"/>
            <a:headEnd type="none" w="med" len="med"/>
            <a:tailEnd type="none" w="med" len="med"/>
          </a:ln>
        </p:spPr>
      </p:sp>
      <p:grpSp>
        <p:nvGrpSpPr>
          <p:cNvPr id="72725" name="Group 74"/>
          <p:cNvGrpSpPr/>
          <p:nvPr/>
        </p:nvGrpSpPr>
        <p:grpSpPr>
          <a:xfrm>
            <a:off x="6662738" y="3233738"/>
            <a:ext cx="555625" cy="307975"/>
            <a:chOff x="3600" y="219"/>
            <a:chExt cx="360" cy="175"/>
          </a:xfrm>
        </p:grpSpPr>
        <p:sp>
          <p:nvSpPr>
            <p:cNvPr id="72728" name="Oval 75"/>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72729" name="Line 76"/>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72730" name="Line 77"/>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72731" name="Rectangle 78"/>
            <p:cNvSpPr/>
            <p:nvPr/>
          </p:nvSpPr>
          <p:spPr>
            <a:xfrm>
              <a:off x="3603" y="289"/>
              <a:ext cx="354" cy="5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72732" name="Oval 79"/>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72733" name="Group 80"/>
            <p:cNvGrpSpPr/>
            <p:nvPr/>
          </p:nvGrpSpPr>
          <p:grpSpPr>
            <a:xfrm>
              <a:off x="3686" y="244"/>
              <a:ext cx="177" cy="66"/>
              <a:chOff x="2848" y="848"/>
              <a:chExt cx="140" cy="98"/>
            </a:xfrm>
          </p:grpSpPr>
          <p:sp>
            <p:nvSpPr>
              <p:cNvPr id="72738" name="Line 81"/>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72739" name="Line 82"/>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72740" name="Line 83"/>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72734" name="Group 84"/>
            <p:cNvGrpSpPr/>
            <p:nvPr/>
          </p:nvGrpSpPr>
          <p:grpSpPr>
            <a:xfrm flipV="1">
              <a:off x="3686" y="243"/>
              <a:ext cx="177" cy="66"/>
              <a:chOff x="2848" y="848"/>
              <a:chExt cx="140" cy="98"/>
            </a:xfrm>
          </p:grpSpPr>
          <p:sp>
            <p:nvSpPr>
              <p:cNvPr id="72735" name="Line 85"/>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72736" name="Line 86"/>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72737" name="Line 87"/>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sp>
        <p:nvSpPr>
          <p:cNvPr id="72726" name="Freeform 92"/>
          <p:cNvSpPr/>
          <p:nvPr/>
        </p:nvSpPr>
        <p:spPr>
          <a:xfrm>
            <a:off x="7245350" y="2339975"/>
            <a:ext cx="1166813" cy="1079500"/>
          </a:xfrm>
          <a:custGeom>
            <a:avLst/>
            <a:gdLst/>
            <a:ahLst/>
            <a:cxnLst>
              <a:cxn ang="0">
                <a:pos x="0" y="2147483646"/>
              </a:cxn>
              <a:cxn ang="0">
                <a:pos x="2147483646" y="2147483646"/>
              </a:cxn>
              <a:cxn ang="0">
                <a:pos x="2147483646" y="2147483646"/>
              </a:cxn>
              <a:cxn ang="0">
                <a:pos x="2147483646" y="2147483646"/>
              </a:cxn>
              <a:cxn ang="0">
                <a:pos x="2147483646" y="2147483646"/>
              </a:cxn>
            </a:cxnLst>
            <a:pathLst>
              <a:path w="735" h="742">
                <a:moveTo>
                  <a:pt x="0" y="715"/>
                </a:moveTo>
                <a:cubicBezTo>
                  <a:pt x="66" y="708"/>
                  <a:pt x="329" y="742"/>
                  <a:pt x="398" y="670"/>
                </a:cubicBezTo>
                <a:cubicBezTo>
                  <a:pt x="467" y="598"/>
                  <a:pt x="407" y="386"/>
                  <a:pt x="416" y="281"/>
                </a:cubicBezTo>
                <a:cubicBezTo>
                  <a:pt x="425" y="176"/>
                  <a:pt x="399" y="82"/>
                  <a:pt x="452" y="41"/>
                </a:cubicBezTo>
                <a:cubicBezTo>
                  <a:pt x="505" y="0"/>
                  <a:pt x="676" y="34"/>
                  <a:pt x="735" y="32"/>
                </a:cubicBezTo>
              </a:path>
            </a:pathLst>
          </a:custGeom>
          <a:noFill/>
          <a:ln w="38100" cap="flat" cmpd="sng">
            <a:solidFill>
              <a:srgbClr val="FF0000">
                <a:alpha val="100000"/>
              </a:srgbClr>
            </a:solidFill>
            <a:prstDash val="solid"/>
            <a:round/>
            <a:headEnd type="triangle" w="med" len="med"/>
            <a:tailEnd type="triangle" w="med" len="med"/>
          </a:ln>
        </p:spPr>
        <p:txBody>
          <a:bodyPr/>
          <a:p>
            <a:endParaRPr lang="zh-CN" altLang="en-US"/>
          </a:p>
        </p:txBody>
      </p:sp>
      <p:sp>
        <p:nvSpPr>
          <p:cNvPr id="72727" name="Text Box 93"/>
          <p:cNvSpPr txBox="1"/>
          <p:nvPr/>
        </p:nvSpPr>
        <p:spPr>
          <a:xfrm>
            <a:off x="7321550" y="2495550"/>
            <a:ext cx="630238"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solidFill>
                  <a:srgbClr val="FF0000"/>
                </a:solidFill>
                <a:ea typeface="宋体" panose="02010600030101010101" pitchFamily="2" charset="-122"/>
              </a:rPr>
              <a:t>IGD</a:t>
            </a:r>
            <a:endParaRPr lang="en-US" altLang="zh-CN" sz="1800" dirty="0">
              <a:solidFill>
                <a:srgbClr val="FF0000"/>
              </a:solidFill>
              <a:ea typeface="宋体" panose="02010600030101010101" pitchFamily="2" charset="-122"/>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730" name="页脚占位符 5"/>
          <p:cNvSpPr txBox="1">
            <a:spLocks noGrp="1"/>
          </p:cNvSpPr>
          <p:nvPr>
            <p:ph type="ftr" sz="quarter" idx="11"/>
          </p:nvPr>
        </p:nvSpPr>
        <p:spPr/>
        <p:txBody>
          <a:bodyPr/>
          <a:p>
            <a:pPr marL="0" indent="0" algn="r">
              <a:spcBef>
                <a:spcPct val="0"/>
              </a:spcBef>
              <a:buClrTx/>
              <a:buSzTx/>
              <a:buFontTx/>
              <a:buNone/>
            </a:pPr>
            <a:r>
              <a:rPr lang="en-US" altLang="zh-CN" sz="1400" dirty="0">
                <a:ea typeface="宋体" panose="02010600030101010101" pitchFamily="2" charset="-122"/>
              </a:rPr>
              <a:t>Network Layer</a:t>
            </a:r>
            <a:endParaRPr lang="en-US" altLang="zh-CN" sz="1400" dirty="0">
              <a:latin typeface="Times New Roman" panose="02020603050405020304" pitchFamily="18" charset="0"/>
              <a:ea typeface="宋体" panose="02010600030101010101" pitchFamily="2" charset="-122"/>
            </a:endParaRPr>
          </a:p>
        </p:txBody>
      </p:sp>
      <p:sp>
        <p:nvSpPr>
          <p:cNvPr id="73731" name="灯片编号占位符 6"/>
          <p:cNvSpPr txBox="1">
            <a:spLocks noGrp="1"/>
          </p:cNvSpPr>
          <p:nvPr>
            <p:ph type="sldNum" sz="quarter" idx="12"/>
          </p:nvPr>
        </p:nvSpPr>
        <p:spPr/>
        <p:txBody>
          <a:bodyPr/>
          <a:p>
            <a:pPr marL="0" indent="0" algn="r">
              <a:spcBef>
                <a:spcPct val="0"/>
              </a:spcBef>
              <a:buClrTx/>
              <a:buSzTx/>
              <a:buFontTx/>
              <a:buNone/>
            </a:pPr>
            <a:r>
              <a:rPr lang="en-US" altLang="zh-CN" sz="1400" dirty="0">
                <a:ea typeface="宋体" panose="02010600030101010101" pitchFamily="2" charset="-122"/>
              </a:rPr>
              <a:t>4-</a:t>
            </a: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73732" name="Rectangle 2"/>
          <p:cNvSpPr>
            <a:spLocks noGrp="1"/>
          </p:cNvSpPr>
          <p:nvPr>
            <p:ph type="title"/>
          </p:nvPr>
        </p:nvSpPr>
        <p:spPr/>
        <p:txBody>
          <a:bodyPr vert="horz" wrap="square" lIns="91440" tIns="45720" rIns="91440" bIns="45720" anchor="ctr" anchorCtr="0"/>
          <a:p>
            <a:r>
              <a:rPr lang="en-US" altLang="zh-CN" dirty="0">
                <a:ea typeface="宋体" panose="02010600030101010101" pitchFamily="2" charset="-122"/>
              </a:rPr>
              <a:t>NAT traversal problem</a:t>
            </a:r>
            <a:endParaRPr lang="en-US" altLang="zh-CN" dirty="0">
              <a:ea typeface="宋体" panose="02010600030101010101" pitchFamily="2" charset="-122"/>
            </a:endParaRPr>
          </a:p>
        </p:txBody>
      </p:sp>
      <p:sp>
        <p:nvSpPr>
          <p:cNvPr id="73733" name="Rectangle 3"/>
          <p:cNvSpPr>
            <a:spLocks noGrp="1"/>
          </p:cNvSpPr>
          <p:nvPr>
            <p:ph type="body" sz="half" idx="1"/>
          </p:nvPr>
        </p:nvSpPr>
        <p:spPr>
          <a:xfrm>
            <a:off x="533400" y="1406525"/>
            <a:ext cx="7675563" cy="5159375"/>
          </a:xfrm>
        </p:spPr>
        <p:txBody>
          <a:bodyPr vert="horz" wrap="square" lIns="91440" tIns="45720" rIns="91440" bIns="45720" anchor="t" anchorCtr="0"/>
          <a:p>
            <a:pPr>
              <a:buClr>
                <a:schemeClr val="accent2"/>
              </a:buClr>
              <a:buSzPct val="85000"/>
              <a:buFont typeface="ZapfDingbats"/>
            </a:pPr>
            <a:r>
              <a:rPr lang="en-US" altLang="zh-CN" sz="2400" dirty="0">
                <a:ea typeface="宋体" panose="02010600030101010101" pitchFamily="2" charset="-122"/>
              </a:rPr>
              <a:t>solution 3: relaying (used in Skype)</a:t>
            </a:r>
            <a:endParaRPr lang="en-US" altLang="zh-CN" sz="2400" dirty="0">
              <a:ea typeface="宋体" panose="02010600030101010101" pitchFamily="2" charset="-122"/>
            </a:endParaRPr>
          </a:p>
          <a:p>
            <a:pPr lvl="1">
              <a:buClr>
                <a:schemeClr val="accent2"/>
              </a:buClr>
              <a:buSzPct val="75000"/>
              <a:buFont typeface="ZapfDingbats"/>
            </a:pPr>
            <a:r>
              <a:rPr lang="en-US" altLang="zh-CN" dirty="0">
                <a:ea typeface="宋体" panose="02010600030101010101" pitchFamily="2" charset="-122"/>
              </a:rPr>
              <a:t>NATed client establishes connection to relay</a:t>
            </a:r>
            <a:endParaRPr lang="en-US" altLang="zh-CN" dirty="0">
              <a:ea typeface="宋体" panose="02010600030101010101" pitchFamily="2" charset="-122"/>
            </a:endParaRPr>
          </a:p>
          <a:p>
            <a:pPr lvl="1">
              <a:buClr>
                <a:schemeClr val="accent2"/>
              </a:buClr>
              <a:buSzPct val="75000"/>
              <a:buFont typeface="ZapfDingbats"/>
            </a:pPr>
            <a:r>
              <a:rPr lang="en-US" altLang="zh-CN" dirty="0">
                <a:ea typeface="宋体" panose="02010600030101010101" pitchFamily="2" charset="-122"/>
              </a:rPr>
              <a:t>External client connects to relay</a:t>
            </a:r>
            <a:endParaRPr lang="en-US" altLang="zh-CN" dirty="0">
              <a:ea typeface="宋体" panose="02010600030101010101" pitchFamily="2" charset="-122"/>
            </a:endParaRPr>
          </a:p>
          <a:p>
            <a:pPr lvl="1">
              <a:buClr>
                <a:schemeClr val="accent2"/>
              </a:buClr>
              <a:buSzPct val="75000"/>
              <a:buFont typeface="ZapfDingbats"/>
            </a:pPr>
            <a:r>
              <a:rPr lang="en-US" altLang="zh-CN" dirty="0">
                <a:ea typeface="宋体" panose="02010600030101010101" pitchFamily="2" charset="-122"/>
              </a:rPr>
              <a:t>relay bridges packets between to connections</a:t>
            </a:r>
            <a:endParaRPr lang="en-US" altLang="zh-CN" dirty="0">
              <a:ea typeface="宋体" panose="02010600030101010101" pitchFamily="2" charset="-122"/>
            </a:endParaRPr>
          </a:p>
          <a:p>
            <a:pPr>
              <a:buClr>
                <a:schemeClr val="accent2"/>
              </a:buClr>
              <a:buSzPct val="85000"/>
              <a:buFont typeface="ZapfDingbats"/>
              <a:buNone/>
            </a:pPr>
            <a:endParaRPr lang="en-US" altLang="zh-CN" sz="2400" dirty="0">
              <a:ea typeface="宋体" panose="02010600030101010101" pitchFamily="2" charset="-122"/>
            </a:endParaRPr>
          </a:p>
        </p:txBody>
      </p:sp>
      <p:sp>
        <p:nvSpPr>
          <p:cNvPr id="73734" name="Text Box 16"/>
          <p:cNvSpPr txBox="1"/>
          <p:nvPr/>
        </p:nvSpPr>
        <p:spPr>
          <a:xfrm>
            <a:off x="4879975" y="5100638"/>
            <a:ext cx="1295400" cy="3365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600" dirty="0">
                <a:ea typeface="宋体" panose="02010600030101010101" pitchFamily="2" charset="-122"/>
              </a:rPr>
              <a:t>138.76.29.7</a:t>
            </a:r>
            <a:endParaRPr lang="en-US" altLang="zh-CN" sz="1600" dirty="0">
              <a:ea typeface="宋体" panose="02010600030101010101" pitchFamily="2" charset="-122"/>
            </a:endParaRPr>
          </a:p>
        </p:txBody>
      </p:sp>
      <p:graphicFrame>
        <p:nvGraphicFramePr>
          <p:cNvPr id="73735" name="Object 41"/>
          <p:cNvGraphicFramePr>
            <a:graphicFrameLocks noChangeAspect="1"/>
          </p:cNvGraphicFramePr>
          <p:nvPr/>
        </p:nvGraphicFramePr>
        <p:xfrm>
          <a:off x="401638" y="4316413"/>
          <a:ext cx="563562" cy="469900"/>
        </p:xfrm>
        <a:graphic>
          <a:graphicData uri="http://schemas.openxmlformats.org/presentationml/2006/ole">
            <mc:AlternateContent xmlns:mc="http://schemas.openxmlformats.org/markup-compatibility/2006">
              <mc:Choice xmlns:v="urn:schemas-microsoft-com:vml" Requires="v">
                <p:oleObj spid="_x0000_s3141" name="" r:id="rId1" imgW="1307465" imgH="1083945" progId="MS_ClipArt_Gallery.2">
                  <p:embed/>
                </p:oleObj>
              </mc:Choice>
              <mc:Fallback>
                <p:oleObj name="" r:id="rId1" imgW="1307465" imgH="1083945" progId="MS_ClipArt_Gallery.2">
                  <p:embed/>
                  <p:pic>
                    <p:nvPicPr>
                      <p:cNvPr id="0" name="图片 3140"/>
                      <p:cNvPicPr/>
                      <p:nvPr/>
                    </p:nvPicPr>
                    <p:blipFill>
                      <a:blip r:embed="rId2"/>
                      <a:stretch>
                        <a:fillRect/>
                      </a:stretch>
                    </p:blipFill>
                    <p:spPr>
                      <a:xfrm>
                        <a:off x="401638" y="4316413"/>
                        <a:ext cx="563562" cy="469900"/>
                      </a:xfrm>
                      <a:prstGeom prst="rect">
                        <a:avLst/>
                      </a:prstGeom>
                      <a:noFill/>
                      <a:ln w="38100">
                        <a:noFill/>
                        <a:miter/>
                      </a:ln>
                    </p:spPr>
                  </p:pic>
                </p:oleObj>
              </mc:Fallback>
            </mc:AlternateContent>
          </a:graphicData>
        </a:graphic>
      </p:graphicFrame>
      <p:sp>
        <p:nvSpPr>
          <p:cNvPr id="73736" name="Text Box 42"/>
          <p:cNvSpPr txBox="1"/>
          <p:nvPr/>
        </p:nvSpPr>
        <p:spPr>
          <a:xfrm>
            <a:off x="260350" y="4722813"/>
            <a:ext cx="800100" cy="3667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Client</a:t>
            </a:r>
            <a:endParaRPr lang="en-US" altLang="zh-CN" sz="1800" dirty="0">
              <a:ea typeface="宋体" panose="02010600030101010101" pitchFamily="2" charset="-122"/>
            </a:endParaRPr>
          </a:p>
        </p:txBody>
      </p:sp>
      <p:grpSp>
        <p:nvGrpSpPr>
          <p:cNvPr id="73737" name="Group 64"/>
          <p:cNvGrpSpPr/>
          <p:nvPr/>
        </p:nvGrpSpPr>
        <p:grpSpPr>
          <a:xfrm>
            <a:off x="5929313" y="3625850"/>
            <a:ext cx="2508250" cy="2640013"/>
            <a:chOff x="3735" y="2284"/>
            <a:chExt cx="1580" cy="1663"/>
          </a:xfrm>
        </p:grpSpPr>
        <p:sp>
          <p:nvSpPr>
            <p:cNvPr id="73755" name="Freeform 4"/>
            <p:cNvSpPr/>
            <p:nvPr/>
          </p:nvSpPr>
          <p:spPr>
            <a:xfrm>
              <a:off x="4220" y="2380"/>
              <a:ext cx="1056" cy="1567"/>
            </a:xfrm>
            <a:custGeom>
              <a:avLst/>
              <a:gdLst/>
              <a:ahLst/>
              <a:cxnLst>
                <a:cxn ang="0">
                  <a:pos x="109" y="676"/>
                </a:cxn>
                <a:cxn ang="0">
                  <a:pos x="598" y="647"/>
                </a:cxn>
                <a:cxn ang="0">
                  <a:pos x="533" y="614"/>
                </a:cxn>
                <a:cxn ang="0">
                  <a:pos x="566" y="169"/>
                </a:cxn>
                <a:cxn ang="0">
                  <a:pos x="795" y="38"/>
                </a:cxn>
                <a:cxn ang="0">
                  <a:pos x="1013" y="90"/>
                </a:cxn>
                <a:cxn ang="0">
                  <a:pos x="987" y="579"/>
                </a:cxn>
                <a:cxn ang="0">
                  <a:pos x="1005" y="875"/>
                </a:cxn>
                <a:cxn ang="0">
                  <a:pos x="987" y="1451"/>
                </a:cxn>
                <a:cxn ang="0">
                  <a:pos x="592" y="1478"/>
                </a:cxn>
                <a:cxn ang="0">
                  <a:pos x="473" y="919"/>
                </a:cxn>
                <a:cxn ang="0">
                  <a:pos x="61" y="838"/>
                </a:cxn>
                <a:cxn ang="0">
                  <a:pos x="109" y="676"/>
                </a:cxn>
              </a:cxnLst>
              <a:pathLst>
                <a:path w="1056" h="1567">
                  <a:moveTo>
                    <a:pt x="109" y="676"/>
                  </a:moveTo>
                  <a:cubicBezTo>
                    <a:pt x="199" y="644"/>
                    <a:pt x="527" y="657"/>
                    <a:pt x="598" y="647"/>
                  </a:cubicBezTo>
                  <a:cubicBezTo>
                    <a:pt x="669" y="637"/>
                    <a:pt x="538" y="694"/>
                    <a:pt x="533" y="614"/>
                  </a:cubicBezTo>
                  <a:cubicBezTo>
                    <a:pt x="527" y="534"/>
                    <a:pt x="522" y="265"/>
                    <a:pt x="566" y="169"/>
                  </a:cubicBezTo>
                  <a:cubicBezTo>
                    <a:pt x="610" y="73"/>
                    <a:pt x="721" y="51"/>
                    <a:pt x="795" y="38"/>
                  </a:cubicBezTo>
                  <a:cubicBezTo>
                    <a:pt x="869" y="25"/>
                    <a:pt x="981" y="0"/>
                    <a:pt x="1013" y="90"/>
                  </a:cubicBezTo>
                  <a:cubicBezTo>
                    <a:pt x="1045" y="180"/>
                    <a:pt x="988" y="448"/>
                    <a:pt x="987" y="579"/>
                  </a:cubicBezTo>
                  <a:cubicBezTo>
                    <a:pt x="986" y="710"/>
                    <a:pt x="1005" y="730"/>
                    <a:pt x="1005" y="875"/>
                  </a:cubicBezTo>
                  <a:cubicBezTo>
                    <a:pt x="1005" y="1020"/>
                    <a:pt x="1056" y="1351"/>
                    <a:pt x="987" y="1451"/>
                  </a:cubicBezTo>
                  <a:cubicBezTo>
                    <a:pt x="918" y="1551"/>
                    <a:pt x="678" y="1567"/>
                    <a:pt x="592" y="1478"/>
                  </a:cubicBezTo>
                  <a:cubicBezTo>
                    <a:pt x="506" y="1389"/>
                    <a:pt x="562" y="1026"/>
                    <a:pt x="473" y="919"/>
                  </a:cubicBezTo>
                  <a:cubicBezTo>
                    <a:pt x="384" y="812"/>
                    <a:pt x="122" y="878"/>
                    <a:pt x="61" y="838"/>
                  </a:cubicBezTo>
                  <a:cubicBezTo>
                    <a:pt x="0" y="798"/>
                    <a:pt x="26" y="710"/>
                    <a:pt x="109" y="676"/>
                  </a:cubicBezTo>
                  <a:close/>
                </a:path>
              </a:pathLst>
            </a:custGeom>
            <a:solidFill>
              <a:srgbClr val="66CCFF">
                <a:alpha val="100000"/>
              </a:srgbClr>
            </a:solidFill>
            <a:ln w="9525">
              <a:noFill/>
            </a:ln>
          </p:spPr>
          <p:txBody>
            <a:bodyPr/>
            <a:p>
              <a:endParaRPr lang="zh-CN" altLang="en-US"/>
            </a:p>
          </p:txBody>
        </p:sp>
        <p:graphicFrame>
          <p:nvGraphicFramePr>
            <p:cNvPr id="73756" name="Object 5"/>
            <p:cNvGraphicFramePr>
              <a:graphicFrameLocks noChangeAspect="1"/>
            </p:cNvGraphicFramePr>
            <p:nvPr/>
          </p:nvGraphicFramePr>
          <p:xfrm>
            <a:off x="4873" y="2980"/>
            <a:ext cx="365" cy="304"/>
          </p:xfrm>
          <a:graphic>
            <a:graphicData uri="http://schemas.openxmlformats.org/presentationml/2006/ole">
              <mc:AlternateContent xmlns:mc="http://schemas.openxmlformats.org/markup-compatibility/2006">
                <mc:Choice xmlns:v="urn:schemas-microsoft-com:vml" Requires="v">
                  <p:oleObj spid="_x0000_s3139" name="" r:id="rId3" imgW="1307465" imgH="1083945" progId="MS_ClipArt_Gallery.2">
                    <p:embed/>
                  </p:oleObj>
                </mc:Choice>
                <mc:Fallback>
                  <p:oleObj name="" r:id="rId3" imgW="1307465" imgH="1083945" progId="MS_ClipArt_Gallery.2">
                    <p:embed/>
                    <p:pic>
                      <p:nvPicPr>
                        <p:cNvPr id="0" name="图片 3138"/>
                        <p:cNvPicPr/>
                        <p:nvPr/>
                      </p:nvPicPr>
                      <p:blipFill>
                        <a:blip r:embed="rId2"/>
                        <a:stretch>
                          <a:fillRect/>
                        </a:stretch>
                      </p:blipFill>
                      <p:spPr>
                        <a:xfrm>
                          <a:off x="4873" y="2980"/>
                          <a:ext cx="365" cy="304"/>
                        </a:xfrm>
                        <a:prstGeom prst="rect">
                          <a:avLst/>
                        </a:prstGeom>
                        <a:noFill/>
                        <a:ln w="38100">
                          <a:noFill/>
                          <a:miter/>
                        </a:ln>
                      </p:spPr>
                    </p:pic>
                  </p:oleObj>
                </mc:Fallback>
              </mc:AlternateContent>
            </a:graphicData>
          </a:graphic>
        </p:graphicFrame>
        <p:graphicFrame>
          <p:nvGraphicFramePr>
            <p:cNvPr id="73757" name="Object 6"/>
            <p:cNvGraphicFramePr>
              <a:graphicFrameLocks noChangeAspect="1"/>
            </p:cNvGraphicFramePr>
            <p:nvPr/>
          </p:nvGraphicFramePr>
          <p:xfrm>
            <a:off x="4855" y="3462"/>
            <a:ext cx="355" cy="296"/>
          </p:xfrm>
          <a:graphic>
            <a:graphicData uri="http://schemas.openxmlformats.org/presentationml/2006/ole">
              <mc:AlternateContent xmlns:mc="http://schemas.openxmlformats.org/markup-compatibility/2006">
                <mc:Choice xmlns:v="urn:schemas-microsoft-com:vml" Requires="v">
                  <p:oleObj spid="_x0000_s3140" name="" r:id="rId4" imgW="1307465" imgH="1083945" progId="MS_ClipArt_Gallery.2">
                    <p:embed/>
                  </p:oleObj>
                </mc:Choice>
                <mc:Fallback>
                  <p:oleObj name="" r:id="rId4" imgW="1307465" imgH="1083945" progId="MS_ClipArt_Gallery.2">
                    <p:embed/>
                    <p:pic>
                      <p:nvPicPr>
                        <p:cNvPr id="0" name="图片 3139"/>
                        <p:cNvPicPr/>
                        <p:nvPr/>
                      </p:nvPicPr>
                      <p:blipFill>
                        <a:blip r:embed="rId2"/>
                        <a:stretch>
                          <a:fillRect/>
                        </a:stretch>
                      </p:blipFill>
                      <p:spPr>
                        <a:xfrm>
                          <a:off x="4855" y="3462"/>
                          <a:ext cx="355" cy="296"/>
                        </a:xfrm>
                        <a:prstGeom prst="rect">
                          <a:avLst/>
                        </a:prstGeom>
                        <a:noFill/>
                        <a:ln w="38100">
                          <a:noFill/>
                          <a:miter/>
                        </a:ln>
                      </p:spPr>
                    </p:pic>
                  </p:oleObj>
                </mc:Fallback>
              </mc:AlternateContent>
            </a:graphicData>
          </a:graphic>
        </p:graphicFrame>
        <p:sp>
          <p:nvSpPr>
            <p:cNvPr id="73758" name="Line 7"/>
            <p:cNvSpPr/>
            <p:nvPr/>
          </p:nvSpPr>
          <p:spPr>
            <a:xfrm flipV="1">
              <a:off x="4263" y="3115"/>
              <a:ext cx="676" cy="13"/>
            </a:xfrm>
            <a:prstGeom prst="line">
              <a:avLst/>
            </a:prstGeom>
            <a:ln w="19050" cap="flat" cmpd="sng">
              <a:solidFill>
                <a:schemeClr val="tx1"/>
              </a:solidFill>
              <a:prstDash val="solid"/>
              <a:headEnd type="none" w="med" len="med"/>
              <a:tailEnd type="none" w="med" len="med"/>
            </a:ln>
          </p:spPr>
        </p:sp>
        <p:sp>
          <p:nvSpPr>
            <p:cNvPr id="73759" name="Line 8"/>
            <p:cNvSpPr/>
            <p:nvPr/>
          </p:nvSpPr>
          <p:spPr>
            <a:xfrm flipH="1">
              <a:off x="4792" y="2652"/>
              <a:ext cx="6" cy="940"/>
            </a:xfrm>
            <a:prstGeom prst="line">
              <a:avLst/>
            </a:prstGeom>
            <a:ln w="19050" cap="flat" cmpd="sng">
              <a:solidFill>
                <a:schemeClr val="tx1"/>
              </a:solidFill>
              <a:prstDash val="solid"/>
              <a:headEnd type="none" w="med" len="med"/>
              <a:tailEnd type="none" w="med" len="med"/>
            </a:ln>
          </p:spPr>
        </p:sp>
        <p:sp>
          <p:nvSpPr>
            <p:cNvPr id="73760" name="Line 9"/>
            <p:cNvSpPr/>
            <p:nvPr/>
          </p:nvSpPr>
          <p:spPr>
            <a:xfrm>
              <a:off x="4795" y="2649"/>
              <a:ext cx="84" cy="4"/>
            </a:xfrm>
            <a:prstGeom prst="line">
              <a:avLst/>
            </a:prstGeom>
            <a:ln w="19050" cap="flat" cmpd="sng">
              <a:solidFill>
                <a:schemeClr val="tx1"/>
              </a:solidFill>
              <a:prstDash val="solid"/>
              <a:headEnd type="none" w="med" len="med"/>
              <a:tailEnd type="none" w="med" len="med"/>
            </a:ln>
          </p:spPr>
        </p:sp>
        <p:sp>
          <p:nvSpPr>
            <p:cNvPr id="73761" name="Line 10"/>
            <p:cNvSpPr/>
            <p:nvPr/>
          </p:nvSpPr>
          <p:spPr>
            <a:xfrm flipV="1">
              <a:off x="4799" y="3597"/>
              <a:ext cx="108" cy="0"/>
            </a:xfrm>
            <a:prstGeom prst="line">
              <a:avLst/>
            </a:prstGeom>
            <a:ln w="19050" cap="flat" cmpd="sng">
              <a:solidFill>
                <a:schemeClr val="tx1"/>
              </a:solidFill>
              <a:prstDash val="solid"/>
              <a:headEnd type="none" w="med" len="med"/>
              <a:tailEnd type="none" w="med" len="med"/>
            </a:ln>
          </p:spPr>
        </p:sp>
        <p:sp>
          <p:nvSpPr>
            <p:cNvPr id="73762" name="Text Box 11"/>
            <p:cNvSpPr txBox="1"/>
            <p:nvPr/>
          </p:nvSpPr>
          <p:spPr>
            <a:xfrm>
              <a:off x="4753" y="2726"/>
              <a:ext cx="562" cy="2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600" dirty="0">
                  <a:ea typeface="宋体" panose="02010600030101010101" pitchFamily="2" charset="-122"/>
                </a:rPr>
                <a:t>10.0.0.1</a:t>
              </a:r>
              <a:endParaRPr lang="en-US" altLang="zh-CN" sz="1600" dirty="0">
                <a:ea typeface="宋体" panose="02010600030101010101" pitchFamily="2" charset="-122"/>
              </a:endParaRPr>
            </a:p>
          </p:txBody>
        </p:sp>
        <p:sp>
          <p:nvSpPr>
            <p:cNvPr id="73763" name="Line 14"/>
            <p:cNvSpPr/>
            <p:nvPr/>
          </p:nvSpPr>
          <p:spPr>
            <a:xfrm flipH="1">
              <a:off x="3844" y="3170"/>
              <a:ext cx="54" cy="81"/>
            </a:xfrm>
            <a:prstGeom prst="line">
              <a:avLst/>
            </a:prstGeom>
            <a:ln w="19050" cap="flat" cmpd="sng">
              <a:solidFill>
                <a:schemeClr val="tx1"/>
              </a:solidFill>
              <a:prstDash val="solid"/>
              <a:headEnd type="triangle" w="med" len="med"/>
              <a:tailEnd type="none" w="med" len="med"/>
            </a:ln>
          </p:spPr>
        </p:sp>
        <p:sp>
          <p:nvSpPr>
            <p:cNvPr id="73764" name="Text Box 15"/>
            <p:cNvSpPr txBox="1"/>
            <p:nvPr/>
          </p:nvSpPr>
          <p:spPr>
            <a:xfrm>
              <a:off x="3874" y="3222"/>
              <a:ext cx="552" cy="40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800" dirty="0">
                  <a:ea typeface="宋体" panose="02010600030101010101" pitchFamily="2" charset="-122"/>
                </a:rPr>
                <a:t>NAT </a:t>
              </a:r>
              <a:endParaRPr lang="en-US" altLang="zh-CN" sz="1800" dirty="0">
                <a:ea typeface="宋体" panose="02010600030101010101" pitchFamily="2" charset="-122"/>
              </a:endParaRPr>
            </a:p>
            <a:p>
              <a:pPr marL="0" lvl="0" indent="0" algn="ctr">
                <a:spcBef>
                  <a:spcPct val="0"/>
                </a:spcBef>
                <a:buClrTx/>
                <a:buSzTx/>
                <a:buFontTx/>
                <a:buNone/>
              </a:pPr>
              <a:r>
                <a:rPr lang="en-US" altLang="zh-CN" sz="1800" dirty="0">
                  <a:ea typeface="宋体" panose="02010600030101010101" pitchFamily="2" charset="-122"/>
                </a:rPr>
                <a:t>router</a:t>
              </a:r>
              <a:endParaRPr lang="en-US" altLang="zh-CN" sz="1800" dirty="0">
                <a:ea typeface="宋体" panose="02010600030101010101" pitchFamily="2" charset="-122"/>
              </a:endParaRPr>
            </a:p>
          </p:txBody>
        </p:sp>
        <p:sp>
          <p:nvSpPr>
            <p:cNvPr id="73765" name="Line 26"/>
            <p:cNvSpPr/>
            <p:nvPr/>
          </p:nvSpPr>
          <p:spPr>
            <a:xfrm>
              <a:off x="3735" y="3159"/>
              <a:ext cx="253" cy="0"/>
            </a:xfrm>
            <a:prstGeom prst="line">
              <a:avLst/>
            </a:prstGeom>
            <a:ln w="9525" cap="flat" cmpd="sng">
              <a:solidFill>
                <a:schemeClr val="tx1"/>
              </a:solidFill>
              <a:prstDash val="solid"/>
              <a:headEnd type="none" w="med" len="med"/>
              <a:tailEnd type="none" w="med" len="med"/>
            </a:ln>
          </p:spPr>
        </p:sp>
        <p:grpSp>
          <p:nvGrpSpPr>
            <p:cNvPr id="73766" name="Group 27"/>
            <p:cNvGrpSpPr/>
            <p:nvPr/>
          </p:nvGrpSpPr>
          <p:grpSpPr>
            <a:xfrm>
              <a:off x="3935" y="3040"/>
              <a:ext cx="350" cy="194"/>
              <a:chOff x="3600" y="219"/>
              <a:chExt cx="360" cy="175"/>
            </a:xfrm>
          </p:grpSpPr>
          <p:sp>
            <p:nvSpPr>
              <p:cNvPr id="73769" name="Oval 28"/>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73770" name="Line 29"/>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73771" name="Line 30"/>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73772" name="Rectangle 31"/>
              <p:cNvSpPr/>
              <p:nvPr/>
            </p:nvSpPr>
            <p:spPr>
              <a:xfrm>
                <a:off x="3603" y="289"/>
                <a:ext cx="354" cy="5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73773" name="Oval 32"/>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73774" name="Group 33"/>
              <p:cNvGrpSpPr/>
              <p:nvPr/>
            </p:nvGrpSpPr>
            <p:grpSpPr>
              <a:xfrm>
                <a:off x="3686" y="244"/>
                <a:ext cx="177" cy="66"/>
                <a:chOff x="2848" y="848"/>
                <a:chExt cx="140" cy="98"/>
              </a:xfrm>
            </p:grpSpPr>
            <p:sp>
              <p:nvSpPr>
                <p:cNvPr id="73779" name="Line 34"/>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73780" name="Line 35"/>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73781" name="Line 36"/>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73775" name="Group 37"/>
              <p:cNvGrpSpPr/>
              <p:nvPr/>
            </p:nvGrpSpPr>
            <p:grpSpPr>
              <a:xfrm flipV="1">
                <a:off x="3686" y="243"/>
                <a:ext cx="177" cy="66"/>
                <a:chOff x="2848" y="848"/>
                <a:chExt cx="140" cy="98"/>
              </a:xfrm>
            </p:grpSpPr>
            <p:sp>
              <p:nvSpPr>
                <p:cNvPr id="73776" name="Line 38"/>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73777" name="Line 39"/>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73778" name="Line 40"/>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aphicFrame>
          <p:nvGraphicFramePr>
            <p:cNvPr id="73767" name="Object 47"/>
            <p:cNvGraphicFramePr>
              <a:graphicFrameLocks noChangeAspect="1"/>
            </p:cNvGraphicFramePr>
            <p:nvPr/>
          </p:nvGraphicFramePr>
          <p:xfrm>
            <a:off x="4804" y="2483"/>
            <a:ext cx="365" cy="304"/>
          </p:xfrm>
          <a:graphic>
            <a:graphicData uri="http://schemas.openxmlformats.org/presentationml/2006/ole">
              <mc:AlternateContent xmlns:mc="http://schemas.openxmlformats.org/markup-compatibility/2006">
                <mc:Choice xmlns:v="urn:schemas-microsoft-com:vml" Requires="v">
                  <p:oleObj spid="_x0000_s3142" name="" r:id="rId5" imgW="1307465" imgH="1083945" progId="MS_ClipArt_Gallery.2">
                    <p:embed/>
                  </p:oleObj>
                </mc:Choice>
                <mc:Fallback>
                  <p:oleObj name="" r:id="rId5" imgW="1307465" imgH="1083945" progId="MS_ClipArt_Gallery.2">
                    <p:embed/>
                    <p:pic>
                      <p:nvPicPr>
                        <p:cNvPr id="0" name="图片 3141"/>
                        <p:cNvPicPr/>
                        <p:nvPr/>
                      </p:nvPicPr>
                      <p:blipFill>
                        <a:blip r:embed="rId2"/>
                        <a:stretch>
                          <a:fillRect/>
                        </a:stretch>
                      </p:blipFill>
                      <p:spPr>
                        <a:xfrm>
                          <a:off x="4804" y="2483"/>
                          <a:ext cx="365" cy="304"/>
                        </a:xfrm>
                        <a:prstGeom prst="rect">
                          <a:avLst/>
                        </a:prstGeom>
                        <a:noFill/>
                        <a:ln w="38100">
                          <a:noFill/>
                          <a:miter/>
                        </a:ln>
                      </p:spPr>
                    </p:pic>
                  </p:oleObj>
                </mc:Fallback>
              </mc:AlternateContent>
            </a:graphicData>
          </a:graphic>
        </p:graphicFrame>
        <p:pic>
          <p:nvPicPr>
            <p:cNvPr id="73768" name="Picture 45"/>
            <p:cNvPicPr>
              <a:picLocks noChangeAspect="1"/>
            </p:cNvPicPr>
            <p:nvPr/>
          </p:nvPicPr>
          <p:blipFill>
            <a:blip r:embed="rId6"/>
            <a:stretch>
              <a:fillRect/>
            </a:stretch>
          </p:blipFill>
          <p:spPr>
            <a:xfrm>
              <a:off x="4827" y="2284"/>
              <a:ext cx="464" cy="208"/>
            </a:xfrm>
            <a:prstGeom prst="rect">
              <a:avLst/>
            </a:prstGeom>
            <a:noFill/>
            <a:ln w="9525">
              <a:noFill/>
            </a:ln>
          </p:spPr>
        </p:pic>
      </p:grpSp>
      <p:grpSp>
        <p:nvGrpSpPr>
          <p:cNvPr id="73738" name="Group 48"/>
          <p:cNvGrpSpPr/>
          <p:nvPr/>
        </p:nvGrpSpPr>
        <p:grpSpPr>
          <a:xfrm>
            <a:off x="3252788" y="3370263"/>
            <a:ext cx="331787" cy="755650"/>
            <a:chOff x="4180" y="783"/>
            <a:chExt cx="150" cy="307"/>
          </a:xfrm>
        </p:grpSpPr>
        <p:sp>
          <p:nvSpPr>
            <p:cNvPr id="73747" name="AutoShape 49"/>
            <p:cNvSpPr/>
            <p:nvPr/>
          </p:nvSpPr>
          <p:spPr>
            <a:xfrm>
              <a:off x="4180" y="1019"/>
              <a:ext cx="150" cy="71"/>
            </a:xfrm>
            <a:prstGeom prst="parallelogram">
              <a:avLst>
                <a:gd name="adj" fmla="val 81386"/>
              </a:avLst>
            </a:prstGeom>
            <a:solidFill>
              <a:srgbClr val="33CCCC"/>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73748" name="Rectangle 50"/>
            <p:cNvSpPr/>
            <p:nvPr/>
          </p:nvSpPr>
          <p:spPr>
            <a:xfrm>
              <a:off x="4256" y="785"/>
              <a:ext cx="69" cy="236"/>
            </a:xfrm>
            <a:prstGeom prst="rect">
              <a:avLst/>
            </a:prstGeom>
            <a:solidFill>
              <a:srgbClr val="33CCCC"/>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73749" name="Rectangle 51"/>
            <p:cNvSpPr/>
            <p:nvPr/>
          </p:nvSpPr>
          <p:spPr>
            <a:xfrm>
              <a:off x="4181" y="852"/>
              <a:ext cx="95" cy="236"/>
            </a:xfrm>
            <a:prstGeom prst="rect">
              <a:avLst/>
            </a:prstGeom>
            <a:solidFill>
              <a:srgbClr val="33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73750" name="AutoShape 52"/>
            <p:cNvSpPr/>
            <p:nvPr/>
          </p:nvSpPr>
          <p:spPr>
            <a:xfrm>
              <a:off x="4180" y="783"/>
              <a:ext cx="150" cy="71"/>
            </a:xfrm>
            <a:prstGeom prst="parallelogram">
              <a:avLst>
                <a:gd name="adj" fmla="val 81386"/>
              </a:avLst>
            </a:prstGeom>
            <a:solidFill>
              <a:srgbClr val="33CC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73751" name="Line 53"/>
            <p:cNvSpPr/>
            <p:nvPr/>
          </p:nvSpPr>
          <p:spPr>
            <a:xfrm>
              <a:off x="4330" y="788"/>
              <a:ext cx="0" cy="231"/>
            </a:xfrm>
            <a:prstGeom prst="line">
              <a:avLst/>
            </a:prstGeom>
            <a:ln w="9525" cap="flat" cmpd="sng">
              <a:solidFill>
                <a:schemeClr val="tx1"/>
              </a:solidFill>
              <a:prstDash val="solid"/>
              <a:headEnd type="none" w="med" len="med"/>
              <a:tailEnd type="none" w="med" len="med"/>
            </a:ln>
          </p:spPr>
        </p:sp>
        <p:sp>
          <p:nvSpPr>
            <p:cNvPr id="73752" name="Line 54"/>
            <p:cNvSpPr/>
            <p:nvPr/>
          </p:nvSpPr>
          <p:spPr>
            <a:xfrm flipH="1">
              <a:off x="4276" y="1019"/>
              <a:ext cx="54" cy="69"/>
            </a:xfrm>
            <a:prstGeom prst="line">
              <a:avLst/>
            </a:prstGeom>
            <a:ln w="9525" cap="flat" cmpd="sng">
              <a:solidFill>
                <a:schemeClr val="tx1"/>
              </a:solidFill>
              <a:prstDash val="solid"/>
              <a:headEnd type="none" w="med" len="med"/>
              <a:tailEnd type="none" w="med" len="med"/>
            </a:ln>
          </p:spPr>
        </p:sp>
        <p:sp>
          <p:nvSpPr>
            <p:cNvPr id="73753" name="Rectangle 55"/>
            <p:cNvSpPr/>
            <p:nvPr/>
          </p:nvSpPr>
          <p:spPr>
            <a:xfrm>
              <a:off x="4193" y="883"/>
              <a:ext cx="63" cy="136"/>
            </a:xfrm>
            <a:prstGeom prst="rect">
              <a:avLst/>
            </a:prstGeom>
            <a:solidFill>
              <a:schemeClr val="accent2"/>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73754" name="Rectangle 56"/>
            <p:cNvSpPr/>
            <p:nvPr/>
          </p:nvSpPr>
          <p:spPr>
            <a:xfrm>
              <a:off x="4202" y="924"/>
              <a:ext cx="48" cy="48"/>
            </a:xfrm>
            <a:prstGeom prst="rect">
              <a:avLst/>
            </a:prstGeom>
            <a:solidFill>
              <a:schemeClr val="bg1"/>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pic>
        <p:nvPicPr>
          <p:cNvPr id="73739" name="Picture 46"/>
          <p:cNvPicPr>
            <a:picLocks noChangeAspect="1"/>
          </p:cNvPicPr>
          <p:nvPr/>
        </p:nvPicPr>
        <p:blipFill>
          <a:blip r:embed="rId7"/>
          <a:stretch>
            <a:fillRect/>
          </a:stretch>
        </p:blipFill>
        <p:spPr>
          <a:xfrm>
            <a:off x="3586163" y="3328988"/>
            <a:ext cx="825500" cy="815975"/>
          </a:xfrm>
          <a:prstGeom prst="rect">
            <a:avLst/>
          </a:prstGeom>
          <a:noFill/>
          <a:ln w="9525">
            <a:noFill/>
          </a:ln>
        </p:spPr>
      </p:pic>
      <p:pic>
        <p:nvPicPr>
          <p:cNvPr id="73740" name="Picture 57"/>
          <p:cNvPicPr>
            <a:picLocks noChangeAspect="1"/>
          </p:cNvPicPr>
          <p:nvPr/>
        </p:nvPicPr>
        <p:blipFill>
          <a:blip r:embed="rId6"/>
          <a:stretch>
            <a:fillRect/>
          </a:stretch>
        </p:blipFill>
        <p:spPr>
          <a:xfrm>
            <a:off x="93663" y="3973513"/>
            <a:ext cx="736600" cy="330200"/>
          </a:xfrm>
          <a:prstGeom prst="rect">
            <a:avLst/>
          </a:prstGeom>
          <a:noFill/>
          <a:ln w="9525">
            <a:noFill/>
          </a:ln>
        </p:spPr>
      </p:pic>
      <p:sp>
        <p:nvSpPr>
          <p:cNvPr id="644154" name="Freeform 58"/>
          <p:cNvSpPr/>
          <p:nvPr/>
        </p:nvSpPr>
        <p:spPr>
          <a:xfrm>
            <a:off x="4141788" y="3948113"/>
            <a:ext cx="3714750" cy="1039812"/>
          </a:xfrm>
          <a:custGeom>
            <a:avLst/>
            <a:gdLst/>
            <a:ahLst/>
            <a:cxnLst>
              <a:cxn ang="0">
                <a:pos x="2147483646" y="2147483646"/>
              </a:cxn>
              <a:cxn ang="0">
                <a:pos x="2147483646" y="2147483646"/>
              </a:cxn>
              <a:cxn ang="0">
                <a:pos x="2147483646" y="2147483646"/>
              </a:cxn>
              <a:cxn ang="0">
                <a:pos x="2147483646" y="2147483646"/>
              </a:cxn>
              <a:cxn ang="0">
                <a:pos x="0" y="2147483646"/>
              </a:cxn>
            </a:cxnLst>
            <a:pathLst>
              <a:path w="1597" h="655">
                <a:moveTo>
                  <a:pt x="1597" y="61"/>
                </a:moveTo>
                <a:cubicBezTo>
                  <a:pt x="1562" y="64"/>
                  <a:pt x="1425" y="0"/>
                  <a:pt x="1376" y="78"/>
                </a:cubicBezTo>
                <a:cubicBezTo>
                  <a:pt x="1327" y="156"/>
                  <a:pt x="1464" y="449"/>
                  <a:pt x="1303" y="531"/>
                </a:cubicBezTo>
                <a:cubicBezTo>
                  <a:pt x="1142" y="613"/>
                  <a:pt x="625" y="655"/>
                  <a:pt x="408" y="572"/>
                </a:cubicBezTo>
                <a:cubicBezTo>
                  <a:pt x="190" y="490"/>
                  <a:pt x="94" y="263"/>
                  <a:pt x="0" y="36"/>
                </a:cubicBezTo>
              </a:path>
            </a:pathLst>
          </a:custGeom>
          <a:noFill/>
          <a:ln w="38100" cap="flat" cmpd="sng">
            <a:solidFill>
              <a:srgbClr val="FF0000">
                <a:alpha val="100000"/>
              </a:srgbClr>
            </a:solidFill>
            <a:prstDash val="solid"/>
            <a:round/>
            <a:headEnd type="triangle" w="med" len="med"/>
            <a:tailEnd type="triangle" w="med" len="med"/>
          </a:ln>
        </p:spPr>
        <p:txBody>
          <a:bodyPr/>
          <a:p>
            <a:endParaRPr lang="zh-CN" altLang="en-US"/>
          </a:p>
        </p:txBody>
      </p:sp>
      <p:sp>
        <p:nvSpPr>
          <p:cNvPr id="644155" name="Text Box 59"/>
          <p:cNvSpPr txBox="1"/>
          <p:nvPr/>
        </p:nvSpPr>
        <p:spPr>
          <a:xfrm>
            <a:off x="5118100" y="3867150"/>
            <a:ext cx="1946275" cy="9159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solidFill>
                  <a:srgbClr val="FF0000"/>
                </a:solidFill>
                <a:ea typeface="宋体" panose="02010600030101010101" pitchFamily="2" charset="-122"/>
              </a:rPr>
              <a:t>1.</a:t>
            </a:r>
            <a:r>
              <a:rPr lang="en-US" altLang="zh-CN" sz="1800" dirty="0">
                <a:ea typeface="宋体" panose="02010600030101010101" pitchFamily="2" charset="-122"/>
              </a:rPr>
              <a:t> connection to</a:t>
            </a:r>
            <a:endParaRPr lang="en-US" altLang="zh-CN" sz="1800" dirty="0">
              <a:ea typeface="宋体" panose="02010600030101010101" pitchFamily="2" charset="-122"/>
            </a:endParaRPr>
          </a:p>
          <a:p>
            <a:pPr marL="0" lvl="0" indent="0">
              <a:spcBef>
                <a:spcPct val="0"/>
              </a:spcBef>
              <a:buClrTx/>
              <a:buSzTx/>
              <a:buFontTx/>
              <a:buNone/>
            </a:pPr>
            <a:r>
              <a:rPr lang="en-US" altLang="zh-CN" sz="1800" dirty="0">
                <a:ea typeface="宋体" panose="02010600030101010101" pitchFamily="2" charset="-122"/>
              </a:rPr>
              <a:t>relay initiated</a:t>
            </a:r>
            <a:endParaRPr lang="en-US" altLang="zh-CN" sz="1800" dirty="0">
              <a:ea typeface="宋体" panose="02010600030101010101" pitchFamily="2" charset="-122"/>
            </a:endParaRPr>
          </a:p>
          <a:p>
            <a:pPr marL="0" lvl="0" indent="0">
              <a:spcBef>
                <a:spcPct val="0"/>
              </a:spcBef>
              <a:buClrTx/>
              <a:buSzTx/>
              <a:buFontTx/>
              <a:buNone/>
            </a:pPr>
            <a:r>
              <a:rPr lang="en-US" altLang="zh-CN" sz="1800" dirty="0">
                <a:ea typeface="宋体" panose="02010600030101010101" pitchFamily="2" charset="-122"/>
              </a:rPr>
              <a:t>by NATted host</a:t>
            </a:r>
            <a:endParaRPr lang="en-US" altLang="zh-CN" sz="1800" dirty="0">
              <a:ea typeface="宋体" panose="02010600030101010101" pitchFamily="2" charset="-122"/>
            </a:endParaRPr>
          </a:p>
        </p:txBody>
      </p:sp>
      <p:sp>
        <p:nvSpPr>
          <p:cNvPr id="644156" name="Text Box 60"/>
          <p:cNvSpPr txBox="1"/>
          <p:nvPr/>
        </p:nvSpPr>
        <p:spPr>
          <a:xfrm>
            <a:off x="914400" y="3603625"/>
            <a:ext cx="1946275" cy="9159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solidFill>
                  <a:srgbClr val="FF0000"/>
                </a:solidFill>
                <a:ea typeface="宋体" panose="02010600030101010101" pitchFamily="2" charset="-122"/>
              </a:rPr>
              <a:t>2.</a:t>
            </a:r>
            <a:r>
              <a:rPr lang="en-US" altLang="zh-CN" sz="1800" dirty="0">
                <a:ea typeface="宋体" panose="02010600030101010101" pitchFamily="2" charset="-122"/>
              </a:rPr>
              <a:t> connection to</a:t>
            </a:r>
            <a:endParaRPr lang="en-US" altLang="zh-CN" sz="1800" dirty="0">
              <a:ea typeface="宋体" panose="02010600030101010101" pitchFamily="2" charset="-122"/>
            </a:endParaRPr>
          </a:p>
          <a:p>
            <a:pPr marL="0" lvl="0" indent="0">
              <a:spcBef>
                <a:spcPct val="0"/>
              </a:spcBef>
              <a:buClrTx/>
              <a:buSzTx/>
              <a:buFontTx/>
              <a:buNone/>
            </a:pPr>
            <a:r>
              <a:rPr lang="en-US" altLang="zh-CN" sz="1800" dirty="0">
                <a:ea typeface="宋体" panose="02010600030101010101" pitchFamily="2" charset="-122"/>
              </a:rPr>
              <a:t>relay initiated</a:t>
            </a:r>
            <a:endParaRPr lang="en-US" altLang="zh-CN" sz="1800" dirty="0">
              <a:ea typeface="宋体" panose="02010600030101010101" pitchFamily="2" charset="-122"/>
            </a:endParaRPr>
          </a:p>
          <a:p>
            <a:pPr marL="0" lvl="0" indent="0">
              <a:spcBef>
                <a:spcPct val="0"/>
              </a:spcBef>
              <a:buClrTx/>
              <a:buSzTx/>
              <a:buFontTx/>
              <a:buNone/>
            </a:pPr>
            <a:r>
              <a:rPr lang="en-US" altLang="zh-CN" sz="1800" dirty="0">
                <a:ea typeface="宋体" panose="02010600030101010101" pitchFamily="2" charset="-122"/>
              </a:rPr>
              <a:t>by client</a:t>
            </a:r>
            <a:endParaRPr lang="en-US" altLang="zh-CN" sz="1800" dirty="0">
              <a:ea typeface="宋体" panose="02010600030101010101" pitchFamily="2" charset="-122"/>
            </a:endParaRPr>
          </a:p>
        </p:txBody>
      </p:sp>
      <p:sp>
        <p:nvSpPr>
          <p:cNvPr id="644157" name="Freeform 61"/>
          <p:cNvSpPr/>
          <p:nvPr/>
        </p:nvSpPr>
        <p:spPr>
          <a:xfrm>
            <a:off x="1033463" y="4073525"/>
            <a:ext cx="2798762" cy="511175"/>
          </a:xfrm>
          <a:custGeom>
            <a:avLst/>
            <a:gdLst/>
            <a:ahLst/>
            <a:cxnLst>
              <a:cxn ang="0">
                <a:pos x="0" y="2147483646"/>
              </a:cxn>
              <a:cxn ang="0">
                <a:pos x="2147483646" y="2147483646"/>
              </a:cxn>
              <a:cxn ang="0">
                <a:pos x="2147483646" y="2147483646"/>
              </a:cxn>
              <a:cxn ang="0">
                <a:pos x="2147483646" y="0"/>
              </a:cxn>
            </a:cxnLst>
            <a:pathLst>
              <a:path w="1763" h="322">
                <a:moveTo>
                  <a:pt x="0" y="305"/>
                </a:moveTo>
                <a:cubicBezTo>
                  <a:pt x="412" y="313"/>
                  <a:pt x="825" y="322"/>
                  <a:pt x="1091" y="305"/>
                </a:cubicBezTo>
                <a:cubicBezTo>
                  <a:pt x="1357" y="288"/>
                  <a:pt x="1485" y="252"/>
                  <a:pt x="1597" y="201"/>
                </a:cubicBezTo>
                <a:cubicBezTo>
                  <a:pt x="1709" y="150"/>
                  <a:pt x="1736" y="75"/>
                  <a:pt x="1763" y="0"/>
                </a:cubicBezTo>
              </a:path>
            </a:pathLst>
          </a:custGeom>
          <a:noFill/>
          <a:ln w="38100" cap="flat" cmpd="sng">
            <a:solidFill>
              <a:srgbClr val="FF0000">
                <a:alpha val="100000"/>
              </a:srgbClr>
            </a:solidFill>
            <a:prstDash val="solid"/>
            <a:round/>
            <a:headEnd type="triangle" w="med" len="med"/>
            <a:tailEnd type="triangle" w="med" len="med"/>
          </a:ln>
        </p:spPr>
        <p:txBody>
          <a:bodyPr/>
          <a:p>
            <a:endParaRPr lang="zh-CN" altLang="en-US"/>
          </a:p>
        </p:txBody>
      </p:sp>
      <p:sp>
        <p:nvSpPr>
          <p:cNvPr id="644158" name="Freeform 62"/>
          <p:cNvSpPr/>
          <p:nvPr/>
        </p:nvSpPr>
        <p:spPr>
          <a:xfrm>
            <a:off x="3805238" y="3697288"/>
            <a:ext cx="360362" cy="420687"/>
          </a:xfrm>
          <a:custGeom>
            <a:avLst/>
            <a:gdLst/>
            <a:ahLst/>
            <a:cxnLst>
              <a:cxn ang="0">
                <a:pos x="0" y="2147483646"/>
              </a:cxn>
              <a:cxn ang="0">
                <a:pos x="2147483646" y="2147483646"/>
              </a:cxn>
              <a:cxn ang="0">
                <a:pos x="2147483646" y="2147483646"/>
              </a:cxn>
            </a:cxnLst>
            <a:pathLst>
              <a:path w="227" h="265">
                <a:moveTo>
                  <a:pt x="0" y="265"/>
                </a:moveTo>
                <a:cubicBezTo>
                  <a:pt x="33" y="135"/>
                  <a:pt x="67" y="6"/>
                  <a:pt x="105" y="3"/>
                </a:cubicBezTo>
                <a:cubicBezTo>
                  <a:pt x="143" y="0"/>
                  <a:pt x="185" y="123"/>
                  <a:pt x="227" y="247"/>
                </a:cubicBezTo>
              </a:path>
            </a:pathLst>
          </a:custGeom>
          <a:noFill/>
          <a:ln w="38100" cap="flat" cmpd="sng">
            <a:solidFill>
              <a:srgbClr val="FF0000">
                <a:alpha val="100000"/>
              </a:srgbClr>
            </a:solidFill>
            <a:prstDash val="solid"/>
            <a:round/>
            <a:headEnd type="triangle" w="med" len="med"/>
            <a:tailEnd type="triangle" w="med" len="med"/>
          </a:ln>
        </p:spPr>
        <p:txBody>
          <a:bodyPr/>
          <a:p>
            <a:endParaRPr lang="zh-CN" altLang="en-US"/>
          </a:p>
        </p:txBody>
      </p:sp>
      <p:sp>
        <p:nvSpPr>
          <p:cNvPr id="644159" name="Text Box 63"/>
          <p:cNvSpPr txBox="1"/>
          <p:nvPr/>
        </p:nvSpPr>
        <p:spPr>
          <a:xfrm>
            <a:off x="3186113" y="4584700"/>
            <a:ext cx="1946275" cy="6413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solidFill>
                  <a:srgbClr val="FF0000"/>
                </a:solidFill>
                <a:ea typeface="宋体" panose="02010600030101010101" pitchFamily="2" charset="-122"/>
              </a:rPr>
              <a:t>3.</a:t>
            </a:r>
            <a:r>
              <a:rPr lang="en-US" altLang="zh-CN" sz="1800" dirty="0">
                <a:ea typeface="宋体" panose="02010600030101010101" pitchFamily="2" charset="-122"/>
              </a:rPr>
              <a:t> relaying </a:t>
            </a:r>
            <a:endParaRPr lang="en-US" altLang="zh-CN" sz="1800" dirty="0">
              <a:ea typeface="宋体" panose="02010600030101010101" pitchFamily="2" charset="-122"/>
            </a:endParaRPr>
          </a:p>
          <a:p>
            <a:pPr marL="0" lvl="0" indent="0">
              <a:spcBef>
                <a:spcPct val="0"/>
              </a:spcBef>
              <a:buClrTx/>
              <a:buSzTx/>
              <a:buFontTx/>
              <a:buNone/>
            </a:pPr>
            <a:r>
              <a:rPr lang="en-US" altLang="zh-CN" sz="1800" dirty="0">
                <a:ea typeface="宋体" panose="02010600030101010101" pitchFamily="2" charset="-122"/>
              </a:rPr>
              <a:t>established</a:t>
            </a:r>
            <a:endParaRPr lang="en-US" altLang="zh-CN" sz="1800" dirty="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644154"/>
                                        </p:tgtEl>
                                        <p:attrNameLst>
                                          <p:attrName>style.visibility</p:attrName>
                                        </p:attrNameLst>
                                      </p:cBhvr>
                                      <p:to>
                                        <p:strVal val="visible"/>
                                      </p:to>
                                    </p:set>
                                    <p:animEffect transition="in" filter="wipe(right)">
                                      <p:cBhvr>
                                        <p:cTn id="7" dur="2000"/>
                                        <p:tgtEl>
                                          <p:spTgt spid="644154"/>
                                        </p:tgtEl>
                                      </p:cBhvr>
                                    </p:animEffect>
                                  </p:childTnLst>
                                </p:cTn>
                              </p:par>
                            </p:childTnLst>
                          </p:cTn>
                        </p:par>
                        <p:par>
                          <p:cTn id="8" fill="hold">
                            <p:stCondLst>
                              <p:cond delay="2000"/>
                            </p:stCondLst>
                            <p:childTnLst>
                              <p:par>
                                <p:cTn id="9" presetID="1" presetClass="entr" presetSubtype="0" fill="hold" grpId="0" nodeType="afterEffect">
                                  <p:stCondLst>
                                    <p:cond delay="0"/>
                                  </p:stCondLst>
                                  <p:childTnLst>
                                    <p:set>
                                      <p:cBhvr>
                                        <p:cTn id="10" dur="1" fill="hold">
                                          <p:stCondLst>
                                            <p:cond delay="0"/>
                                          </p:stCondLst>
                                        </p:cTn>
                                        <p:tgtEl>
                                          <p:spTgt spid="64415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644157"/>
                                        </p:tgtEl>
                                        <p:attrNameLst>
                                          <p:attrName>style.visibility</p:attrName>
                                        </p:attrNameLst>
                                      </p:cBhvr>
                                      <p:to>
                                        <p:strVal val="visible"/>
                                      </p:to>
                                    </p:set>
                                    <p:animEffect transition="in" filter="wipe(left)">
                                      <p:cBhvr>
                                        <p:cTn id="15" dur="2000"/>
                                        <p:tgtEl>
                                          <p:spTgt spid="644157"/>
                                        </p:tgtEl>
                                      </p:cBhvr>
                                    </p:animEffect>
                                  </p:childTnLst>
                                </p:cTn>
                              </p:par>
                            </p:childTnLst>
                          </p:cTn>
                        </p:par>
                        <p:par>
                          <p:cTn id="16" fill="hold">
                            <p:stCondLst>
                              <p:cond delay="2000"/>
                            </p:stCondLst>
                            <p:childTnLst>
                              <p:par>
                                <p:cTn id="17" presetID="1" presetClass="entr" presetSubtype="0" fill="hold" grpId="0" nodeType="afterEffect">
                                  <p:stCondLst>
                                    <p:cond delay="0"/>
                                  </p:stCondLst>
                                  <p:childTnLst>
                                    <p:set>
                                      <p:cBhvr>
                                        <p:cTn id="18" dur="1" fill="hold">
                                          <p:stCondLst>
                                            <p:cond delay="0"/>
                                          </p:stCondLst>
                                        </p:cTn>
                                        <p:tgtEl>
                                          <p:spTgt spid="64415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nodeType="clickEffect">
                                  <p:stCondLst>
                                    <p:cond delay="0"/>
                                  </p:stCondLst>
                                  <p:childTnLst>
                                    <p:set>
                                      <p:cBhvr>
                                        <p:cTn id="22" dur="1" fill="hold">
                                          <p:stCondLst>
                                            <p:cond delay="0"/>
                                          </p:stCondLst>
                                        </p:cTn>
                                        <p:tgtEl>
                                          <p:spTgt spid="644158"/>
                                        </p:tgtEl>
                                        <p:attrNameLst>
                                          <p:attrName>style.visibility</p:attrName>
                                        </p:attrNameLst>
                                      </p:cBhvr>
                                      <p:to>
                                        <p:strVal val="visible"/>
                                      </p:to>
                                    </p:set>
                                    <p:animEffect transition="in" filter="wipe(down)">
                                      <p:cBhvr>
                                        <p:cTn id="23" dur="2000"/>
                                        <p:tgtEl>
                                          <p:spTgt spid="644158"/>
                                        </p:tgtEl>
                                      </p:cBhvr>
                                    </p:animEffect>
                                  </p:childTnLst>
                                </p:cTn>
                              </p:par>
                            </p:childTnLst>
                          </p:cTn>
                        </p:par>
                        <p:par>
                          <p:cTn id="24" fill="hold">
                            <p:stCondLst>
                              <p:cond delay="2000"/>
                            </p:stCondLst>
                            <p:childTnLst>
                              <p:par>
                                <p:cTn id="25" presetID="1" presetClass="entr" presetSubtype="0" fill="hold" grpId="0" nodeType="afterEffect">
                                  <p:stCondLst>
                                    <p:cond delay="0"/>
                                  </p:stCondLst>
                                  <p:childTnLst>
                                    <p:set>
                                      <p:cBhvr>
                                        <p:cTn id="26" dur="1" fill="hold">
                                          <p:stCondLst>
                                            <p:cond delay="0"/>
                                          </p:stCondLst>
                                        </p:cTn>
                                        <p:tgtEl>
                                          <p:spTgt spid="6441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4155" grpId="0"/>
      <p:bldP spid="644156" grpId="0"/>
      <p:bldP spid="644159"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4" name="页脚占位符 5"/>
          <p:cNvSpPr txBox="1">
            <a:spLocks noGrp="1"/>
          </p:cNvSpPr>
          <p:nvPr>
            <p:ph type="ftr" sz="quarter" idx="11"/>
          </p:nvPr>
        </p:nvSpPr>
        <p:spPr/>
        <p:txBody>
          <a:bodyPr/>
          <a:p>
            <a:pPr marL="0" indent="0" algn="r">
              <a:spcBef>
                <a:spcPct val="0"/>
              </a:spcBef>
              <a:buClrTx/>
              <a:buSzTx/>
              <a:buFontTx/>
              <a:buNone/>
            </a:pPr>
            <a:r>
              <a:rPr lang="en-US" altLang="zh-CN" sz="1400" dirty="0">
                <a:ea typeface="宋体" panose="02010600030101010101" pitchFamily="2" charset="-122"/>
              </a:rPr>
              <a:t>Network Layer</a:t>
            </a:r>
            <a:endParaRPr lang="en-US" altLang="zh-CN" sz="1400" dirty="0">
              <a:latin typeface="Times New Roman" panose="02020603050405020304" pitchFamily="18" charset="0"/>
              <a:ea typeface="宋体" panose="02010600030101010101" pitchFamily="2" charset="-122"/>
            </a:endParaRPr>
          </a:p>
        </p:txBody>
      </p:sp>
      <p:sp>
        <p:nvSpPr>
          <p:cNvPr id="74755" name="灯片编号占位符 6"/>
          <p:cNvSpPr txBox="1">
            <a:spLocks noGrp="1"/>
          </p:cNvSpPr>
          <p:nvPr>
            <p:ph type="sldNum" sz="quarter" idx="12"/>
          </p:nvPr>
        </p:nvSpPr>
        <p:spPr/>
        <p:txBody>
          <a:bodyPr/>
          <a:p>
            <a:pPr marL="0" indent="0" algn="r">
              <a:spcBef>
                <a:spcPct val="0"/>
              </a:spcBef>
              <a:buClrTx/>
              <a:buSzTx/>
              <a:buFontTx/>
              <a:buNone/>
            </a:pPr>
            <a:r>
              <a:rPr lang="en-US" altLang="zh-CN" sz="1400" dirty="0">
                <a:ea typeface="宋体" panose="02010600030101010101" pitchFamily="2" charset="-122"/>
              </a:rPr>
              <a:t>4-</a:t>
            </a: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74756" name="Rectangle 2"/>
          <p:cNvSpPr>
            <a:spLocks noGrp="1"/>
          </p:cNvSpPr>
          <p:nvPr>
            <p:ph type="title"/>
          </p:nvPr>
        </p:nvSpPr>
        <p:spPr/>
        <p:txBody>
          <a:bodyPr vert="horz" wrap="square" lIns="91440" tIns="45720" rIns="91440" bIns="45720" anchor="ctr" anchorCtr="0"/>
          <a:p>
            <a:r>
              <a:rPr lang="en-US" altLang="zh-CN" dirty="0">
                <a:ea typeface="宋体" panose="02010600030101010101" pitchFamily="2" charset="-122"/>
              </a:rPr>
              <a:t>Chapter 4: Network Layer</a:t>
            </a:r>
            <a:endParaRPr lang="en-US" altLang="zh-CN" dirty="0">
              <a:ea typeface="宋体" panose="02010600030101010101" pitchFamily="2" charset="-122"/>
            </a:endParaRPr>
          </a:p>
        </p:txBody>
      </p:sp>
      <p:sp>
        <p:nvSpPr>
          <p:cNvPr id="74757" name="Rectangle 3"/>
          <p:cNvSpPr>
            <a:spLocks noGrp="1"/>
          </p:cNvSpPr>
          <p:nvPr>
            <p:ph sz="half" idx="1"/>
          </p:nvPr>
        </p:nvSpPr>
        <p:spPr/>
        <p:txBody>
          <a:bodyPr vert="horz" wrap="square" lIns="91440" tIns="45720" rIns="91440" bIns="45720" anchor="t" anchorCtr="0"/>
          <a:p>
            <a:pPr>
              <a:buClr>
                <a:schemeClr val="accent2"/>
              </a:buClr>
              <a:buSzPct val="85000"/>
              <a:buFont typeface="ZapfDingbats"/>
            </a:pPr>
            <a:r>
              <a:rPr lang="en-US" altLang="zh-CN" sz="2400" dirty="0">
                <a:ea typeface="宋体" panose="02010600030101010101" pitchFamily="2" charset="-122"/>
              </a:rPr>
              <a:t>4. 1 Introduction</a:t>
            </a:r>
            <a:endParaRPr lang="en-US" altLang="zh-CN" sz="2400" dirty="0">
              <a:ea typeface="宋体" panose="02010600030101010101" pitchFamily="2" charset="-122"/>
            </a:endParaRPr>
          </a:p>
          <a:p>
            <a:pPr>
              <a:buClr>
                <a:schemeClr val="accent2"/>
              </a:buClr>
              <a:buSzPct val="85000"/>
              <a:buFont typeface="ZapfDingbats"/>
            </a:pPr>
            <a:r>
              <a:rPr lang="en-US" altLang="zh-CN" sz="2400" dirty="0">
                <a:ea typeface="宋体" panose="02010600030101010101" pitchFamily="2" charset="-122"/>
              </a:rPr>
              <a:t>4.2 Virtual circuit and datagram networks</a:t>
            </a:r>
            <a:endParaRPr lang="en-US" altLang="zh-CN" sz="2400" dirty="0">
              <a:ea typeface="宋体" panose="02010600030101010101" pitchFamily="2" charset="-122"/>
            </a:endParaRPr>
          </a:p>
          <a:p>
            <a:pPr>
              <a:buClr>
                <a:schemeClr val="accent2"/>
              </a:buClr>
              <a:buSzPct val="85000"/>
              <a:buFont typeface="ZapfDingbats"/>
            </a:pPr>
            <a:r>
              <a:rPr lang="en-US" altLang="zh-CN" sz="2400" dirty="0">
                <a:ea typeface="宋体" panose="02010600030101010101" pitchFamily="2" charset="-122"/>
              </a:rPr>
              <a:t>4.3 What’s inside a router</a:t>
            </a:r>
            <a:endParaRPr lang="en-US" altLang="zh-CN" sz="2400" dirty="0">
              <a:ea typeface="宋体" panose="02010600030101010101" pitchFamily="2" charset="-122"/>
            </a:endParaRPr>
          </a:p>
          <a:p>
            <a:pPr>
              <a:buClr>
                <a:schemeClr val="accent2"/>
              </a:buClr>
              <a:buSzPct val="85000"/>
              <a:buFont typeface="ZapfDingbats"/>
            </a:pPr>
            <a:r>
              <a:rPr lang="en-US" altLang="zh-CN" sz="2400" dirty="0">
                <a:solidFill>
                  <a:srgbClr val="FF0000"/>
                </a:solidFill>
                <a:ea typeface="宋体" panose="02010600030101010101" pitchFamily="2" charset="-122"/>
              </a:rPr>
              <a:t>4.4 IP: Internet Protocol</a:t>
            </a:r>
            <a:endParaRPr lang="en-US" altLang="zh-CN" sz="2400" dirty="0">
              <a:solidFill>
                <a:srgbClr val="FF0000"/>
              </a:solidFill>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Datagram format</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IPv4 addressing</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solidFill>
                  <a:srgbClr val="FF0000"/>
                </a:solidFill>
                <a:ea typeface="宋体" panose="02010600030101010101" pitchFamily="2" charset="-122"/>
              </a:rPr>
              <a:t>ICMP</a:t>
            </a:r>
            <a:endParaRPr lang="en-US" altLang="zh-CN" sz="2000" dirty="0">
              <a:solidFill>
                <a:srgbClr val="FF0000"/>
              </a:solidFill>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IPv6</a:t>
            </a:r>
            <a:endParaRPr lang="en-US" altLang="zh-CN" sz="2000" dirty="0">
              <a:ea typeface="宋体" panose="02010600030101010101" pitchFamily="2" charset="-122"/>
            </a:endParaRPr>
          </a:p>
        </p:txBody>
      </p:sp>
      <p:sp>
        <p:nvSpPr>
          <p:cNvPr id="74758" name="Rectangle 4"/>
          <p:cNvSpPr>
            <a:spLocks noGrp="1"/>
          </p:cNvSpPr>
          <p:nvPr>
            <p:ph sz="half" idx="2"/>
          </p:nvPr>
        </p:nvSpPr>
        <p:spPr/>
        <p:txBody>
          <a:bodyPr vert="horz" wrap="square" lIns="91440" tIns="45720" rIns="91440" bIns="45720" anchor="t" anchorCtr="0"/>
          <a:p>
            <a:pPr>
              <a:buClr>
                <a:schemeClr val="accent2"/>
              </a:buClr>
              <a:buSzPct val="85000"/>
              <a:buFont typeface="ZapfDingbats"/>
            </a:pPr>
            <a:r>
              <a:rPr lang="en-US" altLang="zh-CN" sz="2400" dirty="0">
                <a:ea typeface="宋体" panose="02010600030101010101" pitchFamily="2" charset="-122"/>
              </a:rPr>
              <a:t>4.5 Routing algorithms</a:t>
            </a:r>
            <a:endParaRPr lang="en-US" altLang="zh-CN" sz="24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Link state</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Distance Vector</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Hierarchical routing</a:t>
            </a:r>
            <a:endParaRPr lang="en-US" altLang="zh-CN" sz="2000" dirty="0">
              <a:ea typeface="宋体" panose="02010600030101010101" pitchFamily="2" charset="-122"/>
            </a:endParaRPr>
          </a:p>
          <a:p>
            <a:pPr>
              <a:buClr>
                <a:schemeClr val="accent2"/>
              </a:buClr>
              <a:buSzPct val="85000"/>
              <a:buFont typeface="ZapfDingbats"/>
            </a:pPr>
            <a:r>
              <a:rPr lang="en-US" altLang="zh-CN" sz="2400" dirty="0">
                <a:ea typeface="宋体" panose="02010600030101010101" pitchFamily="2" charset="-122"/>
              </a:rPr>
              <a:t>4.6 Routing in the Internet</a:t>
            </a:r>
            <a:endParaRPr lang="en-US" altLang="zh-CN" sz="24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RIP</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OSPF</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BGP</a:t>
            </a:r>
            <a:endParaRPr lang="en-US" altLang="zh-CN" sz="2000" dirty="0">
              <a:ea typeface="宋体" panose="02010600030101010101" pitchFamily="2" charset="-122"/>
            </a:endParaRPr>
          </a:p>
          <a:p>
            <a:pPr>
              <a:buClr>
                <a:schemeClr val="accent2"/>
              </a:buClr>
              <a:buSzPct val="85000"/>
              <a:buFont typeface="ZapfDingbats"/>
            </a:pPr>
            <a:r>
              <a:rPr lang="en-US" altLang="zh-CN" sz="2400" dirty="0">
                <a:ea typeface="宋体" panose="02010600030101010101" pitchFamily="2" charset="-122"/>
              </a:rPr>
              <a:t>4.7 Broadcast and multicast routing</a:t>
            </a:r>
            <a:endParaRPr lang="en-US" altLang="zh-CN" sz="2400" dirty="0">
              <a:ea typeface="宋体" panose="02010600030101010101" pitchFamily="2" charset="-122"/>
            </a:endParaRPr>
          </a:p>
          <a:p>
            <a:pPr>
              <a:buClr>
                <a:schemeClr val="accent2"/>
              </a:buClr>
              <a:buSzPct val="85000"/>
              <a:buFont typeface="ZapfDingbats"/>
            </a:pPr>
            <a:endParaRPr lang="en-US" altLang="zh-CN" sz="2400" dirty="0">
              <a:ea typeface="宋体" panose="02010600030101010101" pitchFamily="2" charset="-122"/>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8" name="页脚占位符 5"/>
          <p:cNvSpPr txBox="1">
            <a:spLocks noGrp="1"/>
          </p:cNvSpPr>
          <p:nvPr>
            <p:ph type="ftr" sz="quarter" idx="11"/>
          </p:nvPr>
        </p:nvSpPr>
        <p:spPr/>
        <p:txBody>
          <a:bodyPr/>
          <a:p>
            <a:pPr marL="0" indent="0" algn="r">
              <a:spcBef>
                <a:spcPct val="0"/>
              </a:spcBef>
              <a:buClrTx/>
              <a:buSzTx/>
              <a:buFontTx/>
              <a:buNone/>
            </a:pPr>
            <a:r>
              <a:rPr lang="en-US" altLang="zh-CN" sz="1400" dirty="0">
                <a:ea typeface="宋体" panose="02010600030101010101" pitchFamily="2" charset="-122"/>
              </a:rPr>
              <a:t>Network Layer</a:t>
            </a:r>
            <a:endParaRPr lang="en-US" altLang="zh-CN" sz="1400" dirty="0">
              <a:latin typeface="Times New Roman" panose="02020603050405020304" pitchFamily="18" charset="0"/>
              <a:ea typeface="宋体" panose="02010600030101010101" pitchFamily="2" charset="-122"/>
            </a:endParaRPr>
          </a:p>
        </p:txBody>
      </p:sp>
      <p:sp>
        <p:nvSpPr>
          <p:cNvPr id="75779" name="灯片编号占位符 6"/>
          <p:cNvSpPr txBox="1">
            <a:spLocks noGrp="1"/>
          </p:cNvSpPr>
          <p:nvPr>
            <p:ph type="sldNum" sz="quarter" idx="12"/>
          </p:nvPr>
        </p:nvSpPr>
        <p:spPr/>
        <p:txBody>
          <a:bodyPr/>
          <a:p>
            <a:pPr marL="0" indent="0" algn="r">
              <a:spcBef>
                <a:spcPct val="0"/>
              </a:spcBef>
              <a:buClrTx/>
              <a:buSzTx/>
              <a:buFontTx/>
              <a:buNone/>
            </a:pPr>
            <a:r>
              <a:rPr lang="en-US" altLang="zh-CN" sz="1400" dirty="0">
                <a:ea typeface="宋体" panose="02010600030101010101" pitchFamily="2" charset="-122"/>
              </a:rPr>
              <a:t>4-</a:t>
            </a: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75780" name="Rectangle 2"/>
          <p:cNvSpPr>
            <a:spLocks noGrp="1"/>
          </p:cNvSpPr>
          <p:nvPr>
            <p:ph type="title"/>
          </p:nvPr>
        </p:nvSpPr>
        <p:spPr>
          <a:xfrm>
            <a:off x="533400" y="228600"/>
            <a:ext cx="8124825" cy="1143000"/>
          </a:xfrm>
        </p:spPr>
        <p:txBody>
          <a:bodyPr vert="horz" wrap="square" lIns="91440" tIns="45720" rIns="91440" bIns="45720" anchor="ctr" anchorCtr="0"/>
          <a:p>
            <a:r>
              <a:rPr lang="en-US" altLang="zh-CN" sz="3200" dirty="0">
                <a:ea typeface="宋体" panose="02010600030101010101" pitchFamily="2" charset="-122"/>
              </a:rPr>
              <a:t>ICMP: Internet Control Message Protocol</a:t>
            </a:r>
            <a:r>
              <a:rPr lang="zh-CN" altLang="en-US" sz="3200" dirty="0">
                <a:ea typeface="宋体" panose="02010600030101010101" pitchFamily="2" charset="-122"/>
              </a:rPr>
              <a:t>（略）</a:t>
            </a:r>
            <a:endParaRPr lang="zh-CN" altLang="en-US" sz="3200" dirty="0">
              <a:ea typeface="宋体" panose="02010600030101010101" pitchFamily="2" charset="-122"/>
            </a:endParaRPr>
          </a:p>
        </p:txBody>
      </p:sp>
      <p:sp>
        <p:nvSpPr>
          <p:cNvPr id="75781" name="Rectangle 3"/>
          <p:cNvSpPr>
            <a:spLocks noGrp="1"/>
          </p:cNvSpPr>
          <p:nvPr>
            <p:ph sz="half" idx="1"/>
          </p:nvPr>
        </p:nvSpPr>
        <p:spPr/>
        <p:txBody>
          <a:bodyPr vert="horz" wrap="square" lIns="91440" tIns="45720" rIns="91440" bIns="45720" anchor="t" anchorCtr="0"/>
          <a:p>
            <a:pPr>
              <a:buClr>
                <a:schemeClr val="accent2"/>
              </a:buClr>
              <a:buSzPct val="85000"/>
              <a:buFont typeface="ZapfDingbats"/>
            </a:pPr>
            <a:r>
              <a:rPr lang="en-US" altLang="zh-CN" sz="1800" dirty="0">
                <a:ea typeface="宋体" panose="02010600030101010101" pitchFamily="2" charset="-122"/>
              </a:rPr>
              <a:t>used by hosts &amp; routers to communicate network-level information</a:t>
            </a:r>
            <a:endParaRPr lang="en-US" altLang="zh-CN" sz="1800" dirty="0">
              <a:ea typeface="宋体" panose="02010600030101010101" pitchFamily="2" charset="-122"/>
            </a:endParaRPr>
          </a:p>
          <a:p>
            <a:pPr lvl="1">
              <a:buClr>
                <a:schemeClr val="accent2"/>
              </a:buClr>
              <a:buSzPct val="75000"/>
              <a:buFont typeface="ZapfDingbats"/>
            </a:pPr>
            <a:r>
              <a:rPr lang="en-US" altLang="zh-CN" sz="1800" dirty="0">
                <a:ea typeface="宋体" panose="02010600030101010101" pitchFamily="2" charset="-122"/>
              </a:rPr>
              <a:t>error reporting: unreachable host, network, port, protocol</a:t>
            </a:r>
            <a:endParaRPr lang="en-US" altLang="zh-CN" sz="1800" dirty="0">
              <a:ea typeface="宋体" panose="02010600030101010101" pitchFamily="2" charset="-122"/>
            </a:endParaRPr>
          </a:p>
          <a:p>
            <a:pPr lvl="1">
              <a:buClr>
                <a:schemeClr val="accent2"/>
              </a:buClr>
              <a:buSzPct val="75000"/>
              <a:buFont typeface="ZapfDingbats"/>
            </a:pPr>
            <a:r>
              <a:rPr lang="en-US" altLang="zh-CN" sz="1800" dirty="0">
                <a:ea typeface="宋体" panose="02010600030101010101" pitchFamily="2" charset="-122"/>
              </a:rPr>
              <a:t>echo request/reply (used by ping)</a:t>
            </a:r>
            <a:endParaRPr lang="en-US" altLang="zh-CN" sz="1800" dirty="0">
              <a:ea typeface="宋体" panose="02010600030101010101" pitchFamily="2" charset="-122"/>
            </a:endParaRPr>
          </a:p>
          <a:p>
            <a:pPr>
              <a:buClr>
                <a:schemeClr val="accent2"/>
              </a:buClr>
              <a:buSzPct val="85000"/>
              <a:buFont typeface="ZapfDingbats"/>
            </a:pPr>
            <a:r>
              <a:rPr lang="en-US" altLang="zh-CN" sz="1800" dirty="0">
                <a:ea typeface="宋体" panose="02010600030101010101" pitchFamily="2" charset="-122"/>
              </a:rPr>
              <a:t>network-layer “above” IP:</a:t>
            </a:r>
            <a:endParaRPr lang="en-US" altLang="zh-CN" sz="1800" dirty="0">
              <a:ea typeface="宋体" panose="02010600030101010101" pitchFamily="2" charset="-122"/>
            </a:endParaRPr>
          </a:p>
          <a:p>
            <a:pPr lvl="1">
              <a:buClr>
                <a:schemeClr val="accent2"/>
              </a:buClr>
              <a:buSzPct val="75000"/>
              <a:buFont typeface="ZapfDingbats"/>
            </a:pPr>
            <a:r>
              <a:rPr lang="en-US" altLang="zh-CN" sz="1800" dirty="0">
                <a:ea typeface="宋体" panose="02010600030101010101" pitchFamily="2" charset="-122"/>
              </a:rPr>
              <a:t>ICMP msgs carried in IP datagrams</a:t>
            </a:r>
            <a:endParaRPr lang="en-US" altLang="zh-CN" sz="1800" dirty="0">
              <a:ea typeface="宋体" panose="02010600030101010101" pitchFamily="2" charset="-122"/>
            </a:endParaRPr>
          </a:p>
          <a:p>
            <a:pPr>
              <a:buClr>
                <a:schemeClr val="accent2"/>
              </a:buClr>
              <a:buSzPct val="85000"/>
              <a:buFont typeface="ZapfDingbats"/>
            </a:pPr>
            <a:r>
              <a:rPr lang="en-US" altLang="zh-CN" sz="1800" dirty="0">
                <a:solidFill>
                  <a:schemeClr val="accent2"/>
                </a:solidFill>
                <a:ea typeface="宋体" panose="02010600030101010101" pitchFamily="2" charset="-122"/>
              </a:rPr>
              <a:t>ICMP message:</a:t>
            </a:r>
            <a:r>
              <a:rPr lang="en-US" altLang="zh-CN" sz="1800" dirty="0">
                <a:ea typeface="宋体" panose="02010600030101010101" pitchFamily="2" charset="-122"/>
              </a:rPr>
              <a:t> type, code plus first 8 bytes of IP datagram causing error</a:t>
            </a:r>
            <a:endParaRPr lang="en-US" altLang="zh-CN" sz="1800" dirty="0">
              <a:ea typeface="宋体" panose="02010600030101010101" pitchFamily="2" charset="-122"/>
            </a:endParaRPr>
          </a:p>
        </p:txBody>
      </p:sp>
      <p:sp>
        <p:nvSpPr>
          <p:cNvPr id="75782" name="Text Box 4"/>
          <p:cNvSpPr txBox="1"/>
          <p:nvPr/>
        </p:nvSpPr>
        <p:spPr>
          <a:xfrm>
            <a:off x="4584700" y="1760538"/>
            <a:ext cx="4260850" cy="44862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u="sng" dirty="0">
                <a:latin typeface="Arial" panose="020B0604020202020204" pitchFamily="34" charset="0"/>
                <a:ea typeface="宋体" panose="02010600030101010101" pitchFamily="2" charset="-122"/>
              </a:rPr>
              <a:t>Type</a:t>
            </a:r>
            <a:r>
              <a:rPr lang="en-US" altLang="zh-CN" sz="1800" dirty="0">
                <a:latin typeface="Arial" panose="020B0604020202020204" pitchFamily="34" charset="0"/>
                <a:ea typeface="宋体" panose="02010600030101010101" pitchFamily="2" charset="-122"/>
              </a:rPr>
              <a:t>  </a:t>
            </a:r>
            <a:r>
              <a:rPr lang="en-US" altLang="zh-CN" sz="1800" u="sng" dirty="0">
                <a:latin typeface="Arial" panose="020B0604020202020204" pitchFamily="34" charset="0"/>
                <a:ea typeface="宋体" panose="02010600030101010101" pitchFamily="2" charset="-122"/>
              </a:rPr>
              <a:t>Code</a:t>
            </a:r>
            <a:r>
              <a:rPr lang="en-US" altLang="zh-CN" sz="1800" dirty="0">
                <a:latin typeface="Arial" panose="020B0604020202020204" pitchFamily="34" charset="0"/>
                <a:ea typeface="宋体" panose="02010600030101010101" pitchFamily="2" charset="-122"/>
              </a:rPr>
              <a:t>  </a:t>
            </a:r>
            <a:r>
              <a:rPr lang="en-US" altLang="zh-CN" sz="1800" u="sng" dirty="0">
                <a:latin typeface="Arial" panose="020B0604020202020204" pitchFamily="34" charset="0"/>
                <a:ea typeface="宋体" panose="02010600030101010101" pitchFamily="2" charset="-122"/>
              </a:rPr>
              <a:t>description</a:t>
            </a:r>
            <a:endParaRPr lang="en-US" altLang="zh-CN" sz="1800" dirty="0">
              <a:latin typeface="Arial" panose="020B0604020202020204" pitchFamily="34" charset="0"/>
              <a:ea typeface="宋体" panose="02010600030101010101" pitchFamily="2" charset="-122"/>
            </a:endParaRPr>
          </a:p>
          <a:p>
            <a:pPr marL="0" lvl="0" indent="0">
              <a:spcBef>
                <a:spcPct val="0"/>
              </a:spcBef>
              <a:buClrTx/>
              <a:buSzTx/>
              <a:buFontTx/>
              <a:buNone/>
            </a:pPr>
            <a:r>
              <a:rPr lang="en-US" altLang="zh-CN" sz="1800" dirty="0">
                <a:latin typeface="Arial" panose="020B0604020202020204" pitchFamily="34" charset="0"/>
                <a:ea typeface="宋体" panose="02010600030101010101" pitchFamily="2" charset="-122"/>
              </a:rPr>
              <a:t>0        0         echo reply (ping)</a:t>
            </a:r>
            <a:endParaRPr lang="en-US" altLang="zh-CN" sz="1800" dirty="0">
              <a:latin typeface="Arial" panose="020B0604020202020204" pitchFamily="34" charset="0"/>
              <a:ea typeface="宋体" panose="02010600030101010101" pitchFamily="2" charset="-122"/>
            </a:endParaRPr>
          </a:p>
          <a:p>
            <a:pPr marL="0" lvl="0" indent="0">
              <a:spcBef>
                <a:spcPct val="0"/>
              </a:spcBef>
              <a:buClrTx/>
              <a:buSzTx/>
              <a:buFontTx/>
              <a:buNone/>
            </a:pPr>
            <a:r>
              <a:rPr lang="en-US" altLang="zh-CN" sz="1800" dirty="0">
                <a:latin typeface="Arial" panose="020B0604020202020204" pitchFamily="34" charset="0"/>
                <a:ea typeface="宋体" panose="02010600030101010101" pitchFamily="2" charset="-122"/>
              </a:rPr>
              <a:t>3        0         dest. network unreachable</a:t>
            </a:r>
            <a:endParaRPr lang="en-US" altLang="zh-CN" sz="1800" dirty="0">
              <a:latin typeface="Arial" panose="020B0604020202020204" pitchFamily="34" charset="0"/>
              <a:ea typeface="宋体" panose="02010600030101010101" pitchFamily="2" charset="-122"/>
            </a:endParaRPr>
          </a:p>
          <a:p>
            <a:pPr marL="0" lvl="0" indent="0">
              <a:spcBef>
                <a:spcPct val="0"/>
              </a:spcBef>
              <a:buClrTx/>
              <a:buSzTx/>
              <a:buFontTx/>
              <a:buNone/>
            </a:pPr>
            <a:r>
              <a:rPr lang="en-US" altLang="zh-CN" sz="1800" dirty="0">
                <a:latin typeface="Arial" panose="020B0604020202020204" pitchFamily="34" charset="0"/>
                <a:ea typeface="宋体" panose="02010600030101010101" pitchFamily="2" charset="-122"/>
              </a:rPr>
              <a:t>3        1         dest host unreachable</a:t>
            </a:r>
            <a:endParaRPr lang="en-US" altLang="zh-CN" sz="1800" dirty="0">
              <a:latin typeface="Arial" panose="020B0604020202020204" pitchFamily="34" charset="0"/>
              <a:ea typeface="宋体" panose="02010600030101010101" pitchFamily="2" charset="-122"/>
            </a:endParaRPr>
          </a:p>
          <a:p>
            <a:pPr marL="0" lvl="0" indent="0">
              <a:spcBef>
                <a:spcPct val="0"/>
              </a:spcBef>
              <a:buClrTx/>
              <a:buSzTx/>
              <a:buFontTx/>
              <a:buNone/>
            </a:pPr>
            <a:r>
              <a:rPr lang="en-US" altLang="zh-CN" sz="1800" dirty="0">
                <a:latin typeface="Arial" panose="020B0604020202020204" pitchFamily="34" charset="0"/>
                <a:ea typeface="宋体" panose="02010600030101010101" pitchFamily="2" charset="-122"/>
              </a:rPr>
              <a:t>3        2         dest protocol unreachable</a:t>
            </a:r>
            <a:endParaRPr lang="en-US" altLang="zh-CN" sz="1800" dirty="0">
              <a:latin typeface="Arial" panose="020B0604020202020204" pitchFamily="34" charset="0"/>
              <a:ea typeface="宋体" panose="02010600030101010101" pitchFamily="2" charset="-122"/>
            </a:endParaRPr>
          </a:p>
          <a:p>
            <a:pPr marL="0" lvl="0" indent="0">
              <a:spcBef>
                <a:spcPct val="0"/>
              </a:spcBef>
              <a:buClrTx/>
              <a:buSzTx/>
              <a:buFontTx/>
              <a:buNone/>
            </a:pPr>
            <a:r>
              <a:rPr lang="en-US" altLang="zh-CN" sz="1800" dirty="0">
                <a:latin typeface="Arial" panose="020B0604020202020204" pitchFamily="34" charset="0"/>
                <a:ea typeface="宋体" panose="02010600030101010101" pitchFamily="2" charset="-122"/>
              </a:rPr>
              <a:t>3        3         dest port unreachable</a:t>
            </a:r>
            <a:endParaRPr lang="en-US" altLang="zh-CN" sz="1800" dirty="0">
              <a:latin typeface="Arial" panose="020B0604020202020204" pitchFamily="34" charset="0"/>
              <a:ea typeface="宋体" panose="02010600030101010101" pitchFamily="2" charset="-122"/>
            </a:endParaRPr>
          </a:p>
          <a:p>
            <a:pPr marL="0" lvl="0" indent="0">
              <a:spcBef>
                <a:spcPct val="0"/>
              </a:spcBef>
              <a:buClrTx/>
              <a:buSzTx/>
              <a:buFontTx/>
              <a:buNone/>
            </a:pPr>
            <a:r>
              <a:rPr lang="en-US" altLang="zh-CN" sz="1800" dirty="0">
                <a:latin typeface="Arial" panose="020B0604020202020204" pitchFamily="34" charset="0"/>
                <a:ea typeface="宋体" panose="02010600030101010101" pitchFamily="2" charset="-122"/>
              </a:rPr>
              <a:t>3        6         dest network unknown</a:t>
            </a:r>
            <a:endParaRPr lang="en-US" altLang="zh-CN" sz="1800" dirty="0">
              <a:latin typeface="Arial" panose="020B0604020202020204" pitchFamily="34" charset="0"/>
              <a:ea typeface="宋体" panose="02010600030101010101" pitchFamily="2" charset="-122"/>
            </a:endParaRPr>
          </a:p>
          <a:p>
            <a:pPr marL="0" lvl="0" indent="0">
              <a:spcBef>
                <a:spcPct val="0"/>
              </a:spcBef>
              <a:buClrTx/>
              <a:buSzTx/>
              <a:buFontTx/>
              <a:buNone/>
            </a:pPr>
            <a:r>
              <a:rPr lang="en-US" altLang="zh-CN" sz="1800" dirty="0">
                <a:latin typeface="Arial" panose="020B0604020202020204" pitchFamily="34" charset="0"/>
                <a:ea typeface="宋体" panose="02010600030101010101" pitchFamily="2" charset="-122"/>
              </a:rPr>
              <a:t>3        7         dest host unknown</a:t>
            </a:r>
            <a:endParaRPr lang="en-US" altLang="zh-CN" sz="1800" dirty="0">
              <a:latin typeface="Arial" panose="020B0604020202020204" pitchFamily="34" charset="0"/>
              <a:ea typeface="宋体" panose="02010600030101010101" pitchFamily="2" charset="-122"/>
            </a:endParaRPr>
          </a:p>
          <a:p>
            <a:pPr marL="0" lvl="0" indent="0">
              <a:spcBef>
                <a:spcPct val="0"/>
              </a:spcBef>
              <a:buClrTx/>
              <a:buSzTx/>
              <a:buFontTx/>
              <a:buNone/>
            </a:pPr>
            <a:r>
              <a:rPr lang="en-US" altLang="zh-CN" sz="1800" dirty="0">
                <a:latin typeface="Arial" panose="020B0604020202020204" pitchFamily="34" charset="0"/>
                <a:ea typeface="宋体" panose="02010600030101010101" pitchFamily="2" charset="-122"/>
              </a:rPr>
              <a:t>4        0         source quench (congestion</a:t>
            </a:r>
            <a:endParaRPr lang="en-US" altLang="zh-CN" sz="1800" dirty="0">
              <a:latin typeface="Arial" panose="020B0604020202020204" pitchFamily="34" charset="0"/>
              <a:ea typeface="宋体" panose="02010600030101010101" pitchFamily="2" charset="-122"/>
            </a:endParaRPr>
          </a:p>
          <a:p>
            <a:pPr marL="0" lvl="0" indent="0">
              <a:spcBef>
                <a:spcPct val="0"/>
              </a:spcBef>
              <a:buClrTx/>
              <a:buSzTx/>
              <a:buFontTx/>
              <a:buNone/>
            </a:pPr>
            <a:r>
              <a:rPr lang="en-US" altLang="zh-CN" sz="1800" dirty="0">
                <a:latin typeface="Arial" panose="020B0604020202020204" pitchFamily="34" charset="0"/>
                <a:ea typeface="宋体" panose="02010600030101010101" pitchFamily="2" charset="-122"/>
              </a:rPr>
              <a:t>                     control - not used)</a:t>
            </a:r>
            <a:endParaRPr lang="en-US" altLang="zh-CN" sz="1800" dirty="0">
              <a:latin typeface="Arial" panose="020B0604020202020204" pitchFamily="34" charset="0"/>
              <a:ea typeface="宋体" panose="02010600030101010101" pitchFamily="2" charset="-122"/>
            </a:endParaRPr>
          </a:p>
          <a:p>
            <a:pPr marL="0" lvl="0" indent="0">
              <a:spcBef>
                <a:spcPct val="0"/>
              </a:spcBef>
              <a:buClrTx/>
              <a:buSzTx/>
              <a:buFontTx/>
              <a:buNone/>
            </a:pPr>
            <a:r>
              <a:rPr lang="en-US" altLang="zh-CN" sz="1800" dirty="0">
                <a:latin typeface="Arial" panose="020B0604020202020204" pitchFamily="34" charset="0"/>
                <a:ea typeface="宋体" panose="02010600030101010101" pitchFamily="2" charset="-122"/>
              </a:rPr>
              <a:t>8        0         echo request (ping)</a:t>
            </a:r>
            <a:endParaRPr lang="en-US" altLang="zh-CN" sz="1800" dirty="0">
              <a:latin typeface="Arial" panose="020B0604020202020204" pitchFamily="34" charset="0"/>
              <a:ea typeface="宋体" panose="02010600030101010101" pitchFamily="2" charset="-122"/>
            </a:endParaRPr>
          </a:p>
          <a:p>
            <a:pPr marL="0" lvl="0" indent="0">
              <a:spcBef>
                <a:spcPct val="0"/>
              </a:spcBef>
              <a:buClrTx/>
              <a:buSzTx/>
              <a:buFontTx/>
              <a:buNone/>
            </a:pPr>
            <a:r>
              <a:rPr lang="en-US" altLang="zh-CN" sz="1800" dirty="0">
                <a:latin typeface="Arial" panose="020B0604020202020204" pitchFamily="34" charset="0"/>
                <a:ea typeface="宋体" panose="02010600030101010101" pitchFamily="2" charset="-122"/>
              </a:rPr>
              <a:t>9        0         route advertisement</a:t>
            </a:r>
            <a:endParaRPr lang="en-US" altLang="zh-CN" sz="1800" dirty="0">
              <a:latin typeface="Arial" panose="020B0604020202020204" pitchFamily="34" charset="0"/>
              <a:ea typeface="宋体" panose="02010600030101010101" pitchFamily="2" charset="-122"/>
            </a:endParaRPr>
          </a:p>
          <a:p>
            <a:pPr marL="0" lvl="0" indent="0">
              <a:spcBef>
                <a:spcPct val="0"/>
              </a:spcBef>
              <a:buClrTx/>
              <a:buSzTx/>
              <a:buFontTx/>
              <a:buNone/>
            </a:pPr>
            <a:r>
              <a:rPr lang="en-US" altLang="zh-CN" sz="1800" dirty="0">
                <a:latin typeface="Arial" panose="020B0604020202020204" pitchFamily="34" charset="0"/>
                <a:ea typeface="宋体" panose="02010600030101010101" pitchFamily="2" charset="-122"/>
              </a:rPr>
              <a:t>10      0         router discovery</a:t>
            </a:r>
            <a:endParaRPr lang="en-US" altLang="zh-CN" sz="1800" dirty="0">
              <a:latin typeface="Arial" panose="020B0604020202020204" pitchFamily="34" charset="0"/>
              <a:ea typeface="宋体" panose="02010600030101010101" pitchFamily="2" charset="-122"/>
            </a:endParaRPr>
          </a:p>
          <a:p>
            <a:pPr marL="0" lvl="0" indent="0">
              <a:spcBef>
                <a:spcPct val="0"/>
              </a:spcBef>
              <a:buClrTx/>
              <a:buSzTx/>
              <a:buFontTx/>
              <a:buNone/>
            </a:pPr>
            <a:r>
              <a:rPr lang="en-US" altLang="zh-CN" sz="1800" dirty="0">
                <a:latin typeface="Arial" panose="020B0604020202020204" pitchFamily="34" charset="0"/>
                <a:ea typeface="宋体" panose="02010600030101010101" pitchFamily="2" charset="-122"/>
              </a:rPr>
              <a:t>11      0         TTL expired</a:t>
            </a:r>
            <a:endParaRPr lang="en-US" altLang="zh-CN" sz="1800" dirty="0">
              <a:latin typeface="Arial" panose="020B0604020202020204" pitchFamily="34" charset="0"/>
              <a:ea typeface="宋体" panose="02010600030101010101" pitchFamily="2" charset="-122"/>
            </a:endParaRPr>
          </a:p>
          <a:p>
            <a:pPr marL="0" lvl="0" indent="0">
              <a:spcBef>
                <a:spcPct val="0"/>
              </a:spcBef>
              <a:buClrTx/>
              <a:buSzTx/>
              <a:buFontTx/>
              <a:buNone/>
            </a:pPr>
            <a:r>
              <a:rPr lang="en-US" altLang="zh-CN" sz="1800" dirty="0">
                <a:latin typeface="Arial" panose="020B0604020202020204" pitchFamily="34" charset="0"/>
                <a:ea typeface="宋体" panose="02010600030101010101" pitchFamily="2" charset="-122"/>
              </a:rPr>
              <a:t>12      0         bad IP header</a:t>
            </a:r>
            <a:endParaRPr lang="en-US" altLang="zh-CN" sz="1800" dirty="0">
              <a:latin typeface="Arial" panose="020B0604020202020204" pitchFamily="34" charset="0"/>
              <a:ea typeface="宋体" panose="02010600030101010101" pitchFamily="2" charset="-122"/>
            </a:endParaRPr>
          </a:p>
          <a:p>
            <a:pPr marL="0" lvl="0" indent="0">
              <a:spcBef>
                <a:spcPct val="0"/>
              </a:spcBef>
              <a:buClrTx/>
              <a:buSzTx/>
              <a:buFontTx/>
              <a:buNone/>
            </a:pPr>
            <a:endParaRPr lang="en-US" altLang="zh-CN" sz="1800" dirty="0">
              <a:latin typeface="Arial" panose="020B0604020202020204" pitchFamily="34" charset="0"/>
              <a:ea typeface="宋体" panose="02010600030101010101" pitchFamily="2" charset="-122"/>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2" name="页脚占位符 5"/>
          <p:cNvSpPr txBox="1">
            <a:spLocks noGrp="1"/>
          </p:cNvSpPr>
          <p:nvPr>
            <p:ph type="ftr" sz="quarter" idx="11"/>
          </p:nvPr>
        </p:nvSpPr>
        <p:spPr/>
        <p:txBody>
          <a:bodyPr/>
          <a:p>
            <a:pPr marL="0" indent="0" algn="r">
              <a:spcBef>
                <a:spcPct val="0"/>
              </a:spcBef>
              <a:buClrTx/>
              <a:buSzTx/>
              <a:buFontTx/>
              <a:buNone/>
            </a:pPr>
            <a:r>
              <a:rPr lang="en-US" altLang="zh-CN" sz="1400" dirty="0">
                <a:ea typeface="宋体" panose="02010600030101010101" pitchFamily="2" charset="-122"/>
              </a:rPr>
              <a:t>Network Layer</a:t>
            </a:r>
            <a:endParaRPr lang="en-US" altLang="zh-CN" sz="1400" dirty="0">
              <a:latin typeface="Times New Roman" panose="02020603050405020304" pitchFamily="18" charset="0"/>
              <a:ea typeface="宋体" panose="02010600030101010101" pitchFamily="2" charset="-122"/>
            </a:endParaRPr>
          </a:p>
        </p:txBody>
      </p:sp>
      <p:sp>
        <p:nvSpPr>
          <p:cNvPr id="76803" name="灯片编号占位符 6"/>
          <p:cNvSpPr txBox="1">
            <a:spLocks noGrp="1"/>
          </p:cNvSpPr>
          <p:nvPr>
            <p:ph type="sldNum" sz="quarter" idx="12"/>
          </p:nvPr>
        </p:nvSpPr>
        <p:spPr/>
        <p:txBody>
          <a:bodyPr/>
          <a:p>
            <a:pPr marL="0" indent="0" algn="r">
              <a:spcBef>
                <a:spcPct val="0"/>
              </a:spcBef>
              <a:buClrTx/>
              <a:buSzTx/>
              <a:buFontTx/>
              <a:buNone/>
            </a:pPr>
            <a:r>
              <a:rPr lang="en-US" altLang="zh-CN" sz="1400" dirty="0">
                <a:ea typeface="宋体" panose="02010600030101010101" pitchFamily="2" charset="-122"/>
              </a:rPr>
              <a:t>4-</a:t>
            </a: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76804" name="Rectangle 2"/>
          <p:cNvSpPr>
            <a:spLocks noGrp="1"/>
          </p:cNvSpPr>
          <p:nvPr>
            <p:ph type="title"/>
          </p:nvPr>
        </p:nvSpPr>
        <p:spPr/>
        <p:txBody>
          <a:bodyPr vert="horz" wrap="square" lIns="91440" tIns="45720" rIns="91440" bIns="45720" anchor="ctr" anchorCtr="0"/>
          <a:p>
            <a:r>
              <a:rPr lang="en-US" altLang="zh-CN" dirty="0">
                <a:ea typeface="宋体" panose="02010600030101010101" pitchFamily="2" charset="-122"/>
              </a:rPr>
              <a:t>Traceroute and ICMP</a:t>
            </a:r>
            <a:endParaRPr lang="en-US" altLang="zh-CN" dirty="0">
              <a:ea typeface="宋体" panose="02010600030101010101" pitchFamily="2" charset="-122"/>
            </a:endParaRPr>
          </a:p>
        </p:txBody>
      </p:sp>
      <p:sp>
        <p:nvSpPr>
          <p:cNvPr id="76805" name="Rectangle 4"/>
          <p:cNvSpPr>
            <a:spLocks noGrp="1"/>
          </p:cNvSpPr>
          <p:nvPr>
            <p:ph sz="half" idx="1"/>
          </p:nvPr>
        </p:nvSpPr>
        <p:spPr/>
        <p:txBody>
          <a:bodyPr vert="horz" wrap="square" lIns="91440" tIns="45720" rIns="91440" bIns="45720" anchor="t" anchorCtr="0"/>
          <a:p>
            <a:pPr>
              <a:buClr>
                <a:schemeClr val="accent2"/>
              </a:buClr>
              <a:buSzPct val="85000"/>
              <a:buFont typeface="ZapfDingbats"/>
            </a:pPr>
            <a:r>
              <a:rPr lang="en-US" altLang="zh-CN" sz="2000" dirty="0">
                <a:ea typeface="宋体" panose="02010600030101010101" pitchFamily="2" charset="-122"/>
              </a:rPr>
              <a:t>Source sends series of UDP segments to dest</a:t>
            </a:r>
            <a:endParaRPr lang="en-US" altLang="zh-CN" sz="2000" dirty="0">
              <a:ea typeface="宋体" panose="02010600030101010101" pitchFamily="2" charset="-122"/>
            </a:endParaRPr>
          </a:p>
          <a:p>
            <a:pPr lvl="1">
              <a:buClr>
                <a:schemeClr val="accent2"/>
              </a:buClr>
              <a:buSzPct val="75000"/>
              <a:buFont typeface="ZapfDingbats"/>
            </a:pPr>
            <a:r>
              <a:rPr lang="en-US" altLang="zh-CN" sz="1800" dirty="0">
                <a:ea typeface="宋体" panose="02010600030101010101" pitchFamily="2" charset="-122"/>
              </a:rPr>
              <a:t>First has TTL =1</a:t>
            </a:r>
            <a:endParaRPr lang="en-US" altLang="zh-CN" sz="1800" dirty="0">
              <a:ea typeface="宋体" panose="02010600030101010101" pitchFamily="2" charset="-122"/>
            </a:endParaRPr>
          </a:p>
          <a:p>
            <a:pPr lvl="1">
              <a:buClr>
                <a:schemeClr val="accent2"/>
              </a:buClr>
              <a:buSzPct val="75000"/>
              <a:buFont typeface="ZapfDingbats"/>
            </a:pPr>
            <a:r>
              <a:rPr lang="en-US" altLang="zh-CN" sz="1800" dirty="0">
                <a:ea typeface="宋体" panose="02010600030101010101" pitchFamily="2" charset="-122"/>
              </a:rPr>
              <a:t>Second has TTL=2, etc.</a:t>
            </a:r>
            <a:endParaRPr lang="en-US" altLang="zh-CN" sz="1800" dirty="0">
              <a:ea typeface="宋体" panose="02010600030101010101" pitchFamily="2" charset="-122"/>
            </a:endParaRPr>
          </a:p>
          <a:p>
            <a:pPr lvl="1">
              <a:buClr>
                <a:schemeClr val="accent2"/>
              </a:buClr>
              <a:buSzPct val="75000"/>
              <a:buFont typeface="ZapfDingbats"/>
            </a:pPr>
            <a:r>
              <a:rPr lang="en-US" altLang="zh-CN" sz="1800" dirty="0">
                <a:ea typeface="宋体" panose="02010600030101010101" pitchFamily="2" charset="-122"/>
              </a:rPr>
              <a:t>Unlikely port number</a:t>
            </a:r>
            <a:endParaRPr lang="en-US" altLang="zh-CN" sz="1800" dirty="0">
              <a:ea typeface="宋体" panose="02010600030101010101" pitchFamily="2" charset="-122"/>
            </a:endParaRPr>
          </a:p>
          <a:p>
            <a:pPr>
              <a:buClr>
                <a:schemeClr val="accent2"/>
              </a:buClr>
              <a:buSzPct val="85000"/>
              <a:buFont typeface="ZapfDingbats"/>
            </a:pPr>
            <a:r>
              <a:rPr lang="en-US" altLang="zh-CN" sz="2000" dirty="0">
                <a:ea typeface="宋体" panose="02010600030101010101" pitchFamily="2" charset="-122"/>
              </a:rPr>
              <a:t>When nth datagram arrives to nth router:</a:t>
            </a:r>
            <a:endParaRPr lang="en-US" altLang="zh-CN" sz="2000" dirty="0">
              <a:ea typeface="宋体" panose="02010600030101010101" pitchFamily="2" charset="-122"/>
            </a:endParaRPr>
          </a:p>
          <a:p>
            <a:pPr lvl="1">
              <a:buClr>
                <a:schemeClr val="accent2"/>
              </a:buClr>
              <a:buSzPct val="75000"/>
              <a:buFont typeface="ZapfDingbats"/>
            </a:pPr>
            <a:r>
              <a:rPr lang="en-US" altLang="zh-CN" sz="1800" dirty="0">
                <a:ea typeface="宋体" panose="02010600030101010101" pitchFamily="2" charset="-122"/>
              </a:rPr>
              <a:t>Router discards datagram</a:t>
            </a:r>
            <a:endParaRPr lang="en-US" altLang="zh-CN" sz="1800" dirty="0">
              <a:ea typeface="宋体" panose="02010600030101010101" pitchFamily="2" charset="-122"/>
            </a:endParaRPr>
          </a:p>
          <a:p>
            <a:pPr lvl="1">
              <a:buClr>
                <a:schemeClr val="accent2"/>
              </a:buClr>
              <a:buSzPct val="75000"/>
              <a:buFont typeface="ZapfDingbats"/>
            </a:pPr>
            <a:r>
              <a:rPr lang="en-US" altLang="zh-CN" sz="1800" dirty="0">
                <a:ea typeface="宋体" panose="02010600030101010101" pitchFamily="2" charset="-122"/>
              </a:rPr>
              <a:t>And sends to source an ICMP message (type 11, code 0)</a:t>
            </a:r>
            <a:endParaRPr lang="en-US" altLang="zh-CN" sz="1800" dirty="0">
              <a:ea typeface="宋体" panose="02010600030101010101" pitchFamily="2" charset="-122"/>
            </a:endParaRPr>
          </a:p>
          <a:p>
            <a:pPr lvl="1">
              <a:buClr>
                <a:schemeClr val="accent2"/>
              </a:buClr>
              <a:buSzPct val="75000"/>
              <a:buFont typeface="ZapfDingbats"/>
            </a:pPr>
            <a:r>
              <a:rPr lang="en-US" altLang="zh-CN" sz="1800" dirty="0">
                <a:ea typeface="宋体" panose="02010600030101010101" pitchFamily="2" charset="-122"/>
              </a:rPr>
              <a:t>Message includes name of router&amp; IP address</a:t>
            </a:r>
            <a:endParaRPr lang="en-US" altLang="zh-CN" sz="1800" dirty="0">
              <a:ea typeface="宋体" panose="02010600030101010101" pitchFamily="2" charset="-122"/>
            </a:endParaRPr>
          </a:p>
        </p:txBody>
      </p:sp>
      <p:sp>
        <p:nvSpPr>
          <p:cNvPr id="76806" name="Rectangle 5"/>
          <p:cNvSpPr>
            <a:spLocks noGrp="1"/>
          </p:cNvSpPr>
          <p:nvPr>
            <p:ph sz="half" idx="2"/>
          </p:nvPr>
        </p:nvSpPr>
        <p:spPr/>
        <p:txBody>
          <a:bodyPr vert="horz" wrap="square" lIns="91440" tIns="45720" rIns="91440" bIns="45720" anchor="t" anchorCtr="0"/>
          <a:p>
            <a:pPr>
              <a:buClr>
                <a:schemeClr val="accent2"/>
              </a:buClr>
              <a:buSzPct val="85000"/>
              <a:buFont typeface="ZapfDingbats"/>
            </a:pPr>
            <a:r>
              <a:rPr lang="en-US" altLang="zh-CN" sz="2000" dirty="0">
                <a:ea typeface="宋体" panose="02010600030101010101" pitchFamily="2" charset="-122"/>
              </a:rPr>
              <a:t>When ICMP message arrives, source calculates RTT</a:t>
            </a:r>
            <a:endParaRPr lang="en-US" altLang="zh-CN" sz="2000" dirty="0">
              <a:ea typeface="宋体" panose="02010600030101010101" pitchFamily="2" charset="-122"/>
            </a:endParaRPr>
          </a:p>
          <a:p>
            <a:pPr>
              <a:buClr>
                <a:schemeClr val="accent2"/>
              </a:buClr>
              <a:buSzPct val="85000"/>
              <a:buFont typeface="ZapfDingbats"/>
            </a:pPr>
            <a:r>
              <a:rPr lang="en-US" altLang="zh-CN" sz="2000" dirty="0">
                <a:ea typeface="宋体" panose="02010600030101010101" pitchFamily="2" charset="-122"/>
              </a:rPr>
              <a:t>Traceroute does this 3 times</a:t>
            </a:r>
            <a:endParaRPr lang="en-US" altLang="zh-CN" sz="2000" dirty="0">
              <a:ea typeface="宋体" panose="02010600030101010101" pitchFamily="2" charset="-122"/>
            </a:endParaRPr>
          </a:p>
          <a:p>
            <a:pPr>
              <a:buClr>
                <a:schemeClr val="accent2"/>
              </a:buClr>
              <a:buSzPct val="85000"/>
              <a:buFont typeface="ZapfDingbats"/>
              <a:buNone/>
            </a:pPr>
            <a:r>
              <a:rPr lang="en-US" altLang="zh-CN" sz="2000" u="sng" dirty="0">
                <a:solidFill>
                  <a:srgbClr val="FF0000"/>
                </a:solidFill>
                <a:ea typeface="宋体" panose="02010600030101010101" pitchFamily="2" charset="-122"/>
              </a:rPr>
              <a:t>Stopping criterion</a:t>
            </a:r>
            <a:endParaRPr lang="en-US" altLang="zh-CN" sz="2000" u="sng" dirty="0">
              <a:solidFill>
                <a:srgbClr val="FF0000"/>
              </a:solidFill>
              <a:ea typeface="宋体" panose="02010600030101010101" pitchFamily="2" charset="-122"/>
            </a:endParaRPr>
          </a:p>
          <a:p>
            <a:pPr>
              <a:buClr>
                <a:schemeClr val="accent2"/>
              </a:buClr>
              <a:buSzPct val="85000"/>
              <a:buFont typeface="ZapfDingbats"/>
            </a:pPr>
            <a:r>
              <a:rPr lang="en-US" altLang="zh-CN" sz="2000" dirty="0">
                <a:ea typeface="宋体" panose="02010600030101010101" pitchFamily="2" charset="-122"/>
              </a:rPr>
              <a:t>UDP segment eventually arrives at destination host</a:t>
            </a:r>
            <a:endParaRPr lang="en-US" altLang="zh-CN" sz="2000" dirty="0">
              <a:ea typeface="宋体" panose="02010600030101010101" pitchFamily="2" charset="-122"/>
            </a:endParaRPr>
          </a:p>
          <a:p>
            <a:pPr>
              <a:buClr>
                <a:schemeClr val="accent2"/>
              </a:buClr>
              <a:buSzPct val="85000"/>
              <a:buFont typeface="ZapfDingbats"/>
            </a:pPr>
            <a:r>
              <a:rPr lang="en-US" altLang="zh-CN" sz="2000" dirty="0">
                <a:ea typeface="宋体" panose="02010600030101010101" pitchFamily="2" charset="-122"/>
              </a:rPr>
              <a:t>Destination returns ICMP “host unreachable” packet (type 3, code 3)</a:t>
            </a:r>
            <a:endParaRPr lang="en-US" altLang="zh-CN" sz="2000" dirty="0">
              <a:ea typeface="宋体" panose="02010600030101010101" pitchFamily="2" charset="-122"/>
            </a:endParaRPr>
          </a:p>
          <a:p>
            <a:pPr>
              <a:buClr>
                <a:schemeClr val="accent2"/>
              </a:buClr>
              <a:buSzPct val="85000"/>
              <a:buFont typeface="ZapfDingbats"/>
            </a:pPr>
            <a:r>
              <a:rPr lang="en-US" altLang="zh-CN" sz="2000" dirty="0">
                <a:ea typeface="宋体" panose="02010600030101010101" pitchFamily="2" charset="-122"/>
              </a:rPr>
              <a:t>When source gets this ICMP, stops.</a:t>
            </a:r>
            <a:endParaRPr lang="en-US" altLang="zh-CN" sz="2000" dirty="0">
              <a:ea typeface="宋体" panose="02010600030101010101" pitchFamily="2" charset="-122"/>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6" name="页脚占位符 5"/>
          <p:cNvSpPr txBox="1">
            <a:spLocks noGrp="1"/>
          </p:cNvSpPr>
          <p:nvPr>
            <p:ph type="ftr" sz="quarter" idx="11"/>
          </p:nvPr>
        </p:nvSpPr>
        <p:spPr/>
        <p:txBody>
          <a:bodyPr/>
          <a:p>
            <a:pPr marL="0" indent="0" algn="r">
              <a:spcBef>
                <a:spcPct val="0"/>
              </a:spcBef>
              <a:buClrTx/>
              <a:buSzTx/>
              <a:buFontTx/>
              <a:buNone/>
            </a:pPr>
            <a:r>
              <a:rPr lang="en-US" altLang="zh-CN" sz="1400" dirty="0">
                <a:ea typeface="宋体" panose="02010600030101010101" pitchFamily="2" charset="-122"/>
              </a:rPr>
              <a:t>Network Layer</a:t>
            </a:r>
            <a:endParaRPr lang="en-US" altLang="zh-CN" sz="1400" dirty="0">
              <a:latin typeface="Times New Roman" panose="02020603050405020304" pitchFamily="18" charset="0"/>
              <a:ea typeface="宋体" panose="02010600030101010101" pitchFamily="2" charset="-122"/>
            </a:endParaRPr>
          </a:p>
        </p:txBody>
      </p:sp>
      <p:sp>
        <p:nvSpPr>
          <p:cNvPr id="77827" name="灯片编号占位符 6"/>
          <p:cNvSpPr txBox="1">
            <a:spLocks noGrp="1"/>
          </p:cNvSpPr>
          <p:nvPr>
            <p:ph type="sldNum" sz="quarter" idx="12"/>
          </p:nvPr>
        </p:nvSpPr>
        <p:spPr/>
        <p:txBody>
          <a:bodyPr/>
          <a:p>
            <a:pPr marL="0" indent="0" algn="r">
              <a:spcBef>
                <a:spcPct val="0"/>
              </a:spcBef>
              <a:buClrTx/>
              <a:buSzTx/>
              <a:buFontTx/>
              <a:buNone/>
            </a:pPr>
            <a:r>
              <a:rPr lang="en-US" altLang="zh-CN" sz="1400" dirty="0">
                <a:ea typeface="宋体" panose="02010600030101010101" pitchFamily="2" charset="-122"/>
              </a:rPr>
              <a:t>4-</a:t>
            </a: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77828" name="Rectangle 2"/>
          <p:cNvSpPr>
            <a:spLocks noGrp="1"/>
          </p:cNvSpPr>
          <p:nvPr>
            <p:ph type="title"/>
          </p:nvPr>
        </p:nvSpPr>
        <p:spPr/>
        <p:txBody>
          <a:bodyPr vert="horz" wrap="square" lIns="91440" tIns="45720" rIns="91440" bIns="45720" anchor="ctr" anchorCtr="0"/>
          <a:p>
            <a:r>
              <a:rPr lang="en-US" altLang="zh-CN" dirty="0">
                <a:ea typeface="宋体" panose="02010600030101010101" pitchFamily="2" charset="-122"/>
              </a:rPr>
              <a:t>Chapter 4: Network Layer</a:t>
            </a:r>
            <a:endParaRPr lang="en-US" altLang="zh-CN" dirty="0">
              <a:ea typeface="宋体" panose="02010600030101010101" pitchFamily="2" charset="-122"/>
            </a:endParaRPr>
          </a:p>
        </p:txBody>
      </p:sp>
      <p:sp>
        <p:nvSpPr>
          <p:cNvPr id="77829" name="Rectangle 3"/>
          <p:cNvSpPr>
            <a:spLocks noGrp="1"/>
          </p:cNvSpPr>
          <p:nvPr>
            <p:ph sz="half" idx="1"/>
          </p:nvPr>
        </p:nvSpPr>
        <p:spPr/>
        <p:txBody>
          <a:bodyPr vert="horz" wrap="square" lIns="91440" tIns="45720" rIns="91440" bIns="45720" anchor="t" anchorCtr="0"/>
          <a:p>
            <a:pPr>
              <a:buClr>
                <a:schemeClr val="accent2"/>
              </a:buClr>
              <a:buSzPct val="85000"/>
              <a:buFont typeface="ZapfDingbats"/>
            </a:pPr>
            <a:r>
              <a:rPr lang="en-US" altLang="zh-CN" sz="2400" dirty="0">
                <a:ea typeface="宋体" panose="02010600030101010101" pitchFamily="2" charset="-122"/>
              </a:rPr>
              <a:t>4. 1 Introduction</a:t>
            </a:r>
            <a:endParaRPr lang="en-US" altLang="zh-CN" sz="2400" dirty="0">
              <a:ea typeface="宋体" panose="02010600030101010101" pitchFamily="2" charset="-122"/>
            </a:endParaRPr>
          </a:p>
          <a:p>
            <a:pPr>
              <a:buClr>
                <a:schemeClr val="accent2"/>
              </a:buClr>
              <a:buSzPct val="85000"/>
              <a:buFont typeface="ZapfDingbats"/>
            </a:pPr>
            <a:r>
              <a:rPr lang="en-US" altLang="zh-CN" sz="2400" dirty="0">
                <a:ea typeface="宋体" panose="02010600030101010101" pitchFamily="2" charset="-122"/>
              </a:rPr>
              <a:t>4.2 Virtual circuit and datagram networks</a:t>
            </a:r>
            <a:endParaRPr lang="en-US" altLang="zh-CN" sz="2400" dirty="0">
              <a:ea typeface="宋体" panose="02010600030101010101" pitchFamily="2" charset="-122"/>
            </a:endParaRPr>
          </a:p>
          <a:p>
            <a:pPr>
              <a:buClr>
                <a:schemeClr val="accent2"/>
              </a:buClr>
              <a:buSzPct val="85000"/>
              <a:buFont typeface="ZapfDingbats"/>
            </a:pPr>
            <a:r>
              <a:rPr lang="en-US" altLang="zh-CN" sz="2400" dirty="0">
                <a:ea typeface="宋体" panose="02010600030101010101" pitchFamily="2" charset="-122"/>
              </a:rPr>
              <a:t>4.3 What’s inside a router</a:t>
            </a:r>
            <a:endParaRPr lang="en-US" altLang="zh-CN" sz="2400" dirty="0">
              <a:ea typeface="宋体" panose="02010600030101010101" pitchFamily="2" charset="-122"/>
            </a:endParaRPr>
          </a:p>
          <a:p>
            <a:pPr>
              <a:buClr>
                <a:schemeClr val="accent2"/>
              </a:buClr>
              <a:buSzPct val="85000"/>
              <a:buFont typeface="ZapfDingbats"/>
            </a:pPr>
            <a:r>
              <a:rPr lang="en-US" altLang="zh-CN" sz="2400" dirty="0">
                <a:solidFill>
                  <a:srgbClr val="FF0000"/>
                </a:solidFill>
                <a:ea typeface="宋体" panose="02010600030101010101" pitchFamily="2" charset="-122"/>
              </a:rPr>
              <a:t>4.4 IP: Internet Protocol</a:t>
            </a:r>
            <a:endParaRPr lang="en-US" altLang="zh-CN" sz="2400" dirty="0">
              <a:solidFill>
                <a:srgbClr val="FF0000"/>
              </a:solidFill>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Datagram format</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IPv4 addressing</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ICMP</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solidFill>
                  <a:srgbClr val="FF0000"/>
                </a:solidFill>
                <a:ea typeface="宋体" panose="02010600030101010101" pitchFamily="2" charset="-122"/>
              </a:rPr>
              <a:t>IPv6</a:t>
            </a:r>
            <a:endParaRPr lang="en-US" altLang="zh-CN" sz="2000" dirty="0">
              <a:solidFill>
                <a:srgbClr val="FF0000"/>
              </a:solidFill>
              <a:ea typeface="宋体" panose="02010600030101010101" pitchFamily="2" charset="-122"/>
            </a:endParaRPr>
          </a:p>
        </p:txBody>
      </p:sp>
      <p:sp>
        <p:nvSpPr>
          <p:cNvPr id="77830" name="Rectangle 4"/>
          <p:cNvSpPr>
            <a:spLocks noGrp="1"/>
          </p:cNvSpPr>
          <p:nvPr>
            <p:ph sz="half" idx="2"/>
          </p:nvPr>
        </p:nvSpPr>
        <p:spPr/>
        <p:txBody>
          <a:bodyPr vert="horz" wrap="square" lIns="91440" tIns="45720" rIns="91440" bIns="45720" anchor="t" anchorCtr="0"/>
          <a:p>
            <a:pPr>
              <a:buClr>
                <a:schemeClr val="accent2"/>
              </a:buClr>
              <a:buSzPct val="85000"/>
              <a:buFont typeface="ZapfDingbats"/>
            </a:pPr>
            <a:r>
              <a:rPr lang="en-US" altLang="zh-CN" sz="2400" dirty="0">
                <a:ea typeface="宋体" panose="02010600030101010101" pitchFamily="2" charset="-122"/>
              </a:rPr>
              <a:t>4.5 Routing algorithms</a:t>
            </a:r>
            <a:endParaRPr lang="en-US" altLang="zh-CN" sz="24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Link state</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Distance Vector</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Hierarchical routing</a:t>
            </a:r>
            <a:endParaRPr lang="en-US" altLang="zh-CN" sz="2000" dirty="0">
              <a:ea typeface="宋体" panose="02010600030101010101" pitchFamily="2" charset="-122"/>
            </a:endParaRPr>
          </a:p>
          <a:p>
            <a:pPr>
              <a:buClr>
                <a:schemeClr val="accent2"/>
              </a:buClr>
              <a:buSzPct val="85000"/>
              <a:buFont typeface="ZapfDingbats"/>
            </a:pPr>
            <a:r>
              <a:rPr lang="en-US" altLang="zh-CN" sz="2400" dirty="0">
                <a:ea typeface="宋体" panose="02010600030101010101" pitchFamily="2" charset="-122"/>
              </a:rPr>
              <a:t>4.6 Routing in the Internet</a:t>
            </a:r>
            <a:endParaRPr lang="en-US" altLang="zh-CN" sz="24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RIP</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OSPF</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BGP</a:t>
            </a:r>
            <a:endParaRPr lang="en-US" altLang="zh-CN" sz="2000" dirty="0">
              <a:ea typeface="宋体" panose="02010600030101010101" pitchFamily="2" charset="-122"/>
            </a:endParaRPr>
          </a:p>
          <a:p>
            <a:pPr>
              <a:buClr>
                <a:schemeClr val="accent2"/>
              </a:buClr>
              <a:buSzPct val="85000"/>
              <a:buFont typeface="ZapfDingbats"/>
            </a:pPr>
            <a:r>
              <a:rPr lang="en-US" altLang="zh-CN" sz="2400" dirty="0">
                <a:ea typeface="宋体" panose="02010600030101010101" pitchFamily="2" charset="-122"/>
              </a:rPr>
              <a:t>4.7 Broadcast and multicast routing</a:t>
            </a:r>
            <a:endParaRPr lang="en-US" altLang="zh-CN" sz="2400" dirty="0">
              <a:ea typeface="宋体" panose="02010600030101010101" pitchFamily="2" charset="-122"/>
            </a:endParaRPr>
          </a:p>
          <a:p>
            <a:pPr>
              <a:buClr>
                <a:schemeClr val="accent2"/>
              </a:buClr>
              <a:buSzPct val="85000"/>
              <a:buFont typeface="ZapfDingbats"/>
            </a:pPr>
            <a:endParaRPr lang="en-US" altLang="zh-CN" sz="2400" dirty="0">
              <a:ea typeface="宋体" panose="02010600030101010101" pitchFamily="2" charset="-122"/>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8850" name="页脚占位符 4"/>
          <p:cNvSpPr txBox="1">
            <a:spLocks noGrp="1"/>
          </p:cNvSpPr>
          <p:nvPr>
            <p:ph type="ftr" sz="quarter" idx="11"/>
          </p:nvPr>
        </p:nvSpPr>
        <p:spPr/>
        <p:txBody>
          <a:bodyPr/>
          <a:p>
            <a:pPr marL="0" indent="0" algn="r">
              <a:spcBef>
                <a:spcPct val="0"/>
              </a:spcBef>
              <a:buClrTx/>
              <a:buSzTx/>
              <a:buFontTx/>
              <a:buNone/>
            </a:pPr>
            <a:r>
              <a:rPr lang="en-US" altLang="zh-CN" sz="1400" dirty="0">
                <a:ea typeface="宋体" panose="02010600030101010101" pitchFamily="2" charset="-122"/>
              </a:rPr>
              <a:t>Network Layer</a:t>
            </a:r>
            <a:endParaRPr lang="en-US" altLang="zh-CN" sz="1400" dirty="0">
              <a:latin typeface="Times New Roman" panose="02020603050405020304" pitchFamily="18" charset="0"/>
              <a:ea typeface="宋体" panose="02010600030101010101" pitchFamily="2" charset="-122"/>
            </a:endParaRPr>
          </a:p>
        </p:txBody>
      </p:sp>
      <p:sp>
        <p:nvSpPr>
          <p:cNvPr id="78851" name="灯片编号占位符 5"/>
          <p:cNvSpPr txBox="1">
            <a:spLocks noGrp="1"/>
          </p:cNvSpPr>
          <p:nvPr>
            <p:ph type="sldNum" sz="quarter" idx="12"/>
          </p:nvPr>
        </p:nvSpPr>
        <p:spPr/>
        <p:txBody>
          <a:bodyPr/>
          <a:p>
            <a:pPr marL="0" indent="0" algn="r">
              <a:spcBef>
                <a:spcPct val="0"/>
              </a:spcBef>
              <a:buClrTx/>
              <a:buSzTx/>
              <a:buFontTx/>
              <a:buNone/>
            </a:pPr>
            <a:r>
              <a:rPr lang="en-US" altLang="zh-CN" sz="1400" dirty="0">
                <a:ea typeface="宋体" panose="02010600030101010101" pitchFamily="2" charset="-122"/>
              </a:rPr>
              <a:t>4-</a:t>
            </a: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78852" name="Rectangle 2"/>
          <p:cNvSpPr>
            <a:spLocks noGrp="1"/>
          </p:cNvSpPr>
          <p:nvPr>
            <p:ph type="title"/>
          </p:nvPr>
        </p:nvSpPr>
        <p:spPr>
          <a:xfrm>
            <a:off x="685800" y="422275"/>
            <a:ext cx="7772400" cy="838200"/>
          </a:xfrm>
        </p:spPr>
        <p:txBody>
          <a:bodyPr vert="horz" wrap="square" lIns="91440" tIns="45720" rIns="91440" bIns="45720" anchor="ctr" anchorCtr="0"/>
          <a:p>
            <a:r>
              <a:rPr lang="en-US" altLang="zh-CN" dirty="0">
                <a:ea typeface="宋体" panose="02010600030101010101" pitchFamily="2" charset="-122"/>
              </a:rPr>
              <a:t>IPv6</a:t>
            </a:r>
            <a:r>
              <a:rPr lang="zh-CN" altLang="en-US" dirty="0">
                <a:ea typeface="宋体" panose="02010600030101010101" pitchFamily="2" charset="-122"/>
              </a:rPr>
              <a:t>（略）</a:t>
            </a:r>
            <a:endParaRPr lang="zh-CN" altLang="en-US" dirty="0">
              <a:ea typeface="宋体" panose="02010600030101010101" pitchFamily="2" charset="-122"/>
            </a:endParaRPr>
          </a:p>
        </p:txBody>
      </p:sp>
      <p:sp>
        <p:nvSpPr>
          <p:cNvPr id="78853" name="Rectangle 3"/>
          <p:cNvSpPr>
            <a:spLocks noGrp="1"/>
          </p:cNvSpPr>
          <p:nvPr>
            <p:ph idx="1"/>
          </p:nvPr>
        </p:nvSpPr>
        <p:spPr>
          <a:xfrm>
            <a:off x="511175" y="1401763"/>
            <a:ext cx="8205788" cy="5105400"/>
          </a:xfrm>
        </p:spPr>
        <p:txBody>
          <a:bodyPr vert="horz" wrap="square" lIns="91440" tIns="45720" rIns="91440" bIns="45720" anchor="t" anchorCtr="0"/>
          <a:p>
            <a:r>
              <a:rPr lang="en-US" altLang="zh-CN" dirty="0">
                <a:solidFill>
                  <a:srgbClr val="FF0000"/>
                </a:solidFill>
                <a:ea typeface="宋体" panose="02010600030101010101" pitchFamily="2" charset="-122"/>
              </a:rPr>
              <a:t>Initial motivation:</a:t>
            </a:r>
            <a:r>
              <a:rPr lang="en-US" altLang="zh-CN" i="1" dirty="0">
                <a:ea typeface="宋体" panose="02010600030101010101" pitchFamily="2" charset="-122"/>
              </a:rPr>
              <a:t> </a:t>
            </a:r>
            <a:r>
              <a:rPr lang="en-US" altLang="zh-CN" dirty="0">
                <a:ea typeface="宋体" panose="02010600030101010101" pitchFamily="2" charset="-122"/>
              </a:rPr>
              <a:t>32-bit address space soon to be completely allocated.  </a:t>
            </a:r>
            <a:endParaRPr lang="en-US" altLang="zh-CN" dirty="0">
              <a:ea typeface="宋体" panose="02010600030101010101" pitchFamily="2" charset="-122"/>
            </a:endParaRPr>
          </a:p>
          <a:p>
            <a:r>
              <a:rPr lang="en-US" altLang="zh-CN" dirty="0">
                <a:ea typeface="宋体" panose="02010600030101010101" pitchFamily="2" charset="-122"/>
              </a:rPr>
              <a:t>Additional motivation:</a:t>
            </a:r>
            <a:endParaRPr lang="en-US" altLang="zh-CN" dirty="0">
              <a:ea typeface="宋体" panose="02010600030101010101" pitchFamily="2" charset="-122"/>
            </a:endParaRPr>
          </a:p>
          <a:p>
            <a:pPr lvl="1"/>
            <a:r>
              <a:rPr lang="en-US" altLang="zh-CN" dirty="0">
                <a:ea typeface="宋体" panose="02010600030101010101" pitchFamily="2" charset="-122"/>
              </a:rPr>
              <a:t>header format helps speed processing/forwarding</a:t>
            </a:r>
            <a:endParaRPr lang="en-US" altLang="zh-CN" dirty="0">
              <a:ea typeface="宋体" panose="02010600030101010101" pitchFamily="2" charset="-122"/>
            </a:endParaRPr>
          </a:p>
          <a:p>
            <a:pPr lvl="1"/>
            <a:r>
              <a:rPr lang="en-US" altLang="zh-CN" dirty="0">
                <a:ea typeface="宋体" panose="02010600030101010101" pitchFamily="2" charset="-122"/>
              </a:rPr>
              <a:t>header changes to facilitate QoS </a:t>
            </a:r>
            <a:endParaRPr lang="en-US" altLang="zh-CN" dirty="0">
              <a:ea typeface="宋体" panose="02010600030101010101" pitchFamily="2" charset="-122"/>
            </a:endParaRPr>
          </a:p>
          <a:p>
            <a:pPr lvl="1">
              <a:buNone/>
            </a:pPr>
            <a:r>
              <a:rPr lang="en-US" altLang="zh-CN" dirty="0">
                <a:solidFill>
                  <a:srgbClr val="FF0000"/>
                </a:solidFill>
                <a:ea typeface="宋体" panose="02010600030101010101" pitchFamily="2" charset="-122"/>
              </a:rPr>
              <a:t>IPv6 datagram format:</a:t>
            </a:r>
            <a:r>
              <a:rPr lang="en-US" altLang="zh-CN" dirty="0">
                <a:ea typeface="宋体" panose="02010600030101010101" pitchFamily="2" charset="-122"/>
              </a:rPr>
              <a:t> </a:t>
            </a:r>
            <a:endParaRPr lang="en-US" altLang="zh-CN" dirty="0">
              <a:ea typeface="宋体" panose="02010600030101010101" pitchFamily="2" charset="-122"/>
            </a:endParaRPr>
          </a:p>
          <a:p>
            <a:pPr lvl="1"/>
            <a:r>
              <a:rPr lang="en-US" altLang="zh-CN" dirty="0">
                <a:ea typeface="宋体" panose="02010600030101010101" pitchFamily="2" charset="-122"/>
              </a:rPr>
              <a:t>fixed-length 40 byte header</a:t>
            </a:r>
            <a:endParaRPr lang="en-US" altLang="zh-CN" dirty="0">
              <a:ea typeface="宋体" panose="02010600030101010101" pitchFamily="2" charset="-122"/>
            </a:endParaRPr>
          </a:p>
          <a:p>
            <a:pPr lvl="1"/>
            <a:r>
              <a:rPr lang="en-US" altLang="zh-CN" dirty="0">
                <a:ea typeface="宋体" panose="02010600030101010101" pitchFamily="2" charset="-122"/>
              </a:rPr>
              <a:t>no fragmentation allowed</a:t>
            </a:r>
            <a:endParaRPr lang="en-US" altLang="zh-CN" i="1" dirty="0">
              <a:ea typeface="宋体" panose="02010600030101010101" pitchFamily="2" charset="-122"/>
            </a:endParaRPr>
          </a:p>
        </p:txBody>
      </p:sp>
      <p:sp>
        <p:nvSpPr>
          <p:cNvPr id="78854" name="矩形 1"/>
          <p:cNvSpPr/>
          <p:nvPr/>
        </p:nvSpPr>
        <p:spPr>
          <a:xfrm>
            <a:off x="511175" y="5456238"/>
            <a:ext cx="6081713" cy="67786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457200" lvl="1" indent="0">
              <a:spcBef>
                <a:spcPct val="0"/>
              </a:spcBef>
              <a:buClrTx/>
              <a:buSzTx/>
              <a:buFontTx/>
              <a:buNone/>
            </a:pPr>
            <a:r>
              <a:rPr lang="en-US" altLang="zh-CN" sz="1800" dirty="0">
                <a:solidFill>
                  <a:srgbClr val="FF0000"/>
                </a:solidFill>
                <a:ea typeface="宋体" panose="02010600030101010101" pitchFamily="2" charset="-122"/>
              </a:rPr>
              <a:t>IPv6</a:t>
            </a:r>
            <a:r>
              <a:rPr lang="zh-CN" altLang="en-US" sz="1800" dirty="0">
                <a:solidFill>
                  <a:srgbClr val="FF0000"/>
                </a:solidFill>
                <a:ea typeface="宋体" panose="02010600030101010101" pitchFamily="2" charset="-122"/>
              </a:rPr>
              <a:t>地址格式：</a:t>
            </a:r>
            <a:r>
              <a:rPr lang="en-US" altLang="zh-CN" sz="1800" dirty="0">
                <a:solidFill>
                  <a:srgbClr val="FF0000"/>
                </a:solidFill>
                <a:ea typeface="宋体" panose="02010600030101010101" pitchFamily="2" charset="-122"/>
              </a:rPr>
              <a:t>2001:0db8:3c4d:0015:0000:0000:1a2f:1a2b</a:t>
            </a:r>
            <a:endParaRPr lang="en-US" altLang="zh-CN" sz="2000" dirty="0">
              <a:solidFill>
                <a:srgbClr val="FF0000"/>
              </a:solidFill>
              <a:ea typeface="宋体" panose="02010600030101010101" pitchFamily="2" charset="-122"/>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4" name="页脚占位符 4"/>
          <p:cNvSpPr txBox="1">
            <a:spLocks noGrp="1"/>
          </p:cNvSpPr>
          <p:nvPr>
            <p:ph type="ftr" sz="quarter" idx="11"/>
          </p:nvPr>
        </p:nvSpPr>
        <p:spPr/>
        <p:txBody>
          <a:bodyPr/>
          <a:p>
            <a:pPr marL="0" indent="0" algn="r">
              <a:spcBef>
                <a:spcPct val="0"/>
              </a:spcBef>
              <a:buClrTx/>
              <a:buSzTx/>
              <a:buFontTx/>
              <a:buNone/>
            </a:pPr>
            <a:r>
              <a:rPr lang="en-US" altLang="zh-CN" sz="1400" dirty="0">
                <a:ea typeface="宋体" panose="02010600030101010101" pitchFamily="2" charset="-122"/>
              </a:rPr>
              <a:t>Network Layer</a:t>
            </a:r>
            <a:endParaRPr lang="en-US" altLang="zh-CN" sz="1400" dirty="0">
              <a:latin typeface="Times New Roman" panose="02020603050405020304" pitchFamily="18" charset="0"/>
              <a:ea typeface="宋体" panose="02010600030101010101" pitchFamily="2" charset="-122"/>
            </a:endParaRPr>
          </a:p>
        </p:txBody>
      </p:sp>
      <p:sp>
        <p:nvSpPr>
          <p:cNvPr id="79875" name="灯片编号占位符 5"/>
          <p:cNvSpPr txBox="1">
            <a:spLocks noGrp="1"/>
          </p:cNvSpPr>
          <p:nvPr>
            <p:ph type="sldNum" sz="quarter" idx="12"/>
          </p:nvPr>
        </p:nvSpPr>
        <p:spPr/>
        <p:txBody>
          <a:bodyPr/>
          <a:p>
            <a:pPr marL="0" indent="0" algn="r">
              <a:spcBef>
                <a:spcPct val="0"/>
              </a:spcBef>
              <a:buClrTx/>
              <a:buSzTx/>
              <a:buFontTx/>
              <a:buNone/>
            </a:pPr>
            <a:r>
              <a:rPr lang="en-US" altLang="zh-CN" sz="1400" dirty="0">
                <a:ea typeface="宋体" panose="02010600030101010101" pitchFamily="2" charset="-122"/>
              </a:rPr>
              <a:t>4-</a:t>
            </a: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79876" name="Rectangle 2"/>
          <p:cNvSpPr>
            <a:spLocks noGrp="1"/>
          </p:cNvSpPr>
          <p:nvPr>
            <p:ph type="title"/>
          </p:nvPr>
        </p:nvSpPr>
        <p:spPr/>
        <p:txBody>
          <a:bodyPr vert="horz" wrap="square" lIns="91440" tIns="45720" rIns="91440" bIns="45720" anchor="ctr" anchorCtr="0"/>
          <a:p>
            <a:r>
              <a:rPr lang="en-US" altLang="zh-CN" dirty="0">
                <a:ea typeface="宋体" panose="02010600030101010101" pitchFamily="2" charset="-122"/>
              </a:rPr>
              <a:t>IPv6 Header (Cont)</a:t>
            </a:r>
            <a:endParaRPr lang="en-US" altLang="zh-CN" dirty="0">
              <a:ea typeface="宋体" panose="02010600030101010101" pitchFamily="2" charset="-122"/>
            </a:endParaRPr>
          </a:p>
        </p:txBody>
      </p:sp>
      <p:pic>
        <p:nvPicPr>
          <p:cNvPr id="79877" name="Picture 3"/>
          <p:cNvPicPr>
            <a:picLocks noChangeAspect="1"/>
          </p:cNvPicPr>
          <p:nvPr/>
        </p:nvPicPr>
        <p:blipFill>
          <a:blip r:embed="rId1"/>
          <a:stretch>
            <a:fillRect/>
          </a:stretch>
        </p:blipFill>
        <p:spPr>
          <a:xfrm>
            <a:off x="544513" y="3143250"/>
            <a:ext cx="4865687" cy="3279775"/>
          </a:xfrm>
          <a:prstGeom prst="rect">
            <a:avLst/>
          </a:prstGeom>
          <a:noFill/>
          <a:ln w="9525">
            <a:noFill/>
          </a:ln>
        </p:spPr>
      </p:pic>
      <p:sp>
        <p:nvSpPr>
          <p:cNvPr id="79878" name="Rectangle 4"/>
          <p:cNvSpPr/>
          <p:nvPr/>
        </p:nvSpPr>
        <p:spPr>
          <a:xfrm>
            <a:off x="479425" y="1358900"/>
            <a:ext cx="7635875" cy="15525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2400" i="1" dirty="0">
                <a:solidFill>
                  <a:srgbClr val="FF0000"/>
                </a:solidFill>
                <a:ea typeface="宋体" panose="02010600030101010101" pitchFamily="2" charset="-122"/>
              </a:rPr>
              <a:t>Priority:</a:t>
            </a:r>
            <a:r>
              <a:rPr lang="en-US" altLang="zh-CN" sz="2400" dirty="0">
                <a:ea typeface="宋体" panose="02010600030101010101" pitchFamily="2" charset="-122"/>
              </a:rPr>
              <a:t>  identify priority among datagrams in flow</a:t>
            </a:r>
            <a:endParaRPr lang="en-US" altLang="zh-CN" sz="2400" dirty="0">
              <a:ea typeface="宋体" panose="02010600030101010101" pitchFamily="2" charset="-122"/>
            </a:endParaRPr>
          </a:p>
          <a:p>
            <a:pPr marL="0" lvl="0" indent="0">
              <a:spcBef>
                <a:spcPct val="0"/>
              </a:spcBef>
              <a:buClrTx/>
              <a:buSzTx/>
              <a:buFontTx/>
              <a:buNone/>
            </a:pPr>
            <a:r>
              <a:rPr lang="en-US" altLang="zh-CN" sz="2400" i="1" dirty="0">
                <a:solidFill>
                  <a:srgbClr val="FF0000"/>
                </a:solidFill>
                <a:ea typeface="宋体" panose="02010600030101010101" pitchFamily="2" charset="-122"/>
              </a:rPr>
              <a:t>Flow Label:</a:t>
            </a:r>
            <a:r>
              <a:rPr lang="en-US" altLang="zh-CN" sz="2400" dirty="0">
                <a:ea typeface="宋体" panose="02010600030101010101" pitchFamily="2" charset="-122"/>
              </a:rPr>
              <a:t> identify datagrams in same “flow.” </a:t>
            </a:r>
            <a:endParaRPr lang="en-US" altLang="zh-CN" sz="2400" dirty="0">
              <a:ea typeface="宋体" panose="02010600030101010101" pitchFamily="2" charset="-122"/>
            </a:endParaRPr>
          </a:p>
          <a:p>
            <a:pPr marL="0" lvl="0" indent="0">
              <a:spcBef>
                <a:spcPct val="0"/>
              </a:spcBef>
              <a:buClrTx/>
              <a:buSzTx/>
              <a:buFontTx/>
              <a:buNone/>
            </a:pPr>
            <a:r>
              <a:rPr lang="en-US" altLang="zh-CN" sz="2400" dirty="0">
                <a:ea typeface="宋体" panose="02010600030101010101" pitchFamily="2" charset="-122"/>
              </a:rPr>
              <a:t>                    (concept of“flow” not well defined).</a:t>
            </a:r>
            <a:endParaRPr lang="en-US" altLang="zh-CN" sz="2400" dirty="0">
              <a:ea typeface="宋体" panose="02010600030101010101" pitchFamily="2" charset="-122"/>
            </a:endParaRPr>
          </a:p>
          <a:p>
            <a:pPr marL="0" lvl="0" indent="0">
              <a:spcBef>
                <a:spcPct val="0"/>
              </a:spcBef>
              <a:buClrTx/>
              <a:buSzTx/>
              <a:buFontTx/>
              <a:buNone/>
            </a:pPr>
            <a:r>
              <a:rPr lang="en-US" altLang="zh-CN" sz="2400" i="1" dirty="0">
                <a:solidFill>
                  <a:srgbClr val="FF0000"/>
                </a:solidFill>
                <a:ea typeface="宋体" panose="02010600030101010101" pitchFamily="2" charset="-122"/>
              </a:rPr>
              <a:t>Next header:</a:t>
            </a:r>
            <a:r>
              <a:rPr lang="en-US" altLang="zh-CN" sz="2400" dirty="0">
                <a:ea typeface="宋体" panose="02010600030101010101" pitchFamily="2" charset="-122"/>
              </a:rPr>
              <a:t> identify upper layer protocol for data </a:t>
            </a:r>
            <a:endParaRPr lang="en-US" altLang="zh-CN" sz="2400" dirty="0">
              <a:ea typeface="宋体" panose="02010600030101010101" pitchFamily="2" charset="-122"/>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0898" name="页脚占位符 4"/>
          <p:cNvSpPr txBox="1">
            <a:spLocks noGrp="1"/>
          </p:cNvSpPr>
          <p:nvPr>
            <p:ph type="ftr" sz="quarter" idx="11"/>
          </p:nvPr>
        </p:nvSpPr>
        <p:spPr/>
        <p:txBody>
          <a:bodyPr/>
          <a:p>
            <a:pPr marL="0" indent="0" algn="r">
              <a:spcBef>
                <a:spcPct val="0"/>
              </a:spcBef>
              <a:buClrTx/>
              <a:buSzTx/>
              <a:buFontTx/>
              <a:buNone/>
            </a:pPr>
            <a:r>
              <a:rPr lang="en-US" altLang="zh-CN" sz="1400" dirty="0">
                <a:ea typeface="宋体" panose="02010600030101010101" pitchFamily="2" charset="-122"/>
              </a:rPr>
              <a:t>Network Layer</a:t>
            </a:r>
            <a:endParaRPr lang="en-US" altLang="zh-CN" sz="1400" dirty="0">
              <a:latin typeface="Times New Roman" panose="02020603050405020304" pitchFamily="18" charset="0"/>
              <a:ea typeface="宋体" panose="02010600030101010101" pitchFamily="2" charset="-122"/>
            </a:endParaRPr>
          </a:p>
        </p:txBody>
      </p:sp>
      <p:sp>
        <p:nvSpPr>
          <p:cNvPr id="80899" name="灯片编号占位符 5"/>
          <p:cNvSpPr txBox="1">
            <a:spLocks noGrp="1"/>
          </p:cNvSpPr>
          <p:nvPr>
            <p:ph type="sldNum" sz="quarter" idx="12"/>
          </p:nvPr>
        </p:nvSpPr>
        <p:spPr/>
        <p:txBody>
          <a:bodyPr/>
          <a:p>
            <a:pPr marL="0" indent="0" algn="r">
              <a:spcBef>
                <a:spcPct val="0"/>
              </a:spcBef>
              <a:buClrTx/>
              <a:buSzTx/>
              <a:buFontTx/>
              <a:buNone/>
            </a:pPr>
            <a:r>
              <a:rPr lang="en-US" altLang="zh-CN" sz="1400" dirty="0">
                <a:ea typeface="宋体" panose="02010600030101010101" pitchFamily="2" charset="-122"/>
              </a:rPr>
              <a:t>4-</a:t>
            </a: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80900" name="Rectangle 2"/>
          <p:cNvSpPr>
            <a:spLocks noGrp="1"/>
          </p:cNvSpPr>
          <p:nvPr>
            <p:ph type="title"/>
          </p:nvPr>
        </p:nvSpPr>
        <p:spPr/>
        <p:txBody>
          <a:bodyPr vert="horz" wrap="square" lIns="91440" tIns="45720" rIns="91440" bIns="45720" anchor="ctr" anchorCtr="0"/>
          <a:p>
            <a:r>
              <a:rPr lang="en-US" altLang="zh-CN" dirty="0">
                <a:ea typeface="宋体" panose="02010600030101010101" pitchFamily="2" charset="-122"/>
              </a:rPr>
              <a:t>Other Changes from IPv4</a:t>
            </a:r>
            <a:endParaRPr lang="en-US" altLang="zh-CN" dirty="0">
              <a:ea typeface="宋体" panose="02010600030101010101" pitchFamily="2" charset="-122"/>
            </a:endParaRPr>
          </a:p>
        </p:txBody>
      </p:sp>
      <p:sp>
        <p:nvSpPr>
          <p:cNvPr id="80901" name="Rectangle 3"/>
          <p:cNvSpPr>
            <a:spLocks noGrp="1"/>
          </p:cNvSpPr>
          <p:nvPr>
            <p:ph idx="1"/>
          </p:nvPr>
        </p:nvSpPr>
        <p:spPr/>
        <p:txBody>
          <a:bodyPr vert="horz" wrap="square" lIns="91440" tIns="45720" rIns="91440" bIns="45720" anchor="t" anchorCtr="0"/>
          <a:p>
            <a:r>
              <a:rPr lang="en-US" altLang="zh-CN" i="1" dirty="0">
                <a:solidFill>
                  <a:srgbClr val="FF0000"/>
                </a:solidFill>
                <a:ea typeface="宋体" panose="02010600030101010101" pitchFamily="2" charset="-122"/>
              </a:rPr>
              <a:t>Checksum</a:t>
            </a:r>
            <a:r>
              <a:rPr lang="en-US" altLang="zh-CN" dirty="0">
                <a:solidFill>
                  <a:srgbClr val="FF0000"/>
                </a:solidFill>
                <a:ea typeface="宋体" panose="02010600030101010101" pitchFamily="2" charset="-122"/>
              </a:rPr>
              <a:t>:</a:t>
            </a:r>
            <a:r>
              <a:rPr lang="en-US" altLang="zh-CN" i="1" dirty="0">
                <a:ea typeface="宋体" panose="02010600030101010101" pitchFamily="2" charset="-122"/>
              </a:rPr>
              <a:t> </a:t>
            </a:r>
            <a:r>
              <a:rPr lang="en-US" altLang="zh-CN" dirty="0">
                <a:ea typeface="宋体" panose="02010600030101010101" pitchFamily="2" charset="-122"/>
              </a:rPr>
              <a:t>removed entirely to reduce processing time at each hop</a:t>
            </a:r>
            <a:endParaRPr lang="en-US" altLang="zh-CN" dirty="0">
              <a:ea typeface="宋体" panose="02010600030101010101" pitchFamily="2" charset="-122"/>
            </a:endParaRPr>
          </a:p>
          <a:p>
            <a:r>
              <a:rPr lang="en-US" altLang="zh-CN" i="1" dirty="0">
                <a:solidFill>
                  <a:srgbClr val="FF0000"/>
                </a:solidFill>
                <a:ea typeface="宋体" panose="02010600030101010101" pitchFamily="2" charset="-122"/>
              </a:rPr>
              <a:t>Options:</a:t>
            </a:r>
            <a:r>
              <a:rPr lang="en-US" altLang="zh-CN" dirty="0">
                <a:ea typeface="宋体" panose="02010600030101010101" pitchFamily="2" charset="-122"/>
              </a:rPr>
              <a:t> allowed, but outside of header, indicated by “Next Header” field</a:t>
            </a:r>
            <a:endParaRPr lang="en-US" altLang="zh-CN" dirty="0">
              <a:ea typeface="宋体" panose="02010600030101010101" pitchFamily="2" charset="-122"/>
            </a:endParaRPr>
          </a:p>
          <a:p>
            <a:r>
              <a:rPr lang="en-US" altLang="zh-CN" i="1" dirty="0">
                <a:solidFill>
                  <a:srgbClr val="FF0000"/>
                </a:solidFill>
                <a:ea typeface="宋体" panose="02010600030101010101" pitchFamily="2" charset="-122"/>
              </a:rPr>
              <a:t>ICMPv6:</a:t>
            </a:r>
            <a:r>
              <a:rPr lang="en-US" altLang="zh-CN" dirty="0">
                <a:ea typeface="宋体" panose="02010600030101010101" pitchFamily="2" charset="-122"/>
              </a:rPr>
              <a:t> new version of ICMP</a:t>
            </a:r>
            <a:endParaRPr lang="en-US" altLang="zh-CN" dirty="0">
              <a:ea typeface="宋体" panose="02010600030101010101" pitchFamily="2" charset="-122"/>
            </a:endParaRPr>
          </a:p>
          <a:p>
            <a:pPr lvl="1"/>
            <a:r>
              <a:rPr lang="en-US" altLang="zh-CN" dirty="0">
                <a:ea typeface="宋体" panose="02010600030101010101" pitchFamily="2" charset="-122"/>
              </a:rPr>
              <a:t>additional message types, e.g. “Packet Too Big”</a:t>
            </a:r>
            <a:endParaRPr lang="en-US" altLang="zh-CN" dirty="0">
              <a:ea typeface="宋体" panose="02010600030101010101" pitchFamily="2" charset="-122"/>
            </a:endParaRPr>
          </a:p>
          <a:p>
            <a:pPr lvl="1"/>
            <a:r>
              <a:rPr lang="en-US" altLang="zh-CN" dirty="0">
                <a:ea typeface="宋体" panose="02010600030101010101" pitchFamily="2" charset="-122"/>
              </a:rPr>
              <a:t>multicast group management functions</a:t>
            </a:r>
            <a:endParaRPr lang="en-US" altLang="zh-CN" dirty="0">
              <a:ea typeface="宋体" panose="02010600030101010101" pitchFamily="2" charset="-122"/>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2" name="页脚占位符 4"/>
          <p:cNvSpPr txBox="1">
            <a:spLocks noGrp="1"/>
          </p:cNvSpPr>
          <p:nvPr>
            <p:ph type="ftr" sz="quarter" idx="11"/>
          </p:nvPr>
        </p:nvSpPr>
        <p:spPr/>
        <p:txBody>
          <a:bodyPr/>
          <a:p>
            <a:pPr marL="0" indent="0" algn="r">
              <a:spcBef>
                <a:spcPct val="0"/>
              </a:spcBef>
              <a:buClrTx/>
              <a:buSzTx/>
              <a:buFontTx/>
              <a:buNone/>
            </a:pPr>
            <a:r>
              <a:rPr lang="en-US" altLang="zh-CN" sz="1400" dirty="0">
                <a:ea typeface="宋体" panose="02010600030101010101" pitchFamily="2" charset="-122"/>
              </a:rPr>
              <a:t>Network Layer</a:t>
            </a:r>
            <a:endParaRPr lang="en-US" altLang="zh-CN" sz="1400" dirty="0">
              <a:latin typeface="Times New Roman" panose="02020603050405020304" pitchFamily="18" charset="0"/>
              <a:ea typeface="宋体" panose="02010600030101010101" pitchFamily="2" charset="-122"/>
            </a:endParaRPr>
          </a:p>
        </p:txBody>
      </p:sp>
      <p:sp>
        <p:nvSpPr>
          <p:cNvPr id="81923" name="灯片编号占位符 5"/>
          <p:cNvSpPr txBox="1">
            <a:spLocks noGrp="1"/>
          </p:cNvSpPr>
          <p:nvPr>
            <p:ph type="sldNum" sz="quarter" idx="12"/>
          </p:nvPr>
        </p:nvSpPr>
        <p:spPr/>
        <p:txBody>
          <a:bodyPr/>
          <a:p>
            <a:pPr marL="0" indent="0" algn="r">
              <a:spcBef>
                <a:spcPct val="0"/>
              </a:spcBef>
              <a:buClrTx/>
              <a:buSzTx/>
              <a:buFontTx/>
              <a:buNone/>
            </a:pPr>
            <a:r>
              <a:rPr lang="en-US" altLang="zh-CN" sz="1400" dirty="0">
                <a:ea typeface="宋体" panose="02010600030101010101" pitchFamily="2" charset="-122"/>
              </a:rPr>
              <a:t>4-</a:t>
            </a: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81924" name="Rectangle 2"/>
          <p:cNvSpPr>
            <a:spLocks noGrp="1"/>
          </p:cNvSpPr>
          <p:nvPr>
            <p:ph type="title"/>
          </p:nvPr>
        </p:nvSpPr>
        <p:spPr/>
        <p:txBody>
          <a:bodyPr vert="horz" wrap="square" lIns="91440" tIns="45720" rIns="91440" bIns="45720" anchor="ctr" anchorCtr="0"/>
          <a:p>
            <a:r>
              <a:rPr lang="en-US" altLang="zh-CN" dirty="0">
                <a:ea typeface="宋体" panose="02010600030101010101" pitchFamily="2" charset="-122"/>
              </a:rPr>
              <a:t>Transition From IPv4 To IPv6</a:t>
            </a:r>
            <a:endParaRPr lang="en-US" altLang="zh-CN" dirty="0">
              <a:ea typeface="宋体" panose="02010600030101010101" pitchFamily="2" charset="-122"/>
            </a:endParaRPr>
          </a:p>
        </p:txBody>
      </p:sp>
      <p:sp>
        <p:nvSpPr>
          <p:cNvPr id="81925" name="Rectangle 3"/>
          <p:cNvSpPr>
            <a:spLocks noGrp="1"/>
          </p:cNvSpPr>
          <p:nvPr>
            <p:ph idx="1"/>
          </p:nvPr>
        </p:nvSpPr>
        <p:spPr>
          <a:xfrm>
            <a:off x="533400" y="1600200"/>
            <a:ext cx="8256588" cy="4238625"/>
          </a:xfrm>
        </p:spPr>
        <p:txBody>
          <a:bodyPr vert="horz" wrap="square" lIns="91440" tIns="45720" rIns="91440" bIns="45720" anchor="t" anchorCtr="0"/>
          <a:p>
            <a:r>
              <a:rPr lang="en-US" altLang="zh-CN" dirty="0">
                <a:ea typeface="宋体" panose="02010600030101010101" pitchFamily="2" charset="-122"/>
              </a:rPr>
              <a:t>Not all routers can be upgraded simultaneous</a:t>
            </a:r>
            <a:endParaRPr lang="en-US" altLang="zh-CN" dirty="0">
              <a:ea typeface="宋体" panose="02010600030101010101" pitchFamily="2" charset="-122"/>
            </a:endParaRPr>
          </a:p>
          <a:p>
            <a:pPr lvl="1"/>
            <a:r>
              <a:rPr lang="en-US" altLang="zh-CN" dirty="0">
                <a:ea typeface="宋体" panose="02010600030101010101" pitchFamily="2" charset="-122"/>
              </a:rPr>
              <a:t>no “flag days”</a:t>
            </a:r>
            <a:endParaRPr lang="en-US" altLang="zh-CN" dirty="0">
              <a:ea typeface="宋体" panose="02010600030101010101" pitchFamily="2" charset="-122"/>
            </a:endParaRPr>
          </a:p>
          <a:p>
            <a:pPr lvl="1"/>
            <a:r>
              <a:rPr lang="en-US" altLang="zh-CN" dirty="0">
                <a:ea typeface="宋体" panose="02010600030101010101" pitchFamily="2" charset="-122"/>
              </a:rPr>
              <a:t>How will the network operate with mixed IPv4 and IPv6 routers? </a:t>
            </a:r>
            <a:endParaRPr lang="en-US" altLang="zh-CN" dirty="0">
              <a:ea typeface="宋体" panose="02010600030101010101" pitchFamily="2" charset="-122"/>
            </a:endParaRPr>
          </a:p>
          <a:p>
            <a:r>
              <a:rPr lang="en-US" altLang="zh-CN" i="1" dirty="0">
                <a:solidFill>
                  <a:srgbClr val="FF0000"/>
                </a:solidFill>
                <a:ea typeface="宋体" panose="02010600030101010101" pitchFamily="2" charset="-122"/>
              </a:rPr>
              <a:t>Tunneling:</a:t>
            </a:r>
            <a:r>
              <a:rPr lang="en-US" altLang="zh-CN" dirty="0">
                <a:ea typeface="宋体" panose="02010600030101010101" pitchFamily="2" charset="-122"/>
              </a:rPr>
              <a:t> IPv6 carried as payload in IPv4 datagram among IPv4 routers</a:t>
            </a:r>
            <a:endParaRPr lang="en-US" altLang="zh-CN" dirty="0">
              <a:ea typeface="宋体" panose="02010600030101010101" pitchFamily="2" charset="-122"/>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6" name="页脚占位符 4"/>
          <p:cNvSpPr txBox="1">
            <a:spLocks noGrp="1"/>
          </p:cNvSpPr>
          <p:nvPr>
            <p:ph type="ftr" sz="quarter" idx="11"/>
          </p:nvPr>
        </p:nvSpPr>
        <p:spPr/>
        <p:txBody>
          <a:bodyPr/>
          <a:p>
            <a:pPr marL="0" indent="0" algn="r">
              <a:spcBef>
                <a:spcPct val="0"/>
              </a:spcBef>
              <a:buClrTx/>
              <a:buSzTx/>
              <a:buFontTx/>
              <a:buNone/>
            </a:pPr>
            <a:r>
              <a:rPr lang="en-US" altLang="zh-CN" sz="1400" dirty="0">
                <a:ea typeface="宋体" panose="02010600030101010101" pitchFamily="2" charset="-122"/>
              </a:rPr>
              <a:t>Network Layer</a:t>
            </a:r>
            <a:endParaRPr lang="en-US" altLang="zh-CN" sz="1400" dirty="0">
              <a:latin typeface="Times New Roman" panose="02020603050405020304" pitchFamily="18" charset="0"/>
              <a:ea typeface="宋体" panose="02010600030101010101" pitchFamily="2" charset="-122"/>
            </a:endParaRPr>
          </a:p>
        </p:txBody>
      </p:sp>
      <p:sp>
        <p:nvSpPr>
          <p:cNvPr id="82947" name="灯片编号占位符 5"/>
          <p:cNvSpPr txBox="1">
            <a:spLocks noGrp="1"/>
          </p:cNvSpPr>
          <p:nvPr>
            <p:ph type="sldNum" sz="quarter" idx="12"/>
          </p:nvPr>
        </p:nvSpPr>
        <p:spPr/>
        <p:txBody>
          <a:bodyPr/>
          <a:p>
            <a:pPr marL="0" indent="0" algn="r">
              <a:spcBef>
                <a:spcPct val="0"/>
              </a:spcBef>
              <a:buClrTx/>
              <a:buSzTx/>
              <a:buFontTx/>
              <a:buNone/>
            </a:pPr>
            <a:r>
              <a:rPr lang="en-US" altLang="zh-CN" sz="1400" dirty="0">
                <a:ea typeface="宋体" panose="02010600030101010101" pitchFamily="2" charset="-122"/>
              </a:rPr>
              <a:t>4-</a:t>
            </a: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82948" name="Rectangle 2"/>
          <p:cNvSpPr>
            <a:spLocks noGrp="1"/>
          </p:cNvSpPr>
          <p:nvPr>
            <p:ph type="title"/>
          </p:nvPr>
        </p:nvSpPr>
        <p:spPr>
          <a:xfrm>
            <a:off x="307975" y="214313"/>
            <a:ext cx="7772400" cy="990600"/>
          </a:xfrm>
        </p:spPr>
        <p:txBody>
          <a:bodyPr vert="horz" wrap="square" lIns="91440" tIns="45720" rIns="91440" bIns="45720" anchor="ctr" anchorCtr="0"/>
          <a:p>
            <a:r>
              <a:rPr lang="en-US" altLang="zh-CN" dirty="0">
                <a:ea typeface="宋体" panose="02010600030101010101" pitchFamily="2" charset="-122"/>
              </a:rPr>
              <a:t>Tunneling</a:t>
            </a:r>
            <a:endParaRPr lang="en-US" altLang="zh-CN" dirty="0">
              <a:ea typeface="宋体" panose="02010600030101010101" pitchFamily="2" charset="-122"/>
            </a:endParaRPr>
          </a:p>
        </p:txBody>
      </p:sp>
      <p:grpSp>
        <p:nvGrpSpPr>
          <p:cNvPr id="619761" name="Group 241"/>
          <p:cNvGrpSpPr/>
          <p:nvPr/>
        </p:nvGrpSpPr>
        <p:grpSpPr>
          <a:xfrm>
            <a:off x="414338" y="1106488"/>
            <a:ext cx="7497762" cy="958850"/>
            <a:chOff x="261" y="697"/>
            <a:chExt cx="4723" cy="604"/>
          </a:xfrm>
        </p:grpSpPr>
        <p:grpSp>
          <p:nvGrpSpPr>
            <p:cNvPr id="83053" name="Group 3"/>
            <p:cNvGrpSpPr/>
            <p:nvPr/>
          </p:nvGrpSpPr>
          <p:grpSpPr>
            <a:xfrm>
              <a:off x="1356" y="707"/>
              <a:ext cx="446" cy="402"/>
              <a:chOff x="1898" y="728"/>
              <a:chExt cx="446" cy="402"/>
            </a:xfrm>
          </p:grpSpPr>
          <p:grpSp>
            <p:nvGrpSpPr>
              <p:cNvPr id="83111" name="Group 4"/>
              <p:cNvGrpSpPr/>
              <p:nvPr/>
            </p:nvGrpSpPr>
            <p:grpSpPr>
              <a:xfrm>
                <a:off x="1898" y="918"/>
                <a:ext cx="446" cy="212"/>
                <a:chOff x="2210" y="903"/>
                <a:chExt cx="446" cy="212"/>
              </a:xfrm>
            </p:grpSpPr>
            <p:sp>
              <p:nvSpPr>
                <p:cNvPr id="83113" name="Oval 5"/>
                <p:cNvSpPr/>
                <p:nvPr/>
              </p:nvSpPr>
              <p:spPr>
                <a:xfrm>
                  <a:off x="2213" y="969"/>
                  <a:ext cx="443" cy="146"/>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83114" name="Line 6"/>
                <p:cNvSpPr/>
                <p:nvPr/>
              </p:nvSpPr>
              <p:spPr>
                <a:xfrm>
                  <a:off x="2213" y="962"/>
                  <a:ext cx="1" cy="78"/>
                </a:xfrm>
                <a:prstGeom prst="line">
                  <a:avLst/>
                </a:prstGeom>
                <a:ln w="12700" cap="flat" cmpd="sng">
                  <a:solidFill>
                    <a:schemeClr val="tx1"/>
                  </a:solidFill>
                  <a:prstDash val="solid"/>
                  <a:headEnd type="none" w="med" len="med"/>
                  <a:tailEnd type="none" w="med" len="med"/>
                </a:ln>
              </p:spPr>
            </p:sp>
            <p:sp>
              <p:nvSpPr>
                <p:cNvPr id="83115" name="Line 7"/>
                <p:cNvSpPr/>
                <p:nvPr/>
              </p:nvSpPr>
              <p:spPr>
                <a:xfrm>
                  <a:off x="2560" y="969"/>
                  <a:ext cx="1" cy="78"/>
                </a:xfrm>
                <a:prstGeom prst="line">
                  <a:avLst/>
                </a:prstGeom>
                <a:ln w="12700" cap="flat" cmpd="sng">
                  <a:solidFill>
                    <a:schemeClr val="tx1"/>
                  </a:solidFill>
                  <a:prstDash val="solid"/>
                  <a:headEnd type="none" w="med" len="med"/>
                  <a:tailEnd type="none" w="med" len="med"/>
                </a:ln>
              </p:spPr>
            </p:sp>
            <p:sp>
              <p:nvSpPr>
                <p:cNvPr id="83116" name="Rectangle 8"/>
                <p:cNvSpPr/>
                <p:nvPr/>
              </p:nvSpPr>
              <p:spPr>
                <a:xfrm>
                  <a:off x="2213" y="962"/>
                  <a:ext cx="439" cy="76"/>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83117" name="Oval 9"/>
                <p:cNvSpPr/>
                <p:nvPr/>
              </p:nvSpPr>
              <p:spPr>
                <a:xfrm>
                  <a:off x="2210" y="903"/>
                  <a:ext cx="443" cy="14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83118" name="Group 10"/>
                <p:cNvGrpSpPr/>
                <p:nvPr/>
              </p:nvGrpSpPr>
              <p:grpSpPr>
                <a:xfrm>
                  <a:off x="2319" y="931"/>
                  <a:ext cx="221" cy="85"/>
                  <a:chOff x="2848" y="848"/>
                  <a:chExt cx="140" cy="98"/>
                </a:xfrm>
              </p:grpSpPr>
              <p:sp>
                <p:nvSpPr>
                  <p:cNvPr id="83123" name="Line 11"/>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83124" name="Line 12"/>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83125" name="Line 13"/>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83119" name="Group 14"/>
                <p:cNvGrpSpPr/>
                <p:nvPr/>
              </p:nvGrpSpPr>
              <p:grpSpPr>
                <a:xfrm flipV="1">
                  <a:off x="2319" y="930"/>
                  <a:ext cx="221" cy="87"/>
                  <a:chOff x="2848" y="848"/>
                  <a:chExt cx="140" cy="98"/>
                </a:xfrm>
              </p:grpSpPr>
              <p:sp>
                <p:nvSpPr>
                  <p:cNvPr id="83120" name="Line 15"/>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83121" name="Line 16"/>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83122" name="Line 17"/>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sp>
            <p:nvSpPr>
              <p:cNvPr id="83112" name="Text Box 18"/>
              <p:cNvSpPr txBox="1"/>
              <p:nvPr/>
            </p:nvSpPr>
            <p:spPr>
              <a:xfrm>
                <a:off x="2010" y="728"/>
                <a:ext cx="221"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A</a:t>
                </a:r>
                <a:endParaRPr lang="en-US" altLang="zh-CN" sz="1800" dirty="0">
                  <a:ea typeface="宋体" panose="02010600030101010101" pitchFamily="2" charset="-122"/>
                </a:endParaRPr>
              </a:p>
            </p:txBody>
          </p:sp>
        </p:grpSp>
        <p:grpSp>
          <p:nvGrpSpPr>
            <p:cNvPr id="83054" name="Group 19"/>
            <p:cNvGrpSpPr/>
            <p:nvPr/>
          </p:nvGrpSpPr>
          <p:grpSpPr>
            <a:xfrm>
              <a:off x="2015" y="710"/>
              <a:ext cx="446" cy="402"/>
              <a:chOff x="1898" y="728"/>
              <a:chExt cx="446" cy="402"/>
            </a:xfrm>
          </p:grpSpPr>
          <p:grpSp>
            <p:nvGrpSpPr>
              <p:cNvPr id="83096" name="Group 20"/>
              <p:cNvGrpSpPr/>
              <p:nvPr/>
            </p:nvGrpSpPr>
            <p:grpSpPr>
              <a:xfrm>
                <a:off x="1898" y="918"/>
                <a:ext cx="446" cy="212"/>
                <a:chOff x="2210" y="903"/>
                <a:chExt cx="446" cy="212"/>
              </a:xfrm>
            </p:grpSpPr>
            <p:sp>
              <p:nvSpPr>
                <p:cNvPr id="83098" name="Oval 21"/>
                <p:cNvSpPr/>
                <p:nvPr/>
              </p:nvSpPr>
              <p:spPr>
                <a:xfrm>
                  <a:off x="2213" y="969"/>
                  <a:ext cx="443" cy="146"/>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83099" name="Line 22"/>
                <p:cNvSpPr/>
                <p:nvPr/>
              </p:nvSpPr>
              <p:spPr>
                <a:xfrm>
                  <a:off x="2213" y="962"/>
                  <a:ext cx="1" cy="78"/>
                </a:xfrm>
                <a:prstGeom prst="line">
                  <a:avLst/>
                </a:prstGeom>
                <a:ln w="12700" cap="flat" cmpd="sng">
                  <a:solidFill>
                    <a:schemeClr val="tx1"/>
                  </a:solidFill>
                  <a:prstDash val="solid"/>
                  <a:headEnd type="none" w="med" len="med"/>
                  <a:tailEnd type="none" w="med" len="med"/>
                </a:ln>
              </p:spPr>
            </p:sp>
            <p:sp>
              <p:nvSpPr>
                <p:cNvPr id="83100" name="Line 23"/>
                <p:cNvSpPr/>
                <p:nvPr/>
              </p:nvSpPr>
              <p:spPr>
                <a:xfrm>
                  <a:off x="2560" y="969"/>
                  <a:ext cx="1" cy="78"/>
                </a:xfrm>
                <a:prstGeom prst="line">
                  <a:avLst/>
                </a:prstGeom>
                <a:ln w="12700" cap="flat" cmpd="sng">
                  <a:solidFill>
                    <a:schemeClr val="tx1"/>
                  </a:solidFill>
                  <a:prstDash val="solid"/>
                  <a:headEnd type="none" w="med" len="med"/>
                  <a:tailEnd type="none" w="med" len="med"/>
                </a:ln>
              </p:spPr>
            </p:sp>
            <p:sp>
              <p:nvSpPr>
                <p:cNvPr id="83101" name="Rectangle 24"/>
                <p:cNvSpPr/>
                <p:nvPr/>
              </p:nvSpPr>
              <p:spPr>
                <a:xfrm>
                  <a:off x="2213" y="962"/>
                  <a:ext cx="439" cy="76"/>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83102" name="Oval 25"/>
                <p:cNvSpPr/>
                <p:nvPr/>
              </p:nvSpPr>
              <p:spPr>
                <a:xfrm>
                  <a:off x="2210" y="903"/>
                  <a:ext cx="443" cy="14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83103" name="Group 26"/>
                <p:cNvGrpSpPr/>
                <p:nvPr/>
              </p:nvGrpSpPr>
              <p:grpSpPr>
                <a:xfrm>
                  <a:off x="2319" y="931"/>
                  <a:ext cx="221" cy="85"/>
                  <a:chOff x="2848" y="848"/>
                  <a:chExt cx="140" cy="98"/>
                </a:xfrm>
              </p:grpSpPr>
              <p:sp>
                <p:nvSpPr>
                  <p:cNvPr id="83108" name="Line 27"/>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83109" name="Line 28"/>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83110" name="Line 29"/>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83104" name="Group 30"/>
                <p:cNvGrpSpPr/>
                <p:nvPr/>
              </p:nvGrpSpPr>
              <p:grpSpPr>
                <a:xfrm flipV="1">
                  <a:off x="2319" y="930"/>
                  <a:ext cx="221" cy="87"/>
                  <a:chOff x="2848" y="848"/>
                  <a:chExt cx="140" cy="98"/>
                </a:xfrm>
              </p:grpSpPr>
              <p:sp>
                <p:nvSpPr>
                  <p:cNvPr id="83105" name="Line 31"/>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83106" name="Line 32"/>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83107" name="Line 33"/>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sp>
            <p:nvSpPr>
              <p:cNvPr id="83097" name="Text Box 34"/>
              <p:cNvSpPr txBox="1"/>
              <p:nvPr/>
            </p:nvSpPr>
            <p:spPr>
              <a:xfrm>
                <a:off x="2010" y="728"/>
                <a:ext cx="207"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B</a:t>
                </a:r>
                <a:endParaRPr lang="en-US" altLang="zh-CN" sz="1800" dirty="0">
                  <a:ea typeface="宋体" panose="02010600030101010101" pitchFamily="2" charset="-122"/>
                </a:endParaRPr>
              </a:p>
            </p:txBody>
          </p:sp>
        </p:grpSp>
        <p:grpSp>
          <p:nvGrpSpPr>
            <p:cNvPr id="83055" name="Group 35"/>
            <p:cNvGrpSpPr/>
            <p:nvPr/>
          </p:nvGrpSpPr>
          <p:grpSpPr>
            <a:xfrm>
              <a:off x="3914" y="704"/>
              <a:ext cx="446" cy="402"/>
              <a:chOff x="1898" y="728"/>
              <a:chExt cx="446" cy="402"/>
            </a:xfrm>
          </p:grpSpPr>
          <p:grpSp>
            <p:nvGrpSpPr>
              <p:cNvPr id="83081" name="Group 36"/>
              <p:cNvGrpSpPr/>
              <p:nvPr/>
            </p:nvGrpSpPr>
            <p:grpSpPr>
              <a:xfrm>
                <a:off x="1898" y="918"/>
                <a:ext cx="446" cy="212"/>
                <a:chOff x="2210" y="903"/>
                <a:chExt cx="446" cy="212"/>
              </a:xfrm>
            </p:grpSpPr>
            <p:sp>
              <p:nvSpPr>
                <p:cNvPr id="83083" name="Oval 37"/>
                <p:cNvSpPr/>
                <p:nvPr/>
              </p:nvSpPr>
              <p:spPr>
                <a:xfrm>
                  <a:off x="2213" y="969"/>
                  <a:ext cx="443" cy="146"/>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83084" name="Line 38"/>
                <p:cNvSpPr/>
                <p:nvPr/>
              </p:nvSpPr>
              <p:spPr>
                <a:xfrm>
                  <a:off x="2213" y="962"/>
                  <a:ext cx="1" cy="78"/>
                </a:xfrm>
                <a:prstGeom prst="line">
                  <a:avLst/>
                </a:prstGeom>
                <a:ln w="12700" cap="flat" cmpd="sng">
                  <a:solidFill>
                    <a:schemeClr val="tx1"/>
                  </a:solidFill>
                  <a:prstDash val="solid"/>
                  <a:headEnd type="none" w="med" len="med"/>
                  <a:tailEnd type="none" w="med" len="med"/>
                </a:ln>
              </p:spPr>
            </p:sp>
            <p:sp>
              <p:nvSpPr>
                <p:cNvPr id="83085" name="Line 39"/>
                <p:cNvSpPr/>
                <p:nvPr/>
              </p:nvSpPr>
              <p:spPr>
                <a:xfrm>
                  <a:off x="2560" y="969"/>
                  <a:ext cx="1" cy="78"/>
                </a:xfrm>
                <a:prstGeom prst="line">
                  <a:avLst/>
                </a:prstGeom>
                <a:ln w="12700" cap="flat" cmpd="sng">
                  <a:solidFill>
                    <a:schemeClr val="tx1"/>
                  </a:solidFill>
                  <a:prstDash val="solid"/>
                  <a:headEnd type="none" w="med" len="med"/>
                  <a:tailEnd type="none" w="med" len="med"/>
                </a:ln>
              </p:spPr>
            </p:sp>
            <p:sp>
              <p:nvSpPr>
                <p:cNvPr id="83086" name="Rectangle 40"/>
                <p:cNvSpPr/>
                <p:nvPr/>
              </p:nvSpPr>
              <p:spPr>
                <a:xfrm>
                  <a:off x="2213" y="962"/>
                  <a:ext cx="439" cy="76"/>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83087" name="Oval 41"/>
                <p:cNvSpPr/>
                <p:nvPr/>
              </p:nvSpPr>
              <p:spPr>
                <a:xfrm>
                  <a:off x="2210" y="903"/>
                  <a:ext cx="443" cy="14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83088" name="Group 42"/>
                <p:cNvGrpSpPr/>
                <p:nvPr/>
              </p:nvGrpSpPr>
              <p:grpSpPr>
                <a:xfrm>
                  <a:off x="2319" y="931"/>
                  <a:ext cx="221" cy="85"/>
                  <a:chOff x="2848" y="848"/>
                  <a:chExt cx="140" cy="98"/>
                </a:xfrm>
              </p:grpSpPr>
              <p:sp>
                <p:nvSpPr>
                  <p:cNvPr id="83093" name="Line 43"/>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83094" name="Line 44"/>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83095" name="Line 45"/>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83089" name="Group 46"/>
                <p:cNvGrpSpPr/>
                <p:nvPr/>
              </p:nvGrpSpPr>
              <p:grpSpPr>
                <a:xfrm flipV="1">
                  <a:off x="2319" y="930"/>
                  <a:ext cx="221" cy="87"/>
                  <a:chOff x="2848" y="848"/>
                  <a:chExt cx="140" cy="98"/>
                </a:xfrm>
              </p:grpSpPr>
              <p:sp>
                <p:nvSpPr>
                  <p:cNvPr id="83090" name="Line 47"/>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83091" name="Line 48"/>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83092" name="Line 49"/>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sp>
            <p:nvSpPr>
              <p:cNvPr id="83082" name="Text Box 50"/>
              <p:cNvSpPr txBox="1"/>
              <p:nvPr/>
            </p:nvSpPr>
            <p:spPr>
              <a:xfrm>
                <a:off x="2010" y="728"/>
                <a:ext cx="206"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E</a:t>
                </a:r>
                <a:endParaRPr lang="en-US" altLang="zh-CN" sz="1800" dirty="0">
                  <a:ea typeface="宋体" panose="02010600030101010101" pitchFamily="2" charset="-122"/>
                </a:endParaRPr>
              </a:p>
            </p:txBody>
          </p:sp>
        </p:grpSp>
        <p:grpSp>
          <p:nvGrpSpPr>
            <p:cNvPr id="83056" name="Group 51"/>
            <p:cNvGrpSpPr/>
            <p:nvPr/>
          </p:nvGrpSpPr>
          <p:grpSpPr>
            <a:xfrm>
              <a:off x="4538" y="697"/>
              <a:ext cx="446" cy="402"/>
              <a:chOff x="1898" y="728"/>
              <a:chExt cx="446" cy="402"/>
            </a:xfrm>
          </p:grpSpPr>
          <p:grpSp>
            <p:nvGrpSpPr>
              <p:cNvPr id="83066" name="Group 52"/>
              <p:cNvGrpSpPr/>
              <p:nvPr/>
            </p:nvGrpSpPr>
            <p:grpSpPr>
              <a:xfrm>
                <a:off x="1898" y="918"/>
                <a:ext cx="446" cy="212"/>
                <a:chOff x="2210" y="903"/>
                <a:chExt cx="446" cy="212"/>
              </a:xfrm>
            </p:grpSpPr>
            <p:sp>
              <p:nvSpPr>
                <p:cNvPr id="83068" name="Oval 53"/>
                <p:cNvSpPr/>
                <p:nvPr/>
              </p:nvSpPr>
              <p:spPr>
                <a:xfrm>
                  <a:off x="2213" y="969"/>
                  <a:ext cx="443" cy="146"/>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83069" name="Line 54"/>
                <p:cNvSpPr/>
                <p:nvPr/>
              </p:nvSpPr>
              <p:spPr>
                <a:xfrm>
                  <a:off x="2213" y="962"/>
                  <a:ext cx="1" cy="78"/>
                </a:xfrm>
                <a:prstGeom prst="line">
                  <a:avLst/>
                </a:prstGeom>
                <a:ln w="12700" cap="flat" cmpd="sng">
                  <a:solidFill>
                    <a:schemeClr val="tx1"/>
                  </a:solidFill>
                  <a:prstDash val="solid"/>
                  <a:headEnd type="none" w="med" len="med"/>
                  <a:tailEnd type="none" w="med" len="med"/>
                </a:ln>
              </p:spPr>
            </p:sp>
            <p:sp>
              <p:nvSpPr>
                <p:cNvPr id="83070" name="Line 55"/>
                <p:cNvSpPr/>
                <p:nvPr/>
              </p:nvSpPr>
              <p:spPr>
                <a:xfrm>
                  <a:off x="2560" y="969"/>
                  <a:ext cx="1" cy="78"/>
                </a:xfrm>
                <a:prstGeom prst="line">
                  <a:avLst/>
                </a:prstGeom>
                <a:ln w="12700" cap="flat" cmpd="sng">
                  <a:solidFill>
                    <a:schemeClr val="tx1"/>
                  </a:solidFill>
                  <a:prstDash val="solid"/>
                  <a:headEnd type="none" w="med" len="med"/>
                  <a:tailEnd type="none" w="med" len="med"/>
                </a:ln>
              </p:spPr>
            </p:sp>
            <p:sp>
              <p:nvSpPr>
                <p:cNvPr id="83071" name="Rectangle 56"/>
                <p:cNvSpPr/>
                <p:nvPr/>
              </p:nvSpPr>
              <p:spPr>
                <a:xfrm>
                  <a:off x="2213" y="962"/>
                  <a:ext cx="439" cy="76"/>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83072" name="Oval 57"/>
                <p:cNvSpPr/>
                <p:nvPr/>
              </p:nvSpPr>
              <p:spPr>
                <a:xfrm>
                  <a:off x="2210" y="903"/>
                  <a:ext cx="443" cy="14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83073" name="Group 58"/>
                <p:cNvGrpSpPr/>
                <p:nvPr/>
              </p:nvGrpSpPr>
              <p:grpSpPr>
                <a:xfrm>
                  <a:off x="2319" y="931"/>
                  <a:ext cx="221" cy="85"/>
                  <a:chOff x="2848" y="848"/>
                  <a:chExt cx="140" cy="98"/>
                </a:xfrm>
              </p:grpSpPr>
              <p:sp>
                <p:nvSpPr>
                  <p:cNvPr id="83078" name="Line 59"/>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83079" name="Line 60"/>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83080" name="Line 61"/>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83074" name="Group 62"/>
                <p:cNvGrpSpPr/>
                <p:nvPr/>
              </p:nvGrpSpPr>
              <p:grpSpPr>
                <a:xfrm flipV="1">
                  <a:off x="2319" y="930"/>
                  <a:ext cx="221" cy="87"/>
                  <a:chOff x="2848" y="848"/>
                  <a:chExt cx="140" cy="98"/>
                </a:xfrm>
              </p:grpSpPr>
              <p:sp>
                <p:nvSpPr>
                  <p:cNvPr id="83075" name="Line 63"/>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83076" name="Line 64"/>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83077" name="Line 65"/>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sp>
            <p:nvSpPr>
              <p:cNvPr id="83067" name="Text Box 66"/>
              <p:cNvSpPr txBox="1"/>
              <p:nvPr/>
            </p:nvSpPr>
            <p:spPr>
              <a:xfrm>
                <a:off x="2010" y="728"/>
                <a:ext cx="203"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F</a:t>
                </a:r>
                <a:endParaRPr lang="en-US" altLang="zh-CN" sz="1800" dirty="0">
                  <a:ea typeface="宋体" panose="02010600030101010101" pitchFamily="2" charset="-122"/>
                </a:endParaRPr>
              </a:p>
            </p:txBody>
          </p:sp>
        </p:grpSp>
        <p:sp>
          <p:nvSpPr>
            <p:cNvPr id="83057" name="Rectangle 67"/>
            <p:cNvSpPr/>
            <p:nvPr/>
          </p:nvSpPr>
          <p:spPr>
            <a:xfrm>
              <a:off x="2460" y="1001"/>
              <a:ext cx="1437" cy="42"/>
            </a:xfrm>
            <a:prstGeom prst="rect">
              <a:avLst/>
            </a:prstGeom>
            <a:solidFill>
              <a:srgbClr val="FF0000"/>
            </a:solidFill>
            <a:ln w="9525" cap="flat" cmpd="sng">
              <a:solidFill>
                <a:srgbClr val="FF0000"/>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83058" name="Line 68"/>
            <p:cNvSpPr/>
            <p:nvPr/>
          </p:nvSpPr>
          <p:spPr>
            <a:xfrm flipV="1">
              <a:off x="1809" y="1016"/>
              <a:ext cx="204" cy="0"/>
            </a:xfrm>
            <a:prstGeom prst="line">
              <a:avLst/>
            </a:prstGeom>
            <a:ln w="19050" cap="flat" cmpd="sng">
              <a:solidFill>
                <a:schemeClr val="tx1"/>
              </a:solidFill>
              <a:prstDash val="solid"/>
              <a:headEnd type="none" w="med" len="med"/>
              <a:tailEnd type="none" w="med" len="med"/>
            </a:ln>
          </p:spPr>
        </p:sp>
        <p:sp>
          <p:nvSpPr>
            <p:cNvPr id="83059" name="Line 69"/>
            <p:cNvSpPr/>
            <p:nvPr/>
          </p:nvSpPr>
          <p:spPr>
            <a:xfrm flipV="1">
              <a:off x="4358" y="1004"/>
              <a:ext cx="204" cy="0"/>
            </a:xfrm>
            <a:prstGeom prst="line">
              <a:avLst/>
            </a:prstGeom>
            <a:ln w="19050" cap="flat" cmpd="sng">
              <a:solidFill>
                <a:schemeClr val="tx1"/>
              </a:solidFill>
              <a:prstDash val="solid"/>
              <a:headEnd type="none" w="med" len="med"/>
              <a:tailEnd type="none" w="med" len="med"/>
            </a:ln>
          </p:spPr>
        </p:sp>
        <p:sp>
          <p:nvSpPr>
            <p:cNvPr id="83060" name="Text Box 70"/>
            <p:cNvSpPr txBox="1"/>
            <p:nvPr/>
          </p:nvSpPr>
          <p:spPr>
            <a:xfrm>
              <a:off x="1392" y="1088"/>
              <a:ext cx="393" cy="2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600" dirty="0">
                  <a:ea typeface="宋体" panose="02010600030101010101" pitchFamily="2" charset="-122"/>
                </a:rPr>
                <a:t>IPv6</a:t>
              </a:r>
              <a:endParaRPr lang="en-US" altLang="zh-CN" sz="1600" dirty="0">
                <a:ea typeface="宋体" panose="02010600030101010101" pitchFamily="2" charset="-122"/>
              </a:endParaRPr>
            </a:p>
          </p:txBody>
        </p:sp>
        <p:sp>
          <p:nvSpPr>
            <p:cNvPr id="83061" name="Text Box 71"/>
            <p:cNvSpPr txBox="1"/>
            <p:nvPr/>
          </p:nvSpPr>
          <p:spPr>
            <a:xfrm>
              <a:off x="2051" y="1089"/>
              <a:ext cx="393" cy="2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600" dirty="0">
                  <a:ea typeface="宋体" panose="02010600030101010101" pitchFamily="2" charset="-122"/>
                </a:rPr>
                <a:t>IPv6</a:t>
              </a:r>
              <a:endParaRPr lang="en-US" altLang="zh-CN" sz="1600" dirty="0">
                <a:ea typeface="宋体" panose="02010600030101010101" pitchFamily="2" charset="-122"/>
              </a:endParaRPr>
            </a:p>
          </p:txBody>
        </p:sp>
        <p:sp>
          <p:nvSpPr>
            <p:cNvPr id="83062" name="Text Box 72"/>
            <p:cNvSpPr txBox="1"/>
            <p:nvPr/>
          </p:nvSpPr>
          <p:spPr>
            <a:xfrm>
              <a:off x="3957" y="1084"/>
              <a:ext cx="393" cy="2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600" dirty="0">
                  <a:ea typeface="宋体" panose="02010600030101010101" pitchFamily="2" charset="-122"/>
                </a:rPr>
                <a:t>IPv6</a:t>
              </a:r>
              <a:endParaRPr lang="en-US" altLang="zh-CN" sz="1600" dirty="0">
                <a:ea typeface="宋体" panose="02010600030101010101" pitchFamily="2" charset="-122"/>
              </a:endParaRPr>
            </a:p>
          </p:txBody>
        </p:sp>
        <p:sp>
          <p:nvSpPr>
            <p:cNvPr id="83063" name="Text Box 73"/>
            <p:cNvSpPr txBox="1"/>
            <p:nvPr/>
          </p:nvSpPr>
          <p:spPr>
            <a:xfrm>
              <a:off x="4575" y="1086"/>
              <a:ext cx="393" cy="2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600" dirty="0">
                  <a:ea typeface="宋体" panose="02010600030101010101" pitchFamily="2" charset="-122"/>
                </a:rPr>
                <a:t>IPv6</a:t>
              </a:r>
              <a:endParaRPr lang="en-US" altLang="zh-CN" sz="1600" dirty="0">
                <a:ea typeface="宋体" panose="02010600030101010101" pitchFamily="2" charset="-122"/>
              </a:endParaRPr>
            </a:p>
          </p:txBody>
        </p:sp>
        <p:sp>
          <p:nvSpPr>
            <p:cNvPr id="83064" name="Text Box 74"/>
            <p:cNvSpPr txBox="1"/>
            <p:nvPr/>
          </p:nvSpPr>
          <p:spPr>
            <a:xfrm>
              <a:off x="2940" y="786"/>
              <a:ext cx="482" cy="2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600" dirty="0">
                  <a:solidFill>
                    <a:srgbClr val="FF0000"/>
                  </a:solidFill>
                  <a:ea typeface="宋体" panose="02010600030101010101" pitchFamily="2" charset="-122"/>
                </a:rPr>
                <a:t>tunnel</a:t>
              </a:r>
              <a:endParaRPr lang="en-US" altLang="zh-CN" sz="1600" dirty="0">
                <a:solidFill>
                  <a:srgbClr val="FF0000"/>
                </a:solidFill>
                <a:ea typeface="宋体" panose="02010600030101010101" pitchFamily="2" charset="-122"/>
              </a:endParaRPr>
            </a:p>
          </p:txBody>
        </p:sp>
        <p:sp>
          <p:nvSpPr>
            <p:cNvPr id="83065" name="Text Box 75"/>
            <p:cNvSpPr txBox="1"/>
            <p:nvPr/>
          </p:nvSpPr>
          <p:spPr>
            <a:xfrm>
              <a:off x="261" y="828"/>
              <a:ext cx="948"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Logical view:</a:t>
              </a:r>
              <a:endParaRPr lang="en-US" altLang="zh-CN" sz="1800" dirty="0">
                <a:ea typeface="宋体" panose="02010600030101010101" pitchFamily="2" charset="-122"/>
              </a:endParaRPr>
            </a:p>
          </p:txBody>
        </p:sp>
      </p:grpSp>
      <p:grpSp>
        <p:nvGrpSpPr>
          <p:cNvPr id="82950" name="Group 240"/>
          <p:cNvGrpSpPr/>
          <p:nvPr/>
        </p:nvGrpSpPr>
        <p:grpSpPr>
          <a:xfrm>
            <a:off x="309563" y="2238375"/>
            <a:ext cx="7593012" cy="963613"/>
            <a:chOff x="195" y="1410"/>
            <a:chExt cx="4783" cy="607"/>
          </a:xfrm>
        </p:grpSpPr>
        <p:sp>
          <p:nvSpPr>
            <p:cNvPr id="82951" name="Text Box 76"/>
            <p:cNvSpPr txBox="1"/>
            <p:nvPr/>
          </p:nvSpPr>
          <p:spPr>
            <a:xfrm>
              <a:off x="195" y="1555"/>
              <a:ext cx="1020"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Physical view:</a:t>
              </a:r>
              <a:endParaRPr lang="en-US" altLang="zh-CN" sz="1800" dirty="0">
                <a:ea typeface="宋体" panose="02010600030101010101" pitchFamily="2" charset="-122"/>
              </a:endParaRPr>
            </a:p>
          </p:txBody>
        </p:sp>
        <p:grpSp>
          <p:nvGrpSpPr>
            <p:cNvPr id="82952" name="Group 77"/>
            <p:cNvGrpSpPr/>
            <p:nvPr/>
          </p:nvGrpSpPr>
          <p:grpSpPr>
            <a:xfrm>
              <a:off x="1350" y="1420"/>
              <a:ext cx="446" cy="402"/>
              <a:chOff x="1898" y="728"/>
              <a:chExt cx="446" cy="402"/>
            </a:xfrm>
          </p:grpSpPr>
          <p:grpSp>
            <p:nvGrpSpPr>
              <p:cNvPr id="83038" name="Group 78"/>
              <p:cNvGrpSpPr/>
              <p:nvPr/>
            </p:nvGrpSpPr>
            <p:grpSpPr>
              <a:xfrm>
                <a:off x="1898" y="918"/>
                <a:ext cx="446" cy="212"/>
                <a:chOff x="2210" y="903"/>
                <a:chExt cx="446" cy="212"/>
              </a:xfrm>
            </p:grpSpPr>
            <p:sp>
              <p:nvSpPr>
                <p:cNvPr id="83040" name="Oval 79"/>
                <p:cNvSpPr/>
                <p:nvPr/>
              </p:nvSpPr>
              <p:spPr>
                <a:xfrm>
                  <a:off x="2213" y="969"/>
                  <a:ext cx="443" cy="146"/>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83041" name="Line 80"/>
                <p:cNvSpPr/>
                <p:nvPr/>
              </p:nvSpPr>
              <p:spPr>
                <a:xfrm>
                  <a:off x="2213" y="962"/>
                  <a:ext cx="1" cy="78"/>
                </a:xfrm>
                <a:prstGeom prst="line">
                  <a:avLst/>
                </a:prstGeom>
                <a:ln w="12700" cap="flat" cmpd="sng">
                  <a:solidFill>
                    <a:schemeClr val="tx1"/>
                  </a:solidFill>
                  <a:prstDash val="solid"/>
                  <a:headEnd type="none" w="med" len="med"/>
                  <a:tailEnd type="none" w="med" len="med"/>
                </a:ln>
              </p:spPr>
            </p:sp>
            <p:sp>
              <p:nvSpPr>
                <p:cNvPr id="83042" name="Line 81"/>
                <p:cNvSpPr/>
                <p:nvPr/>
              </p:nvSpPr>
              <p:spPr>
                <a:xfrm>
                  <a:off x="2560" y="969"/>
                  <a:ext cx="1" cy="78"/>
                </a:xfrm>
                <a:prstGeom prst="line">
                  <a:avLst/>
                </a:prstGeom>
                <a:ln w="12700" cap="flat" cmpd="sng">
                  <a:solidFill>
                    <a:schemeClr val="tx1"/>
                  </a:solidFill>
                  <a:prstDash val="solid"/>
                  <a:headEnd type="none" w="med" len="med"/>
                  <a:tailEnd type="none" w="med" len="med"/>
                </a:ln>
              </p:spPr>
            </p:sp>
            <p:sp>
              <p:nvSpPr>
                <p:cNvPr id="83043" name="Rectangle 82"/>
                <p:cNvSpPr/>
                <p:nvPr/>
              </p:nvSpPr>
              <p:spPr>
                <a:xfrm>
                  <a:off x="2213" y="962"/>
                  <a:ext cx="439" cy="76"/>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83044" name="Oval 83"/>
                <p:cNvSpPr/>
                <p:nvPr/>
              </p:nvSpPr>
              <p:spPr>
                <a:xfrm>
                  <a:off x="2210" y="903"/>
                  <a:ext cx="443" cy="14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83045" name="Group 84"/>
                <p:cNvGrpSpPr/>
                <p:nvPr/>
              </p:nvGrpSpPr>
              <p:grpSpPr>
                <a:xfrm>
                  <a:off x="2319" y="931"/>
                  <a:ext cx="221" cy="85"/>
                  <a:chOff x="2848" y="848"/>
                  <a:chExt cx="140" cy="98"/>
                </a:xfrm>
              </p:grpSpPr>
              <p:sp>
                <p:nvSpPr>
                  <p:cNvPr id="83050" name="Line 85"/>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83051" name="Line 86"/>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83052" name="Line 87"/>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83046" name="Group 88"/>
                <p:cNvGrpSpPr/>
                <p:nvPr/>
              </p:nvGrpSpPr>
              <p:grpSpPr>
                <a:xfrm flipV="1">
                  <a:off x="2319" y="930"/>
                  <a:ext cx="221" cy="87"/>
                  <a:chOff x="2848" y="848"/>
                  <a:chExt cx="140" cy="98"/>
                </a:xfrm>
              </p:grpSpPr>
              <p:sp>
                <p:nvSpPr>
                  <p:cNvPr id="83047" name="Line 89"/>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83048" name="Line 90"/>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83049" name="Line 91"/>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sp>
            <p:nvSpPr>
              <p:cNvPr id="83039" name="Text Box 92"/>
              <p:cNvSpPr txBox="1"/>
              <p:nvPr/>
            </p:nvSpPr>
            <p:spPr>
              <a:xfrm>
                <a:off x="2010" y="728"/>
                <a:ext cx="221"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A</a:t>
                </a:r>
                <a:endParaRPr lang="en-US" altLang="zh-CN" sz="1800" dirty="0">
                  <a:ea typeface="宋体" panose="02010600030101010101" pitchFamily="2" charset="-122"/>
                </a:endParaRPr>
              </a:p>
            </p:txBody>
          </p:sp>
        </p:grpSp>
        <p:grpSp>
          <p:nvGrpSpPr>
            <p:cNvPr id="82953" name="Group 93"/>
            <p:cNvGrpSpPr/>
            <p:nvPr/>
          </p:nvGrpSpPr>
          <p:grpSpPr>
            <a:xfrm>
              <a:off x="2009" y="1423"/>
              <a:ext cx="446" cy="402"/>
              <a:chOff x="1898" y="728"/>
              <a:chExt cx="446" cy="402"/>
            </a:xfrm>
          </p:grpSpPr>
          <p:grpSp>
            <p:nvGrpSpPr>
              <p:cNvPr id="83023" name="Group 94"/>
              <p:cNvGrpSpPr/>
              <p:nvPr/>
            </p:nvGrpSpPr>
            <p:grpSpPr>
              <a:xfrm>
                <a:off x="1898" y="918"/>
                <a:ext cx="446" cy="212"/>
                <a:chOff x="2210" y="903"/>
                <a:chExt cx="446" cy="212"/>
              </a:xfrm>
            </p:grpSpPr>
            <p:sp>
              <p:nvSpPr>
                <p:cNvPr id="83025" name="Oval 95"/>
                <p:cNvSpPr/>
                <p:nvPr/>
              </p:nvSpPr>
              <p:spPr>
                <a:xfrm>
                  <a:off x="2213" y="969"/>
                  <a:ext cx="443" cy="146"/>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83026" name="Line 96"/>
                <p:cNvSpPr/>
                <p:nvPr/>
              </p:nvSpPr>
              <p:spPr>
                <a:xfrm>
                  <a:off x="2213" y="962"/>
                  <a:ext cx="1" cy="78"/>
                </a:xfrm>
                <a:prstGeom prst="line">
                  <a:avLst/>
                </a:prstGeom>
                <a:ln w="12700" cap="flat" cmpd="sng">
                  <a:solidFill>
                    <a:schemeClr val="tx1"/>
                  </a:solidFill>
                  <a:prstDash val="solid"/>
                  <a:headEnd type="none" w="med" len="med"/>
                  <a:tailEnd type="none" w="med" len="med"/>
                </a:ln>
              </p:spPr>
            </p:sp>
            <p:sp>
              <p:nvSpPr>
                <p:cNvPr id="83027" name="Line 97"/>
                <p:cNvSpPr/>
                <p:nvPr/>
              </p:nvSpPr>
              <p:spPr>
                <a:xfrm>
                  <a:off x="2560" y="969"/>
                  <a:ext cx="1" cy="78"/>
                </a:xfrm>
                <a:prstGeom prst="line">
                  <a:avLst/>
                </a:prstGeom>
                <a:ln w="12700" cap="flat" cmpd="sng">
                  <a:solidFill>
                    <a:schemeClr val="tx1"/>
                  </a:solidFill>
                  <a:prstDash val="solid"/>
                  <a:headEnd type="none" w="med" len="med"/>
                  <a:tailEnd type="none" w="med" len="med"/>
                </a:ln>
              </p:spPr>
            </p:sp>
            <p:sp>
              <p:nvSpPr>
                <p:cNvPr id="83028" name="Rectangle 98"/>
                <p:cNvSpPr/>
                <p:nvPr/>
              </p:nvSpPr>
              <p:spPr>
                <a:xfrm>
                  <a:off x="2213" y="962"/>
                  <a:ext cx="439" cy="76"/>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83029" name="Oval 99"/>
                <p:cNvSpPr/>
                <p:nvPr/>
              </p:nvSpPr>
              <p:spPr>
                <a:xfrm>
                  <a:off x="2210" y="903"/>
                  <a:ext cx="443" cy="14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83030" name="Group 100"/>
                <p:cNvGrpSpPr/>
                <p:nvPr/>
              </p:nvGrpSpPr>
              <p:grpSpPr>
                <a:xfrm>
                  <a:off x="2319" y="931"/>
                  <a:ext cx="221" cy="85"/>
                  <a:chOff x="2848" y="848"/>
                  <a:chExt cx="140" cy="98"/>
                </a:xfrm>
              </p:grpSpPr>
              <p:sp>
                <p:nvSpPr>
                  <p:cNvPr id="83035" name="Line 101"/>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83036" name="Line 102"/>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83037" name="Line 103"/>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83031" name="Group 104"/>
                <p:cNvGrpSpPr/>
                <p:nvPr/>
              </p:nvGrpSpPr>
              <p:grpSpPr>
                <a:xfrm flipV="1">
                  <a:off x="2319" y="930"/>
                  <a:ext cx="221" cy="87"/>
                  <a:chOff x="2848" y="848"/>
                  <a:chExt cx="140" cy="98"/>
                </a:xfrm>
              </p:grpSpPr>
              <p:sp>
                <p:nvSpPr>
                  <p:cNvPr id="83032" name="Line 105"/>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83033" name="Line 106"/>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83034" name="Line 107"/>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sp>
            <p:nvSpPr>
              <p:cNvPr id="83024" name="Text Box 108"/>
              <p:cNvSpPr txBox="1"/>
              <p:nvPr/>
            </p:nvSpPr>
            <p:spPr>
              <a:xfrm>
                <a:off x="2010" y="728"/>
                <a:ext cx="207"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B</a:t>
                </a:r>
                <a:endParaRPr lang="en-US" altLang="zh-CN" sz="1800" dirty="0">
                  <a:ea typeface="宋体" panose="02010600030101010101" pitchFamily="2" charset="-122"/>
                </a:endParaRPr>
              </a:p>
            </p:txBody>
          </p:sp>
        </p:grpSp>
        <p:grpSp>
          <p:nvGrpSpPr>
            <p:cNvPr id="82954" name="Group 109"/>
            <p:cNvGrpSpPr/>
            <p:nvPr/>
          </p:nvGrpSpPr>
          <p:grpSpPr>
            <a:xfrm>
              <a:off x="3908" y="1417"/>
              <a:ext cx="446" cy="402"/>
              <a:chOff x="1898" y="728"/>
              <a:chExt cx="446" cy="402"/>
            </a:xfrm>
          </p:grpSpPr>
          <p:grpSp>
            <p:nvGrpSpPr>
              <p:cNvPr id="83008" name="Group 110"/>
              <p:cNvGrpSpPr/>
              <p:nvPr/>
            </p:nvGrpSpPr>
            <p:grpSpPr>
              <a:xfrm>
                <a:off x="1898" y="918"/>
                <a:ext cx="446" cy="212"/>
                <a:chOff x="2210" y="903"/>
                <a:chExt cx="446" cy="212"/>
              </a:xfrm>
            </p:grpSpPr>
            <p:sp>
              <p:nvSpPr>
                <p:cNvPr id="83010" name="Oval 111"/>
                <p:cNvSpPr/>
                <p:nvPr/>
              </p:nvSpPr>
              <p:spPr>
                <a:xfrm>
                  <a:off x="2213" y="969"/>
                  <a:ext cx="443" cy="146"/>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83011" name="Line 112"/>
                <p:cNvSpPr/>
                <p:nvPr/>
              </p:nvSpPr>
              <p:spPr>
                <a:xfrm>
                  <a:off x="2213" y="962"/>
                  <a:ext cx="1" cy="78"/>
                </a:xfrm>
                <a:prstGeom prst="line">
                  <a:avLst/>
                </a:prstGeom>
                <a:ln w="12700" cap="flat" cmpd="sng">
                  <a:solidFill>
                    <a:schemeClr val="tx1"/>
                  </a:solidFill>
                  <a:prstDash val="solid"/>
                  <a:headEnd type="none" w="med" len="med"/>
                  <a:tailEnd type="none" w="med" len="med"/>
                </a:ln>
              </p:spPr>
            </p:sp>
            <p:sp>
              <p:nvSpPr>
                <p:cNvPr id="83012" name="Line 113"/>
                <p:cNvSpPr/>
                <p:nvPr/>
              </p:nvSpPr>
              <p:spPr>
                <a:xfrm>
                  <a:off x="2560" y="969"/>
                  <a:ext cx="1" cy="78"/>
                </a:xfrm>
                <a:prstGeom prst="line">
                  <a:avLst/>
                </a:prstGeom>
                <a:ln w="12700" cap="flat" cmpd="sng">
                  <a:solidFill>
                    <a:schemeClr val="tx1"/>
                  </a:solidFill>
                  <a:prstDash val="solid"/>
                  <a:headEnd type="none" w="med" len="med"/>
                  <a:tailEnd type="none" w="med" len="med"/>
                </a:ln>
              </p:spPr>
            </p:sp>
            <p:sp>
              <p:nvSpPr>
                <p:cNvPr id="83013" name="Rectangle 114"/>
                <p:cNvSpPr/>
                <p:nvPr/>
              </p:nvSpPr>
              <p:spPr>
                <a:xfrm>
                  <a:off x="2213" y="962"/>
                  <a:ext cx="439" cy="76"/>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83014" name="Oval 115"/>
                <p:cNvSpPr/>
                <p:nvPr/>
              </p:nvSpPr>
              <p:spPr>
                <a:xfrm>
                  <a:off x="2210" y="903"/>
                  <a:ext cx="443" cy="14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83015" name="Group 116"/>
                <p:cNvGrpSpPr/>
                <p:nvPr/>
              </p:nvGrpSpPr>
              <p:grpSpPr>
                <a:xfrm>
                  <a:off x="2319" y="931"/>
                  <a:ext cx="221" cy="85"/>
                  <a:chOff x="2848" y="848"/>
                  <a:chExt cx="140" cy="98"/>
                </a:xfrm>
              </p:grpSpPr>
              <p:sp>
                <p:nvSpPr>
                  <p:cNvPr id="83020" name="Line 117"/>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83021" name="Line 118"/>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83022" name="Line 119"/>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83016" name="Group 120"/>
                <p:cNvGrpSpPr/>
                <p:nvPr/>
              </p:nvGrpSpPr>
              <p:grpSpPr>
                <a:xfrm flipV="1">
                  <a:off x="2319" y="930"/>
                  <a:ext cx="221" cy="87"/>
                  <a:chOff x="2848" y="848"/>
                  <a:chExt cx="140" cy="98"/>
                </a:xfrm>
              </p:grpSpPr>
              <p:sp>
                <p:nvSpPr>
                  <p:cNvPr id="83017" name="Line 121"/>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83018" name="Line 122"/>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83019" name="Line 123"/>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sp>
            <p:nvSpPr>
              <p:cNvPr id="83009" name="Text Box 124"/>
              <p:cNvSpPr txBox="1"/>
              <p:nvPr/>
            </p:nvSpPr>
            <p:spPr>
              <a:xfrm>
                <a:off x="2010" y="728"/>
                <a:ext cx="206"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E</a:t>
                </a:r>
                <a:endParaRPr lang="en-US" altLang="zh-CN" sz="1800" dirty="0">
                  <a:ea typeface="宋体" panose="02010600030101010101" pitchFamily="2" charset="-122"/>
                </a:endParaRPr>
              </a:p>
            </p:txBody>
          </p:sp>
        </p:grpSp>
        <p:grpSp>
          <p:nvGrpSpPr>
            <p:cNvPr id="82955" name="Group 125"/>
            <p:cNvGrpSpPr/>
            <p:nvPr/>
          </p:nvGrpSpPr>
          <p:grpSpPr>
            <a:xfrm>
              <a:off x="4532" y="1410"/>
              <a:ext cx="446" cy="402"/>
              <a:chOff x="1898" y="728"/>
              <a:chExt cx="446" cy="402"/>
            </a:xfrm>
          </p:grpSpPr>
          <p:grpSp>
            <p:nvGrpSpPr>
              <p:cNvPr id="82993" name="Group 126"/>
              <p:cNvGrpSpPr/>
              <p:nvPr/>
            </p:nvGrpSpPr>
            <p:grpSpPr>
              <a:xfrm>
                <a:off x="1898" y="918"/>
                <a:ext cx="446" cy="212"/>
                <a:chOff x="2210" y="903"/>
                <a:chExt cx="446" cy="212"/>
              </a:xfrm>
            </p:grpSpPr>
            <p:sp>
              <p:nvSpPr>
                <p:cNvPr id="82995" name="Oval 127"/>
                <p:cNvSpPr/>
                <p:nvPr/>
              </p:nvSpPr>
              <p:spPr>
                <a:xfrm>
                  <a:off x="2213" y="969"/>
                  <a:ext cx="443" cy="146"/>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82996" name="Line 128"/>
                <p:cNvSpPr/>
                <p:nvPr/>
              </p:nvSpPr>
              <p:spPr>
                <a:xfrm>
                  <a:off x="2213" y="962"/>
                  <a:ext cx="1" cy="78"/>
                </a:xfrm>
                <a:prstGeom prst="line">
                  <a:avLst/>
                </a:prstGeom>
                <a:ln w="12700" cap="flat" cmpd="sng">
                  <a:solidFill>
                    <a:schemeClr val="tx1"/>
                  </a:solidFill>
                  <a:prstDash val="solid"/>
                  <a:headEnd type="none" w="med" len="med"/>
                  <a:tailEnd type="none" w="med" len="med"/>
                </a:ln>
              </p:spPr>
            </p:sp>
            <p:sp>
              <p:nvSpPr>
                <p:cNvPr id="82997" name="Line 129"/>
                <p:cNvSpPr/>
                <p:nvPr/>
              </p:nvSpPr>
              <p:spPr>
                <a:xfrm>
                  <a:off x="2560" y="969"/>
                  <a:ext cx="1" cy="78"/>
                </a:xfrm>
                <a:prstGeom prst="line">
                  <a:avLst/>
                </a:prstGeom>
                <a:ln w="12700" cap="flat" cmpd="sng">
                  <a:solidFill>
                    <a:schemeClr val="tx1"/>
                  </a:solidFill>
                  <a:prstDash val="solid"/>
                  <a:headEnd type="none" w="med" len="med"/>
                  <a:tailEnd type="none" w="med" len="med"/>
                </a:ln>
              </p:spPr>
            </p:sp>
            <p:sp>
              <p:nvSpPr>
                <p:cNvPr id="82998" name="Rectangle 130"/>
                <p:cNvSpPr/>
                <p:nvPr/>
              </p:nvSpPr>
              <p:spPr>
                <a:xfrm>
                  <a:off x="2213" y="962"/>
                  <a:ext cx="439" cy="76"/>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82999" name="Oval 131"/>
                <p:cNvSpPr/>
                <p:nvPr/>
              </p:nvSpPr>
              <p:spPr>
                <a:xfrm>
                  <a:off x="2210" y="903"/>
                  <a:ext cx="443" cy="14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83000" name="Group 132"/>
                <p:cNvGrpSpPr/>
                <p:nvPr/>
              </p:nvGrpSpPr>
              <p:grpSpPr>
                <a:xfrm>
                  <a:off x="2319" y="931"/>
                  <a:ext cx="221" cy="85"/>
                  <a:chOff x="2848" y="848"/>
                  <a:chExt cx="140" cy="98"/>
                </a:xfrm>
              </p:grpSpPr>
              <p:sp>
                <p:nvSpPr>
                  <p:cNvPr id="83005" name="Line 133"/>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83006" name="Line 134"/>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83007" name="Line 135"/>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83001" name="Group 136"/>
                <p:cNvGrpSpPr/>
                <p:nvPr/>
              </p:nvGrpSpPr>
              <p:grpSpPr>
                <a:xfrm flipV="1">
                  <a:off x="2319" y="930"/>
                  <a:ext cx="221" cy="87"/>
                  <a:chOff x="2848" y="848"/>
                  <a:chExt cx="140" cy="98"/>
                </a:xfrm>
              </p:grpSpPr>
              <p:sp>
                <p:nvSpPr>
                  <p:cNvPr id="83002" name="Line 137"/>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83003" name="Line 138"/>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83004" name="Line 139"/>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sp>
            <p:nvSpPr>
              <p:cNvPr id="82994" name="Text Box 140"/>
              <p:cNvSpPr txBox="1"/>
              <p:nvPr/>
            </p:nvSpPr>
            <p:spPr>
              <a:xfrm>
                <a:off x="2010" y="728"/>
                <a:ext cx="203"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F</a:t>
                </a:r>
                <a:endParaRPr lang="en-US" altLang="zh-CN" sz="1800" dirty="0">
                  <a:ea typeface="宋体" panose="02010600030101010101" pitchFamily="2" charset="-122"/>
                </a:endParaRPr>
              </a:p>
            </p:txBody>
          </p:sp>
        </p:grpSp>
        <p:sp>
          <p:nvSpPr>
            <p:cNvPr id="82956" name="Line 141"/>
            <p:cNvSpPr/>
            <p:nvPr/>
          </p:nvSpPr>
          <p:spPr>
            <a:xfrm flipV="1">
              <a:off x="1803" y="1729"/>
              <a:ext cx="204" cy="0"/>
            </a:xfrm>
            <a:prstGeom prst="line">
              <a:avLst/>
            </a:prstGeom>
            <a:ln w="19050" cap="flat" cmpd="sng">
              <a:solidFill>
                <a:schemeClr val="tx1"/>
              </a:solidFill>
              <a:prstDash val="solid"/>
              <a:headEnd type="none" w="med" len="med"/>
              <a:tailEnd type="none" w="med" len="med"/>
            </a:ln>
          </p:spPr>
        </p:sp>
        <p:sp>
          <p:nvSpPr>
            <p:cNvPr id="82957" name="Line 142"/>
            <p:cNvSpPr/>
            <p:nvPr/>
          </p:nvSpPr>
          <p:spPr>
            <a:xfrm flipV="1">
              <a:off x="4352" y="1717"/>
              <a:ext cx="204" cy="0"/>
            </a:xfrm>
            <a:prstGeom prst="line">
              <a:avLst/>
            </a:prstGeom>
            <a:ln w="19050" cap="flat" cmpd="sng">
              <a:solidFill>
                <a:schemeClr val="tx1"/>
              </a:solidFill>
              <a:prstDash val="solid"/>
              <a:headEnd type="none" w="med" len="med"/>
              <a:tailEnd type="none" w="med" len="med"/>
            </a:ln>
          </p:spPr>
        </p:sp>
        <p:sp>
          <p:nvSpPr>
            <p:cNvPr id="82958" name="Text Box 143"/>
            <p:cNvSpPr txBox="1"/>
            <p:nvPr/>
          </p:nvSpPr>
          <p:spPr>
            <a:xfrm>
              <a:off x="1386" y="1801"/>
              <a:ext cx="393" cy="2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600" dirty="0">
                  <a:ea typeface="宋体" panose="02010600030101010101" pitchFamily="2" charset="-122"/>
                </a:rPr>
                <a:t>IPv6</a:t>
              </a:r>
              <a:endParaRPr lang="en-US" altLang="zh-CN" sz="1600" dirty="0">
                <a:ea typeface="宋体" panose="02010600030101010101" pitchFamily="2" charset="-122"/>
              </a:endParaRPr>
            </a:p>
          </p:txBody>
        </p:sp>
        <p:sp>
          <p:nvSpPr>
            <p:cNvPr id="82959" name="Text Box 144"/>
            <p:cNvSpPr txBox="1"/>
            <p:nvPr/>
          </p:nvSpPr>
          <p:spPr>
            <a:xfrm>
              <a:off x="2045" y="1802"/>
              <a:ext cx="393" cy="2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600" dirty="0">
                  <a:ea typeface="宋体" panose="02010600030101010101" pitchFamily="2" charset="-122"/>
                </a:rPr>
                <a:t>IPv6</a:t>
              </a:r>
              <a:endParaRPr lang="en-US" altLang="zh-CN" sz="1600" dirty="0">
                <a:ea typeface="宋体" panose="02010600030101010101" pitchFamily="2" charset="-122"/>
              </a:endParaRPr>
            </a:p>
          </p:txBody>
        </p:sp>
        <p:sp>
          <p:nvSpPr>
            <p:cNvPr id="82960" name="Text Box 145"/>
            <p:cNvSpPr txBox="1"/>
            <p:nvPr/>
          </p:nvSpPr>
          <p:spPr>
            <a:xfrm>
              <a:off x="3951" y="1797"/>
              <a:ext cx="393" cy="2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600" dirty="0">
                  <a:ea typeface="宋体" panose="02010600030101010101" pitchFamily="2" charset="-122"/>
                </a:rPr>
                <a:t>IPv6</a:t>
              </a:r>
              <a:endParaRPr lang="en-US" altLang="zh-CN" sz="1600" dirty="0">
                <a:ea typeface="宋体" panose="02010600030101010101" pitchFamily="2" charset="-122"/>
              </a:endParaRPr>
            </a:p>
          </p:txBody>
        </p:sp>
        <p:sp>
          <p:nvSpPr>
            <p:cNvPr id="82961" name="Text Box 146"/>
            <p:cNvSpPr txBox="1"/>
            <p:nvPr/>
          </p:nvSpPr>
          <p:spPr>
            <a:xfrm>
              <a:off x="4569" y="1799"/>
              <a:ext cx="393" cy="2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600" dirty="0">
                  <a:ea typeface="宋体" panose="02010600030101010101" pitchFamily="2" charset="-122"/>
                </a:rPr>
                <a:t>IPv6</a:t>
              </a:r>
              <a:endParaRPr lang="en-US" altLang="zh-CN" sz="1600" dirty="0">
                <a:ea typeface="宋体" panose="02010600030101010101" pitchFamily="2" charset="-122"/>
              </a:endParaRPr>
            </a:p>
          </p:txBody>
        </p:sp>
        <p:sp>
          <p:nvSpPr>
            <p:cNvPr id="82962" name="Line 147"/>
            <p:cNvSpPr/>
            <p:nvPr/>
          </p:nvSpPr>
          <p:spPr>
            <a:xfrm flipV="1">
              <a:off x="2454" y="1723"/>
              <a:ext cx="1465" cy="0"/>
            </a:xfrm>
            <a:prstGeom prst="line">
              <a:avLst/>
            </a:prstGeom>
            <a:ln w="19050" cap="flat" cmpd="sng">
              <a:solidFill>
                <a:schemeClr val="tx1"/>
              </a:solidFill>
              <a:prstDash val="solid"/>
              <a:headEnd type="none" w="med" len="med"/>
              <a:tailEnd type="none" w="med" len="med"/>
            </a:ln>
          </p:spPr>
        </p:sp>
        <p:sp>
          <p:nvSpPr>
            <p:cNvPr id="82963" name="Text Box 180"/>
            <p:cNvSpPr txBox="1"/>
            <p:nvPr/>
          </p:nvSpPr>
          <p:spPr>
            <a:xfrm>
              <a:off x="2663" y="1804"/>
              <a:ext cx="393" cy="2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600" dirty="0">
                  <a:solidFill>
                    <a:srgbClr val="FF0000"/>
                  </a:solidFill>
                  <a:ea typeface="宋体" panose="02010600030101010101" pitchFamily="2" charset="-122"/>
                </a:rPr>
                <a:t>IPv4</a:t>
              </a:r>
              <a:endParaRPr lang="en-US" altLang="zh-CN" sz="1600" dirty="0">
                <a:solidFill>
                  <a:srgbClr val="FF0000"/>
                </a:solidFill>
                <a:ea typeface="宋体" panose="02010600030101010101" pitchFamily="2" charset="-122"/>
              </a:endParaRPr>
            </a:p>
          </p:txBody>
        </p:sp>
        <p:sp>
          <p:nvSpPr>
            <p:cNvPr id="82964" name="Text Box 181"/>
            <p:cNvSpPr txBox="1"/>
            <p:nvPr/>
          </p:nvSpPr>
          <p:spPr>
            <a:xfrm>
              <a:off x="3289" y="1805"/>
              <a:ext cx="393" cy="2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600" dirty="0">
                  <a:solidFill>
                    <a:srgbClr val="FF0000"/>
                  </a:solidFill>
                  <a:ea typeface="宋体" panose="02010600030101010101" pitchFamily="2" charset="-122"/>
                </a:rPr>
                <a:t>IPv4</a:t>
              </a:r>
              <a:endParaRPr lang="en-US" altLang="zh-CN" sz="1600" dirty="0">
                <a:solidFill>
                  <a:srgbClr val="FF0000"/>
                </a:solidFill>
                <a:ea typeface="宋体" panose="02010600030101010101" pitchFamily="2" charset="-122"/>
              </a:endParaRPr>
            </a:p>
          </p:txBody>
        </p:sp>
        <p:grpSp>
          <p:nvGrpSpPr>
            <p:cNvPr id="82965" name="Group 212"/>
            <p:cNvGrpSpPr/>
            <p:nvPr/>
          </p:nvGrpSpPr>
          <p:grpSpPr>
            <a:xfrm>
              <a:off x="2621" y="1586"/>
              <a:ext cx="446" cy="212"/>
              <a:chOff x="1510" y="1569"/>
              <a:chExt cx="446" cy="212"/>
            </a:xfrm>
          </p:grpSpPr>
          <p:sp>
            <p:nvSpPr>
              <p:cNvPr id="82980" name="Oval 213"/>
              <p:cNvSpPr/>
              <p:nvPr/>
            </p:nvSpPr>
            <p:spPr>
              <a:xfrm>
                <a:off x="1513" y="1635"/>
                <a:ext cx="443" cy="146"/>
              </a:xfrm>
              <a:prstGeom prst="ellipse">
                <a:avLst/>
              </a:prstGeom>
              <a:solidFill>
                <a:schemeClr val="bg1"/>
              </a:solidFill>
              <a:ln w="12700" cap="flat" cmpd="sng">
                <a:solidFill>
                  <a:schemeClr val="folHlink"/>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82981" name="Line 214"/>
              <p:cNvSpPr/>
              <p:nvPr/>
            </p:nvSpPr>
            <p:spPr>
              <a:xfrm>
                <a:off x="1513" y="1628"/>
                <a:ext cx="1" cy="78"/>
              </a:xfrm>
              <a:prstGeom prst="line">
                <a:avLst/>
              </a:prstGeom>
              <a:ln w="12700" cap="flat" cmpd="sng">
                <a:solidFill>
                  <a:schemeClr val="tx1"/>
                </a:solidFill>
                <a:prstDash val="solid"/>
                <a:headEnd type="none" w="med" len="med"/>
                <a:tailEnd type="none" w="med" len="med"/>
              </a:ln>
            </p:spPr>
          </p:sp>
          <p:sp>
            <p:nvSpPr>
              <p:cNvPr id="82982" name="Line 215"/>
              <p:cNvSpPr/>
              <p:nvPr/>
            </p:nvSpPr>
            <p:spPr>
              <a:xfrm>
                <a:off x="1860" y="1635"/>
                <a:ext cx="1" cy="78"/>
              </a:xfrm>
              <a:prstGeom prst="line">
                <a:avLst/>
              </a:prstGeom>
              <a:ln w="12700" cap="flat" cmpd="sng">
                <a:solidFill>
                  <a:schemeClr val="tx1"/>
                </a:solidFill>
                <a:prstDash val="solid"/>
                <a:headEnd type="none" w="med" len="med"/>
                <a:tailEnd type="none" w="med" len="med"/>
              </a:ln>
            </p:spPr>
          </p:sp>
          <p:sp>
            <p:nvSpPr>
              <p:cNvPr id="82983" name="Rectangle 216"/>
              <p:cNvSpPr/>
              <p:nvPr/>
            </p:nvSpPr>
            <p:spPr>
              <a:xfrm>
                <a:off x="1513" y="1628"/>
                <a:ext cx="439" cy="76"/>
              </a:xfrm>
              <a:prstGeom prst="rect">
                <a:avLst/>
              </a:prstGeom>
              <a:solidFill>
                <a:schemeClr val="bg1"/>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82984" name="Oval 217"/>
              <p:cNvSpPr/>
              <p:nvPr/>
            </p:nvSpPr>
            <p:spPr>
              <a:xfrm>
                <a:off x="1510" y="1569"/>
                <a:ext cx="443" cy="147"/>
              </a:xfrm>
              <a:prstGeom prst="ellipse">
                <a:avLst/>
              </a:prstGeom>
              <a:solidFill>
                <a:schemeClr val="bg1"/>
              </a:solidFill>
              <a:ln w="12700" cap="flat" cmpd="sng">
                <a:solidFill>
                  <a:schemeClr val="folHlink"/>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82985" name="Group 218"/>
              <p:cNvGrpSpPr/>
              <p:nvPr/>
            </p:nvGrpSpPr>
            <p:grpSpPr>
              <a:xfrm>
                <a:off x="1619" y="1597"/>
                <a:ext cx="221" cy="85"/>
                <a:chOff x="2848" y="848"/>
                <a:chExt cx="140" cy="98"/>
              </a:xfrm>
            </p:grpSpPr>
            <p:sp>
              <p:nvSpPr>
                <p:cNvPr id="82990" name="Line 219"/>
                <p:cNvSpPr/>
                <p:nvPr/>
              </p:nvSpPr>
              <p:spPr>
                <a:xfrm flipV="1">
                  <a:off x="2848" y="848"/>
                  <a:ext cx="50" cy="2"/>
                </a:xfrm>
                <a:prstGeom prst="line">
                  <a:avLst/>
                </a:prstGeom>
                <a:ln w="28575" cap="flat" cmpd="sng">
                  <a:solidFill>
                    <a:schemeClr val="folHlink"/>
                  </a:solidFill>
                  <a:prstDash val="solid"/>
                  <a:headEnd type="none" w="med" len="med"/>
                  <a:tailEnd type="none" w="med" len="med"/>
                </a:ln>
              </p:spPr>
            </p:sp>
            <p:sp>
              <p:nvSpPr>
                <p:cNvPr id="82991" name="Line 220"/>
                <p:cNvSpPr/>
                <p:nvPr/>
              </p:nvSpPr>
              <p:spPr>
                <a:xfrm>
                  <a:off x="2944" y="946"/>
                  <a:ext cx="44" cy="0"/>
                </a:xfrm>
                <a:prstGeom prst="line">
                  <a:avLst/>
                </a:prstGeom>
                <a:ln w="28575" cap="flat" cmpd="sng">
                  <a:solidFill>
                    <a:schemeClr val="folHlink"/>
                  </a:solidFill>
                  <a:prstDash val="solid"/>
                  <a:headEnd type="none" w="med" len="med"/>
                  <a:tailEnd type="none" w="med" len="med"/>
                </a:ln>
              </p:spPr>
            </p:sp>
            <p:sp>
              <p:nvSpPr>
                <p:cNvPr id="82992" name="Line 221"/>
                <p:cNvSpPr/>
                <p:nvPr/>
              </p:nvSpPr>
              <p:spPr>
                <a:xfrm>
                  <a:off x="2894" y="850"/>
                  <a:ext cx="52" cy="96"/>
                </a:xfrm>
                <a:prstGeom prst="line">
                  <a:avLst/>
                </a:prstGeom>
                <a:ln w="28575" cap="flat" cmpd="sng">
                  <a:solidFill>
                    <a:schemeClr val="folHlink"/>
                  </a:solidFill>
                  <a:prstDash val="solid"/>
                  <a:headEnd type="none" w="med" len="med"/>
                  <a:tailEnd type="none" w="med" len="med"/>
                </a:ln>
              </p:spPr>
            </p:sp>
          </p:grpSp>
          <p:grpSp>
            <p:nvGrpSpPr>
              <p:cNvPr id="82986" name="Group 222"/>
              <p:cNvGrpSpPr/>
              <p:nvPr/>
            </p:nvGrpSpPr>
            <p:grpSpPr>
              <a:xfrm flipV="1">
                <a:off x="1619" y="1596"/>
                <a:ext cx="221" cy="87"/>
                <a:chOff x="2848" y="848"/>
                <a:chExt cx="140" cy="98"/>
              </a:xfrm>
            </p:grpSpPr>
            <p:sp>
              <p:nvSpPr>
                <p:cNvPr id="82987" name="Line 223"/>
                <p:cNvSpPr/>
                <p:nvPr/>
              </p:nvSpPr>
              <p:spPr>
                <a:xfrm flipV="1">
                  <a:off x="2848" y="848"/>
                  <a:ext cx="50" cy="2"/>
                </a:xfrm>
                <a:prstGeom prst="line">
                  <a:avLst/>
                </a:prstGeom>
                <a:ln w="28575" cap="flat" cmpd="sng">
                  <a:solidFill>
                    <a:schemeClr val="folHlink"/>
                  </a:solidFill>
                  <a:prstDash val="solid"/>
                  <a:headEnd type="none" w="med" len="med"/>
                  <a:tailEnd type="none" w="med" len="med"/>
                </a:ln>
              </p:spPr>
            </p:sp>
            <p:sp>
              <p:nvSpPr>
                <p:cNvPr id="82988" name="Line 224"/>
                <p:cNvSpPr/>
                <p:nvPr/>
              </p:nvSpPr>
              <p:spPr>
                <a:xfrm>
                  <a:off x="2944" y="946"/>
                  <a:ext cx="44" cy="0"/>
                </a:xfrm>
                <a:prstGeom prst="line">
                  <a:avLst/>
                </a:prstGeom>
                <a:ln w="28575" cap="flat" cmpd="sng">
                  <a:solidFill>
                    <a:schemeClr val="folHlink"/>
                  </a:solidFill>
                  <a:prstDash val="solid"/>
                  <a:headEnd type="none" w="med" len="med"/>
                  <a:tailEnd type="none" w="med" len="med"/>
                </a:ln>
              </p:spPr>
            </p:sp>
            <p:sp>
              <p:nvSpPr>
                <p:cNvPr id="82989" name="Line 225"/>
                <p:cNvSpPr/>
                <p:nvPr/>
              </p:nvSpPr>
              <p:spPr>
                <a:xfrm>
                  <a:off x="2894" y="850"/>
                  <a:ext cx="52" cy="96"/>
                </a:xfrm>
                <a:prstGeom prst="line">
                  <a:avLst/>
                </a:prstGeom>
                <a:ln w="28575" cap="flat" cmpd="sng">
                  <a:solidFill>
                    <a:schemeClr val="folHlink"/>
                  </a:solidFill>
                  <a:prstDash val="solid"/>
                  <a:headEnd type="none" w="med" len="med"/>
                  <a:tailEnd type="none" w="med" len="med"/>
                </a:ln>
              </p:spPr>
            </p:sp>
          </p:grpSp>
        </p:grpSp>
        <p:grpSp>
          <p:nvGrpSpPr>
            <p:cNvPr id="82966" name="Group 226"/>
            <p:cNvGrpSpPr/>
            <p:nvPr/>
          </p:nvGrpSpPr>
          <p:grpSpPr>
            <a:xfrm>
              <a:off x="3235" y="1591"/>
              <a:ext cx="446" cy="212"/>
              <a:chOff x="1510" y="1569"/>
              <a:chExt cx="446" cy="212"/>
            </a:xfrm>
          </p:grpSpPr>
          <p:sp>
            <p:nvSpPr>
              <p:cNvPr id="82967" name="Oval 227"/>
              <p:cNvSpPr/>
              <p:nvPr/>
            </p:nvSpPr>
            <p:spPr>
              <a:xfrm>
                <a:off x="1513" y="1635"/>
                <a:ext cx="443" cy="146"/>
              </a:xfrm>
              <a:prstGeom prst="ellipse">
                <a:avLst/>
              </a:prstGeom>
              <a:solidFill>
                <a:schemeClr val="bg1"/>
              </a:solidFill>
              <a:ln w="12700" cap="flat" cmpd="sng">
                <a:solidFill>
                  <a:schemeClr val="folHlink"/>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82968" name="Line 228"/>
              <p:cNvSpPr/>
              <p:nvPr/>
            </p:nvSpPr>
            <p:spPr>
              <a:xfrm>
                <a:off x="1513" y="1628"/>
                <a:ext cx="1" cy="78"/>
              </a:xfrm>
              <a:prstGeom prst="line">
                <a:avLst/>
              </a:prstGeom>
              <a:ln w="12700" cap="flat" cmpd="sng">
                <a:solidFill>
                  <a:schemeClr val="tx1"/>
                </a:solidFill>
                <a:prstDash val="solid"/>
                <a:headEnd type="none" w="med" len="med"/>
                <a:tailEnd type="none" w="med" len="med"/>
              </a:ln>
            </p:spPr>
          </p:sp>
          <p:sp>
            <p:nvSpPr>
              <p:cNvPr id="82969" name="Line 229"/>
              <p:cNvSpPr/>
              <p:nvPr/>
            </p:nvSpPr>
            <p:spPr>
              <a:xfrm>
                <a:off x="1860" y="1635"/>
                <a:ext cx="1" cy="78"/>
              </a:xfrm>
              <a:prstGeom prst="line">
                <a:avLst/>
              </a:prstGeom>
              <a:ln w="12700" cap="flat" cmpd="sng">
                <a:solidFill>
                  <a:schemeClr val="tx1"/>
                </a:solidFill>
                <a:prstDash val="solid"/>
                <a:headEnd type="none" w="med" len="med"/>
                <a:tailEnd type="none" w="med" len="med"/>
              </a:ln>
            </p:spPr>
          </p:sp>
          <p:sp>
            <p:nvSpPr>
              <p:cNvPr id="82970" name="Rectangle 230"/>
              <p:cNvSpPr/>
              <p:nvPr/>
            </p:nvSpPr>
            <p:spPr>
              <a:xfrm>
                <a:off x="1513" y="1628"/>
                <a:ext cx="439" cy="76"/>
              </a:xfrm>
              <a:prstGeom prst="rect">
                <a:avLst/>
              </a:prstGeom>
              <a:solidFill>
                <a:schemeClr val="bg1"/>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82971" name="Oval 231"/>
              <p:cNvSpPr/>
              <p:nvPr/>
            </p:nvSpPr>
            <p:spPr>
              <a:xfrm>
                <a:off x="1510" y="1569"/>
                <a:ext cx="443" cy="147"/>
              </a:xfrm>
              <a:prstGeom prst="ellipse">
                <a:avLst/>
              </a:prstGeom>
              <a:solidFill>
                <a:schemeClr val="bg1"/>
              </a:solidFill>
              <a:ln w="12700" cap="flat" cmpd="sng">
                <a:solidFill>
                  <a:schemeClr val="folHlink"/>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82972" name="Group 232"/>
              <p:cNvGrpSpPr/>
              <p:nvPr/>
            </p:nvGrpSpPr>
            <p:grpSpPr>
              <a:xfrm>
                <a:off x="1619" y="1597"/>
                <a:ext cx="221" cy="85"/>
                <a:chOff x="2848" y="848"/>
                <a:chExt cx="140" cy="98"/>
              </a:xfrm>
            </p:grpSpPr>
            <p:sp>
              <p:nvSpPr>
                <p:cNvPr id="82977" name="Line 233"/>
                <p:cNvSpPr/>
                <p:nvPr/>
              </p:nvSpPr>
              <p:spPr>
                <a:xfrm flipV="1">
                  <a:off x="2848" y="848"/>
                  <a:ext cx="50" cy="2"/>
                </a:xfrm>
                <a:prstGeom prst="line">
                  <a:avLst/>
                </a:prstGeom>
                <a:ln w="28575" cap="flat" cmpd="sng">
                  <a:solidFill>
                    <a:schemeClr val="folHlink"/>
                  </a:solidFill>
                  <a:prstDash val="solid"/>
                  <a:headEnd type="none" w="med" len="med"/>
                  <a:tailEnd type="none" w="med" len="med"/>
                </a:ln>
              </p:spPr>
            </p:sp>
            <p:sp>
              <p:nvSpPr>
                <p:cNvPr id="82978" name="Line 234"/>
                <p:cNvSpPr/>
                <p:nvPr/>
              </p:nvSpPr>
              <p:spPr>
                <a:xfrm>
                  <a:off x="2944" y="946"/>
                  <a:ext cx="44" cy="0"/>
                </a:xfrm>
                <a:prstGeom prst="line">
                  <a:avLst/>
                </a:prstGeom>
                <a:ln w="28575" cap="flat" cmpd="sng">
                  <a:solidFill>
                    <a:schemeClr val="folHlink"/>
                  </a:solidFill>
                  <a:prstDash val="solid"/>
                  <a:headEnd type="none" w="med" len="med"/>
                  <a:tailEnd type="none" w="med" len="med"/>
                </a:ln>
              </p:spPr>
            </p:sp>
            <p:sp>
              <p:nvSpPr>
                <p:cNvPr id="82979" name="Line 235"/>
                <p:cNvSpPr/>
                <p:nvPr/>
              </p:nvSpPr>
              <p:spPr>
                <a:xfrm>
                  <a:off x="2894" y="850"/>
                  <a:ext cx="52" cy="96"/>
                </a:xfrm>
                <a:prstGeom prst="line">
                  <a:avLst/>
                </a:prstGeom>
                <a:ln w="28575" cap="flat" cmpd="sng">
                  <a:solidFill>
                    <a:schemeClr val="folHlink"/>
                  </a:solidFill>
                  <a:prstDash val="solid"/>
                  <a:headEnd type="none" w="med" len="med"/>
                  <a:tailEnd type="none" w="med" len="med"/>
                </a:ln>
              </p:spPr>
            </p:sp>
          </p:grpSp>
          <p:grpSp>
            <p:nvGrpSpPr>
              <p:cNvPr id="82973" name="Group 236"/>
              <p:cNvGrpSpPr/>
              <p:nvPr/>
            </p:nvGrpSpPr>
            <p:grpSpPr>
              <a:xfrm flipV="1">
                <a:off x="1619" y="1596"/>
                <a:ext cx="221" cy="87"/>
                <a:chOff x="2848" y="848"/>
                <a:chExt cx="140" cy="98"/>
              </a:xfrm>
            </p:grpSpPr>
            <p:sp>
              <p:nvSpPr>
                <p:cNvPr id="82974" name="Line 237"/>
                <p:cNvSpPr/>
                <p:nvPr/>
              </p:nvSpPr>
              <p:spPr>
                <a:xfrm flipV="1">
                  <a:off x="2848" y="848"/>
                  <a:ext cx="50" cy="2"/>
                </a:xfrm>
                <a:prstGeom prst="line">
                  <a:avLst/>
                </a:prstGeom>
                <a:ln w="28575" cap="flat" cmpd="sng">
                  <a:solidFill>
                    <a:schemeClr val="folHlink"/>
                  </a:solidFill>
                  <a:prstDash val="solid"/>
                  <a:headEnd type="none" w="med" len="med"/>
                  <a:tailEnd type="none" w="med" len="med"/>
                </a:ln>
              </p:spPr>
            </p:sp>
            <p:sp>
              <p:nvSpPr>
                <p:cNvPr id="82975" name="Line 238"/>
                <p:cNvSpPr/>
                <p:nvPr/>
              </p:nvSpPr>
              <p:spPr>
                <a:xfrm>
                  <a:off x="2944" y="946"/>
                  <a:ext cx="44" cy="0"/>
                </a:xfrm>
                <a:prstGeom prst="line">
                  <a:avLst/>
                </a:prstGeom>
                <a:ln w="28575" cap="flat" cmpd="sng">
                  <a:solidFill>
                    <a:schemeClr val="folHlink"/>
                  </a:solidFill>
                  <a:prstDash val="solid"/>
                  <a:headEnd type="none" w="med" len="med"/>
                  <a:tailEnd type="none" w="med" len="med"/>
                </a:ln>
              </p:spPr>
            </p:sp>
            <p:sp>
              <p:nvSpPr>
                <p:cNvPr id="82976" name="Line 239"/>
                <p:cNvSpPr/>
                <p:nvPr/>
              </p:nvSpPr>
              <p:spPr>
                <a:xfrm>
                  <a:off x="2894" y="850"/>
                  <a:ext cx="52" cy="96"/>
                </a:xfrm>
                <a:prstGeom prst="line">
                  <a:avLst/>
                </a:prstGeom>
                <a:ln w="28575" cap="flat" cmpd="sng">
                  <a:solidFill>
                    <a:schemeClr val="folHlink"/>
                  </a:solidFill>
                  <a:prstDash val="solid"/>
                  <a:headEnd type="none" w="med" len="med"/>
                  <a:tailEnd type="none" w="med" len="med"/>
                </a:ln>
              </p:spPr>
            </p:sp>
          </p:gr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97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3970" name="页脚占位符 4"/>
          <p:cNvSpPr txBox="1">
            <a:spLocks noGrp="1"/>
          </p:cNvSpPr>
          <p:nvPr>
            <p:ph type="ftr" sz="quarter" idx="11"/>
          </p:nvPr>
        </p:nvSpPr>
        <p:spPr/>
        <p:txBody>
          <a:bodyPr/>
          <a:p>
            <a:pPr marL="0" indent="0" algn="r">
              <a:spcBef>
                <a:spcPct val="0"/>
              </a:spcBef>
              <a:buClrTx/>
              <a:buSzTx/>
              <a:buFontTx/>
              <a:buNone/>
            </a:pPr>
            <a:r>
              <a:rPr lang="en-US" altLang="zh-CN" sz="1400" dirty="0">
                <a:ea typeface="宋体" panose="02010600030101010101" pitchFamily="2" charset="-122"/>
              </a:rPr>
              <a:t>Network Layer</a:t>
            </a:r>
            <a:endParaRPr lang="en-US" altLang="zh-CN" sz="1400" dirty="0">
              <a:latin typeface="Times New Roman" panose="02020603050405020304" pitchFamily="18" charset="0"/>
              <a:ea typeface="宋体" panose="02010600030101010101" pitchFamily="2" charset="-122"/>
            </a:endParaRPr>
          </a:p>
        </p:txBody>
      </p:sp>
      <p:sp>
        <p:nvSpPr>
          <p:cNvPr id="83971" name="灯片编号占位符 5"/>
          <p:cNvSpPr txBox="1">
            <a:spLocks noGrp="1"/>
          </p:cNvSpPr>
          <p:nvPr>
            <p:ph type="sldNum" sz="quarter" idx="12"/>
          </p:nvPr>
        </p:nvSpPr>
        <p:spPr/>
        <p:txBody>
          <a:bodyPr/>
          <a:p>
            <a:pPr marL="0" indent="0" algn="r">
              <a:spcBef>
                <a:spcPct val="0"/>
              </a:spcBef>
              <a:buClrTx/>
              <a:buSzTx/>
              <a:buFontTx/>
              <a:buNone/>
            </a:pPr>
            <a:r>
              <a:rPr lang="en-US" altLang="zh-CN" sz="1400" dirty="0">
                <a:ea typeface="宋体" panose="02010600030101010101" pitchFamily="2" charset="-122"/>
              </a:rPr>
              <a:t>4-</a:t>
            </a: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83972" name="Rectangle 2"/>
          <p:cNvSpPr>
            <a:spLocks noGrp="1"/>
          </p:cNvSpPr>
          <p:nvPr>
            <p:ph type="title"/>
          </p:nvPr>
        </p:nvSpPr>
        <p:spPr>
          <a:xfrm>
            <a:off x="307975" y="214313"/>
            <a:ext cx="7772400" cy="990600"/>
          </a:xfrm>
        </p:spPr>
        <p:txBody>
          <a:bodyPr vert="horz" wrap="square" lIns="91440" tIns="45720" rIns="91440" bIns="45720" anchor="ctr" anchorCtr="0"/>
          <a:p>
            <a:r>
              <a:rPr lang="en-US" altLang="zh-CN" dirty="0">
                <a:ea typeface="宋体" panose="02010600030101010101" pitchFamily="2" charset="-122"/>
              </a:rPr>
              <a:t>Tunneling</a:t>
            </a:r>
            <a:endParaRPr lang="en-US" altLang="zh-CN" dirty="0">
              <a:ea typeface="宋体" panose="02010600030101010101" pitchFamily="2" charset="-122"/>
            </a:endParaRPr>
          </a:p>
        </p:txBody>
      </p:sp>
      <p:grpSp>
        <p:nvGrpSpPr>
          <p:cNvPr id="83973" name="Group 3"/>
          <p:cNvGrpSpPr/>
          <p:nvPr/>
        </p:nvGrpSpPr>
        <p:grpSpPr>
          <a:xfrm>
            <a:off x="2152650" y="1122363"/>
            <a:ext cx="708025" cy="638175"/>
            <a:chOff x="1898" y="728"/>
            <a:chExt cx="446" cy="402"/>
          </a:xfrm>
        </p:grpSpPr>
        <p:grpSp>
          <p:nvGrpSpPr>
            <p:cNvPr id="84167" name="Group 4"/>
            <p:cNvGrpSpPr/>
            <p:nvPr/>
          </p:nvGrpSpPr>
          <p:grpSpPr>
            <a:xfrm>
              <a:off x="1898" y="918"/>
              <a:ext cx="446" cy="212"/>
              <a:chOff x="2210" y="903"/>
              <a:chExt cx="446" cy="212"/>
            </a:xfrm>
          </p:grpSpPr>
          <p:sp>
            <p:nvSpPr>
              <p:cNvPr id="84169" name="Oval 5"/>
              <p:cNvSpPr/>
              <p:nvPr/>
            </p:nvSpPr>
            <p:spPr>
              <a:xfrm>
                <a:off x="2213" y="969"/>
                <a:ext cx="443" cy="146"/>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84170" name="Line 6"/>
              <p:cNvSpPr/>
              <p:nvPr/>
            </p:nvSpPr>
            <p:spPr>
              <a:xfrm>
                <a:off x="2213" y="962"/>
                <a:ext cx="1" cy="78"/>
              </a:xfrm>
              <a:prstGeom prst="line">
                <a:avLst/>
              </a:prstGeom>
              <a:ln w="12700" cap="flat" cmpd="sng">
                <a:solidFill>
                  <a:schemeClr val="tx1"/>
                </a:solidFill>
                <a:prstDash val="solid"/>
                <a:headEnd type="none" w="med" len="med"/>
                <a:tailEnd type="none" w="med" len="med"/>
              </a:ln>
            </p:spPr>
          </p:sp>
          <p:sp>
            <p:nvSpPr>
              <p:cNvPr id="84171" name="Line 7"/>
              <p:cNvSpPr/>
              <p:nvPr/>
            </p:nvSpPr>
            <p:spPr>
              <a:xfrm>
                <a:off x="2560" y="969"/>
                <a:ext cx="1" cy="78"/>
              </a:xfrm>
              <a:prstGeom prst="line">
                <a:avLst/>
              </a:prstGeom>
              <a:ln w="12700" cap="flat" cmpd="sng">
                <a:solidFill>
                  <a:schemeClr val="tx1"/>
                </a:solidFill>
                <a:prstDash val="solid"/>
                <a:headEnd type="none" w="med" len="med"/>
                <a:tailEnd type="none" w="med" len="med"/>
              </a:ln>
            </p:spPr>
          </p:sp>
          <p:sp>
            <p:nvSpPr>
              <p:cNvPr id="84172" name="Rectangle 8"/>
              <p:cNvSpPr/>
              <p:nvPr/>
            </p:nvSpPr>
            <p:spPr>
              <a:xfrm>
                <a:off x="2213" y="962"/>
                <a:ext cx="439" cy="76"/>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84173" name="Oval 9"/>
              <p:cNvSpPr/>
              <p:nvPr/>
            </p:nvSpPr>
            <p:spPr>
              <a:xfrm>
                <a:off x="2210" y="903"/>
                <a:ext cx="443" cy="14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84174" name="Group 10"/>
              <p:cNvGrpSpPr/>
              <p:nvPr/>
            </p:nvGrpSpPr>
            <p:grpSpPr>
              <a:xfrm>
                <a:off x="2319" y="931"/>
                <a:ext cx="221" cy="85"/>
                <a:chOff x="2848" y="848"/>
                <a:chExt cx="140" cy="98"/>
              </a:xfrm>
            </p:grpSpPr>
            <p:sp>
              <p:nvSpPr>
                <p:cNvPr id="84179" name="Line 11"/>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84180" name="Line 12"/>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84181" name="Line 13"/>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84175" name="Group 14"/>
              <p:cNvGrpSpPr/>
              <p:nvPr/>
            </p:nvGrpSpPr>
            <p:grpSpPr>
              <a:xfrm flipV="1">
                <a:off x="2319" y="930"/>
                <a:ext cx="221" cy="87"/>
                <a:chOff x="2848" y="848"/>
                <a:chExt cx="140" cy="98"/>
              </a:xfrm>
            </p:grpSpPr>
            <p:sp>
              <p:nvSpPr>
                <p:cNvPr id="84176" name="Line 15"/>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84177" name="Line 16"/>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84178" name="Line 17"/>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sp>
          <p:nvSpPr>
            <p:cNvPr id="84168" name="Text Box 18"/>
            <p:cNvSpPr txBox="1"/>
            <p:nvPr/>
          </p:nvSpPr>
          <p:spPr>
            <a:xfrm>
              <a:off x="2010" y="728"/>
              <a:ext cx="221"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A</a:t>
              </a:r>
              <a:endParaRPr lang="en-US" altLang="zh-CN" sz="1800" dirty="0">
                <a:ea typeface="宋体" panose="02010600030101010101" pitchFamily="2" charset="-122"/>
              </a:endParaRPr>
            </a:p>
          </p:txBody>
        </p:sp>
      </p:grpSp>
      <p:grpSp>
        <p:nvGrpSpPr>
          <p:cNvPr id="83974" name="Group 19"/>
          <p:cNvGrpSpPr/>
          <p:nvPr/>
        </p:nvGrpSpPr>
        <p:grpSpPr>
          <a:xfrm>
            <a:off x="3198813" y="1127125"/>
            <a:ext cx="708025" cy="638175"/>
            <a:chOff x="1898" y="728"/>
            <a:chExt cx="446" cy="402"/>
          </a:xfrm>
        </p:grpSpPr>
        <p:grpSp>
          <p:nvGrpSpPr>
            <p:cNvPr id="84152" name="Group 20"/>
            <p:cNvGrpSpPr/>
            <p:nvPr/>
          </p:nvGrpSpPr>
          <p:grpSpPr>
            <a:xfrm>
              <a:off x="1898" y="918"/>
              <a:ext cx="446" cy="212"/>
              <a:chOff x="2210" y="903"/>
              <a:chExt cx="446" cy="212"/>
            </a:xfrm>
          </p:grpSpPr>
          <p:sp>
            <p:nvSpPr>
              <p:cNvPr id="84154" name="Oval 21"/>
              <p:cNvSpPr/>
              <p:nvPr/>
            </p:nvSpPr>
            <p:spPr>
              <a:xfrm>
                <a:off x="2213" y="969"/>
                <a:ext cx="443" cy="146"/>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84155" name="Line 22"/>
              <p:cNvSpPr/>
              <p:nvPr/>
            </p:nvSpPr>
            <p:spPr>
              <a:xfrm>
                <a:off x="2213" y="962"/>
                <a:ext cx="1" cy="78"/>
              </a:xfrm>
              <a:prstGeom prst="line">
                <a:avLst/>
              </a:prstGeom>
              <a:ln w="12700" cap="flat" cmpd="sng">
                <a:solidFill>
                  <a:schemeClr val="tx1"/>
                </a:solidFill>
                <a:prstDash val="solid"/>
                <a:headEnd type="none" w="med" len="med"/>
                <a:tailEnd type="none" w="med" len="med"/>
              </a:ln>
            </p:spPr>
          </p:sp>
          <p:sp>
            <p:nvSpPr>
              <p:cNvPr id="84156" name="Line 23"/>
              <p:cNvSpPr/>
              <p:nvPr/>
            </p:nvSpPr>
            <p:spPr>
              <a:xfrm>
                <a:off x="2560" y="969"/>
                <a:ext cx="1" cy="78"/>
              </a:xfrm>
              <a:prstGeom prst="line">
                <a:avLst/>
              </a:prstGeom>
              <a:ln w="12700" cap="flat" cmpd="sng">
                <a:solidFill>
                  <a:schemeClr val="tx1"/>
                </a:solidFill>
                <a:prstDash val="solid"/>
                <a:headEnd type="none" w="med" len="med"/>
                <a:tailEnd type="none" w="med" len="med"/>
              </a:ln>
            </p:spPr>
          </p:sp>
          <p:sp>
            <p:nvSpPr>
              <p:cNvPr id="84157" name="Rectangle 24"/>
              <p:cNvSpPr/>
              <p:nvPr/>
            </p:nvSpPr>
            <p:spPr>
              <a:xfrm>
                <a:off x="2213" y="962"/>
                <a:ext cx="439" cy="76"/>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84158" name="Oval 25"/>
              <p:cNvSpPr/>
              <p:nvPr/>
            </p:nvSpPr>
            <p:spPr>
              <a:xfrm>
                <a:off x="2210" y="903"/>
                <a:ext cx="443" cy="14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84159" name="Group 26"/>
              <p:cNvGrpSpPr/>
              <p:nvPr/>
            </p:nvGrpSpPr>
            <p:grpSpPr>
              <a:xfrm>
                <a:off x="2319" y="931"/>
                <a:ext cx="221" cy="85"/>
                <a:chOff x="2848" y="848"/>
                <a:chExt cx="140" cy="98"/>
              </a:xfrm>
            </p:grpSpPr>
            <p:sp>
              <p:nvSpPr>
                <p:cNvPr id="84164" name="Line 27"/>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84165" name="Line 28"/>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84166" name="Line 29"/>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84160" name="Group 30"/>
              <p:cNvGrpSpPr/>
              <p:nvPr/>
            </p:nvGrpSpPr>
            <p:grpSpPr>
              <a:xfrm flipV="1">
                <a:off x="2319" y="930"/>
                <a:ext cx="221" cy="87"/>
                <a:chOff x="2848" y="848"/>
                <a:chExt cx="140" cy="98"/>
              </a:xfrm>
            </p:grpSpPr>
            <p:sp>
              <p:nvSpPr>
                <p:cNvPr id="84161" name="Line 31"/>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84162" name="Line 32"/>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84163" name="Line 33"/>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sp>
          <p:nvSpPr>
            <p:cNvPr id="84153" name="Text Box 34"/>
            <p:cNvSpPr txBox="1"/>
            <p:nvPr/>
          </p:nvSpPr>
          <p:spPr>
            <a:xfrm>
              <a:off x="2010" y="728"/>
              <a:ext cx="207"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B</a:t>
              </a:r>
              <a:endParaRPr lang="en-US" altLang="zh-CN" sz="1800" dirty="0">
                <a:ea typeface="宋体" panose="02010600030101010101" pitchFamily="2" charset="-122"/>
              </a:endParaRPr>
            </a:p>
          </p:txBody>
        </p:sp>
      </p:grpSp>
      <p:grpSp>
        <p:nvGrpSpPr>
          <p:cNvPr id="83975" name="Group 35"/>
          <p:cNvGrpSpPr/>
          <p:nvPr/>
        </p:nvGrpSpPr>
        <p:grpSpPr>
          <a:xfrm>
            <a:off x="6213475" y="1117600"/>
            <a:ext cx="708025" cy="638175"/>
            <a:chOff x="1898" y="728"/>
            <a:chExt cx="446" cy="402"/>
          </a:xfrm>
        </p:grpSpPr>
        <p:grpSp>
          <p:nvGrpSpPr>
            <p:cNvPr id="84137" name="Group 36"/>
            <p:cNvGrpSpPr/>
            <p:nvPr/>
          </p:nvGrpSpPr>
          <p:grpSpPr>
            <a:xfrm>
              <a:off x="1898" y="918"/>
              <a:ext cx="446" cy="212"/>
              <a:chOff x="2210" y="903"/>
              <a:chExt cx="446" cy="212"/>
            </a:xfrm>
          </p:grpSpPr>
          <p:sp>
            <p:nvSpPr>
              <p:cNvPr id="84139" name="Oval 37"/>
              <p:cNvSpPr/>
              <p:nvPr/>
            </p:nvSpPr>
            <p:spPr>
              <a:xfrm>
                <a:off x="2213" y="969"/>
                <a:ext cx="443" cy="146"/>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84140" name="Line 38"/>
              <p:cNvSpPr/>
              <p:nvPr/>
            </p:nvSpPr>
            <p:spPr>
              <a:xfrm>
                <a:off x="2213" y="962"/>
                <a:ext cx="1" cy="78"/>
              </a:xfrm>
              <a:prstGeom prst="line">
                <a:avLst/>
              </a:prstGeom>
              <a:ln w="12700" cap="flat" cmpd="sng">
                <a:solidFill>
                  <a:schemeClr val="tx1"/>
                </a:solidFill>
                <a:prstDash val="solid"/>
                <a:headEnd type="none" w="med" len="med"/>
                <a:tailEnd type="none" w="med" len="med"/>
              </a:ln>
            </p:spPr>
          </p:sp>
          <p:sp>
            <p:nvSpPr>
              <p:cNvPr id="84141" name="Line 39"/>
              <p:cNvSpPr/>
              <p:nvPr/>
            </p:nvSpPr>
            <p:spPr>
              <a:xfrm>
                <a:off x="2560" y="969"/>
                <a:ext cx="1" cy="78"/>
              </a:xfrm>
              <a:prstGeom prst="line">
                <a:avLst/>
              </a:prstGeom>
              <a:ln w="12700" cap="flat" cmpd="sng">
                <a:solidFill>
                  <a:schemeClr val="tx1"/>
                </a:solidFill>
                <a:prstDash val="solid"/>
                <a:headEnd type="none" w="med" len="med"/>
                <a:tailEnd type="none" w="med" len="med"/>
              </a:ln>
            </p:spPr>
          </p:sp>
          <p:sp>
            <p:nvSpPr>
              <p:cNvPr id="84142" name="Rectangle 40"/>
              <p:cNvSpPr/>
              <p:nvPr/>
            </p:nvSpPr>
            <p:spPr>
              <a:xfrm>
                <a:off x="2213" y="962"/>
                <a:ext cx="439" cy="76"/>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84143" name="Oval 41"/>
              <p:cNvSpPr/>
              <p:nvPr/>
            </p:nvSpPr>
            <p:spPr>
              <a:xfrm>
                <a:off x="2210" y="903"/>
                <a:ext cx="443" cy="14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84144" name="Group 42"/>
              <p:cNvGrpSpPr/>
              <p:nvPr/>
            </p:nvGrpSpPr>
            <p:grpSpPr>
              <a:xfrm>
                <a:off x="2319" y="931"/>
                <a:ext cx="221" cy="85"/>
                <a:chOff x="2848" y="848"/>
                <a:chExt cx="140" cy="98"/>
              </a:xfrm>
            </p:grpSpPr>
            <p:sp>
              <p:nvSpPr>
                <p:cNvPr id="84149" name="Line 43"/>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84150" name="Line 44"/>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84151" name="Line 45"/>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84145" name="Group 46"/>
              <p:cNvGrpSpPr/>
              <p:nvPr/>
            </p:nvGrpSpPr>
            <p:grpSpPr>
              <a:xfrm flipV="1">
                <a:off x="2319" y="930"/>
                <a:ext cx="221" cy="87"/>
                <a:chOff x="2848" y="848"/>
                <a:chExt cx="140" cy="98"/>
              </a:xfrm>
            </p:grpSpPr>
            <p:sp>
              <p:nvSpPr>
                <p:cNvPr id="84146" name="Line 47"/>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84147" name="Line 48"/>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84148" name="Line 49"/>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sp>
          <p:nvSpPr>
            <p:cNvPr id="84138" name="Text Box 50"/>
            <p:cNvSpPr txBox="1"/>
            <p:nvPr/>
          </p:nvSpPr>
          <p:spPr>
            <a:xfrm>
              <a:off x="2010" y="728"/>
              <a:ext cx="206"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E</a:t>
              </a:r>
              <a:endParaRPr lang="en-US" altLang="zh-CN" sz="1800" dirty="0">
                <a:ea typeface="宋体" panose="02010600030101010101" pitchFamily="2" charset="-122"/>
              </a:endParaRPr>
            </a:p>
          </p:txBody>
        </p:sp>
      </p:grpSp>
      <p:grpSp>
        <p:nvGrpSpPr>
          <p:cNvPr id="83976" name="Group 51"/>
          <p:cNvGrpSpPr/>
          <p:nvPr/>
        </p:nvGrpSpPr>
        <p:grpSpPr>
          <a:xfrm>
            <a:off x="7204075" y="1106488"/>
            <a:ext cx="708025" cy="638175"/>
            <a:chOff x="1898" y="728"/>
            <a:chExt cx="446" cy="402"/>
          </a:xfrm>
        </p:grpSpPr>
        <p:grpSp>
          <p:nvGrpSpPr>
            <p:cNvPr id="84122" name="Group 52"/>
            <p:cNvGrpSpPr/>
            <p:nvPr/>
          </p:nvGrpSpPr>
          <p:grpSpPr>
            <a:xfrm>
              <a:off x="1898" y="918"/>
              <a:ext cx="446" cy="212"/>
              <a:chOff x="2210" y="903"/>
              <a:chExt cx="446" cy="212"/>
            </a:xfrm>
          </p:grpSpPr>
          <p:sp>
            <p:nvSpPr>
              <p:cNvPr id="84124" name="Oval 53"/>
              <p:cNvSpPr/>
              <p:nvPr/>
            </p:nvSpPr>
            <p:spPr>
              <a:xfrm>
                <a:off x="2213" y="969"/>
                <a:ext cx="443" cy="146"/>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84125" name="Line 54"/>
              <p:cNvSpPr/>
              <p:nvPr/>
            </p:nvSpPr>
            <p:spPr>
              <a:xfrm>
                <a:off x="2213" y="962"/>
                <a:ext cx="1" cy="78"/>
              </a:xfrm>
              <a:prstGeom prst="line">
                <a:avLst/>
              </a:prstGeom>
              <a:ln w="12700" cap="flat" cmpd="sng">
                <a:solidFill>
                  <a:schemeClr val="tx1"/>
                </a:solidFill>
                <a:prstDash val="solid"/>
                <a:headEnd type="none" w="med" len="med"/>
                <a:tailEnd type="none" w="med" len="med"/>
              </a:ln>
            </p:spPr>
          </p:sp>
          <p:sp>
            <p:nvSpPr>
              <p:cNvPr id="84126" name="Line 55"/>
              <p:cNvSpPr/>
              <p:nvPr/>
            </p:nvSpPr>
            <p:spPr>
              <a:xfrm>
                <a:off x="2560" y="969"/>
                <a:ext cx="1" cy="78"/>
              </a:xfrm>
              <a:prstGeom prst="line">
                <a:avLst/>
              </a:prstGeom>
              <a:ln w="12700" cap="flat" cmpd="sng">
                <a:solidFill>
                  <a:schemeClr val="tx1"/>
                </a:solidFill>
                <a:prstDash val="solid"/>
                <a:headEnd type="none" w="med" len="med"/>
                <a:tailEnd type="none" w="med" len="med"/>
              </a:ln>
            </p:spPr>
          </p:sp>
          <p:sp>
            <p:nvSpPr>
              <p:cNvPr id="84127" name="Rectangle 56"/>
              <p:cNvSpPr/>
              <p:nvPr/>
            </p:nvSpPr>
            <p:spPr>
              <a:xfrm>
                <a:off x="2213" y="962"/>
                <a:ext cx="439" cy="76"/>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84128" name="Oval 57"/>
              <p:cNvSpPr/>
              <p:nvPr/>
            </p:nvSpPr>
            <p:spPr>
              <a:xfrm>
                <a:off x="2210" y="903"/>
                <a:ext cx="443" cy="14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84129" name="Group 58"/>
              <p:cNvGrpSpPr/>
              <p:nvPr/>
            </p:nvGrpSpPr>
            <p:grpSpPr>
              <a:xfrm>
                <a:off x="2319" y="931"/>
                <a:ext cx="221" cy="85"/>
                <a:chOff x="2848" y="848"/>
                <a:chExt cx="140" cy="98"/>
              </a:xfrm>
            </p:grpSpPr>
            <p:sp>
              <p:nvSpPr>
                <p:cNvPr id="84134" name="Line 59"/>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84135" name="Line 60"/>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84136" name="Line 61"/>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84130" name="Group 62"/>
              <p:cNvGrpSpPr/>
              <p:nvPr/>
            </p:nvGrpSpPr>
            <p:grpSpPr>
              <a:xfrm flipV="1">
                <a:off x="2319" y="930"/>
                <a:ext cx="221" cy="87"/>
                <a:chOff x="2848" y="848"/>
                <a:chExt cx="140" cy="98"/>
              </a:xfrm>
            </p:grpSpPr>
            <p:sp>
              <p:nvSpPr>
                <p:cNvPr id="84131" name="Line 63"/>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84132" name="Line 64"/>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84133" name="Line 65"/>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sp>
          <p:nvSpPr>
            <p:cNvPr id="84123" name="Text Box 66"/>
            <p:cNvSpPr txBox="1"/>
            <p:nvPr/>
          </p:nvSpPr>
          <p:spPr>
            <a:xfrm>
              <a:off x="2010" y="728"/>
              <a:ext cx="203"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F</a:t>
              </a:r>
              <a:endParaRPr lang="en-US" altLang="zh-CN" sz="1800" dirty="0">
                <a:ea typeface="宋体" panose="02010600030101010101" pitchFamily="2" charset="-122"/>
              </a:endParaRPr>
            </a:p>
          </p:txBody>
        </p:sp>
      </p:grpSp>
      <p:sp>
        <p:nvSpPr>
          <p:cNvPr id="83977" name="Rectangle 67"/>
          <p:cNvSpPr/>
          <p:nvPr/>
        </p:nvSpPr>
        <p:spPr>
          <a:xfrm>
            <a:off x="3905250" y="1589088"/>
            <a:ext cx="2281238" cy="66675"/>
          </a:xfrm>
          <a:prstGeom prst="rect">
            <a:avLst/>
          </a:prstGeom>
          <a:solidFill>
            <a:srgbClr val="FF0000"/>
          </a:solidFill>
          <a:ln w="9525" cap="flat" cmpd="sng">
            <a:solidFill>
              <a:srgbClr val="FF0000"/>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83978" name="Line 68"/>
          <p:cNvSpPr/>
          <p:nvPr/>
        </p:nvSpPr>
        <p:spPr>
          <a:xfrm flipV="1">
            <a:off x="2871788" y="1612900"/>
            <a:ext cx="323850" cy="0"/>
          </a:xfrm>
          <a:prstGeom prst="line">
            <a:avLst/>
          </a:prstGeom>
          <a:ln w="19050" cap="flat" cmpd="sng">
            <a:solidFill>
              <a:schemeClr val="tx1"/>
            </a:solidFill>
            <a:prstDash val="solid"/>
            <a:headEnd type="none" w="med" len="med"/>
            <a:tailEnd type="none" w="med" len="med"/>
          </a:ln>
        </p:spPr>
      </p:sp>
      <p:sp>
        <p:nvSpPr>
          <p:cNvPr id="83979" name="Line 69"/>
          <p:cNvSpPr/>
          <p:nvPr/>
        </p:nvSpPr>
        <p:spPr>
          <a:xfrm flipV="1">
            <a:off x="6918325" y="1593850"/>
            <a:ext cx="323850" cy="0"/>
          </a:xfrm>
          <a:prstGeom prst="line">
            <a:avLst/>
          </a:prstGeom>
          <a:ln w="19050" cap="flat" cmpd="sng">
            <a:solidFill>
              <a:schemeClr val="tx1"/>
            </a:solidFill>
            <a:prstDash val="solid"/>
            <a:headEnd type="none" w="med" len="med"/>
            <a:tailEnd type="none" w="med" len="med"/>
          </a:ln>
        </p:spPr>
      </p:sp>
      <p:sp>
        <p:nvSpPr>
          <p:cNvPr id="83980" name="Text Box 70"/>
          <p:cNvSpPr txBox="1"/>
          <p:nvPr/>
        </p:nvSpPr>
        <p:spPr>
          <a:xfrm>
            <a:off x="2209800" y="1727200"/>
            <a:ext cx="623888" cy="3365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600" dirty="0">
                <a:ea typeface="宋体" panose="02010600030101010101" pitchFamily="2" charset="-122"/>
              </a:rPr>
              <a:t>IPv6</a:t>
            </a:r>
            <a:endParaRPr lang="en-US" altLang="zh-CN" sz="1600" dirty="0">
              <a:ea typeface="宋体" panose="02010600030101010101" pitchFamily="2" charset="-122"/>
            </a:endParaRPr>
          </a:p>
        </p:txBody>
      </p:sp>
      <p:sp>
        <p:nvSpPr>
          <p:cNvPr id="83981" name="Text Box 71"/>
          <p:cNvSpPr txBox="1"/>
          <p:nvPr/>
        </p:nvSpPr>
        <p:spPr>
          <a:xfrm>
            <a:off x="3255963" y="1728788"/>
            <a:ext cx="623887" cy="3365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600" dirty="0">
                <a:ea typeface="宋体" panose="02010600030101010101" pitchFamily="2" charset="-122"/>
              </a:rPr>
              <a:t>IPv6</a:t>
            </a:r>
            <a:endParaRPr lang="en-US" altLang="zh-CN" sz="1600" dirty="0">
              <a:ea typeface="宋体" panose="02010600030101010101" pitchFamily="2" charset="-122"/>
            </a:endParaRPr>
          </a:p>
        </p:txBody>
      </p:sp>
      <p:sp>
        <p:nvSpPr>
          <p:cNvPr id="83982" name="Text Box 72"/>
          <p:cNvSpPr txBox="1"/>
          <p:nvPr/>
        </p:nvSpPr>
        <p:spPr>
          <a:xfrm>
            <a:off x="6281738" y="1720850"/>
            <a:ext cx="623887" cy="3365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600" dirty="0">
                <a:ea typeface="宋体" panose="02010600030101010101" pitchFamily="2" charset="-122"/>
              </a:rPr>
              <a:t>IPv6</a:t>
            </a:r>
            <a:endParaRPr lang="en-US" altLang="zh-CN" sz="1600" dirty="0">
              <a:ea typeface="宋体" panose="02010600030101010101" pitchFamily="2" charset="-122"/>
            </a:endParaRPr>
          </a:p>
        </p:txBody>
      </p:sp>
      <p:sp>
        <p:nvSpPr>
          <p:cNvPr id="83983" name="Text Box 73"/>
          <p:cNvSpPr txBox="1"/>
          <p:nvPr/>
        </p:nvSpPr>
        <p:spPr>
          <a:xfrm>
            <a:off x="7262813" y="1724025"/>
            <a:ext cx="623887" cy="3365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600" dirty="0">
                <a:ea typeface="宋体" panose="02010600030101010101" pitchFamily="2" charset="-122"/>
              </a:rPr>
              <a:t>IPv6</a:t>
            </a:r>
            <a:endParaRPr lang="en-US" altLang="zh-CN" sz="1600" dirty="0">
              <a:ea typeface="宋体" panose="02010600030101010101" pitchFamily="2" charset="-122"/>
            </a:endParaRPr>
          </a:p>
        </p:txBody>
      </p:sp>
      <p:sp>
        <p:nvSpPr>
          <p:cNvPr id="83984" name="Text Box 74"/>
          <p:cNvSpPr txBox="1"/>
          <p:nvPr/>
        </p:nvSpPr>
        <p:spPr>
          <a:xfrm>
            <a:off x="4667250" y="1247775"/>
            <a:ext cx="765175" cy="3365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600" dirty="0">
                <a:solidFill>
                  <a:srgbClr val="FF0000"/>
                </a:solidFill>
                <a:ea typeface="宋体" panose="02010600030101010101" pitchFamily="2" charset="-122"/>
              </a:rPr>
              <a:t>tunnel</a:t>
            </a:r>
            <a:endParaRPr lang="en-US" altLang="zh-CN" sz="1600" dirty="0">
              <a:solidFill>
                <a:srgbClr val="FF0000"/>
              </a:solidFill>
              <a:ea typeface="宋体" panose="02010600030101010101" pitchFamily="2" charset="-122"/>
            </a:endParaRPr>
          </a:p>
        </p:txBody>
      </p:sp>
      <p:sp>
        <p:nvSpPr>
          <p:cNvPr id="83985" name="Text Box 75"/>
          <p:cNvSpPr txBox="1"/>
          <p:nvPr/>
        </p:nvSpPr>
        <p:spPr>
          <a:xfrm>
            <a:off x="414338" y="1314450"/>
            <a:ext cx="1504950"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Logical view:</a:t>
            </a:r>
            <a:endParaRPr lang="en-US" altLang="zh-CN" sz="1800" dirty="0">
              <a:ea typeface="宋体" panose="02010600030101010101" pitchFamily="2" charset="-122"/>
            </a:endParaRPr>
          </a:p>
        </p:txBody>
      </p:sp>
      <p:sp>
        <p:nvSpPr>
          <p:cNvPr id="83986" name="Text Box 76"/>
          <p:cNvSpPr txBox="1"/>
          <p:nvPr/>
        </p:nvSpPr>
        <p:spPr>
          <a:xfrm>
            <a:off x="309563" y="2468563"/>
            <a:ext cx="1619250" cy="3667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Physical view:</a:t>
            </a:r>
            <a:endParaRPr lang="en-US" altLang="zh-CN" sz="1800" dirty="0">
              <a:ea typeface="宋体" panose="02010600030101010101" pitchFamily="2" charset="-122"/>
            </a:endParaRPr>
          </a:p>
        </p:txBody>
      </p:sp>
      <p:grpSp>
        <p:nvGrpSpPr>
          <p:cNvPr id="83987" name="Group 77"/>
          <p:cNvGrpSpPr/>
          <p:nvPr/>
        </p:nvGrpSpPr>
        <p:grpSpPr>
          <a:xfrm>
            <a:off x="2143125" y="2254250"/>
            <a:ext cx="708025" cy="638175"/>
            <a:chOff x="1898" y="728"/>
            <a:chExt cx="446" cy="402"/>
          </a:xfrm>
        </p:grpSpPr>
        <p:grpSp>
          <p:nvGrpSpPr>
            <p:cNvPr id="84107" name="Group 78"/>
            <p:cNvGrpSpPr/>
            <p:nvPr/>
          </p:nvGrpSpPr>
          <p:grpSpPr>
            <a:xfrm>
              <a:off x="1898" y="918"/>
              <a:ext cx="446" cy="212"/>
              <a:chOff x="2210" y="903"/>
              <a:chExt cx="446" cy="212"/>
            </a:xfrm>
          </p:grpSpPr>
          <p:sp>
            <p:nvSpPr>
              <p:cNvPr id="84109" name="Oval 79"/>
              <p:cNvSpPr/>
              <p:nvPr/>
            </p:nvSpPr>
            <p:spPr>
              <a:xfrm>
                <a:off x="2213" y="969"/>
                <a:ext cx="443" cy="146"/>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84110" name="Line 80"/>
              <p:cNvSpPr/>
              <p:nvPr/>
            </p:nvSpPr>
            <p:spPr>
              <a:xfrm>
                <a:off x="2213" y="962"/>
                <a:ext cx="1" cy="78"/>
              </a:xfrm>
              <a:prstGeom prst="line">
                <a:avLst/>
              </a:prstGeom>
              <a:ln w="12700" cap="flat" cmpd="sng">
                <a:solidFill>
                  <a:schemeClr val="tx1"/>
                </a:solidFill>
                <a:prstDash val="solid"/>
                <a:headEnd type="none" w="med" len="med"/>
                <a:tailEnd type="none" w="med" len="med"/>
              </a:ln>
            </p:spPr>
          </p:sp>
          <p:sp>
            <p:nvSpPr>
              <p:cNvPr id="84111" name="Line 81"/>
              <p:cNvSpPr/>
              <p:nvPr/>
            </p:nvSpPr>
            <p:spPr>
              <a:xfrm>
                <a:off x="2560" y="969"/>
                <a:ext cx="1" cy="78"/>
              </a:xfrm>
              <a:prstGeom prst="line">
                <a:avLst/>
              </a:prstGeom>
              <a:ln w="12700" cap="flat" cmpd="sng">
                <a:solidFill>
                  <a:schemeClr val="tx1"/>
                </a:solidFill>
                <a:prstDash val="solid"/>
                <a:headEnd type="none" w="med" len="med"/>
                <a:tailEnd type="none" w="med" len="med"/>
              </a:ln>
            </p:spPr>
          </p:sp>
          <p:sp>
            <p:nvSpPr>
              <p:cNvPr id="84112" name="Rectangle 82"/>
              <p:cNvSpPr/>
              <p:nvPr/>
            </p:nvSpPr>
            <p:spPr>
              <a:xfrm>
                <a:off x="2213" y="962"/>
                <a:ext cx="439" cy="76"/>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84113" name="Oval 83"/>
              <p:cNvSpPr/>
              <p:nvPr/>
            </p:nvSpPr>
            <p:spPr>
              <a:xfrm>
                <a:off x="2210" y="903"/>
                <a:ext cx="443" cy="14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84114" name="Group 84"/>
              <p:cNvGrpSpPr/>
              <p:nvPr/>
            </p:nvGrpSpPr>
            <p:grpSpPr>
              <a:xfrm>
                <a:off x="2319" y="931"/>
                <a:ext cx="221" cy="85"/>
                <a:chOff x="2848" y="848"/>
                <a:chExt cx="140" cy="98"/>
              </a:xfrm>
            </p:grpSpPr>
            <p:sp>
              <p:nvSpPr>
                <p:cNvPr id="84119" name="Line 85"/>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84120" name="Line 86"/>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84121" name="Line 87"/>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84115" name="Group 88"/>
              <p:cNvGrpSpPr/>
              <p:nvPr/>
            </p:nvGrpSpPr>
            <p:grpSpPr>
              <a:xfrm flipV="1">
                <a:off x="2319" y="930"/>
                <a:ext cx="221" cy="87"/>
                <a:chOff x="2848" y="848"/>
                <a:chExt cx="140" cy="98"/>
              </a:xfrm>
            </p:grpSpPr>
            <p:sp>
              <p:nvSpPr>
                <p:cNvPr id="84116" name="Line 89"/>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84117" name="Line 90"/>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84118" name="Line 91"/>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sp>
          <p:nvSpPr>
            <p:cNvPr id="84108" name="Text Box 92"/>
            <p:cNvSpPr txBox="1"/>
            <p:nvPr/>
          </p:nvSpPr>
          <p:spPr>
            <a:xfrm>
              <a:off x="2010" y="728"/>
              <a:ext cx="221"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A</a:t>
              </a:r>
              <a:endParaRPr lang="en-US" altLang="zh-CN" sz="1800" dirty="0">
                <a:ea typeface="宋体" panose="02010600030101010101" pitchFamily="2" charset="-122"/>
              </a:endParaRPr>
            </a:p>
          </p:txBody>
        </p:sp>
      </p:grpSp>
      <p:grpSp>
        <p:nvGrpSpPr>
          <p:cNvPr id="83988" name="Group 93"/>
          <p:cNvGrpSpPr/>
          <p:nvPr/>
        </p:nvGrpSpPr>
        <p:grpSpPr>
          <a:xfrm>
            <a:off x="3189288" y="2259013"/>
            <a:ext cx="708025" cy="638175"/>
            <a:chOff x="1898" y="728"/>
            <a:chExt cx="446" cy="402"/>
          </a:xfrm>
        </p:grpSpPr>
        <p:grpSp>
          <p:nvGrpSpPr>
            <p:cNvPr id="84092" name="Group 94"/>
            <p:cNvGrpSpPr/>
            <p:nvPr/>
          </p:nvGrpSpPr>
          <p:grpSpPr>
            <a:xfrm>
              <a:off x="1898" y="918"/>
              <a:ext cx="446" cy="212"/>
              <a:chOff x="2210" y="903"/>
              <a:chExt cx="446" cy="212"/>
            </a:xfrm>
          </p:grpSpPr>
          <p:sp>
            <p:nvSpPr>
              <p:cNvPr id="84094" name="Oval 95"/>
              <p:cNvSpPr/>
              <p:nvPr/>
            </p:nvSpPr>
            <p:spPr>
              <a:xfrm>
                <a:off x="2213" y="969"/>
                <a:ext cx="443" cy="146"/>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84095" name="Line 96"/>
              <p:cNvSpPr/>
              <p:nvPr/>
            </p:nvSpPr>
            <p:spPr>
              <a:xfrm>
                <a:off x="2213" y="962"/>
                <a:ext cx="1" cy="78"/>
              </a:xfrm>
              <a:prstGeom prst="line">
                <a:avLst/>
              </a:prstGeom>
              <a:ln w="12700" cap="flat" cmpd="sng">
                <a:solidFill>
                  <a:schemeClr val="tx1"/>
                </a:solidFill>
                <a:prstDash val="solid"/>
                <a:headEnd type="none" w="med" len="med"/>
                <a:tailEnd type="none" w="med" len="med"/>
              </a:ln>
            </p:spPr>
          </p:sp>
          <p:sp>
            <p:nvSpPr>
              <p:cNvPr id="84096" name="Line 97"/>
              <p:cNvSpPr/>
              <p:nvPr/>
            </p:nvSpPr>
            <p:spPr>
              <a:xfrm>
                <a:off x="2560" y="969"/>
                <a:ext cx="1" cy="78"/>
              </a:xfrm>
              <a:prstGeom prst="line">
                <a:avLst/>
              </a:prstGeom>
              <a:ln w="12700" cap="flat" cmpd="sng">
                <a:solidFill>
                  <a:schemeClr val="tx1"/>
                </a:solidFill>
                <a:prstDash val="solid"/>
                <a:headEnd type="none" w="med" len="med"/>
                <a:tailEnd type="none" w="med" len="med"/>
              </a:ln>
            </p:spPr>
          </p:sp>
          <p:sp>
            <p:nvSpPr>
              <p:cNvPr id="84097" name="Rectangle 98"/>
              <p:cNvSpPr/>
              <p:nvPr/>
            </p:nvSpPr>
            <p:spPr>
              <a:xfrm>
                <a:off x="2213" y="962"/>
                <a:ext cx="439" cy="76"/>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84098" name="Oval 99"/>
              <p:cNvSpPr/>
              <p:nvPr/>
            </p:nvSpPr>
            <p:spPr>
              <a:xfrm>
                <a:off x="2210" y="903"/>
                <a:ext cx="443" cy="14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84099" name="Group 100"/>
              <p:cNvGrpSpPr/>
              <p:nvPr/>
            </p:nvGrpSpPr>
            <p:grpSpPr>
              <a:xfrm>
                <a:off x="2319" y="931"/>
                <a:ext cx="221" cy="85"/>
                <a:chOff x="2848" y="848"/>
                <a:chExt cx="140" cy="98"/>
              </a:xfrm>
            </p:grpSpPr>
            <p:sp>
              <p:nvSpPr>
                <p:cNvPr id="84104" name="Line 101"/>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84105" name="Line 102"/>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84106" name="Line 103"/>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84100" name="Group 104"/>
              <p:cNvGrpSpPr/>
              <p:nvPr/>
            </p:nvGrpSpPr>
            <p:grpSpPr>
              <a:xfrm flipV="1">
                <a:off x="2319" y="930"/>
                <a:ext cx="221" cy="87"/>
                <a:chOff x="2848" y="848"/>
                <a:chExt cx="140" cy="98"/>
              </a:xfrm>
            </p:grpSpPr>
            <p:sp>
              <p:nvSpPr>
                <p:cNvPr id="84101" name="Line 105"/>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84102" name="Line 106"/>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84103" name="Line 107"/>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sp>
          <p:nvSpPr>
            <p:cNvPr id="84093" name="Text Box 108"/>
            <p:cNvSpPr txBox="1"/>
            <p:nvPr/>
          </p:nvSpPr>
          <p:spPr>
            <a:xfrm>
              <a:off x="2010" y="728"/>
              <a:ext cx="207"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B</a:t>
              </a:r>
              <a:endParaRPr lang="en-US" altLang="zh-CN" sz="1800" dirty="0">
                <a:ea typeface="宋体" panose="02010600030101010101" pitchFamily="2" charset="-122"/>
              </a:endParaRPr>
            </a:p>
          </p:txBody>
        </p:sp>
      </p:grpSp>
      <p:grpSp>
        <p:nvGrpSpPr>
          <p:cNvPr id="83989" name="Group 109"/>
          <p:cNvGrpSpPr/>
          <p:nvPr/>
        </p:nvGrpSpPr>
        <p:grpSpPr>
          <a:xfrm>
            <a:off x="6203950" y="2249488"/>
            <a:ext cx="708025" cy="638175"/>
            <a:chOff x="1898" y="728"/>
            <a:chExt cx="446" cy="402"/>
          </a:xfrm>
        </p:grpSpPr>
        <p:grpSp>
          <p:nvGrpSpPr>
            <p:cNvPr id="84077" name="Group 110"/>
            <p:cNvGrpSpPr/>
            <p:nvPr/>
          </p:nvGrpSpPr>
          <p:grpSpPr>
            <a:xfrm>
              <a:off x="1898" y="918"/>
              <a:ext cx="446" cy="212"/>
              <a:chOff x="2210" y="903"/>
              <a:chExt cx="446" cy="212"/>
            </a:xfrm>
          </p:grpSpPr>
          <p:sp>
            <p:nvSpPr>
              <p:cNvPr id="84079" name="Oval 111"/>
              <p:cNvSpPr/>
              <p:nvPr/>
            </p:nvSpPr>
            <p:spPr>
              <a:xfrm>
                <a:off x="2213" y="969"/>
                <a:ext cx="443" cy="146"/>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84080" name="Line 112"/>
              <p:cNvSpPr/>
              <p:nvPr/>
            </p:nvSpPr>
            <p:spPr>
              <a:xfrm>
                <a:off x="2213" y="962"/>
                <a:ext cx="1" cy="78"/>
              </a:xfrm>
              <a:prstGeom prst="line">
                <a:avLst/>
              </a:prstGeom>
              <a:ln w="12700" cap="flat" cmpd="sng">
                <a:solidFill>
                  <a:schemeClr val="tx1"/>
                </a:solidFill>
                <a:prstDash val="solid"/>
                <a:headEnd type="none" w="med" len="med"/>
                <a:tailEnd type="none" w="med" len="med"/>
              </a:ln>
            </p:spPr>
          </p:sp>
          <p:sp>
            <p:nvSpPr>
              <p:cNvPr id="84081" name="Line 113"/>
              <p:cNvSpPr/>
              <p:nvPr/>
            </p:nvSpPr>
            <p:spPr>
              <a:xfrm>
                <a:off x="2560" y="969"/>
                <a:ext cx="1" cy="78"/>
              </a:xfrm>
              <a:prstGeom prst="line">
                <a:avLst/>
              </a:prstGeom>
              <a:ln w="12700" cap="flat" cmpd="sng">
                <a:solidFill>
                  <a:schemeClr val="tx1"/>
                </a:solidFill>
                <a:prstDash val="solid"/>
                <a:headEnd type="none" w="med" len="med"/>
                <a:tailEnd type="none" w="med" len="med"/>
              </a:ln>
            </p:spPr>
          </p:sp>
          <p:sp>
            <p:nvSpPr>
              <p:cNvPr id="84082" name="Rectangle 114"/>
              <p:cNvSpPr/>
              <p:nvPr/>
            </p:nvSpPr>
            <p:spPr>
              <a:xfrm>
                <a:off x="2213" y="962"/>
                <a:ext cx="439" cy="76"/>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84083" name="Oval 115"/>
              <p:cNvSpPr/>
              <p:nvPr/>
            </p:nvSpPr>
            <p:spPr>
              <a:xfrm>
                <a:off x="2210" y="903"/>
                <a:ext cx="443" cy="14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84084" name="Group 116"/>
              <p:cNvGrpSpPr/>
              <p:nvPr/>
            </p:nvGrpSpPr>
            <p:grpSpPr>
              <a:xfrm>
                <a:off x="2319" y="931"/>
                <a:ext cx="221" cy="85"/>
                <a:chOff x="2848" y="848"/>
                <a:chExt cx="140" cy="98"/>
              </a:xfrm>
            </p:grpSpPr>
            <p:sp>
              <p:nvSpPr>
                <p:cNvPr id="84089" name="Line 117"/>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84090" name="Line 118"/>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84091" name="Line 119"/>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84085" name="Group 120"/>
              <p:cNvGrpSpPr/>
              <p:nvPr/>
            </p:nvGrpSpPr>
            <p:grpSpPr>
              <a:xfrm flipV="1">
                <a:off x="2319" y="930"/>
                <a:ext cx="221" cy="87"/>
                <a:chOff x="2848" y="848"/>
                <a:chExt cx="140" cy="98"/>
              </a:xfrm>
            </p:grpSpPr>
            <p:sp>
              <p:nvSpPr>
                <p:cNvPr id="84086" name="Line 121"/>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84087" name="Line 122"/>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84088" name="Line 123"/>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sp>
          <p:nvSpPr>
            <p:cNvPr id="84078" name="Text Box 124"/>
            <p:cNvSpPr txBox="1"/>
            <p:nvPr/>
          </p:nvSpPr>
          <p:spPr>
            <a:xfrm>
              <a:off x="2010" y="728"/>
              <a:ext cx="206"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E</a:t>
              </a:r>
              <a:endParaRPr lang="en-US" altLang="zh-CN" sz="1800" dirty="0">
                <a:ea typeface="宋体" panose="02010600030101010101" pitchFamily="2" charset="-122"/>
              </a:endParaRPr>
            </a:p>
          </p:txBody>
        </p:sp>
      </p:grpSp>
      <p:grpSp>
        <p:nvGrpSpPr>
          <p:cNvPr id="83990" name="Group 125"/>
          <p:cNvGrpSpPr/>
          <p:nvPr/>
        </p:nvGrpSpPr>
        <p:grpSpPr>
          <a:xfrm>
            <a:off x="7194550" y="2238375"/>
            <a:ext cx="708025" cy="638175"/>
            <a:chOff x="1898" y="728"/>
            <a:chExt cx="446" cy="402"/>
          </a:xfrm>
        </p:grpSpPr>
        <p:grpSp>
          <p:nvGrpSpPr>
            <p:cNvPr id="84062" name="Group 126"/>
            <p:cNvGrpSpPr/>
            <p:nvPr/>
          </p:nvGrpSpPr>
          <p:grpSpPr>
            <a:xfrm>
              <a:off x="1898" y="918"/>
              <a:ext cx="446" cy="212"/>
              <a:chOff x="2210" y="903"/>
              <a:chExt cx="446" cy="212"/>
            </a:xfrm>
          </p:grpSpPr>
          <p:sp>
            <p:nvSpPr>
              <p:cNvPr id="84064" name="Oval 127"/>
              <p:cNvSpPr/>
              <p:nvPr/>
            </p:nvSpPr>
            <p:spPr>
              <a:xfrm>
                <a:off x="2213" y="969"/>
                <a:ext cx="443" cy="146"/>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84065" name="Line 128"/>
              <p:cNvSpPr/>
              <p:nvPr/>
            </p:nvSpPr>
            <p:spPr>
              <a:xfrm>
                <a:off x="2213" y="962"/>
                <a:ext cx="1" cy="78"/>
              </a:xfrm>
              <a:prstGeom prst="line">
                <a:avLst/>
              </a:prstGeom>
              <a:ln w="12700" cap="flat" cmpd="sng">
                <a:solidFill>
                  <a:schemeClr val="tx1"/>
                </a:solidFill>
                <a:prstDash val="solid"/>
                <a:headEnd type="none" w="med" len="med"/>
                <a:tailEnd type="none" w="med" len="med"/>
              </a:ln>
            </p:spPr>
          </p:sp>
          <p:sp>
            <p:nvSpPr>
              <p:cNvPr id="84066" name="Line 129"/>
              <p:cNvSpPr/>
              <p:nvPr/>
            </p:nvSpPr>
            <p:spPr>
              <a:xfrm>
                <a:off x="2560" y="969"/>
                <a:ext cx="1" cy="78"/>
              </a:xfrm>
              <a:prstGeom prst="line">
                <a:avLst/>
              </a:prstGeom>
              <a:ln w="12700" cap="flat" cmpd="sng">
                <a:solidFill>
                  <a:schemeClr val="tx1"/>
                </a:solidFill>
                <a:prstDash val="solid"/>
                <a:headEnd type="none" w="med" len="med"/>
                <a:tailEnd type="none" w="med" len="med"/>
              </a:ln>
            </p:spPr>
          </p:sp>
          <p:sp>
            <p:nvSpPr>
              <p:cNvPr id="84067" name="Rectangle 130"/>
              <p:cNvSpPr/>
              <p:nvPr/>
            </p:nvSpPr>
            <p:spPr>
              <a:xfrm>
                <a:off x="2213" y="962"/>
                <a:ext cx="439" cy="76"/>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84068" name="Oval 131"/>
              <p:cNvSpPr/>
              <p:nvPr/>
            </p:nvSpPr>
            <p:spPr>
              <a:xfrm>
                <a:off x="2210" y="903"/>
                <a:ext cx="443" cy="14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84069" name="Group 132"/>
              <p:cNvGrpSpPr/>
              <p:nvPr/>
            </p:nvGrpSpPr>
            <p:grpSpPr>
              <a:xfrm>
                <a:off x="2319" y="931"/>
                <a:ext cx="221" cy="85"/>
                <a:chOff x="2848" y="848"/>
                <a:chExt cx="140" cy="98"/>
              </a:xfrm>
            </p:grpSpPr>
            <p:sp>
              <p:nvSpPr>
                <p:cNvPr id="84074" name="Line 133"/>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84075" name="Line 134"/>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84076" name="Line 135"/>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84070" name="Group 136"/>
              <p:cNvGrpSpPr/>
              <p:nvPr/>
            </p:nvGrpSpPr>
            <p:grpSpPr>
              <a:xfrm flipV="1">
                <a:off x="2319" y="930"/>
                <a:ext cx="221" cy="87"/>
                <a:chOff x="2848" y="848"/>
                <a:chExt cx="140" cy="98"/>
              </a:xfrm>
            </p:grpSpPr>
            <p:sp>
              <p:nvSpPr>
                <p:cNvPr id="84071" name="Line 137"/>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84072" name="Line 138"/>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84073" name="Line 139"/>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sp>
          <p:nvSpPr>
            <p:cNvPr id="84063" name="Text Box 140"/>
            <p:cNvSpPr txBox="1"/>
            <p:nvPr/>
          </p:nvSpPr>
          <p:spPr>
            <a:xfrm>
              <a:off x="2010" y="728"/>
              <a:ext cx="203"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F</a:t>
              </a:r>
              <a:endParaRPr lang="en-US" altLang="zh-CN" sz="1800" dirty="0">
                <a:ea typeface="宋体" panose="02010600030101010101" pitchFamily="2" charset="-122"/>
              </a:endParaRPr>
            </a:p>
          </p:txBody>
        </p:sp>
      </p:grpSp>
      <p:sp>
        <p:nvSpPr>
          <p:cNvPr id="83991" name="Line 141"/>
          <p:cNvSpPr/>
          <p:nvPr/>
        </p:nvSpPr>
        <p:spPr>
          <a:xfrm flipV="1">
            <a:off x="2862263" y="2744788"/>
            <a:ext cx="323850" cy="0"/>
          </a:xfrm>
          <a:prstGeom prst="line">
            <a:avLst/>
          </a:prstGeom>
          <a:ln w="19050" cap="flat" cmpd="sng">
            <a:solidFill>
              <a:schemeClr val="tx1"/>
            </a:solidFill>
            <a:prstDash val="solid"/>
            <a:headEnd type="none" w="med" len="med"/>
            <a:tailEnd type="none" w="med" len="med"/>
          </a:ln>
        </p:spPr>
      </p:sp>
      <p:sp>
        <p:nvSpPr>
          <p:cNvPr id="83992" name="Line 142"/>
          <p:cNvSpPr/>
          <p:nvPr/>
        </p:nvSpPr>
        <p:spPr>
          <a:xfrm flipV="1">
            <a:off x="6908800" y="2725738"/>
            <a:ext cx="323850" cy="0"/>
          </a:xfrm>
          <a:prstGeom prst="line">
            <a:avLst/>
          </a:prstGeom>
          <a:ln w="19050" cap="flat" cmpd="sng">
            <a:solidFill>
              <a:schemeClr val="tx1"/>
            </a:solidFill>
            <a:prstDash val="solid"/>
            <a:headEnd type="none" w="med" len="med"/>
            <a:tailEnd type="none" w="med" len="med"/>
          </a:ln>
        </p:spPr>
      </p:sp>
      <p:sp>
        <p:nvSpPr>
          <p:cNvPr id="83993" name="Text Box 143"/>
          <p:cNvSpPr txBox="1"/>
          <p:nvPr/>
        </p:nvSpPr>
        <p:spPr>
          <a:xfrm>
            <a:off x="2200275" y="2859088"/>
            <a:ext cx="623888" cy="3365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600" dirty="0">
                <a:ea typeface="宋体" panose="02010600030101010101" pitchFamily="2" charset="-122"/>
              </a:rPr>
              <a:t>IPv6</a:t>
            </a:r>
            <a:endParaRPr lang="en-US" altLang="zh-CN" sz="1600" dirty="0">
              <a:ea typeface="宋体" panose="02010600030101010101" pitchFamily="2" charset="-122"/>
            </a:endParaRPr>
          </a:p>
        </p:txBody>
      </p:sp>
      <p:sp>
        <p:nvSpPr>
          <p:cNvPr id="83994" name="Text Box 144"/>
          <p:cNvSpPr txBox="1"/>
          <p:nvPr/>
        </p:nvSpPr>
        <p:spPr>
          <a:xfrm>
            <a:off x="3246438" y="2860675"/>
            <a:ext cx="623887" cy="3365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600" dirty="0">
                <a:ea typeface="宋体" panose="02010600030101010101" pitchFamily="2" charset="-122"/>
              </a:rPr>
              <a:t>IPv6</a:t>
            </a:r>
            <a:endParaRPr lang="en-US" altLang="zh-CN" sz="1600" dirty="0">
              <a:ea typeface="宋体" panose="02010600030101010101" pitchFamily="2" charset="-122"/>
            </a:endParaRPr>
          </a:p>
        </p:txBody>
      </p:sp>
      <p:sp>
        <p:nvSpPr>
          <p:cNvPr id="83995" name="Text Box 145"/>
          <p:cNvSpPr txBox="1"/>
          <p:nvPr/>
        </p:nvSpPr>
        <p:spPr>
          <a:xfrm>
            <a:off x="6272213" y="2852738"/>
            <a:ext cx="623887" cy="3365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600" dirty="0">
                <a:ea typeface="宋体" panose="02010600030101010101" pitchFamily="2" charset="-122"/>
              </a:rPr>
              <a:t>IPv6</a:t>
            </a:r>
            <a:endParaRPr lang="en-US" altLang="zh-CN" sz="1600" dirty="0">
              <a:ea typeface="宋体" panose="02010600030101010101" pitchFamily="2" charset="-122"/>
            </a:endParaRPr>
          </a:p>
        </p:txBody>
      </p:sp>
      <p:sp>
        <p:nvSpPr>
          <p:cNvPr id="83996" name="Text Box 146"/>
          <p:cNvSpPr txBox="1"/>
          <p:nvPr/>
        </p:nvSpPr>
        <p:spPr>
          <a:xfrm>
            <a:off x="7253288" y="2855913"/>
            <a:ext cx="623887" cy="3365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600" dirty="0">
                <a:ea typeface="宋体" panose="02010600030101010101" pitchFamily="2" charset="-122"/>
              </a:rPr>
              <a:t>IPv6</a:t>
            </a:r>
            <a:endParaRPr lang="en-US" altLang="zh-CN" sz="1600" dirty="0">
              <a:ea typeface="宋体" panose="02010600030101010101" pitchFamily="2" charset="-122"/>
            </a:endParaRPr>
          </a:p>
        </p:txBody>
      </p:sp>
      <p:sp>
        <p:nvSpPr>
          <p:cNvPr id="83997" name="Line 147"/>
          <p:cNvSpPr/>
          <p:nvPr/>
        </p:nvSpPr>
        <p:spPr>
          <a:xfrm flipV="1">
            <a:off x="3895725" y="2735263"/>
            <a:ext cx="2325688" cy="0"/>
          </a:xfrm>
          <a:prstGeom prst="line">
            <a:avLst/>
          </a:prstGeom>
          <a:ln w="19050" cap="flat" cmpd="sng">
            <a:solidFill>
              <a:schemeClr val="tx1"/>
            </a:solidFill>
            <a:prstDash val="solid"/>
            <a:headEnd type="none" w="med" len="med"/>
            <a:tailEnd type="none" w="med" len="med"/>
          </a:ln>
        </p:spPr>
      </p:sp>
      <p:grpSp>
        <p:nvGrpSpPr>
          <p:cNvPr id="83998" name="Group 148"/>
          <p:cNvGrpSpPr/>
          <p:nvPr/>
        </p:nvGrpSpPr>
        <p:grpSpPr>
          <a:xfrm>
            <a:off x="4183063" y="2262188"/>
            <a:ext cx="708025" cy="638175"/>
            <a:chOff x="1898" y="728"/>
            <a:chExt cx="446" cy="402"/>
          </a:xfrm>
        </p:grpSpPr>
        <p:grpSp>
          <p:nvGrpSpPr>
            <p:cNvPr id="84047" name="Group 149"/>
            <p:cNvGrpSpPr/>
            <p:nvPr/>
          </p:nvGrpSpPr>
          <p:grpSpPr>
            <a:xfrm>
              <a:off x="1898" y="918"/>
              <a:ext cx="446" cy="212"/>
              <a:chOff x="2210" y="903"/>
              <a:chExt cx="446" cy="212"/>
            </a:xfrm>
          </p:grpSpPr>
          <p:sp>
            <p:nvSpPr>
              <p:cNvPr id="84049" name="Oval 150"/>
              <p:cNvSpPr/>
              <p:nvPr/>
            </p:nvSpPr>
            <p:spPr>
              <a:xfrm>
                <a:off x="2213" y="969"/>
                <a:ext cx="443" cy="146"/>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84050" name="Line 151"/>
              <p:cNvSpPr/>
              <p:nvPr/>
            </p:nvSpPr>
            <p:spPr>
              <a:xfrm>
                <a:off x="2213" y="962"/>
                <a:ext cx="1" cy="78"/>
              </a:xfrm>
              <a:prstGeom prst="line">
                <a:avLst/>
              </a:prstGeom>
              <a:ln w="12700" cap="flat" cmpd="sng">
                <a:solidFill>
                  <a:schemeClr val="tx1"/>
                </a:solidFill>
                <a:prstDash val="solid"/>
                <a:headEnd type="none" w="med" len="med"/>
                <a:tailEnd type="none" w="med" len="med"/>
              </a:ln>
            </p:spPr>
          </p:sp>
          <p:sp>
            <p:nvSpPr>
              <p:cNvPr id="84051" name="Line 152"/>
              <p:cNvSpPr/>
              <p:nvPr/>
            </p:nvSpPr>
            <p:spPr>
              <a:xfrm>
                <a:off x="2560" y="969"/>
                <a:ext cx="1" cy="78"/>
              </a:xfrm>
              <a:prstGeom prst="line">
                <a:avLst/>
              </a:prstGeom>
              <a:ln w="12700" cap="flat" cmpd="sng">
                <a:solidFill>
                  <a:schemeClr val="tx1"/>
                </a:solidFill>
                <a:prstDash val="solid"/>
                <a:headEnd type="none" w="med" len="med"/>
                <a:tailEnd type="none" w="med" len="med"/>
              </a:ln>
            </p:spPr>
          </p:sp>
          <p:sp>
            <p:nvSpPr>
              <p:cNvPr id="84052" name="Rectangle 153"/>
              <p:cNvSpPr/>
              <p:nvPr/>
            </p:nvSpPr>
            <p:spPr>
              <a:xfrm>
                <a:off x="2213" y="962"/>
                <a:ext cx="439" cy="76"/>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84053" name="Oval 154"/>
              <p:cNvSpPr/>
              <p:nvPr/>
            </p:nvSpPr>
            <p:spPr>
              <a:xfrm>
                <a:off x="2210" y="903"/>
                <a:ext cx="443" cy="14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84054" name="Group 155"/>
              <p:cNvGrpSpPr/>
              <p:nvPr/>
            </p:nvGrpSpPr>
            <p:grpSpPr>
              <a:xfrm>
                <a:off x="2319" y="931"/>
                <a:ext cx="221" cy="85"/>
                <a:chOff x="2848" y="848"/>
                <a:chExt cx="140" cy="98"/>
              </a:xfrm>
            </p:grpSpPr>
            <p:sp>
              <p:nvSpPr>
                <p:cNvPr id="84059" name="Line 156"/>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84060" name="Line 157"/>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84061" name="Line 158"/>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84055" name="Group 159"/>
              <p:cNvGrpSpPr/>
              <p:nvPr/>
            </p:nvGrpSpPr>
            <p:grpSpPr>
              <a:xfrm flipV="1">
                <a:off x="2319" y="930"/>
                <a:ext cx="221" cy="87"/>
                <a:chOff x="2848" y="848"/>
                <a:chExt cx="140" cy="98"/>
              </a:xfrm>
            </p:grpSpPr>
            <p:sp>
              <p:nvSpPr>
                <p:cNvPr id="84056" name="Line 160"/>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84057" name="Line 161"/>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84058" name="Line 162"/>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sp>
          <p:nvSpPr>
            <p:cNvPr id="84048" name="Text Box 163"/>
            <p:cNvSpPr txBox="1"/>
            <p:nvPr/>
          </p:nvSpPr>
          <p:spPr>
            <a:xfrm>
              <a:off x="2010" y="728"/>
              <a:ext cx="203"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C</a:t>
              </a:r>
              <a:endParaRPr lang="en-US" altLang="zh-CN" sz="1800" dirty="0">
                <a:ea typeface="宋体" panose="02010600030101010101" pitchFamily="2" charset="-122"/>
              </a:endParaRPr>
            </a:p>
          </p:txBody>
        </p:sp>
      </p:grpSp>
      <p:grpSp>
        <p:nvGrpSpPr>
          <p:cNvPr id="83999" name="Group 164"/>
          <p:cNvGrpSpPr/>
          <p:nvPr/>
        </p:nvGrpSpPr>
        <p:grpSpPr>
          <a:xfrm>
            <a:off x="5172075" y="2252663"/>
            <a:ext cx="708025" cy="638175"/>
            <a:chOff x="1898" y="728"/>
            <a:chExt cx="446" cy="402"/>
          </a:xfrm>
        </p:grpSpPr>
        <p:grpSp>
          <p:nvGrpSpPr>
            <p:cNvPr id="84032" name="Group 165"/>
            <p:cNvGrpSpPr/>
            <p:nvPr/>
          </p:nvGrpSpPr>
          <p:grpSpPr>
            <a:xfrm>
              <a:off x="1898" y="918"/>
              <a:ext cx="446" cy="212"/>
              <a:chOff x="2210" y="903"/>
              <a:chExt cx="446" cy="212"/>
            </a:xfrm>
          </p:grpSpPr>
          <p:sp>
            <p:nvSpPr>
              <p:cNvPr id="84034" name="Oval 166"/>
              <p:cNvSpPr/>
              <p:nvPr/>
            </p:nvSpPr>
            <p:spPr>
              <a:xfrm>
                <a:off x="2213" y="969"/>
                <a:ext cx="443" cy="146"/>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84035" name="Line 167"/>
              <p:cNvSpPr/>
              <p:nvPr/>
            </p:nvSpPr>
            <p:spPr>
              <a:xfrm>
                <a:off x="2213" y="962"/>
                <a:ext cx="1" cy="78"/>
              </a:xfrm>
              <a:prstGeom prst="line">
                <a:avLst/>
              </a:prstGeom>
              <a:ln w="12700" cap="flat" cmpd="sng">
                <a:solidFill>
                  <a:schemeClr val="tx1"/>
                </a:solidFill>
                <a:prstDash val="solid"/>
                <a:headEnd type="none" w="med" len="med"/>
                <a:tailEnd type="none" w="med" len="med"/>
              </a:ln>
            </p:spPr>
          </p:sp>
          <p:sp>
            <p:nvSpPr>
              <p:cNvPr id="84036" name="Line 168"/>
              <p:cNvSpPr/>
              <p:nvPr/>
            </p:nvSpPr>
            <p:spPr>
              <a:xfrm>
                <a:off x="2560" y="969"/>
                <a:ext cx="1" cy="78"/>
              </a:xfrm>
              <a:prstGeom prst="line">
                <a:avLst/>
              </a:prstGeom>
              <a:ln w="12700" cap="flat" cmpd="sng">
                <a:solidFill>
                  <a:schemeClr val="tx1"/>
                </a:solidFill>
                <a:prstDash val="solid"/>
                <a:headEnd type="none" w="med" len="med"/>
                <a:tailEnd type="none" w="med" len="med"/>
              </a:ln>
            </p:spPr>
          </p:sp>
          <p:sp>
            <p:nvSpPr>
              <p:cNvPr id="84037" name="Rectangle 169"/>
              <p:cNvSpPr/>
              <p:nvPr/>
            </p:nvSpPr>
            <p:spPr>
              <a:xfrm>
                <a:off x="2213" y="962"/>
                <a:ext cx="439" cy="76"/>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84038" name="Oval 170"/>
              <p:cNvSpPr/>
              <p:nvPr/>
            </p:nvSpPr>
            <p:spPr>
              <a:xfrm>
                <a:off x="2210" y="903"/>
                <a:ext cx="443" cy="14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84039" name="Group 171"/>
              <p:cNvGrpSpPr/>
              <p:nvPr/>
            </p:nvGrpSpPr>
            <p:grpSpPr>
              <a:xfrm>
                <a:off x="2319" y="931"/>
                <a:ext cx="221" cy="85"/>
                <a:chOff x="2848" y="848"/>
                <a:chExt cx="140" cy="98"/>
              </a:xfrm>
            </p:grpSpPr>
            <p:sp>
              <p:nvSpPr>
                <p:cNvPr id="84044" name="Line 172"/>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84045" name="Line 173"/>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84046" name="Line 174"/>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84040" name="Group 175"/>
              <p:cNvGrpSpPr/>
              <p:nvPr/>
            </p:nvGrpSpPr>
            <p:grpSpPr>
              <a:xfrm flipV="1">
                <a:off x="2319" y="930"/>
                <a:ext cx="221" cy="87"/>
                <a:chOff x="2848" y="848"/>
                <a:chExt cx="140" cy="98"/>
              </a:xfrm>
            </p:grpSpPr>
            <p:sp>
              <p:nvSpPr>
                <p:cNvPr id="84041" name="Line 176"/>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84042" name="Line 177"/>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84043" name="Line 178"/>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sp>
          <p:nvSpPr>
            <p:cNvPr id="84033" name="Text Box 179"/>
            <p:cNvSpPr txBox="1"/>
            <p:nvPr/>
          </p:nvSpPr>
          <p:spPr>
            <a:xfrm>
              <a:off x="2010" y="728"/>
              <a:ext cx="220"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D</a:t>
              </a:r>
              <a:endParaRPr lang="en-US" altLang="zh-CN" sz="1800" dirty="0">
                <a:ea typeface="宋体" panose="02010600030101010101" pitchFamily="2" charset="-122"/>
              </a:endParaRPr>
            </a:p>
          </p:txBody>
        </p:sp>
      </p:grpSp>
      <p:sp>
        <p:nvSpPr>
          <p:cNvPr id="84000" name="Text Box 180"/>
          <p:cNvSpPr txBox="1"/>
          <p:nvPr/>
        </p:nvSpPr>
        <p:spPr>
          <a:xfrm>
            <a:off x="4227513" y="2863850"/>
            <a:ext cx="623887" cy="3365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600" dirty="0">
                <a:solidFill>
                  <a:srgbClr val="FF0000"/>
                </a:solidFill>
                <a:ea typeface="宋体" panose="02010600030101010101" pitchFamily="2" charset="-122"/>
              </a:rPr>
              <a:t>IPv4</a:t>
            </a:r>
            <a:endParaRPr lang="en-US" altLang="zh-CN" sz="1600" dirty="0">
              <a:solidFill>
                <a:srgbClr val="FF0000"/>
              </a:solidFill>
              <a:ea typeface="宋体" panose="02010600030101010101" pitchFamily="2" charset="-122"/>
            </a:endParaRPr>
          </a:p>
        </p:txBody>
      </p:sp>
      <p:sp>
        <p:nvSpPr>
          <p:cNvPr id="84001" name="Text Box 181"/>
          <p:cNvSpPr txBox="1"/>
          <p:nvPr/>
        </p:nvSpPr>
        <p:spPr>
          <a:xfrm>
            <a:off x="5221288" y="2865438"/>
            <a:ext cx="623887" cy="3365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600" dirty="0">
                <a:solidFill>
                  <a:srgbClr val="FF0000"/>
                </a:solidFill>
                <a:ea typeface="宋体" panose="02010600030101010101" pitchFamily="2" charset="-122"/>
              </a:rPr>
              <a:t>IPv4</a:t>
            </a:r>
            <a:endParaRPr lang="en-US" altLang="zh-CN" sz="1600" dirty="0">
              <a:solidFill>
                <a:srgbClr val="FF0000"/>
              </a:solidFill>
              <a:ea typeface="宋体" panose="02010600030101010101" pitchFamily="2" charset="-122"/>
            </a:endParaRPr>
          </a:p>
        </p:txBody>
      </p:sp>
      <p:grpSp>
        <p:nvGrpSpPr>
          <p:cNvPr id="84002" name="Group 182"/>
          <p:cNvGrpSpPr/>
          <p:nvPr/>
        </p:nvGrpSpPr>
        <p:grpSpPr>
          <a:xfrm>
            <a:off x="2557463" y="3259138"/>
            <a:ext cx="793750" cy="1441450"/>
            <a:chOff x="4869" y="143"/>
            <a:chExt cx="500" cy="908"/>
          </a:xfrm>
        </p:grpSpPr>
        <p:sp>
          <p:nvSpPr>
            <p:cNvPr id="84030" name="Rectangle 183"/>
            <p:cNvSpPr/>
            <p:nvPr/>
          </p:nvSpPr>
          <p:spPr>
            <a:xfrm>
              <a:off x="4893" y="143"/>
              <a:ext cx="462" cy="908"/>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84031" name="Text Box 184"/>
            <p:cNvSpPr txBox="1"/>
            <p:nvPr/>
          </p:nvSpPr>
          <p:spPr>
            <a:xfrm>
              <a:off x="4869" y="163"/>
              <a:ext cx="500" cy="86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400" dirty="0">
                  <a:ea typeface="宋体" panose="02010600030101010101" pitchFamily="2" charset="-122"/>
                </a:rPr>
                <a:t>Flow: X</a:t>
              </a:r>
              <a:endParaRPr lang="en-US" altLang="zh-CN" sz="1400" dirty="0">
                <a:ea typeface="宋体" panose="02010600030101010101" pitchFamily="2" charset="-122"/>
              </a:endParaRPr>
            </a:p>
            <a:p>
              <a:pPr marL="0" lvl="0" indent="0">
                <a:spcBef>
                  <a:spcPct val="0"/>
                </a:spcBef>
                <a:buClrTx/>
                <a:buSzTx/>
                <a:buFontTx/>
                <a:buNone/>
              </a:pPr>
              <a:r>
                <a:rPr lang="en-US" altLang="zh-CN" sz="1400" dirty="0">
                  <a:ea typeface="宋体" panose="02010600030101010101" pitchFamily="2" charset="-122"/>
                </a:rPr>
                <a:t>Src: A</a:t>
              </a:r>
              <a:endParaRPr lang="en-US" altLang="zh-CN" sz="1400" dirty="0">
                <a:ea typeface="宋体" panose="02010600030101010101" pitchFamily="2" charset="-122"/>
              </a:endParaRPr>
            </a:p>
            <a:p>
              <a:pPr marL="0" lvl="0" indent="0">
                <a:spcBef>
                  <a:spcPct val="0"/>
                </a:spcBef>
                <a:buClrTx/>
                <a:buSzTx/>
                <a:buFontTx/>
                <a:buNone/>
              </a:pPr>
              <a:r>
                <a:rPr lang="en-US" altLang="zh-CN" sz="1400" dirty="0">
                  <a:ea typeface="宋体" panose="02010600030101010101" pitchFamily="2" charset="-122"/>
                </a:rPr>
                <a:t>Dest: F</a:t>
              </a:r>
              <a:endParaRPr lang="en-US" altLang="zh-CN" sz="1400" dirty="0">
                <a:ea typeface="宋体" panose="02010600030101010101" pitchFamily="2" charset="-122"/>
              </a:endParaRPr>
            </a:p>
            <a:p>
              <a:pPr marL="0" lvl="0" indent="0">
                <a:spcBef>
                  <a:spcPct val="0"/>
                </a:spcBef>
                <a:buClrTx/>
                <a:buSzTx/>
                <a:buFontTx/>
                <a:buNone/>
              </a:pPr>
              <a:endParaRPr lang="en-US" altLang="zh-CN" sz="1400" dirty="0">
                <a:ea typeface="宋体" panose="02010600030101010101" pitchFamily="2" charset="-122"/>
              </a:endParaRPr>
            </a:p>
            <a:p>
              <a:pPr marL="0" lvl="0" indent="0">
                <a:spcBef>
                  <a:spcPct val="0"/>
                </a:spcBef>
                <a:buClrTx/>
                <a:buSzTx/>
                <a:buFontTx/>
                <a:buNone/>
              </a:pPr>
              <a:endParaRPr lang="en-US" altLang="zh-CN" sz="1400" dirty="0">
                <a:ea typeface="宋体" panose="02010600030101010101" pitchFamily="2" charset="-122"/>
              </a:endParaRPr>
            </a:p>
            <a:p>
              <a:pPr marL="0" lvl="0" indent="0">
                <a:spcBef>
                  <a:spcPct val="0"/>
                </a:spcBef>
                <a:buClrTx/>
                <a:buSzTx/>
                <a:buFontTx/>
                <a:buNone/>
              </a:pPr>
              <a:r>
                <a:rPr lang="en-US" altLang="zh-CN" sz="1400" dirty="0">
                  <a:ea typeface="宋体" panose="02010600030101010101" pitchFamily="2" charset="-122"/>
                </a:rPr>
                <a:t>data</a:t>
              </a:r>
              <a:endParaRPr lang="en-US" altLang="zh-CN" sz="1400" dirty="0">
                <a:ea typeface="宋体" panose="02010600030101010101" pitchFamily="2" charset="-122"/>
              </a:endParaRPr>
            </a:p>
          </p:txBody>
        </p:sp>
      </p:grpSp>
      <p:grpSp>
        <p:nvGrpSpPr>
          <p:cNvPr id="84003" name="Group 185"/>
          <p:cNvGrpSpPr/>
          <p:nvPr/>
        </p:nvGrpSpPr>
        <p:grpSpPr>
          <a:xfrm>
            <a:off x="6710363" y="3271838"/>
            <a:ext cx="793750" cy="1441450"/>
            <a:chOff x="4869" y="143"/>
            <a:chExt cx="500" cy="908"/>
          </a:xfrm>
        </p:grpSpPr>
        <p:sp>
          <p:nvSpPr>
            <p:cNvPr id="84028" name="Rectangle 186"/>
            <p:cNvSpPr/>
            <p:nvPr/>
          </p:nvSpPr>
          <p:spPr>
            <a:xfrm>
              <a:off x="4893" y="143"/>
              <a:ext cx="462" cy="908"/>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84029" name="Text Box 187"/>
            <p:cNvSpPr txBox="1"/>
            <p:nvPr/>
          </p:nvSpPr>
          <p:spPr>
            <a:xfrm>
              <a:off x="4869" y="163"/>
              <a:ext cx="500" cy="86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400" dirty="0">
                  <a:ea typeface="宋体" panose="02010600030101010101" pitchFamily="2" charset="-122"/>
                </a:rPr>
                <a:t>Flow: X</a:t>
              </a:r>
              <a:endParaRPr lang="en-US" altLang="zh-CN" sz="1400" dirty="0">
                <a:ea typeface="宋体" panose="02010600030101010101" pitchFamily="2" charset="-122"/>
              </a:endParaRPr>
            </a:p>
            <a:p>
              <a:pPr marL="0" lvl="0" indent="0">
                <a:spcBef>
                  <a:spcPct val="0"/>
                </a:spcBef>
                <a:buClrTx/>
                <a:buSzTx/>
                <a:buFontTx/>
                <a:buNone/>
              </a:pPr>
              <a:r>
                <a:rPr lang="en-US" altLang="zh-CN" sz="1400" dirty="0">
                  <a:ea typeface="宋体" panose="02010600030101010101" pitchFamily="2" charset="-122"/>
                </a:rPr>
                <a:t>Src: A</a:t>
              </a:r>
              <a:endParaRPr lang="en-US" altLang="zh-CN" sz="1400" dirty="0">
                <a:ea typeface="宋体" panose="02010600030101010101" pitchFamily="2" charset="-122"/>
              </a:endParaRPr>
            </a:p>
            <a:p>
              <a:pPr marL="0" lvl="0" indent="0">
                <a:spcBef>
                  <a:spcPct val="0"/>
                </a:spcBef>
                <a:buClrTx/>
                <a:buSzTx/>
                <a:buFontTx/>
                <a:buNone/>
              </a:pPr>
              <a:r>
                <a:rPr lang="en-US" altLang="zh-CN" sz="1400" dirty="0">
                  <a:ea typeface="宋体" panose="02010600030101010101" pitchFamily="2" charset="-122"/>
                </a:rPr>
                <a:t>Dest: F</a:t>
              </a:r>
              <a:endParaRPr lang="en-US" altLang="zh-CN" sz="1400" dirty="0">
                <a:ea typeface="宋体" panose="02010600030101010101" pitchFamily="2" charset="-122"/>
              </a:endParaRPr>
            </a:p>
            <a:p>
              <a:pPr marL="0" lvl="0" indent="0">
                <a:spcBef>
                  <a:spcPct val="0"/>
                </a:spcBef>
                <a:buClrTx/>
                <a:buSzTx/>
                <a:buFontTx/>
                <a:buNone/>
              </a:pPr>
              <a:endParaRPr lang="en-US" altLang="zh-CN" sz="1400" dirty="0">
                <a:ea typeface="宋体" panose="02010600030101010101" pitchFamily="2" charset="-122"/>
              </a:endParaRPr>
            </a:p>
            <a:p>
              <a:pPr marL="0" lvl="0" indent="0">
                <a:spcBef>
                  <a:spcPct val="0"/>
                </a:spcBef>
                <a:buClrTx/>
                <a:buSzTx/>
                <a:buFontTx/>
                <a:buNone/>
              </a:pPr>
              <a:endParaRPr lang="en-US" altLang="zh-CN" sz="1400" dirty="0">
                <a:ea typeface="宋体" panose="02010600030101010101" pitchFamily="2" charset="-122"/>
              </a:endParaRPr>
            </a:p>
            <a:p>
              <a:pPr marL="0" lvl="0" indent="0">
                <a:spcBef>
                  <a:spcPct val="0"/>
                </a:spcBef>
                <a:buClrTx/>
                <a:buSzTx/>
                <a:buFontTx/>
                <a:buNone/>
              </a:pPr>
              <a:r>
                <a:rPr lang="en-US" altLang="zh-CN" sz="1400" dirty="0">
                  <a:ea typeface="宋体" panose="02010600030101010101" pitchFamily="2" charset="-122"/>
                </a:rPr>
                <a:t>data</a:t>
              </a:r>
              <a:endParaRPr lang="en-US" altLang="zh-CN" sz="1400" dirty="0">
                <a:ea typeface="宋体" panose="02010600030101010101" pitchFamily="2" charset="-122"/>
              </a:endParaRPr>
            </a:p>
          </p:txBody>
        </p:sp>
      </p:grpSp>
      <p:grpSp>
        <p:nvGrpSpPr>
          <p:cNvPr id="84004" name="Group 188"/>
          <p:cNvGrpSpPr/>
          <p:nvPr/>
        </p:nvGrpSpPr>
        <p:grpSpPr>
          <a:xfrm>
            <a:off x="3598863" y="3254375"/>
            <a:ext cx="984250" cy="2198688"/>
            <a:chOff x="4943" y="2152"/>
            <a:chExt cx="620" cy="1385"/>
          </a:xfrm>
        </p:grpSpPr>
        <p:sp>
          <p:nvSpPr>
            <p:cNvPr id="84023" name="Rectangle 189"/>
            <p:cNvSpPr/>
            <p:nvPr/>
          </p:nvSpPr>
          <p:spPr>
            <a:xfrm>
              <a:off x="4980" y="2155"/>
              <a:ext cx="583" cy="1382"/>
            </a:xfrm>
            <a:prstGeom prst="rect">
              <a:avLst/>
            </a:prstGeom>
            <a:solidFill>
              <a:srgbClr val="FF0000"/>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84024" name="Group 190"/>
            <p:cNvGrpSpPr/>
            <p:nvPr/>
          </p:nvGrpSpPr>
          <p:grpSpPr>
            <a:xfrm>
              <a:off x="5001" y="2538"/>
              <a:ext cx="500" cy="908"/>
              <a:chOff x="4869" y="143"/>
              <a:chExt cx="500" cy="908"/>
            </a:xfrm>
          </p:grpSpPr>
          <p:sp>
            <p:nvSpPr>
              <p:cNvPr id="84026" name="Rectangle 191"/>
              <p:cNvSpPr/>
              <p:nvPr/>
            </p:nvSpPr>
            <p:spPr>
              <a:xfrm>
                <a:off x="4893" y="143"/>
                <a:ext cx="462" cy="908"/>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84027" name="Text Box 192"/>
              <p:cNvSpPr txBox="1"/>
              <p:nvPr/>
            </p:nvSpPr>
            <p:spPr>
              <a:xfrm>
                <a:off x="4869" y="163"/>
                <a:ext cx="500" cy="86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400" dirty="0">
                    <a:ea typeface="宋体" panose="02010600030101010101" pitchFamily="2" charset="-122"/>
                  </a:rPr>
                  <a:t>Flow: X</a:t>
                </a:r>
                <a:endParaRPr lang="en-US" altLang="zh-CN" sz="1400" dirty="0">
                  <a:ea typeface="宋体" panose="02010600030101010101" pitchFamily="2" charset="-122"/>
                </a:endParaRPr>
              </a:p>
              <a:p>
                <a:pPr marL="0" lvl="0" indent="0">
                  <a:spcBef>
                    <a:spcPct val="0"/>
                  </a:spcBef>
                  <a:buClrTx/>
                  <a:buSzTx/>
                  <a:buFontTx/>
                  <a:buNone/>
                </a:pPr>
                <a:r>
                  <a:rPr lang="en-US" altLang="zh-CN" sz="1400" dirty="0">
                    <a:ea typeface="宋体" panose="02010600030101010101" pitchFamily="2" charset="-122"/>
                  </a:rPr>
                  <a:t>Src: A</a:t>
                </a:r>
                <a:endParaRPr lang="en-US" altLang="zh-CN" sz="1400" dirty="0">
                  <a:ea typeface="宋体" panose="02010600030101010101" pitchFamily="2" charset="-122"/>
                </a:endParaRPr>
              </a:p>
              <a:p>
                <a:pPr marL="0" lvl="0" indent="0">
                  <a:spcBef>
                    <a:spcPct val="0"/>
                  </a:spcBef>
                  <a:buClrTx/>
                  <a:buSzTx/>
                  <a:buFontTx/>
                  <a:buNone/>
                </a:pPr>
                <a:r>
                  <a:rPr lang="en-US" altLang="zh-CN" sz="1400" dirty="0">
                    <a:ea typeface="宋体" panose="02010600030101010101" pitchFamily="2" charset="-122"/>
                  </a:rPr>
                  <a:t>Dest: F</a:t>
                </a:r>
                <a:endParaRPr lang="en-US" altLang="zh-CN" sz="1400" dirty="0">
                  <a:ea typeface="宋体" panose="02010600030101010101" pitchFamily="2" charset="-122"/>
                </a:endParaRPr>
              </a:p>
              <a:p>
                <a:pPr marL="0" lvl="0" indent="0">
                  <a:spcBef>
                    <a:spcPct val="0"/>
                  </a:spcBef>
                  <a:buClrTx/>
                  <a:buSzTx/>
                  <a:buFontTx/>
                  <a:buNone/>
                </a:pPr>
                <a:endParaRPr lang="en-US" altLang="zh-CN" sz="1400" dirty="0">
                  <a:ea typeface="宋体" panose="02010600030101010101" pitchFamily="2" charset="-122"/>
                </a:endParaRPr>
              </a:p>
              <a:p>
                <a:pPr marL="0" lvl="0" indent="0">
                  <a:spcBef>
                    <a:spcPct val="0"/>
                  </a:spcBef>
                  <a:buClrTx/>
                  <a:buSzTx/>
                  <a:buFontTx/>
                  <a:buNone/>
                </a:pPr>
                <a:endParaRPr lang="en-US" altLang="zh-CN" sz="1400" dirty="0">
                  <a:ea typeface="宋体" panose="02010600030101010101" pitchFamily="2" charset="-122"/>
                </a:endParaRPr>
              </a:p>
              <a:p>
                <a:pPr marL="0" lvl="0" indent="0">
                  <a:spcBef>
                    <a:spcPct val="0"/>
                  </a:spcBef>
                  <a:buClrTx/>
                  <a:buSzTx/>
                  <a:buFontTx/>
                  <a:buNone/>
                </a:pPr>
                <a:r>
                  <a:rPr lang="en-US" altLang="zh-CN" sz="1400" dirty="0">
                    <a:ea typeface="宋体" panose="02010600030101010101" pitchFamily="2" charset="-122"/>
                  </a:rPr>
                  <a:t>data</a:t>
                </a:r>
                <a:endParaRPr lang="en-US" altLang="zh-CN" sz="1400" dirty="0">
                  <a:ea typeface="宋体" panose="02010600030101010101" pitchFamily="2" charset="-122"/>
                </a:endParaRPr>
              </a:p>
            </p:txBody>
          </p:sp>
        </p:grpSp>
        <p:sp>
          <p:nvSpPr>
            <p:cNvPr id="84025" name="Text Box 193"/>
            <p:cNvSpPr txBox="1"/>
            <p:nvPr/>
          </p:nvSpPr>
          <p:spPr>
            <a:xfrm>
              <a:off x="4943" y="2152"/>
              <a:ext cx="613" cy="40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solidFill>
                    <a:schemeClr val="bg1"/>
                  </a:solidFill>
                  <a:ea typeface="宋体" panose="02010600030101010101" pitchFamily="2" charset="-122"/>
                </a:rPr>
                <a:t>Src:B</a:t>
              </a:r>
              <a:endParaRPr lang="en-US" altLang="zh-CN" sz="1800" dirty="0">
                <a:solidFill>
                  <a:schemeClr val="bg1"/>
                </a:solidFill>
                <a:ea typeface="宋体" panose="02010600030101010101" pitchFamily="2" charset="-122"/>
              </a:endParaRPr>
            </a:p>
            <a:p>
              <a:pPr marL="0" lvl="0" indent="0">
                <a:spcBef>
                  <a:spcPct val="0"/>
                </a:spcBef>
                <a:buClrTx/>
                <a:buSzTx/>
                <a:buFontTx/>
                <a:buNone/>
              </a:pPr>
              <a:r>
                <a:rPr lang="en-US" altLang="zh-CN" sz="1800" dirty="0">
                  <a:solidFill>
                    <a:schemeClr val="bg1"/>
                  </a:solidFill>
                  <a:ea typeface="宋体" panose="02010600030101010101" pitchFamily="2" charset="-122"/>
                </a:rPr>
                <a:t>Dest: E</a:t>
              </a:r>
              <a:endParaRPr lang="en-US" altLang="zh-CN" sz="1800" dirty="0">
                <a:solidFill>
                  <a:schemeClr val="bg1"/>
                </a:solidFill>
                <a:ea typeface="宋体" panose="02010600030101010101" pitchFamily="2" charset="-122"/>
              </a:endParaRPr>
            </a:p>
          </p:txBody>
        </p:sp>
      </p:grpSp>
      <p:sp>
        <p:nvSpPr>
          <p:cNvPr id="84005" name="Line 194"/>
          <p:cNvSpPr/>
          <p:nvPr/>
        </p:nvSpPr>
        <p:spPr>
          <a:xfrm>
            <a:off x="2603500" y="3162300"/>
            <a:ext cx="688975" cy="0"/>
          </a:xfrm>
          <a:prstGeom prst="line">
            <a:avLst/>
          </a:prstGeom>
          <a:ln w="19050" cap="flat" cmpd="sng">
            <a:solidFill>
              <a:schemeClr val="tx1"/>
            </a:solidFill>
            <a:prstDash val="solid"/>
            <a:headEnd type="none" w="med" len="med"/>
            <a:tailEnd type="triangle" w="med" len="med"/>
          </a:ln>
        </p:spPr>
      </p:sp>
      <p:sp>
        <p:nvSpPr>
          <p:cNvPr id="84006" name="Line 195"/>
          <p:cNvSpPr/>
          <p:nvPr/>
        </p:nvSpPr>
        <p:spPr>
          <a:xfrm>
            <a:off x="3722688" y="3165475"/>
            <a:ext cx="688975" cy="0"/>
          </a:xfrm>
          <a:prstGeom prst="line">
            <a:avLst/>
          </a:prstGeom>
          <a:ln w="19050" cap="flat" cmpd="sng">
            <a:solidFill>
              <a:schemeClr val="tx1"/>
            </a:solidFill>
            <a:prstDash val="solid"/>
            <a:headEnd type="none" w="med" len="med"/>
            <a:tailEnd type="triangle" w="med" len="med"/>
          </a:ln>
        </p:spPr>
      </p:sp>
      <p:sp>
        <p:nvSpPr>
          <p:cNvPr id="84007" name="Line 196"/>
          <p:cNvSpPr/>
          <p:nvPr/>
        </p:nvSpPr>
        <p:spPr>
          <a:xfrm>
            <a:off x="5757863" y="3167063"/>
            <a:ext cx="688975" cy="0"/>
          </a:xfrm>
          <a:prstGeom prst="line">
            <a:avLst/>
          </a:prstGeom>
          <a:ln w="19050" cap="flat" cmpd="sng">
            <a:solidFill>
              <a:schemeClr val="tx1"/>
            </a:solidFill>
            <a:prstDash val="solid"/>
            <a:headEnd type="none" w="med" len="med"/>
            <a:tailEnd type="triangle" w="med" len="med"/>
          </a:ln>
        </p:spPr>
      </p:sp>
      <p:sp>
        <p:nvSpPr>
          <p:cNvPr id="84008" name="Line 197"/>
          <p:cNvSpPr/>
          <p:nvPr/>
        </p:nvSpPr>
        <p:spPr>
          <a:xfrm>
            <a:off x="6813550" y="3168650"/>
            <a:ext cx="688975" cy="0"/>
          </a:xfrm>
          <a:prstGeom prst="line">
            <a:avLst/>
          </a:prstGeom>
          <a:ln w="19050" cap="flat" cmpd="sng">
            <a:solidFill>
              <a:schemeClr val="tx1"/>
            </a:solidFill>
            <a:prstDash val="solid"/>
            <a:headEnd type="none" w="med" len="med"/>
            <a:tailEnd type="triangle" w="med" len="med"/>
          </a:ln>
        </p:spPr>
      </p:sp>
      <p:grpSp>
        <p:nvGrpSpPr>
          <p:cNvPr id="84009" name="Group 198"/>
          <p:cNvGrpSpPr/>
          <p:nvPr/>
        </p:nvGrpSpPr>
        <p:grpSpPr>
          <a:xfrm>
            <a:off x="5611813" y="3257550"/>
            <a:ext cx="984250" cy="2198688"/>
            <a:chOff x="4943" y="2152"/>
            <a:chExt cx="620" cy="1385"/>
          </a:xfrm>
        </p:grpSpPr>
        <p:sp>
          <p:nvSpPr>
            <p:cNvPr id="84018" name="Rectangle 199"/>
            <p:cNvSpPr/>
            <p:nvPr/>
          </p:nvSpPr>
          <p:spPr>
            <a:xfrm>
              <a:off x="4980" y="2155"/>
              <a:ext cx="583" cy="1382"/>
            </a:xfrm>
            <a:prstGeom prst="rect">
              <a:avLst/>
            </a:prstGeom>
            <a:solidFill>
              <a:srgbClr val="FF0000"/>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84019" name="Group 200"/>
            <p:cNvGrpSpPr/>
            <p:nvPr/>
          </p:nvGrpSpPr>
          <p:grpSpPr>
            <a:xfrm>
              <a:off x="5001" y="2538"/>
              <a:ext cx="500" cy="908"/>
              <a:chOff x="4869" y="143"/>
              <a:chExt cx="500" cy="908"/>
            </a:xfrm>
          </p:grpSpPr>
          <p:sp>
            <p:nvSpPr>
              <p:cNvPr id="84021" name="Rectangle 201"/>
              <p:cNvSpPr/>
              <p:nvPr/>
            </p:nvSpPr>
            <p:spPr>
              <a:xfrm>
                <a:off x="4893" y="143"/>
                <a:ext cx="462" cy="908"/>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84022" name="Text Box 202"/>
              <p:cNvSpPr txBox="1"/>
              <p:nvPr/>
            </p:nvSpPr>
            <p:spPr>
              <a:xfrm>
                <a:off x="4869" y="163"/>
                <a:ext cx="500" cy="86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400" dirty="0">
                    <a:ea typeface="宋体" panose="02010600030101010101" pitchFamily="2" charset="-122"/>
                  </a:rPr>
                  <a:t>Flow: X</a:t>
                </a:r>
                <a:endParaRPr lang="en-US" altLang="zh-CN" sz="1400" dirty="0">
                  <a:ea typeface="宋体" panose="02010600030101010101" pitchFamily="2" charset="-122"/>
                </a:endParaRPr>
              </a:p>
              <a:p>
                <a:pPr marL="0" lvl="0" indent="0">
                  <a:spcBef>
                    <a:spcPct val="0"/>
                  </a:spcBef>
                  <a:buClrTx/>
                  <a:buSzTx/>
                  <a:buFontTx/>
                  <a:buNone/>
                </a:pPr>
                <a:r>
                  <a:rPr lang="en-US" altLang="zh-CN" sz="1400" dirty="0">
                    <a:ea typeface="宋体" panose="02010600030101010101" pitchFamily="2" charset="-122"/>
                  </a:rPr>
                  <a:t>Src: A</a:t>
                </a:r>
                <a:endParaRPr lang="en-US" altLang="zh-CN" sz="1400" dirty="0">
                  <a:ea typeface="宋体" panose="02010600030101010101" pitchFamily="2" charset="-122"/>
                </a:endParaRPr>
              </a:p>
              <a:p>
                <a:pPr marL="0" lvl="0" indent="0">
                  <a:spcBef>
                    <a:spcPct val="0"/>
                  </a:spcBef>
                  <a:buClrTx/>
                  <a:buSzTx/>
                  <a:buFontTx/>
                  <a:buNone/>
                </a:pPr>
                <a:r>
                  <a:rPr lang="en-US" altLang="zh-CN" sz="1400" dirty="0">
                    <a:ea typeface="宋体" panose="02010600030101010101" pitchFamily="2" charset="-122"/>
                  </a:rPr>
                  <a:t>Dest: F</a:t>
                </a:r>
                <a:endParaRPr lang="en-US" altLang="zh-CN" sz="1400" dirty="0">
                  <a:ea typeface="宋体" panose="02010600030101010101" pitchFamily="2" charset="-122"/>
                </a:endParaRPr>
              </a:p>
              <a:p>
                <a:pPr marL="0" lvl="0" indent="0">
                  <a:spcBef>
                    <a:spcPct val="0"/>
                  </a:spcBef>
                  <a:buClrTx/>
                  <a:buSzTx/>
                  <a:buFontTx/>
                  <a:buNone/>
                </a:pPr>
                <a:endParaRPr lang="en-US" altLang="zh-CN" sz="1400" dirty="0">
                  <a:ea typeface="宋体" panose="02010600030101010101" pitchFamily="2" charset="-122"/>
                </a:endParaRPr>
              </a:p>
              <a:p>
                <a:pPr marL="0" lvl="0" indent="0">
                  <a:spcBef>
                    <a:spcPct val="0"/>
                  </a:spcBef>
                  <a:buClrTx/>
                  <a:buSzTx/>
                  <a:buFontTx/>
                  <a:buNone/>
                </a:pPr>
                <a:endParaRPr lang="en-US" altLang="zh-CN" sz="1400" dirty="0">
                  <a:ea typeface="宋体" panose="02010600030101010101" pitchFamily="2" charset="-122"/>
                </a:endParaRPr>
              </a:p>
              <a:p>
                <a:pPr marL="0" lvl="0" indent="0">
                  <a:spcBef>
                    <a:spcPct val="0"/>
                  </a:spcBef>
                  <a:buClrTx/>
                  <a:buSzTx/>
                  <a:buFontTx/>
                  <a:buNone/>
                </a:pPr>
                <a:r>
                  <a:rPr lang="en-US" altLang="zh-CN" sz="1400" dirty="0">
                    <a:ea typeface="宋体" panose="02010600030101010101" pitchFamily="2" charset="-122"/>
                  </a:rPr>
                  <a:t>data</a:t>
                </a:r>
                <a:endParaRPr lang="en-US" altLang="zh-CN" sz="1400" dirty="0">
                  <a:ea typeface="宋体" panose="02010600030101010101" pitchFamily="2" charset="-122"/>
                </a:endParaRPr>
              </a:p>
            </p:txBody>
          </p:sp>
        </p:grpSp>
        <p:sp>
          <p:nvSpPr>
            <p:cNvPr id="84020" name="Text Box 203"/>
            <p:cNvSpPr txBox="1"/>
            <p:nvPr/>
          </p:nvSpPr>
          <p:spPr>
            <a:xfrm>
              <a:off x="4943" y="2152"/>
              <a:ext cx="613" cy="40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solidFill>
                    <a:schemeClr val="bg1"/>
                  </a:solidFill>
                  <a:ea typeface="宋体" panose="02010600030101010101" pitchFamily="2" charset="-122"/>
                </a:rPr>
                <a:t>Src:B</a:t>
              </a:r>
              <a:endParaRPr lang="en-US" altLang="zh-CN" sz="1800" dirty="0">
                <a:solidFill>
                  <a:schemeClr val="bg1"/>
                </a:solidFill>
                <a:ea typeface="宋体" panose="02010600030101010101" pitchFamily="2" charset="-122"/>
              </a:endParaRPr>
            </a:p>
            <a:p>
              <a:pPr marL="0" lvl="0" indent="0">
                <a:spcBef>
                  <a:spcPct val="0"/>
                </a:spcBef>
                <a:buClrTx/>
                <a:buSzTx/>
                <a:buFontTx/>
                <a:buNone/>
              </a:pPr>
              <a:r>
                <a:rPr lang="en-US" altLang="zh-CN" sz="1800" dirty="0">
                  <a:solidFill>
                    <a:schemeClr val="bg1"/>
                  </a:solidFill>
                  <a:ea typeface="宋体" panose="02010600030101010101" pitchFamily="2" charset="-122"/>
                </a:rPr>
                <a:t>Dest: E</a:t>
              </a:r>
              <a:endParaRPr lang="en-US" altLang="zh-CN" sz="1800" dirty="0">
                <a:solidFill>
                  <a:schemeClr val="bg1"/>
                </a:solidFill>
                <a:ea typeface="宋体" panose="02010600030101010101" pitchFamily="2" charset="-122"/>
              </a:endParaRPr>
            </a:p>
          </p:txBody>
        </p:sp>
      </p:grpSp>
      <p:sp>
        <p:nvSpPr>
          <p:cNvPr id="84010" name="Text Box 204"/>
          <p:cNvSpPr txBox="1"/>
          <p:nvPr/>
        </p:nvSpPr>
        <p:spPr>
          <a:xfrm>
            <a:off x="2520950" y="5621338"/>
            <a:ext cx="892175" cy="58102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600" dirty="0">
                <a:ea typeface="宋体" panose="02010600030101010101" pitchFamily="2" charset="-122"/>
              </a:rPr>
              <a:t>A-to-B:</a:t>
            </a:r>
            <a:endParaRPr lang="en-US" altLang="zh-CN" sz="1600" dirty="0">
              <a:ea typeface="宋体" panose="02010600030101010101" pitchFamily="2" charset="-122"/>
            </a:endParaRPr>
          </a:p>
          <a:p>
            <a:pPr marL="0" lvl="0" indent="0" algn="ctr">
              <a:spcBef>
                <a:spcPct val="0"/>
              </a:spcBef>
              <a:buClrTx/>
              <a:buSzTx/>
              <a:buFontTx/>
              <a:buNone/>
            </a:pPr>
            <a:r>
              <a:rPr lang="en-US" altLang="zh-CN" sz="1600" dirty="0">
                <a:ea typeface="宋体" panose="02010600030101010101" pitchFamily="2" charset="-122"/>
              </a:rPr>
              <a:t>IPv6</a:t>
            </a:r>
            <a:endParaRPr lang="en-US" altLang="zh-CN" sz="1600" dirty="0">
              <a:ea typeface="宋体" panose="02010600030101010101" pitchFamily="2" charset="-122"/>
            </a:endParaRPr>
          </a:p>
        </p:txBody>
      </p:sp>
      <p:sp>
        <p:nvSpPr>
          <p:cNvPr id="84011" name="Line 205"/>
          <p:cNvSpPr/>
          <p:nvPr/>
        </p:nvSpPr>
        <p:spPr>
          <a:xfrm>
            <a:off x="2946400" y="4916488"/>
            <a:ext cx="0" cy="785812"/>
          </a:xfrm>
          <a:prstGeom prst="line">
            <a:avLst/>
          </a:prstGeom>
          <a:ln w="9525" cap="flat" cmpd="sng">
            <a:solidFill>
              <a:schemeClr val="tx1"/>
            </a:solidFill>
            <a:prstDash val="solid"/>
            <a:headEnd type="triangle" w="med" len="med"/>
            <a:tailEnd type="none" w="med" len="med"/>
          </a:ln>
        </p:spPr>
      </p:sp>
      <p:sp>
        <p:nvSpPr>
          <p:cNvPr id="84012" name="Text Box 206"/>
          <p:cNvSpPr txBox="1"/>
          <p:nvPr/>
        </p:nvSpPr>
        <p:spPr>
          <a:xfrm>
            <a:off x="6794500" y="5634038"/>
            <a:ext cx="865188" cy="58102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600" dirty="0">
                <a:ea typeface="宋体" panose="02010600030101010101" pitchFamily="2" charset="-122"/>
              </a:rPr>
              <a:t>E-to-F:</a:t>
            </a:r>
            <a:endParaRPr lang="en-US" altLang="zh-CN" sz="1600" dirty="0">
              <a:ea typeface="宋体" panose="02010600030101010101" pitchFamily="2" charset="-122"/>
            </a:endParaRPr>
          </a:p>
          <a:p>
            <a:pPr marL="0" lvl="0" indent="0" algn="ctr">
              <a:spcBef>
                <a:spcPct val="0"/>
              </a:spcBef>
              <a:buClrTx/>
              <a:buSzTx/>
              <a:buFontTx/>
              <a:buNone/>
            </a:pPr>
            <a:r>
              <a:rPr lang="en-US" altLang="zh-CN" sz="1600" dirty="0">
                <a:ea typeface="宋体" panose="02010600030101010101" pitchFamily="2" charset="-122"/>
              </a:rPr>
              <a:t>IPv6</a:t>
            </a:r>
            <a:endParaRPr lang="en-US" altLang="zh-CN" sz="1600" dirty="0">
              <a:ea typeface="宋体" panose="02010600030101010101" pitchFamily="2" charset="-122"/>
            </a:endParaRPr>
          </a:p>
        </p:txBody>
      </p:sp>
      <p:sp>
        <p:nvSpPr>
          <p:cNvPr id="84013" name="Line 207"/>
          <p:cNvSpPr/>
          <p:nvPr/>
        </p:nvSpPr>
        <p:spPr>
          <a:xfrm>
            <a:off x="7207250" y="4929188"/>
            <a:ext cx="0" cy="785812"/>
          </a:xfrm>
          <a:prstGeom prst="line">
            <a:avLst/>
          </a:prstGeom>
          <a:ln w="9525" cap="flat" cmpd="sng">
            <a:solidFill>
              <a:schemeClr val="tx1"/>
            </a:solidFill>
            <a:prstDash val="solid"/>
            <a:headEnd type="triangle" w="med" len="med"/>
            <a:tailEnd type="none" w="med" len="med"/>
          </a:ln>
        </p:spPr>
      </p:sp>
      <p:sp>
        <p:nvSpPr>
          <p:cNvPr id="84014" name="Text Box 208"/>
          <p:cNvSpPr txBox="1"/>
          <p:nvPr/>
        </p:nvSpPr>
        <p:spPr>
          <a:xfrm>
            <a:off x="3513138" y="5743575"/>
            <a:ext cx="1233487" cy="8255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600" dirty="0">
                <a:ea typeface="宋体" panose="02010600030101010101" pitchFamily="2" charset="-122"/>
              </a:rPr>
              <a:t>B-to-C:</a:t>
            </a:r>
            <a:endParaRPr lang="en-US" altLang="zh-CN" sz="1600" dirty="0">
              <a:ea typeface="宋体" panose="02010600030101010101" pitchFamily="2" charset="-122"/>
            </a:endParaRPr>
          </a:p>
          <a:p>
            <a:pPr marL="0" lvl="0" indent="0" algn="ctr">
              <a:spcBef>
                <a:spcPct val="0"/>
              </a:spcBef>
              <a:buClrTx/>
              <a:buSzTx/>
              <a:buFontTx/>
              <a:buNone/>
            </a:pPr>
            <a:r>
              <a:rPr lang="en-US" altLang="zh-CN" sz="1600" dirty="0">
                <a:ea typeface="宋体" panose="02010600030101010101" pitchFamily="2" charset="-122"/>
              </a:rPr>
              <a:t>IPv6 inside</a:t>
            </a:r>
            <a:endParaRPr lang="en-US" altLang="zh-CN" sz="1600" dirty="0">
              <a:ea typeface="宋体" panose="02010600030101010101" pitchFamily="2" charset="-122"/>
            </a:endParaRPr>
          </a:p>
          <a:p>
            <a:pPr marL="0" lvl="0" indent="0" algn="ctr">
              <a:spcBef>
                <a:spcPct val="0"/>
              </a:spcBef>
              <a:buClrTx/>
              <a:buSzTx/>
              <a:buFontTx/>
              <a:buNone/>
            </a:pPr>
            <a:r>
              <a:rPr lang="en-US" altLang="zh-CN" sz="1600" dirty="0">
                <a:ea typeface="宋体" panose="02010600030101010101" pitchFamily="2" charset="-122"/>
              </a:rPr>
              <a:t>IPv4</a:t>
            </a:r>
            <a:endParaRPr lang="en-US" altLang="zh-CN" sz="1600" dirty="0">
              <a:ea typeface="宋体" panose="02010600030101010101" pitchFamily="2" charset="-122"/>
            </a:endParaRPr>
          </a:p>
        </p:txBody>
      </p:sp>
      <p:sp>
        <p:nvSpPr>
          <p:cNvPr id="84015" name="Line 209"/>
          <p:cNvSpPr/>
          <p:nvPr/>
        </p:nvSpPr>
        <p:spPr>
          <a:xfrm>
            <a:off x="4108450" y="5510213"/>
            <a:ext cx="0" cy="184150"/>
          </a:xfrm>
          <a:prstGeom prst="line">
            <a:avLst/>
          </a:prstGeom>
          <a:ln w="9525" cap="flat" cmpd="sng">
            <a:solidFill>
              <a:schemeClr val="tx1"/>
            </a:solidFill>
            <a:prstDash val="solid"/>
            <a:headEnd type="triangle" w="med" len="med"/>
            <a:tailEnd type="none" w="med" len="med"/>
          </a:ln>
        </p:spPr>
      </p:sp>
      <p:sp>
        <p:nvSpPr>
          <p:cNvPr id="84016" name="Text Box 210"/>
          <p:cNvSpPr txBox="1"/>
          <p:nvPr/>
        </p:nvSpPr>
        <p:spPr>
          <a:xfrm>
            <a:off x="5538788" y="5756275"/>
            <a:ext cx="1233487" cy="8255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600" dirty="0">
                <a:ea typeface="宋体" panose="02010600030101010101" pitchFamily="2" charset="-122"/>
              </a:rPr>
              <a:t>B-to-C:</a:t>
            </a:r>
            <a:endParaRPr lang="en-US" altLang="zh-CN" sz="1600" dirty="0">
              <a:ea typeface="宋体" panose="02010600030101010101" pitchFamily="2" charset="-122"/>
            </a:endParaRPr>
          </a:p>
          <a:p>
            <a:pPr marL="0" lvl="0" indent="0" algn="ctr">
              <a:spcBef>
                <a:spcPct val="0"/>
              </a:spcBef>
              <a:buClrTx/>
              <a:buSzTx/>
              <a:buFontTx/>
              <a:buNone/>
            </a:pPr>
            <a:r>
              <a:rPr lang="en-US" altLang="zh-CN" sz="1600" dirty="0">
                <a:ea typeface="宋体" panose="02010600030101010101" pitchFamily="2" charset="-122"/>
              </a:rPr>
              <a:t>IPv6 inside</a:t>
            </a:r>
            <a:endParaRPr lang="en-US" altLang="zh-CN" sz="1600" dirty="0">
              <a:ea typeface="宋体" panose="02010600030101010101" pitchFamily="2" charset="-122"/>
            </a:endParaRPr>
          </a:p>
          <a:p>
            <a:pPr marL="0" lvl="0" indent="0" algn="ctr">
              <a:spcBef>
                <a:spcPct val="0"/>
              </a:spcBef>
              <a:buClrTx/>
              <a:buSzTx/>
              <a:buFontTx/>
              <a:buNone/>
            </a:pPr>
            <a:r>
              <a:rPr lang="en-US" altLang="zh-CN" sz="1600" dirty="0">
                <a:ea typeface="宋体" panose="02010600030101010101" pitchFamily="2" charset="-122"/>
              </a:rPr>
              <a:t>IPv4</a:t>
            </a:r>
            <a:endParaRPr lang="en-US" altLang="zh-CN" sz="1600" dirty="0">
              <a:ea typeface="宋体" panose="02010600030101010101" pitchFamily="2" charset="-122"/>
            </a:endParaRPr>
          </a:p>
        </p:txBody>
      </p:sp>
      <p:sp>
        <p:nvSpPr>
          <p:cNvPr id="84017" name="Line 211"/>
          <p:cNvSpPr/>
          <p:nvPr/>
        </p:nvSpPr>
        <p:spPr>
          <a:xfrm>
            <a:off x="6134100" y="5522913"/>
            <a:ext cx="0" cy="184150"/>
          </a:xfrm>
          <a:prstGeom prst="line">
            <a:avLst/>
          </a:prstGeom>
          <a:ln w="9525" cap="flat" cmpd="sng">
            <a:solidFill>
              <a:schemeClr val="tx1"/>
            </a:solidFill>
            <a:prstDash val="solid"/>
            <a:headEnd type="triangle" w="med" len="med"/>
            <a:tailEnd type="none" w="med" len="med"/>
          </a:ln>
        </p:spPr>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4994" name="页脚占位符 5"/>
          <p:cNvSpPr txBox="1">
            <a:spLocks noGrp="1"/>
          </p:cNvSpPr>
          <p:nvPr>
            <p:ph type="ftr" sz="quarter" idx="11"/>
          </p:nvPr>
        </p:nvSpPr>
        <p:spPr/>
        <p:txBody>
          <a:bodyPr/>
          <a:p>
            <a:pPr marL="0" indent="0" algn="r">
              <a:spcBef>
                <a:spcPct val="0"/>
              </a:spcBef>
              <a:buClrTx/>
              <a:buSzTx/>
              <a:buFontTx/>
              <a:buNone/>
            </a:pPr>
            <a:r>
              <a:rPr lang="en-US" altLang="zh-CN" sz="1400" dirty="0">
                <a:ea typeface="宋体" panose="02010600030101010101" pitchFamily="2" charset="-122"/>
              </a:rPr>
              <a:t>Network Layer</a:t>
            </a:r>
            <a:endParaRPr lang="en-US" altLang="zh-CN" sz="1400" dirty="0">
              <a:latin typeface="Times New Roman" panose="02020603050405020304" pitchFamily="18" charset="0"/>
              <a:ea typeface="宋体" panose="02010600030101010101" pitchFamily="2" charset="-122"/>
            </a:endParaRPr>
          </a:p>
        </p:txBody>
      </p:sp>
      <p:sp>
        <p:nvSpPr>
          <p:cNvPr id="84995" name="灯片编号占位符 6"/>
          <p:cNvSpPr txBox="1">
            <a:spLocks noGrp="1"/>
          </p:cNvSpPr>
          <p:nvPr>
            <p:ph type="sldNum" sz="quarter" idx="12"/>
          </p:nvPr>
        </p:nvSpPr>
        <p:spPr/>
        <p:txBody>
          <a:bodyPr/>
          <a:p>
            <a:pPr marL="0" indent="0" algn="r">
              <a:spcBef>
                <a:spcPct val="0"/>
              </a:spcBef>
              <a:buClrTx/>
              <a:buSzTx/>
              <a:buFontTx/>
              <a:buNone/>
            </a:pPr>
            <a:r>
              <a:rPr lang="en-US" altLang="zh-CN" sz="1400" dirty="0">
                <a:ea typeface="宋体" panose="02010600030101010101" pitchFamily="2" charset="-122"/>
              </a:rPr>
              <a:t>4-</a:t>
            </a: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84996" name="Rectangle 2"/>
          <p:cNvSpPr>
            <a:spLocks noGrp="1"/>
          </p:cNvSpPr>
          <p:nvPr>
            <p:ph type="title"/>
          </p:nvPr>
        </p:nvSpPr>
        <p:spPr/>
        <p:txBody>
          <a:bodyPr vert="horz" wrap="square" lIns="91440" tIns="45720" rIns="91440" bIns="45720" anchor="ctr" anchorCtr="0"/>
          <a:p>
            <a:r>
              <a:rPr lang="en-US" altLang="zh-CN" dirty="0">
                <a:ea typeface="宋体" panose="02010600030101010101" pitchFamily="2" charset="-122"/>
              </a:rPr>
              <a:t>Chapter 4: Network Layer</a:t>
            </a:r>
            <a:endParaRPr lang="en-US" altLang="zh-CN" dirty="0">
              <a:ea typeface="宋体" panose="02010600030101010101" pitchFamily="2" charset="-122"/>
            </a:endParaRPr>
          </a:p>
        </p:txBody>
      </p:sp>
      <p:sp>
        <p:nvSpPr>
          <p:cNvPr id="84997" name="Rectangle 3"/>
          <p:cNvSpPr>
            <a:spLocks noGrp="1"/>
          </p:cNvSpPr>
          <p:nvPr>
            <p:ph sz="half" idx="1"/>
          </p:nvPr>
        </p:nvSpPr>
        <p:spPr/>
        <p:txBody>
          <a:bodyPr vert="horz" wrap="square" lIns="91440" tIns="45720" rIns="91440" bIns="45720" anchor="t" anchorCtr="0"/>
          <a:p>
            <a:pPr>
              <a:buClr>
                <a:schemeClr val="accent2"/>
              </a:buClr>
              <a:buSzPct val="85000"/>
              <a:buFont typeface="ZapfDingbats"/>
            </a:pPr>
            <a:r>
              <a:rPr lang="en-US" altLang="zh-CN" sz="2400" dirty="0">
                <a:ea typeface="宋体" panose="02010600030101010101" pitchFamily="2" charset="-122"/>
              </a:rPr>
              <a:t>4. 1 Introduction</a:t>
            </a:r>
            <a:endParaRPr lang="en-US" altLang="zh-CN" sz="2400" dirty="0">
              <a:ea typeface="宋体" panose="02010600030101010101" pitchFamily="2" charset="-122"/>
            </a:endParaRPr>
          </a:p>
          <a:p>
            <a:pPr>
              <a:buClr>
                <a:schemeClr val="accent2"/>
              </a:buClr>
              <a:buSzPct val="85000"/>
              <a:buFont typeface="ZapfDingbats"/>
            </a:pPr>
            <a:r>
              <a:rPr lang="en-US" altLang="zh-CN" sz="2400" dirty="0">
                <a:ea typeface="宋体" panose="02010600030101010101" pitchFamily="2" charset="-122"/>
              </a:rPr>
              <a:t>4.2 Virtual circuit and datagram networks</a:t>
            </a:r>
            <a:endParaRPr lang="en-US" altLang="zh-CN" sz="2400" dirty="0">
              <a:ea typeface="宋体" panose="02010600030101010101" pitchFamily="2" charset="-122"/>
            </a:endParaRPr>
          </a:p>
          <a:p>
            <a:pPr>
              <a:buClr>
                <a:schemeClr val="accent2"/>
              </a:buClr>
              <a:buSzPct val="85000"/>
              <a:buFont typeface="ZapfDingbats"/>
            </a:pPr>
            <a:r>
              <a:rPr lang="en-US" altLang="zh-CN" sz="2400" dirty="0">
                <a:ea typeface="宋体" panose="02010600030101010101" pitchFamily="2" charset="-122"/>
              </a:rPr>
              <a:t>4.3 What’s inside a router</a:t>
            </a:r>
            <a:endParaRPr lang="en-US" altLang="zh-CN" sz="2400" dirty="0">
              <a:ea typeface="宋体" panose="02010600030101010101" pitchFamily="2" charset="-122"/>
            </a:endParaRPr>
          </a:p>
          <a:p>
            <a:pPr>
              <a:buClr>
                <a:schemeClr val="accent2"/>
              </a:buClr>
              <a:buSzPct val="85000"/>
              <a:buFont typeface="ZapfDingbats"/>
            </a:pPr>
            <a:r>
              <a:rPr lang="en-US" altLang="zh-CN" sz="2400" dirty="0">
                <a:ea typeface="宋体" panose="02010600030101010101" pitchFamily="2" charset="-122"/>
              </a:rPr>
              <a:t>4.4 IP: Internet Protocol</a:t>
            </a:r>
            <a:endParaRPr lang="en-US" altLang="zh-CN" sz="24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Datagram format</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IPv4 addressing</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ICMP</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IPv6</a:t>
            </a:r>
            <a:endParaRPr lang="en-US" altLang="zh-CN" sz="2000" dirty="0">
              <a:ea typeface="宋体" panose="02010600030101010101" pitchFamily="2" charset="-122"/>
            </a:endParaRPr>
          </a:p>
        </p:txBody>
      </p:sp>
      <p:sp>
        <p:nvSpPr>
          <p:cNvPr id="84998" name="Rectangle 4"/>
          <p:cNvSpPr>
            <a:spLocks noGrp="1"/>
          </p:cNvSpPr>
          <p:nvPr>
            <p:ph sz="half" idx="2"/>
          </p:nvPr>
        </p:nvSpPr>
        <p:spPr/>
        <p:txBody>
          <a:bodyPr vert="horz" wrap="square" lIns="91440" tIns="45720" rIns="91440" bIns="45720" anchor="t" anchorCtr="0"/>
          <a:p>
            <a:pPr>
              <a:buClr>
                <a:schemeClr val="accent2"/>
              </a:buClr>
              <a:buSzPct val="85000"/>
              <a:buFont typeface="ZapfDingbats"/>
            </a:pPr>
            <a:r>
              <a:rPr lang="en-US" altLang="zh-CN" sz="2400" dirty="0">
                <a:ea typeface="宋体" panose="02010600030101010101" pitchFamily="2" charset="-122"/>
              </a:rPr>
              <a:t>4.5 </a:t>
            </a:r>
            <a:r>
              <a:rPr lang="en-US" altLang="zh-CN" sz="2400" dirty="0">
                <a:solidFill>
                  <a:srgbClr val="FF0000"/>
                </a:solidFill>
                <a:ea typeface="宋体" panose="02010600030101010101" pitchFamily="2" charset="-122"/>
              </a:rPr>
              <a:t>Routing algorithms</a:t>
            </a:r>
            <a:endParaRPr lang="en-US" altLang="zh-CN" sz="2400" dirty="0">
              <a:solidFill>
                <a:srgbClr val="FF0000"/>
              </a:solidFill>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Link state</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Distance Vector</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Hierarchical routing</a:t>
            </a:r>
            <a:endParaRPr lang="en-US" altLang="zh-CN" sz="2000" dirty="0">
              <a:ea typeface="宋体" panose="02010600030101010101" pitchFamily="2" charset="-122"/>
            </a:endParaRPr>
          </a:p>
          <a:p>
            <a:pPr>
              <a:buClr>
                <a:schemeClr val="accent2"/>
              </a:buClr>
              <a:buSzPct val="85000"/>
              <a:buFont typeface="ZapfDingbats"/>
            </a:pPr>
            <a:r>
              <a:rPr lang="en-US" altLang="zh-CN" sz="2400" dirty="0">
                <a:ea typeface="宋体" panose="02010600030101010101" pitchFamily="2" charset="-122"/>
              </a:rPr>
              <a:t>4.6 Routing in the Internet</a:t>
            </a:r>
            <a:endParaRPr lang="en-US" altLang="zh-CN" sz="24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RIP</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OSPF</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BGP</a:t>
            </a:r>
            <a:endParaRPr lang="en-US" altLang="zh-CN" sz="2000" dirty="0">
              <a:ea typeface="宋体" panose="02010600030101010101" pitchFamily="2" charset="-122"/>
            </a:endParaRPr>
          </a:p>
          <a:p>
            <a:pPr>
              <a:buClr>
                <a:schemeClr val="accent2"/>
              </a:buClr>
              <a:buSzPct val="85000"/>
              <a:buFont typeface="ZapfDingbats"/>
            </a:pPr>
            <a:r>
              <a:rPr lang="en-US" altLang="zh-CN" sz="2400" dirty="0">
                <a:ea typeface="宋体" panose="02010600030101010101" pitchFamily="2" charset="-122"/>
              </a:rPr>
              <a:t>4.7 Broadcast and multicast routing</a:t>
            </a:r>
            <a:endParaRPr lang="en-US" altLang="zh-CN" sz="2400" dirty="0">
              <a:ea typeface="宋体" panose="02010600030101010101" pitchFamily="2" charset="-122"/>
            </a:endParaRPr>
          </a:p>
          <a:p>
            <a:pPr>
              <a:buClr>
                <a:schemeClr val="accent2"/>
              </a:buClr>
              <a:buSzPct val="85000"/>
              <a:buFont typeface="ZapfDingbats"/>
            </a:pPr>
            <a:endParaRPr lang="en-US" altLang="zh-CN" sz="2400" dirty="0">
              <a:ea typeface="宋体" panose="02010600030101010101" pitchFamily="2" charset="-122"/>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6018" name="页脚占位符 3"/>
          <p:cNvSpPr txBox="1">
            <a:spLocks noGrp="1"/>
          </p:cNvSpPr>
          <p:nvPr>
            <p:ph type="ftr" sz="quarter" idx="11"/>
          </p:nvPr>
        </p:nvSpPr>
        <p:spPr/>
        <p:txBody>
          <a:bodyPr/>
          <a:p>
            <a:pPr marL="0" indent="0" algn="r">
              <a:spcBef>
                <a:spcPct val="0"/>
              </a:spcBef>
              <a:buClrTx/>
              <a:buSzTx/>
              <a:buFontTx/>
              <a:buNone/>
            </a:pPr>
            <a:r>
              <a:rPr lang="en-US" altLang="zh-CN" sz="1400" dirty="0">
                <a:ea typeface="宋体" panose="02010600030101010101" pitchFamily="2" charset="-122"/>
              </a:rPr>
              <a:t>Network Layer</a:t>
            </a:r>
            <a:endParaRPr lang="en-US" altLang="zh-CN" sz="1400" dirty="0">
              <a:latin typeface="Times New Roman" panose="02020603050405020304" pitchFamily="18" charset="0"/>
              <a:ea typeface="宋体" panose="02010600030101010101" pitchFamily="2" charset="-122"/>
            </a:endParaRPr>
          </a:p>
        </p:txBody>
      </p:sp>
      <p:sp>
        <p:nvSpPr>
          <p:cNvPr id="86019" name="灯片编号占位符 4"/>
          <p:cNvSpPr txBox="1">
            <a:spLocks noGrp="1"/>
          </p:cNvSpPr>
          <p:nvPr>
            <p:ph type="sldNum" sz="quarter" idx="12"/>
          </p:nvPr>
        </p:nvSpPr>
        <p:spPr/>
        <p:txBody>
          <a:bodyPr/>
          <a:p>
            <a:pPr marL="0" indent="0" algn="r">
              <a:spcBef>
                <a:spcPct val="0"/>
              </a:spcBef>
              <a:buClrTx/>
              <a:buSzTx/>
              <a:buFontTx/>
              <a:buNone/>
            </a:pPr>
            <a:r>
              <a:rPr lang="en-US" altLang="zh-CN" sz="1400" dirty="0">
                <a:ea typeface="宋体" panose="02010600030101010101" pitchFamily="2" charset="-122"/>
              </a:rPr>
              <a:t>4-</a:t>
            </a: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grpSp>
        <p:nvGrpSpPr>
          <p:cNvPr id="86020" name="Group 2"/>
          <p:cNvGrpSpPr/>
          <p:nvPr/>
        </p:nvGrpSpPr>
        <p:grpSpPr>
          <a:xfrm>
            <a:off x="1301750" y="1404938"/>
            <a:ext cx="5530850" cy="5245100"/>
            <a:chOff x="398" y="129"/>
            <a:chExt cx="3484" cy="3304"/>
          </a:xfrm>
        </p:grpSpPr>
        <p:sp>
          <p:nvSpPr>
            <p:cNvPr id="86022" name="Freeform 3"/>
            <p:cNvSpPr/>
            <p:nvPr/>
          </p:nvSpPr>
          <p:spPr>
            <a:xfrm>
              <a:off x="2031" y="2058"/>
              <a:ext cx="1794" cy="933"/>
            </a:xfrm>
            <a:custGeom>
              <a:avLst/>
              <a:gdLst/>
              <a:ahLst/>
              <a:cxnLst>
                <a:cxn ang="0">
                  <a:pos x="6" y="483"/>
                </a:cxn>
                <a:cxn ang="0">
                  <a:pos x="108" y="125"/>
                </a:cxn>
                <a:cxn ang="0">
                  <a:pos x="559" y="100"/>
                </a:cxn>
                <a:cxn ang="0">
                  <a:pos x="1128" y="29"/>
                </a:cxn>
                <a:cxn ang="0">
                  <a:pos x="1716" y="275"/>
                </a:cxn>
                <a:cxn ang="0">
                  <a:pos x="1596" y="827"/>
                </a:cxn>
                <a:cxn ang="0">
                  <a:pos x="1380" y="911"/>
                </a:cxn>
                <a:cxn ang="0">
                  <a:pos x="840" y="929"/>
                </a:cxn>
                <a:cxn ang="0">
                  <a:pos x="414" y="911"/>
                </a:cxn>
                <a:cxn ang="0">
                  <a:pos x="143" y="832"/>
                </a:cxn>
                <a:cxn ang="0">
                  <a:pos x="6" y="483"/>
                </a:cxn>
              </a:cxnLst>
              <a:pathLst>
                <a:path w="1794" h="933">
                  <a:moveTo>
                    <a:pt x="6" y="483"/>
                  </a:moveTo>
                  <a:cubicBezTo>
                    <a:pt x="0" y="365"/>
                    <a:pt x="16" y="189"/>
                    <a:pt x="108" y="125"/>
                  </a:cubicBezTo>
                  <a:cubicBezTo>
                    <a:pt x="200" y="61"/>
                    <a:pt x="389" y="116"/>
                    <a:pt x="559" y="100"/>
                  </a:cubicBezTo>
                  <a:cubicBezTo>
                    <a:pt x="729" y="84"/>
                    <a:pt x="935" y="0"/>
                    <a:pt x="1128" y="29"/>
                  </a:cubicBezTo>
                  <a:cubicBezTo>
                    <a:pt x="1321" y="58"/>
                    <a:pt x="1638" y="142"/>
                    <a:pt x="1716" y="275"/>
                  </a:cubicBezTo>
                  <a:cubicBezTo>
                    <a:pt x="1794" y="408"/>
                    <a:pt x="1652" y="721"/>
                    <a:pt x="1596" y="827"/>
                  </a:cubicBezTo>
                  <a:cubicBezTo>
                    <a:pt x="1540" y="933"/>
                    <a:pt x="1506" y="894"/>
                    <a:pt x="1380" y="911"/>
                  </a:cubicBezTo>
                  <a:cubicBezTo>
                    <a:pt x="1254" y="928"/>
                    <a:pt x="1001" y="929"/>
                    <a:pt x="840" y="929"/>
                  </a:cubicBezTo>
                  <a:cubicBezTo>
                    <a:pt x="679" y="929"/>
                    <a:pt x="530" y="927"/>
                    <a:pt x="414" y="911"/>
                  </a:cubicBezTo>
                  <a:cubicBezTo>
                    <a:pt x="298" y="895"/>
                    <a:pt x="211" y="903"/>
                    <a:pt x="143" y="832"/>
                  </a:cubicBezTo>
                  <a:cubicBezTo>
                    <a:pt x="75" y="761"/>
                    <a:pt x="4" y="624"/>
                    <a:pt x="6" y="483"/>
                  </a:cubicBezTo>
                  <a:close/>
                </a:path>
              </a:pathLst>
            </a:custGeom>
            <a:solidFill>
              <a:srgbClr val="66CCFF">
                <a:alpha val="100000"/>
              </a:srgbClr>
            </a:solidFill>
            <a:ln w="9525">
              <a:noFill/>
            </a:ln>
          </p:spPr>
          <p:txBody>
            <a:bodyPr/>
            <a:p>
              <a:endParaRPr lang="zh-CN" altLang="en-US"/>
            </a:p>
          </p:txBody>
        </p:sp>
        <p:sp>
          <p:nvSpPr>
            <p:cNvPr id="86023" name="Freeform 4"/>
            <p:cNvSpPr/>
            <p:nvPr/>
          </p:nvSpPr>
          <p:spPr>
            <a:xfrm>
              <a:off x="1090" y="1594"/>
              <a:ext cx="1443" cy="816"/>
            </a:xfrm>
            <a:custGeom>
              <a:avLst/>
              <a:gdLst/>
              <a:ahLst/>
              <a:cxnLst>
                <a:cxn ang="0">
                  <a:pos x="0" y="0"/>
                </a:cxn>
                <a:cxn ang="0">
                  <a:pos x="1076" y="782"/>
                </a:cxn>
                <a:cxn ang="0">
                  <a:pos x="1320" y="788"/>
                </a:cxn>
                <a:cxn ang="0">
                  <a:pos x="1443" y="5"/>
                </a:cxn>
                <a:cxn ang="0">
                  <a:pos x="0" y="0"/>
                </a:cxn>
              </a:cxnLst>
              <a:pathLst>
                <a:path w="1443" h="816">
                  <a:moveTo>
                    <a:pt x="0" y="0"/>
                  </a:moveTo>
                  <a:cubicBezTo>
                    <a:pt x="571" y="285"/>
                    <a:pt x="856" y="408"/>
                    <a:pt x="1076" y="782"/>
                  </a:cubicBezTo>
                  <a:cubicBezTo>
                    <a:pt x="1185" y="775"/>
                    <a:pt x="1220" y="816"/>
                    <a:pt x="1320" y="788"/>
                  </a:cubicBezTo>
                  <a:cubicBezTo>
                    <a:pt x="1264" y="347"/>
                    <a:pt x="1276" y="352"/>
                    <a:pt x="1443" y="5"/>
                  </a:cubicBezTo>
                  <a:cubicBezTo>
                    <a:pt x="867" y="5"/>
                    <a:pt x="233" y="0"/>
                    <a:pt x="0" y="0"/>
                  </a:cubicBezTo>
                  <a:close/>
                </a:path>
              </a:pathLst>
            </a:custGeom>
            <a:gradFill rotWithShape="1">
              <a:gsLst>
                <a:gs pos="0">
                  <a:schemeClr val="accent1">
                    <a:alpha val="100000"/>
                  </a:schemeClr>
                </a:gs>
                <a:gs pos="100000">
                  <a:schemeClr val="bg1">
                    <a:alpha val="100000"/>
                  </a:schemeClr>
                </a:gs>
              </a:gsLst>
              <a:lin ang="5400000" scaled="1"/>
              <a:tileRect/>
            </a:gradFill>
            <a:ln w="9525">
              <a:noFill/>
            </a:ln>
          </p:spPr>
          <p:txBody>
            <a:bodyPr/>
            <a:p>
              <a:endParaRPr lang="zh-CN" altLang="en-US"/>
            </a:p>
          </p:txBody>
        </p:sp>
        <p:sp>
          <p:nvSpPr>
            <p:cNvPr id="86024" name="Rectangle 5"/>
            <p:cNvSpPr/>
            <p:nvPr/>
          </p:nvSpPr>
          <p:spPr>
            <a:xfrm>
              <a:off x="1084" y="129"/>
              <a:ext cx="1460" cy="1470"/>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86025" name="Oval 6"/>
            <p:cNvSpPr/>
            <p:nvPr/>
          </p:nvSpPr>
          <p:spPr>
            <a:xfrm>
              <a:off x="1163" y="162"/>
              <a:ext cx="1320" cy="381"/>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86026" name="Freeform 7"/>
            <p:cNvSpPr/>
            <p:nvPr/>
          </p:nvSpPr>
          <p:spPr>
            <a:xfrm>
              <a:off x="2433" y="2249"/>
              <a:ext cx="342" cy="186"/>
            </a:xfrm>
            <a:custGeom>
              <a:avLst/>
              <a:gdLst/>
              <a:ahLst/>
              <a:cxnLst>
                <a:cxn ang="0">
                  <a:pos x="0" y="186"/>
                </a:cxn>
                <a:cxn ang="0">
                  <a:pos x="342" y="0"/>
                </a:cxn>
              </a:cxnLst>
              <a:pathLst>
                <a:path w="342" h="186">
                  <a:moveTo>
                    <a:pt x="0" y="186"/>
                  </a:moveTo>
                  <a:lnTo>
                    <a:pt x="342" y="0"/>
                  </a:lnTo>
                </a:path>
              </a:pathLst>
            </a:custGeom>
            <a:noFill/>
            <a:ln w="12700" cap="flat" cmpd="sng">
              <a:solidFill>
                <a:schemeClr val="tx1">
                  <a:alpha val="100000"/>
                </a:schemeClr>
              </a:solidFill>
              <a:prstDash val="solid"/>
              <a:round/>
              <a:headEnd type="none" w="med" len="med"/>
              <a:tailEnd type="none" w="med" len="med"/>
            </a:ln>
          </p:spPr>
          <p:txBody>
            <a:bodyPr/>
            <a:p>
              <a:endParaRPr lang="zh-CN" altLang="en-US"/>
            </a:p>
          </p:txBody>
        </p:sp>
        <p:grpSp>
          <p:nvGrpSpPr>
            <p:cNvPr id="86027" name="Group 8"/>
            <p:cNvGrpSpPr/>
            <p:nvPr/>
          </p:nvGrpSpPr>
          <p:grpSpPr>
            <a:xfrm>
              <a:off x="2122" y="2359"/>
              <a:ext cx="316" cy="147"/>
              <a:chOff x="3600" y="219"/>
              <a:chExt cx="360" cy="175"/>
            </a:xfrm>
          </p:grpSpPr>
          <p:sp>
            <p:nvSpPr>
              <p:cNvPr id="86172" name="Oval 9"/>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86173" name="Line 10"/>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86174" name="Line 11"/>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86175" name="Rectangle 12"/>
              <p:cNvSpPr/>
              <p:nvPr/>
            </p:nvSpPr>
            <p:spPr>
              <a:xfrm>
                <a:off x="3603" y="289"/>
                <a:ext cx="354" cy="5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86176" name="Oval 13"/>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86177" name="Group 14"/>
              <p:cNvGrpSpPr/>
              <p:nvPr/>
            </p:nvGrpSpPr>
            <p:grpSpPr>
              <a:xfrm>
                <a:off x="3686" y="244"/>
                <a:ext cx="177" cy="66"/>
                <a:chOff x="2848" y="848"/>
                <a:chExt cx="140" cy="98"/>
              </a:xfrm>
            </p:grpSpPr>
            <p:sp>
              <p:nvSpPr>
                <p:cNvPr id="86182" name="Line 15"/>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86183" name="Line 16"/>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86184" name="Line 17"/>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86178" name="Group 18"/>
              <p:cNvGrpSpPr/>
              <p:nvPr/>
            </p:nvGrpSpPr>
            <p:grpSpPr>
              <a:xfrm flipV="1">
                <a:off x="3686" y="243"/>
                <a:ext cx="177" cy="66"/>
                <a:chOff x="2848" y="848"/>
                <a:chExt cx="140" cy="98"/>
              </a:xfrm>
            </p:grpSpPr>
            <p:sp>
              <p:nvSpPr>
                <p:cNvPr id="86179" name="Line 19"/>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86180" name="Line 20"/>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86181" name="Line 21"/>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86028" name="Group 22"/>
            <p:cNvGrpSpPr/>
            <p:nvPr/>
          </p:nvGrpSpPr>
          <p:grpSpPr>
            <a:xfrm>
              <a:off x="2344" y="2761"/>
              <a:ext cx="316" cy="147"/>
              <a:chOff x="3600" y="219"/>
              <a:chExt cx="360" cy="175"/>
            </a:xfrm>
          </p:grpSpPr>
          <p:sp>
            <p:nvSpPr>
              <p:cNvPr id="86159" name="Oval 23"/>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86160" name="Line 24"/>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86161" name="Line 25"/>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86162" name="Rectangle 26"/>
              <p:cNvSpPr/>
              <p:nvPr/>
            </p:nvSpPr>
            <p:spPr>
              <a:xfrm>
                <a:off x="3603" y="289"/>
                <a:ext cx="354" cy="5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86163" name="Oval 27"/>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86164" name="Group 28"/>
              <p:cNvGrpSpPr/>
              <p:nvPr/>
            </p:nvGrpSpPr>
            <p:grpSpPr>
              <a:xfrm>
                <a:off x="3686" y="244"/>
                <a:ext cx="177" cy="66"/>
                <a:chOff x="2848" y="848"/>
                <a:chExt cx="140" cy="98"/>
              </a:xfrm>
            </p:grpSpPr>
            <p:sp>
              <p:nvSpPr>
                <p:cNvPr id="86169" name="Line 29"/>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86170" name="Line 30"/>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86171" name="Line 31"/>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86165" name="Group 32"/>
              <p:cNvGrpSpPr/>
              <p:nvPr/>
            </p:nvGrpSpPr>
            <p:grpSpPr>
              <a:xfrm flipV="1">
                <a:off x="3686" y="243"/>
                <a:ext cx="177" cy="66"/>
                <a:chOff x="2848" y="848"/>
                <a:chExt cx="140" cy="98"/>
              </a:xfrm>
            </p:grpSpPr>
            <p:sp>
              <p:nvSpPr>
                <p:cNvPr id="86166" name="Line 33"/>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86167" name="Line 34"/>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86168" name="Line 35"/>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86029" name="Group 36"/>
            <p:cNvGrpSpPr/>
            <p:nvPr/>
          </p:nvGrpSpPr>
          <p:grpSpPr>
            <a:xfrm>
              <a:off x="2769" y="2167"/>
              <a:ext cx="316" cy="147"/>
              <a:chOff x="3600" y="219"/>
              <a:chExt cx="360" cy="175"/>
            </a:xfrm>
          </p:grpSpPr>
          <p:sp>
            <p:nvSpPr>
              <p:cNvPr id="86146" name="Oval 37"/>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86147" name="Line 38"/>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86148" name="Line 39"/>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86149" name="Rectangle 40"/>
              <p:cNvSpPr/>
              <p:nvPr/>
            </p:nvSpPr>
            <p:spPr>
              <a:xfrm>
                <a:off x="3603" y="289"/>
                <a:ext cx="354" cy="5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86150" name="Oval 41"/>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86151" name="Group 42"/>
              <p:cNvGrpSpPr/>
              <p:nvPr/>
            </p:nvGrpSpPr>
            <p:grpSpPr>
              <a:xfrm>
                <a:off x="3686" y="244"/>
                <a:ext cx="177" cy="66"/>
                <a:chOff x="2848" y="848"/>
                <a:chExt cx="140" cy="98"/>
              </a:xfrm>
            </p:grpSpPr>
            <p:sp>
              <p:nvSpPr>
                <p:cNvPr id="86156" name="Line 43"/>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86157" name="Line 44"/>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86158" name="Line 45"/>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86152" name="Group 46"/>
              <p:cNvGrpSpPr/>
              <p:nvPr/>
            </p:nvGrpSpPr>
            <p:grpSpPr>
              <a:xfrm flipV="1">
                <a:off x="3686" y="243"/>
                <a:ext cx="177" cy="66"/>
                <a:chOff x="2848" y="848"/>
                <a:chExt cx="140" cy="98"/>
              </a:xfrm>
            </p:grpSpPr>
            <p:sp>
              <p:nvSpPr>
                <p:cNvPr id="86153" name="Line 47"/>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86154" name="Line 48"/>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86155" name="Line 49"/>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86030" name="Group 50"/>
            <p:cNvGrpSpPr/>
            <p:nvPr/>
          </p:nvGrpSpPr>
          <p:grpSpPr>
            <a:xfrm>
              <a:off x="2720" y="2586"/>
              <a:ext cx="315" cy="147"/>
              <a:chOff x="3600" y="219"/>
              <a:chExt cx="360" cy="175"/>
            </a:xfrm>
          </p:grpSpPr>
          <p:sp>
            <p:nvSpPr>
              <p:cNvPr id="86133" name="Oval 51"/>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86134" name="Line 52"/>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86135" name="Line 53"/>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86136" name="Rectangle 54"/>
              <p:cNvSpPr/>
              <p:nvPr/>
            </p:nvSpPr>
            <p:spPr>
              <a:xfrm>
                <a:off x="3603" y="289"/>
                <a:ext cx="354" cy="5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86137" name="Oval 55"/>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86138" name="Group 56"/>
              <p:cNvGrpSpPr/>
              <p:nvPr/>
            </p:nvGrpSpPr>
            <p:grpSpPr>
              <a:xfrm>
                <a:off x="3686" y="244"/>
                <a:ext cx="177" cy="66"/>
                <a:chOff x="2848" y="848"/>
                <a:chExt cx="140" cy="98"/>
              </a:xfrm>
            </p:grpSpPr>
            <p:sp>
              <p:nvSpPr>
                <p:cNvPr id="86143" name="Line 57"/>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86144" name="Line 58"/>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86145" name="Line 59"/>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86139" name="Group 60"/>
              <p:cNvGrpSpPr/>
              <p:nvPr/>
            </p:nvGrpSpPr>
            <p:grpSpPr>
              <a:xfrm flipV="1">
                <a:off x="3686" y="243"/>
                <a:ext cx="177" cy="66"/>
                <a:chOff x="2848" y="848"/>
                <a:chExt cx="140" cy="98"/>
              </a:xfrm>
            </p:grpSpPr>
            <p:sp>
              <p:nvSpPr>
                <p:cNvPr id="86140" name="Line 61"/>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86141" name="Line 62"/>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86142" name="Line 63"/>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86031" name="Group 64"/>
            <p:cNvGrpSpPr/>
            <p:nvPr/>
          </p:nvGrpSpPr>
          <p:grpSpPr>
            <a:xfrm>
              <a:off x="3120" y="2773"/>
              <a:ext cx="316" cy="147"/>
              <a:chOff x="3600" y="219"/>
              <a:chExt cx="360" cy="175"/>
            </a:xfrm>
          </p:grpSpPr>
          <p:sp>
            <p:nvSpPr>
              <p:cNvPr id="86120" name="Oval 65"/>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86121" name="Line 66"/>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86122" name="Line 67"/>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86123" name="Rectangle 68"/>
              <p:cNvSpPr/>
              <p:nvPr/>
            </p:nvSpPr>
            <p:spPr>
              <a:xfrm>
                <a:off x="3603" y="289"/>
                <a:ext cx="354" cy="5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86124" name="Oval 69"/>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86125" name="Group 70"/>
              <p:cNvGrpSpPr/>
              <p:nvPr/>
            </p:nvGrpSpPr>
            <p:grpSpPr>
              <a:xfrm>
                <a:off x="3686" y="244"/>
                <a:ext cx="177" cy="66"/>
                <a:chOff x="2848" y="848"/>
                <a:chExt cx="140" cy="98"/>
              </a:xfrm>
            </p:grpSpPr>
            <p:sp>
              <p:nvSpPr>
                <p:cNvPr id="86130" name="Line 71"/>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86131" name="Line 72"/>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86132" name="Line 73"/>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86126" name="Group 74"/>
              <p:cNvGrpSpPr/>
              <p:nvPr/>
            </p:nvGrpSpPr>
            <p:grpSpPr>
              <a:xfrm flipV="1">
                <a:off x="3686" y="243"/>
                <a:ext cx="177" cy="66"/>
                <a:chOff x="2848" y="848"/>
                <a:chExt cx="140" cy="98"/>
              </a:xfrm>
            </p:grpSpPr>
            <p:sp>
              <p:nvSpPr>
                <p:cNvPr id="86127" name="Line 75"/>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86128" name="Line 76"/>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86129" name="Line 77"/>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86032" name="Group 78"/>
            <p:cNvGrpSpPr/>
            <p:nvPr/>
          </p:nvGrpSpPr>
          <p:grpSpPr>
            <a:xfrm>
              <a:off x="3400" y="2360"/>
              <a:ext cx="316" cy="147"/>
              <a:chOff x="3600" y="219"/>
              <a:chExt cx="360" cy="175"/>
            </a:xfrm>
          </p:grpSpPr>
          <p:sp>
            <p:nvSpPr>
              <p:cNvPr id="86107" name="Oval 79"/>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86108" name="Line 80"/>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86109" name="Line 81"/>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86110" name="Rectangle 82"/>
              <p:cNvSpPr/>
              <p:nvPr/>
            </p:nvSpPr>
            <p:spPr>
              <a:xfrm>
                <a:off x="3603" y="289"/>
                <a:ext cx="354" cy="5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86111" name="Oval 83"/>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86112" name="Group 84"/>
              <p:cNvGrpSpPr/>
              <p:nvPr/>
            </p:nvGrpSpPr>
            <p:grpSpPr>
              <a:xfrm>
                <a:off x="3686" y="244"/>
                <a:ext cx="177" cy="66"/>
                <a:chOff x="2848" y="848"/>
                <a:chExt cx="140" cy="98"/>
              </a:xfrm>
            </p:grpSpPr>
            <p:sp>
              <p:nvSpPr>
                <p:cNvPr id="86117" name="Line 85"/>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86118" name="Line 86"/>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86119" name="Line 87"/>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86113" name="Group 88"/>
              <p:cNvGrpSpPr/>
              <p:nvPr/>
            </p:nvGrpSpPr>
            <p:grpSpPr>
              <a:xfrm flipV="1">
                <a:off x="3686" y="243"/>
                <a:ext cx="177" cy="66"/>
                <a:chOff x="2848" y="848"/>
                <a:chExt cx="140" cy="98"/>
              </a:xfrm>
            </p:grpSpPr>
            <p:sp>
              <p:nvSpPr>
                <p:cNvPr id="86114" name="Line 89"/>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86115" name="Line 90"/>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86116" name="Line 91"/>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sp>
          <p:nvSpPr>
            <p:cNvPr id="86033" name="Freeform 92"/>
            <p:cNvSpPr/>
            <p:nvPr/>
          </p:nvSpPr>
          <p:spPr>
            <a:xfrm>
              <a:off x="3089" y="2245"/>
              <a:ext cx="318" cy="194"/>
            </a:xfrm>
            <a:custGeom>
              <a:avLst/>
              <a:gdLst/>
              <a:ahLst/>
              <a:cxnLst>
                <a:cxn ang="0">
                  <a:pos x="0" y="0"/>
                </a:cxn>
                <a:cxn ang="0">
                  <a:pos x="318" y="194"/>
                </a:cxn>
              </a:cxnLst>
              <a:pathLst>
                <a:path w="318" h="194">
                  <a:moveTo>
                    <a:pt x="0" y="0"/>
                  </a:moveTo>
                  <a:lnTo>
                    <a:pt x="318" y="194"/>
                  </a:lnTo>
                </a:path>
              </a:pathLst>
            </a:custGeom>
            <a:noFill/>
            <a:ln w="12700" cap="flat" cmpd="sng">
              <a:solidFill>
                <a:schemeClr val="tx1">
                  <a:alpha val="100000"/>
                </a:schemeClr>
              </a:solidFill>
              <a:prstDash val="solid"/>
              <a:round/>
              <a:headEnd type="none" w="med" len="med"/>
              <a:tailEnd type="none" w="med" len="med"/>
            </a:ln>
          </p:spPr>
          <p:txBody>
            <a:bodyPr/>
            <a:p>
              <a:endParaRPr lang="zh-CN" altLang="en-US"/>
            </a:p>
          </p:txBody>
        </p:sp>
        <p:sp>
          <p:nvSpPr>
            <p:cNvPr id="86034" name="Freeform 93"/>
            <p:cNvSpPr/>
            <p:nvPr/>
          </p:nvSpPr>
          <p:spPr>
            <a:xfrm>
              <a:off x="2418" y="2492"/>
              <a:ext cx="303" cy="150"/>
            </a:xfrm>
            <a:custGeom>
              <a:avLst/>
              <a:gdLst/>
              <a:ahLst/>
              <a:cxnLst>
                <a:cxn ang="0">
                  <a:pos x="0" y="0"/>
                </a:cxn>
                <a:cxn ang="0">
                  <a:pos x="374" y="53"/>
                </a:cxn>
              </a:cxnLst>
              <a:pathLst>
                <a:path w="294" h="174">
                  <a:moveTo>
                    <a:pt x="0" y="0"/>
                  </a:moveTo>
                  <a:lnTo>
                    <a:pt x="294" y="174"/>
                  </a:lnTo>
                </a:path>
              </a:pathLst>
            </a:custGeom>
            <a:noFill/>
            <a:ln w="12700" cap="flat" cmpd="sng">
              <a:solidFill>
                <a:schemeClr val="tx1">
                  <a:alpha val="100000"/>
                </a:schemeClr>
              </a:solidFill>
              <a:prstDash val="solid"/>
              <a:round/>
              <a:headEnd type="none" w="med" len="med"/>
              <a:tailEnd type="none" w="med" len="med"/>
            </a:ln>
          </p:spPr>
          <p:txBody>
            <a:bodyPr/>
            <a:p>
              <a:endParaRPr lang="zh-CN" altLang="en-US"/>
            </a:p>
          </p:txBody>
        </p:sp>
        <p:sp>
          <p:nvSpPr>
            <p:cNvPr id="86035" name="Freeform 94"/>
            <p:cNvSpPr/>
            <p:nvPr/>
          </p:nvSpPr>
          <p:spPr>
            <a:xfrm>
              <a:off x="3015" y="2477"/>
              <a:ext cx="396" cy="156"/>
            </a:xfrm>
            <a:custGeom>
              <a:avLst/>
              <a:gdLst/>
              <a:ahLst/>
              <a:cxnLst>
                <a:cxn ang="0">
                  <a:pos x="0" y="74"/>
                </a:cxn>
                <a:cxn ang="0">
                  <a:pos x="550" y="0"/>
                </a:cxn>
              </a:cxnLst>
              <a:pathLst>
                <a:path w="378" h="174">
                  <a:moveTo>
                    <a:pt x="0" y="174"/>
                  </a:moveTo>
                  <a:lnTo>
                    <a:pt x="378" y="0"/>
                  </a:lnTo>
                </a:path>
              </a:pathLst>
            </a:custGeom>
            <a:noFill/>
            <a:ln w="12700" cap="flat" cmpd="sng">
              <a:solidFill>
                <a:schemeClr val="tx1">
                  <a:alpha val="100000"/>
                </a:schemeClr>
              </a:solidFill>
              <a:prstDash val="solid"/>
              <a:round/>
              <a:headEnd type="none" w="med" len="med"/>
              <a:tailEnd type="none" w="med" len="med"/>
            </a:ln>
          </p:spPr>
          <p:txBody>
            <a:bodyPr/>
            <a:p>
              <a:endParaRPr lang="zh-CN" altLang="en-US"/>
            </a:p>
          </p:txBody>
        </p:sp>
        <p:sp>
          <p:nvSpPr>
            <p:cNvPr id="86036" name="Freeform 95"/>
            <p:cNvSpPr/>
            <p:nvPr/>
          </p:nvSpPr>
          <p:spPr>
            <a:xfrm>
              <a:off x="3435" y="2511"/>
              <a:ext cx="130" cy="320"/>
            </a:xfrm>
            <a:custGeom>
              <a:avLst/>
              <a:gdLst/>
              <a:ahLst/>
              <a:cxnLst>
                <a:cxn ang="0">
                  <a:pos x="0" y="14"/>
                </a:cxn>
                <a:cxn ang="0">
                  <a:pos x="258" y="0"/>
                </a:cxn>
              </a:cxnLst>
              <a:pathLst>
                <a:path w="118" h="500">
                  <a:moveTo>
                    <a:pt x="0" y="500"/>
                  </a:moveTo>
                  <a:lnTo>
                    <a:pt x="118" y="0"/>
                  </a:lnTo>
                </a:path>
              </a:pathLst>
            </a:custGeom>
            <a:noFill/>
            <a:ln w="12700" cap="flat" cmpd="sng">
              <a:solidFill>
                <a:schemeClr val="tx1">
                  <a:alpha val="100000"/>
                </a:schemeClr>
              </a:solidFill>
              <a:prstDash val="solid"/>
              <a:round/>
              <a:headEnd type="none" w="med" len="med"/>
              <a:tailEnd type="none" w="med" len="med"/>
            </a:ln>
          </p:spPr>
          <p:txBody>
            <a:bodyPr/>
            <a:p>
              <a:endParaRPr lang="zh-CN" altLang="en-US"/>
            </a:p>
          </p:txBody>
        </p:sp>
        <p:sp>
          <p:nvSpPr>
            <p:cNvPr id="86037" name="Freeform 96"/>
            <p:cNvSpPr/>
            <p:nvPr/>
          </p:nvSpPr>
          <p:spPr>
            <a:xfrm>
              <a:off x="2657" y="2847"/>
              <a:ext cx="464" cy="47"/>
            </a:xfrm>
            <a:custGeom>
              <a:avLst/>
              <a:gdLst/>
              <a:ahLst/>
              <a:cxnLst>
                <a:cxn ang="0">
                  <a:pos x="2261" y="689"/>
                </a:cxn>
                <a:cxn ang="0">
                  <a:pos x="0" y="0"/>
                </a:cxn>
              </a:cxnLst>
              <a:pathLst>
                <a:path w="370" h="32">
                  <a:moveTo>
                    <a:pt x="370" y="32"/>
                  </a:moveTo>
                  <a:lnTo>
                    <a:pt x="0" y="0"/>
                  </a:lnTo>
                </a:path>
              </a:pathLst>
            </a:custGeom>
            <a:noFill/>
            <a:ln w="12700" cap="flat" cmpd="sng">
              <a:solidFill>
                <a:schemeClr val="tx1">
                  <a:alpha val="100000"/>
                </a:schemeClr>
              </a:solidFill>
              <a:prstDash val="solid"/>
              <a:round/>
              <a:headEnd type="none" w="med" len="med"/>
              <a:tailEnd type="none" w="med" len="med"/>
            </a:ln>
          </p:spPr>
          <p:txBody>
            <a:bodyPr/>
            <a:p>
              <a:endParaRPr lang="zh-CN" altLang="en-US"/>
            </a:p>
          </p:txBody>
        </p:sp>
        <p:sp>
          <p:nvSpPr>
            <p:cNvPr id="86038" name="Freeform 97"/>
            <p:cNvSpPr/>
            <p:nvPr/>
          </p:nvSpPr>
          <p:spPr>
            <a:xfrm>
              <a:off x="2319" y="2507"/>
              <a:ext cx="122" cy="268"/>
            </a:xfrm>
            <a:custGeom>
              <a:avLst/>
              <a:gdLst/>
              <a:ahLst/>
              <a:cxnLst>
                <a:cxn ang="0">
                  <a:pos x="8" y="13"/>
                </a:cxn>
                <a:cxn ang="0">
                  <a:pos x="9" y="13"/>
                </a:cxn>
                <a:cxn ang="0">
                  <a:pos x="0" y="0"/>
                </a:cxn>
              </a:cxnLst>
              <a:pathLst>
                <a:path w="176" h="412">
                  <a:moveTo>
                    <a:pt x="162" y="408"/>
                  </a:moveTo>
                  <a:lnTo>
                    <a:pt x="176" y="412"/>
                  </a:lnTo>
                  <a:lnTo>
                    <a:pt x="0" y="0"/>
                  </a:lnTo>
                </a:path>
              </a:pathLst>
            </a:custGeom>
            <a:noFill/>
            <a:ln w="12700" cap="flat" cmpd="sng">
              <a:solidFill>
                <a:schemeClr val="tx1">
                  <a:alpha val="100000"/>
                </a:schemeClr>
              </a:solidFill>
              <a:prstDash val="solid"/>
              <a:round/>
              <a:headEnd type="none" w="med" len="med"/>
              <a:tailEnd type="none" w="med" len="med"/>
            </a:ln>
          </p:spPr>
          <p:txBody>
            <a:bodyPr/>
            <a:p>
              <a:endParaRPr lang="zh-CN" altLang="en-US"/>
            </a:p>
          </p:txBody>
        </p:sp>
        <p:sp>
          <p:nvSpPr>
            <p:cNvPr id="86039" name="Rectangle 98"/>
            <p:cNvSpPr/>
            <p:nvPr/>
          </p:nvSpPr>
          <p:spPr>
            <a:xfrm>
              <a:off x="1128" y="2264"/>
              <a:ext cx="728" cy="150"/>
            </a:xfrm>
            <a:prstGeom prst="rect">
              <a:avLst/>
            </a:prstGeom>
            <a:solidFill>
              <a:schemeClr val="bg2"/>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86040" name="Rectangle 99"/>
            <p:cNvSpPr/>
            <p:nvPr/>
          </p:nvSpPr>
          <p:spPr>
            <a:xfrm>
              <a:off x="1113" y="2279"/>
              <a:ext cx="723" cy="150"/>
            </a:xfrm>
            <a:prstGeom prst="rect">
              <a:avLst/>
            </a:prstGeom>
            <a:solidFill>
              <a:schemeClr val="accent2"/>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86041" name="Line 100"/>
            <p:cNvSpPr/>
            <p:nvPr/>
          </p:nvSpPr>
          <p:spPr>
            <a:xfrm>
              <a:off x="1759" y="2362"/>
              <a:ext cx="266" cy="0"/>
            </a:xfrm>
            <a:prstGeom prst="line">
              <a:avLst/>
            </a:prstGeom>
            <a:ln w="9525" cap="flat" cmpd="sng">
              <a:solidFill>
                <a:schemeClr val="accent2"/>
              </a:solidFill>
              <a:prstDash val="solid"/>
              <a:headEnd type="none" w="med" len="med"/>
              <a:tailEnd type="triangle" w="med" len="med"/>
            </a:ln>
          </p:spPr>
        </p:sp>
        <p:sp>
          <p:nvSpPr>
            <p:cNvPr id="86042" name="Text Box 101"/>
            <p:cNvSpPr txBox="1"/>
            <p:nvPr/>
          </p:nvSpPr>
          <p:spPr>
            <a:xfrm>
              <a:off x="2390" y="2183"/>
              <a:ext cx="196"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eaLnBrk="1" hangingPunct="1">
                <a:spcBef>
                  <a:spcPct val="0"/>
                </a:spcBef>
                <a:buClrTx/>
                <a:buSzTx/>
                <a:buFontTx/>
                <a:buNone/>
              </a:pPr>
              <a:r>
                <a:rPr lang="en-US" altLang="zh-CN" sz="1800" dirty="0">
                  <a:latin typeface="Arial" panose="020B0604020202020204" pitchFamily="34" charset="0"/>
                  <a:ea typeface="宋体" panose="02010600030101010101" pitchFamily="2" charset="-122"/>
                </a:rPr>
                <a:t>1</a:t>
              </a:r>
              <a:endParaRPr lang="en-US" altLang="zh-CN" sz="1800" dirty="0">
                <a:latin typeface="Arial" panose="020B0604020202020204" pitchFamily="34" charset="0"/>
                <a:ea typeface="宋体" panose="02010600030101010101" pitchFamily="2" charset="-122"/>
              </a:endParaRPr>
            </a:p>
          </p:txBody>
        </p:sp>
        <p:sp>
          <p:nvSpPr>
            <p:cNvPr id="86043" name="Text Box 102"/>
            <p:cNvSpPr txBox="1"/>
            <p:nvPr/>
          </p:nvSpPr>
          <p:spPr>
            <a:xfrm>
              <a:off x="2336" y="2459"/>
              <a:ext cx="187" cy="2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eaLnBrk="1" hangingPunct="1">
                <a:spcBef>
                  <a:spcPct val="0"/>
                </a:spcBef>
                <a:buClrTx/>
                <a:buSzTx/>
                <a:buFontTx/>
                <a:buNone/>
              </a:pPr>
              <a:r>
                <a:rPr lang="en-US" altLang="zh-CN" sz="1600" dirty="0">
                  <a:latin typeface="Arial" panose="020B0604020202020204" pitchFamily="34" charset="0"/>
                  <a:ea typeface="宋体" panose="02010600030101010101" pitchFamily="2" charset="-122"/>
                </a:rPr>
                <a:t>2</a:t>
              </a:r>
              <a:endParaRPr lang="en-US" altLang="zh-CN" sz="1600" dirty="0">
                <a:latin typeface="Arial" panose="020B0604020202020204" pitchFamily="34" charset="0"/>
                <a:ea typeface="宋体" panose="02010600030101010101" pitchFamily="2" charset="-122"/>
              </a:endParaRPr>
            </a:p>
          </p:txBody>
        </p:sp>
        <p:sp>
          <p:nvSpPr>
            <p:cNvPr id="86044" name="Text Box 103"/>
            <p:cNvSpPr txBox="1"/>
            <p:nvPr/>
          </p:nvSpPr>
          <p:spPr>
            <a:xfrm>
              <a:off x="2178" y="2505"/>
              <a:ext cx="187" cy="2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eaLnBrk="1" hangingPunct="1">
                <a:spcBef>
                  <a:spcPct val="0"/>
                </a:spcBef>
                <a:buClrTx/>
                <a:buSzTx/>
                <a:buFontTx/>
                <a:buNone/>
              </a:pPr>
              <a:r>
                <a:rPr lang="en-US" altLang="zh-CN" sz="1600" dirty="0">
                  <a:latin typeface="Arial" panose="020B0604020202020204" pitchFamily="34" charset="0"/>
                  <a:ea typeface="宋体" panose="02010600030101010101" pitchFamily="2" charset="-122"/>
                </a:rPr>
                <a:t>3</a:t>
              </a:r>
              <a:endParaRPr lang="en-US" altLang="zh-CN" sz="1600" dirty="0">
                <a:latin typeface="Arial" panose="020B0604020202020204" pitchFamily="34" charset="0"/>
                <a:ea typeface="宋体" panose="02010600030101010101" pitchFamily="2" charset="-122"/>
              </a:endParaRPr>
            </a:p>
          </p:txBody>
        </p:sp>
        <p:sp>
          <p:nvSpPr>
            <p:cNvPr id="86045" name="Rectangle 104"/>
            <p:cNvSpPr/>
            <p:nvPr/>
          </p:nvSpPr>
          <p:spPr>
            <a:xfrm>
              <a:off x="1509" y="2281"/>
              <a:ext cx="269" cy="151"/>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86046" name="Text Box 105"/>
            <p:cNvSpPr txBox="1"/>
            <p:nvPr/>
          </p:nvSpPr>
          <p:spPr>
            <a:xfrm>
              <a:off x="1479" y="2264"/>
              <a:ext cx="328" cy="17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eaLnBrk="1" hangingPunct="1">
                <a:spcBef>
                  <a:spcPct val="0"/>
                </a:spcBef>
                <a:buClrTx/>
                <a:buSzTx/>
                <a:buFontTx/>
                <a:buNone/>
              </a:pPr>
              <a:r>
                <a:rPr lang="en-US" altLang="zh-CN" sz="1200" dirty="0">
                  <a:latin typeface="Arial" panose="020B0604020202020204" pitchFamily="34" charset="0"/>
                  <a:ea typeface="宋体" panose="02010600030101010101" pitchFamily="2" charset="-122"/>
                </a:rPr>
                <a:t>0111</a:t>
              </a:r>
              <a:endParaRPr lang="en-US" altLang="zh-CN" sz="1200" dirty="0">
                <a:latin typeface="Arial" panose="020B0604020202020204" pitchFamily="34" charset="0"/>
                <a:ea typeface="宋体" panose="02010600030101010101" pitchFamily="2" charset="-122"/>
              </a:endParaRPr>
            </a:p>
          </p:txBody>
        </p:sp>
        <p:sp>
          <p:nvSpPr>
            <p:cNvPr id="86047" name="Text Box 106"/>
            <p:cNvSpPr txBox="1"/>
            <p:nvPr/>
          </p:nvSpPr>
          <p:spPr>
            <a:xfrm>
              <a:off x="398" y="1841"/>
              <a:ext cx="1019" cy="366"/>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eaLnBrk="1" hangingPunct="1">
                <a:spcBef>
                  <a:spcPct val="0"/>
                </a:spcBef>
                <a:buClrTx/>
                <a:buSzTx/>
                <a:buFontTx/>
                <a:buNone/>
              </a:pPr>
              <a:r>
                <a:rPr lang="en-US" altLang="zh-CN" sz="1600" dirty="0">
                  <a:latin typeface="Arial" panose="020B0604020202020204" pitchFamily="34" charset="0"/>
                  <a:ea typeface="宋体" panose="02010600030101010101" pitchFamily="2" charset="-122"/>
                </a:rPr>
                <a:t>value in arriving</a:t>
              </a:r>
              <a:endParaRPr lang="en-US" altLang="zh-CN" sz="1600" dirty="0">
                <a:latin typeface="Arial" panose="020B0604020202020204" pitchFamily="34" charset="0"/>
                <a:ea typeface="宋体" panose="02010600030101010101" pitchFamily="2" charset="-122"/>
              </a:endParaRPr>
            </a:p>
            <a:p>
              <a:pPr marL="0" lvl="0" indent="0" eaLnBrk="1" hangingPunct="1">
                <a:spcBef>
                  <a:spcPct val="0"/>
                </a:spcBef>
                <a:buClrTx/>
                <a:buSzTx/>
                <a:buFontTx/>
                <a:buNone/>
              </a:pPr>
              <a:r>
                <a:rPr lang="en-US" altLang="zh-CN" sz="1600" dirty="0">
                  <a:latin typeface="Arial" panose="020B0604020202020204" pitchFamily="34" charset="0"/>
                  <a:ea typeface="宋体" panose="02010600030101010101" pitchFamily="2" charset="-122"/>
                </a:rPr>
                <a:t>packet’s header</a:t>
              </a:r>
              <a:endParaRPr lang="en-US" altLang="zh-CN" sz="1600" dirty="0">
                <a:latin typeface="Arial" panose="020B0604020202020204" pitchFamily="34" charset="0"/>
                <a:ea typeface="宋体" panose="02010600030101010101" pitchFamily="2" charset="-122"/>
              </a:endParaRPr>
            </a:p>
          </p:txBody>
        </p:sp>
        <p:sp>
          <p:nvSpPr>
            <p:cNvPr id="86048" name="Line 107"/>
            <p:cNvSpPr/>
            <p:nvPr/>
          </p:nvSpPr>
          <p:spPr>
            <a:xfrm flipH="1">
              <a:off x="1269" y="2444"/>
              <a:ext cx="850" cy="0"/>
            </a:xfrm>
            <a:prstGeom prst="line">
              <a:avLst/>
            </a:prstGeom>
            <a:ln w="9525" cap="flat" cmpd="sng">
              <a:solidFill>
                <a:schemeClr val="tx1"/>
              </a:solidFill>
              <a:prstDash val="solid"/>
              <a:headEnd type="none" w="med" len="med"/>
              <a:tailEnd type="none" w="med" len="med"/>
            </a:ln>
          </p:spPr>
        </p:sp>
        <p:sp>
          <p:nvSpPr>
            <p:cNvPr id="86049" name="Text Box 108"/>
            <p:cNvSpPr txBox="1"/>
            <p:nvPr/>
          </p:nvSpPr>
          <p:spPr>
            <a:xfrm>
              <a:off x="1244" y="261"/>
              <a:ext cx="1174" cy="19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eaLnBrk="1" hangingPunct="1">
                <a:spcBef>
                  <a:spcPct val="0"/>
                </a:spcBef>
                <a:buClrTx/>
                <a:buSzTx/>
                <a:buFontTx/>
                <a:buNone/>
              </a:pPr>
              <a:r>
                <a:rPr lang="en-US" altLang="zh-CN" sz="1400" dirty="0">
                  <a:latin typeface="Arial" panose="020B0604020202020204" pitchFamily="34" charset="0"/>
                  <a:ea typeface="宋体" panose="02010600030101010101" pitchFamily="2" charset="-122"/>
                </a:rPr>
                <a:t>routing algorithm</a:t>
              </a:r>
              <a:endParaRPr lang="en-US" altLang="zh-CN" sz="1400" dirty="0">
                <a:latin typeface="Arial" panose="020B0604020202020204" pitchFamily="34" charset="0"/>
                <a:ea typeface="宋体" panose="02010600030101010101" pitchFamily="2" charset="-122"/>
              </a:endParaRPr>
            </a:p>
          </p:txBody>
        </p:sp>
        <p:sp>
          <p:nvSpPr>
            <p:cNvPr id="86050" name="Rectangle 109"/>
            <p:cNvSpPr/>
            <p:nvPr/>
          </p:nvSpPr>
          <p:spPr>
            <a:xfrm>
              <a:off x="1197" y="732"/>
              <a:ext cx="1263" cy="806"/>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86051" name="Text Box 110"/>
            <p:cNvSpPr txBox="1"/>
            <p:nvPr/>
          </p:nvSpPr>
          <p:spPr>
            <a:xfrm>
              <a:off x="1248" y="702"/>
              <a:ext cx="1171" cy="19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eaLnBrk="1" hangingPunct="1">
                <a:spcBef>
                  <a:spcPct val="0"/>
                </a:spcBef>
                <a:buClrTx/>
                <a:buSzTx/>
                <a:buFontTx/>
                <a:buNone/>
              </a:pPr>
              <a:r>
                <a:rPr lang="en-US" altLang="zh-CN" sz="1400" dirty="0">
                  <a:latin typeface="Arial" panose="020B0604020202020204" pitchFamily="34" charset="0"/>
                  <a:ea typeface="宋体" panose="02010600030101010101" pitchFamily="2" charset="-122"/>
                </a:rPr>
                <a:t>local forwarding table</a:t>
              </a:r>
              <a:endParaRPr lang="en-US" altLang="zh-CN" sz="1400" dirty="0">
                <a:latin typeface="Arial" panose="020B0604020202020204" pitchFamily="34" charset="0"/>
                <a:ea typeface="宋体" panose="02010600030101010101" pitchFamily="2" charset="-122"/>
              </a:endParaRPr>
            </a:p>
          </p:txBody>
        </p:sp>
        <p:sp>
          <p:nvSpPr>
            <p:cNvPr id="86052" name="Text Box 111"/>
            <p:cNvSpPr txBox="1"/>
            <p:nvPr/>
          </p:nvSpPr>
          <p:spPr>
            <a:xfrm>
              <a:off x="1174" y="858"/>
              <a:ext cx="764" cy="19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eaLnBrk="1" hangingPunct="1">
                <a:spcBef>
                  <a:spcPct val="0"/>
                </a:spcBef>
                <a:buClrTx/>
                <a:buSzTx/>
                <a:buFontTx/>
                <a:buNone/>
              </a:pPr>
              <a:r>
                <a:rPr lang="en-US" altLang="zh-CN" sz="1400" dirty="0">
                  <a:latin typeface="Arial" panose="020B0604020202020204" pitchFamily="34" charset="0"/>
                  <a:ea typeface="宋体" panose="02010600030101010101" pitchFamily="2" charset="-122"/>
                </a:rPr>
                <a:t>header value</a:t>
              </a:r>
              <a:endParaRPr lang="en-US" altLang="zh-CN" sz="1400" dirty="0">
                <a:latin typeface="Arial" panose="020B0604020202020204" pitchFamily="34" charset="0"/>
                <a:ea typeface="宋体" panose="02010600030101010101" pitchFamily="2" charset="-122"/>
              </a:endParaRPr>
            </a:p>
          </p:txBody>
        </p:sp>
        <p:sp>
          <p:nvSpPr>
            <p:cNvPr id="86053" name="Text Box 112"/>
            <p:cNvSpPr txBox="1"/>
            <p:nvPr/>
          </p:nvSpPr>
          <p:spPr>
            <a:xfrm>
              <a:off x="1846" y="859"/>
              <a:ext cx="656" cy="19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eaLnBrk="1" hangingPunct="1">
                <a:spcBef>
                  <a:spcPct val="0"/>
                </a:spcBef>
                <a:buClrTx/>
                <a:buSzTx/>
                <a:buFontTx/>
                <a:buNone/>
              </a:pPr>
              <a:r>
                <a:rPr lang="en-US" altLang="zh-CN" sz="1400" dirty="0">
                  <a:latin typeface="Arial" panose="020B0604020202020204" pitchFamily="34" charset="0"/>
                  <a:ea typeface="宋体" panose="02010600030101010101" pitchFamily="2" charset="-122"/>
                </a:rPr>
                <a:t>output link</a:t>
              </a:r>
              <a:endParaRPr lang="en-US" altLang="zh-CN" sz="1400" dirty="0">
                <a:latin typeface="Arial" panose="020B0604020202020204" pitchFamily="34" charset="0"/>
                <a:ea typeface="宋体" panose="02010600030101010101" pitchFamily="2" charset="-122"/>
              </a:endParaRPr>
            </a:p>
          </p:txBody>
        </p:sp>
        <p:sp>
          <p:nvSpPr>
            <p:cNvPr id="86054" name="Line 113"/>
            <p:cNvSpPr/>
            <p:nvPr/>
          </p:nvSpPr>
          <p:spPr>
            <a:xfrm>
              <a:off x="1908" y="866"/>
              <a:ext cx="5" cy="672"/>
            </a:xfrm>
            <a:prstGeom prst="line">
              <a:avLst/>
            </a:prstGeom>
            <a:ln w="9525" cap="flat" cmpd="sng">
              <a:solidFill>
                <a:schemeClr val="tx1"/>
              </a:solidFill>
              <a:prstDash val="solid"/>
              <a:headEnd type="none" w="med" len="med"/>
              <a:tailEnd type="none" w="med" len="med"/>
            </a:ln>
          </p:spPr>
        </p:sp>
        <p:sp>
          <p:nvSpPr>
            <p:cNvPr id="86055" name="Text Box 114"/>
            <p:cNvSpPr txBox="1"/>
            <p:nvPr/>
          </p:nvSpPr>
          <p:spPr>
            <a:xfrm>
              <a:off x="1587" y="1037"/>
              <a:ext cx="328" cy="51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r" eaLnBrk="1" hangingPunct="1">
                <a:spcBef>
                  <a:spcPct val="0"/>
                </a:spcBef>
                <a:buClrTx/>
                <a:buSzTx/>
                <a:buFontTx/>
                <a:buNone/>
              </a:pPr>
              <a:r>
                <a:rPr lang="en-US" altLang="zh-CN" sz="1200" dirty="0">
                  <a:latin typeface="Arial" panose="020B0604020202020204" pitchFamily="34" charset="0"/>
                  <a:ea typeface="宋体" panose="02010600030101010101" pitchFamily="2" charset="-122"/>
                </a:rPr>
                <a:t>0100</a:t>
              </a:r>
              <a:endParaRPr lang="en-US" altLang="zh-CN" sz="1200" dirty="0">
                <a:latin typeface="Arial" panose="020B0604020202020204" pitchFamily="34" charset="0"/>
                <a:ea typeface="宋体" panose="02010600030101010101" pitchFamily="2" charset="-122"/>
              </a:endParaRPr>
            </a:p>
            <a:p>
              <a:pPr marL="0" lvl="0" indent="0" algn="r" eaLnBrk="1" hangingPunct="1">
                <a:spcBef>
                  <a:spcPct val="0"/>
                </a:spcBef>
                <a:buClrTx/>
                <a:buSzTx/>
                <a:buFontTx/>
                <a:buNone/>
              </a:pPr>
              <a:r>
                <a:rPr lang="en-US" altLang="zh-CN" sz="1200" dirty="0">
                  <a:latin typeface="Arial" panose="020B0604020202020204" pitchFamily="34" charset="0"/>
                  <a:ea typeface="宋体" panose="02010600030101010101" pitchFamily="2" charset="-122"/>
                </a:rPr>
                <a:t>0101</a:t>
              </a:r>
              <a:endParaRPr lang="en-US" altLang="zh-CN" sz="1200" dirty="0">
                <a:latin typeface="Arial" panose="020B0604020202020204" pitchFamily="34" charset="0"/>
                <a:ea typeface="宋体" panose="02010600030101010101" pitchFamily="2" charset="-122"/>
              </a:endParaRPr>
            </a:p>
            <a:p>
              <a:pPr marL="0" lvl="0" indent="0" algn="r" eaLnBrk="1" hangingPunct="1">
                <a:spcBef>
                  <a:spcPct val="0"/>
                </a:spcBef>
                <a:buClrTx/>
                <a:buSzTx/>
                <a:buFontTx/>
                <a:buNone/>
              </a:pPr>
              <a:r>
                <a:rPr lang="en-US" altLang="zh-CN" sz="1200" dirty="0">
                  <a:latin typeface="Arial" panose="020B0604020202020204" pitchFamily="34" charset="0"/>
                  <a:ea typeface="宋体" panose="02010600030101010101" pitchFamily="2" charset="-122"/>
                </a:rPr>
                <a:t>0111</a:t>
              </a:r>
              <a:endParaRPr lang="en-US" altLang="zh-CN" sz="1200" dirty="0">
                <a:latin typeface="Arial" panose="020B0604020202020204" pitchFamily="34" charset="0"/>
                <a:ea typeface="宋体" panose="02010600030101010101" pitchFamily="2" charset="-122"/>
              </a:endParaRPr>
            </a:p>
            <a:p>
              <a:pPr marL="0" lvl="0" indent="0" algn="r" eaLnBrk="1" hangingPunct="1">
                <a:spcBef>
                  <a:spcPct val="0"/>
                </a:spcBef>
                <a:buClrTx/>
                <a:buSzTx/>
                <a:buFontTx/>
                <a:buNone/>
              </a:pPr>
              <a:r>
                <a:rPr lang="en-US" altLang="zh-CN" sz="1200" dirty="0">
                  <a:latin typeface="Arial" panose="020B0604020202020204" pitchFamily="34" charset="0"/>
                  <a:ea typeface="宋体" panose="02010600030101010101" pitchFamily="2" charset="-122"/>
                </a:rPr>
                <a:t>1001</a:t>
              </a:r>
              <a:endParaRPr lang="en-US" altLang="zh-CN" sz="1200" dirty="0">
                <a:latin typeface="Arial" panose="020B0604020202020204" pitchFamily="34" charset="0"/>
                <a:ea typeface="宋体" panose="02010600030101010101" pitchFamily="2" charset="-122"/>
              </a:endParaRPr>
            </a:p>
          </p:txBody>
        </p:sp>
        <p:sp>
          <p:nvSpPr>
            <p:cNvPr id="86056" name="Text Box 115"/>
            <p:cNvSpPr txBox="1"/>
            <p:nvPr/>
          </p:nvSpPr>
          <p:spPr>
            <a:xfrm>
              <a:off x="1918" y="1037"/>
              <a:ext cx="169" cy="51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eaLnBrk="1" hangingPunct="1">
                <a:spcBef>
                  <a:spcPct val="0"/>
                </a:spcBef>
                <a:buClrTx/>
                <a:buSzTx/>
                <a:buFontTx/>
                <a:buNone/>
              </a:pPr>
              <a:r>
                <a:rPr lang="en-US" altLang="zh-CN" sz="1200" dirty="0">
                  <a:latin typeface="Arial" panose="020B0604020202020204" pitchFamily="34" charset="0"/>
                  <a:ea typeface="宋体" panose="02010600030101010101" pitchFamily="2" charset="-122"/>
                </a:rPr>
                <a:t>3</a:t>
              </a:r>
              <a:endParaRPr lang="en-US" altLang="zh-CN" sz="1200" dirty="0">
                <a:latin typeface="Arial" panose="020B0604020202020204" pitchFamily="34" charset="0"/>
                <a:ea typeface="宋体" panose="02010600030101010101" pitchFamily="2" charset="-122"/>
              </a:endParaRPr>
            </a:p>
            <a:p>
              <a:pPr marL="0" lvl="0" indent="0" algn="ctr" eaLnBrk="1" hangingPunct="1">
                <a:spcBef>
                  <a:spcPct val="0"/>
                </a:spcBef>
                <a:buClrTx/>
                <a:buSzTx/>
                <a:buFontTx/>
                <a:buNone/>
              </a:pPr>
              <a:r>
                <a:rPr lang="en-US" altLang="zh-CN" sz="1200" dirty="0">
                  <a:latin typeface="Arial" panose="020B0604020202020204" pitchFamily="34" charset="0"/>
                  <a:ea typeface="宋体" panose="02010600030101010101" pitchFamily="2" charset="-122"/>
                </a:rPr>
                <a:t>2</a:t>
              </a:r>
              <a:endParaRPr lang="en-US" altLang="zh-CN" sz="1200" dirty="0">
                <a:latin typeface="Arial" panose="020B0604020202020204" pitchFamily="34" charset="0"/>
                <a:ea typeface="宋体" panose="02010600030101010101" pitchFamily="2" charset="-122"/>
              </a:endParaRPr>
            </a:p>
            <a:p>
              <a:pPr marL="0" lvl="0" indent="0" algn="ctr" eaLnBrk="1" hangingPunct="1">
                <a:spcBef>
                  <a:spcPct val="0"/>
                </a:spcBef>
                <a:buClrTx/>
                <a:buSzTx/>
                <a:buFontTx/>
                <a:buNone/>
              </a:pPr>
              <a:r>
                <a:rPr lang="en-US" altLang="zh-CN" sz="1200" dirty="0">
                  <a:latin typeface="Arial" panose="020B0604020202020204" pitchFamily="34" charset="0"/>
                  <a:ea typeface="宋体" panose="02010600030101010101" pitchFamily="2" charset="-122"/>
                </a:rPr>
                <a:t>2</a:t>
              </a:r>
              <a:endParaRPr lang="en-US" altLang="zh-CN" sz="1200" dirty="0">
                <a:latin typeface="Arial" panose="020B0604020202020204" pitchFamily="34" charset="0"/>
                <a:ea typeface="宋体" panose="02010600030101010101" pitchFamily="2" charset="-122"/>
              </a:endParaRPr>
            </a:p>
            <a:p>
              <a:pPr marL="0" lvl="0" indent="0" algn="ctr" eaLnBrk="1" hangingPunct="1">
                <a:spcBef>
                  <a:spcPct val="0"/>
                </a:spcBef>
                <a:buClrTx/>
                <a:buSzTx/>
                <a:buFontTx/>
                <a:buNone/>
              </a:pPr>
              <a:r>
                <a:rPr lang="en-US" altLang="zh-CN" sz="1200" dirty="0">
                  <a:latin typeface="Arial" panose="020B0604020202020204" pitchFamily="34" charset="0"/>
                  <a:ea typeface="宋体" panose="02010600030101010101" pitchFamily="2" charset="-122"/>
                </a:rPr>
                <a:t>1</a:t>
              </a:r>
              <a:endParaRPr lang="en-US" altLang="zh-CN" sz="1200" dirty="0">
                <a:latin typeface="Arial" panose="020B0604020202020204" pitchFamily="34" charset="0"/>
                <a:ea typeface="宋体" panose="02010600030101010101" pitchFamily="2" charset="-122"/>
              </a:endParaRPr>
            </a:p>
          </p:txBody>
        </p:sp>
        <p:sp>
          <p:nvSpPr>
            <p:cNvPr id="86057" name="Line 116"/>
            <p:cNvSpPr/>
            <p:nvPr/>
          </p:nvSpPr>
          <p:spPr>
            <a:xfrm>
              <a:off x="1197" y="1028"/>
              <a:ext cx="1264" cy="0"/>
            </a:xfrm>
            <a:prstGeom prst="line">
              <a:avLst/>
            </a:prstGeom>
            <a:ln w="9525" cap="flat" cmpd="sng">
              <a:solidFill>
                <a:schemeClr val="tx1"/>
              </a:solidFill>
              <a:prstDash val="solid"/>
              <a:headEnd type="none" w="med" len="med"/>
              <a:tailEnd type="none" w="med" len="med"/>
            </a:ln>
          </p:spPr>
        </p:sp>
        <p:sp>
          <p:nvSpPr>
            <p:cNvPr id="86058" name="Line 117"/>
            <p:cNvSpPr/>
            <p:nvPr/>
          </p:nvSpPr>
          <p:spPr>
            <a:xfrm>
              <a:off x="1192" y="872"/>
              <a:ext cx="1264" cy="0"/>
            </a:xfrm>
            <a:prstGeom prst="line">
              <a:avLst/>
            </a:prstGeom>
            <a:ln w="9525" cap="flat" cmpd="sng">
              <a:solidFill>
                <a:schemeClr val="tx1"/>
              </a:solidFill>
              <a:prstDash val="solid"/>
              <a:headEnd type="none" w="med" len="med"/>
              <a:tailEnd type="none" w="med" len="med"/>
            </a:ln>
          </p:spPr>
        </p:sp>
        <p:sp>
          <p:nvSpPr>
            <p:cNvPr id="86059" name="AutoShape 118"/>
            <p:cNvSpPr/>
            <p:nvPr/>
          </p:nvSpPr>
          <p:spPr>
            <a:xfrm rot="5400000">
              <a:off x="1763" y="547"/>
              <a:ext cx="151" cy="172"/>
            </a:xfrm>
            <a:prstGeom prst="rightArrow">
              <a:avLst>
                <a:gd name="adj1" fmla="val 51166"/>
                <a:gd name="adj2" fmla="val 39736"/>
              </a:avLst>
            </a:prstGeom>
            <a:solidFill>
              <a:schemeClr val="accent2"/>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86060" name="Line 119"/>
            <p:cNvSpPr/>
            <p:nvPr/>
          </p:nvSpPr>
          <p:spPr>
            <a:xfrm>
              <a:off x="1371" y="2086"/>
              <a:ext cx="229" cy="216"/>
            </a:xfrm>
            <a:prstGeom prst="line">
              <a:avLst/>
            </a:prstGeom>
            <a:ln w="9525" cap="flat" cmpd="sng">
              <a:solidFill>
                <a:schemeClr val="tx1"/>
              </a:solidFill>
              <a:prstDash val="solid"/>
              <a:headEnd type="none" w="med" len="med"/>
              <a:tailEnd type="triangle" w="med" len="med"/>
            </a:ln>
          </p:spPr>
        </p:sp>
        <p:sp>
          <p:nvSpPr>
            <p:cNvPr id="86061" name="Freeform 120"/>
            <p:cNvSpPr/>
            <p:nvPr/>
          </p:nvSpPr>
          <p:spPr>
            <a:xfrm>
              <a:off x="2047" y="2395"/>
              <a:ext cx="554" cy="167"/>
            </a:xfrm>
            <a:custGeom>
              <a:avLst/>
              <a:gdLst/>
              <a:ahLst/>
              <a:cxnLst>
                <a:cxn ang="0">
                  <a:pos x="0" y="10"/>
                </a:cxn>
                <a:cxn ang="0">
                  <a:pos x="324" y="26"/>
                </a:cxn>
                <a:cxn ang="0">
                  <a:pos x="554" y="167"/>
                </a:cxn>
              </a:cxnLst>
              <a:pathLst>
                <a:path w="554" h="167">
                  <a:moveTo>
                    <a:pt x="0" y="10"/>
                  </a:moveTo>
                  <a:cubicBezTo>
                    <a:pt x="102" y="0"/>
                    <a:pt x="240" y="5"/>
                    <a:pt x="324" y="26"/>
                  </a:cubicBezTo>
                  <a:cubicBezTo>
                    <a:pt x="416" y="52"/>
                    <a:pt x="502" y="120"/>
                    <a:pt x="554" y="167"/>
                  </a:cubicBezTo>
                </a:path>
              </a:pathLst>
            </a:custGeom>
            <a:noFill/>
            <a:ln w="57150" cap="flat" cmpd="sng">
              <a:solidFill>
                <a:srgbClr val="FF3300">
                  <a:alpha val="100000"/>
                </a:srgbClr>
              </a:solidFill>
              <a:prstDash val="solid"/>
              <a:round/>
              <a:headEnd type="none" w="med" len="med"/>
              <a:tailEnd type="triangle" w="med" len="med"/>
            </a:ln>
          </p:spPr>
          <p:txBody>
            <a:bodyPr/>
            <a:p>
              <a:endParaRPr lang="zh-CN" altLang="en-US"/>
            </a:p>
          </p:txBody>
        </p:sp>
        <p:sp>
          <p:nvSpPr>
            <p:cNvPr id="86062" name="Freeform 121"/>
            <p:cNvSpPr/>
            <p:nvPr/>
          </p:nvSpPr>
          <p:spPr>
            <a:xfrm flipH="1">
              <a:off x="3518" y="2127"/>
              <a:ext cx="364" cy="234"/>
            </a:xfrm>
            <a:custGeom>
              <a:avLst/>
              <a:gdLst/>
              <a:ahLst/>
              <a:cxnLst>
                <a:cxn ang="0">
                  <a:pos x="0" y="0"/>
                </a:cxn>
                <a:cxn ang="0">
                  <a:pos x="0" y="0"/>
                </a:cxn>
                <a:cxn ang="0">
                  <a:pos x="0" y="0"/>
                </a:cxn>
                <a:cxn ang="0">
                  <a:pos x="0" y="0"/>
                </a:cxn>
                <a:cxn ang="0">
                  <a:pos x="0" y="0"/>
                </a:cxn>
              </a:cxnLst>
              <a:pathLst>
                <a:path w="1443" h="816">
                  <a:moveTo>
                    <a:pt x="0" y="0"/>
                  </a:moveTo>
                  <a:cubicBezTo>
                    <a:pt x="571" y="285"/>
                    <a:pt x="856" y="408"/>
                    <a:pt x="1076" y="782"/>
                  </a:cubicBezTo>
                  <a:cubicBezTo>
                    <a:pt x="1185" y="775"/>
                    <a:pt x="1220" y="816"/>
                    <a:pt x="1320" y="788"/>
                  </a:cubicBezTo>
                  <a:cubicBezTo>
                    <a:pt x="1264" y="347"/>
                    <a:pt x="1276" y="352"/>
                    <a:pt x="1443" y="5"/>
                  </a:cubicBezTo>
                  <a:cubicBezTo>
                    <a:pt x="867" y="5"/>
                    <a:pt x="233" y="0"/>
                    <a:pt x="0" y="0"/>
                  </a:cubicBezTo>
                  <a:close/>
                </a:path>
              </a:pathLst>
            </a:custGeom>
            <a:gradFill rotWithShape="1">
              <a:gsLst>
                <a:gs pos="0">
                  <a:schemeClr val="accent1">
                    <a:alpha val="100000"/>
                  </a:schemeClr>
                </a:gs>
                <a:gs pos="100000">
                  <a:schemeClr val="bg1">
                    <a:alpha val="100000"/>
                  </a:schemeClr>
                </a:gs>
              </a:gsLst>
              <a:lin ang="5400000" scaled="1"/>
              <a:tileRect/>
            </a:gradFill>
            <a:ln w="9525">
              <a:noFill/>
            </a:ln>
          </p:spPr>
          <p:txBody>
            <a:bodyPr/>
            <a:p>
              <a:endParaRPr lang="zh-CN" altLang="en-US"/>
            </a:p>
          </p:txBody>
        </p:sp>
        <p:sp>
          <p:nvSpPr>
            <p:cNvPr id="86063" name="Freeform 122"/>
            <p:cNvSpPr/>
            <p:nvPr/>
          </p:nvSpPr>
          <p:spPr>
            <a:xfrm flipH="1">
              <a:off x="2881" y="1948"/>
              <a:ext cx="364" cy="234"/>
            </a:xfrm>
            <a:custGeom>
              <a:avLst/>
              <a:gdLst/>
              <a:ahLst/>
              <a:cxnLst>
                <a:cxn ang="0">
                  <a:pos x="0" y="0"/>
                </a:cxn>
                <a:cxn ang="0">
                  <a:pos x="0" y="0"/>
                </a:cxn>
                <a:cxn ang="0">
                  <a:pos x="0" y="0"/>
                </a:cxn>
                <a:cxn ang="0">
                  <a:pos x="0" y="0"/>
                </a:cxn>
                <a:cxn ang="0">
                  <a:pos x="0" y="0"/>
                </a:cxn>
              </a:cxnLst>
              <a:pathLst>
                <a:path w="1443" h="816">
                  <a:moveTo>
                    <a:pt x="0" y="0"/>
                  </a:moveTo>
                  <a:cubicBezTo>
                    <a:pt x="571" y="285"/>
                    <a:pt x="856" y="408"/>
                    <a:pt x="1076" y="782"/>
                  </a:cubicBezTo>
                  <a:cubicBezTo>
                    <a:pt x="1185" y="775"/>
                    <a:pt x="1220" y="816"/>
                    <a:pt x="1320" y="788"/>
                  </a:cubicBezTo>
                  <a:cubicBezTo>
                    <a:pt x="1264" y="347"/>
                    <a:pt x="1276" y="352"/>
                    <a:pt x="1443" y="5"/>
                  </a:cubicBezTo>
                  <a:cubicBezTo>
                    <a:pt x="867" y="5"/>
                    <a:pt x="233" y="0"/>
                    <a:pt x="0" y="0"/>
                  </a:cubicBezTo>
                  <a:close/>
                </a:path>
              </a:pathLst>
            </a:custGeom>
            <a:gradFill rotWithShape="1">
              <a:gsLst>
                <a:gs pos="0">
                  <a:schemeClr val="accent1">
                    <a:alpha val="100000"/>
                  </a:schemeClr>
                </a:gs>
                <a:gs pos="100000">
                  <a:schemeClr val="bg1">
                    <a:alpha val="100000"/>
                  </a:schemeClr>
                </a:gs>
              </a:gsLst>
              <a:lin ang="5400000" scaled="1"/>
              <a:tileRect/>
            </a:gradFill>
            <a:ln w="9525">
              <a:noFill/>
            </a:ln>
          </p:spPr>
          <p:txBody>
            <a:bodyPr/>
            <a:p>
              <a:endParaRPr lang="zh-CN" altLang="en-US"/>
            </a:p>
          </p:txBody>
        </p:sp>
        <p:sp>
          <p:nvSpPr>
            <p:cNvPr id="86064" name="Freeform 123"/>
            <p:cNvSpPr/>
            <p:nvPr/>
          </p:nvSpPr>
          <p:spPr>
            <a:xfrm flipH="1" flipV="1">
              <a:off x="3302" y="2922"/>
              <a:ext cx="342" cy="234"/>
            </a:xfrm>
            <a:custGeom>
              <a:avLst/>
              <a:gdLst/>
              <a:ahLst/>
              <a:cxnLst>
                <a:cxn ang="0">
                  <a:pos x="0" y="0"/>
                </a:cxn>
                <a:cxn ang="0">
                  <a:pos x="0" y="0"/>
                </a:cxn>
                <a:cxn ang="0">
                  <a:pos x="0" y="0"/>
                </a:cxn>
                <a:cxn ang="0">
                  <a:pos x="0" y="0"/>
                </a:cxn>
                <a:cxn ang="0">
                  <a:pos x="0" y="0"/>
                </a:cxn>
              </a:cxnLst>
              <a:pathLst>
                <a:path w="1443" h="816">
                  <a:moveTo>
                    <a:pt x="0" y="0"/>
                  </a:moveTo>
                  <a:cubicBezTo>
                    <a:pt x="571" y="285"/>
                    <a:pt x="856" y="408"/>
                    <a:pt x="1076" y="782"/>
                  </a:cubicBezTo>
                  <a:cubicBezTo>
                    <a:pt x="1185" y="775"/>
                    <a:pt x="1220" y="816"/>
                    <a:pt x="1320" y="788"/>
                  </a:cubicBezTo>
                  <a:cubicBezTo>
                    <a:pt x="1264" y="347"/>
                    <a:pt x="1276" y="352"/>
                    <a:pt x="1443" y="5"/>
                  </a:cubicBezTo>
                  <a:cubicBezTo>
                    <a:pt x="867" y="5"/>
                    <a:pt x="233" y="0"/>
                    <a:pt x="0" y="0"/>
                  </a:cubicBezTo>
                  <a:close/>
                </a:path>
              </a:pathLst>
            </a:custGeom>
            <a:gradFill rotWithShape="1">
              <a:gsLst>
                <a:gs pos="0">
                  <a:schemeClr val="accent1">
                    <a:alpha val="100000"/>
                  </a:schemeClr>
                </a:gs>
                <a:gs pos="100000">
                  <a:schemeClr val="bg1">
                    <a:alpha val="100000"/>
                  </a:schemeClr>
                </a:gs>
              </a:gsLst>
              <a:lin ang="5400000" scaled="1"/>
              <a:tileRect/>
            </a:gradFill>
            <a:ln w="9525">
              <a:noFill/>
            </a:ln>
          </p:spPr>
          <p:txBody>
            <a:bodyPr/>
            <a:p>
              <a:endParaRPr lang="zh-CN" altLang="en-US"/>
            </a:p>
          </p:txBody>
        </p:sp>
        <p:sp>
          <p:nvSpPr>
            <p:cNvPr id="86065" name="Freeform 124"/>
            <p:cNvSpPr/>
            <p:nvPr/>
          </p:nvSpPr>
          <p:spPr>
            <a:xfrm flipH="1" flipV="1">
              <a:off x="2452" y="2912"/>
              <a:ext cx="342" cy="234"/>
            </a:xfrm>
            <a:custGeom>
              <a:avLst/>
              <a:gdLst/>
              <a:ahLst/>
              <a:cxnLst>
                <a:cxn ang="0">
                  <a:pos x="0" y="0"/>
                </a:cxn>
                <a:cxn ang="0">
                  <a:pos x="0" y="0"/>
                </a:cxn>
                <a:cxn ang="0">
                  <a:pos x="0" y="0"/>
                </a:cxn>
                <a:cxn ang="0">
                  <a:pos x="0" y="0"/>
                </a:cxn>
                <a:cxn ang="0">
                  <a:pos x="0" y="0"/>
                </a:cxn>
              </a:cxnLst>
              <a:pathLst>
                <a:path w="1443" h="816">
                  <a:moveTo>
                    <a:pt x="0" y="0"/>
                  </a:moveTo>
                  <a:cubicBezTo>
                    <a:pt x="571" y="285"/>
                    <a:pt x="856" y="408"/>
                    <a:pt x="1076" y="782"/>
                  </a:cubicBezTo>
                  <a:cubicBezTo>
                    <a:pt x="1185" y="775"/>
                    <a:pt x="1220" y="816"/>
                    <a:pt x="1320" y="788"/>
                  </a:cubicBezTo>
                  <a:cubicBezTo>
                    <a:pt x="1264" y="347"/>
                    <a:pt x="1276" y="352"/>
                    <a:pt x="1443" y="5"/>
                  </a:cubicBezTo>
                  <a:cubicBezTo>
                    <a:pt x="867" y="5"/>
                    <a:pt x="233" y="0"/>
                    <a:pt x="0" y="0"/>
                  </a:cubicBezTo>
                  <a:close/>
                </a:path>
              </a:pathLst>
            </a:custGeom>
            <a:gradFill rotWithShape="1">
              <a:gsLst>
                <a:gs pos="0">
                  <a:schemeClr val="accent1">
                    <a:alpha val="100000"/>
                  </a:schemeClr>
                </a:gs>
                <a:gs pos="100000">
                  <a:schemeClr val="bg1">
                    <a:alpha val="100000"/>
                  </a:schemeClr>
                </a:gs>
              </a:gsLst>
              <a:lin ang="5400000" scaled="1"/>
              <a:tileRect/>
            </a:gradFill>
            <a:ln w="9525">
              <a:noFill/>
            </a:ln>
          </p:spPr>
          <p:txBody>
            <a:bodyPr/>
            <a:p>
              <a:endParaRPr lang="zh-CN" altLang="en-US"/>
            </a:p>
          </p:txBody>
        </p:sp>
        <p:sp>
          <p:nvSpPr>
            <p:cNvPr id="86066" name="Freeform 125"/>
            <p:cNvSpPr/>
            <p:nvPr/>
          </p:nvSpPr>
          <p:spPr>
            <a:xfrm flipH="1" flipV="1">
              <a:off x="2855" y="2728"/>
              <a:ext cx="342" cy="285"/>
            </a:xfrm>
            <a:custGeom>
              <a:avLst/>
              <a:gdLst/>
              <a:ahLst/>
              <a:cxnLst>
                <a:cxn ang="0">
                  <a:pos x="0" y="0"/>
                </a:cxn>
                <a:cxn ang="0">
                  <a:pos x="0" y="0"/>
                </a:cxn>
                <a:cxn ang="0">
                  <a:pos x="0" y="0"/>
                </a:cxn>
                <a:cxn ang="0">
                  <a:pos x="0" y="0"/>
                </a:cxn>
                <a:cxn ang="0">
                  <a:pos x="0" y="0"/>
                </a:cxn>
              </a:cxnLst>
              <a:pathLst>
                <a:path w="1443" h="816">
                  <a:moveTo>
                    <a:pt x="0" y="0"/>
                  </a:moveTo>
                  <a:cubicBezTo>
                    <a:pt x="571" y="285"/>
                    <a:pt x="856" y="408"/>
                    <a:pt x="1076" y="782"/>
                  </a:cubicBezTo>
                  <a:cubicBezTo>
                    <a:pt x="1185" y="775"/>
                    <a:pt x="1220" y="816"/>
                    <a:pt x="1320" y="788"/>
                  </a:cubicBezTo>
                  <a:cubicBezTo>
                    <a:pt x="1264" y="347"/>
                    <a:pt x="1276" y="352"/>
                    <a:pt x="1443" y="5"/>
                  </a:cubicBezTo>
                  <a:cubicBezTo>
                    <a:pt x="867" y="5"/>
                    <a:pt x="233" y="0"/>
                    <a:pt x="0" y="0"/>
                  </a:cubicBezTo>
                  <a:close/>
                </a:path>
              </a:pathLst>
            </a:custGeom>
            <a:gradFill rotWithShape="1">
              <a:gsLst>
                <a:gs pos="0">
                  <a:schemeClr val="accent1">
                    <a:alpha val="100000"/>
                  </a:schemeClr>
                </a:gs>
                <a:gs pos="100000">
                  <a:schemeClr val="bg1">
                    <a:alpha val="100000"/>
                  </a:schemeClr>
                </a:gs>
              </a:gsLst>
              <a:lin ang="5400000" scaled="1"/>
              <a:tileRect/>
            </a:gradFill>
            <a:ln w="9525">
              <a:noFill/>
            </a:ln>
          </p:spPr>
          <p:txBody>
            <a:bodyPr/>
            <a:p>
              <a:endParaRPr lang="zh-CN" altLang="en-US"/>
            </a:p>
          </p:txBody>
        </p:sp>
        <p:grpSp>
          <p:nvGrpSpPr>
            <p:cNvPr id="86067" name="Group 126"/>
            <p:cNvGrpSpPr/>
            <p:nvPr/>
          </p:nvGrpSpPr>
          <p:grpSpPr>
            <a:xfrm>
              <a:off x="2886" y="1668"/>
              <a:ext cx="347" cy="285"/>
              <a:chOff x="2886" y="1668"/>
              <a:chExt cx="347" cy="285"/>
            </a:xfrm>
          </p:grpSpPr>
          <p:sp>
            <p:nvSpPr>
              <p:cNvPr id="86100" name="Rectangle 127"/>
              <p:cNvSpPr/>
              <p:nvPr/>
            </p:nvSpPr>
            <p:spPr>
              <a:xfrm>
                <a:off x="2886" y="1668"/>
                <a:ext cx="347" cy="285"/>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86101" name="Oval 128"/>
              <p:cNvSpPr/>
              <p:nvPr/>
            </p:nvSpPr>
            <p:spPr>
              <a:xfrm>
                <a:off x="2905" y="1674"/>
                <a:ext cx="314" cy="74"/>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86102" name="Rectangle 129"/>
              <p:cNvSpPr/>
              <p:nvPr/>
            </p:nvSpPr>
            <p:spPr>
              <a:xfrm>
                <a:off x="2913" y="1785"/>
                <a:ext cx="300" cy="156"/>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86103" name="Line 130"/>
              <p:cNvSpPr/>
              <p:nvPr/>
            </p:nvSpPr>
            <p:spPr>
              <a:xfrm>
                <a:off x="3082" y="1811"/>
                <a:ext cx="1" cy="130"/>
              </a:xfrm>
              <a:prstGeom prst="line">
                <a:avLst/>
              </a:prstGeom>
              <a:ln w="9525" cap="flat" cmpd="sng">
                <a:solidFill>
                  <a:schemeClr val="tx1"/>
                </a:solidFill>
                <a:prstDash val="solid"/>
                <a:headEnd type="none" w="med" len="med"/>
                <a:tailEnd type="none" w="med" len="med"/>
              </a:ln>
            </p:spPr>
          </p:sp>
          <p:sp>
            <p:nvSpPr>
              <p:cNvPr id="86104" name="Line 131"/>
              <p:cNvSpPr/>
              <p:nvPr/>
            </p:nvSpPr>
            <p:spPr>
              <a:xfrm>
                <a:off x="2913" y="1842"/>
                <a:ext cx="300" cy="0"/>
              </a:xfrm>
              <a:prstGeom prst="line">
                <a:avLst/>
              </a:prstGeom>
              <a:ln w="9525" cap="flat" cmpd="sng">
                <a:solidFill>
                  <a:schemeClr val="tx1"/>
                </a:solidFill>
                <a:prstDash val="solid"/>
                <a:headEnd type="none" w="med" len="med"/>
                <a:tailEnd type="none" w="med" len="med"/>
              </a:ln>
            </p:spPr>
          </p:sp>
          <p:sp>
            <p:nvSpPr>
              <p:cNvPr id="86105" name="Line 132"/>
              <p:cNvSpPr/>
              <p:nvPr/>
            </p:nvSpPr>
            <p:spPr>
              <a:xfrm>
                <a:off x="2912" y="1812"/>
                <a:ext cx="300" cy="0"/>
              </a:xfrm>
              <a:prstGeom prst="line">
                <a:avLst/>
              </a:prstGeom>
              <a:ln w="9525" cap="flat" cmpd="sng">
                <a:solidFill>
                  <a:schemeClr val="tx1"/>
                </a:solidFill>
                <a:prstDash val="solid"/>
                <a:headEnd type="none" w="med" len="med"/>
                <a:tailEnd type="none" w="med" len="med"/>
              </a:ln>
            </p:spPr>
          </p:sp>
          <p:sp>
            <p:nvSpPr>
              <p:cNvPr id="86106" name="AutoShape 133"/>
              <p:cNvSpPr/>
              <p:nvPr/>
            </p:nvSpPr>
            <p:spPr>
              <a:xfrm rot="5400000">
                <a:off x="3051" y="1745"/>
                <a:ext cx="29" cy="41"/>
              </a:xfrm>
              <a:prstGeom prst="rightArrow">
                <a:avLst>
                  <a:gd name="adj1" fmla="val 51166"/>
                  <a:gd name="adj2" fmla="val 39736"/>
                </a:avLst>
              </a:prstGeom>
              <a:solidFill>
                <a:schemeClr val="accent2"/>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grpSp>
          <p:nvGrpSpPr>
            <p:cNvPr id="86068" name="Group 134"/>
            <p:cNvGrpSpPr/>
            <p:nvPr/>
          </p:nvGrpSpPr>
          <p:grpSpPr>
            <a:xfrm>
              <a:off x="3524" y="1840"/>
              <a:ext cx="347" cy="285"/>
              <a:chOff x="2886" y="1668"/>
              <a:chExt cx="347" cy="285"/>
            </a:xfrm>
          </p:grpSpPr>
          <p:sp>
            <p:nvSpPr>
              <p:cNvPr id="86093" name="Rectangle 135"/>
              <p:cNvSpPr/>
              <p:nvPr/>
            </p:nvSpPr>
            <p:spPr>
              <a:xfrm>
                <a:off x="2886" y="1668"/>
                <a:ext cx="347" cy="285"/>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86094" name="Oval 136"/>
              <p:cNvSpPr/>
              <p:nvPr/>
            </p:nvSpPr>
            <p:spPr>
              <a:xfrm>
                <a:off x="2905" y="1674"/>
                <a:ext cx="314" cy="74"/>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86095" name="Rectangle 137"/>
              <p:cNvSpPr/>
              <p:nvPr/>
            </p:nvSpPr>
            <p:spPr>
              <a:xfrm>
                <a:off x="2913" y="1785"/>
                <a:ext cx="300" cy="156"/>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86096" name="Line 138"/>
              <p:cNvSpPr/>
              <p:nvPr/>
            </p:nvSpPr>
            <p:spPr>
              <a:xfrm>
                <a:off x="3082" y="1811"/>
                <a:ext cx="1" cy="130"/>
              </a:xfrm>
              <a:prstGeom prst="line">
                <a:avLst/>
              </a:prstGeom>
              <a:ln w="9525" cap="flat" cmpd="sng">
                <a:solidFill>
                  <a:schemeClr val="tx1"/>
                </a:solidFill>
                <a:prstDash val="solid"/>
                <a:headEnd type="none" w="med" len="med"/>
                <a:tailEnd type="none" w="med" len="med"/>
              </a:ln>
            </p:spPr>
          </p:sp>
          <p:sp>
            <p:nvSpPr>
              <p:cNvPr id="86097" name="Line 139"/>
              <p:cNvSpPr/>
              <p:nvPr/>
            </p:nvSpPr>
            <p:spPr>
              <a:xfrm>
                <a:off x="2913" y="1842"/>
                <a:ext cx="300" cy="0"/>
              </a:xfrm>
              <a:prstGeom prst="line">
                <a:avLst/>
              </a:prstGeom>
              <a:ln w="9525" cap="flat" cmpd="sng">
                <a:solidFill>
                  <a:schemeClr val="tx1"/>
                </a:solidFill>
                <a:prstDash val="solid"/>
                <a:headEnd type="none" w="med" len="med"/>
                <a:tailEnd type="none" w="med" len="med"/>
              </a:ln>
            </p:spPr>
          </p:sp>
          <p:sp>
            <p:nvSpPr>
              <p:cNvPr id="86098" name="Line 140"/>
              <p:cNvSpPr/>
              <p:nvPr/>
            </p:nvSpPr>
            <p:spPr>
              <a:xfrm>
                <a:off x="2912" y="1812"/>
                <a:ext cx="300" cy="0"/>
              </a:xfrm>
              <a:prstGeom prst="line">
                <a:avLst/>
              </a:prstGeom>
              <a:ln w="9525" cap="flat" cmpd="sng">
                <a:solidFill>
                  <a:schemeClr val="tx1"/>
                </a:solidFill>
                <a:prstDash val="solid"/>
                <a:headEnd type="none" w="med" len="med"/>
                <a:tailEnd type="none" w="med" len="med"/>
              </a:ln>
            </p:spPr>
          </p:sp>
          <p:sp>
            <p:nvSpPr>
              <p:cNvPr id="86099" name="AutoShape 141"/>
              <p:cNvSpPr/>
              <p:nvPr/>
            </p:nvSpPr>
            <p:spPr>
              <a:xfrm rot="5400000">
                <a:off x="3051" y="1745"/>
                <a:ext cx="29" cy="41"/>
              </a:xfrm>
              <a:prstGeom prst="rightArrow">
                <a:avLst>
                  <a:gd name="adj1" fmla="val 51166"/>
                  <a:gd name="adj2" fmla="val 39736"/>
                </a:avLst>
              </a:prstGeom>
              <a:solidFill>
                <a:schemeClr val="accent2"/>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grpSp>
          <p:nvGrpSpPr>
            <p:cNvPr id="86069" name="Group 142"/>
            <p:cNvGrpSpPr/>
            <p:nvPr/>
          </p:nvGrpSpPr>
          <p:grpSpPr>
            <a:xfrm>
              <a:off x="3291" y="3148"/>
              <a:ext cx="347" cy="285"/>
              <a:chOff x="2886" y="1668"/>
              <a:chExt cx="347" cy="285"/>
            </a:xfrm>
          </p:grpSpPr>
          <p:sp>
            <p:nvSpPr>
              <p:cNvPr id="86086" name="Rectangle 143"/>
              <p:cNvSpPr/>
              <p:nvPr/>
            </p:nvSpPr>
            <p:spPr>
              <a:xfrm>
                <a:off x="2886" y="1668"/>
                <a:ext cx="347" cy="285"/>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86087" name="Oval 144"/>
              <p:cNvSpPr/>
              <p:nvPr/>
            </p:nvSpPr>
            <p:spPr>
              <a:xfrm>
                <a:off x="2905" y="1674"/>
                <a:ext cx="314" cy="74"/>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86088" name="Rectangle 145"/>
              <p:cNvSpPr/>
              <p:nvPr/>
            </p:nvSpPr>
            <p:spPr>
              <a:xfrm>
                <a:off x="2913" y="1785"/>
                <a:ext cx="300" cy="156"/>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86089" name="Line 146"/>
              <p:cNvSpPr/>
              <p:nvPr/>
            </p:nvSpPr>
            <p:spPr>
              <a:xfrm>
                <a:off x="3082" y="1811"/>
                <a:ext cx="1" cy="130"/>
              </a:xfrm>
              <a:prstGeom prst="line">
                <a:avLst/>
              </a:prstGeom>
              <a:ln w="9525" cap="flat" cmpd="sng">
                <a:solidFill>
                  <a:schemeClr val="tx1"/>
                </a:solidFill>
                <a:prstDash val="solid"/>
                <a:headEnd type="none" w="med" len="med"/>
                <a:tailEnd type="none" w="med" len="med"/>
              </a:ln>
            </p:spPr>
          </p:sp>
          <p:sp>
            <p:nvSpPr>
              <p:cNvPr id="86090" name="Line 147"/>
              <p:cNvSpPr/>
              <p:nvPr/>
            </p:nvSpPr>
            <p:spPr>
              <a:xfrm>
                <a:off x="2913" y="1842"/>
                <a:ext cx="300" cy="0"/>
              </a:xfrm>
              <a:prstGeom prst="line">
                <a:avLst/>
              </a:prstGeom>
              <a:ln w="9525" cap="flat" cmpd="sng">
                <a:solidFill>
                  <a:schemeClr val="tx1"/>
                </a:solidFill>
                <a:prstDash val="solid"/>
                <a:headEnd type="none" w="med" len="med"/>
                <a:tailEnd type="none" w="med" len="med"/>
              </a:ln>
            </p:spPr>
          </p:sp>
          <p:sp>
            <p:nvSpPr>
              <p:cNvPr id="86091" name="Line 148"/>
              <p:cNvSpPr/>
              <p:nvPr/>
            </p:nvSpPr>
            <p:spPr>
              <a:xfrm>
                <a:off x="2912" y="1812"/>
                <a:ext cx="300" cy="0"/>
              </a:xfrm>
              <a:prstGeom prst="line">
                <a:avLst/>
              </a:prstGeom>
              <a:ln w="9525" cap="flat" cmpd="sng">
                <a:solidFill>
                  <a:schemeClr val="tx1"/>
                </a:solidFill>
                <a:prstDash val="solid"/>
                <a:headEnd type="none" w="med" len="med"/>
                <a:tailEnd type="none" w="med" len="med"/>
              </a:ln>
            </p:spPr>
          </p:sp>
          <p:sp>
            <p:nvSpPr>
              <p:cNvPr id="86092" name="AutoShape 149"/>
              <p:cNvSpPr/>
              <p:nvPr/>
            </p:nvSpPr>
            <p:spPr>
              <a:xfrm rot="5400000">
                <a:off x="3051" y="1745"/>
                <a:ext cx="29" cy="41"/>
              </a:xfrm>
              <a:prstGeom prst="rightArrow">
                <a:avLst>
                  <a:gd name="adj1" fmla="val 51166"/>
                  <a:gd name="adj2" fmla="val 39736"/>
                </a:avLst>
              </a:prstGeom>
              <a:solidFill>
                <a:schemeClr val="accent2"/>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grpSp>
          <p:nvGrpSpPr>
            <p:cNvPr id="86070" name="Group 150"/>
            <p:cNvGrpSpPr/>
            <p:nvPr/>
          </p:nvGrpSpPr>
          <p:grpSpPr>
            <a:xfrm>
              <a:off x="2853" y="3010"/>
              <a:ext cx="347" cy="285"/>
              <a:chOff x="2886" y="1668"/>
              <a:chExt cx="347" cy="285"/>
            </a:xfrm>
          </p:grpSpPr>
          <p:sp>
            <p:nvSpPr>
              <p:cNvPr id="86079" name="Rectangle 151"/>
              <p:cNvSpPr/>
              <p:nvPr/>
            </p:nvSpPr>
            <p:spPr>
              <a:xfrm>
                <a:off x="2886" y="1668"/>
                <a:ext cx="347" cy="285"/>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86080" name="Oval 152"/>
              <p:cNvSpPr/>
              <p:nvPr/>
            </p:nvSpPr>
            <p:spPr>
              <a:xfrm>
                <a:off x="2905" y="1674"/>
                <a:ext cx="314" cy="74"/>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86081" name="Rectangle 153"/>
              <p:cNvSpPr/>
              <p:nvPr/>
            </p:nvSpPr>
            <p:spPr>
              <a:xfrm>
                <a:off x="2913" y="1785"/>
                <a:ext cx="300" cy="156"/>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86082" name="Line 154"/>
              <p:cNvSpPr/>
              <p:nvPr/>
            </p:nvSpPr>
            <p:spPr>
              <a:xfrm>
                <a:off x="3082" y="1811"/>
                <a:ext cx="1" cy="130"/>
              </a:xfrm>
              <a:prstGeom prst="line">
                <a:avLst/>
              </a:prstGeom>
              <a:ln w="9525" cap="flat" cmpd="sng">
                <a:solidFill>
                  <a:schemeClr val="tx1"/>
                </a:solidFill>
                <a:prstDash val="solid"/>
                <a:headEnd type="none" w="med" len="med"/>
                <a:tailEnd type="none" w="med" len="med"/>
              </a:ln>
            </p:spPr>
          </p:sp>
          <p:sp>
            <p:nvSpPr>
              <p:cNvPr id="86083" name="Line 155"/>
              <p:cNvSpPr/>
              <p:nvPr/>
            </p:nvSpPr>
            <p:spPr>
              <a:xfrm>
                <a:off x="2913" y="1842"/>
                <a:ext cx="300" cy="0"/>
              </a:xfrm>
              <a:prstGeom prst="line">
                <a:avLst/>
              </a:prstGeom>
              <a:ln w="9525" cap="flat" cmpd="sng">
                <a:solidFill>
                  <a:schemeClr val="tx1"/>
                </a:solidFill>
                <a:prstDash val="solid"/>
                <a:headEnd type="none" w="med" len="med"/>
                <a:tailEnd type="none" w="med" len="med"/>
              </a:ln>
            </p:spPr>
          </p:sp>
          <p:sp>
            <p:nvSpPr>
              <p:cNvPr id="86084" name="Line 156"/>
              <p:cNvSpPr/>
              <p:nvPr/>
            </p:nvSpPr>
            <p:spPr>
              <a:xfrm>
                <a:off x="2912" y="1812"/>
                <a:ext cx="300" cy="0"/>
              </a:xfrm>
              <a:prstGeom prst="line">
                <a:avLst/>
              </a:prstGeom>
              <a:ln w="9525" cap="flat" cmpd="sng">
                <a:solidFill>
                  <a:schemeClr val="tx1"/>
                </a:solidFill>
                <a:prstDash val="solid"/>
                <a:headEnd type="none" w="med" len="med"/>
                <a:tailEnd type="none" w="med" len="med"/>
              </a:ln>
            </p:spPr>
          </p:sp>
          <p:sp>
            <p:nvSpPr>
              <p:cNvPr id="86085" name="AutoShape 157"/>
              <p:cNvSpPr/>
              <p:nvPr/>
            </p:nvSpPr>
            <p:spPr>
              <a:xfrm rot="5400000">
                <a:off x="3051" y="1745"/>
                <a:ext cx="29" cy="41"/>
              </a:xfrm>
              <a:prstGeom prst="rightArrow">
                <a:avLst>
                  <a:gd name="adj1" fmla="val 51166"/>
                  <a:gd name="adj2" fmla="val 39736"/>
                </a:avLst>
              </a:prstGeom>
              <a:solidFill>
                <a:schemeClr val="accent2"/>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grpSp>
          <p:nvGrpSpPr>
            <p:cNvPr id="86071" name="Group 158"/>
            <p:cNvGrpSpPr/>
            <p:nvPr/>
          </p:nvGrpSpPr>
          <p:grpSpPr>
            <a:xfrm>
              <a:off x="2440" y="3131"/>
              <a:ext cx="347" cy="285"/>
              <a:chOff x="2886" y="1668"/>
              <a:chExt cx="347" cy="285"/>
            </a:xfrm>
          </p:grpSpPr>
          <p:sp>
            <p:nvSpPr>
              <p:cNvPr id="86072" name="Rectangle 159"/>
              <p:cNvSpPr/>
              <p:nvPr/>
            </p:nvSpPr>
            <p:spPr>
              <a:xfrm>
                <a:off x="2886" y="1668"/>
                <a:ext cx="347" cy="285"/>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86073" name="Oval 160"/>
              <p:cNvSpPr/>
              <p:nvPr/>
            </p:nvSpPr>
            <p:spPr>
              <a:xfrm>
                <a:off x="2905" y="1674"/>
                <a:ext cx="314" cy="74"/>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86074" name="Rectangle 161"/>
              <p:cNvSpPr/>
              <p:nvPr/>
            </p:nvSpPr>
            <p:spPr>
              <a:xfrm>
                <a:off x="2913" y="1785"/>
                <a:ext cx="300" cy="156"/>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86075" name="Line 162"/>
              <p:cNvSpPr/>
              <p:nvPr/>
            </p:nvSpPr>
            <p:spPr>
              <a:xfrm>
                <a:off x="3082" y="1811"/>
                <a:ext cx="1" cy="130"/>
              </a:xfrm>
              <a:prstGeom prst="line">
                <a:avLst/>
              </a:prstGeom>
              <a:ln w="9525" cap="flat" cmpd="sng">
                <a:solidFill>
                  <a:schemeClr val="tx1"/>
                </a:solidFill>
                <a:prstDash val="solid"/>
                <a:headEnd type="none" w="med" len="med"/>
                <a:tailEnd type="none" w="med" len="med"/>
              </a:ln>
            </p:spPr>
          </p:sp>
          <p:sp>
            <p:nvSpPr>
              <p:cNvPr id="86076" name="Line 163"/>
              <p:cNvSpPr/>
              <p:nvPr/>
            </p:nvSpPr>
            <p:spPr>
              <a:xfrm>
                <a:off x="2913" y="1842"/>
                <a:ext cx="300" cy="0"/>
              </a:xfrm>
              <a:prstGeom prst="line">
                <a:avLst/>
              </a:prstGeom>
              <a:ln w="9525" cap="flat" cmpd="sng">
                <a:solidFill>
                  <a:schemeClr val="tx1"/>
                </a:solidFill>
                <a:prstDash val="solid"/>
                <a:headEnd type="none" w="med" len="med"/>
                <a:tailEnd type="none" w="med" len="med"/>
              </a:ln>
            </p:spPr>
          </p:sp>
          <p:sp>
            <p:nvSpPr>
              <p:cNvPr id="86077" name="Line 164"/>
              <p:cNvSpPr/>
              <p:nvPr/>
            </p:nvSpPr>
            <p:spPr>
              <a:xfrm>
                <a:off x="2912" y="1812"/>
                <a:ext cx="300" cy="0"/>
              </a:xfrm>
              <a:prstGeom prst="line">
                <a:avLst/>
              </a:prstGeom>
              <a:ln w="9525" cap="flat" cmpd="sng">
                <a:solidFill>
                  <a:schemeClr val="tx1"/>
                </a:solidFill>
                <a:prstDash val="solid"/>
                <a:headEnd type="none" w="med" len="med"/>
                <a:tailEnd type="none" w="med" len="med"/>
              </a:ln>
            </p:spPr>
          </p:sp>
          <p:sp>
            <p:nvSpPr>
              <p:cNvPr id="86078" name="AutoShape 165"/>
              <p:cNvSpPr/>
              <p:nvPr/>
            </p:nvSpPr>
            <p:spPr>
              <a:xfrm rot="5400000">
                <a:off x="3051" y="1745"/>
                <a:ext cx="29" cy="41"/>
              </a:xfrm>
              <a:prstGeom prst="rightArrow">
                <a:avLst>
                  <a:gd name="adj1" fmla="val 51166"/>
                  <a:gd name="adj2" fmla="val 39736"/>
                </a:avLst>
              </a:prstGeom>
              <a:solidFill>
                <a:schemeClr val="accent2"/>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grpSp>
      <p:sp>
        <p:nvSpPr>
          <p:cNvPr id="86021" name="Rectangle 166"/>
          <p:cNvSpPr>
            <a:spLocks noGrp="1"/>
          </p:cNvSpPr>
          <p:nvPr>
            <p:ph type="title"/>
          </p:nvPr>
        </p:nvSpPr>
        <p:spPr>
          <a:xfrm>
            <a:off x="249238" y="0"/>
            <a:ext cx="8894762" cy="1143000"/>
          </a:xfrm>
        </p:spPr>
        <p:txBody>
          <a:bodyPr vert="horz" wrap="square" lIns="91440" tIns="45720" rIns="91440" bIns="45720" anchor="ctr" anchorCtr="0"/>
          <a:p>
            <a:r>
              <a:rPr lang="en-US" altLang="zh-CN" sz="3600" dirty="0">
                <a:ea typeface="宋体" panose="02010600030101010101" pitchFamily="2" charset="-122"/>
              </a:rPr>
              <a:t>Interplay between routing, forwarding</a:t>
            </a:r>
            <a:endParaRPr lang="en-US" altLang="zh-CN" sz="3600" dirty="0">
              <a:ea typeface="宋体" panose="02010600030101010101" pitchFamily="2" charset="-122"/>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页脚占位符 3"/>
          <p:cNvSpPr txBox="1">
            <a:spLocks noGrp="1"/>
          </p:cNvSpPr>
          <p:nvPr>
            <p:ph type="ftr" sz="quarter" idx="11"/>
          </p:nvPr>
        </p:nvSpPr>
        <p:spPr/>
        <p:txBody>
          <a:bodyPr/>
          <a:p>
            <a:pPr marL="0" indent="0" algn="r">
              <a:spcBef>
                <a:spcPct val="0"/>
              </a:spcBef>
              <a:buClrTx/>
              <a:buSzTx/>
              <a:buFontTx/>
              <a:buNone/>
            </a:pPr>
            <a:r>
              <a:rPr lang="en-US" altLang="zh-CN" sz="1400" dirty="0">
                <a:ea typeface="宋体" panose="02010600030101010101" pitchFamily="2" charset="-122"/>
              </a:rPr>
              <a:t>Network Layer</a:t>
            </a:r>
            <a:endParaRPr lang="en-US" altLang="zh-CN" sz="1400" dirty="0">
              <a:latin typeface="Times New Roman" panose="02020603050405020304" pitchFamily="18" charset="0"/>
              <a:ea typeface="宋体" panose="02010600030101010101" pitchFamily="2" charset="-122"/>
            </a:endParaRPr>
          </a:p>
        </p:txBody>
      </p:sp>
      <p:sp>
        <p:nvSpPr>
          <p:cNvPr id="87043" name="灯片编号占位符 4"/>
          <p:cNvSpPr txBox="1">
            <a:spLocks noGrp="1"/>
          </p:cNvSpPr>
          <p:nvPr>
            <p:ph type="sldNum" sz="quarter" idx="12"/>
          </p:nvPr>
        </p:nvSpPr>
        <p:spPr/>
        <p:txBody>
          <a:bodyPr/>
          <a:p>
            <a:pPr marL="0" indent="0" algn="r">
              <a:spcBef>
                <a:spcPct val="0"/>
              </a:spcBef>
              <a:buClrTx/>
              <a:buSzTx/>
              <a:buFontTx/>
              <a:buNone/>
            </a:pPr>
            <a:r>
              <a:rPr lang="en-US" altLang="zh-CN" sz="1400" dirty="0">
                <a:ea typeface="宋体" panose="02010600030101010101" pitchFamily="2" charset="-122"/>
              </a:rPr>
              <a:t>4-</a:t>
            </a: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grpSp>
        <p:nvGrpSpPr>
          <p:cNvPr id="87044" name="Group 2"/>
          <p:cNvGrpSpPr/>
          <p:nvPr/>
        </p:nvGrpSpPr>
        <p:grpSpPr>
          <a:xfrm>
            <a:off x="3200400" y="1406525"/>
            <a:ext cx="3571875" cy="2236788"/>
            <a:chOff x="3162" y="1071"/>
            <a:chExt cx="2250" cy="1409"/>
          </a:xfrm>
        </p:grpSpPr>
        <p:sp>
          <p:nvSpPr>
            <p:cNvPr id="87048" name="Freeform 3"/>
            <p:cNvSpPr/>
            <p:nvPr/>
          </p:nvSpPr>
          <p:spPr>
            <a:xfrm>
              <a:off x="3162" y="1071"/>
              <a:ext cx="2250" cy="1409"/>
            </a:xfrm>
            <a:custGeom>
              <a:avLst/>
              <a:gdLst/>
              <a:ahLst/>
              <a:cxnLst>
                <a:cxn ang="0">
                  <a:pos x="0" y="624"/>
                </a:cxn>
                <a:cxn ang="0">
                  <a:pos x="219" y="321"/>
                </a:cxn>
                <a:cxn ang="0">
                  <a:pos x="529" y="35"/>
                </a:cxn>
                <a:cxn ang="0">
                  <a:pos x="1551" y="111"/>
                </a:cxn>
                <a:cxn ang="0">
                  <a:pos x="1968" y="483"/>
                </a:cxn>
                <a:cxn ang="0">
                  <a:pos x="2199" y="906"/>
                </a:cxn>
                <a:cxn ang="0">
                  <a:pos x="1659" y="1314"/>
                </a:cxn>
                <a:cxn ang="0">
                  <a:pos x="993" y="1386"/>
                </a:cxn>
                <a:cxn ang="0">
                  <a:pos x="465" y="1356"/>
                </a:cxn>
                <a:cxn ang="0">
                  <a:pos x="102" y="1068"/>
                </a:cxn>
                <a:cxn ang="0">
                  <a:pos x="0" y="624"/>
                </a:cxn>
              </a:cxnLst>
              <a:pathLst>
                <a:path w="2250" h="1409">
                  <a:moveTo>
                    <a:pt x="0" y="624"/>
                  </a:moveTo>
                  <a:cubicBezTo>
                    <a:pt x="5" y="506"/>
                    <a:pt x="131" y="419"/>
                    <a:pt x="219" y="321"/>
                  </a:cubicBezTo>
                  <a:cubicBezTo>
                    <a:pt x="307" y="223"/>
                    <a:pt x="307" y="70"/>
                    <a:pt x="529" y="35"/>
                  </a:cubicBezTo>
                  <a:cubicBezTo>
                    <a:pt x="751" y="0"/>
                    <a:pt x="1311" y="36"/>
                    <a:pt x="1551" y="111"/>
                  </a:cubicBezTo>
                  <a:cubicBezTo>
                    <a:pt x="1791" y="186"/>
                    <a:pt x="1860" y="351"/>
                    <a:pt x="1968" y="483"/>
                  </a:cubicBezTo>
                  <a:cubicBezTo>
                    <a:pt x="2076" y="615"/>
                    <a:pt x="2250" y="767"/>
                    <a:pt x="2199" y="906"/>
                  </a:cubicBezTo>
                  <a:cubicBezTo>
                    <a:pt x="2148" y="1045"/>
                    <a:pt x="1860" y="1234"/>
                    <a:pt x="1659" y="1314"/>
                  </a:cubicBezTo>
                  <a:cubicBezTo>
                    <a:pt x="1458" y="1394"/>
                    <a:pt x="1192" y="1379"/>
                    <a:pt x="993" y="1386"/>
                  </a:cubicBezTo>
                  <a:cubicBezTo>
                    <a:pt x="794" y="1393"/>
                    <a:pt x="613" y="1409"/>
                    <a:pt x="465" y="1356"/>
                  </a:cubicBezTo>
                  <a:cubicBezTo>
                    <a:pt x="317" y="1303"/>
                    <a:pt x="180" y="1190"/>
                    <a:pt x="102" y="1068"/>
                  </a:cubicBezTo>
                  <a:cubicBezTo>
                    <a:pt x="24" y="946"/>
                    <a:pt x="21" y="716"/>
                    <a:pt x="0" y="624"/>
                  </a:cubicBezTo>
                  <a:close/>
                </a:path>
              </a:pathLst>
            </a:custGeom>
            <a:solidFill>
              <a:srgbClr val="99CCFF">
                <a:alpha val="100000"/>
              </a:srgbClr>
            </a:solidFill>
            <a:ln w="9525">
              <a:noFill/>
            </a:ln>
          </p:spPr>
          <p:txBody>
            <a:bodyPr/>
            <a:p>
              <a:endParaRPr lang="zh-CN" altLang="en-US"/>
            </a:p>
          </p:txBody>
        </p:sp>
        <p:sp>
          <p:nvSpPr>
            <p:cNvPr id="87049" name="Freeform 4"/>
            <p:cNvSpPr/>
            <p:nvPr/>
          </p:nvSpPr>
          <p:spPr>
            <a:xfrm>
              <a:off x="3498" y="1620"/>
              <a:ext cx="342" cy="186"/>
            </a:xfrm>
            <a:custGeom>
              <a:avLst/>
              <a:gdLst/>
              <a:ahLst/>
              <a:cxnLst>
                <a:cxn ang="0">
                  <a:pos x="0" y="186"/>
                </a:cxn>
                <a:cxn ang="0">
                  <a:pos x="342" y="0"/>
                </a:cxn>
              </a:cxnLst>
              <a:pathLst>
                <a:path w="342" h="186">
                  <a:moveTo>
                    <a:pt x="0" y="186"/>
                  </a:moveTo>
                  <a:lnTo>
                    <a:pt x="342" y="0"/>
                  </a:lnTo>
                </a:path>
              </a:pathLst>
            </a:custGeom>
            <a:noFill/>
            <a:ln w="12700" cap="flat" cmpd="sng">
              <a:solidFill>
                <a:schemeClr val="tx1">
                  <a:alpha val="100000"/>
                </a:schemeClr>
              </a:solidFill>
              <a:prstDash val="solid"/>
              <a:round/>
              <a:headEnd type="none" w="med" len="med"/>
              <a:tailEnd type="none" w="med" len="med"/>
            </a:ln>
          </p:spPr>
          <p:txBody>
            <a:bodyPr/>
            <a:p>
              <a:endParaRPr lang="zh-CN" altLang="en-US"/>
            </a:p>
          </p:txBody>
        </p:sp>
        <p:sp>
          <p:nvSpPr>
            <p:cNvPr id="87050" name="Oval 5"/>
            <p:cNvSpPr/>
            <p:nvPr/>
          </p:nvSpPr>
          <p:spPr>
            <a:xfrm>
              <a:off x="3238" y="1862"/>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87051" name="Line 6"/>
            <p:cNvSpPr/>
            <p:nvPr/>
          </p:nvSpPr>
          <p:spPr>
            <a:xfrm>
              <a:off x="3238" y="1855"/>
              <a:ext cx="0" cy="50"/>
            </a:xfrm>
            <a:prstGeom prst="line">
              <a:avLst/>
            </a:prstGeom>
            <a:ln w="12700" cap="flat" cmpd="sng">
              <a:solidFill>
                <a:schemeClr val="tx1"/>
              </a:solidFill>
              <a:prstDash val="solid"/>
              <a:headEnd type="none" w="med" len="med"/>
              <a:tailEnd type="none" w="med" len="med"/>
            </a:ln>
          </p:spPr>
        </p:sp>
        <p:sp>
          <p:nvSpPr>
            <p:cNvPr id="87052" name="Line 7"/>
            <p:cNvSpPr/>
            <p:nvPr/>
          </p:nvSpPr>
          <p:spPr>
            <a:xfrm>
              <a:off x="3551" y="1855"/>
              <a:ext cx="0" cy="50"/>
            </a:xfrm>
            <a:prstGeom prst="line">
              <a:avLst/>
            </a:prstGeom>
            <a:ln w="12700" cap="flat" cmpd="sng">
              <a:solidFill>
                <a:schemeClr val="tx1"/>
              </a:solidFill>
              <a:prstDash val="solid"/>
              <a:headEnd type="none" w="med" len="med"/>
              <a:tailEnd type="none" w="med" len="med"/>
            </a:ln>
          </p:spPr>
        </p:sp>
        <p:sp>
          <p:nvSpPr>
            <p:cNvPr id="87053" name="Rectangle 8"/>
            <p:cNvSpPr/>
            <p:nvPr/>
          </p:nvSpPr>
          <p:spPr>
            <a:xfrm>
              <a:off x="3238" y="1855"/>
              <a:ext cx="310"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87054" name="Oval 9"/>
            <p:cNvSpPr/>
            <p:nvPr/>
          </p:nvSpPr>
          <p:spPr>
            <a:xfrm>
              <a:off x="3235" y="1796"/>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87055" name="Oval 10"/>
            <p:cNvSpPr/>
            <p:nvPr/>
          </p:nvSpPr>
          <p:spPr>
            <a:xfrm>
              <a:off x="3712" y="2249"/>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87056" name="Line 11"/>
            <p:cNvSpPr/>
            <p:nvPr/>
          </p:nvSpPr>
          <p:spPr>
            <a:xfrm>
              <a:off x="3712" y="2242"/>
              <a:ext cx="0" cy="50"/>
            </a:xfrm>
            <a:prstGeom prst="line">
              <a:avLst/>
            </a:prstGeom>
            <a:ln w="12700" cap="flat" cmpd="sng">
              <a:solidFill>
                <a:schemeClr val="tx1"/>
              </a:solidFill>
              <a:prstDash val="solid"/>
              <a:headEnd type="none" w="med" len="med"/>
              <a:tailEnd type="none" w="med" len="med"/>
            </a:ln>
          </p:spPr>
        </p:sp>
        <p:sp>
          <p:nvSpPr>
            <p:cNvPr id="87057" name="Line 12"/>
            <p:cNvSpPr/>
            <p:nvPr/>
          </p:nvSpPr>
          <p:spPr>
            <a:xfrm>
              <a:off x="4025" y="2242"/>
              <a:ext cx="0" cy="50"/>
            </a:xfrm>
            <a:prstGeom prst="line">
              <a:avLst/>
            </a:prstGeom>
            <a:ln w="12700" cap="flat" cmpd="sng">
              <a:solidFill>
                <a:schemeClr val="tx1"/>
              </a:solidFill>
              <a:prstDash val="solid"/>
              <a:headEnd type="none" w="med" len="med"/>
              <a:tailEnd type="none" w="med" len="med"/>
            </a:ln>
          </p:spPr>
        </p:sp>
        <p:sp>
          <p:nvSpPr>
            <p:cNvPr id="87058" name="Rectangle 13"/>
            <p:cNvSpPr/>
            <p:nvPr/>
          </p:nvSpPr>
          <p:spPr>
            <a:xfrm>
              <a:off x="3712" y="2242"/>
              <a:ext cx="310"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87059" name="Oval 14"/>
            <p:cNvSpPr/>
            <p:nvPr/>
          </p:nvSpPr>
          <p:spPr>
            <a:xfrm>
              <a:off x="3709" y="2183"/>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87060" name="Oval 15"/>
            <p:cNvSpPr/>
            <p:nvPr/>
          </p:nvSpPr>
          <p:spPr>
            <a:xfrm>
              <a:off x="3708" y="1559"/>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87061" name="Line 16"/>
            <p:cNvSpPr/>
            <p:nvPr/>
          </p:nvSpPr>
          <p:spPr>
            <a:xfrm>
              <a:off x="3708" y="1552"/>
              <a:ext cx="0" cy="50"/>
            </a:xfrm>
            <a:prstGeom prst="line">
              <a:avLst/>
            </a:prstGeom>
            <a:ln w="12700" cap="flat" cmpd="sng">
              <a:solidFill>
                <a:schemeClr val="tx1"/>
              </a:solidFill>
              <a:prstDash val="solid"/>
              <a:headEnd type="none" w="med" len="med"/>
              <a:tailEnd type="none" w="med" len="med"/>
            </a:ln>
          </p:spPr>
        </p:sp>
        <p:sp>
          <p:nvSpPr>
            <p:cNvPr id="87062" name="Line 17"/>
            <p:cNvSpPr/>
            <p:nvPr/>
          </p:nvSpPr>
          <p:spPr>
            <a:xfrm>
              <a:off x="4021" y="1552"/>
              <a:ext cx="0" cy="50"/>
            </a:xfrm>
            <a:prstGeom prst="line">
              <a:avLst/>
            </a:prstGeom>
            <a:ln w="12700" cap="flat" cmpd="sng">
              <a:solidFill>
                <a:schemeClr val="tx1"/>
              </a:solidFill>
              <a:prstDash val="solid"/>
              <a:headEnd type="none" w="med" len="med"/>
              <a:tailEnd type="none" w="med" len="med"/>
            </a:ln>
          </p:spPr>
        </p:sp>
        <p:sp>
          <p:nvSpPr>
            <p:cNvPr id="87063" name="Rectangle 18"/>
            <p:cNvSpPr/>
            <p:nvPr/>
          </p:nvSpPr>
          <p:spPr>
            <a:xfrm>
              <a:off x="3708" y="1552"/>
              <a:ext cx="310"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87064" name="Oval 19"/>
            <p:cNvSpPr/>
            <p:nvPr/>
          </p:nvSpPr>
          <p:spPr>
            <a:xfrm>
              <a:off x="3705" y="1493"/>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87065" name="Oval 20"/>
            <p:cNvSpPr/>
            <p:nvPr/>
          </p:nvSpPr>
          <p:spPr>
            <a:xfrm>
              <a:off x="4391" y="1555"/>
              <a:ext cx="312"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87066" name="Line 21"/>
            <p:cNvSpPr/>
            <p:nvPr/>
          </p:nvSpPr>
          <p:spPr>
            <a:xfrm>
              <a:off x="4391" y="1548"/>
              <a:ext cx="0" cy="50"/>
            </a:xfrm>
            <a:prstGeom prst="line">
              <a:avLst/>
            </a:prstGeom>
            <a:ln w="12700" cap="flat" cmpd="sng">
              <a:solidFill>
                <a:schemeClr val="tx1"/>
              </a:solidFill>
              <a:prstDash val="solid"/>
              <a:headEnd type="none" w="med" len="med"/>
              <a:tailEnd type="none" w="med" len="med"/>
            </a:ln>
          </p:spPr>
        </p:sp>
        <p:sp>
          <p:nvSpPr>
            <p:cNvPr id="87067" name="Line 22"/>
            <p:cNvSpPr/>
            <p:nvPr/>
          </p:nvSpPr>
          <p:spPr>
            <a:xfrm>
              <a:off x="4703" y="1548"/>
              <a:ext cx="0" cy="50"/>
            </a:xfrm>
            <a:prstGeom prst="line">
              <a:avLst/>
            </a:prstGeom>
            <a:ln w="12700" cap="flat" cmpd="sng">
              <a:solidFill>
                <a:schemeClr val="tx1"/>
              </a:solidFill>
              <a:prstDash val="solid"/>
              <a:headEnd type="none" w="med" len="med"/>
              <a:tailEnd type="none" w="med" len="med"/>
            </a:ln>
          </p:spPr>
        </p:sp>
        <p:sp>
          <p:nvSpPr>
            <p:cNvPr id="87068" name="Rectangle 23"/>
            <p:cNvSpPr/>
            <p:nvPr/>
          </p:nvSpPr>
          <p:spPr>
            <a:xfrm>
              <a:off x="4391" y="1548"/>
              <a:ext cx="309"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87069" name="Oval 24"/>
            <p:cNvSpPr/>
            <p:nvPr/>
          </p:nvSpPr>
          <p:spPr>
            <a:xfrm>
              <a:off x="4394" y="1492"/>
              <a:ext cx="312"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87070" name="Oval 25"/>
            <p:cNvSpPr/>
            <p:nvPr/>
          </p:nvSpPr>
          <p:spPr>
            <a:xfrm>
              <a:off x="4401" y="2246"/>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87071" name="Line 26"/>
            <p:cNvSpPr/>
            <p:nvPr/>
          </p:nvSpPr>
          <p:spPr>
            <a:xfrm>
              <a:off x="4401" y="2239"/>
              <a:ext cx="0" cy="50"/>
            </a:xfrm>
            <a:prstGeom prst="line">
              <a:avLst/>
            </a:prstGeom>
            <a:ln w="12700" cap="flat" cmpd="sng">
              <a:solidFill>
                <a:schemeClr val="tx1"/>
              </a:solidFill>
              <a:prstDash val="solid"/>
              <a:headEnd type="none" w="med" len="med"/>
              <a:tailEnd type="none" w="med" len="med"/>
            </a:ln>
          </p:spPr>
        </p:sp>
        <p:sp>
          <p:nvSpPr>
            <p:cNvPr id="87072" name="Line 27"/>
            <p:cNvSpPr/>
            <p:nvPr/>
          </p:nvSpPr>
          <p:spPr>
            <a:xfrm>
              <a:off x="4714" y="2239"/>
              <a:ext cx="0" cy="50"/>
            </a:xfrm>
            <a:prstGeom prst="line">
              <a:avLst/>
            </a:prstGeom>
            <a:ln w="12700" cap="flat" cmpd="sng">
              <a:solidFill>
                <a:schemeClr val="tx1"/>
              </a:solidFill>
              <a:prstDash val="solid"/>
              <a:headEnd type="none" w="med" len="med"/>
              <a:tailEnd type="none" w="med" len="med"/>
            </a:ln>
          </p:spPr>
        </p:sp>
        <p:sp>
          <p:nvSpPr>
            <p:cNvPr id="87073" name="Rectangle 28"/>
            <p:cNvSpPr/>
            <p:nvPr/>
          </p:nvSpPr>
          <p:spPr>
            <a:xfrm>
              <a:off x="4401" y="2239"/>
              <a:ext cx="310"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87074" name="Oval 29"/>
            <p:cNvSpPr/>
            <p:nvPr/>
          </p:nvSpPr>
          <p:spPr>
            <a:xfrm>
              <a:off x="4398" y="2180"/>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87075" name="Oval 30"/>
            <p:cNvSpPr/>
            <p:nvPr/>
          </p:nvSpPr>
          <p:spPr>
            <a:xfrm>
              <a:off x="4966" y="1905"/>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87076" name="Line 31"/>
            <p:cNvSpPr/>
            <p:nvPr/>
          </p:nvSpPr>
          <p:spPr>
            <a:xfrm>
              <a:off x="4966" y="1898"/>
              <a:ext cx="0" cy="50"/>
            </a:xfrm>
            <a:prstGeom prst="line">
              <a:avLst/>
            </a:prstGeom>
            <a:ln w="12700" cap="flat" cmpd="sng">
              <a:solidFill>
                <a:schemeClr val="tx1"/>
              </a:solidFill>
              <a:prstDash val="solid"/>
              <a:headEnd type="none" w="med" len="med"/>
              <a:tailEnd type="none" w="med" len="med"/>
            </a:ln>
          </p:spPr>
        </p:sp>
        <p:sp>
          <p:nvSpPr>
            <p:cNvPr id="87077" name="Line 32"/>
            <p:cNvSpPr/>
            <p:nvPr/>
          </p:nvSpPr>
          <p:spPr>
            <a:xfrm>
              <a:off x="5279" y="1898"/>
              <a:ext cx="0" cy="50"/>
            </a:xfrm>
            <a:prstGeom prst="line">
              <a:avLst/>
            </a:prstGeom>
            <a:ln w="12700" cap="flat" cmpd="sng">
              <a:solidFill>
                <a:schemeClr val="tx1"/>
              </a:solidFill>
              <a:prstDash val="solid"/>
              <a:headEnd type="none" w="med" len="med"/>
              <a:tailEnd type="none" w="med" len="med"/>
            </a:ln>
          </p:spPr>
        </p:sp>
        <p:sp>
          <p:nvSpPr>
            <p:cNvPr id="87078" name="Rectangle 33"/>
            <p:cNvSpPr/>
            <p:nvPr/>
          </p:nvSpPr>
          <p:spPr>
            <a:xfrm>
              <a:off x="4966" y="1898"/>
              <a:ext cx="310"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87079" name="Oval 34"/>
            <p:cNvSpPr/>
            <p:nvPr/>
          </p:nvSpPr>
          <p:spPr>
            <a:xfrm>
              <a:off x="4963" y="1839"/>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87080" name="Freeform 35"/>
            <p:cNvSpPr/>
            <p:nvPr/>
          </p:nvSpPr>
          <p:spPr>
            <a:xfrm>
              <a:off x="4557" y="1647"/>
              <a:ext cx="1" cy="522"/>
            </a:xfrm>
            <a:custGeom>
              <a:avLst/>
              <a:gdLst/>
              <a:ahLst/>
              <a:cxnLst>
                <a:cxn ang="0">
                  <a:pos x="0" y="0"/>
                </a:cxn>
                <a:cxn ang="0">
                  <a:pos x="0" y="522"/>
                </a:cxn>
              </a:cxnLst>
              <a:pathLst>
                <a:path w="1" h="522">
                  <a:moveTo>
                    <a:pt x="0" y="0"/>
                  </a:moveTo>
                  <a:lnTo>
                    <a:pt x="0" y="522"/>
                  </a:lnTo>
                </a:path>
              </a:pathLst>
            </a:custGeom>
            <a:noFill/>
            <a:ln w="12700" cap="flat" cmpd="sng">
              <a:solidFill>
                <a:schemeClr val="tx1">
                  <a:alpha val="100000"/>
                </a:schemeClr>
              </a:solidFill>
              <a:prstDash val="solid"/>
              <a:round/>
              <a:headEnd type="none" w="med" len="med"/>
              <a:tailEnd type="none" w="med" len="med"/>
            </a:ln>
          </p:spPr>
          <p:txBody>
            <a:bodyPr/>
            <a:p>
              <a:endParaRPr lang="zh-CN" altLang="en-US"/>
            </a:p>
          </p:txBody>
        </p:sp>
        <p:sp>
          <p:nvSpPr>
            <p:cNvPr id="87081" name="Freeform 36"/>
            <p:cNvSpPr/>
            <p:nvPr/>
          </p:nvSpPr>
          <p:spPr>
            <a:xfrm>
              <a:off x="3864" y="1653"/>
              <a:ext cx="1" cy="537"/>
            </a:xfrm>
            <a:custGeom>
              <a:avLst/>
              <a:gdLst/>
              <a:ahLst/>
              <a:cxnLst>
                <a:cxn ang="0">
                  <a:pos x="0" y="0"/>
                </a:cxn>
                <a:cxn ang="0">
                  <a:pos x="0" y="537"/>
                </a:cxn>
              </a:cxnLst>
              <a:pathLst>
                <a:path w="1" h="537">
                  <a:moveTo>
                    <a:pt x="0" y="0"/>
                  </a:moveTo>
                  <a:lnTo>
                    <a:pt x="0" y="537"/>
                  </a:lnTo>
                </a:path>
              </a:pathLst>
            </a:custGeom>
            <a:noFill/>
            <a:ln w="12700" cap="flat" cmpd="sng">
              <a:solidFill>
                <a:schemeClr val="tx1">
                  <a:alpha val="100000"/>
                </a:schemeClr>
              </a:solidFill>
              <a:prstDash val="solid"/>
              <a:round/>
              <a:headEnd type="none" w="med" len="med"/>
              <a:tailEnd type="none" w="med" len="med"/>
            </a:ln>
          </p:spPr>
          <p:txBody>
            <a:bodyPr/>
            <a:p>
              <a:endParaRPr lang="zh-CN" altLang="en-US"/>
            </a:p>
          </p:txBody>
        </p:sp>
        <p:sp>
          <p:nvSpPr>
            <p:cNvPr id="87082" name="Freeform 37"/>
            <p:cNvSpPr/>
            <p:nvPr/>
          </p:nvSpPr>
          <p:spPr>
            <a:xfrm>
              <a:off x="4029" y="1638"/>
              <a:ext cx="504" cy="600"/>
            </a:xfrm>
            <a:custGeom>
              <a:avLst/>
              <a:gdLst/>
              <a:ahLst/>
              <a:cxnLst>
                <a:cxn ang="0">
                  <a:pos x="0" y="3478121"/>
                </a:cxn>
                <a:cxn ang="0">
                  <a:pos x="3776" y="0"/>
                </a:cxn>
              </a:cxnLst>
              <a:pathLst>
                <a:path w="378" h="174">
                  <a:moveTo>
                    <a:pt x="0" y="174"/>
                  </a:moveTo>
                  <a:lnTo>
                    <a:pt x="378" y="0"/>
                  </a:lnTo>
                </a:path>
              </a:pathLst>
            </a:custGeom>
            <a:noFill/>
            <a:ln w="12700" cap="flat" cmpd="sng">
              <a:solidFill>
                <a:schemeClr val="tx1">
                  <a:alpha val="100000"/>
                </a:schemeClr>
              </a:solidFill>
              <a:prstDash val="solid"/>
              <a:round/>
              <a:headEnd type="none" w="med" len="med"/>
              <a:tailEnd type="none" w="med" len="med"/>
            </a:ln>
          </p:spPr>
          <p:txBody>
            <a:bodyPr/>
            <a:p>
              <a:endParaRPr lang="zh-CN" altLang="en-US"/>
            </a:p>
          </p:txBody>
        </p:sp>
        <p:sp>
          <p:nvSpPr>
            <p:cNvPr id="87083" name="Freeform 38"/>
            <p:cNvSpPr/>
            <p:nvPr/>
          </p:nvSpPr>
          <p:spPr>
            <a:xfrm>
              <a:off x="4716" y="1986"/>
              <a:ext cx="366" cy="270"/>
            </a:xfrm>
            <a:custGeom>
              <a:avLst/>
              <a:gdLst/>
              <a:ahLst/>
              <a:cxnLst>
                <a:cxn ang="0">
                  <a:pos x="0" y="270"/>
                </a:cxn>
                <a:cxn ang="0">
                  <a:pos x="366" y="0"/>
                </a:cxn>
              </a:cxnLst>
              <a:pathLst>
                <a:path w="366" h="270">
                  <a:moveTo>
                    <a:pt x="0" y="270"/>
                  </a:moveTo>
                  <a:lnTo>
                    <a:pt x="366" y="0"/>
                  </a:lnTo>
                </a:path>
              </a:pathLst>
            </a:custGeom>
            <a:noFill/>
            <a:ln w="12700" cap="flat" cmpd="sng">
              <a:solidFill>
                <a:schemeClr val="tx1">
                  <a:alpha val="100000"/>
                </a:schemeClr>
              </a:solidFill>
              <a:prstDash val="solid"/>
              <a:round/>
              <a:headEnd type="none" w="med" len="med"/>
              <a:tailEnd type="none" w="med" len="med"/>
            </a:ln>
          </p:spPr>
          <p:txBody>
            <a:bodyPr/>
            <a:p>
              <a:endParaRPr lang="zh-CN" altLang="en-US"/>
            </a:p>
          </p:txBody>
        </p:sp>
        <p:sp>
          <p:nvSpPr>
            <p:cNvPr id="87084" name="Freeform 39"/>
            <p:cNvSpPr/>
            <p:nvPr/>
          </p:nvSpPr>
          <p:spPr>
            <a:xfrm>
              <a:off x="4035" y="2268"/>
              <a:ext cx="366" cy="1"/>
            </a:xfrm>
            <a:custGeom>
              <a:avLst/>
              <a:gdLst/>
              <a:ahLst/>
              <a:cxnLst>
                <a:cxn ang="0">
                  <a:pos x="366" y="0"/>
                </a:cxn>
                <a:cxn ang="0">
                  <a:pos x="0" y="0"/>
                </a:cxn>
              </a:cxnLst>
              <a:pathLst>
                <a:path w="366" h="1">
                  <a:moveTo>
                    <a:pt x="366" y="0"/>
                  </a:moveTo>
                  <a:lnTo>
                    <a:pt x="0" y="0"/>
                  </a:lnTo>
                </a:path>
              </a:pathLst>
            </a:custGeom>
            <a:noFill/>
            <a:ln w="12700" cap="flat" cmpd="sng">
              <a:solidFill>
                <a:schemeClr val="tx1">
                  <a:alpha val="100000"/>
                </a:schemeClr>
              </a:solidFill>
              <a:prstDash val="solid"/>
              <a:round/>
              <a:headEnd type="none" w="med" len="med"/>
              <a:tailEnd type="none" w="med" len="med"/>
            </a:ln>
          </p:spPr>
          <p:txBody>
            <a:bodyPr/>
            <a:p>
              <a:endParaRPr lang="zh-CN" altLang="en-US"/>
            </a:p>
          </p:txBody>
        </p:sp>
        <p:sp>
          <p:nvSpPr>
            <p:cNvPr id="87085" name="Freeform 40"/>
            <p:cNvSpPr/>
            <p:nvPr/>
          </p:nvSpPr>
          <p:spPr>
            <a:xfrm>
              <a:off x="3444" y="1944"/>
              <a:ext cx="276" cy="264"/>
            </a:xfrm>
            <a:custGeom>
              <a:avLst/>
              <a:gdLst/>
              <a:ahLst/>
              <a:cxnLst>
                <a:cxn ang="0">
                  <a:pos x="276" y="264"/>
                </a:cxn>
                <a:cxn ang="0">
                  <a:pos x="0" y="0"/>
                </a:cxn>
              </a:cxnLst>
              <a:pathLst>
                <a:path w="276" h="264">
                  <a:moveTo>
                    <a:pt x="276" y="264"/>
                  </a:moveTo>
                  <a:lnTo>
                    <a:pt x="0" y="0"/>
                  </a:lnTo>
                </a:path>
              </a:pathLst>
            </a:custGeom>
            <a:noFill/>
            <a:ln w="12700" cap="flat" cmpd="sng">
              <a:solidFill>
                <a:schemeClr val="tx1">
                  <a:alpha val="100000"/>
                </a:schemeClr>
              </a:solidFill>
              <a:prstDash val="solid"/>
              <a:round/>
              <a:headEnd type="none" w="med" len="med"/>
              <a:tailEnd type="none" w="med" len="med"/>
            </a:ln>
          </p:spPr>
          <p:txBody>
            <a:bodyPr/>
            <a:p>
              <a:endParaRPr lang="zh-CN" altLang="en-US"/>
            </a:p>
          </p:txBody>
        </p:sp>
        <p:sp>
          <p:nvSpPr>
            <p:cNvPr id="87086" name="Freeform 41"/>
            <p:cNvSpPr/>
            <p:nvPr/>
          </p:nvSpPr>
          <p:spPr>
            <a:xfrm>
              <a:off x="4029" y="1578"/>
              <a:ext cx="366" cy="1"/>
            </a:xfrm>
            <a:custGeom>
              <a:avLst/>
              <a:gdLst/>
              <a:ahLst/>
              <a:cxnLst>
                <a:cxn ang="0">
                  <a:pos x="366" y="0"/>
                </a:cxn>
                <a:cxn ang="0">
                  <a:pos x="0" y="0"/>
                </a:cxn>
              </a:cxnLst>
              <a:pathLst>
                <a:path w="366" h="1">
                  <a:moveTo>
                    <a:pt x="366" y="0"/>
                  </a:moveTo>
                  <a:lnTo>
                    <a:pt x="0" y="0"/>
                  </a:lnTo>
                </a:path>
              </a:pathLst>
            </a:custGeom>
            <a:noFill/>
            <a:ln w="12700" cap="flat" cmpd="sng">
              <a:solidFill>
                <a:schemeClr val="tx1">
                  <a:alpha val="100000"/>
                </a:schemeClr>
              </a:solidFill>
              <a:prstDash val="solid"/>
              <a:round/>
              <a:headEnd type="none" w="med" len="med"/>
              <a:tailEnd type="none" w="med" len="med"/>
            </a:ln>
          </p:spPr>
          <p:txBody>
            <a:bodyPr/>
            <a:p>
              <a:endParaRPr lang="zh-CN" altLang="en-US"/>
            </a:p>
          </p:txBody>
        </p:sp>
        <p:sp>
          <p:nvSpPr>
            <p:cNvPr id="87087" name="Freeform 42"/>
            <p:cNvSpPr/>
            <p:nvPr/>
          </p:nvSpPr>
          <p:spPr>
            <a:xfrm>
              <a:off x="4704" y="1575"/>
              <a:ext cx="396" cy="267"/>
            </a:xfrm>
            <a:custGeom>
              <a:avLst/>
              <a:gdLst/>
              <a:ahLst/>
              <a:cxnLst>
                <a:cxn ang="0">
                  <a:pos x="396" y="267"/>
                </a:cxn>
                <a:cxn ang="0">
                  <a:pos x="0" y="0"/>
                </a:cxn>
              </a:cxnLst>
              <a:pathLst>
                <a:path w="396" h="267">
                  <a:moveTo>
                    <a:pt x="396" y="267"/>
                  </a:moveTo>
                  <a:lnTo>
                    <a:pt x="0" y="0"/>
                  </a:lnTo>
                </a:path>
              </a:pathLst>
            </a:custGeom>
            <a:noFill/>
            <a:ln w="12700" cap="flat" cmpd="sng">
              <a:solidFill>
                <a:schemeClr val="tx1">
                  <a:alpha val="100000"/>
                </a:schemeClr>
              </a:solidFill>
              <a:prstDash val="solid"/>
              <a:round/>
              <a:headEnd type="none" w="med" len="med"/>
              <a:tailEnd type="none" w="med" len="med"/>
            </a:ln>
          </p:spPr>
          <p:txBody>
            <a:bodyPr/>
            <a:p>
              <a:endParaRPr lang="zh-CN" altLang="en-US"/>
            </a:p>
          </p:txBody>
        </p:sp>
        <p:sp>
          <p:nvSpPr>
            <p:cNvPr id="87088" name="Freeform 43"/>
            <p:cNvSpPr/>
            <p:nvPr/>
          </p:nvSpPr>
          <p:spPr>
            <a:xfrm>
              <a:off x="3387" y="1146"/>
              <a:ext cx="1110" cy="645"/>
            </a:xfrm>
            <a:custGeom>
              <a:avLst/>
              <a:gdLst/>
              <a:ahLst/>
              <a:cxnLst>
                <a:cxn ang="0">
                  <a:pos x="1110" y="342"/>
                </a:cxn>
                <a:cxn ang="0">
                  <a:pos x="0" y="645"/>
                </a:cxn>
              </a:cxnLst>
              <a:pathLst>
                <a:path w="1110" h="645">
                  <a:moveTo>
                    <a:pt x="1110" y="342"/>
                  </a:moveTo>
                  <a:cubicBezTo>
                    <a:pt x="1104" y="0"/>
                    <a:pt x="21" y="63"/>
                    <a:pt x="0" y="645"/>
                  </a:cubicBezTo>
                </a:path>
              </a:pathLst>
            </a:custGeom>
            <a:noFill/>
            <a:ln w="12700" cap="flat" cmpd="sng">
              <a:solidFill>
                <a:schemeClr val="tx1">
                  <a:alpha val="100000"/>
                </a:schemeClr>
              </a:solidFill>
              <a:prstDash val="solid"/>
              <a:round/>
              <a:headEnd type="none" w="med" len="med"/>
              <a:tailEnd type="none" w="med" len="med"/>
            </a:ln>
          </p:spPr>
          <p:txBody>
            <a:bodyPr/>
            <a:p>
              <a:endParaRPr lang="zh-CN" altLang="en-US"/>
            </a:p>
          </p:txBody>
        </p:sp>
        <p:grpSp>
          <p:nvGrpSpPr>
            <p:cNvPr id="87089" name="Group 44"/>
            <p:cNvGrpSpPr/>
            <p:nvPr/>
          </p:nvGrpSpPr>
          <p:grpSpPr>
            <a:xfrm>
              <a:off x="3290" y="1748"/>
              <a:ext cx="199" cy="250"/>
              <a:chOff x="2957" y="2429"/>
              <a:chExt cx="202" cy="250"/>
            </a:xfrm>
          </p:grpSpPr>
          <p:sp>
            <p:nvSpPr>
              <p:cNvPr id="87115" name="Rectangle 45"/>
              <p:cNvSpPr/>
              <p:nvPr/>
            </p:nvSpPr>
            <p:spPr>
              <a:xfrm>
                <a:off x="2982" y="2490"/>
                <a:ext cx="144" cy="1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87116" name="Text Box 46"/>
              <p:cNvSpPr txBox="1"/>
              <p:nvPr/>
            </p:nvSpPr>
            <p:spPr>
              <a:xfrm>
                <a:off x="2957" y="2429"/>
                <a:ext cx="202"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000" dirty="0">
                    <a:ea typeface="宋体" panose="02010600030101010101" pitchFamily="2" charset="-122"/>
                  </a:rPr>
                  <a:t>u</a:t>
                </a:r>
                <a:endParaRPr lang="en-US" altLang="zh-CN" sz="2400" dirty="0">
                  <a:latin typeface="Times New Roman" panose="02020603050405020304" pitchFamily="18" charset="0"/>
                  <a:ea typeface="宋体" panose="02010600030101010101" pitchFamily="2" charset="-122"/>
                </a:endParaRPr>
              </a:p>
            </p:txBody>
          </p:sp>
        </p:grpSp>
        <p:grpSp>
          <p:nvGrpSpPr>
            <p:cNvPr id="87090" name="Group 47"/>
            <p:cNvGrpSpPr/>
            <p:nvPr/>
          </p:nvGrpSpPr>
          <p:grpSpPr>
            <a:xfrm>
              <a:off x="4460" y="2132"/>
              <a:ext cx="199" cy="250"/>
              <a:chOff x="2957" y="2429"/>
              <a:chExt cx="202" cy="250"/>
            </a:xfrm>
          </p:grpSpPr>
          <p:sp>
            <p:nvSpPr>
              <p:cNvPr id="87113" name="Rectangle 48"/>
              <p:cNvSpPr/>
              <p:nvPr/>
            </p:nvSpPr>
            <p:spPr>
              <a:xfrm>
                <a:off x="2982" y="2490"/>
                <a:ext cx="144" cy="1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87114" name="Text Box 49"/>
              <p:cNvSpPr txBox="1"/>
              <p:nvPr/>
            </p:nvSpPr>
            <p:spPr>
              <a:xfrm>
                <a:off x="2957" y="2429"/>
                <a:ext cx="202"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000" dirty="0">
                    <a:ea typeface="宋体" panose="02010600030101010101" pitchFamily="2" charset="-122"/>
                  </a:rPr>
                  <a:t>y</a:t>
                </a:r>
                <a:endParaRPr lang="en-US" altLang="zh-CN" sz="2400" dirty="0">
                  <a:latin typeface="Times New Roman" panose="02020603050405020304" pitchFamily="18" charset="0"/>
                  <a:ea typeface="宋体" panose="02010600030101010101" pitchFamily="2" charset="-122"/>
                </a:endParaRPr>
              </a:p>
            </p:txBody>
          </p:sp>
        </p:grpSp>
        <p:grpSp>
          <p:nvGrpSpPr>
            <p:cNvPr id="87091" name="Group 50"/>
            <p:cNvGrpSpPr/>
            <p:nvPr/>
          </p:nvGrpSpPr>
          <p:grpSpPr>
            <a:xfrm>
              <a:off x="3764" y="2099"/>
              <a:ext cx="229" cy="288"/>
              <a:chOff x="2943" y="2399"/>
              <a:chExt cx="230" cy="288"/>
            </a:xfrm>
          </p:grpSpPr>
          <p:sp>
            <p:nvSpPr>
              <p:cNvPr id="87111" name="Rectangle 51"/>
              <p:cNvSpPr/>
              <p:nvPr/>
            </p:nvSpPr>
            <p:spPr>
              <a:xfrm>
                <a:off x="2982" y="2490"/>
                <a:ext cx="144" cy="1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87112" name="Text Box 52"/>
              <p:cNvSpPr txBox="1"/>
              <p:nvPr/>
            </p:nvSpPr>
            <p:spPr>
              <a:xfrm>
                <a:off x="2943" y="2399"/>
                <a:ext cx="230"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400" dirty="0">
                    <a:ea typeface="宋体" panose="02010600030101010101" pitchFamily="2" charset="-122"/>
                  </a:rPr>
                  <a:t>x</a:t>
                </a:r>
                <a:endParaRPr lang="en-US" altLang="zh-CN" sz="2400" dirty="0">
                  <a:ea typeface="宋体" panose="02010600030101010101" pitchFamily="2" charset="-122"/>
                </a:endParaRPr>
              </a:p>
            </p:txBody>
          </p:sp>
        </p:grpSp>
        <p:grpSp>
          <p:nvGrpSpPr>
            <p:cNvPr id="87092" name="Group 53"/>
            <p:cNvGrpSpPr/>
            <p:nvPr/>
          </p:nvGrpSpPr>
          <p:grpSpPr>
            <a:xfrm>
              <a:off x="4441" y="1442"/>
              <a:ext cx="225" cy="250"/>
              <a:chOff x="2944" y="2429"/>
              <a:chExt cx="228" cy="250"/>
            </a:xfrm>
          </p:grpSpPr>
          <p:sp>
            <p:nvSpPr>
              <p:cNvPr id="87109" name="Rectangle 54"/>
              <p:cNvSpPr/>
              <p:nvPr/>
            </p:nvSpPr>
            <p:spPr>
              <a:xfrm>
                <a:off x="2982" y="2490"/>
                <a:ext cx="144" cy="1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87110" name="Text Box 55"/>
              <p:cNvSpPr txBox="1"/>
              <p:nvPr/>
            </p:nvSpPr>
            <p:spPr>
              <a:xfrm>
                <a:off x="2944" y="2429"/>
                <a:ext cx="228"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000" dirty="0">
                    <a:ea typeface="宋体" panose="02010600030101010101" pitchFamily="2" charset="-122"/>
                  </a:rPr>
                  <a:t>w</a:t>
                </a:r>
                <a:endParaRPr lang="en-US" altLang="zh-CN" sz="2400" dirty="0">
                  <a:latin typeface="Times New Roman" panose="02020603050405020304" pitchFamily="18" charset="0"/>
                  <a:ea typeface="宋体" panose="02010600030101010101" pitchFamily="2" charset="-122"/>
                </a:endParaRPr>
              </a:p>
            </p:txBody>
          </p:sp>
        </p:grpSp>
        <p:grpSp>
          <p:nvGrpSpPr>
            <p:cNvPr id="87093" name="Group 56"/>
            <p:cNvGrpSpPr/>
            <p:nvPr/>
          </p:nvGrpSpPr>
          <p:grpSpPr>
            <a:xfrm>
              <a:off x="3772" y="1442"/>
              <a:ext cx="194" cy="250"/>
              <a:chOff x="2959" y="2429"/>
              <a:chExt cx="197" cy="250"/>
            </a:xfrm>
          </p:grpSpPr>
          <p:sp>
            <p:nvSpPr>
              <p:cNvPr id="87107" name="Rectangle 57"/>
              <p:cNvSpPr/>
              <p:nvPr/>
            </p:nvSpPr>
            <p:spPr>
              <a:xfrm>
                <a:off x="2982" y="2490"/>
                <a:ext cx="144" cy="1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87108" name="Text Box 58"/>
              <p:cNvSpPr txBox="1"/>
              <p:nvPr/>
            </p:nvSpPr>
            <p:spPr>
              <a:xfrm>
                <a:off x="2959" y="2429"/>
                <a:ext cx="197"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000" dirty="0">
                    <a:ea typeface="宋体" panose="02010600030101010101" pitchFamily="2" charset="-122"/>
                  </a:rPr>
                  <a:t>v</a:t>
                </a:r>
                <a:endParaRPr lang="en-US" altLang="zh-CN" sz="2400" dirty="0">
                  <a:latin typeface="Times New Roman" panose="02020603050405020304" pitchFamily="18" charset="0"/>
                  <a:ea typeface="宋体" panose="02010600030101010101" pitchFamily="2" charset="-122"/>
                </a:endParaRPr>
              </a:p>
            </p:txBody>
          </p:sp>
        </p:grpSp>
        <p:grpSp>
          <p:nvGrpSpPr>
            <p:cNvPr id="87094" name="Group 59"/>
            <p:cNvGrpSpPr/>
            <p:nvPr/>
          </p:nvGrpSpPr>
          <p:grpSpPr>
            <a:xfrm>
              <a:off x="5022" y="1760"/>
              <a:ext cx="219" cy="288"/>
              <a:chOff x="2946" y="2399"/>
              <a:chExt cx="221" cy="288"/>
            </a:xfrm>
          </p:grpSpPr>
          <p:sp>
            <p:nvSpPr>
              <p:cNvPr id="87105" name="Rectangle 60"/>
              <p:cNvSpPr/>
              <p:nvPr/>
            </p:nvSpPr>
            <p:spPr>
              <a:xfrm>
                <a:off x="2982" y="2490"/>
                <a:ext cx="144" cy="1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87106" name="Text Box 61"/>
              <p:cNvSpPr txBox="1"/>
              <p:nvPr/>
            </p:nvSpPr>
            <p:spPr>
              <a:xfrm>
                <a:off x="2946" y="2399"/>
                <a:ext cx="221"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400" dirty="0">
                    <a:ea typeface="宋体" panose="02010600030101010101" pitchFamily="2" charset="-122"/>
                  </a:rPr>
                  <a:t>z</a:t>
                </a:r>
                <a:endParaRPr lang="en-US" altLang="zh-CN" sz="2400" dirty="0">
                  <a:ea typeface="宋体" panose="02010600030101010101" pitchFamily="2" charset="-122"/>
                </a:endParaRPr>
              </a:p>
            </p:txBody>
          </p:sp>
        </p:grpSp>
        <p:sp>
          <p:nvSpPr>
            <p:cNvPr id="87095" name="Text Box 62"/>
            <p:cNvSpPr txBox="1"/>
            <p:nvPr/>
          </p:nvSpPr>
          <p:spPr>
            <a:xfrm>
              <a:off x="3489" y="1571"/>
              <a:ext cx="204"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800" dirty="0">
                  <a:ea typeface="宋体" panose="02010600030101010101" pitchFamily="2" charset="-122"/>
                </a:rPr>
                <a:t>2</a:t>
              </a:r>
              <a:endParaRPr lang="en-US" altLang="zh-CN" sz="2400" dirty="0">
                <a:latin typeface="Times New Roman" panose="02020603050405020304" pitchFamily="18" charset="0"/>
                <a:ea typeface="宋体" panose="02010600030101010101" pitchFamily="2" charset="-122"/>
              </a:endParaRPr>
            </a:p>
          </p:txBody>
        </p:sp>
        <p:sp>
          <p:nvSpPr>
            <p:cNvPr id="87096" name="Text Box 63"/>
            <p:cNvSpPr txBox="1"/>
            <p:nvPr/>
          </p:nvSpPr>
          <p:spPr>
            <a:xfrm>
              <a:off x="3837" y="1790"/>
              <a:ext cx="204"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800" dirty="0">
                  <a:ea typeface="宋体" panose="02010600030101010101" pitchFamily="2" charset="-122"/>
                </a:rPr>
                <a:t>2</a:t>
              </a:r>
              <a:endParaRPr lang="en-US" altLang="zh-CN" sz="2400" dirty="0">
                <a:latin typeface="Times New Roman" panose="02020603050405020304" pitchFamily="18" charset="0"/>
                <a:ea typeface="宋体" panose="02010600030101010101" pitchFamily="2" charset="-122"/>
              </a:endParaRPr>
            </a:p>
          </p:txBody>
        </p:sp>
        <p:sp>
          <p:nvSpPr>
            <p:cNvPr id="87097" name="Text Box 64"/>
            <p:cNvSpPr txBox="1"/>
            <p:nvPr/>
          </p:nvSpPr>
          <p:spPr>
            <a:xfrm>
              <a:off x="3413" y="2003"/>
              <a:ext cx="181"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800" dirty="0">
                  <a:ea typeface="宋体" panose="02010600030101010101" pitchFamily="2" charset="-122"/>
                </a:rPr>
                <a:t>1</a:t>
              </a:r>
              <a:endParaRPr lang="en-US" altLang="zh-CN" sz="2400" dirty="0">
                <a:latin typeface="Times New Roman" panose="02020603050405020304" pitchFamily="18" charset="0"/>
                <a:ea typeface="宋体" panose="02010600030101010101" pitchFamily="2" charset="-122"/>
              </a:endParaRPr>
            </a:p>
          </p:txBody>
        </p:sp>
        <p:sp>
          <p:nvSpPr>
            <p:cNvPr id="87098" name="Text Box 65"/>
            <p:cNvSpPr txBox="1"/>
            <p:nvPr/>
          </p:nvSpPr>
          <p:spPr>
            <a:xfrm>
              <a:off x="4221" y="1883"/>
              <a:ext cx="204"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800" dirty="0">
                  <a:ea typeface="宋体" panose="02010600030101010101" pitchFamily="2" charset="-122"/>
                </a:rPr>
                <a:t>3</a:t>
              </a:r>
              <a:endParaRPr lang="en-US" altLang="zh-CN" sz="2400" dirty="0">
                <a:latin typeface="Times New Roman" panose="02020603050405020304" pitchFamily="18" charset="0"/>
                <a:ea typeface="宋体" panose="02010600030101010101" pitchFamily="2" charset="-122"/>
              </a:endParaRPr>
            </a:p>
          </p:txBody>
        </p:sp>
        <p:sp>
          <p:nvSpPr>
            <p:cNvPr id="87099" name="Text Box 66"/>
            <p:cNvSpPr txBox="1"/>
            <p:nvPr/>
          </p:nvSpPr>
          <p:spPr>
            <a:xfrm>
              <a:off x="4169" y="2237"/>
              <a:ext cx="181"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800" dirty="0">
                  <a:ea typeface="宋体" panose="02010600030101010101" pitchFamily="2" charset="-122"/>
                </a:rPr>
                <a:t>1</a:t>
              </a:r>
              <a:endParaRPr lang="en-US" altLang="zh-CN" sz="2400" dirty="0">
                <a:latin typeface="Times New Roman" panose="02020603050405020304" pitchFamily="18" charset="0"/>
                <a:ea typeface="宋体" panose="02010600030101010101" pitchFamily="2" charset="-122"/>
              </a:endParaRPr>
            </a:p>
          </p:txBody>
        </p:sp>
        <p:sp>
          <p:nvSpPr>
            <p:cNvPr id="87100" name="Text Box 67"/>
            <p:cNvSpPr txBox="1"/>
            <p:nvPr/>
          </p:nvSpPr>
          <p:spPr>
            <a:xfrm>
              <a:off x="4529" y="1808"/>
              <a:ext cx="181"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800" dirty="0">
                  <a:ea typeface="宋体" panose="02010600030101010101" pitchFamily="2" charset="-122"/>
                </a:rPr>
                <a:t>1</a:t>
              </a:r>
              <a:endParaRPr lang="en-US" altLang="zh-CN" sz="2400" dirty="0">
                <a:latin typeface="Times New Roman" panose="02020603050405020304" pitchFamily="18" charset="0"/>
                <a:ea typeface="宋体" panose="02010600030101010101" pitchFamily="2" charset="-122"/>
              </a:endParaRPr>
            </a:p>
          </p:txBody>
        </p:sp>
        <p:sp>
          <p:nvSpPr>
            <p:cNvPr id="87101" name="Text Box 68"/>
            <p:cNvSpPr txBox="1"/>
            <p:nvPr/>
          </p:nvSpPr>
          <p:spPr>
            <a:xfrm>
              <a:off x="4878" y="2072"/>
              <a:ext cx="204"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800" dirty="0">
                  <a:ea typeface="宋体" panose="02010600030101010101" pitchFamily="2" charset="-122"/>
                </a:rPr>
                <a:t>2</a:t>
              </a:r>
              <a:endParaRPr lang="en-US" altLang="zh-CN" sz="2400" dirty="0">
                <a:latin typeface="Times New Roman" panose="02020603050405020304" pitchFamily="18" charset="0"/>
                <a:ea typeface="宋体" panose="02010600030101010101" pitchFamily="2" charset="-122"/>
              </a:endParaRPr>
            </a:p>
          </p:txBody>
        </p:sp>
        <p:sp>
          <p:nvSpPr>
            <p:cNvPr id="87102" name="Text Box 69"/>
            <p:cNvSpPr txBox="1"/>
            <p:nvPr/>
          </p:nvSpPr>
          <p:spPr>
            <a:xfrm>
              <a:off x="4851" y="1535"/>
              <a:ext cx="204"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800" dirty="0">
                  <a:ea typeface="宋体" panose="02010600030101010101" pitchFamily="2" charset="-122"/>
                </a:rPr>
                <a:t>5</a:t>
              </a:r>
              <a:endParaRPr lang="en-US" altLang="zh-CN" sz="2400" dirty="0">
                <a:latin typeface="Times New Roman" panose="02020603050405020304" pitchFamily="18" charset="0"/>
                <a:ea typeface="宋体" panose="02010600030101010101" pitchFamily="2" charset="-122"/>
              </a:endParaRPr>
            </a:p>
          </p:txBody>
        </p:sp>
        <p:sp>
          <p:nvSpPr>
            <p:cNvPr id="87103" name="Text Box 70"/>
            <p:cNvSpPr txBox="1"/>
            <p:nvPr/>
          </p:nvSpPr>
          <p:spPr>
            <a:xfrm>
              <a:off x="4116" y="1385"/>
              <a:ext cx="204"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800" dirty="0">
                  <a:ea typeface="宋体" panose="02010600030101010101" pitchFamily="2" charset="-122"/>
                </a:rPr>
                <a:t>3</a:t>
              </a:r>
              <a:endParaRPr lang="en-US" altLang="zh-CN" sz="2400" dirty="0">
                <a:latin typeface="Times New Roman" panose="02020603050405020304" pitchFamily="18" charset="0"/>
                <a:ea typeface="宋体" panose="02010600030101010101" pitchFamily="2" charset="-122"/>
              </a:endParaRPr>
            </a:p>
          </p:txBody>
        </p:sp>
        <p:sp>
          <p:nvSpPr>
            <p:cNvPr id="87104" name="Text Box 71"/>
            <p:cNvSpPr txBox="1"/>
            <p:nvPr/>
          </p:nvSpPr>
          <p:spPr>
            <a:xfrm>
              <a:off x="3765" y="1118"/>
              <a:ext cx="204"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800" dirty="0">
                  <a:ea typeface="宋体" panose="02010600030101010101" pitchFamily="2" charset="-122"/>
                </a:rPr>
                <a:t>5</a:t>
              </a:r>
              <a:endParaRPr lang="en-US" altLang="zh-CN" sz="2400" dirty="0">
                <a:latin typeface="Times New Roman" panose="02020603050405020304" pitchFamily="18" charset="0"/>
                <a:ea typeface="宋体" panose="02010600030101010101" pitchFamily="2" charset="-122"/>
              </a:endParaRPr>
            </a:p>
          </p:txBody>
        </p:sp>
      </p:grpSp>
      <p:sp>
        <p:nvSpPr>
          <p:cNvPr id="87045" name="Text Box 72"/>
          <p:cNvSpPr txBox="1"/>
          <p:nvPr/>
        </p:nvSpPr>
        <p:spPr>
          <a:xfrm>
            <a:off x="939800" y="3263900"/>
            <a:ext cx="7397750" cy="146526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eaLnBrk="1" hangingPunct="1">
              <a:spcBef>
                <a:spcPct val="0"/>
              </a:spcBef>
              <a:buClrTx/>
              <a:buSzTx/>
              <a:buFontTx/>
              <a:buNone/>
            </a:pPr>
            <a:r>
              <a:rPr lang="en-US" altLang="zh-CN" sz="1800" dirty="0">
                <a:latin typeface="Arial" panose="020B0604020202020204" pitchFamily="34" charset="0"/>
                <a:ea typeface="宋体" panose="02010600030101010101" pitchFamily="2" charset="-122"/>
              </a:rPr>
              <a:t>Graph: G = (N,E)</a:t>
            </a:r>
            <a:endParaRPr lang="en-US" altLang="zh-CN" sz="1800" dirty="0">
              <a:latin typeface="Arial" panose="020B0604020202020204" pitchFamily="34" charset="0"/>
              <a:ea typeface="宋体" panose="02010600030101010101" pitchFamily="2" charset="-122"/>
            </a:endParaRPr>
          </a:p>
          <a:p>
            <a:pPr marL="0" lvl="0" indent="0" eaLnBrk="1" hangingPunct="1">
              <a:spcBef>
                <a:spcPct val="0"/>
              </a:spcBef>
              <a:buClrTx/>
              <a:buSzTx/>
              <a:buFontTx/>
              <a:buNone/>
            </a:pPr>
            <a:endParaRPr lang="en-US" altLang="zh-CN" sz="1800" dirty="0">
              <a:latin typeface="Arial" panose="020B0604020202020204" pitchFamily="34" charset="0"/>
              <a:ea typeface="宋体" panose="02010600030101010101" pitchFamily="2" charset="-122"/>
            </a:endParaRPr>
          </a:p>
          <a:p>
            <a:pPr marL="0" lvl="0" indent="0" eaLnBrk="1" hangingPunct="1">
              <a:spcBef>
                <a:spcPct val="0"/>
              </a:spcBef>
              <a:buClrTx/>
              <a:buSzTx/>
              <a:buFontTx/>
              <a:buNone/>
            </a:pPr>
            <a:r>
              <a:rPr lang="en-US" altLang="zh-CN" sz="1800" dirty="0">
                <a:latin typeface="Arial" panose="020B0604020202020204" pitchFamily="34" charset="0"/>
                <a:ea typeface="宋体" panose="02010600030101010101" pitchFamily="2" charset="-122"/>
              </a:rPr>
              <a:t>N = set of routers = { u, v, w, x, y, z }</a:t>
            </a:r>
            <a:endParaRPr lang="en-US" altLang="zh-CN" sz="1800" dirty="0">
              <a:latin typeface="Arial" panose="020B0604020202020204" pitchFamily="34" charset="0"/>
              <a:ea typeface="宋体" panose="02010600030101010101" pitchFamily="2" charset="-122"/>
            </a:endParaRPr>
          </a:p>
          <a:p>
            <a:pPr marL="0" lvl="0" indent="0" eaLnBrk="1" hangingPunct="1">
              <a:spcBef>
                <a:spcPct val="0"/>
              </a:spcBef>
              <a:buClrTx/>
              <a:buSzTx/>
              <a:buFontTx/>
              <a:buNone/>
            </a:pPr>
            <a:endParaRPr lang="en-US" altLang="zh-CN" sz="1800" dirty="0">
              <a:latin typeface="Arial" panose="020B0604020202020204" pitchFamily="34" charset="0"/>
              <a:ea typeface="宋体" panose="02010600030101010101" pitchFamily="2" charset="-122"/>
            </a:endParaRPr>
          </a:p>
          <a:p>
            <a:pPr marL="0" lvl="0" indent="0" eaLnBrk="1" hangingPunct="1">
              <a:spcBef>
                <a:spcPct val="0"/>
              </a:spcBef>
              <a:buClrTx/>
              <a:buSzTx/>
              <a:buFontTx/>
              <a:buNone/>
            </a:pPr>
            <a:r>
              <a:rPr lang="en-US" altLang="zh-CN" sz="1800" dirty="0">
                <a:latin typeface="Arial" panose="020B0604020202020204" pitchFamily="34" charset="0"/>
                <a:ea typeface="宋体" panose="02010600030101010101" pitchFamily="2" charset="-122"/>
              </a:rPr>
              <a:t>E = set of links ={ (u,v), (u,x), (v,x), (v,w), (x,w), (x,y), (w,y), (w,z), (y,z) }</a:t>
            </a:r>
            <a:endParaRPr lang="en-US" altLang="zh-CN" sz="1800" dirty="0">
              <a:latin typeface="Arial" panose="020B0604020202020204" pitchFamily="34" charset="0"/>
              <a:ea typeface="宋体" panose="02010600030101010101" pitchFamily="2" charset="-122"/>
            </a:endParaRPr>
          </a:p>
        </p:txBody>
      </p:sp>
      <p:sp>
        <p:nvSpPr>
          <p:cNvPr id="87046" name="Rectangle 73"/>
          <p:cNvSpPr>
            <a:spLocks noGrp="1"/>
          </p:cNvSpPr>
          <p:nvPr>
            <p:ph type="title"/>
          </p:nvPr>
        </p:nvSpPr>
        <p:spPr/>
        <p:txBody>
          <a:bodyPr vert="horz" wrap="square" lIns="91440" tIns="45720" rIns="91440" bIns="45720" anchor="ctr" anchorCtr="0"/>
          <a:p>
            <a:r>
              <a:rPr lang="en-US" altLang="zh-CN" dirty="0">
                <a:ea typeface="宋体" panose="02010600030101010101" pitchFamily="2" charset="-122"/>
              </a:rPr>
              <a:t>Graph abstraction</a:t>
            </a:r>
            <a:endParaRPr lang="en-US" altLang="zh-CN" dirty="0">
              <a:ea typeface="宋体" panose="02010600030101010101" pitchFamily="2" charset="-122"/>
            </a:endParaRPr>
          </a:p>
        </p:txBody>
      </p:sp>
      <p:sp>
        <p:nvSpPr>
          <p:cNvPr id="87047" name="Text Box 74"/>
          <p:cNvSpPr txBox="1"/>
          <p:nvPr/>
        </p:nvSpPr>
        <p:spPr>
          <a:xfrm>
            <a:off x="693738" y="5106988"/>
            <a:ext cx="7666037" cy="944562"/>
          </a:xfrm>
          <a:prstGeom prst="rect">
            <a:avLst/>
          </a:prstGeom>
          <a:noFill/>
          <a:ln w="28575" cap="flat" cmpd="sng">
            <a:solidFill>
              <a:srgbClr val="FF0000"/>
            </a:solidFill>
            <a:prstDash val="solid"/>
            <a:miter/>
            <a:headEnd type="none" w="med" len="med"/>
            <a:tailEnd type="none" w="med" len="med"/>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solidFill>
                  <a:srgbClr val="FF0000"/>
                </a:solidFill>
                <a:ea typeface="宋体" panose="02010600030101010101" pitchFamily="2" charset="-122"/>
              </a:rPr>
              <a:t>Remark: Graph abstraction is useful in other network contexts</a:t>
            </a:r>
            <a:endParaRPr lang="en-US" altLang="zh-CN" sz="1800" dirty="0">
              <a:solidFill>
                <a:srgbClr val="FF0000"/>
              </a:solidFill>
              <a:ea typeface="宋体" panose="02010600030101010101" pitchFamily="2" charset="-122"/>
            </a:endParaRPr>
          </a:p>
          <a:p>
            <a:pPr marL="0" lvl="0" indent="0">
              <a:spcBef>
                <a:spcPct val="0"/>
              </a:spcBef>
              <a:buClrTx/>
              <a:buSzTx/>
              <a:buFontTx/>
              <a:buNone/>
            </a:pPr>
            <a:endParaRPr lang="en-US" altLang="zh-CN" sz="1800" dirty="0">
              <a:solidFill>
                <a:srgbClr val="FF0000"/>
              </a:solidFill>
              <a:ea typeface="宋体" panose="02010600030101010101" pitchFamily="2" charset="-122"/>
            </a:endParaRPr>
          </a:p>
          <a:p>
            <a:pPr marL="0" lvl="0" indent="0">
              <a:spcBef>
                <a:spcPct val="0"/>
              </a:spcBef>
              <a:buClrTx/>
              <a:buSzTx/>
              <a:buFontTx/>
              <a:buNone/>
            </a:pPr>
            <a:r>
              <a:rPr lang="en-US" altLang="zh-CN" sz="1800" dirty="0">
                <a:solidFill>
                  <a:srgbClr val="FF0000"/>
                </a:solidFill>
                <a:ea typeface="宋体" panose="02010600030101010101" pitchFamily="2" charset="-122"/>
              </a:rPr>
              <a:t>Example: P2P, where N is set of peers and E is set of TCP connections</a:t>
            </a:r>
            <a:endParaRPr lang="en-US" altLang="zh-CN" sz="1800" dirty="0">
              <a:solidFill>
                <a:srgbClr val="FF0000"/>
              </a:solidFill>
              <a:ea typeface="宋体" panose="02010600030101010101" pitchFamily="2" charset="-122"/>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6" name="页脚占位符 3"/>
          <p:cNvSpPr txBox="1">
            <a:spLocks noGrp="1"/>
          </p:cNvSpPr>
          <p:nvPr>
            <p:ph type="ftr" sz="quarter" idx="11"/>
          </p:nvPr>
        </p:nvSpPr>
        <p:spPr/>
        <p:txBody>
          <a:bodyPr/>
          <a:p>
            <a:pPr marL="0" indent="0" algn="r">
              <a:spcBef>
                <a:spcPct val="0"/>
              </a:spcBef>
              <a:buClrTx/>
              <a:buSzTx/>
              <a:buFontTx/>
              <a:buNone/>
            </a:pPr>
            <a:r>
              <a:rPr lang="en-US" altLang="zh-CN" sz="1400" dirty="0">
                <a:ea typeface="宋体" panose="02010600030101010101" pitchFamily="2" charset="-122"/>
              </a:rPr>
              <a:t>Network Layer</a:t>
            </a:r>
            <a:endParaRPr lang="en-US" altLang="zh-CN" sz="1400" dirty="0">
              <a:latin typeface="Times New Roman" panose="02020603050405020304" pitchFamily="18" charset="0"/>
              <a:ea typeface="宋体" panose="02010600030101010101" pitchFamily="2" charset="-122"/>
            </a:endParaRPr>
          </a:p>
        </p:txBody>
      </p:sp>
      <p:sp>
        <p:nvSpPr>
          <p:cNvPr id="88067" name="灯片编号占位符 4"/>
          <p:cNvSpPr txBox="1">
            <a:spLocks noGrp="1"/>
          </p:cNvSpPr>
          <p:nvPr>
            <p:ph type="sldNum" sz="quarter" idx="12"/>
          </p:nvPr>
        </p:nvSpPr>
        <p:spPr/>
        <p:txBody>
          <a:bodyPr/>
          <a:p>
            <a:pPr marL="0" indent="0" algn="r">
              <a:spcBef>
                <a:spcPct val="0"/>
              </a:spcBef>
              <a:buClrTx/>
              <a:buSzTx/>
              <a:buFontTx/>
              <a:buNone/>
            </a:pPr>
            <a:r>
              <a:rPr lang="en-US" altLang="zh-CN" sz="1400" dirty="0">
                <a:ea typeface="宋体" panose="02010600030101010101" pitchFamily="2" charset="-122"/>
              </a:rPr>
              <a:t>4-</a:t>
            </a: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88068" name="Rectangle 2"/>
          <p:cNvSpPr>
            <a:spLocks noGrp="1"/>
          </p:cNvSpPr>
          <p:nvPr>
            <p:ph type="title"/>
          </p:nvPr>
        </p:nvSpPr>
        <p:spPr/>
        <p:txBody>
          <a:bodyPr vert="horz" wrap="square" lIns="91440" tIns="45720" rIns="91440" bIns="45720" anchor="ctr" anchorCtr="0"/>
          <a:p>
            <a:r>
              <a:rPr lang="en-US" altLang="zh-CN" dirty="0">
                <a:ea typeface="宋体" panose="02010600030101010101" pitchFamily="2" charset="-122"/>
              </a:rPr>
              <a:t>Graph abstraction: costs</a:t>
            </a:r>
            <a:endParaRPr lang="en-US" altLang="zh-CN" dirty="0">
              <a:ea typeface="宋体" panose="02010600030101010101" pitchFamily="2" charset="-122"/>
            </a:endParaRPr>
          </a:p>
        </p:txBody>
      </p:sp>
      <p:grpSp>
        <p:nvGrpSpPr>
          <p:cNvPr id="88069" name="Group 3"/>
          <p:cNvGrpSpPr/>
          <p:nvPr/>
        </p:nvGrpSpPr>
        <p:grpSpPr>
          <a:xfrm>
            <a:off x="920750" y="1495425"/>
            <a:ext cx="3571875" cy="2236788"/>
            <a:chOff x="3162" y="1071"/>
            <a:chExt cx="2250" cy="1409"/>
          </a:xfrm>
        </p:grpSpPr>
        <p:sp>
          <p:nvSpPr>
            <p:cNvPr id="88074" name="Freeform 4"/>
            <p:cNvSpPr/>
            <p:nvPr/>
          </p:nvSpPr>
          <p:spPr>
            <a:xfrm>
              <a:off x="3162" y="1071"/>
              <a:ext cx="2250" cy="1409"/>
            </a:xfrm>
            <a:custGeom>
              <a:avLst/>
              <a:gdLst/>
              <a:ahLst/>
              <a:cxnLst>
                <a:cxn ang="0">
                  <a:pos x="0" y="624"/>
                </a:cxn>
                <a:cxn ang="0">
                  <a:pos x="219" y="321"/>
                </a:cxn>
                <a:cxn ang="0">
                  <a:pos x="529" y="35"/>
                </a:cxn>
                <a:cxn ang="0">
                  <a:pos x="1551" y="111"/>
                </a:cxn>
                <a:cxn ang="0">
                  <a:pos x="1968" y="483"/>
                </a:cxn>
                <a:cxn ang="0">
                  <a:pos x="2199" y="906"/>
                </a:cxn>
                <a:cxn ang="0">
                  <a:pos x="1659" y="1314"/>
                </a:cxn>
                <a:cxn ang="0">
                  <a:pos x="993" y="1386"/>
                </a:cxn>
                <a:cxn ang="0">
                  <a:pos x="465" y="1356"/>
                </a:cxn>
                <a:cxn ang="0">
                  <a:pos x="102" y="1068"/>
                </a:cxn>
                <a:cxn ang="0">
                  <a:pos x="0" y="624"/>
                </a:cxn>
              </a:cxnLst>
              <a:pathLst>
                <a:path w="2250" h="1409">
                  <a:moveTo>
                    <a:pt x="0" y="624"/>
                  </a:moveTo>
                  <a:cubicBezTo>
                    <a:pt x="5" y="506"/>
                    <a:pt x="131" y="419"/>
                    <a:pt x="219" y="321"/>
                  </a:cubicBezTo>
                  <a:cubicBezTo>
                    <a:pt x="307" y="223"/>
                    <a:pt x="307" y="70"/>
                    <a:pt x="529" y="35"/>
                  </a:cubicBezTo>
                  <a:cubicBezTo>
                    <a:pt x="751" y="0"/>
                    <a:pt x="1311" y="36"/>
                    <a:pt x="1551" y="111"/>
                  </a:cubicBezTo>
                  <a:cubicBezTo>
                    <a:pt x="1791" y="186"/>
                    <a:pt x="1860" y="351"/>
                    <a:pt x="1968" y="483"/>
                  </a:cubicBezTo>
                  <a:cubicBezTo>
                    <a:pt x="2076" y="615"/>
                    <a:pt x="2250" y="767"/>
                    <a:pt x="2199" y="906"/>
                  </a:cubicBezTo>
                  <a:cubicBezTo>
                    <a:pt x="2148" y="1045"/>
                    <a:pt x="1860" y="1234"/>
                    <a:pt x="1659" y="1314"/>
                  </a:cubicBezTo>
                  <a:cubicBezTo>
                    <a:pt x="1458" y="1394"/>
                    <a:pt x="1192" y="1379"/>
                    <a:pt x="993" y="1386"/>
                  </a:cubicBezTo>
                  <a:cubicBezTo>
                    <a:pt x="794" y="1393"/>
                    <a:pt x="613" y="1409"/>
                    <a:pt x="465" y="1356"/>
                  </a:cubicBezTo>
                  <a:cubicBezTo>
                    <a:pt x="317" y="1303"/>
                    <a:pt x="180" y="1190"/>
                    <a:pt x="102" y="1068"/>
                  </a:cubicBezTo>
                  <a:cubicBezTo>
                    <a:pt x="24" y="946"/>
                    <a:pt x="21" y="716"/>
                    <a:pt x="0" y="624"/>
                  </a:cubicBezTo>
                  <a:close/>
                </a:path>
              </a:pathLst>
            </a:custGeom>
            <a:solidFill>
              <a:srgbClr val="99CCFF">
                <a:alpha val="100000"/>
              </a:srgbClr>
            </a:solidFill>
            <a:ln w="9525">
              <a:noFill/>
            </a:ln>
          </p:spPr>
          <p:txBody>
            <a:bodyPr/>
            <a:p>
              <a:endParaRPr lang="zh-CN" altLang="en-US"/>
            </a:p>
          </p:txBody>
        </p:sp>
        <p:sp>
          <p:nvSpPr>
            <p:cNvPr id="88075" name="Freeform 5"/>
            <p:cNvSpPr/>
            <p:nvPr/>
          </p:nvSpPr>
          <p:spPr>
            <a:xfrm>
              <a:off x="3498" y="1620"/>
              <a:ext cx="342" cy="186"/>
            </a:xfrm>
            <a:custGeom>
              <a:avLst/>
              <a:gdLst/>
              <a:ahLst/>
              <a:cxnLst>
                <a:cxn ang="0">
                  <a:pos x="0" y="186"/>
                </a:cxn>
                <a:cxn ang="0">
                  <a:pos x="342" y="0"/>
                </a:cxn>
              </a:cxnLst>
              <a:pathLst>
                <a:path w="342" h="186">
                  <a:moveTo>
                    <a:pt x="0" y="186"/>
                  </a:moveTo>
                  <a:lnTo>
                    <a:pt x="342" y="0"/>
                  </a:lnTo>
                </a:path>
              </a:pathLst>
            </a:custGeom>
            <a:noFill/>
            <a:ln w="12700" cap="flat" cmpd="sng">
              <a:solidFill>
                <a:schemeClr val="tx1">
                  <a:alpha val="100000"/>
                </a:schemeClr>
              </a:solidFill>
              <a:prstDash val="solid"/>
              <a:round/>
              <a:headEnd type="none" w="med" len="med"/>
              <a:tailEnd type="none" w="med" len="med"/>
            </a:ln>
          </p:spPr>
          <p:txBody>
            <a:bodyPr/>
            <a:p>
              <a:endParaRPr lang="zh-CN" altLang="en-US"/>
            </a:p>
          </p:txBody>
        </p:sp>
        <p:sp>
          <p:nvSpPr>
            <p:cNvPr id="88076" name="Oval 6"/>
            <p:cNvSpPr/>
            <p:nvPr/>
          </p:nvSpPr>
          <p:spPr>
            <a:xfrm>
              <a:off x="3238" y="1862"/>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88077" name="Line 7"/>
            <p:cNvSpPr/>
            <p:nvPr/>
          </p:nvSpPr>
          <p:spPr>
            <a:xfrm>
              <a:off x="3238" y="1855"/>
              <a:ext cx="0" cy="50"/>
            </a:xfrm>
            <a:prstGeom prst="line">
              <a:avLst/>
            </a:prstGeom>
            <a:ln w="12700" cap="flat" cmpd="sng">
              <a:solidFill>
                <a:schemeClr val="tx1"/>
              </a:solidFill>
              <a:prstDash val="solid"/>
              <a:headEnd type="none" w="med" len="med"/>
              <a:tailEnd type="none" w="med" len="med"/>
            </a:ln>
          </p:spPr>
        </p:sp>
        <p:sp>
          <p:nvSpPr>
            <p:cNvPr id="88078" name="Line 8"/>
            <p:cNvSpPr/>
            <p:nvPr/>
          </p:nvSpPr>
          <p:spPr>
            <a:xfrm>
              <a:off x="3551" y="1855"/>
              <a:ext cx="0" cy="50"/>
            </a:xfrm>
            <a:prstGeom prst="line">
              <a:avLst/>
            </a:prstGeom>
            <a:ln w="12700" cap="flat" cmpd="sng">
              <a:solidFill>
                <a:schemeClr val="tx1"/>
              </a:solidFill>
              <a:prstDash val="solid"/>
              <a:headEnd type="none" w="med" len="med"/>
              <a:tailEnd type="none" w="med" len="med"/>
            </a:ln>
          </p:spPr>
        </p:sp>
        <p:sp>
          <p:nvSpPr>
            <p:cNvPr id="88079" name="Rectangle 9"/>
            <p:cNvSpPr/>
            <p:nvPr/>
          </p:nvSpPr>
          <p:spPr>
            <a:xfrm>
              <a:off x="3238" y="1855"/>
              <a:ext cx="310"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88080" name="Oval 10"/>
            <p:cNvSpPr/>
            <p:nvPr/>
          </p:nvSpPr>
          <p:spPr>
            <a:xfrm>
              <a:off x="3235" y="1796"/>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88081" name="Oval 11"/>
            <p:cNvSpPr/>
            <p:nvPr/>
          </p:nvSpPr>
          <p:spPr>
            <a:xfrm>
              <a:off x="3712" y="2249"/>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88082" name="Line 12"/>
            <p:cNvSpPr/>
            <p:nvPr/>
          </p:nvSpPr>
          <p:spPr>
            <a:xfrm>
              <a:off x="3712" y="2242"/>
              <a:ext cx="0" cy="50"/>
            </a:xfrm>
            <a:prstGeom prst="line">
              <a:avLst/>
            </a:prstGeom>
            <a:ln w="12700" cap="flat" cmpd="sng">
              <a:solidFill>
                <a:schemeClr val="tx1"/>
              </a:solidFill>
              <a:prstDash val="solid"/>
              <a:headEnd type="none" w="med" len="med"/>
              <a:tailEnd type="none" w="med" len="med"/>
            </a:ln>
          </p:spPr>
        </p:sp>
        <p:sp>
          <p:nvSpPr>
            <p:cNvPr id="88083" name="Line 13"/>
            <p:cNvSpPr/>
            <p:nvPr/>
          </p:nvSpPr>
          <p:spPr>
            <a:xfrm>
              <a:off x="4025" y="2242"/>
              <a:ext cx="0" cy="50"/>
            </a:xfrm>
            <a:prstGeom prst="line">
              <a:avLst/>
            </a:prstGeom>
            <a:ln w="12700" cap="flat" cmpd="sng">
              <a:solidFill>
                <a:schemeClr val="tx1"/>
              </a:solidFill>
              <a:prstDash val="solid"/>
              <a:headEnd type="none" w="med" len="med"/>
              <a:tailEnd type="none" w="med" len="med"/>
            </a:ln>
          </p:spPr>
        </p:sp>
        <p:sp>
          <p:nvSpPr>
            <p:cNvPr id="88084" name="Rectangle 14"/>
            <p:cNvSpPr/>
            <p:nvPr/>
          </p:nvSpPr>
          <p:spPr>
            <a:xfrm>
              <a:off x="3712" y="2242"/>
              <a:ext cx="310"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88085" name="Oval 15"/>
            <p:cNvSpPr/>
            <p:nvPr/>
          </p:nvSpPr>
          <p:spPr>
            <a:xfrm>
              <a:off x="3709" y="2183"/>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88086" name="Oval 16"/>
            <p:cNvSpPr/>
            <p:nvPr/>
          </p:nvSpPr>
          <p:spPr>
            <a:xfrm>
              <a:off x="3708" y="1559"/>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88087" name="Line 17"/>
            <p:cNvSpPr/>
            <p:nvPr/>
          </p:nvSpPr>
          <p:spPr>
            <a:xfrm>
              <a:off x="3708" y="1552"/>
              <a:ext cx="0" cy="50"/>
            </a:xfrm>
            <a:prstGeom prst="line">
              <a:avLst/>
            </a:prstGeom>
            <a:ln w="12700" cap="flat" cmpd="sng">
              <a:solidFill>
                <a:schemeClr val="tx1"/>
              </a:solidFill>
              <a:prstDash val="solid"/>
              <a:headEnd type="none" w="med" len="med"/>
              <a:tailEnd type="none" w="med" len="med"/>
            </a:ln>
          </p:spPr>
        </p:sp>
        <p:sp>
          <p:nvSpPr>
            <p:cNvPr id="88088" name="Line 18"/>
            <p:cNvSpPr/>
            <p:nvPr/>
          </p:nvSpPr>
          <p:spPr>
            <a:xfrm>
              <a:off x="4021" y="1552"/>
              <a:ext cx="0" cy="50"/>
            </a:xfrm>
            <a:prstGeom prst="line">
              <a:avLst/>
            </a:prstGeom>
            <a:ln w="12700" cap="flat" cmpd="sng">
              <a:solidFill>
                <a:schemeClr val="tx1"/>
              </a:solidFill>
              <a:prstDash val="solid"/>
              <a:headEnd type="none" w="med" len="med"/>
              <a:tailEnd type="none" w="med" len="med"/>
            </a:ln>
          </p:spPr>
        </p:sp>
        <p:sp>
          <p:nvSpPr>
            <p:cNvPr id="88089" name="Rectangle 19"/>
            <p:cNvSpPr/>
            <p:nvPr/>
          </p:nvSpPr>
          <p:spPr>
            <a:xfrm>
              <a:off x="3708" y="1552"/>
              <a:ext cx="310"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88090" name="Oval 20"/>
            <p:cNvSpPr/>
            <p:nvPr/>
          </p:nvSpPr>
          <p:spPr>
            <a:xfrm>
              <a:off x="3705" y="1493"/>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88091" name="Oval 21"/>
            <p:cNvSpPr/>
            <p:nvPr/>
          </p:nvSpPr>
          <p:spPr>
            <a:xfrm>
              <a:off x="4391" y="1555"/>
              <a:ext cx="312"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88092" name="Line 22"/>
            <p:cNvSpPr/>
            <p:nvPr/>
          </p:nvSpPr>
          <p:spPr>
            <a:xfrm>
              <a:off x="4391" y="1548"/>
              <a:ext cx="0" cy="50"/>
            </a:xfrm>
            <a:prstGeom prst="line">
              <a:avLst/>
            </a:prstGeom>
            <a:ln w="12700" cap="flat" cmpd="sng">
              <a:solidFill>
                <a:schemeClr val="tx1"/>
              </a:solidFill>
              <a:prstDash val="solid"/>
              <a:headEnd type="none" w="med" len="med"/>
              <a:tailEnd type="none" w="med" len="med"/>
            </a:ln>
          </p:spPr>
        </p:sp>
        <p:sp>
          <p:nvSpPr>
            <p:cNvPr id="88093" name="Line 23"/>
            <p:cNvSpPr/>
            <p:nvPr/>
          </p:nvSpPr>
          <p:spPr>
            <a:xfrm>
              <a:off x="4703" y="1548"/>
              <a:ext cx="0" cy="50"/>
            </a:xfrm>
            <a:prstGeom prst="line">
              <a:avLst/>
            </a:prstGeom>
            <a:ln w="12700" cap="flat" cmpd="sng">
              <a:solidFill>
                <a:schemeClr val="tx1"/>
              </a:solidFill>
              <a:prstDash val="solid"/>
              <a:headEnd type="none" w="med" len="med"/>
              <a:tailEnd type="none" w="med" len="med"/>
            </a:ln>
          </p:spPr>
        </p:sp>
        <p:sp>
          <p:nvSpPr>
            <p:cNvPr id="88094" name="Rectangle 24"/>
            <p:cNvSpPr/>
            <p:nvPr/>
          </p:nvSpPr>
          <p:spPr>
            <a:xfrm>
              <a:off x="4391" y="1548"/>
              <a:ext cx="309"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88095" name="Oval 25"/>
            <p:cNvSpPr/>
            <p:nvPr/>
          </p:nvSpPr>
          <p:spPr>
            <a:xfrm>
              <a:off x="4394" y="1492"/>
              <a:ext cx="312"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88096" name="Oval 26"/>
            <p:cNvSpPr/>
            <p:nvPr/>
          </p:nvSpPr>
          <p:spPr>
            <a:xfrm>
              <a:off x="4401" y="2246"/>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88097" name="Line 27"/>
            <p:cNvSpPr/>
            <p:nvPr/>
          </p:nvSpPr>
          <p:spPr>
            <a:xfrm>
              <a:off x="4401" y="2239"/>
              <a:ext cx="0" cy="50"/>
            </a:xfrm>
            <a:prstGeom prst="line">
              <a:avLst/>
            </a:prstGeom>
            <a:ln w="12700" cap="flat" cmpd="sng">
              <a:solidFill>
                <a:schemeClr val="tx1"/>
              </a:solidFill>
              <a:prstDash val="solid"/>
              <a:headEnd type="none" w="med" len="med"/>
              <a:tailEnd type="none" w="med" len="med"/>
            </a:ln>
          </p:spPr>
        </p:sp>
        <p:sp>
          <p:nvSpPr>
            <p:cNvPr id="88098" name="Line 28"/>
            <p:cNvSpPr/>
            <p:nvPr/>
          </p:nvSpPr>
          <p:spPr>
            <a:xfrm>
              <a:off x="4714" y="2239"/>
              <a:ext cx="0" cy="50"/>
            </a:xfrm>
            <a:prstGeom prst="line">
              <a:avLst/>
            </a:prstGeom>
            <a:ln w="12700" cap="flat" cmpd="sng">
              <a:solidFill>
                <a:schemeClr val="tx1"/>
              </a:solidFill>
              <a:prstDash val="solid"/>
              <a:headEnd type="none" w="med" len="med"/>
              <a:tailEnd type="none" w="med" len="med"/>
            </a:ln>
          </p:spPr>
        </p:sp>
        <p:sp>
          <p:nvSpPr>
            <p:cNvPr id="88099" name="Rectangle 29"/>
            <p:cNvSpPr/>
            <p:nvPr/>
          </p:nvSpPr>
          <p:spPr>
            <a:xfrm>
              <a:off x="4401" y="2239"/>
              <a:ext cx="310"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88100" name="Oval 30"/>
            <p:cNvSpPr/>
            <p:nvPr/>
          </p:nvSpPr>
          <p:spPr>
            <a:xfrm>
              <a:off x="4398" y="2180"/>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88101" name="Oval 31"/>
            <p:cNvSpPr/>
            <p:nvPr/>
          </p:nvSpPr>
          <p:spPr>
            <a:xfrm>
              <a:off x="4966" y="1905"/>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88102" name="Line 32"/>
            <p:cNvSpPr/>
            <p:nvPr/>
          </p:nvSpPr>
          <p:spPr>
            <a:xfrm>
              <a:off x="4966" y="1898"/>
              <a:ext cx="0" cy="50"/>
            </a:xfrm>
            <a:prstGeom prst="line">
              <a:avLst/>
            </a:prstGeom>
            <a:ln w="12700" cap="flat" cmpd="sng">
              <a:solidFill>
                <a:schemeClr val="tx1"/>
              </a:solidFill>
              <a:prstDash val="solid"/>
              <a:headEnd type="none" w="med" len="med"/>
              <a:tailEnd type="none" w="med" len="med"/>
            </a:ln>
          </p:spPr>
        </p:sp>
        <p:sp>
          <p:nvSpPr>
            <p:cNvPr id="88103" name="Line 33"/>
            <p:cNvSpPr/>
            <p:nvPr/>
          </p:nvSpPr>
          <p:spPr>
            <a:xfrm>
              <a:off x="5279" y="1898"/>
              <a:ext cx="0" cy="50"/>
            </a:xfrm>
            <a:prstGeom prst="line">
              <a:avLst/>
            </a:prstGeom>
            <a:ln w="12700" cap="flat" cmpd="sng">
              <a:solidFill>
                <a:schemeClr val="tx1"/>
              </a:solidFill>
              <a:prstDash val="solid"/>
              <a:headEnd type="none" w="med" len="med"/>
              <a:tailEnd type="none" w="med" len="med"/>
            </a:ln>
          </p:spPr>
        </p:sp>
        <p:sp>
          <p:nvSpPr>
            <p:cNvPr id="88104" name="Rectangle 34"/>
            <p:cNvSpPr/>
            <p:nvPr/>
          </p:nvSpPr>
          <p:spPr>
            <a:xfrm>
              <a:off x="4966" y="1898"/>
              <a:ext cx="310"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88105" name="Oval 35"/>
            <p:cNvSpPr/>
            <p:nvPr/>
          </p:nvSpPr>
          <p:spPr>
            <a:xfrm>
              <a:off x="4963" y="1839"/>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88106" name="Freeform 36"/>
            <p:cNvSpPr/>
            <p:nvPr/>
          </p:nvSpPr>
          <p:spPr>
            <a:xfrm>
              <a:off x="4557" y="1647"/>
              <a:ext cx="1" cy="522"/>
            </a:xfrm>
            <a:custGeom>
              <a:avLst/>
              <a:gdLst/>
              <a:ahLst/>
              <a:cxnLst>
                <a:cxn ang="0">
                  <a:pos x="0" y="0"/>
                </a:cxn>
                <a:cxn ang="0">
                  <a:pos x="0" y="522"/>
                </a:cxn>
              </a:cxnLst>
              <a:pathLst>
                <a:path w="1" h="522">
                  <a:moveTo>
                    <a:pt x="0" y="0"/>
                  </a:moveTo>
                  <a:lnTo>
                    <a:pt x="0" y="522"/>
                  </a:lnTo>
                </a:path>
              </a:pathLst>
            </a:custGeom>
            <a:noFill/>
            <a:ln w="12700" cap="flat" cmpd="sng">
              <a:solidFill>
                <a:schemeClr val="tx1">
                  <a:alpha val="100000"/>
                </a:schemeClr>
              </a:solidFill>
              <a:prstDash val="solid"/>
              <a:round/>
              <a:headEnd type="none" w="med" len="med"/>
              <a:tailEnd type="none" w="med" len="med"/>
            </a:ln>
          </p:spPr>
          <p:txBody>
            <a:bodyPr/>
            <a:p>
              <a:endParaRPr lang="zh-CN" altLang="en-US"/>
            </a:p>
          </p:txBody>
        </p:sp>
        <p:sp>
          <p:nvSpPr>
            <p:cNvPr id="88107" name="Freeform 37"/>
            <p:cNvSpPr/>
            <p:nvPr/>
          </p:nvSpPr>
          <p:spPr>
            <a:xfrm>
              <a:off x="3864" y="1653"/>
              <a:ext cx="1" cy="537"/>
            </a:xfrm>
            <a:custGeom>
              <a:avLst/>
              <a:gdLst/>
              <a:ahLst/>
              <a:cxnLst>
                <a:cxn ang="0">
                  <a:pos x="0" y="0"/>
                </a:cxn>
                <a:cxn ang="0">
                  <a:pos x="0" y="537"/>
                </a:cxn>
              </a:cxnLst>
              <a:pathLst>
                <a:path w="1" h="537">
                  <a:moveTo>
                    <a:pt x="0" y="0"/>
                  </a:moveTo>
                  <a:lnTo>
                    <a:pt x="0" y="537"/>
                  </a:lnTo>
                </a:path>
              </a:pathLst>
            </a:custGeom>
            <a:noFill/>
            <a:ln w="12700" cap="flat" cmpd="sng">
              <a:solidFill>
                <a:schemeClr val="tx1">
                  <a:alpha val="100000"/>
                </a:schemeClr>
              </a:solidFill>
              <a:prstDash val="solid"/>
              <a:round/>
              <a:headEnd type="none" w="med" len="med"/>
              <a:tailEnd type="none" w="med" len="med"/>
            </a:ln>
          </p:spPr>
          <p:txBody>
            <a:bodyPr/>
            <a:p>
              <a:endParaRPr lang="zh-CN" altLang="en-US"/>
            </a:p>
          </p:txBody>
        </p:sp>
        <p:sp>
          <p:nvSpPr>
            <p:cNvPr id="88108" name="Freeform 38"/>
            <p:cNvSpPr/>
            <p:nvPr/>
          </p:nvSpPr>
          <p:spPr>
            <a:xfrm>
              <a:off x="4029" y="1638"/>
              <a:ext cx="504" cy="600"/>
            </a:xfrm>
            <a:custGeom>
              <a:avLst/>
              <a:gdLst/>
              <a:ahLst/>
              <a:cxnLst>
                <a:cxn ang="0">
                  <a:pos x="0" y="3478121"/>
                </a:cxn>
                <a:cxn ang="0">
                  <a:pos x="3776" y="0"/>
                </a:cxn>
              </a:cxnLst>
              <a:pathLst>
                <a:path w="378" h="174">
                  <a:moveTo>
                    <a:pt x="0" y="174"/>
                  </a:moveTo>
                  <a:lnTo>
                    <a:pt x="378" y="0"/>
                  </a:lnTo>
                </a:path>
              </a:pathLst>
            </a:custGeom>
            <a:noFill/>
            <a:ln w="12700" cap="flat" cmpd="sng">
              <a:solidFill>
                <a:schemeClr val="tx1">
                  <a:alpha val="100000"/>
                </a:schemeClr>
              </a:solidFill>
              <a:prstDash val="solid"/>
              <a:round/>
              <a:headEnd type="none" w="med" len="med"/>
              <a:tailEnd type="none" w="med" len="med"/>
            </a:ln>
          </p:spPr>
          <p:txBody>
            <a:bodyPr/>
            <a:p>
              <a:endParaRPr lang="zh-CN" altLang="en-US"/>
            </a:p>
          </p:txBody>
        </p:sp>
        <p:sp>
          <p:nvSpPr>
            <p:cNvPr id="88109" name="Freeform 39"/>
            <p:cNvSpPr/>
            <p:nvPr/>
          </p:nvSpPr>
          <p:spPr>
            <a:xfrm>
              <a:off x="4716" y="1986"/>
              <a:ext cx="366" cy="270"/>
            </a:xfrm>
            <a:custGeom>
              <a:avLst/>
              <a:gdLst/>
              <a:ahLst/>
              <a:cxnLst>
                <a:cxn ang="0">
                  <a:pos x="0" y="270"/>
                </a:cxn>
                <a:cxn ang="0">
                  <a:pos x="366" y="0"/>
                </a:cxn>
              </a:cxnLst>
              <a:pathLst>
                <a:path w="366" h="270">
                  <a:moveTo>
                    <a:pt x="0" y="270"/>
                  </a:moveTo>
                  <a:lnTo>
                    <a:pt x="366" y="0"/>
                  </a:lnTo>
                </a:path>
              </a:pathLst>
            </a:custGeom>
            <a:noFill/>
            <a:ln w="12700" cap="flat" cmpd="sng">
              <a:solidFill>
                <a:schemeClr val="tx1">
                  <a:alpha val="100000"/>
                </a:schemeClr>
              </a:solidFill>
              <a:prstDash val="solid"/>
              <a:round/>
              <a:headEnd type="none" w="med" len="med"/>
              <a:tailEnd type="none" w="med" len="med"/>
            </a:ln>
          </p:spPr>
          <p:txBody>
            <a:bodyPr/>
            <a:p>
              <a:endParaRPr lang="zh-CN" altLang="en-US"/>
            </a:p>
          </p:txBody>
        </p:sp>
        <p:sp>
          <p:nvSpPr>
            <p:cNvPr id="88110" name="Freeform 40"/>
            <p:cNvSpPr/>
            <p:nvPr/>
          </p:nvSpPr>
          <p:spPr>
            <a:xfrm>
              <a:off x="4035" y="2268"/>
              <a:ext cx="366" cy="1"/>
            </a:xfrm>
            <a:custGeom>
              <a:avLst/>
              <a:gdLst/>
              <a:ahLst/>
              <a:cxnLst>
                <a:cxn ang="0">
                  <a:pos x="366" y="0"/>
                </a:cxn>
                <a:cxn ang="0">
                  <a:pos x="0" y="0"/>
                </a:cxn>
              </a:cxnLst>
              <a:pathLst>
                <a:path w="366" h="1">
                  <a:moveTo>
                    <a:pt x="366" y="0"/>
                  </a:moveTo>
                  <a:lnTo>
                    <a:pt x="0" y="0"/>
                  </a:lnTo>
                </a:path>
              </a:pathLst>
            </a:custGeom>
            <a:noFill/>
            <a:ln w="12700" cap="flat" cmpd="sng">
              <a:solidFill>
                <a:schemeClr val="tx1">
                  <a:alpha val="100000"/>
                </a:schemeClr>
              </a:solidFill>
              <a:prstDash val="solid"/>
              <a:round/>
              <a:headEnd type="none" w="med" len="med"/>
              <a:tailEnd type="none" w="med" len="med"/>
            </a:ln>
          </p:spPr>
          <p:txBody>
            <a:bodyPr/>
            <a:p>
              <a:endParaRPr lang="zh-CN" altLang="en-US"/>
            </a:p>
          </p:txBody>
        </p:sp>
        <p:sp>
          <p:nvSpPr>
            <p:cNvPr id="88111" name="Freeform 41"/>
            <p:cNvSpPr/>
            <p:nvPr/>
          </p:nvSpPr>
          <p:spPr>
            <a:xfrm>
              <a:off x="3444" y="1944"/>
              <a:ext cx="276" cy="264"/>
            </a:xfrm>
            <a:custGeom>
              <a:avLst/>
              <a:gdLst/>
              <a:ahLst/>
              <a:cxnLst>
                <a:cxn ang="0">
                  <a:pos x="276" y="264"/>
                </a:cxn>
                <a:cxn ang="0">
                  <a:pos x="0" y="0"/>
                </a:cxn>
              </a:cxnLst>
              <a:pathLst>
                <a:path w="276" h="264">
                  <a:moveTo>
                    <a:pt x="276" y="264"/>
                  </a:moveTo>
                  <a:lnTo>
                    <a:pt x="0" y="0"/>
                  </a:lnTo>
                </a:path>
              </a:pathLst>
            </a:custGeom>
            <a:noFill/>
            <a:ln w="12700" cap="flat" cmpd="sng">
              <a:solidFill>
                <a:schemeClr val="tx1">
                  <a:alpha val="100000"/>
                </a:schemeClr>
              </a:solidFill>
              <a:prstDash val="solid"/>
              <a:round/>
              <a:headEnd type="none" w="med" len="med"/>
              <a:tailEnd type="none" w="med" len="med"/>
            </a:ln>
          </p:spPr>
          <p:txBody>
            <a:bodyPr/>
            <a:p>
              <a:endParaRPr lang="zh-CN" altLang="en-US"/>
            </a:p>
          </p:txBody>
        </p:sp>
        <p:sp>
          <p:nvSpPr>
            <p:cNvPr id="88112" name="Freeform 42"/>
            <p:cNvSpPr/>
            <p:nvPr/>
          </p:nvSpPr>
          <p:spPr>
            <a:xfrm>
              <a:off x="4029" y="1578"/>
              <a:ext cx="366" cy="1"/>
            </a:xfrm>
            <a:custGeom>
              <a:avLst/>
              <a:gdLst/>
              <a:ahLst/>
              <a:cxnLst>
                <a:cxn ang="0">
                  <a:pos x="366" y="0"/>
                </a:cxn>
                <a:cxn ang="0">
                  <a:pos x="0" y="0"/>
                </a:cxn>
              </a:cxnLst>
              <a:pathLst>
                <a:path w="366" h="1">
                  <a:moveTo>
                    <a:pt x="366" y="0"/>
                  </a:moveTo>
                  <a:lnTo>
                    <a:pt x="0" y="0"/>
                  </a:lnTo>
                </a:path>
              </a:pathLst>
            </a:custGeom>
            <a:noFill/>
            <a:ln w="12700" cap="flat" cmpd="sng">
              <a:solidFill>
                <a:schemeClr val="tx1">
                  <a:alpha val="100000"/>
                </a:schemeClr>
              </a:solidFill>
              <a:prstDash val="solid"/>
              <a:round/>
              <a:headEnd type="none" w="med" len="med"/>
              <a:tailEnd type="none" w="med" len="med"/>
            </a:ln>
          </p:spPr>
          <p:txBody>
            <a:bodyPr/>
            <a:p>
              <a:endParaRPr lang="zh-CN" altLang="en-US"/>
            </a:p>
          </p:txBody>
        </p:sp>
        <p:sp>
          <p:nvSpPr>
            <p:cNvPr id="88113" name="Freeform 43"/>
            <p:cNvSpPr/>
            <p:nvPr/>
          </p:nvSpPr>
          <p:spPr>
            <a:xfrm>
              <a:off x="4704" y="1575"/>
              <a:ext cx="396" cy="267"/>
            </a:xfrm>
            <a:custGeom>
              <a:avLst/>
              <a:gdLst/>
              <a:ahLst/>
              <a:cxnLst>
                <a:cxn ang="0">
                  <a:pos x="396" y="267"/>
                </a:cxn>
                <a:cxn ang="0">
                  <a:pos x="0" y="0"/>
                </a:cxn>
              </a:cxnLst>
              <a:pathLst>
                <a:path w="396" h="267">
                  <a:moveTo>
                    <a:pt x="396" y="267"/>
                  </a:moveTo>
                  <a:lnTo>
                    <a:pt x="0" y="0"/>
                  </a:lnTo>
                </a:path>
              </a:pathLst>
            </a:custGeom>
            <a:noFill/>
            <a:ln w="12700" cap="flat" cmpd="sng">
              <a:solidFill>
                <a:schemeClr val="tx1">
                  <a:alpha val="100000"/>
                </a:schemeClr>
              </a:solidFill>
              <a:prstDash val="solid"/>
              <a:round/>
              <a:headEnd type="none" w="med" len="med"/>
              <a:tailEnd type="none" w="med" len="med"/>
            </a:ln>
          </p:spPr>
          <p:txBody>
            <a:bodyPr/>
            <a:p>
              <a:endParaRPr lang="zh-CN" altLang="en-US"/>
            </a:p>
          </p:txBody>
        </p:sp>
        <p:sp>
          <p:nvSpPr>
            <p:cNvPr id="88114" name="Freeform 44"/>
            <p:cNvSpPr/>
            <p:nvPr/>
          </p:nvSpPr>
          <p:spPr>
            <a:xfrm>
              <a:off x="3387" y="1146"/>
              <a:ext cx="1110" cy="645"/>
            </a:xfrm>
            <a:custGeom>
              <a:avLst/>
              <a:gdLst/>
              <a:ahLst/>
              <a:cxnLst>
                <a:cxn ang="0">
                  <a:pos x="1110" y="342"/>
                </a:cxn>
                <a:cxn ang="0">
                  <a:pos x="0" y="645"/>
                </a:cxn>
              </a:cxnLst>
              <a:pathLst>
                <a:path w="1110" h="645">
                  <a:moveTo>
                    <a:pt x="1110" y="342"/>
                  </a:moveTo>
                  <a:cubicBezTo>
                    <a:pt x="1104" y="0"/>
                    <a:pt x="21" y="63"/>
                    <a:pt x="0" y="645"/>
                  </a:cubicBezTo>
                </a:path>
              </a:pathLst>
            </a:custGeom>
            <a:noFill/>
            <a:ln w="12700" cap="flat" cmpd="sng">
              <a:solidFill>
                <a:schemeClr val="tx1">
                  <a:alpha val="100000"/>
                </a:schemeClr>
              </a:solidFill>
              <a:prstDash val="solid"/>
              <a:round/>
              <a:headEnd type="none" w="med" len="med"/>
              <a:tailEnd type="none" w="med" len="med"/>
            </a:ln>
          </p:spPr>
          <p:txBody>
            <a:bodyPr/>
            <a:p>
              <a:endParaRPr lang="zh-CN" altLang="en-US"/>
            </a:p>
          </p:txBody>
        </p:sp>
        <p:grpSp>
          <p:nvGrpSpPr>
            <p:cNvPr id="88115" name="Group 45"/>
            <p:cNvGrpSpPr/>
            <p:nvPr/>
          </p:nvGrpSpPr>
          <p:grpSpPr>
            <a:xfrm>
              <a:off x="3290" y="1748"/>
              <a:ext cx="199" cy="250"/>
              <a:chOff x="2957" y="2429"/>
              <a:chExt cx="202" cy="250"/>
            </a:xfrm>
          </p:grpSpPr>
          <p:sp>
            <p:nvSpPr>
              <p:cNvPr id="88141" name="Rectangle 46"/>
              <p:cNvSpPr/>
              <p:nvPr/>
            </p:nvSpPr>
            <p:spPr>
              <a:xfrm>
                <a:off x="2982" y="2490"/>
                <a:ext cx="144" cy="1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88142" name="Text Box 47"/>
              <p:cNvSpPr txBox="1"/>
              <p:nvPr/>
            </p:nvSpPr>
            <p:spPr>
              <a:xfrm>
                <a:off x="2957" y="2429"/>
                <a:ext cx="202"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000" dirty="0">
                    <a:ea typeface="宋体" panose="02010600030101010101" pitchFamily="2" charset="-122"/>
                  </a:rPr>
                  <a:t>u</a:t>
                </a:r>
                <a:endParaRPr lang="en-US" altLang="zh-CN" sz="2400" dirty="0">
                  <a:latin typeface="Times New Roman" panose="02020603050405020304" pitchFamily="18" charset="0"/>
                  <a:ea typeface="宋体" panose="02010600030101010101" pitchFamily="2" charset="-122"/>
                </a:endParaRPr>
              </a:p>
            </p:txBody>
          </p:sp>
        </p:grpSp>
        <p:grpSp>
          <p:nvGrpSpPr>
            <p:cNvPr id="88116" name="Group 48"/>
            <p:cNvGrpSpPr/>
            <p:nvPr/>
          </p:nvGrpSpPr>
          <p:grpSpPr>
            <a:xfrm>
              <a:off x="4460" y="2132"/>
              <a:ext cx="199" cy="250"/>
              <a:chOff x="2957" y="2429"/>
              <a:chExt cx="202" cy="250"/>
            </a:xfrm>
          </p:grpSpPr>
          <p:sp>
            <p:nvSpPr>
              <p:cNvPr id="88139" name="Rectangle 49"/>
              <p:cNvSpPr/>
              <p:nvPr/>
            </p:nvSpPr>
            <p:spPr>
              <a:xfrm>
                <a:off x="2982" y="2490"/>
                <a:ext cx="144" cy="1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88140" name="Text Box 50"/>
              <p:cNvSpPr txBox="1"/>
              <p:nvPr/>
            </p:nvSpPr>
            <p:spPr>
              <a:xfrm>
                <a:off x="2957" y="2429"/>
                <a:ext cx="202"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000" dirty="0">
                    <a:ea typeface="宋体" panose="02010600030101010101" pitchFamily="2" charset="-122"/>
                  </a:rPr>
                  <a:t>y</a:t>
                </a:r>
                <a:endParaRPr lang="en-US" altLang="zh-CN" sz="2400" dirty="0">
                  <a:latin typeface="Times New Roman" panose="02020603050405020304" pitchFamily="18" charset="0"/>
                  <a:ea typeface="宋体" panose="02010600030101010101" pitchFamily="2" charset="-122"/>
                </a:endParaRPr>
              </a:p>
            </p:txBody>
          </p:sp>
        </p:grpSp>
        <p:grpSp>
          <p:nvGrpSpPr>
            <p:cNvPr id="88117" name="Group 51"/>
            <p:cNvGrpSpPr/>
            <p:nvPr/>
          </p:nvGrpSpPr>
          <p:grpSpPr>
            <a:xfrm>
              <a:off x="3764" y="2099"/>
              <a:ext cx="229" cy="288"/>
              <a:chOff x="2943" y="2399"/>
              <a:chExt cx="230" cy="288"/>
            </a:xfrm>
          </p:grpSpPr>
          <p:sp>
            <p:nvSpPr>
              <p:cNvPr id="88137" name="Rectangle 52"/>
              <p:cNvSpPr/>
              <p:nvPr/>
            </p:nvSpPr>
            <p:spPr>
              <a:xfrm>
                <a:off x="2982" y="2490"/>
                <a:ext cx="144" cy="1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88138" name="Text Box 53"/>
              <p:cNvSpPr txBox="1"/>
              <p:nvPr/>
            </p:nvSpPr>
            <p:spPr>
              <a:xfrm>
                <a:off x="2943" y="2399"/>
                <a:ext cx="230"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400" dirty="0">
                    <a:ea typeface="宋体" panose="02010600030101010101" pitchFamily="2" charset="-122"/>
                  </a:rPr>
                  <a:t>x</a:t>
                </a:r>
                <a:endParaRPr lang="en-US" altLang="zh-CN" sz="2400" dirty="0">
                  <a:ea typeface="宋体" panose="02010600030101010101" pitchFamily="2" charset="-122"/>
                </a:endParaRPr>
              </a:p>
            </p:txBody>
          </p:sp>
        </p:grpSp>
        <p:grpSp>
          <p:nvGrpSpPr>
            <p:cNvPr id="88118" name="Group 54"/>
            <p:cNvGrpSpPr/>
            <p:nvPr/>
          </p:nvGrpSpPr>
          <p:grpSpPr>
            <a:xfrm>
              <a:off x="4441" y="1442"/>
              <a:ext cx="225" cy="250"/>
              <a:chOff x="2944" y="2429"/>
              <a:chExt cx="228" cy="250"/>
            </a:xfrm>
          </p:grpSpPr>
          <p:sp>
            <p:nvSpPr>
              <p:cNvPr id="88135" name="Rectangle 55"/>
              <p:cNvSpPr/>
              <p:nvPr/>
            </p:nvSpPr>
            <p:spPr>
              <a:xfrm>
                <a:off x="2982" y="2490"/>
                <a:ext cx="144" cy="1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88136" name="Text Box 56"/>
              <p:cNvSpPr txBox="1"/>
              <p:nvPr/>
            </p:nvSpPr>
            <p:spPr>
              <a:xfrm>
                <a:off x="2944" y="2429"/>
                <a:ext cx="228"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000" dirty="0">
                    <a:ea typeface="宋体" panose="02010600030101010101" pitchFamily="2" charset="-122"/>
                  </a:rPr>
                  <a:t>w</a:t>
                </a:r>
                <a:endParaRPr lang="en-US" altLang="zh-CN" sz="2400" dirty="0">
                  <a:latin typeface="Times New Roman" panose="02020603050405020304" pitchFamily="18" charset="0"/>
                  <a:ea typeface="宋体" panose="02010600030101010101" pitchFamily="2" charset="-122"/>
                </a:endParaRPr>
              </a:p>
            </p:txBody>
          </p:sp>
        </p:grpSp>
        <p:grpSp>
          <p:nvGrpSpPr>
            <p:cNvPr id="88119" name="Group 57"/>
            <p:cNvGrpSpPr/>
            <p:nvPr/>
          </p:nvGrpSpPr>
          <p:grpSpPr>
            <a:xfrm>
              <a:off x="3772" y="1442"/>
              <a:ext cx="194" cy="250"/>
              <a:chOff x="2959" y="2429"/>
              <a:chExt cx="197" cy="250"/>
            </a:xfrm>
          </p:grpSpPr>
          <p:sp>
            <p:nvSpPr>
              <p:cNvPr id="88133" name="Rectangle 58"/>
              <p:cNvSpPr/>
              <p:nvPr/>
            </p:nvSpPr>
            <p:spPr>
              <a:xfrm>
                <a:off x="2982" y="2490"/>
                <a:ext cx="144" cy="1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88134" name="Text Box 59"/>
              <p:cNvSpPr txBox="1"/>
              <p:nvPr/>
            </p:nvSpPr>
            <p:spPr>
              <a:xfrm>
                <a:off x="2959" y="2429"/>
                <a:ext cx="197"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000" dirty="0">
                    <a:ea typeface="宋体" panose="02010600030101010101" pitchFamily="2" charset="-122"/>
                  </a:rPr>
                  <a:t>v</a:t>
                </a:r>
                <a:endParaRPr lang="en-US" altLang="zh-CN" sz="2400" dirty="0">
                  <a:latin typeface="Times New Roman" panose="02020603050405020304" pitchFamily="18" charset="0"/>
                  <a:ea typeface="宋体" panose="02010600030101010101" pitchFamily="2" charset="-122"/>
                </a:endParaRPr>
              </a:p>
            </p:txBody>
          </p:sp>
        </p:grpSp>
        <p:grpSp>
          <p:nvGrpSpPr>
            <p:cNvPr id="88120" name="Group 60"/>
            <p:cNvGrpSpPr/>
            <p:nvPr/>
          </p:nvGrpSpPr>
          <p:grpSpPr>
            <a:xfrm>
              <a:off x="5022" y="1760"/>
              <a:ext cx="219" cy="288"/>
              <a:chOff x="2946" y="2399"/>
              <a:chExt cx="221" cy="288"/>
            </a:xfrm>
          </p:grpSpPr>
          <p:sp>
            <p:nvSpPr>
              <p:cNvPr id="88131" name="Rectangle 61"/>
              <p:cNvSpPr/>
              <p:nvPr/>
            </p:nvSpPr>
            <p:spPr>
              <a:xfrm>
                <a:off x="2982" y="2490"/>
                <a:ext cx="144" cy="1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88132" name="Text Box 62"/>
              <p:cNvSpPr txBox="1"/>
              <p:nvPr/>
            </p:nvSpPr>
            <p:spPr>
              <a:xfrm>
                <a:off x="2946" y="2399"/>
                <a:ext cx="221"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400" dirty="0">
                    <a:ea typeface="宋体" panose="02010600030101010101" pitchFamily="2" charset="-122"/>
                  </a:rPr>
                  <a:t>z</a:t>
                </a:r>
                <a:endParaRPr lang="en-US" altLang="zh-CN" sz="2400" dirty="0">
                  <a:ea typeface="宋体" panose="02010600030101010101" pitchFamily="2" charset="-122"/>
                </a:endParaRPr>
              </a:p>
            </p:txBody>
          </p:sp>
        </p:grpSp>
        <p:sp>
          <p:nvSpPr>
            <p:cNvPr id="88121" name="Text Box 63"/>
            <p:cNvSpPr txBox="1"/>
            <p:nvPr/>
          </p:nvSpPr>
          <p:spPr>
            <a:xfrm>
              <a:off x="3489" y="1571"/>
              <a:ext cx="204"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800" dirty="0">
                  <a:ea typeface="宋体" panose="02010600030101010101" pitchFamily="2" charset="-122"/>
                </a:rPr>
                <a:t>2</a:t>
              </a:r>
              <a:endParaRPr lang="en-US" altLang="zh-CN" sz="2400" dirty="0">
                <a:latin typeface="Times New Roman" panose="02020603050405020304" pitchFamily="18" charset="0"/>
                <a:ea typeface="宋体" panose="02010600030101010101" pitchFamily="2" charset="-122"/>
              </a:endParaRPr>
            </a:p>
          </p:txBody>
        </p:sp>
        <p:sp>
          <p:nvSpPr>
            <p:cNvPr id="88122" name="Text Box 64"/>
            <p:cNvSpPr txBox="1"/>
            <p:nvPr/>
          </p:nvSpPr>
          <p:spPr>
            <a:xfrm>
              <a:off x="3837" y="1790"/>
              <a:ext cx="204"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800" dirty="0">
                  <a:ea typeface="宋体" panose="02010600030101010101" pitchFamily="2" charset="-122"/>
                </a:rPr>
                <a:t>2</a:t>
              </a:r>
              <a:endParaRPr lang="en-US" altLang="zh-CN" sz="2400" dirty="0">
                <a:latin typeface="Times New Roman" panose="02020603050405020304" pitchFamily="18" charset="0"/>
                <a:ea typeface="宋体" panose="02010600030101010101" pitchFamily="2" charset="-122"/>
              </a:endParaRPr>
            </a:p>
          </p:txBody>
        </p:sp>
        <p:sp>
          <p:nvSpPr>
            <p:cNvPr id="88123" name="Text Box 65"/>
            <p:cNvSpPr txBox="1"/>
            <p:nvPr/>
          </p:nvSpPr>
          <p:spPr>
            <a:xfrm>
              <a:off x="3413" y="2003"/>
              <a:ext cx="181"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800" dirty="0">
                  <a:ea typeface="宋体" panose="02010600030101010101" pitchFamily="2" charset="-122"/>
                </a:rPr>
                <a:t>1</a:t>
              </a:r>
              <a:endParaRPr lang="en-US" altLang="zh-CN" sz="2400" dirty="0">
                <a:latin typeface="Times New Roman" panose="02020603050405020304" pitchFamily="18" charset="0"/>
                <a:ea typeface="宋体" panose="02010600030101010101" pitchFamily="2" charset="-122"/>
              </a:endParaRPr>
            </a:p>
          </p:txBody>
        </p:sp>
        <p:sp>
          <p:nvSpPr>
            <p:cNvPr id="88124" name="Text Box 66"/>
            <p:cNvSpPr txBox="1"/>
            <p:nvPr/>
          </p:nvSpPr>
          <p:spPr>
            <a:xfrm>
              <a:off x="4221" y="1883"/>
              <a:ext cx="204"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800" dirty="0">
                  <a:ea typeface="宋体" panose="02010600030101010101" pitchFamily="2" charset="-122"/>
                </a:rPr>
                <a:t>3</a:t>
              </a:r>
              <a:endParaRPr lang="en-US" altLang="zh-CN" sz="2400" dirty="0">
                <a:latin typeface="Times New Roman" panose="02020603050405020304" pitchFamily="18" charset="0"/>
                <a:ea typeface="宋体" panose="02010600030101010101" pitchFamily="2" charset="-122"/>
              </a:endParaRPr>
            </a:p>
          </p:txBody>
        </p:sp>
        <p:sp>
          <p:nvSpPr>
            <p:cNvPr id="88125" name="Text Box 67"/>
            <p:cNvSpPr txBox="1"/>
            <p:nvPr/>
          </p:nvSpPr>
          <p:spPr>
            <a:xfrm>
              <a:off x="4169" y="2237"/>
              <a:ext cx="181"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800" dirty="0">
                  <a:ea typeface="宋体" panose="02010600030101010101" pitchFamily="2" charset="-122"/>
                </a:rPr>
                <a:t>1</a:t>
              </a:r>
              <a:endParaRPr lang="en-US" altLang="zh-CN" sz="2400" dirty="0">
                <a:latin typeface="Times New Roman" panose="02020603050405020304" pitchFamily="18" charset="0"/>
                <a:ea typeface="宋体" panose="02010600030101010101" pitchFamily="2" charset="-122"/>
              </a:endParaRPr>
            </a:p>
          </p:txBody>
        </p:sp>
        <p:sp>
          <p:nvSpPr>
            <p:cNvPr id="88126" name="Text Box 68"/>
            <p:cNvSpPr txBox="1"/>
            <p:nvPr/>
          </p:nvSpPr>
          <p:spPr>
            <a:xfrm>
              <a:off x="4529" y="1808"/>
              <a:ext cx="181"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800" dirty="0">
                  <a:ea typeface="宋体" panose="02010600030101010101" pitchFamily="2" charset="-122"/>
                </a:rPr>
                <a:t>1</a:t>
              </a:r>
              <a:endParaRPr lang="en-US" altLang="zh-CN" sz="2400" dirty="0">
                <a:latin typeface="Times New Roman" panose="02020603050405020304" pitchFamily="18" charset="0"/>
                <a:ea typeface="宋体" panose="02010600030101010101" pitchFamily="2" charset="-122"/>
              </a:endParaRPr>
            </a:p>
          </p:txBody>
        </p:sp>
        <p:sp>
          <p:nvSpPr>
            <p:cNvPr id="88127" name="Text Box 69"/>
            <p:cNvSpPr txBox="1"/>
            <p:nvPr/>
          </p:nvSpPr>
          <p:spPr>
            <a:xfrm>
              <a:off x="4878" y="2072"/>
              <a:ext cx="204"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800" dirty="0">
                  <a:ea typeface="宋体" panose="02010600030101010101" pitchFamily="2" charset="-122"/>
                </a:rPr>
                <a:t>2</a:t>
              </a:r>
              <a:endParaRPr lang="en-US" altLang="zh-CN" sz="2400" dirty="0">
                <a:latin typeface="Times New Roman" panose="02020603050405020304" pitchFamily="18" charset="0"/>
                <a:ea typeface="宋体" panose="02010600030101010101" pitchFamily="2" charset="-122"/>
              </a:endParaRPr>
            </a:p>
          </p:txBody>
        </p:sp>
        <p:sp>
          <p:nvSpPr>
            <p:cNvPr id="88128" name="Text Box 70"/>
            <p:cNvSpPr txBox="1"/>
            <p:nvPr/>
          </p:nvSpPr>
          <p:spPr>
            <a:xfrm>
              <a:off x="4851" y="1535"/>
              <a:ext cx="204"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800" dirty="0">
                  <a:ea typeface="宋体" panose="02010600030101010101" pitchFamily="2" charset="-122"/>
                </a:rPr>
                <a:t>5</a:t>
              </a:r>
              <a:endParaRPr lang="en-US" altLang="zh-CN" sz="2400" dirty="0">
                <a:latin typeface="Times New Roman" panose="02020603050405020304" pitchFamily="18" charset="0"/>
                <a:ea typeface="宋体" panose="02010600030101010101" pitchFamily="2" charset="-122"/>
              </a:endParaRPr>
            </a:p>
          </p:txBody>
        </p:sp>
        <p:sp>
          <p:nvSpPr>
            <p:cNvPr id="88129" name="Text Box 71"/>
            <p:cNvSpPr txBox="1"/>
            <p:nvPr/>
          </p:nvSpPr>
          <p:spPr>
            <a:xfrm>
              <a:off x="4116" y="1385"/>
              <a:ext cx="204"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800" dirty="0">
                  <a:ea typeface="宋体" panose="02010600030101010101" pitchFamily="2" charset="-122"/>
                </a:rPr>
                <a:t>3</a:t>
              </a:r>
              <a:endParaRPr lang="en-US" altLang="zh-CN" sz="2400" dirty="0">
                <a:latin typeface="Times New Roman" panose="02020603050405020304" pitchFamily="18" charset="0"/>
                <a:ea typeface="宋体" panose="02010600030101010101" pitchFamily="2" charset="-122"/>
              </a:endParaRPr>
            </a:p>
          </p:txBody>
        </p:sp>
        <p:sp>
          <p:nvSpPr>
            <p:cNvPr id="88130" name="Text Box 72"/>
            <p:cNvSpPr txBox="1"/>
            <p:nvPr/>
          </p:nvSpPr>
          <p:spPr>
            <a:xfrm>
              <a:off x="3765" y="1118"/>
              <a:ext cx="204"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800" dirty="0">
                  <a:ea typeface="宋体" panose="02010600030101010101" pitchFamily="2" charset="-122"/>
                </a:rPr>
                <a:t>5</a:t>
              </a:r>
              <a:endParaRPr lang="en-US" altLang="zh-CN" sz="2400" dirty="0">
                <a:latin typeface="Times New Roman" panose="02020603050405020304" pitchFamily="18" charset="0"/>
                <a:ea typeface="宋体" panose="02010600030101010101" pitchFamily="2" charset="-122"/>
              </a:endParaRPr>
            </a:p>
          </p:txBody>
        </p:sp>
      </p:grpSp>
      <p:sp>
        <p:nvSpPr>
          <p:cNvPr id="88070" name="Text Box 73"/>
          <p:cNvSpPr txBox="1"/>
          <p:nvPr/>
        </p:nvSpPr>
        <p:spPr>
          <a:xfrm>
            <a:off x="5265738" y="1693863"/>
            <a:ext cx="3511550" cy="22891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Char char="•"/>
            </a:pPr>
            <a:r>
              <a:rPr lang="en-US" altLang="zh-CN" sz="1800" dirty="0">
                <a:ea typeface="宋体" panose="02010600030101010101" pitchFamily="2" charset="-122"/>
              </a:rPr>
              <a:t> c(x,x’) = cost of link (x,x’)</a:t>
            </a:r>
            <a:endParaRPr lang="en-US" altLang="zh-CN" sz="1800" dirty="0">
              <a:ea typeface="宋体" panose="02010600030101010101" pitchFamily="2" charset="-122"/>
            </a:endParaRPr>
          </a:p>
          <a:p>
            <a:pPr marL="0" lvl="0" indent="0">
              <a:spcBef>
                <a:spcPct val="0"/>
              </a:spcBef>
              <a:buClrTx/>
              <a:buSzTx/>
              <a:buFontTx/>
              <a:buNone/>
            </a:pPr>
            <a:endParaRPr lang="en-US" altLang="zh-CN" sz="1800" dirty="0">
              <a:ea typeface="宋体" panose="02010600030101010101" pitchFamily="2" charset="-122"/>
            </a:endParaRPr>
          </a:p>
          <a:p>
            <a:pPr marL="0" lvl="0" indent="0">
              <a:spcBef>
                <a:spcPct val="0"/>
              </a:spcBef>
              <a:buClrTx/>
              <a:buSzTx/>
              <a:buFontTx/>
              <a:buNone/>
            </a:pPr>
            <a:r>
              <a:rPr lang="en-US" altLang="zh-CN" sz="1800" dirty="0">
                <a:ea typeface="宋体" panose="02010600030101010101" pitchFamily="2" charset="-122"/>
              </a:rPr>
              <a:t>   - e.g., c(w,z) = 5</a:t>
            </a:r>
            <a:endParaRPr lang="en-US" altLang="zh-CN" sz="1800" dirty="0">
              <a:ea typeface="宋体" panose="02010600030101010101" pitchFamily="2" charset="-122"/>
            </a:endParaRPr>
          </a:p>
          <a:p>
            <a:pPr marL="0" lvl="0" indent="0">
              <a:spcBef>
                <a:spcPct val="0"/>
              </a:spcBef>
              <a:buClrTx/>
              <a:buSzTx/>
              <a:buFontTx/>
              <a:buNone/>
            </a:pPr>
            <a:endParaRPr lang="en-US" altLang="zh-CN" sz="1800" dirty="0">
              <a:ea typeface="宋体" panose="02010600030101010101" pitchFamily="2" charset="-122"/>
            </a:endParaRPr>
          </a:p>
          <a:p>
            <a:pPr marL="0" lvl="0" indent="0">
              <a:spcBef>
                <a:spcPct val="0"/>
              </a:spcBef>
              <a:buClrTx/>
              <a:buSzTx/>
              <a:buFontTx/>
              <a:buChar char="•"/>
            </a:pPr>
            <a:r>
              <a:rPr lang="en-US" altLang="zh-CN" sz="1800" dirty="0">
                <a:ea typeface="宋体" panose="02010600030101010101" pitchFamily="2" charset="-122"/>
              </a:rPr>
              <a:t> cost could always be 1, or </a:t>
            </a:r>
            <a:endParaRPr lang="en-US" altLang="zh-CN" sz="1800" dirty="0">
              <a:ea typeface="宋体" panose="02010600030101010101" pitchFamily="2" charset="-122"/>
            </a:endParaRPr>
          </a:p>
          <a:p>
            <a:pPr marL="0" lvl="0" indent="0">
              <a:spcBef>
                <a:spcPct val="0"/>
              </a:spcBef>
              <a:buClrTx/>
              <a:buSzTx/>
              <a:buFontTx/>
              <a:buNone/>
            </a:pPr>
            <a:r>
              <a:rPr lang="en-US" altLang="zh-CN" sz="1800" dirty="0">
                <a:ea typeface="宋体" panose="02010600030101010101" pitchFamily="2" charset="-122"/>
              </a:rPr>
              <a:t>inversely related to bandwidth,</a:t>
            </a:r>
            <a:endParaRPr lang="en-US" altLang="zh-CN" sz="1800" dirty="0">
              <a:ea typeface="宋体" panose="02010600030101010101" pitchFamily="2" charset="-122"/>
            </a:endParaRPr>
          </a:p>
          <a:p>
            <a:pPr marL="0" lvl="0" indent="0">
              <a:spcBef>
                <a:spcPct val="0"/>
              </a:spcBef>
              <a:buClrTx/>
              <a:buSzTx/>
              <a:buFontTx/>
              <a:buNone/>
            </a:pPr>
            <a:r>
              <a:rPr lang="en-US" altLang="zh-CN" sz="1800" dirty="0">
                <a:ea typeface="宋体" panose="02010600030101010101" pitchFamily="2" charset="-122"/>
              </a:rPr>
              <a:t>or inversely related to </a:t>
            </a:r>
            <a:endParaRPr lang="en-US" altLang="zh-CN" sz="1800" dirty="0">
              <a:ea typeface="宋体" panose="02010600030101010101" pitchFamily="2" charset="-122"/>
            </a:endParaRPr>
          </a:p>
          <a:p>
            <a:pPr marL="0" lvl="0" indent="0">
              <a:spcBef>
                <a:spcPct val="0"/>
              </a:spcBef>
              <a:buClrTx/>
              <a:buSzTx/>
              <a:buFontTx/>
              <a:buNone/>
            </a:pPr>
            <a:r>
              <a:rPr lang="en-US" altLang="zh-CN" sz="1800" dirty="0">
                <a:ea typeface="宋体" panose="02010600030101010101" pitchFamily="2" charset="-122"/>
              </a:rPr>
              <a:t>congestion</a:t>
            </a:r>
            <a:endParaRPr lang="en-US" altLang="zh-CN" sz="1800" dirty="0">
              <a:ea typeface="宋体" panose="02010600030101010101" pitchFamily="2" charset="-122"/>
            </a:endParaRPr>
          </a:p>
        </p:txBody>
      </p:sp>
      <p:sp>
        <p:nvSpPr>
          <p:cNvPr id="88071" name="Text Box 74"/>
          <p:cNvSpPr txBox="1"/>
          <p:nvPr/>
        </p:nvSpPr>
        <p:spPr>
          <a:xfrm>
            <a:off x="925513" y="4232275"/>
            <a:ext cx="7021512"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Cost of path (x</a:t>
            </a:r>
            <a:r>
              <a:rPr lang="en-US" altLang="zh-CN" sz="1800" baseline="-25000" dirty="0">
                <a:ea typeface="宋体" panose="02010600030101010101" pitchFamily="2" charset="-122"/>
              </a:rPr>
              <a:t>1</a:t>
            </a:r>
            <a:r>
              <a:rPr lang="en-US" altLang="zh-CN" sz="1800" dirty="0">
                <a:ea typeface="宋体" panose="02010600030101010101" pitchFamily="2" charset="-122"/>
              </a:rPr>
              <a:t>, x</a:t>
            </a:r>
            <a:r>
              <a:rPr lang="en-US" altLang="zh-CN" sz="1800" baseline="-25000" dirty="0">
                <a:ea typeface="宋体" panose="02010600030101010101" pitchFamily="2" charset="-122"/>
              </a:rPr>
              <a:t>2</a:t>
            </a:r>
            <a:r>
              <a:rPr lang="en-US" altLang="zh-CN" sz="1800" dirty="0">
                <a:ea typeface="宋体" panose="02010600030101010101" pitchFamily="2" charset="-122"/>
              </a:rPr>
              <a:t>, x</a:t>
            </a:r>
            <a:r>
              <a:rPr lang="en-US" altLang="zh-CN" sz="1800" baseline="-25000" dirty="0">
                <a:ea typeface="宋体" panose="02010600030101010101" pitchFamily="2" charset="-122"/>
              </a:rPr>
              <a:t>3</a:t>
            </a:r>
            <a:r>
              <a:rPr lang="en-US" altLang="zh-CN" sz="1800" dirty="0">
                <a:ea typeface="宋体" panose="02010600030101010101" pitchFamily="2" charset="-122"/>
              </a:rPr>
              <a:t>,…, x</a:t>
            </a:r>
            <a:r>
              <a:rPr lang="en-US" altLang="zh-CN" sz="1800" baseline="-25000" dirty="0">
                <a:ea typeface="宋体" panose="02010600030101010101" pitchFamily="2" charset="-122"/>
              </a:rPr>
              <a:t>p</a:t>
            </a:r>
            <a:r>
              <a:rPr lang="en-US" altLang="zh-CN" sz="1800" dirty="0">
                <a:ea typeface="宋体" panose="02010600030101010101" pitchFamily="2" charset="-122"/>
              </a:rPr>
              <a:t>) = c(x</a:t>
            </a:r>
            <a:r>
              <a:rPr lang="en-US" altLang="zh-CN" sz="1800" baseline="-25000" dirty="0">
                <a:ea typeface="宋体" panose="02010600030101010101" pitchFamily="2" charset="-122"/>
              </a:rPr>
              <a:t>1</a:t>
            </a:r>
            <a:r>
              <a:rPr lang="en-US" altLang="zh-CN" sz="1800" dirty="0">
                <a:ea typeface="宋体" panose="02010600030101010101" pitchFamily="2" charset="-122"/>
              </a:rPr>
              <a:t>,x</a:t>
            </a:r>
            <a:r>
              <a:rPr lang="en-US" altLang="zh-CN" sz="1800" baseline="-25000" dirty="0">
                <a:ea typeface="宋体" panose="02010600030101010101" pitchFamily="2" charset="-122"/>
              </a:rPr>
              <a:t>2</a:t>
            </a:r>
            <a:r>
              <a:rPr lang="en-US" altLang="zh-CN" sz="1800" dirty="0">
                <a:ea typeface="宋体" panose="02010600030101010101" pitchFamily="2" charset="-122"/>
              </a:rPr>
              <a:t>) + c(x</a:t>
            </a:r>
            <a:r>
              <a:rPr lang="en-US" altLang="zh-CN" sz="1800" baseline="-25000" dirty="0">
                <a:ea typeface="宋体" panose="02010600030101010101" pitchFamily="2" charset="-122"/>
              </a:rPr>
              <a:t>2</a:t>
            </a:r>
            <a:r>
              <a:rPr lang="en-US" altLang="zh-CN" sz="1800" dirty="0">
                <a:ea typeface="宋体" panose="02010600030101010101" pitchFamily="2" charset="-122"/>
              </a:rPr>
              <a:t>,x</a:t>
            </a:r>
            <a:r>
              <a:rPr lang="en-US" altLang="zh-CN" sz="1800" baseline="-25000" dirty="0">
                <a:ea typeface="宋体" panose="02010600030101010101" pitchFamily="2" charset="-122"/>
              </a:rPr>
              <a:t>3</a:t>
            </a:r>
            <a:r>
              <a:rPr lang="en-US" altLang="zh-CN" sz="1800" dirty="0">
                <a:ea typeface="宋体" panose="02010600030101010101" pitchFamily="2" charset="-122"/>
              </a:rPr>
              <a:t>) + … + c(x</a:t>
            </a:r>
            <a:r>
              <a:rPr lang="en-US" altLang="zh-CN" sz="1800" baseline="-25000" dirty="0">
                <a:ea typeface="宋体" panose="02010600030101010101" pitchFamily="2" charset="-122"/>
              </a:rPr>
              <a:t>p-1</a:t>
            </a:r>
            <a:r>
              <a:rPr lang="en-US" altLang="zh-CN" sz="1800" dirty="0">
                <a:ea typeface="宋体" panose="02010600030101010101" pitchFamily="2" charset="-122"/>
              </a:rPr>
              <a:t>,x</a:t>
            </a:r>
            <a:r>
              <a:rPr lang="en-US" altLang="zh-CN" sz="1800" baseline="-25000" dirty="0">
                <a:ea typeface="宋体" panose="02010600030101010101" pitchFamily="2" charset="-122"/>
              </a:rPr>
              <a:t>p</a:t>
            </a:r>
            <a:r>
              <a:rPr lang="en-US" altLang="zh-CN" sz="1800" dirty="0">
                <a:ea typeface="宋体" panose="02010600030101010101" pitchFamily="2" charset="-122"/>
              </a:rPr>
              <a:t>)  </a:t>
            </a:r>
            <a:endParaRPr lang="en-US" altLang="zh-CN" sz="1800" dirty="0">
              <a:ea typeface="宋体" panose="02010600030101010101" pitchFamily="2" charset="-122"/>
            </a:endParaRPr>
          </a:p>
        </p:txBody>
      </p:sp>
      <p:sp>
        <p:nvSpPr>
          <p:cNvPr id="88072" name="Text Box 75"/>
          <p:cNvSpPr txBox="1"/>
          <p:nvPr/>
        </p:nvSpPr>
        <p:spPr>
          <a:xfrm>
            <a:off x="501650" y="4860925"/>
            <a:ext cx="6157913" cy="395288"/>
          </a:xfrm>
          <a:prstGeom prst="rect">
            <a:avLst/>
          </a:prstGeom>
          <a:noFill/>
          <a:ln w="28575" cap="flat" cmpd="sng">
            <a:solidFill>
              <a:srgbClr val="FF0000"/>
            </a:solidFill>
            <a:prstDash val="solid"/>
            <a:miter/>
            <a:headEnd type="none" w="med" len="med"/>
            <a:tailEnd type="none" w="med" len="med"/>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solidFill>
                  <a:srgbClr val="FF0000"/>
                </a:solidFill>
                <a:ea typeface="宋体" panose="02010600030101010101" pitchFamily="2" charset="-122"/>
              </a:rPr>
              <a:t>Question: What’s the least-cost path between u and z ?</a:t>
            </a:r>
            <a:endParaRPr lang="en-US" altLang="zh-CN" sz="1800" dirty="0">
              <a:solidFill>
                <a:srgbClr val="FF0000"/>
              </a:solidFill>
              <a:ea typeface="宋体" panose="02010600030101010101" pitchFamily="2" charset="-122"/>
            </a:endParaRPr>
          </a:p>
        </p:txBody>
      </p:sp>
      <p:sp>
        <p:nvSpPr>
          <p:cNvPr id="88073" name="Text Box 76"/>
          <p:cNvSpPr txBox="1"/>
          <p:nvPr/>
        </p:nvSpPr>
        <p:spPr>
          <a:xfrm>
            <a:off x="385763" y="5640388"/>
            <a:ext cx="8023225" cy="485775"/>
          </a:xfrm>
          <a:prstGeom prst="rect">
            <a:avLst/>
          </a:prstGeom>
          <a:noFill/>
          <a:ln w="28575" cap="flat" cmpd="sng">
            <a:solidFill>
              <a:schemeClr val="tx1"/>
            </a:solidFill>
            <a:prstDash val="solid"/>
            <a:miter/>
            <a:headEnd type="none" w="med" len="med"/>
            <a:tailEnd type="none" w="med" len="med"/>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2400" dirty="0">
                <a:ea typeface="宋体" panose="02010600030101010101" pitchFamily="2" charset="-122"/>
              </a:rPr>
              <a:t>Routing algorithm: algorithm that finds least-cost path</a:t>
            </a:r>
            <a:endParaRPr lang="en-US" altLang="zh-CN" sz="2400" dirty="0">
              <a:ea typeface="宋体" panose="02010600030101010101" pitchFamily="2" charset="-122"/>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9090" name="页脚占位符 5"/>
          <p:cNvSpPr txBox="1">
            <a:spLocks noGrp="1"/>
          </p:cNvSpPr>
          <p:nvPr>
            <p:ph type="ftr" sz="quarter" idx="11"/>
          </p:nvPr>
        </p:nvSpPr>
        <p:spPr/>
        <p:txBody>
          <a:bodyPr/>
          <a:p>
            <a:pPr marL="0" indent="0" algn="r">
              <a:spcBef>
                <a:spcPct val="0"/>
              </a:spcBef>
              <a:buClrTx/>
              <a:buSzTx/>
              <a:buFontTx/>
              <a:buNone/>
            </a:pPr>
            <a:r>
              <a:rPr lang="en-US" altLang="zh-CN" sz="1400" dirty="0">
                <a:ea typeface="宋体" panose="02010600030101010101" pitchFamily="2" charset="-122"/>
              </a:rPr>
              <a:t>Network Layer</a:t>
            </a:r>
            <a:endParaRPr lang="en-US" altLang="zh-CN" sz="1400" dirty="0">
              <a:latin typeface="Times New Roman" panose="02020603050405020304" pitchFamily="18" charset="0"/>
              <a:ea typeface="宋体" panose="02010600030101010101" pitchFamily="2" charset="-122"/>
            </a:endParaRPr>
          </a:p>
        </p:txBody>
      </p:sp>
      <p:sp>
        <p:nvSpPr>
          <p:cNvPr id="89091" name="灯片编号占位符 6"/>
          <p:cNvSpPr txBox="1">
            <a:spLocks noGrp="1"/>
          </p:cNvSpPr>
          <p:nvPr>
            <p:ph type="sldNum" sz="quarter" idx="12"/>
          </p:nvPr>
        </p:nvSpPr>
        <p:spPr/>
        <p:txBody>
          <a:bodyPr/>
          <a:p>
            <a:pPr marL="0" indent="0" algn="r">
              <a:spcBef>
                <a:spcPct val="0"/>
              </a:spcBef>
              <a:buClrTx/>
              <a:buSzTx/>
              <a:buFontTx/>
              <a:buNone/>
            </a:pPr>
            <a:r>
              <a:rPr lang="en-US" altLang="zh-CN" sz="1400" dirty="0">
                <a:ea typeface="宋体" panose="02010600030101010101" pitchFamily="2" charset="-122"/>
              </a:rPr>
              <a:t>4-</a:t>
            </a: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89092" name="Rectangle 2"/>
          <p:cNvSpPr>
            <a:spLocks noGrp="1"/>
          </p:cNvSpPr>
          <p:nvPr>
            <p:ph type="title"/>
          </p:nvPr>
        </p:nvSpPr>
        <p:spPr/>
        <p:txBody>
          <a:bodyPr vert="horz" wrap="square" lIns="91440" tIns="45720" rIns="91440" bIns="45720" anchor="ctr" anchorCtr="0"/>
          <a:p>
            <a:r>
              <a:rPr lang="en-US" altLang="zh-CN" sz="3600" dirty="0">
                <a:ea typeface="宋体" panose="02010600030101010101" pitchFamily="2" charset="-122"/>
              </a:rPr>
              <a:t>Routing Algorithm classification</a:t>
            </a:r>
            <a:endParaRPr lang="en-US" altLang="zh-CN" dirty="0">
              <a:ea typeface="宋体" panose="02010600030101010101" pitchFamily="2" charset="-122"/>
            </a:endParaRPr>
          </a:p>
        </p:txBody>
      </p:sp>
      <p:sp>
        <p:nvSpPr>
          <p:cNvPr id="89093" name="Rectangle 3"/>
          <p:cNvSpPr>
            <a:spLocks noGrp="1"/>
          </p:cNvSpPr>
          <p:nvPr>
            <p:ph sz="half" idx="1"/>
          </p:nvPr>
        </p:nvSpPr>
        <p:spPr>
          <a:xfrm>
            <a:off x="533400" y="1371600"/>
            <a:ext cx="3905250" cy="4648200"/>
          </a:xfrm>
        </p:spPr>
        <p:txBody>
          <a:bodyPr vert="horz" wrap="square" lIns="91440" tIns="45720" rIns="91440" bIns="45720" anchor="t" anchorCtr="0"/>
          <a:p>
            <a:pPr>
              <a:buClr>
                <a:schemeClr val="accent2"/>
              </a:buClr>
              <a:buSzPct val="85000"/>
              <a:buFont typeface="ZapfDingbats"/>
              <a:buNone/>
            </a:pPr>
            <a:r>
              <a:rPr lang="en-US" altLang="zh-CN" sz="2400" dirty="0">
                <a:solidFill>
                  <a:srgbClr val="FF0000"/>
                </a:solidFill>
                <a:ea typeface="宋体" panose="02010600030101010101" pitchFamily="2" charset="-122"/>
              </a:rPr>
              <a:t>Global or decentralized information?</a:t>
            </a:r>
            <a:endParaRPr lang="en-US" altLang="zh-CN" sz="2400" dirty="0">
              <a:ea typeface="宋体" panose="02010600030101010101" pitchFamily="2" charset="-122"/>
            </a:endParaRPr>
          </a:p>
          <a:p>
            <a:pPr>
              <a:buClr>
                <a:schemeClr val="accent2"/>
              </a:buClr>
              <a:buSzPct val="85000"/>
              <a:buFont typeface="ZapfDingbats"/>
              <a:buNone/>
            </a:pPr>
            <a:r>
              <a:rPr lang="en-US" altLang="zh-CN" sz="2000" dirty="0">
                <a:solidFill>
                  <a:schemeClr val="accent2"/>
                </a:solidFill>
                <a:ea typeface="宋体" panose="02010600030101010101" pitchFamily="2" charset="-122"/>
              </a:rPr>
              <a:t>Global:</a:t>
            </a:r>
            <a:endParaRPr lang="en-US" altLang="zh-CN" sz="2000" dirty="0">
              <a:ea typeface="宋体" panose="02010600030101010101" pitchFamily="2" charset="-122"/>
            </a:endParaRPr>
          </a:p>
          <a:p>
            <a:pPr>
              <a:buClr>
                <a:schemeClr val="accent2"/>
              </a:buClr>
              <a:buSzPct val="85000"/>
              <a:buFont typeface="ZapfDingbats"/>
            </a:pPr>
            <a:r>
              <a:rPr lang="en-US" altLang="zh-CN" sz="2000" dirty="0">
                <a:ea typeface="宋体" panose="02010600030101010101" pitchFamily="2" charset="-122"/>
              </a:rPr>
              <a:t>all routers have complete topology, link cost info</a:t>
            </a:r>
            <a:endParaRPr lang="en-US" altLang="zh-CN" sz="2000" dirty="0">
              <a:ea typeface="宋体" panose="02010600030101010101" pitchFamily="2" charset="-122"/>
            </a:endParaRPr>
          </a:p>
          <a:p>
            <a:pPr>
              <a:buClr>
                <a:schemeClr val="accent2"/>
              </a:buClr>
              <a:buSzPct val="85000"/>
              <a:buFont typeface="ZapfDingbats"/>
            </a:pPr>
            <a:r>
              <a:rPr lang="en-US" altLang="zh-CN" sz="2000" dirty="0">
                <a:solidFill>
                  <a:srgbClr val="FF0000"/>
                </a:solidFill>
                <a:ea typeface="宋体" panose="02010600030101010101" pitchFamily="2" charset="-122"/>
              </a:rPr>
              <a:t>“link state” algorithms</a:t>
            </a:r>
            <a:endParaRPr lang="en-US" altLang="zh-CN" sz="2000" dirty="0">
              <a:solidFill>
                <a:srgbClr val="FF0000"/>
              </a:solidFill>
              <a:ea typeface="宋体" panose="02010600030101010101" pitchFamily="2" charset="-122"/>
            </a:endParaRPr>
          </a:p>
          <a:p>
            <a:pPr>
              <a:buClr>
                <a:schemeClr val="accent2"/>
              </a:buClr>
              <a:buSzPct val="85000"/>
              <a:buFont typeface="ZapfDingbats"/>
              <a:buNone/>
            </a:pPr>
            <a:r>
              <a:rPr lang="en-US" altLang="zh-CN" sz="2000" dirty="0">
                <a:solidFill>
                  <a:schemeClr val="accent2"/>
                </a:solidFill>
                <a:ea typeface="宋体" panose="02010600030101010101" pitchFamily="2" charset="-122"/>
              </a:rPr>
              <a:t>Decentralized:</a:t>
            </a:r>
            <a:r>
              <a:rPr lang="en-US" altLang="zh-CN" sz="2000" dirty="0">
                <a:ea typeface="宋体" panose="02010600030101010101" pitchFamily="2" charset="-122"/>
              </a:rPr>
              <a:t> </a:t>
            </a:r>
            <a:endParaRPr lang="en-US" altLang="zh-CN" sz="2000" dirty="0">
              <a:ea typeface="宋体" panose="02010600030101010101" pitchFamily="2" charset="-122"/>
            </a:endParaRPr>
          </a:p>
          <a:p>
            <a:pPr>
              <a:buClr>
                <a:schemeClr val="accent2"/>
              </a:buClr>
              <a:buSzPct val="85000"/>
              <a:buFont typeface="ZapfDingbats"/>
            </a:pPr>
            <a:r>
              <a:rPr lang="en-US" altLang="zh-CN" sz="2000" dirty="0">
                <a:ea typeface="宋体" panose="02010600030101010101" pitchFamily="2" charset="-122"/>
              </a:rPr>
              <a:t>router knows physically-connected neighbors, link costs to neighbors</a:t>
            </a:r>
            <a:endParaRPr lang="en-US" altLang="zh-CN" sz="2000" dirty="0">
              <a:ea typeface="宋体" panose="02010600030101010101" pitchFamily="2" charset="-122"/>
            </a:endParaRPr>
          </a:p>
          <a:p>
            <a:pPr>
              <a:buClr>
                <a:schemeClr val="accent2"/>
              </a:buClr>
              <a:buSzPct val="85000"/>
              <a:buFont typeface="ZapfDingbats"/>
            </a:pPr>
            <a:r>
              <a:rPr lang="en-US" altLang="zh-CN" sz="2000" dirty="0">
                <a:ea typeface="宋体" panose="02010600030101010101" pitchFamily="2" charset="-122"/>
              </a:rPr>
              <a:t>iterative process of computation, exchange of info with neighbors</a:t>
            </a:r>
            <a:endParaRPr lang="en-US" altLang="zh-CN" sz="2000" dirty="0">
              <a:ea typeface="宋体" panose="02010600030101010101" pitchFamily="2" charset="-122"/>
            </a:endParaRPr>
          </a:p>
          <a:p>
            <a:pPr>
              <a:buClr>
                <a:schemeClr val="accent2"/>
              </a:buClr>
              <a:buSzPct val="85000"/>
              <a:buFont typeface="ZapfDingbats"/>
            </a:pPr>
            <a:r>
              <a:rPr lang="en-US" altLang="zh-CN" sz="2000" dirty="0">
                <a:solidFill>
                  <a:srgbClr val="FF0000"/>
                </a:solidFill>
                <a:ea typeface="宋体" panose="02010600030101010101" pitchFamily="2" charset="-122"/>
              </a:rPr>
              <a:t>“distance vector” algorithms</a:t>
            </a:r>
            <a:endParaRPr lang="en-US" altLang="zh-CN" sz="2000" dirty="0">
              <a:solidFill>
                <a:srgbClr val="FF0000"/>
              </a:solidFill>
              <a:ea typeface="宋体" panose="02010600030101010101" pitchFamily="2" charset="-122"/>
            </a:endParaRPr>
          </a:p>
        </p:txBody>
      </p:sp>
      <p:sp>
        <p:nvSpPr>
          <p:cNvPr id="89094" name="Rectangle 4"/>
          <p:cNvSpPr>
            <a:spLocks noGrp="1"/>
          </p:cNvSpPr>
          <p:nvPr>
            <p:ph sz="half" idx="2"/>
          </p:nvPr>
        </p:nvSpPr>
        <p:spPr>
          <a:xfrm>
            <a:off x="4838700" y="1381125"/>
            <a:ext cx="3810000" cy="4648200"/>
          </a:xfrm>
        </p:spPr>
        <p:txBody>
          <a:bodyPr vert="horz" wrap="square" lIns="91440" tIns="45720" rIns="91440" bIns="45720" anchor="t" anchorCtr="0"/>
          <a:p>
            <a:pPr>
              <a:buClr>
                <a:schemeClr val="accent2"/>
              </a:buClr>
              <a:buSzPct val="85000"/>
              <a:buFont typeface="ZapfDingbats"/>
              <a:buNone/>
            </a:pPr>
            <a:r>
              <a:rPr lang="en-US" altLang="zh-CN" dirty="0">
                <a:solidFill>
                  <a:srgbClr val="FF0000"/>
                </a:solidFill>
                <a:ea typeface="宋体" panose="02010600030101010101" pitchFamily="2" charset="-122"/>
              </a:rPr>
              <a:t>Static or dynamic?</a:t>
            </a:r>
            <a:endParaRPr lang="en-US" altLang="zh-CN" dirty="0">
              <a:solidFill>
                <a:srgbClr val="FF0000"/>
              </a:solidFill>
              <a:ea typeface="宋体" panose="02010600030101010101" pitchFamily="2" charset="-122"/>
            </a:endParaRPr>
          </a:p>
          <a:p>
            <a:pPr>
              <a:buClr>
                <a:schemeClr val="accent2"/>
              </a:buClr>
              <a:buSzPct val="85000"/>
              <a:buFont typeface="ZapfDingbats"/>
              <a:buNone/>
            </a:pPr>
            <a:r>
              <a:rPr lang="en-US" altLang="zh-CN" sz="2400" dirty="0">
                <a:solidFill>
                  <a:schemeClr val="accent2"/>
                </a:solidFill>
                <a:ea typeface="宋体" panose="02010600030101010101" pitchFamily="2" charset="-122"/>
              </a:rPr>
              <a:t>Static:</a:t>
            </a:r>
            <a:r>
              <a:rPr lang="en-US" altLang="zh-CN" sz="2400" dirty="0">
                <a:ea typeface="宋体" panose="02010600030101010101" pitchFamily="2" charset="-122"/>
              </a:rPr>
              <a:t> </a:t>
            </a:r>
            <a:endParaRPr lang="en-US" altLang="zh-CN" sz="2400" dirty="0">
              <a:ea typeface="宋体" panose="02010600030101010101" pitchFamily="2" charset="-122"/>
            </a:endParaRPr>
          </a:p>
          <a:p>
            <a:pPr>
              <a:buClr>
                <a:schemeClr val="accent2"/>
              </a:buClr>
              <a:buSzPct val="85000"/>
              <a:buFont typeface="ZapfDingbats"/>
            </a:pPr>
            <a:r>
              <a:rPr lang="en-US" altLang="zh-CN" sz="2400" dirty="0">
                <a:ea typeface="宋体" panose="02010600030101010101" pitchFamily="2" charset="-122"/>
              </a:rPr>
              <a:t>routes change slowly over time</a:t>
            </a:r>
            <a:endParaRPr lang="en-US" altLang="zh-CN" sz="2400" dirty="0">
              <a:ea typeface="宋体" panose="02010600030101010101" pitchFamily="2" charset="-122"/>
            </a:endParaRPr>
          </a:p>
          <a:p>
            <a:pPr>
              <a:buClr>
                <a:schemeClr val="accent2"/>
              </a:buClr>
              <a:buSzPct val="85000"/>
              <a:buFont typeface="ZapfDingbats"/>
              <a:buNone/>
            </a:pPr>
            <a:r>
              <a:rPr lang="en-US" altLang="zh-CN" sz="2400" dirty="0">
                <a:solidFill>
                  <a:schemeClr val="accent2"/>
                </a:solidFill>
                <a:ea typeface="宋体" panose="02010600030101010101" pitchFamily="2" charset="-122"/>
              </a:rPr>
              <a:t>Dynamic:</a:t>
            </a:r>
            <a:r>
              <a:rPr lang="en-US" altLang="zh-CN" sz="2400" dirty="0">
                <a:ea typeface="宋体" panose="02010600030101010101" pitchFamily="2" charset="-122"/>
              </a:rPr>
              <a:t> </a:t>
            </a:r>
            <a:endParaRPr lang="en-US" altLang="zh-CN" sz="2400" dirty="0">
              <a:ea typeface="宋体" panose="02010600030101010101" pitchFamily="2" charset="-122"/>
            </a:endParaRPr>
          </a:p>
          <a:p>
            <a:pPr>
              <a:buClr>
                <a:schemeClr val="accent2"/>
              </a:buClr>
              <a:buSzPct val="85000"/>
              <a:buFont typeface="ZapfDingbats"/>
            </a:pPr>
            <a:r>
              <a:rPr lang="en-US" altLang="zh-CN" sz="2400" dirty="0">
                <a:ea typeface="宋体" panose="02010600030101010101" pitchFamily="2" charset="-122"/>
              </a:rPr>
              <a:t>routes change more quickly</a:t>
            </a:r>
            <a:endParaRPr lang="en-US" altLang="zh-CN" sz="2400" dirty="0">
              <a:ea typeface="宋体" panose="02010600030101010101" pitchFamily="2" charset="-122"/>
            </a:endParaRPr>
          </a:p>
          <a:p>
            <a:pPr lvl="1">
              <a:buClr>
                <a:schemeClr val="accent2"/>
              </a:buClr>
              <a:buSzPct val="75000"/>
              <a:buFont typeface="ZapfDingbats"/>
            </a:pPr>
            <a:r>
              <a:rPr lang="en-US" altLang="zh-CN" dirty="0">
                <a:ea typeface="宋体" panose="02010600030101010101" pitchFamily="2" charset="-122"/>
              </a:rPr>
              <a:t>periodic update</a:t>
            </a:r>
            <a:endParaRPr lang="en-US" altLang="zh-CN" dirty="0">
              <a:ea typeface="宋体" panose="02010600030101010101" pitchFamily="2" charset="-122"/>
            </a:endParaRPr>
          </a:p>
          <a:p>
            <a:pPr lvl="1">
              <a:buClr>
                <a:schemeClr val="accent2"/>
              </a:buClr>
              <a:buSzPct val="75000"/>
              <a:buFont typeface="ZapfDingbats"/>
            </a:pPr>
            <a:r>
              <a:rPr lang="en-US" altLang="zh-CN" dirty="0">
                <a:ea typeface="宋体" panose="02010600030101010101" pitchFamily="2" charset="-122"/>
              </a:rPr>
              <a:t>in response to link cost changes</a:t>
            </a:r>
            <a:endParaRPr lang="en-US" altLang="zh-CN" dirty="0">
              <a:ea typeface="宋体" panose="02010600030101010101" pitchFamily="2" charset="-122"/>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0114" name="页脚占位符 5"/>
          <p:cNvSpPr txBox="1">
            <a:spLocks noGrp="1"/>
          </p:cNvSpPr>
          <p:nvPr>
            <p:ph type="ftr" sz="quarter" idx="11"/>
          </p:nvPr>
        </p:nvSpPr>
        <p:spPr/>
        <p:txBody>
          <a:bodyPr/>
          <a:p>
            <a:pPr marL="0" indent="0" algn="r">
              <a:spcBef>
                <a:spcPct val="0"/>
              </a:spcBef>
              <a:buClrTx/>
              <a:buSzTx/>
              <a:buFontTx/>
              <a:buNone/>
            </a:pPr>
            <a:r>
              <a:rPr lang="en-US" altLang="zh-CN" sz="1400" dirty="0">
                <a:ea typeface="宋体" panose="02010600030101010101" pitchFamily="2" charset="-122"/>
              </a:rPr>
              <a:t>Network Layer</a:t>
            </a:r>
            <a:endParaRPr lang="en-US" altLang="zh-CN" sz="1400" dirty="0">
              <a:latin typeface="Times New Roman" panose="02020603050405020304" pitchFamily="18" charset="0"/>
              <a:ea typeface="宋体" panose="02010600030101010101" pitchFamily="2" charset="-122"/>
            </a:endParaRPr>
          </a:p>
        </p:txBody>
      </p:sp>
      <p:sp>
        <p:nvSpPr>
          <p:cNvPr id="90115" name="灯片编号占位符 6"/>
          <p:cNvSpPr txBox="1">
            <a:spLocks noGrp="1"/>
          </p:cNvSpPr>
          <p:nvPr>
            <p:ph type="sldNum" sz="quarter" idx="12"/>
          </p:nvPr>
        </p:nvSpPr>
        <p:spPr/>
        <p:txBody>
          <a:bodyPr/>
          <a:p>
            <a:pPr marL="0" indent="0" algn="r">
              <a:spcBef>
                <a:spcPct val="0"/>
              </a:spcBef>
              <a:buClrTx/>
              <a:buSzTx/>
              <a:buFontTx/>
              <a:buNone/>
            </a:pPr>
            <a:r>
              <a:rPr lang="en-US" altLang="zh-CN" sz="1400" dirty="0">
                <a:ea typeface="宋体" panose="02010600030101010101" pitchFamily="2" charset="-122"/>
              </a:rPr>
              <a:t>4-</a:t>
            </a: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90116" name="Rectangle 2"/>
          <p:cNvSpPr>
            <a:spLocks noGrp="1"/>
          </p:cNvSpPr>
          <p:nvPr>
            <p:ph type="title"/>
          </p:nvPr>
        </p:nvSpPr>
        <p:spPr/>
        <p:txBody>
          <a:bodyPr vert="horz" wrap="square" lIns="91440" tIns="45720" rIns="91440" bIns="45720" anchor="ctr" anchorCtr="0"/>
          <a:p>
            <a:r>
              <a:rPr lang="en-US" altLang="zh-CN" dirty="0">
                <a:ea typeface="宋体" panose="02010600030101010101" pitchFamily="2" charset="-122"/>
              </a:rPr>
              <a:t>Chapter 4: Network Layer</a:t>
            </a:r>
            <a:endParaRPr lang="en-US" altLang="zh-CN" dirty="0">
              <a:ea typeface="宋体" panose="02010600030101010101" pitchFamily="2" charset="-122"/>
            </a:endParaRPr>
          </a:p>
        </p:txBody>
      </p:sp>
      <p:sp>
        <p:nvSpPr>
          <p:cNvPr id="90117" name="Rectangle 3"/>
          <p:cNvSpPr>
            <a:spLocks noGrp="1"/>
          </p:cNvSpPr>
          <p:nvPr>
            <p:ph sz="half" idx="1"/>
          </p:nvPr>
        </p:nvSpPr>
        <p:spPr/>
        <p:txBody>
          <a:bodyPr vert="horz" wrap="square" lIns="91440" tIns="45720" rIns="91440" bIns="45720" anchor="t" anchorCtr="0"/>
          <a:p>
            <a:pPr>
              <a:buClr>
                <a:schemeClr val="accent2"/>
              </a:buClr>
              <a:buSzPct val="85000"/>
              <a:buFont typeface="ZapfDingbats"/>
            </a:pPr>
            <a:r>
              <a:rPr lang="en-US" altLang="zh-CN" sz="2400" dirty="0">
                <a:ea typeface="宋体" panose="02010600030101010101" pitchFamily="2" charset="-122"/>
              </a:rPr>
              <a:t>4. 1 Introduction</a:t>
            </a:r>
            <a:endParaRPr lang="en-US" altLang="zh-CN" sz="2400" dirty="0">
              <a:ea typeface="宋体" panose="02010600030101010101" pitchFamily="2" charset="-122"/>
            </a:endParaRPr>
          </a:p>
          <a:p>
            <a:pPr>
              <a:buClr>
                <a:schemeClr val="accent2"/>
              </a:buClr>
              <a:buSzPct val="85000"/>
              <a:buFont typeface="ZapfDingbats"/>
            </a:pPr>
            <a:r>
              <a:rPr lang="en-US" altLang="zh-CN" sz="2400" dirty="0">
                <a:ea typeface="宋体" panose="02010600030101010101" pitchFamily="2" charset="-122"/>
              </a:rPr>
              <a:t>4.2 Virtual circuit and datagram networks</a:t>
            </a:r>
            <a:endParaRPr lang="en-US" altLang="zh-CN" sz="2400" dirty="0">
              <a:ea typeface="宋体" panose="02010600030101010101" pitchFamily="2" charset="-122"/>
            </a:endParaRPr>
          </a:p>
          <a:p>
            <a:pPr>
              <a:buClr>
                <a:schemeClr val="accent2"/>
              </a:buClr>
              <a:buSzPct val="85000"/>
              <a:buFont typeface="ZapfDingbats"/>
            </a:pPr>
            <a:r>
              <a:rPr lang="en-US" altLang="zh-CN" sz="2400" dirty="0">
                <a:ea typeface="宋体" panose="02010600030101010101" pitchFamily="2" charset="-122"/>
              </a:rPr>
              <a:t>4.3 What’s inside a router</a:t>
            </a:r>
            <a:endParaRPr lang="en-US" altLang="zh-CN" sz="2400" dirty="0">
              <a:ea typeface="宋体" panose="02010600030101010101" pitchFamily="2" charset="-122"/>
            </a:endParaRPr>
          </a:p>
          <a:p>
            <a:pPr>
              <a:buClr>
                <a:schemeClr val="accent2"/>
              </a:buClr>
              <a:buSzPct val="85000"/>
              <a:buFont typeface="ZapfDingbats"/>
            </a:pPr>
            <a:r>
              <a:rPr lang="en-US" altLang="zh-CN" sz="2400" dirty="0">
                <a:ea typeface="宋体" panose="02010600030101010101" pitchFamily="2" charset="-122"/>
              </a:rPr>
              <a:t>4.4 IP: Internet Protocol</a:t>
            </a:r>
            <a:endParaRPr lang="en-US" altLang="zh-CN" sz="24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Datagram format</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IPv4 addressing</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ICMP</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IPv6</a:t>
            </a:r>
            <a:endParaRPr lang="en-US" altLang="zh-CN" sz="2000" dirty="0">
              <a:ea typeface="宋体" panose="02010600030101010101" pitchFamily="2" charset="-122"/>
            </a:endParaRPr>
          </a:p>
        </p:txBody>
      </p:sp>
      <p:sp>
        <p:nvSpPr>
          <p:cNvPr id="90118" name="Rectangle 4"/>
          <p:cNvSpPr>
            <a:spLocks noGrp="1"/>
          </p:cNvSpPr>
          <p:nvPr>
            <p:ph sz="half" idx="2"/>
          </p:nvPr>
        </p:nvSpPr>
        <p:spPr/>
        <p:txBody>
          <a:bodyPr vert="horz" wrap="square" lIns="91440" tIns="45720" rIns="91440" bIns="45720" anchor="t" anchorCtr="0"/>
          <a:p>
            <a:pPr>
              <a:buClr>
                <a:schemeClr val="accent2"/>
              </a:buClr>
              <a:buSzPct val="85000"/>
              <a:buFont typeface="ZapfDingbats"/>
            </a:pPr>
            <a:r>
              <a:rPr lang="en-US" altLang="zh-CN" sz="2400" dirty="0">
                <a:solidFill>
                  <a:srgbClr val="FF0000"/>
                </a:solidFill>
                <a:ea typeface="宋体" panose="02010600030101010101" pitchFamily="2" charset="-122"/>
              </a:rPr>
              <a:t>4.5 Routing algorithms</a:t>
            </a:r>
            <a:endParaRPr lang="en-US" altLang="zh-CN" sz="2400" dirty="0">
              <a:solidFill>
                <a:srgbClr val="FF0000"/>
              </a:solidFill>
              <a:ea typeface="宋体" panose="02010600030101010101" pitchFamily="2" charset="-122"/>
            </a:endParaRPr>
          </a:p>
          <a:p>
            <a:pPr lvl="1">
              <a:buClr>
                <a:schemeClr val="accent2"/>
              </a:buClr>
              <a:buSzPct val="75000"/>
              <a:buFont typeface="ZapfDingbats"/>
            </a:pPr>
            <a:r>
              <a:rPr lang="en-US" altLang="zh-CN" sz="2000" dirty="0">
                <a:solidFill>
                  <a:srgbClr val="FF0000"/>
                </a:solidFill>
                <a:ea typeface="宋体" panose="02010600030101010101" pitchFamily="2" charset="-122"/>
              </a:rPr>
              <a:t>Link state</a:t>
            </a:r>
            <a:endParaRPr lang="en-US" altLang="zh-CN" sz="2000" dirty="0">
              <a:solidFill>
                <a:srgbClr val="FF0000"/>
              </a:solidFill>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Distance Vector</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Hierarchical routing</a:t>
            </a:r>
            <a:endParaRPr lang="en-US" altLang="zh-CN" sz="2000" dirty="0">
              <a:ea typeface="宋体" panose="02010600030101010101" pitchFamily="2" charset="-122"/>
            </a:endParaRPr>
          </a:p>
          <a:p>
            <a:pPr>
              <a:buClr>
                <a:schemeClr val="accent2"/>
              </a:buClr>
              <a:buSzPct val="85000"/>
              <a:buFont typeface="ZapfDingbats"/>
            </a:pPr>
            <a:r>
              <a:rPr lang="en-US" altLang="zh-CN" sz="2400" dirty="0">
                <a:ea typeface="宋体" panose="02010600030101010101" pitchFamily="2" charset="-122"/>
              </a:rPr>
              <a:t>4.6 Routing in the Internet</a:t>
            </a:r>
            <a:endParaRPr lang="en-US" altLang="zh-CN" sz="24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RIP</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OSPF</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BGP</a:t>
            </a:r>
            <a:endParaRPr lang="en-US" altLang="zh-CN" sz="2000" dirty="0">
              <a:ea typeface="宋体" panose="02010600030101010101" pitchFamily="2" charset="-122"/>
            </a:endParaRPr>
          </a:p>
          <a:p>
            <a:pPr>
              <a:buClr>
                <a:schemeClr val="accent2"/>
              </a:buClr>
              <a:buSzPct val="85000"/>
              <a:buFont typeface="ZapfDingbats"/>
            </a:pPr>
            <a:r>
              <a:rPr lang="en-US" altLang="zh-CN" sz="2400" dirty="0">
                <a:ea typeface="宋体" panose="02010600030101010101" pitchFamily="2" charset="-122"/>
              </a:rPr>
              <a:t>4.7 Broadcast and multicast routing</a:t>
            </a:r>
            <a:endParaRPr lang="en-US" altLang="zh-CN" sz="2400" dirty="0">
              <a:ea typeface="宋体" panose="02010600030101010101" pitchFamily="2" charset="-122"/>
            </a:endParaRPr>
          </a:p>
          <a:p>
            <a:pPr>
              <a:buClr>
                <a:schemeClr val="accent2"/>
              </a:buClr>
              <a:buSzPct val="85000"/>
              <a:buFont typeface="ZapfDingbats"/>
            </a:pPr>
            <a:endParaRPr lang="en-US" altLang="zh-CN" sz="2400" dirty="0">
              <a:ea typeface="宋体" panose="02010600030101010101" pitchFamily="2" charset="-122"/>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1138" name="页脚占位符 5"/>
          <p:cNvSpPr txBox="1">
            <a:spLocks noGrp="1"/>
          </p:cNvSpPr>
          <p:nvPr>
            <p:ph type="ftr" sz="quarter" idx="11"/>
          </p:nvPr>
        </p:nvSpPr>
        <p:spPr/>
        <p:txBody>
          <a:bodyPr/>
          <a:p>
            <a:pPr marL="0" indent="0" algn="r">
              <a:spcBef>
                <a:spcPct val="0"/>
              </a:spcBef>
              <a:buClrTx/>
              <a:buSzTx/>
              <a:buFontTx/>
              <a:buNone/>
            </a:pPr>
            <a:r>
              <a:rPr lang="en-US" altLang="zh-CN" sz="1400" dirty="0">
                <a:ea typeface="宋体" panose="02010600030101010101" pitchFamily="2" charset="-122"/>
              </a:rPr>
              <a:t>Network Layer</a:t>
            </a:r>
            <a:endParaRPr lang="en-US" altLang="zh-CN" sz="1400" dirty="0">
              <a:latin typeface="Times New Roman" panose="02020603050405020304" pitchFamily="18" charset="0"/>
              <a:ea typeface="宋体" panose="02010600030101010101" pitchFamily="2" charset="-122"/>
            </a:endParaRPr>
          </a:p>
        </p:txBody>
      </p:sp>
      <p:sp>
        <p:nvSpPr>
          <p:cNvPr id="91139" name="灯片编号占位符 6"/>
          <p:cNvSpPr txBox="1">
            <a:spLocks noGrp="1"/>
          </p:cNvSpPr>
          <p:nvPr>
            <p:ph type="sldNum" sz="quarter" idx="12"/>
          </p:nvPr>
        </p:nvSpPr>
        <p:spPr/>
        <p:txBody>
          <a:bodyPr/>
          <a:p>
            <a:pPr marL="0" indent="0" algn="r">
              <a:spcBef>
                <a:spcPct val="0"/>
              </a:spcBef>
              <a:buClrTx/>
              <a:buSzTx/>
              <a:buFontTx/>
              <a:buNone/>
            </a:pPr>
            <a:r>
              <a:rPr lang="en-US" altLang="zh-CN" sz="1400" dirty="0">
                <a:ea typeface="宋体" panose="02010600030101010101" pitchFamily="2" charset="-122"/>
              </a:rPr>
              <a:t>4-</a:t>
            </a: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91140" name="Rectangle 2"/>
          <p:cNvSpPr>
            <a:spLocks noGrp="1"/>
          </p:cNvSpPr>
          <p:nvPr>
            <p:ph type="title"/>
          </p:nvPr>
        </p:nvSpPr>
        <p:spPr/>
        <p:txBody>
          <a:bodyPr vert="horz" wrap="square" lIns="91440" tIns="45720" rIns="91440" bIns="45720" anchor="ctr" anchorCtr="0"/>
          <a:p>
            <a:r>
              <a:rPr lang="en-US" altLang="zh-CN" sz="3600" dirty="0">
                <a:ea typeface="宋体" panose="02010600030101010101" pitchFamily="2" charset="-122"/>
              </a:rPr>
              <a:t>A Link-State Routing Algorithm</a:t>
            </a:r>
            <a:endParaRPr lang="en-US" altLang="zh-CN" dirty="0">
              <a:ea typeface="宋体" panose="02010600030101010101" pitchFamily="2" charset="-122"/>
            </a:endParaRPr>
          </a:p>
        </p:txBody>
      </p:sp>
      <p:sp>
        <p:nvSpPr>
          <p:cNvPr id="91141" name="Rectangle 3"/>
          <p:cNvSpPr>
            <a:spLocks noGrp="1"/>
          </p:cNvSpPr>
          <p:nvPr>
            <p:ph sz="half" idx="1"/>
          </p:nvPr>
        </p:nvSpPr>
        <p:spPr/>
        <p:txBody>
          <a:bodyPr vert="horz" wrap="square" lIns="91440" tIns="45720" rIns="91440" bIns="45720" anchor="t" anchorCtr="0"/>
          <a:p>
            <a:pPr>
              <a:buClr>
                <a:schemeClr val="accent2"/>
              </a:buClr>
              <a:buSzPct val="85000"/>
              <a:buFont typeface="ZapfDingbats"/>
              <a:buNone/>
            </a:pPr>
            <a:r>
              <a:rPr lang="en-US" altLang="zh-CN" sz="2400" dirty="0">
                <a:solidFill>
                  <a:srgbClr val="FF0000"/>
                </a:solidFill>
                <a:ea typeface="宋体" panose="02010600030101010101" pitchFamily="2" charset="-122"/>
              </a:rPr>
              <a:t>Dijkstra’s algorithm</a:t>
            </a:r>
            <a:endParaRPr lang="en-US" altLang="zh-CN" sz="2400" dirty="0">
              <a:ea typeface="宋体" panose="02010600030101010101" pitchFamily="2" charset="-122"/>
            </a:endParaRPr>
          </a:p>
          <a:p>
            <a:pPr>
              <a:buClr>
                <a:schemeClr val="accent2"/>
              </a:buClr>
              <a:buSzPct val="85000"/>
              <a:buFont typeface="ZapfDingbats"/>
            </a:pPr>
            <a:r>
              <a:rPr lang="en-US" altLang="zh-CN" sz="2000" dirty="0">
                <a:ea typeface="宋体" panose="02010600030101010101" pitchFamily="2" charset="-122"/>
              </a:rPr>
              <a:t>net topology, link costs known to all nodes</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accomplished via “link state broadcast” </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all nodes have same info</a:t>
            </a:r>
            <a:endParaRPr lang="en-US" altLang="zh-CN" sz="2000" dirty="0">
              <a:ea typeface="宋体" panose="02010600030101010101" pitchFamily="2" charset="-122"/>
            </a:endParaRPr>
          </a:p>
          <a:p>
            <a:pPr>
              <a:buClr>
                <a:schemeClr val="accent2"/>
              </a:buClr>
              <a:buSzPct val="85000"/>
              <a:buFont typeface="ZapfDingbats"/>
            </a:pPr>
            <a:r>
              <a:rPr lang="en-US" altLang="zh-CN" sz="2000" dirty="0">
                <a:ea typeface="宋体" panose="02010600030101010101" pitchFamily="2" charset="-122"/>
              </a:rPr>
              <a:t>computes least cost paths from one node (‘source”) to all other nodes</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gives </a:t>
            </a:r>
            <a:r>
              <a:rPr lang="en-US" altLang="zh-CN" sz="2000" dirty="0">
                <a:solidFill>
                  <a:schemeClr val="accent2"/>
                </a:solidFill>
                <a:ea typeface="宋体" panose="02010600030101010101" pitchFamily="2" charset="-122"/>
              </a:rPr>
              <a:t>forwarding table</a:t>
            </a:r>
            <a:r>
              <a:rPr lang="en-US" altLang="zh-CN" sz="2000" dirty="0">
                <a:ea typeface="宋体" panose="02010600030101010101" pitchFamily="2" charset="-122"/>
              </a:rPr>
              <a:t> for that node</a:t>
            </a:r>
            <a:endParaRPr lang="en-US" altLang="zh-CN" sz="2000" dirty="0">
              <a:ea typeface="宋体" panose="02010600030101010101" pitchFamily="2" charset="-122"/>
            </a:endParaRPr>
          </a:p>
          <a:p>
            <a:pPr>
              <a:buClr>
                <a:schemeClr val="accent2"/>
              </a:buClr>
              <a:buSzPct val="85000"/>
              <a:buFont typeface="ZapfDingbats"/>
            </a:pPr>
            <a:r>
              <a:rPr lang="en-US" altLang="zh-CN" sz="2000" dirty="0">
                <a:ea typeface="宋体" panose="02010600030101010101" pitchFamily="2" charset="-122"/>
              </a:rPr>
              <a:t>iterative: after k iterations, know least cost path to k dest.’s</a:t>
            </a:r>
            <a:endParaRPr lang="en-US" altLang="zh-CN" sz="2000" dirty="0">
              <a:ea typeface="宋体" panose="02010600030101010101" pitchFamily="2" charset="-122"/>
            </a:endParaRPr>
          </a:p>
        </p:txBody>
      </p:sp>
      <p:sp>
        <p:nvSpPr>
          <p:cNvPr id="91142" name="Rectangle 4"/>
          <p:cNvSpPr>
            <a:spLocks noGrp="1"/>
          </p:cNvSpPr>
          <p:nvPr>
            <p:ph sz="half" idx="2"/>
          </p:nvPr>
        </p:nvSpPr>
        <p:spPr/>
        <p:txBody>
          <a:bodyPr vert="horz" wrap="square" lIns="91440" tIns="45720" rIns="91440" bIns="45720" anchor="t" anchorCtr="0"/>
          <a:p>
            <a:pPr>
              <a:buClr>
                <a:schemeClr val="accent2"/>
              </a:buClr>
              <a:buSzPct val="85000"/>
              <a:buFont typeface="ZapfDingbats"/>
              <a:buNone/>
            </a:pPr>
            <a:r>
              <a:rPr lang="en-US" altLang="zh-CN" sz="2400" dirty="0">
                <a:solidFill>
                  <a:srgbClr val="FF0000"/>
                </a:solidFill>
                <a:ea typeface="宋体" panose="02010600030101010101" pitchFamily="2" charset="-122"/>
              </a:rPr>
              <a:t>Notation:</a:t>
            </a:r>
            <a:endParaRPr lang="en-US" altLang="zh-CN" sz="2400" dirty="0">
              <a:ea typeface="宋体" panose="02010600030101010101" pitchFamily="2" charset="-122"/>
            </a:endParaRPr>
          </a:p>
          <a:p>
            <a:pPr>
              <a:buClr>
                <a:schemeClr val="accent2"/>
              </a:buClr>
              <a:buSzPct val="85000"/>
              <a:buFont typeface="ZapfDingbats"/>
            </a:pPr>
            <a:r>
              <a:rPr lang="en-US" altLang="zh-CN" sz="2400" dirty="0">
                <a:solidFill>
                  <a:schemeClr val="accent2"/>
                </a:solidFill>
                <a:latin typeface="Arial" panose="020B0604020202020204" pitchFamily="34" charset="0"/>
                <a:ea typeface="宋体" panose="02010600030101010101" pitchFamily="2" charset="-122"/>
              </a:rPr>
              <a:t>c(x,y):</a:t>
            </a:r>
            <a:r>
              <a:rPr lang="en-US" altLang="zh-CN" sz="2000" dirty="0">
                <a:ea typeface="宋体" panose="02010600030101010101" pitchFamily="2" charset="-122"/>
              </a:rPr>
              <a:t> link cost from node x to y;  = ∞ if not direct neighbors</a:t>
            </a:r>
            <a:endParaRPr lang="en-US" altLang="zh-CN" sz="2000" dirty="0">
              <a:ea typeface="宋体" panose="02010600030101010101" pitchFamily="2" charset="-122"/>
            </a:endParaRPr>
          </a:p>
          <a:p>
            <a:pPr>
              <a:buClr>
                <a:schemeClr val="accent2"/>
              </a:buClr>
              <a:buSzPct val="85000"/>
              <a:buFont typeface="ZapfDingbats"/>
            </a:pPr>
            <a:r>
              <a:rPr lang="en-US" altLang="zh-CN" sz="2400" dirty="0">
                <a:solidFill>
                  <a:schemeClr val="accent2"/>
                </a:solidFill>
                <a:latin typeface="Arial" panose="020B0604020202020204" pitchFamily="34" charset="0"/>
                <a:ea typeface="宋体" panose="02010600030101010101" pitchFamily="2" charset="-122"/>
              </a:rPr>
              <a:t>D(v):</a:t>
            </a:r>
            <a:r>
              <a:rPr lang="en-US" altLang="zh-CN" sz="2000" dirty="0">
                <a:ea typeface="宋体" panose="02010600030101010101" pitchFamily="2" charset="-122"/>
              </a:rPr>
              <a:t> current value of cost of path from source to dest. v</a:t>
            </a:r>
            <a:endParaRPr lang="en-US" altLang="zh-CN" sz="2000" dirty="0">
              <a:ea typeface="宋体" panose="02010600030101010101" pitchFamily="2" charset="-122"/>
            </a:endParaRPr>
          </a:p>
          <a:p>
            <a:pPr>
              <a:buClr>
                <a:schemeClr val="accent2"/>
              </a:buClr>
              <a:buSzPct val="85000"/>
              <a:buFont typeface="ZapfDingbats"/>
            </a:pPr>
            <a:r>
              <a:rPr lang="en-US" altLang="zh-CN" sz="2400" dirty="0">
                <a:solidFill>
                  <a:schemeClr val="accent2"/>
                </a:solidFill>
                <a:latin typeface="Arial" panose="020B0604020202020204" pitchFamily="34" charset="0"/>
                <a:ea typeface="宋体" panose="02010600030101010101" pitchFamily="2" charset="-122"/>
              </a:rPr>
              <a:t>p(v):</a:t>
            </a:r>
            <a:r>
              <a:rPr lang="en-US" altLang="zh-CN" sz="2000" dirty="0">
                <a:ea typeface="宋体" panose="02010600030101010101" pitchFamily="2" charset="-122"/>
              </a:rPr>
              <a:t> predecessor node along path from source to v</a:t>
            </a:r>
            <a:endParaRPr lang="en-US" altLang="zh-CN" sz="2000" dirty="0">
              <a:ea typeface="宋体" panose="02010600030101010101" pitchFamily="2" charset="-122"/>
            </a:endParaRPr>
          </a:p>
          <a:p>
            <a:pPr>
              <a:buClr>
                <a:schemeClr val="accent2"/>
              </a:buClr>
              <a:buSzPct val="85000"/>
              <a:buFont typeface="ZapfDingbats"/>
            </a:pPr>
            <a:r>
              <a:rPr lang="en-US" altLang="zh-CN" sz="2400" dirty="0">
                <a:solidFill>
                  <a:schemeClr val="accent2"/>
                </a:solidFill>
                <a:latin typeface="Arial" panose="020B0604020202020204" pitchFamily="34" charset="0"/>
                <a:ea typeface="宋体" panose="02010600030101010101" pitchFamily="2" charset="-122"/>
              </a:rPr>
              <a:t>N':</a:t>
            </a:r>
            <a:r>
              <a:rPr lang="en-US" altLang="zh-CN" sz="2000" dirty="0">
                <a:ea typeface="宋体" panose="02010600030101010101" pitchFamily="2" charset="-122"/>
              </a:rPr>
              <a:t> set of nodes whose least cost path definitively known</a:t>
            </a:r>
            <a:endParaRPr lang="en-US" altLang="zh-CN" sz="2000" dirty="0">
              <a:ea typeface="宋体" panose="02010600030101010101" pitchFamily="2" charset="-122"/>
            </a:endParaRPr>
          </a:p>
          <a:p>
            <a:pPr>
              <a:buClr>
                <a:schemeClr val="accent2"/>
              </a:buClr>
              <a:buSzPct val="85000"/>
              <a:buFont typeface="ZapfDingbats"/>
            </a:pPr>
            <a:endParaRPr lang="en-US" altLang="zh-CN" sz="2400" dirty="0">
              <a:ea typeface="宋体" panose="02010600030101010101" pitchFamily="2" charset="-122"/>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62" name="页脚占位符 3"/>
          <p:cNvSpPr txBox="1">
            <a:spLocks noGrp="1"/>
          </p:cNvSpPr>
          <p:nvPr>
            <p:ph type="ftr" sz="quarter" idx="11"/>
          </p:nvPr>
        </p:nvSpPr>
        <p:spPr/>
        <p:txBody>
          <a:bodyPr/>
          <a:p>
            <a:pPr marL="0" indent="0" algn="r">
              <a:spcBef>
                <a:spcPct val="0"/>
              </a:spcBef>
              <a:buClrTx/>
              <a:buSzTx/>
              <a:buFontTx/>
              <a:buNone/>
            </a:pPr>
            <a:r>
              <a:rPr lang="en-US" altLang="zh-CN" sz="1400" dirty="0">
                <a:ea typeface="宋体" panose="02010600030101010101" pitchFamily="2" charset="-122"/>
              </a:rPr>
              <a:t>Network Layer</a:t>
            </a:r>
            <a:endParaRPr lang="en-US" altLang="zh-CN" sz="1400" dirty="0">
              <a:latin typeface="Times New Roman" panose="02020603050405020304" pitchFamily="18" charset="0"/>
              <a:ea typeface="宋体" panose="02010600030101010101" pitchFamily="2" charset="-122"/>
            </a:endParaRPr>
          </a:p>
        </p:txBody>
      </p:sp>
      <p:sp>
        <p:nvSpPr>
          <p:cNvPr id="92163" name="灯片编号占位符 4"/>
          <p:cNvSpPr txBox="1">
            <a:spLocks noGrp="1"/>
          </p:cNvSpPr>
          <p:nvPr>
            <p:ph type="sldNum" sz="quarter" idx="12"/>
          </p:nvPr>
        </p:nvSpPr>
        <p:spPr/>
        <p:txBody>
          <a:bodyPr/>
          <a:p>
            <a:pPr marL="0" indent="0" algn="r">
              <a:spcBef>
                <a:spcPct val="0"/>
              </a:spcBef>
              <a:buClrTx/>
              <a:buSzTx/>
              <a:buFontTx/>
              <a:buNone/>
            </a:pPr>
            <a:r>
              <a:rPr lang="en-US" altLang="zh-CN" sz="1400" dirty="0">
                <a:ea typeface="宋体" panose="02010600030101010101" pitchFamily="2" charset="-122"/>
              </a:rPr>
              <a:t>4-</a:t>
            </a: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92164" name="Rectangle 2"/>
          <p:cNvSpPr>
            <a:spLocks noGrp="1"/>
          </p:cNvSpPr>
          <p:nvPr>
            <p:ph type="title"/>
          </p:nvPr>
        </p:nvSpPr>
        <p:spPr/>
        <p:txBody>
          <a:bodyPr vert="horz" wrap="square" lIns="91440" tIns="45720" rIns="91440" bIns="45720" anchor="ctr" anchorCtr="0"/>
          <a:p>
            <a:r>
              <a:rPr lang="en-US" altLang="zh-CN" sz="3600" dirty="0">
                <a:ea typeface="宋体" panose="02010600030101010101" pitchFamily="2" charset="-122"/>
              </a:rPr>
              <a:t>Dijsktra’s Algorithm</a:t>
            </a:r>
            <a:r>
              <a:rPr lang="zh-CN" altLang="en-US" dirty="0">
                <a:ea typeface="宋体" panose="02010600030101010101" pitchFamily="2" charset="-122"/>
                <a:sym typeface="+mn-ea"/>
              </a:rPr>
              <a:t>（题）</a:t>
            </a:r>
            <a:endParaRPr lang="en-US" altLang="zh-CN" dirty="0">
              <a:ea typeface="宋体" panose="02010600030101010101" pitchFamily="2" charset="-122"/>
            </a:endParaRPr>
          </a:p>
        </p:txBody>
      </p:sp>
      <p:sp>
        <p:nvSpPr>
          <p:cNvPr id="92165" name="Text Box 3"/>
          <p:cNvSpPr txBox="1"/>
          <p:nvPr/>
        </p:nvSpPr>
        <p:spPr>
          <a:xfrm>
            <a:off x="1141413" y="1458913"/>
            <a:ext cx="6221412" cy="46640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2000" dirty="0">
                <a:latin typeface="Arial" panose="020B0604020202020204" pitchFamily="34" charset="0"/>
                <a:ea typeface="宋体" panose="02010600030101010101" pitchFamily="2" charset="-122"/>
              </a:rPr>
              <a:t>1  </a:t>
            </a:r>
            <a:r>
              <a:rPr lang="en-US" altLang="zh-CN" sz="2000" b="1" i="1" dirty="0">
                <a:latin typeface="Arial" panose="020B0604020202020204" pitchFamily="34" charset="0"/>
                <a:ea typeface="宋体" panose="02010600030101010101" pitchFamily="2" charset="-122"/>
              </a:rPr>
              <a:t>Initialization:</a:t>
            </a:r>
            <a:r>
              <a:rPr lang="en-US" altLang="zh-CN" sz="2000" dirty="0">
                <a:latin typeface="Arial" panose="020B0604020202020204" pitchFamily="34" charset="0"/>
                <a:ea typeface="宋体" panose="02010600030101010101" pitchFamily="2" charset="-122"/>
              </a:rPr>
              <a:t> </a:t>
            </a:r>
            <a:endParaRPr lang="en-US" altLang="zh-CN" sz="2000" dirty="0">
              <a:latin typeface="Arial" panose="020B0604020202020204" pitchFamily="34" charset="0"/>
              <a:ea typeface="宋体" panose="02010600030101010101" pitchFamily="2" charset="-122"/>
            </a:endParaRPr>
          </a:p>
          <a:p>
            <a:pPr marL="0" lvl="0" indent="0">
              <a:spcBef>
                <a:spcPct val="0"/>
              </a:spcBef>
              <a:buClrTx/>
              <a:buSzTx/>
              <a:buFontTx/>
              <a:buNone/>
            </a:pPr>
            <a:r>
              <a:rPr lang="en-US" altLang="zh-CN" sz="2000" dirty="0">
                <a:latin typeface="Arial" panose="020B0604020202020204" pitchFamily="34" charset="0"/>
                <a:ea typeface="宋体" panose="02010600030101010101" pitchFamily="2" charset="-122"/>
              </a:rPr>
              <a:t>2    N</a:t>
            </a:r>
            <a:r>
              <a:rPr lang="en-US" altLang="zh-CN" sz="2000" dirty="0">
                <a:latin typeface="Arial" panose="020B0604020202020204" pitchFamily="34" charset="0"/>
                <a:ea typeface="宋体" panose="02010600030101010101" pitchFamily="2" charset="-122"/>
              </a:rPr>
              <a:t>'</a:t>
            </a:r>
            <a:r>
              <a:rPr lang="en-US" altLang="zh-CN" sz="2000" dirty="0">
                <a:latin typeface="Arial" panose="020B0604020202020204" pitchFamily="34" charset="0"/>
                <a:ea typeface="宋体" panose="02010600030101010101" pitchFamily="2" charset="-122"/>
              </a:rPr>
              <a:t> = {u} </a:t>
            </a:r>
            <a:endParaRPr lang="en-US" altLang="zh-CN" sz="2000" dirty="0">
              <a:latin typeface="Arial" panose="020B0604020202020204" pitchFamily="34" charset="0"/>
              <a:ea typeface="宋体" panose="02010600030101010101" pitchFamily="2" charset="-122"/>
            </a:endParaRPr>
          </a:p>
          <a:p>
            <a:pPr marL="0" lvl="0" indent="0">
              <a:spcBef>
                <a:spcPct val="0"/>
              </a:spcBef>
              <a:buClrTx/>
              <a:buSzTx/>
              <a:buFontTx/>
              <a:buNone/>
            </a:pPr>
            <a:r>
              <a:rPr lang="en-US" altLang="zh-CN" sz="2000" dirty="0">
                <a:latin typeface="Arial" panose="020B0604020202020204" pitchFamily="34" charset="0"/>
                <a:ea typeface="宋体" panose="02010600030101010101" pitchFamily="2" charset="-122"/>
              </a:rPr>
              <a:t>3    for all nodes v </a:t>
            </a:r>
            <a:endParaRPr lang="en-US" altLang="zh-CN" sz="2000" dirty="0">
              <a:latin typeface="Arial" panose="020B0604020202020204" pitchFamily="34" charset="0"/>
              <a:ea typeface="宋体" panose="02010600030101010101" pitchFamily="2" charset="-122"/>
            </a:endParaRPr>
          </a:p>
          <a:p>
            <a:pPr marL="0" lvl="0" indent="0">
              <a:spcBef>
                <a:spcPct val="0"/>
              </a:spcBef>
              <a:buClrTx/>
              <a:buSzTx/>
              <a:buFontTx/>
              <a:buNone/>
            </a:pPr>
            <a:r>
              <a:rPr lang="en-US" altLang="zh-CN" sz="2000" dirty="0">
                <a:latin typeface="Arial" panose="020B0604020202020204" pitchFamily="34" charset="0"/>
                <a:ea typeface="宋体" panose="02010600030101010101" pitchFamily="2" charset="-122"/>
              </a:rPr>
              <a:t>4      if v adjacent to u </a:t>
            </a:r>
            <a:endParaRPr lang="en-US" altLang="zh-CN" sz="2000" dirty="0">
              <a:latin typeface="Arial" panose="020B0604020202020204" pitchFamily="34" charset="0"/>
              <a:ea typeface="宋体" panose="02010600030101010101" pitchFamily="2" charset="-122"/>
            </a:endParaRPr>
          </a:p>
          <a:p>
            <a:pPr marL="0" lvl="0" indent="0">
              <a:spcBef>
                <a:spcPct val="0"/>
              </a:spcBef>
              <a:buClrTx/>
              <a:buSzTx/>
              <a:buFontTx/>
              <a:buNone/>
            </a:pPr>
            <a:r>
              <a:rPr lang="en-US" altLang="zh-CN" sz="2000" dirty="0">
                <a:latin typeface="Arial" panose="020B0604020202020204" pitchFamily="34" charset="0"/>
                <a:ea typeface="宋体" panose="02010600030101010101" pitchFamily="2" charset="-122"/>
              </a:rPr>
              <a:t>5          then D(v) = c(u,v) </a:t>
            </a:r>
            <a:endParaRPr lang="en-US" altLang="zh-CN" sz="2000" dirty="0">
              <a:latin typeface="Arial" panose="020B0604020202020204" pitchFamily="34" charset="0"/>
              <a:ea typeface="宋体" panose="02010600030101010101" pitchFamily="2" charset="-122"/>
            </a:endParaRPr>
          </a:p>
          <a:p>
            <a:pPr marL="0" lvl="0" indent="0">
              <a:spcBef>
                <a:spcPct val="0"/>
              </a:spcBef>
              <a:buClrTx/>
              <a:buSzTx/>
              <a:buFontTx/>
              <a:buNone/>
            </a:pPr>
            <a:r>
              <a:rPr lang="en-US" altLang="zh-CN" sz="2000" dirty="0">
                <a:latin typeface="Arial" panose="020B0604020202020204" pitchFamily="34" charset="0"/>
                <a:ea typeface="宋体" panose="02010600030101010101" pitchFamily="2" charset="-122"/>
              </a:rPr>
              <a:t>6      else D(v) = ∞ </a:t>
            </a:r>
            <a:endParaRPr lang="en-US" altLang="zh-CN" sz="2000" dirty="0">
              <a:latin typeface="Arial" panose="020B0604020202020204" pitchFamily="34" charset="0"/>
              <a:ea typeface="宋体" panose="02010600030101010101" pitchFamily="2" charset="-122"/>
            </a:endParaRPr>
          </a:p>
          <a:p>
            <a:pPr marL="0" lvl="0" indent="0">
              <a:spcBef>
                <a:spcPct val="0"/>
              </a:spcBef>
              <a:buClrTx/>
              <a:buSzTx/>
              <a:buFontTx/>
              <a:buNone/>
            </a:pPr>
            <a:r>
              <a:rPr lang="en-US" altLang="zh-CN" sz="2000" dirty="0">
                <a:latin typeface="Arial" panose="020B0604020202020204" pitchFamily="34" charset="0"/>
                <a:ea typeface="宋体" panose="02010600030101010101" pitchFamily="2" charset="-122"/>
              </a:rPr>
              <a:t>7 </a:t>
            </a:r>
            <a:endParaRPr lang="en-US" altLang="zh-CN" sz="2000" dirty="0">
              <a:latin typeface="Arial" panose="020B0604020202020204" pitchFamily="34" charset="0"/>
              <a:ea typeface="宋体" panose="02010600030101010101" pitchFamily="2" charset="-122"/>
            </a:endParaRPr>
          </a:p>
          <a:p>
            <a:pPr marL="0" lvl="0" indent="0">
              <a:spcBef>
                <a:spcPct val="0"/>
              </a:spcBef>
              <a:buClrTx/>
              <a:buSzTx/>
              <a:buFontTx/>
              <a:buNone/>
            </a:pPr>
            <a:r>
              <a:rPr lang="en-US" altLang="zh-CN" sz="2000" dirty="0">
                <a:latin typeface="Arial" panose="020B0604020202020204" pitchFamily="34" charset="0"/>
                <a:ea typeface="宋体" panose="02010600030101010101" pitchFamily="2" charset="-122"/>
              </a:rPr>
              <a:t>8   </a:t>
            </a:r>
            <a:r>
              <a:rPr lang="en-US" altLang="zh-CN" sz="2000" b="1" i="1" dirty="0">
                <a:latin typeface="Arial" panose="020B0604020202020204" pitchFamily="34" charset="0"/>
                <a:ea typeface="宋体" panose="02010600030101010101" pitchFamily="2" charset="-122"/>
              </a:rPr>
              <a:t>Loop</a:t>
            </a:r>
            <a:r>
              <a:rPr lang="en-US" altLang="zh-CN" sz="2000" i="1" dirty="0">
                <a:latin typeface="Arial" panose="020B0604020202020204" pitchFamily="34" charset="0"/>
                <a:ea typeface="宋体" panose="02010600030101010101" pitchFamily="2" charset="-122"/>
              </a:rPr>
              <a:t> </a:t>
            </a:r>
            <a:endParaRPr lang="en-US" altLang="zh-CN" sz="2000" dirty="0">
              <a:latin typeface="Arial" panose="020B0604020202020204" pitchFamily="34" charset="0"/>
              <a:ea typeface="宋体" panose="02010600030101010101" pitchFamily="2" charset="-122"/>
            </a:endParaRPr>
          </a:p>
          <a:p>
            <a:pPr marL="0" lvl="0" indent="0">
              <a:spcBef>
                <a:spcPct val="0"/>
              </a:spcBef>
              <a:buClrTx/>
              <a:buSzTx/>
              <a:buFontTx/>
              <a:buNone/>
            </a:pPr>
            <a:r>
              <a:rPr lang="en-US" altLang="zh-CN" sz="2000" dirty="0">
                <a:latin typeface="Arial" panose="020B0604020202020204" pitchFamily="34" charset="0"/>
                <a:ea typeface="宋体" panose="02010600030101010101" pitchFamily="2" charset="-122"/>
              </a:rPr>
              <a:t>9     find w not in N' such that D(w) is a minimum </a:t>
            </a:r>
            <a:endParaRPr lang="en-US" altLang="zh-CN" sz="2000" dirty="0">
              <a:latin typeface="Arial" panose="020B0604020202020204" pitchFamily="34" charset="0"/>
              <a:ea typeface="宋体" panose="02010600030101010101" pitchFamily="2" charset="-122"/>
            </a:endParaRPr>
          </a:p>
          <a:p>
            <a:pPr marL="0" lvl="0" indent="0">
              <a:spcBef>
                <a:spcPct val="0"/>
              </a:spcBef>
              <a:buClrTx/>
              <a:buSzTx/>
              <a:buFontTx/>
              <a:buNone/>
            </a:pPr>
            <a:r>
              <a:rPr lang="en-US" altLang="zh-CN" sz="2000" dirty="0">
                <a:latin typeface="Arial" panose="020B0604020202020204" pitchFamily="34" charset="0"/>
                <a:ea typeface="宋体" panose="02010600030101010101" pitchFamily="2" charset="-122"/>
              </a:rPr>
              <a:t>10    add w to N' </a:t>
            </a:r>
            <a:endParaRPr lang="en-US" altLang="zh-CN" sz="2000" dirty="0">
              <a:latin typeface="Arial" panose="020B0604020202020204" pitchFamily="34" charset="0"/>
              <a:ea typeface="宋体" panose="02010600030101010101" pitchFamily="2" charset="-122"/>
            </a:endParaRPr>
          </a:p>
          <a:p>
            <a:pPr marL="0" lvl="0" indent="0">
              <a:spcBef>
                <a:spcPct val="0"/>
              </a:spcBef>
              <a:buClrTx/>
              <a:buSzTx/>
              <a:buFontTx/>
              <a:buNone/>
            </a:pPr>
            <a:r>
              <a:rPr lang="en-US" altLang="zh-CN" sz="2000" dirty="0">
                <a:latin typeface="Arial" panose="020B0604020202020204" pitchFamily="34" charset="0"/>
                <a:ea typeface="宋体" panose="02010600030101010101" pitchFamily="2" charset="-122"/>
              </a:rPr>
              <a:t>11    update D(v) for all v adjacent to w and not in N' : </a:t>
            </a:r>
            <a:endParaRPr lang="en-US" altLang="zh-CN" sz="2000" dirty="0">
              <a:latin typeface="Arial" panose="020B0604020202020204" pitchFamily="34" charset="0"/>
              <a:ea typeface="宋体" panose="02010600030101010101" pitchFamily="2" charset="-122"/>
            </a:endParaRPr>
          </a:p>
          <a:p>
            <a:pPr marL="0" lvl="0" indent="0">
              <a:spcBef>
                <a:spcPct val="0"/>
              </a:spcBef>
              <a:buClrTx/>
              <a:buSzTx/>
              <a:buFontTx/>
              <a:buNone/>
            </a:pPr>
            <a:r>
              <a:rPr lang="en-US" altLang="zh-CN" sz="2000" dirty="0">
                <a:latin typeface="Arial" panose="020B0604020202020204" pitchFamily="34" charset="0"/>
                <a:ea typeface="宋体" panose="02010600030101010101" pitchFamily="2" charset="-122"/>
              </a:rPr>
              <a:t>12       </a:t>
            </a:r>
            <a:r>
              <a:rPr lang="en-US" altLang="zh-CN" sz="2000" dirty="0">
                <a:solidFill>
                  <a:srgbClr val="FF0000"/>
                </a:solidFill>
                <a:latin typeface="Arial" panose="020B0604020202020204" pitchFamily="34" charset="0"/>
                <a:ea typeface="宋体" panose="02010600030101010101" pitchFamily="2" charset="-122"/>
              </a:rPr>
              <a:t>D(v) = min( D(v), D(w) + c(w,v) ) </a:t>
            </a:r>
            <a:endParaRPr lang="en-US" altLang="zh-CN" sz="2000" dirty="0">
              <a:solidFill>
                <a:srgbClr val="FF0000"/>
              </a:solidFill>
              <a:latin typeface="Arial" panose="020B0604020202020204" pitchFamily="34" charset="0"/>
              <a:ea typeface="宋体" panose="02010600030101010101" pitchFamily="2" charset="-122"/>
            </a:endParaRPr>
          </a:p>
          <a:p>
            <a:pPr marL="0" lvl="0" indent="0">
              <a:spcBef>
                <a:spcPct val="0"/>
              </a:spcBef>
              <a:buClrTx/>
              <a:buSzTx/>
              <a:buFontTx/>
              <a:buNone/>
            </a:pPr>
            <a:r>
              <a:rPr lang="en-US" altLang="zh-CN" sz="2000" dirty="0">
                <a:latin typeface="Arial" panose="020B0604020202020204" pitchFamily="34" charset="0"/>
                <a:ea typeface="宋体" panose="02010600030101010101" pitchFamily="2" charset="-122"/>
              </a:rPr>
              <a:t>13    /* new cost to v is either old cost to v or known </a:t>
            </a:r>
            <a:endParaRPr lang="en-US" altLang="zh-CN" sz="2000" dirty="0">
              <a:latin typeface="Arial" panose="020B0604020202020204" pitchFamily="34" charset="0"/>
              <a:ea typeface="宋体" panose="02010600030101010101" pitchFamily="2" charset="-122"/>
            </a:endParaRPr>
          </a:p>
          <a:p>
            <a:pPr marL="0" lvl="0" indent="0">
              <a:spcBef>
                <a:spcPct val="0"/>
              </a:spcBef>
              <a:buClrTx/>
              <a:buSzTx/>
              <a:buFontTx/>
              <a:buNone/>
            </a:pPr>
            <a:r>
              <a:rPr lang="en-US" altLang="zh-CN" sz="2000" dirty="0">
                <a:latin typeface="Arial" panose="020B0604020202020204" pitchFamily="34" charset="0"/>
                <a:ea typeface="宋体" panose="02010600030101010101" pitchFamily="2" charset="-122"/>
              </a:rPr>
              <a:t>14     shortest path cost to w plus cost from w to v */ </a:t>
            </a:r>
            <a:endParaRPr lang="en-US" altLang="zh-CN" sz="2000" dirty="0">
              <a:latin typeface="Arial" panose="020B0604020202020204" pitchFamily="34" charset="0"/>
              <a:ea typeface="宋体" panose="02010600030101010101" pitchFamily="2" charset="-122"/>
            </a:endParaRPr>
          </a:p>
          <a:p>
            <a:pPr marL="0" lvl="0" indent="0">
              <a:spcBef>
                <a:spcPct val="0"/>
              </a:spcBef>
              <a:buClrTx/>
              <a:buSzTx/>
              <a:buFontTx/>
              <a:buNone/>
            </a:pPr>
            <a:r>
              <a:rPr lang="en-US" altLang="zh-CN" sz="2000" dirty="0">
                <a:latin typeface="Arial" panose="020B0604020202020204" pitchFamily="34" charset="0"/>
                <a:ea typeface="宋体" panose="02010600030101010101" pitchFamily="2" charset="-122"/>
              </a:rPr>
              <a:t>15  </a:t>
            </a:r>
            <a:r>
              <a:rPr lang="en-US" altLang="zh-CN" sz="2000" b="1" i="1" dirty="0">
                <a:latin typeface="Arial" panose="020B0604020202020204" pitchFamily="34" charset="0"/>
                <a:ea typeface="宋体" panose="02010600030101010101" pitchFamily="2" charset="-122"/>
              </a:rPr>
              <a:t>until all nodes in N'</a:t>
            </a:r>
            <a:r>
              <a:rPr lang="en-US" altLang="zh-CN" sz="2000" dirty="0">
                <a:latin typeface="Arial" panose="020B0604020202020204" pitchFamily="34" charset="0"/>
                <a:ea typeface="宋体" panose="02010600030101010101" pitchFamily="2" charset="-122"/>
              </a:rPr>
              <a:t> </a:t>
            </a:r>
            <a:endParaRPr lang="en-US" altLang="zh-CN" sz="2000" dirty="0">
              <a:latin typeface="Arial" panose="020B0604020202020204" pitchFamily="34" charset="0"/>
              <a:ea typeface="宋体" panose="02010600030101010101" pitchFamily="2" charset="-122"/>
            </a:endParaRPr>
          </a:p>
        </p:txBody>
      </p:sp>
      <p:sp>
        <p:nvSpPr>
          <p:cNvPr id="92166" name="Freeform 4"/>
          <p:cNvSpPr/>
          <p:nvPr/>
        </p:nvSpPr>
        <p:spPr>
          <a:xfrm>
            <a:off x="600075" y="3543300"/>
            <a:ext cx="800100" cy="2886075"/>
          </a:xfrm>
          <a:custGeom>
            <a:avLst/>
            <a:gdLst/>
            <a:ahLst/>
            <a:cxnLst>
              <a:cxn ang="0">
                <a:pos x="2147483646" y="2147483646"/>
              </a:cxn>
              <a:cxn ang="0">
                <a:pos x="2147483646" y="2147483646"/>
              </a:cxn>
              <a:cxn ang="0">
                <a:pos x="2147483646" y="2147483646"/>
              </a:cxn>
              <a:cxn ang="0">
                <a:pos x="2147483646" y="2147483646"/>
              </a:cxn>
            </a:cxnLst>
            <a:pathLst>
              <a:path w="504" h="1818">
                <a:moveTo>
                  <a:pt x="504" y="1596"/>
                </a:moveTo>
                <a:cubicBezTo>
                  <a:pt x="444" y="1728"/>
                  <a:pt x="240" y="1818"/>
                  <a:pt x="120" y="1602"/>
                </a:cubicBezTo>
                <a:cubicBezTo>
                  <a:pt x="0" y="1386"/>
                  <a:pt x="48" y="444"/>
                  <a:pt x="90" y="192"/>
                </a:cubicBezTo>
                <a:cubicBezTo>
                  <a:pt x="162" y="0"/>
                  <a:pt x="294" y="84"/>
                  <a:pt x="396" y="144"/>
                </a:cubicBezTo>
              </a:path>
            </a:pathLst>
          </a:custGeom>
          <a:noFill/>
          <a:ln w="28575" cap="flat" cmpd="sng">
            <a:solidFill>
              <a:schemeClr val="accent2">
                <a:alpha val="100000"/>
              </a:schemeClr>
            </a:solidFill>
            <a:prstDash val="solid"/>
            <a:round/>
            <a:headEnd type="none" w="med" len="med"/>
            <a:tailEnd type="triangle" w="med" len="med"/>
          </a:ln>
        </p:spPr>
        <p:txBody>
          <a:bodyPr/>
          <a:p>
            <a:endParaRPr lang="zh-CN" alt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3186" name="页脚占位符 3"/>
          <p:cNvSpPr txBox="1">
            <a:spLocks noGrp="1"/>
          </p:cNvSpPr>
          <p:nvPr>
            <p:ph type="ftr" sz="quarter" idx="11"/>
          </p:nvPr>
        </p:nvSpPr>
        <p:spPr/>
        <p:txBody>
          <a:bodyPr/>
          <a:p>
            <a:pPr marL="0" indent="0" algn="r">
              <a:spcBef>
                <a:spcPct val="0"/>
              </a:spcBef>
              <a:buClrTx/>
              <a:buSzTx/>
              <a:buFontTx/>
              <a:buNone/>
            </a:pPr>
            <a:r>
              <a:rPr lang="en-US" altLang="zh-CN" sz="1400" dirty="0">
                <a:ea typeface="宋体" panose="02010600030101010101" pitchFamily="2" charset="-122"/>
              </a:rPr>
              <a:t>Network Layer</a:t>
            </a:r>
            <a:endParaRPr lang="en-US" altLang="zh-CN" sz="1400" dirty="0">
              <a:latin typeface="Times New Roman" panose="02020603050405020304" pitchFamily="18" charset="0"/>
              <a:ea typeface="宋体" panose="02010600030101010101" pitchFamily="2" charset="-122"/>
            </a:endParaRPr>
          </a:p>
        </p:txBody>
      </p:sp>
      <p:sp>
        <p:nvSpPr>
          <p:cNvPr id="93187" name="灯片编号占位符 4"/>
          <p:cNvSpPr txBox="1">
            <a:spLocks noGrp="1"/>
          </p:cNvSpPr>
          <p:nvPr>
            <p:ph type="sldNum" sz="quarter" idx="12"/>
          </p:nvPr>
        </p:nvSpPr>
        <p:spPr/>
        <p:txBody>
          <a:bodyPr/>
          <a:p>
            <a:pPr marL="0" indent="0" algn="r">
              <a:spcBef>
                <a:spcPct val="0"/>
              </a:spcBef>
              <a:buClrTx/>
              <a:buSzTx/>
              <a:buFontTx/>
              <a:buNone/>
            </a:pPr>
            <a:r>
              <a:rPr lang="en-US" altLang="zh-CN" sz="1400" dirty="0">
                <a:ea typeface="宋体" panose="02010600030101010101" pitchFamily="2" charset="-122"/>
              </a:rPr>
              <a:t>4-</a:t>
            </a: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93188" name="Rectangle 2"/>
          <p:cNvSpPr>
            <a:spLocks noGrp="1"/>
          </p:cNvSpPr>
          <p:nvPr>
            <p:ph type="title"/>
          </p:nvPr>
        </p:nvSpPr>
        <p:spPr/>
        <p:txBody>
          <a:bodyPr vert="horz" wrap="square" lIns="91440" tIns="45720" rIns="91440" bIns="45720" anchor="ctr" anchorCtr="0"/>
          <a:p>
            <a:r>
              <a:rPr lang="en-US" altLang="zh-CN" sz="3600" dirty="0">
                <a:ea typeface="宋体" panose="02010600030101010101" pitchFamily="2" charset="-122"/>
              </a:rPr>
              <a:t>Dijkstra’s algorithm: example</a:t>
            </a:r>
            <a:endParaRPr lang="en-US" altLang="zh-CN" dirty="0">
              <a:ea typeface="宋体" panose="02010600030101010101" pitchFamily="2" charset="-122"/>
            </a:endParaRPr>
          </a:p>
        </p:txBody>
      </p:sp>
      <p:sp>
        <p:nvSpPr>
          <p:cNvPr id="93189" name="Text Box 3"/>
          <p:cNvSpPr txBox="1"/>
          <p:nvPr/>
        </p:nvSpPr>
        <p:spPr>
          <a:xfrm>
            <a:off x="239713" y="1506538"/>
            <a:ext cx="706437" cy="22256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r">
              <a:spcBef>
                <a:spcPct val="0"/>
              </a:spcBef>
              <a:buClrTx/>
              <a:buSzTx/>
              <a:buFontTx/>
              <a:buNone/>
            </a:pPr>
            <a:r>
              <a:rPr lang="en-US" altLang="zh-CN" sz="2000" dirty="0">
                <a:latin typeface="Arial" panose="020B0604020202020204" pitchFamily="34" charset="0"/>
                <a:ea typeface="宋体" panose="02010600030101010101" pitchFamily="2" charset="-122"/>
              </a:rPr>
              <a:t>Step</a:t>
            </a:r>
            <a:endParaRPr lang="en-US" altLang="zh-CN" sz="2000" dirty="0">
              <a:latin typeface="Arial" panose="020B0604020202020204" pitchFamily="34" charset="0"/>
              <a:ea typeface="宋体" panose="02010600030101010101" pitchFamily="2" charset="-122"/>
            </a:endParaRPr>
          </a:p>
          <a:p>
            <a:pPr marL="0" lvl="0" indent="0" algn="r">
              <a:spcBef>
                <a:spcPct val="0"/>
              </a:spcBef>
              <a:buClrTx/>
              <a:buSzTx/>
              <a:buFontTx/>
              <a:buNone/>
            </a:pPr>
            <a:r>
              <a:rPr lang="en-US" altLang="zh-CN" sz="2000" dirty="0">
                <a:latin typeface="Arial" panose="020B0604020202020204" pitchFamily="34" charset="0"/>
                <a:ea typeface="宋体" panose="02010600030101010101" pitchFamily="2" charset="-122"/>
              </a:rPr>
              <a:t>0</a:t>
            </a:r>
            <a:endParaRPr lang="en-US" altLang="zh-CN" sz="2000" dirty="0">
              <a:latin typeface="Arial" panose="020B0604020202020204" pitchFamily="34" charset="0"/>
              <a:ea typeface="宋体" panose="02010600030101010101" pitchFamily="2" charset="-122"/>
            </a:endParaRPr>
          </a:p>
          <a:p>
            <a:pPr marL="0" lvl="0" indent="0" algn="r">
              <a:spcBef>
                <a:spcPct val="0"/>
              </a:spcBef>
              <a:buClrTx/>
              <a:buSzTx/>
              <a:buFontTx/>
              <a:buNone/>
            </a:pPr>
            <a:r>
              <a:rPr lang="en-US" altLang="zh-CN" sz="2000" dirty="0">
                <a:latin typeface="Arial" panose="020B0604020202020204" pitchFamily="34" charset="0"/>
                <a:ea typeface="宋体" panose="02010600030101010101" pitchFamily="2" charset="-122"/>
              </a:rPr>
              <a:t>1</a:t>
            </a:r>
            <a:endParaRPr lang="en-US" altLang="zh-CN" sz="2000" dirty="0">
              <a:latin typeface="Arial" panose="020B0604020202020204" pitchFamily="34" charset="0"/>
              <a:ea typeface="宋体" panose="02010600030101010101" pitchFamily="2" charset="-122"/>
            </a:endParaRPr>
          </a:p>
          <a:p>
            <a:pPr marL="0" lvl="0" indent="0" algn="r">
              <a:spcBef>
                <a:spcPct val="0"/>
              </a:spcBef>
              <a:buClrTx/>
              <a:buSzTx/>
              <a:buFontTx/>
              <a:buNone/>
            </a:pPr>
            <a:r>
              <a:rPr lang="en-US" altLang="zh-CN" sz="2000" dirty="0">
                <a:latin typeface="Arial" panose="020B0604020202020204" pitchFamily="34" charset="0"/>
                <a:ea typeface="宋体" panose="02010600030101010101" pitchFamily="2" charset="-122"/>
              </a:rPr>
              <a:t>2</a:t>
            </a:r>
            <a:endParaRPr lang="en-US" altLang="zh-CN" sz="2000" dirty="0">
              <a:latin typeface="Arial" panose="020B0604020202020204" pitchFamily="34" charset="0"/>
              <a:ea typeface="宋体" panose="02010600030101010101" pitchFamily="2" charset="-122"/>
            </a:endParaRPr>
          </a:p>
          <a:p>
            <a:pPr marL="0" lvl="0" indent="0" algn="r">
              <a:spcBef>
                <a:spcPct val="0"/>
              </a:spcBef>
              <a:buClrTx/>
              <a:buSzTx/>
              <a:buFontTx/>
              <a:buNone/>
            </a:pPr>
            <a:r>
              <a:rPr lang="en-US" altLang="zh-CN" sz="2000" dirty="0">
                <a:latin typeface="Arial" panose="020B0604020202020204" pitchFamily="34" charset="0"/>
                <a:ea typeface="宋体" panose="02010600030101010101" pitchFamily="2" charset="-122"/>
              </a:rPr>
              <a:t>3</a:t>
            </a:r>
            <a:endParaRPr lang="en-US" altLang="zh-CN" sz="2000" dirty="0">
              <a:latin typeface="Arial" panose="020B0604020202020204" pitchFamily="34" charset="0"/>
              <a:ea typeface="宋体" panose="02010600030101010101" pitchFamily="2" charset="-122"/>
            </a:endParaRPr>
          </a:p>
          <a:p>
            <a:pPr marL="0" lvl="0" indent="0" algn="r">
              <a:spcBef>
                <a:spcPct val="0"/>
              </a:spcBef>
              <a:buClrTx/>
              <a:buSzTx/>
              <a:buFontTx/>
              <a:buNone/>
            </a:pPr>
            <a:r>
              <a:rPr lang="en-US" altLang="zh-CN" sz="2000" dirty="0">
                <a:latin typeface="Arial" panose="020B0604020202020204" pitchFamily="34" charset="0"/>
                <a:ea typeface="宋体" panose="02010600030101010101" pitchFamily="2" charset="-122"/>
              </a:rPr>
              <a:t>4</a:t>
            </a:r>
            <a:endParaRPr lang="en-US" altLang="zh-CN" sz="2000" dirty="0">
              <a:latin typeface="Arial" panose="020B0604020202020204" pitchFamily="34" charset="0"/>
              <a:ea typeface="宋体" panose="02010600030101010101" pitchFamily="2" charset="-122"/>
            </a:endParaRPr>
          </a:p>
          <a:p>
            <a:pPr marL="0" lvl="0" indent="0" algn="r">
              <a:spcBef>
                <a:spcPct val="0"/>
              </a:spcBef>
              <a:buClrTx/>
              <a:buSzTx/>
              <a:buFontTx/>
              <a:buNone/>
            </a:pPr>
            <a:r>
              <a:rPr lang="en-US" altLang="zh-CN" sz="2000" dirty="0">
                <a:latin typeface="Arial" panose="020B0604020202020204" pitchFamily="34" charset="0"/>
                <a:ea typeface="宋体" panose="02010600030101010101" pitchFamily="2" charset="-122"/>
              </a:rPr>
              <a:t>5</a:t>
            </a:r>
            <a:endParaRPr lang="en-US" altLang="zh-CN" sz="2000" dirty="0">
              <a:latin typeface="Arial" panose="020B0604020202020204" pitchFamily="34" charset="0"/>
              <a:ea typeface="宋体" panose="02010600030101010101" pitchFamily="2" charset="-122"/>
            </a:endParaRPr>
          </a:p>
        </p:txBody>
      </p:sp>
      <p:sp>
        <p:nvSpPr>
          <p:cNvPr id="93190" name="Text Box 4"/>
          <p:cNvSpPr txBox="1"/>
          <p:nvPr/>
        </p:nvSpPr>
        <p:spPr>
          <a:xfrm>
            <a:off x="1252538" y="1516063"/>
            <a:ext cx="1017587" cy="22256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r">
              <a:spcBef>
                <a:spcPct val="0"/>
              </a:spcBef>
              <a:buClrTx/>
              <a:buSzTx/>
              <a:buFontTx/>
              <a:buNone/>
            </a:pPr>
            <a:r>
              <a:rPr lang="en-US" altLang="zh-CN" sz="2000" dirty="0">
                <a:latin typeface="Arial" panose="020B0604020202020204" pitchFamily="34" charset="0"/>
                <a:ea typeface="宋体" panose="02010600030101010101" pitchFamily="2" charset="-122"/>
              </a:rPr>
              <a:t>N</a:t>
            </a:r>
            <a:r>
              <a:rPr lang="en-US" altLang="zh-CN" sz="2000" dirty="0">
                <a:latin typeface="Arial" panose="020B0604020202020204" pitchFamily="34" charset="0"/>
                <a:ea typeface="宋体" panose="02010600030101010101" pitchFamily="2" charset="-122"/>
              </a:rPr>
              <a:t>'</a:t>
            </a:r>
            <a:endParaRPr lang="en-US" altLang="zh-CN" sz="2000" dirty="0">
              <a:latin typeface="Arial" panose="020B0604020202020204" pitchFamily="34" charset="0"/>
              <a:ea typeface="宋体" panose="02010600030101010101" pitchFamily="2" charset="-122"/>
            </a:endParaRPr>
          </a:p>
          <a:p>
            <a:pPr marL="0" lvl="0" indent="0" algn="r">
              <a:spcBef>
                <a:spcPct val="0"/>
              </a:spcBef>
              <a:buClrTx/>
              <a:buSzTx/>
              <a:buFontTx/>
              <a:buNone/>
            </a:pPr>
            <a:r>
              <a:rPr lang="en-US" altLang="zh-CN" sz="2000" dirty="0">
                <a:latin typeface="Arial" panose="020B0604020202020204" pitchFamily="34" charset="0"/>
                <a:ea typeface="宋体" panose="02010600030101010101" pitchFamily="2" charset="-122"/>
              </a:rPr>
              <a:t>u</a:t>
            </a:r>
            <a:endParaRPr lang="en-US" altLang="zh-CN" sz="2000" dirty="0">
              <a:latin typeface="Arial" panose="020B0604020202020204" pitchFamily="34" charset="0"/>
              <a:ea typeface="宋体" panose="02010600030101010101" pitchFamily="2" charset="-122"/>
            </a:endParaRPr>
          </a:p>
          <a:p>
            <a:pPr marL="0" lvl="0" indent="0" algn="r">
              <a:spcBef>
                <a:spcPct val="0"/>
              </a:spcBef>
              <a:buClrTx/>
              <a:buSzTx/>
              <a:buFontTx/>
              <a:buNone/>
            </a:pPr>
            <a:r>
              <a:rPr lang="en-US" altLang="zh-CN" sz="2000" dirty="0">
                <a:latin typeface="Arial" panose="020B0604020202020204" pitchFamily="34" charset="0"/>
                <a:ea typeface="宋体" panose="02010600030101010101" pitchFamily="2" charset="-122"/>
              </a:rPr>
              <a:t>ux</a:t>
            </a:r>
            <a:endParaRPr lang="en-US" altLang="zh-CN" sz="2000" dirty="0">
              <a:latin typeface="Arial" panose="020B0604020202020204" pitchFamily="34" charset="0"/>
              <a:ea typeface="宋体" panose="02010600030101010101" pitchFamily="2" charset="-122"/>
            </a:endParaRPr>
          </a:p>
          <a:p>
            <a:pPr marL="0" lvl="0" indent="0" algn="r">
              <a:spcBef>
                <a:spcPct val="0"/>
              </a:spcBef>
              <a:buClrTx/>
              <a:buSzTx/>
              <a:buFontTx/>
              <a:buNone/>
            </a:pPr>
            <a:r>
              <a:rPr lang="en-US" altLang="zh-CN" sz="2000" dirty="0">
                <a:latin typeface="Arial" panose="020B0604020202020204" pitchFamily="34" charset="0"/>
                <a:ea typeface="宋体" panose="02010600030101010101" pitchFamily="2" charset="-122"/>
              </a:rPr>
              <a:t>uxy</a:t>
            </a:r>
            <a:endParaRPr lang="en-US" altLang="zh-CN" sz="2000" dirty="0">
              <a:latin typeface="Arial" panose="020B0604020202020204" pitchFamily="34" charset="0"/>
              <a:ea typeface="宋体" panose="02010600030101010101" pitchFamily="2" charset="-122"/>
            </a:endParaRPr>
          </a:p>
          <a:p>
            <a:pPr marL="0" lvl="0" indent="0" algn="r">
              <a:spcBef>
                <a:spcPct val="0"/>
              </a:spcBef>
              <a:buClrTx/>
              <a:buSzTx/>
              <a:buFontTx/>
              <a:buNone/>
            </a:pPr>
            <a:r>
              <a:rPr lang="en-US" altLang="zh-CN" sz="2000" dirty="0">
                <a:latin typeface="Arial" panose="020B0604020202020204" pitchFamily="34" charset="0"/>
                <a:ea typeface="宋体" panose="02010600030101010101" pitchFamily="2" charset="-122"/>
              </a:rPr>
              <a:t>uxyv</a:t>
            </a:r>
            <a:endParaRPr lang="en-US" altLang="zh-CN" sz="2000" dirty="0">
              <a:latin typeface="Arial" panose="020B0604020202020204" pitchFamily="34" charset="0"/>
              <a:ea typeface="宋体" panose="02010600030101010101" pitchFamily="2" charset="-122"/>
            </a:endParaRPr>
          </a:p>
          <a:p>
            <a:pPr marL="0" lvl="0" indent="0" algn="r">
              <a:spcBef>
                <a:spcPct val="0"/>
              </a:spcBef>
              <a:buClrTx/>
              <a:buSzTx/>
              <a:buFontTx/>
              <a:buNone/>
            </a:pPr>
            <a:r>
              <a:rPr lang="en-US" altLang="zh-CN" sz="2000" dirty="0">
                <a:latin typeface="Arial" panose="020B0604020202020204" pitchFamily="34" charset="0"/>
                <a:ea typeface="宋体" panose="02010600030101010101" pitchFamily="2" charset="-122"/>
              </a:rPr>
              <a:t>uxyvw</a:t>
            </a:r>
            <a:endParaRPr lang="en-US" altLang="zh-CN" sz="2000" dirty="0">
              <a:latin typeface="Arial" panose="020B0604020202020204" pitchFamily="34" charset="0"/>
              <a:ea typeface="宋体" panose="02010600030101010101" pitchFamily="2" charset="-122"/>
            </a:endParaRPr>
          </a:p>
          <a:p>
            <a:pPr marL="0" lvl="0" indent="0" algn="r">
              <a:spcBef>
                <a:spcPct val="0"/>
              </a:spcBef>
              <a:buClrTx/>
              <a:buSzTx/>
              <a:buFontTx/>
              <a:buNone/>
            </a:pPr>
            <a:r>
              <a:rPr lang="en-US" altLang="zh-CN" sz="2000" dirty="0">
                <a:latin typeface="Arial" panose="020B0604020202020204" pitchFamily="34" charset="0"/>
                <a:ea typeface="宋体" panose="02010600030101010101" pitchFamily="2" charset="-122"/>
              </a:rPr>
              <a:t>uxyvwz</a:t>
            </a:r>
            <a:endParaRPr lang="en-US" altLang="zh-CN" sz="2000" dirty="0">
              <a:latin typeface="Arial" panose="020B0604020202020204" pitchFamily="34" charset="0"/>
              <a:ea typeface="宋体" panose="02010600030101010101" pitchFamily="2" charset="-122"/>
            </a:endParaRPr>
          </a:p>
        </p:txBody>
      </p:sp>
      <p:sp>
        <p:nvSpPr>
          <p:cNvPr id="93191" name="Text Box 5"/>
          <p:cNvSpPr txBox="1"/>
          <p:nvPr/>
        </p:nvSpPr>
        <p:spPr>
          <a:xfrm>
            <a:off x="2500313" y="1497013"/>
            <a:ext cx="1169987" cy="13112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r">
              <a:spcBef>
                <a:spcPct val="0"/>
              </a:spcBef>
              <a:buClrTx/>
              <a:buSzTx/>
              <a:buFontTx/>
              <a:buNone/>
            </a:pPr>
            <a:r>
              <a:rPr lang="en-US" altLang="zh-CN" sz="2000" dirty="0">
                <a:latin typeface="Arial" panose="020B0604020202020204" pitchFamily="34" charset="0"/>
                <a:ea typeface="宋体" panose="02010600030101010101" pitchFamily="2" charset="-122"/>
              </a:rPr>
              <a:t>D(v),p(v)</a:t>
            </a:r>
            <a:endParaRPr lang="en-US" altLang="zh-CN" sz="2000" dirty="0">
              <a:latin typeface="Arial" panose="020B0604020202020204" pitchFamily="34" charset="0"/>
              <a:ea typeface="宋体" panose="02010600030101010101" pitchFamily="2" charset="-122"/>
            </a:endParaRPr>
          </a:p>
          <a:p>
            <a:pPr marL="0" lvl="0" indent="0" algn="r">
              <a:spcBef>
                <a:spcPct val="0"/>
              </a:spcBef>
              <a:buClrTx/>
              <a:buSzTx/>
              <a:buFontTx/>
              <a:buNone/>
            </a:pPr>
            <a:r>
              <a:rPr lang="en-US" altLang="zh-CN" sz="2000" dirty="0">
                <a:latin typeface="Arial" panose="020B0604020202020204" pitchFamily="34" charset="0"/>
                <a:ea typeface="宋体" panose="02010600030101010101" pitchFamily="2" charset="-122"/>
              </a:rPr>
              <a:t>2,u</a:t>
            </a:r>
            <a:endParaRPr lang="en-US" altLang="zh-CN" sz="2000" dirty="0">
              <a:latin typeface="Arial" panose="020B0604020202020204" pitchFamily="34" charset="0"/>
              <a:ea typeface="宋体" panose="02010600030101010101" pitchFamily="2" charset="-122"/>
            </a:endParaRPr>
          </a:p>
          <a:p>
            <a:pPr marL="0" lvl="0" indent="0" algn="r">
              <a:spcBef>
                <a:spcPct val="0"/>
              </a:spcBef>
              <a:buClrTx/>
              <a:buSzTx/>
              <a:buFontTx/>
              <a:buNone/>
            </a:pPr>
            <a:r>
              <a:rPr lang="en-US" altLang="zh-CN" sz="2000" dirty="0">
                <a:latin typeface="Arial" panose="020B0604020202020204" pitchFamily="34" charset="0"/>
                <a:ea typeface="宋体" panose="02010600030101010101" pitchFamily="2" charset="-122"/>
              </a:rPr>
              <a:t>2,u</a:t>
            </a:r>
            <a:endParaRPr lang="en-US" altLang="zh-CN" sz="2000" dirty="0">
              <a:latin typeface="Arial" panose="020B0604020202020204" pitchFamily="34" charset="0"/>
              <a:ea typeface="宋体" panose="02010600030101010101" pitchFamily="2" charset="-122"/>
            </a:endParaRPr>
          </a:p>
          <a:p>
            <a:pPr marL="0" lvl="0" indent="0" algn="r">
              <a:spcBef>
                <a:spcPct val="0"/>
              </a:spcBef>
              <a:buClrTx/>
              <a:buSzTx/>
              <a:buFontTx/>
              <a:buNone/>
            </a:pPr>
            <a:r>
              <a:rPr lang="en-US" altLang="zh-CN" sz="2000" dirty="0">
                <a:latin typeface="Arial" panose="020B0604020202020204" pitchFamily="34" charset="0"/>
                <a:ea typeface="宋体" panose="02010600030101010101" pitchFamily="2" charset="-122"/>
              </a:rPr>
              <a:t>2,u</a:t>
            </a:r>
            <a:endParaRPr lang="en-US" altLang="zh-CN" sz="2000" dirty="0">
              <a:latin typeface="Arial" panose="020B0604020202020204" pitchFamily="34" charset="0"/>
              <a:ea typeface="宋体" panose="02010600030101010101" pitchFamily="2" charset="-122"/>
            </a:endParaRPr>
          </a:p>
        </p:txBody>
      </p:sp>
      <p:sp>
        <p:nvSpPr>
          <p:cNvPr id="93192" name="Text Box 6"/>
          <p:cNvSpPr txBox="1"/>
          <p:nvPr/>
        </p:nvSpPr>
        <p:spPr>
          <a:xfrm>
            <a:off x="3667125" y="1501775"/>
            <a:ext cx="1284288" cy="16160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r">
              <a:spcBef>
                <a:spcPct val="0"/>
              </a:spcBef>
              <a:buClrTx/>
              <a:buSzTx/>
              <a:buFontTx/>
              <a:buNone/>
            </a:pPr>
            <a:r>
              <a:rPr lang="en-US" altLang="zh-CN" sz="2000" dirty="0">
                <a:latin typeface="Arial" panose="020B0604020202020204" pitchFamily="34" charset="0"/>
                <a:ea typeface="宋体" panose="02010600030101010101" pitchFamily="2" charset="-122"/>
              </a:rPr>
              <a:t>D(w),p(w)</a:t>
            </a:r>
            <a:endParaRPr lang="en-US" altLang="zh-CN" sz="2000" dirty="0">
              <a:latin typeface="Arial" panose="020B0604020202020204" pitchFamily="34" charset="0"/>
              <a:ea typeface="宋体" panose="02010600030101010101" pitchFamily="2" charset="-122"/>
            </a:endParaRPr>
          </a:p>
          <a:p>
            <a:pPr marL="0" lvl="0" indent="0" algn="r">
              <a:spcBef>
                <a:spcPct val="0"/>
              </a:spcBef>
              <a:buClrTx/>
              <a:buSzTx/>
              <a:buFontTx/>
              <a:buNone/>
            </a:pPr>
            <a:r>
              <a:rPr lang="en-US" altLang="zh-CN" sz="2000" dirty="0">
                <a:latin typeface="Arial" panose="020B0604020202020204" pitchFamily="34" charset="0"/>
                <a:ea typeface="宋体" panose="02010600030101010101" pitchFamily="2" charset="-122"/>
              </a:rPr>
              <a:t>5,u</a:t>
            </a:r>
            <a:endParaRPr lang="en-US" altLang="zh-CN" sz="2000" dirty="0">
              <a:latin typeface="Arial" panose="020B0604020202020204" pitchFamily="34" charset="0"/>
              <a:ea typeface="宋体" panose="02010600030101010101" pitchFamily="2" charset="-122"/>
            </a:endParaRPr>
          </a:p>
          <a:p>
            <a:pPr marL="0" lvl="0" indent="0" algn="r">
              <a:spcBef>
                <a:spcPct val="0"/>
              </a:spcBef>
              <a:buClrTx/>
              <a:buSzTx/>
              <a:buFontTx/>
              <a:buNone/>
            </a:pPr>
            <a:r>
              <a:rPr lang="en-US" altLang="zh-CN" sz="2000" dirty="0">
                <a:latin typeface="Arial" panose="020B0604020202020204" pitchFamily="34" charset="0"/>
                <a:ea typeface="宋体" panose="02010600030101010101" pitchFamily="2" charset="-122"/>
              </a:rPr>
              <a:t>4,x</a:t>
            </a:r>
            <a:endParaRPr lang="en-US" altLang="zh-CN" sz="2000" dirty="0">
              <a:latin typeface="Arial" panose="020B0604020202020204" pitchFamily="34" charset="0"/>
              <a:ea typeface="宋体" panose="02010600030101010101" pitchFamily="2" charset="-122"/>
            </a:endParaRPr>
          </a:p>
          <a:p>
            <a:pPr marL="0" lvl="0" indent="0" algn="r">
              <a:spcBef>
                <a:spcPct val="0"/>
              </a:spcBef>
              <a:buClrTx/>
              <a:buSzTx/>
              <a:buFontTx/>
              <a:buNone/>
            </a:pPr>
            <a:r>
              <a:rPr lang="en-US" altLang="zh-CN" sz="2000" dirty="0">
                <a:latin typeface="Arial" panose="020B0604020202020204" pitchFamily="34" charset="0"/>
                <a:ea typeface="宋体" panose="02010600030101010101" pitchFamily="2" charset="-122"/>
              </a:rPr>
              <a:t>3,y</a:t>
            </a:r>
            <a:endParaRPr lang="en-US" altLang="zh-CN" sz="2000" dirty="0">
              <a:latin typeface="Arial" panose="020B0604020202020204" pitchFamily="34" charset="0"/>
              <a:ea typeface="宋体" panose="02010600030101010101" pitchFamily="2" charset="-122"/>
            </a:endParaRPr>
          </a:p>
          <a:p>
            <a:pPr marL="0" lvl="0" indent="0" algn="r">
              <a:spcBef>
                <a:spcPct val="0"/>
              </a:spcBef>
              <a:buClrTx/>
              <a:buSzTx/>
              <a:buFontTx/>
              <a:buNone/>
            </a:pPr>
            <a:r>
              <a:rPr lang="en-US" altLang="zh-CN" sz="2000" dirty="0">
                <a:latin typeface="Arial" panose="020B0604020202020204" pitchFamily="34" charset="0"/>
                <a:ea typeface="宋体" panose="02010600030101010101" pitchFamily="2" charset="-122"/>
              </a:rPr>
              <a:t>3,y</a:t>
            </a:r>
            <a:endParaRPr lang="en-US" altLang="zh-CN" sz="2000" dirty="0">
              <a:latin typeface="Arial" panose="020B0604020202020204" pitchFamily="34" charset="0"/>
              <a:ea typeface="宋体" panose="02010600030101010101" pitchFamily="2" charset="-122"/>
            </a:endParaRPr>
          </a:p>
        </p:txBody>
      </p:sp>
      <p:sp>
        <p:nvSpPr>
          <p:cNvPr id="93193" name="Text Box 7"/>
          <p:cNvSpPr txBox="1"/>
          <p:nvPr/>
        </p:nvSpPr>
        <p:spPr>
          <a:xfrm>
            <a:off x="5057775" y="1497013"/>
            <a:ext cx="1169988" cy="7016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r">
              <a:spcBef>
                <a:spcPct val="0"/>
              </a:spcBef>
              <a:buClrTx/>
              <a:buSzTx/>
              <a:buFontTx/>
              <a:buNone/>
            </a:pPr>
            <a:r>
              <a:rPr lang="en-US" altLang="zh-CN" sz="2000" dirty="0">
                <a:latin typeface="Arial" panose="020B0604020202020204" pitchFamily="34" charset="0"/>
                <a:ea typeface="宋体" panose="02010600030101010101" pitchFamily="2" charset="-122"/>
              </a:rPr>
              <a:t>D(x),p(x)</a:t>
            </a:r>
            <a:endParaRPr lang="en-US" altLang="zh-CN" sz="2000" dirty="0">
              <a:latin typeface="Arial" panose="020B0604020202020204" pitchFamily="34" charset="0"/>
              <a:ea typeface="宋体" panose="02010600030101010101" pitchFamily="2" charset="-122"/>
            </a:endParaRPr>
          </a:p>
          <a:p>
            <a:pPr marL="0" lvl="0" indent="0" algn="r">
              <a:spcBef>
                <a:spcPct val="0"/>
              </a:spcBef>
              <a:buClrTx/>
              <a:buSzTx/>
              <a:buFontTx/>
              <a:buNone/>
            </a:pPr>
            <a:r>
              <a:rPr lang="en-US" altLang="zh-CN" sz="2000" dirty="0">
                <a:latin typeface="Arial" panose="020B0604020202020204" pitchFamily="34" charset="0"/>
                <a:ea typeface="宋体" panose="02010600030101010101" pitchFamily="2" charset="-122"/>
              </a:rPr>
              <a:t>1,u</a:t>
            </a:r>
            <a:endParaRPr lang="en-US" altLang="zh-CN" sz="2000" dirty="0">
              <a:latin typeface="Arial" panose="020B0604020202020204" pitchFamily="34" charset="0"/>
              <a:ea typeface="宋体" panose="02010600030101010101" pitchFamily="2" charset="-122"/>
            </a:endParaRPr>
          </a:p>
        </p:txBody>
      </p:sp>
      <p:sp>
        <p:nvSpPr>
          <p:cNvPr id="93194" name="Text Box 8"/>
          <p:cNvSpPr txBox="1"/>
          <p:nvPr/>
        </p:nvSpPr>
        <p:spPr>
          <a:xfrm>
            <a:off x="6353175" y="1501775"/>
            <a:ext cx="1169988" cy="10064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r">
              <a:spcBef>
                <a:spcPct val="0"/>
              </a:spcBef>
              <a:buClrTx/>
              <a:buSzTx/>
              <a:buFontTx/>
              <a:buNone/>
            </a:pPr>
            <a:r>
              <a:rPr lang="en-US" altLang="zh-CN" sz="2000" dirty="0">
                <a:latin typeface="Arial" panose="020B0604020202020204" pitchFamily="34" charset="0"/>
                <a:ea typeface="宋体" panose="02010600030101010101" pitchFamily="2" charset="-122"/>
              </a:rPr>
              <a:t>D(y),p(y)</a:t>
            </a:r>
            <a:endParaRPr lang="en-US" altLang="zh-CN" sz="2000" dirty="0">
              <a:latin typeface="Arial" panose="020B0604020202020204" pitchFamily="34" charset="0"/>
              <a:ea typeface="宋体" panose="02010600030101010101" pitchFamily="2" charset="-122"/>
            </a:endParaRPr>
          </a:p>
          <a:p>
            <a:pPr marL="0" lvl="0" indent="0" algn="r">
              <a:spcBef>
                <a:spcPct val="0"/>
              </a:spcBef>
              <a:buClrTx/>
              <a:buSzTx/>
              <a:buFontTx/>
              <a:buNone/>
            </a:pPr>
            <a:r>
              <a:rPr lang="en-US" altLang="zh-CN" sz="2000" dirty="0">
                <a:ea typeface="宋体" panose="02010600030101010101" pitchFamily="2" charset="-122"/>
              </a:rPr>
              <a:t>∞</a:t>
            </a:r>
            <a:endParaRPr lang="en-US" altLang="zh-CN" sz="2000" dirty="0">
              <a:ea typeface="宋体" panose="02010600030101010101" pitchFamily="2" charset="-122"/>
            </a:endParaRPr>
          </a:p>
          <a:p>
            <a:pPr marL="0" lvl="0" indent="0" algn="r">
              <a:spcBef>
                <a:spcPct val="0"/>
              </a:spcBef>
              <a:buClrTx/>
              <a:buSzTx/>
              <a:buFontTx/>
              <a:buNone/>
            </a:pPr>
            <a:r>
              <a:rPr lang="en-US" altLang="zh-CN" sz="2000" dirty="0">
                <a:latin typeface="Arial" panose="020B0604020202020204" pitchFamily="34" charset="0"/>
                <a:ea typeface="宋体" panose="02010600030101010101" pitchFamily="2" charset="-122"/>
              </a:rPr>
              <a:t>2,x</a:t>
            </a:r>
            <a:endParaRPr lang="en-US" altLang="zh-CN" sz="2000" dirty="0">
              <a:latin typeface="Arial" panose="020B0604020202020204" pitchFamily="34" charset="0"/>
              <a:ea typeface="宋体" panose="02010600030101010101" pitchFamily="2" charset="-122"/>
            </a:endParaRPr>
          </a:p>
        </p:txBody>
      </p:sp>
      <p:sp>
        <p:nvSpPr>
          <p:cNvPr id="93195" name="Text Box 9"/>
          <p:cNvSpPr txBox="1"/>
          <p:nvPr/>
        </p:nvSpPr>
        <p:spPr>
          <a:xfrm>
            <a:off x="7605713" y="1516063"/>
            <a:ext cx="1169987" cy="18605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r">
              <a:spcBef>
                <a:spcPct val="0"/>
              </a:spcBef>
              <a:buClrTx/>
              <a:buSzTx/>
              <a:buFontTx/>
              <a:buNone/>
            </a:pPr>
            <a:r>
              <a:rPr lang="en-US" altLang="zh-CN" sz="2000" dirty="0">
                <a:latin typeface="Arial" panose="020B0604020202020204" pitchFamily="34" charset="0"/>
                <a:ea typeface="宋体" panose="02010600030101010101" pitchFamily="2" charset="-122"/>
              </a:rPr>
              <a:t>D(z),p(z)</a:t>
            </a:r>
            <a:endParaRPr lang="en-US" altLang="zh-CN" sz="2000" dirty="0">
              <a:latin typeface="Arial" panose="020B0604020202020204" pitchFamily="34" charset="0"/>
              <a:ea typeface="宋体" panose="02010600030101010101" pitchFamily="2" charset="-122"/>
            </a:endParaRPr>
          </a:p>
          <a:p>
            <a:pPr marL="0" lvl="0" indent="0" algn="r">
              <a:spcBef>
                <a:spcPct val="0"/>
              </a:spcBef>
              <a:buClrTx/>
              <a:buSzTx/>
              <a:buFontTx/>
              <a:buNone/>
            </a:pPr>
            <a:r>
              <a:rPr lang="en-US" altLang="zh-CN" sz="1800" dirty="0">
                <a:ea typeface="宋体" panose="02010600030101010101" pitchFamily="2" charset="-122"/>
              </a:rPr>
              <a:t>∞ </a:t>
            </a:r>
            <a:endParaRPr lang="en-US" altLang="zh-CN" sz="2000" dirty="0">
              <a:latin typeface="Arial" panose="020B0604020202020204" pitchFamily="34" charset="0"/>
              <a:ea typeface="宋体" panose="02010600030101010101" pitchFamily="2" charset="-122"/>
            </a:endParaRPr>
          </a:p>
          <a:p>
            <a:pPr marL="0" lvl="0" indent="0" algn="r">
              <a:spcBef>
                <a:spcPct val="0"/>
              </a:spcBef>
              <a:buClrTx/>
              <a:buSzTx/>
              <a:buFontTx/>
              <a:buNone/>
            </a:pPr>
            <a:r>
              <a:rPr lang="en-US" altLang="zh-CN" sz="1800" dirty="0">
                <a:ea typeface="宋体" panose="02010600030101010101" pitchFamily="2" charset="-122"/>
              </a:rPr>
              <a:t>∞ </a:t>
            </a:r>
            <a:endParaRPr lang="en-US" altLang="zh-CN" sz="2000" dirty="0">
              <a:latin typeface="Arial" panose="020B0604020202020204" pitchFamily="34" charset="0"/>
              <a:ea typeface="宋体" panose="02010600030101010101" pitchFamily="2" charset="-122"/>
            </a:endParaRPr>
          </a:p>
          <a:p>
            <a:pPr marL="0" lvl="0" indent="0" algn="r">
              <a:spcBef>
                <a:spcPct val="0"/>
              </a:spcBef>
              <a:buClrTx/>
              <a:buSzTx/>
              <a:buFontTx/>
              <a:buNone/>
            </a:pPr>
            <a:r>
              <a:rPr lang="en-US" altLang="zh-CN" sz="2000" dirty="0">
                <a:latin typeface="Arial" panose="020B0604020202020204" pitchFamily="34" charset="0"/>
                <a:ea typeface="宋体" panose="02010600030101010101" pitchFamily="2" charset="-122"/>
              </a:rPr>
              <a:t>4,y</a:t>
            </a:r>
            <a:endParaRPr lang="en-US" altLang="zh-CN" sz="2000" dirty="0">
              <a:latin typeface="Arial" panose="020B0604020202020204" pitchFamily="34" charset="0"/>
              <a:ea typeface="宋体" panose="02010600030101010101" pitchFamily="2" charset="-122"/>
            </a:endParaRPr>
          </a:p>
          <a:p>
            <a:pPr marL="0" lvl="0" indent="0" algn="r">
              <a:spcBef>
                <a:spcPct val="0"/>
              </a:spcBef>
              <a:buClrTx/>
              <a:buSzTx/>
              <a:buFontTx/>
              <a:buNone/>
            </a:pPr>
            <a:r>
              <a:rPr lang="en-US" altLang="zh-CN" sz="2000" dirty="0">
                <a:latin typeface="Arial" panose="020B0604020202020204" pitchFamily="34" charset="0"/>
                <a:ea typeface="宋体" panose="02010600030101010101" pitchFamily="2" charset="-122"/>
              </a:rPr>
              <a:t>4,y</a:t>
            </a:r>
            <a:endParaRPr lang="en-US" altLang="zh-CN" sz="2000" dirty="0">
              <a:latin typeface="Arial" panose="020B0604020202020204" pitchFamily="34" charset="0"/>
              <a:ea typeface="宋体" panose="02010600030101010101" pitchFamily="2" charset="-122"/>
            </a:endParaRPr>
          </a:p>
          <a:p>
            <a:pPr marL="0" lvl="0" indent="0" algn="r">
              <a:spcBef>
                <a:spcPct val="0"/>
              </a:spcBef>
              <a:buClrTx/>
              <a:buSzTx/>
              <a:buFontTx/>
              <a:buNone/>
            </a:pPr>
            <a:r>
              <a:rPr lang="en-US" altLang="zh-CN" sz="2000" dirty="0">
                <a:latin typeface="Arial" panose="020B0604020202020204" pitchFamily="34" charset="0"/>
                <a:ea typeface="宋体" panose="02010600030101010101" pitchFamily="2" charset="-122"/>
              </a:rPr>
              <a:t>4,y</a:t>
            </a:r>
            <a:endParaRPr lang="en-US" altLang="zh-CN" sz="2000" dirty="0">
              <a:latin typeface="Arial" panose="020B0604020202020204" pitchFamily="34" charset="0"/>
              <a:ea typeface="宋体" panose="02010600030101010101" pitchFamily="2" charset="-122"/>
            </a:endParaRPr>
          </a:p>
        </p:txBody>
      </p:sp>
      <p:sp>
        <p:nvSpPr>
          <p:cNvPr id="93196" name="Line 10"/>
          <p:cNvSpPr/>
          <p:nvPr/>
        </p:nvSpPr>
        <p:spPr>
          <a:xfrm>
            <a:off x="361950" y="1857375"/>
            <a:ext cx="8505825" cy="9525"/>
          </a:xfrm>
          <a:prstGeom prst="line">
            <a:avLst/>
          </a:prstGeom>
          <a:ln w="28575" cap="flat" cmpd="sng">
            <a:solidFill>
              <a:schemeClr val="accent2"/>
            </a:solidFill>
            <a:prstDash val="solid"/>
            <a:headEnd type="none" w="med" len="med"/>
            <a:tailEnd type="none" w="med" len="med"/>
          </a:ln>
        </p:spPr>
      </p:sp>
      <p:sp>
        <p:nvSpPr>
          <p:cNvPr id="93197" name="Line 11"/>
          <p:cNvSpPr/>
          <p:nvPr/>
        </p:nvSpPr>
        <p:spPr>
          <a:xfrm>
            <a:off x="519113" y="2162175"/>
            <a:ext cx="8296275" cy="0"/>
          </a:xfrm>
          <a:prstGeom prst="line">
            <a:avLst/>
          </a:prstGeom>
          <a:ln w="19050" cap="flat" cmpd="sng">
            <a:solidFill>
              <a:schemeClr val="accent2"/>
            </a:solidFill>
            <a:prstDash val="solid"/>
            <a:headEnd type="none" w="med" len="med"/>
            <a:tailEnd type="none" w="med" len="med"/>
          </a:ln>
        </p:spPr>
      </p:sp>
      <p:sp>
        <p:nvSpPr>
          <p:cNvPr id="93198" name="Line 12"/>
          <p:cNvSpPr/>
          <p:nvPr/>
        </p:nvSpPr>
        <p:spPr>
          <a:xfrm>
            <a:off x="538163" y="2457450"/>
            <a:ext cx="8267700" cy="4763"/>
          </a:xfrm>
          <a:prstGeom prst="line">
            <a:avLst/>
          </a:prstGeom>
          <a:ln w="19050" cap="flat" cmpd="sng">
            <a:solidFill>
              <a:schemeClr val="accent2"/>
            </a:solidFill>
            <a:prstDash val="solid"/>
            <a:headEnd type="none" w="med" len="med"/>
            <a:tailEnd type="none" w="med" len="med"/>
          </a:ln>
        </p:spPr>
      </p:sp>
      <p:sp>
        <p:nvSpPr>
          <p:cNvPr id="93199" name="Line 13"/>
          <p:cNvSpPr/>
          <p:nvPr/>
        </p:nvSpPr>
        <p:spPr>
          <a:xfrm>
            <a:off x="547688" y="2767013"/>
            <a:ext cx="8253412" cy="9525"/>
          </a:xfrm>
          <a:prstGeom prst="line">
            <a:avLst/>
          </a:prstGeom>
          <a:ln w="19050" cap="flat" cmpd="sng">
            <a:solidFill>
              <a:schemeClr val="accent2"/>
            </a:solidFill>
            <a:prstDash val="solid"/>
            <a:headEnd type="none" w="med" len="med"/>
            <a:tailEnd type="none" w="med" len="med"/>
          </a:ln>
        </p:spPr>
      </p:sp>
      <p:sp>
        <p:nvSpPr>
          <p:cNvPr id="93200" name="Line 14"/>
          <p:cNvSpPr/>
          <p:nvPr/>
        </p:nvSpPr>
        <p:spPr>
          <a:xfrm>
            <a:off x="557213" y="3071813"/>
            <a:ext cx="8267700" cy="9525"/>
          </a:xfrm>
          <a:prstGeom prst="line">
            <a:avLst/>
          </a:prstGeom>
          <a:ln w="19050" cap="flat" cmpd="sng">
            <a:solidFill>
              <a:schemeClr val="accent2"/>
            </a:solidFill>
            <a:prstDash val="solid"/>
            <a:headEnd type="none" w="med" len="med"/>
            <a:tailEnd type="none" w="med" len="med"/>
          </a:ln>
        </p:spPr>
      </p:sp>
      <p:sp>
        <p:nvSpPr>
          <p:cNvPr id="93201" name="Line 15"/>
          <p:cNvSpPr/>
          <p:nvPr/>
        </p:nvSpPr>
        <p:spPr>
          <a:xfrm>
            <a:off x="571500" y="3386138"/>
            <a:ext cx="8262938" cy="4762"/>
          </a:xfrm>
          <a:prstGeom prst="line">
            <a:avLst/>
          </a:prstGeom>
          <a:ln w="19050" cap="flat" cmpd="sng">
            <a:solidFill>
              <a:schemeClr val="accent2"/>
            </a:solidFill>
            <a:prstDash val="solid"/>
            <a:headEnd type="none" w="med" len="med"/>
            <a:tailEnd type="none" w="med" len="med"/>
          </a:ln>
        </p:spPr>
      </p:sp>
      <p:grpSp>
        <p:nvGrpSpPr>
          <p:cNvPr id="93202" name="Group 16"/>
          <p:cNvGrpSpPr/>
          <p:nvPr/>
        </p:nvGrpSpPr>
        <p:grpSpPr>
          <a:xfrm>
            <a:off x="2224088" y="4043363"/>
            <a:ext cx="3571875" cy="2236787"/>
            <a:chOff x="3162" y="1071"/>
            <a:chExt cx="2250" cy="1409"/>
          </a:xfrm>
        </p:grpSpPr>
        <p:sp>
          <p:nvSpPr>
            <p:cNvPr id="93208" name="Freeform 17"/>
            <p:cNvSpPr/>
            <p:nvPr/>
          </p:nvSpPr>
          <p:spPr>
            <a:xfrm>
              <a:off x="3162" y="1071"/>
              <a:ext cx="2250" cy="1409"/>
            </a:xfrm>
            <a:custGeom>
              <a:avLst/>
              <a:gdLst/>
              <a:ahLst/>
              <a:cxnLst>
                <a:cxn ang="0">
                  <a:pos x="0" y="624"/>
                </a:cxn>
                <a:cxn ang="0">
                  <a:pos x="219" y="321"/>
                </a:cxn>
                <a:cxn ang="0">
                  <a:pos x="529" y="35"/>
                </a:cxn>
                <a:cxn ang="0">
                  <a:pos x="1551" y="111"/>
                </a:cxn>
                <a:cxn ang="0">
                  <a:pos x="1968" y="483"/>
                </a:cxn>
                <a:cxn ang="0">
                  <a:pos x="2199" y="906"/>
                </a:cxn>
                <a:cxn ang="0">
                  <a:pos x="1659" y="1314"/>
                </a:cxn>
                <a:cxn ang="0">
                  <a:pos x="993" y="1386"/>
                </a:cxn>
                <a:cxn ang="0">
                  <a:pos x="465" y="1356"/>
                </a:cxn>
                <a:cxn ang="0">
                  <a:pos x="102" y="1068"/>
                </a:cxn>
                <a:cxn ang="0">
                  <a:pos x="0" y="624"/>
                </a:cxn>
              </a:cxnLst>
              <a:pathLst>
                <a:path w="2250" h="1409">
                  <a:moveTo>
                    <a:pt x="0" y="624"/>
                  </a:moveTo>
                  <a:cubicBezTo>
                    <a:pt x="5" y="506"/>
                    <a:pt x="131" y="419"/>
                    <a:pt x="219" y="321"/>
                  </a:cubicBezTo>
                  <a:cubicBezTo>
                    <a:pt x="307" y="223"/>
                    <a:pt x="307" y="70"/>
                    <a:pt x="529" y="35"/>
                  </a:cubicBezTo>
                  <a:cubicBezTo>
                    <a:pt x="751" y="0"/>
                    <a:pt x="1311" y="36"/>
                    <a:pt x="1551" y="111"/>
                  </a:cubicBezTo>
                  <a:cubicBezTo>
                    <a:pt x="1791" y="186"/>
                    <a:pt x="1860" y="351"/>
                    <a:pt x="1968" y="483"/>
                  </a:cubicBezTo>
                  <a:cubicBezTo>
                    <a:pt x="2076" y="615"/>
                    <a:pt x="2250" y="767"/>
                    <a:pt x="2199" y="906"/>
                  </a:cubicBezTo>
                  <a:cubicBezTo>
                    <a:pt x="2148" y="1045"/>
                    <a:pt x="1860" y="1234"/>
                    <a:pt x="1659" y="1314"/>
                  </a:cubicBezTo>
                  <a:cubicBezTo>
                    <a:pt x="1458" y="1394"/>
                    <a:pt x="1192" y="1379"/>
                    <a:pt x="993" y="1386"/>
                  </a:cubicBezTo>
                  <a:cubicBezTo>
                    <a:pt x="794" y="1393"/>
                    <a:pt x="613" y="1409"/>
                    <a:pt x="465" y="1356"/>
                  </a:cubicBezTo>
                  <a:cubicBezTo>
                    <a:pt x="317" y="1303"/>
                    <a:pt x="180" y="1190"/>
                    <a:pt x="102" y="1068"/>
                  </a:cubicBezTo>
                  <a:cubicBezTo>
                    <a:pt x="24" y="946"/>
                    <a:pt x="21" y="716"/>
                    <a:pt x="0" y="624"/>
                  </a:cubicBezTo>
                  <a:close/>
                </a:path>
              </a:pathLst>
            </a:custGeom>
            <a:solidFill>
              <a:srgbClr val="99CCFF">
                <a:alpha val="100000"/>
              </a:srgbClr>
            </a:solidFill>
            <a:ln w="9525">
              <a:noFill/>
            </a:ln>
          </p:spPr>
          <p:txBody>
            <a:bodyPr/>
            <a:p>
              <a:endParaRPr lang="zh-CN" altLang="en-US"/>
            </a:p>
          </p:txBody>
        </p:sp>
        <p:sp>
          <p:nvSpPr>
            <p:cNvPr id="93209" name="Freeform 18"/>
            <p:cNvSpPr/>
            <p:nvPr/>
          </p:nvSpPr>
          <p:spPr>
            <a:xfrm>
              <a:off x="3498" y="1620"/>
              <a:ext cx="342" cy="186"/>
            </a:xfrm>
            <a:custGeom>
              <a:avLst/>
              <a:gdLst/>
              <a:ahLst/>
              <a:cxnLst>
                <a:cxn ang="0">
                  <a:pos x="0" y="186"/>
                </a:cxn>
                <a:cxn ang="0">
                  <a:pos x="342" y="0"/>
                </a:cxn>
              </a:cxnLst>
              <a:pathLst>
                <a:path w="342" h="186">
                  <a:moveTo>
                    <a:pt x="0" y="186"/>
                  </a:moveTo>
                  <a:lnTo>
                    <a:pt x="342" y="0"/>
                  </a:lnTo>
                </a:path>
              </a:pathLst>
            </a:custGeom>
            <a:noFill/>
            <a:ln w="12700" cap="flat" cmpd="sng">
              <a:solidFill>
                <a:schemeClr val="tx1">
                  <a:alpha val="100000"/>
                </a:schemeClr>
              </a:solidFill>
              <a:prstDash val="solid"/>
              <a:round/>
              <a:headEnd type="none" w="med" len="med"/>
              <a:tailEnd type="none" w="med" len="med"/>
            </a:ln>
          </p:spPr>
          <p:txBody>
            <a:bodyPr/>
            <a:p>
              <a:endParaRPr lang="zh-CN" altLang="en-US"/>
            </a:p>
          </p:txBody>
        </p:sp>
        <p:sp>
          <p:nvSpPr>
            <p:cNvPr id="93210" name="Oval 19"/>
            <p:cNvSpPr/>
            <p:nvPr/>
          </p:nvSpPr>
          <p:spPr>
            <a:xfrm>
              <a:off x="3238" y="1862"/>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93211" name="Line 20"/>
            <p:cNvSpPr/>
            <p:nvPr/>
          </p:nvSpPr>
          <p:spPr>
            <a:xfrm>
              <a:off x="3238" y="1855"/>
              <a:ext cx="0" cy="50"/>
            </a:xfrm>
            <a:prstGeom prst="line">
              <a:avLst/>
            </a:prstGeom>
            <a:ln w="12700" cap="flat" cmpd="sng">
              <a:solidFill>
                <a:schemeClr val="tx1"/>
              </a:solidFill>
              <a:prstDash val="solid"/>
              <a:headEnd type="none" w="med" len="med"/>
              <a:tailEnd type="none" w="med" len="med"/>
            </a:ln>
          </p:spPr>
        </p:sp>
        <p:sp>
          <p:nvSpPr>
            <p:cNvPr id="93212" name="Line 21"/>
            <p:cNvSpPr/>
            <p:nvPr/>
          </p:nvSpPr>
          <p:spPr>
            <a:xfrm>
              <a:off x="3551" y="1855"/>
              <a:ext cx="0" cy="50"/>
            </a:xfrm>
            <a:prstGeom prst="line">
              <a:avLst/>
            </a:prstGeom>
            <a:ln w="12700" cap="flat" cmpd="sng">
              <a:solidFill>
                <a:schemeClr val="tx1"/>
              </a:solidFill>
              <a:prstDash val="solid"/>
              <a:headEnd type="none" w="med" len="med"/>
              <a:tailEnd type="none" w="med" len="med"/>
            </a:ln>
          </p:spPr>
        </p:sp>
        <p:sp>
          <p:nvSpPr>
            <p:cNvPr id="93213" name="Rectangle 22"/>
            <p:cNvSpPr/>
            <p:nvPr/>
          </p:nvSpPr>
          <p:spPr>
            <a:xfrm>
              <a:off x="3238" y="1855"/>
              <a:ext cx="310"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93214" name="Oval 23"/>
            <p:cNvSpPr/>
            <p:nvPr/>
          </p:nvSpPr>
          <p:spPr>
            <a:xfrm>
              <a:off x="3235" y="1796"/>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93215" name="Oval 24"/>
            <p:cNvSpPr/>
            <p:nvPr/>
          </p:nvSpPr>
          <p:spPr>
            <a:xfrm>
              <a:off x="3712" y="2249"/>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93216" name="Line 25"/>
            <p:cNvSpPr/>
            <p:nvPr/>
          </p:nvSpPr>
          <p:spPr>
            <a:xfrm>
              <a:off x="3712" y="2242"/>
              <a:ext cx="0" cy="50"/>
            </a:xfrm>
            <a:prstGeom prst="line">
              <a:avLst/>
            </a:prstGeom>
            <a:ln w="12700" cap="flat" cmpd="sng">
              <a:solidFill>
                <a:schemeClr val="tx1"/>
              </a:solidFill>
              <a:prstDash val="solid"/>
              <a:headEnd type="none" w="med" len="med"/>
              <a:tailEnd type="none" w="med" len="med"/>
            </a:ln>
          </p:spPr>
        </p:sp>
        <p:sp>
          <p:nvSpPr>
            <p:cNvPr id="93217" name="Line 26"/>
            <p:cNvSpPr/>
            <p:nvPr/>
          </p:nvSpPr>
          <p:spPr>
            <a:xfrm>
              <a:off x="4025" y="2242"/>
              <a:ext cx="0" cy="50"/>
            </a:xfrm>
            <a:prstGeom prst="line">
              <a:avLst/>
            </a:prstGeom>
            <a:ln w="12700" cap="flat" cmpd="sng">
              <a:solidFill>
                <a:schemeClr val="tx1"/>
              </a:solidFill>
              <a:prstDash val="solid"/>
              <a:headEnd type="none" w="med" len="med"/>
              <a:tailEnd type="none" w="med" len="med"/>
            </a:ln>
          </p:spPr>
        </p:sp>
        <p:sp>
          <p:nvSpPr>
            <p:cNvPr id="93218" name="Rectangle 27"/>
            <p:cNvSpPr/>
            <p:nvPr/>
          </p:nvSpPr>
          <p:spPr>
            <a:xfrm>
              <a:off x="3712" y="2242"/>
              <a:ext cx="310"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93219" name="Oval 28"/>
            <p:cNvSpPr/>
            <p:nvPr/>
          </p:nvSpPr>
          <p:spPr>
            <a:xfrm>
              <a:off x="3709" y="2183"/>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93220" name="Oval 29"/>
            <p:cNvSpPr/>
            <p:nvPr/>
          </p:nvSpPr>
          <p:spPr>
            <a:xfrm>
              <a:off x="3708" y="1559"/>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93221" name="Line 30"/>
            <p:cNvSpPr/>
            <p:nvPr/>
          </p:nvSpPr>
          <p:spPr>
            <a:xfrm>
              <a:off x="3708" y="1552"/>
              <a:ext cx="0" cy="50"/>
            </a:xfrm>
            <a:prstGeom prst="line">
              <a:avLst/>
            </a:prstGeom>
            <a:ln w="12700" cap="flat" cmpd="sng">
              <a:solidFill>
                <a:schemeClr val="tx1"/>
              </a:solidFill>
              <a:prstDash val="solid"/>
              <a:headEnd type="none" w="med" len="med"/>
              <a:tailEnd type="none" w="med" len="med"/>
            </a:ln>
          </p:spPr>
        </p:sp>
        <p:sp>
          <p:nvSpPr>
            <p:cNvPr id="93222" name="Line 31"/>
            <p:cNvSpPr/>
            <p:nvPr/>
          </p:nvSpPr>
          <p:spPr>
            <a:xfrm>
              <a:off x="4021" y="1552"/>
              <a:ext cx="0" cy="50"/>
            </a:xfrm>
            <a:prstGeom prst="line">
              <a:avLst/>
            </a:prstGeom>
            <a:ln w="12700" cap="flat" cmpd="sng">
              <a:solidFill>
                <a:schemeClr val="tx1"/>
              </a:solidFill>
              <a:prstDash val="solid"/>
              <a:headEnd type="none" w="med" len="med"/>
              <a:tailEnd type="none" w="med" len="med"/>
            </a:ln>
          </p:spPr>
        </p:sp>
        <p:sp>
          <p:nvSpPr>
            <p:cNvPr id="93223" name="Rectangle 32"/>
            <p:cNvSpPr/>
            <p:nvPr/>
          </p:nvSpPr>
          <p:spPr>
            <a:xfrm>
              <a:off x="3708" y="1552"/>
              <a:ext cx="310"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93224" name="Oval 33"/>
            <p:cNvSpPr/>
            <p:nvPr/>
          </p:nvSpPr>
          <p:spPr>
            <a:xfrm>
              <a:off x="3705" y="1493"/>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93225" name="Oval 34"/>
            <p:cNvSpPr/>
            <p:nvPr/>
          </p:nvSpPr>
          <p:spPr>
            <a:xfrm>
              <a:off x="4391" y="1555"/>
              <a:ext cx="312"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93226" name="Line 35"/>
            <p:cNvSpPr/>
            <p:nvPr/>
          </p:nvSpPr>
          <p:spPr>
            <a:xfrm>
              <a:off x="4391" y="1548"/>
              <a:ext cx="0" cy="50"/>
            </a:xfrm>
            <a:prstGeom prst="line">
              <a:avLst/>
            </a:prstGeom>
            <a:ln w="12700" cap="flat" cmpd="sng">
              <a:solidFill>
                <a:schemeClr val="tx1"/>
              </a:solidFill>
              <a:prstDash val="solid"/>
              <a:headEnd type="none" w="med" len="med"/>
              <a:tailEnd type="none" w="med" len="med"/>
            </a:ln>
          </p:spPr>
        </p:sp>
        <p:sp>
          <p:nvSpPr>
            <p:cNvPr id="93227" name="Line 36"/>
            <p:cNvSpPr/>
            <p:nvPr/>
          </p:nvSpPr>
          <p:spPr>
            <a:xfrm>
              <a:off x="4703" y="1548"/>
              <a:ext cx="0" cy="50"/>
            </a:xfrm>
            <a:prstGeom prst="line">
              <a:avLst/>
            </a:prstGeom>
            <a:ln w="12700" cap="flat" cmpd="sng">
              <a:solidFill>
                <a:schemeClr val="tx1"/>
              </a:solidFill>
              <a:prstDash val="solid"/>
              <a:headEnd type="none" w="med" len="med"/>
              <a:tailEnd type="none" w="med" len="med"/>
            </a:ln>
          </p:spPr>
        </p:sp>
        <p:sp>
          <p:nvSpPr>
            <p:cNvPr id="93228" name="Rectangle 37"/>
            <p:cNvSpPr/>
            <p:nvPr/>
          </p:nvSpPr>
          <p:spPr>
            <a:xfrm>
              <a:off x="4391" y="1548"/>
              <a:ext cx="309"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93229" name="Oval 38"/>
            <p:cNvSpPr/>
            <p:nvPr/>
          </p:nvSpPr>
          <p:spPr>
            <a:xfrm>
              <a:off x="4394" y="1492"/>
              <a:ext cx="312"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93230" name="Oval 39"/>
            <p:cNvSpPr/>
            <p:nvPr/>
          </p:nvSpPr>
          <p:spPr>
            <a:xfrm>
              <a:off x="4401" y="2246"/>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93231" name="Line 40"/>
            <p:cNvSpPr/>
            <p:nvPr/>
          </p:nvSpPr>
          <p:spPr>
            <a:xfrm>
              <a:off x="4401" y="2239"/>
              <a:ext cx="0" cy="50"/>
            </a:xfrm>
            <a:prstGeom prst="line">
              <a:avLst/>
            </a:prstGeom>
            <a:ln w="12700" cap="flat" cmpd="sng">
              <a:solidFill>
                <a:schemeClr val="tx1"/>
              </a:solidFill>
              <a:prstDash val="solid"/>
              <a:headEnd type="none" w="med" len="med"/>
              <a:tailEnd type="none" w="med" len="med"/>
            </a:ln>
          </p:spPr>
        </p:sp>
        <p:sp>
          <p:nvSpPr>
            <p:cNvPr id="93232" name="Line 41"/>
            <p:cNvSpPr/>
            <p:nvPr/>
          </p:nvSpPr>
          <p:spPr>
            <a:xfrm>
              <a:off x="4714" y="2239"/>
              <a:ext cx="0" cy="50"/>
            </a:xfrm>
            <a:prstGeom prst="line">
              <a:avLst/>
            </a:prstGeom>
            <a:ln w="12700" cap="flat" cmpd="sng">
              <a:solidFill>
                <a:schemeClr val="tx1"/>
              </a:solidFill>
              <a:prstDash val="solid"/>
              <a:headEnd type="none" w="med" len="med"/>
              <a:tailEnd type="none" w="med" len="med"/>
            </a:ln>
          </p:spPr>
        </p:sp>
        <p:sp>
          <p:nvSpPr>
            <p:cNvPr id="93233" name="Rectangle 42"/>
            <p:cNvSpPr/>
            <p:nvPr/>
          </p:nvSpPr>
          <p:spPr>
            <a:xfrm>
              <a:off x="4401" y="2239"/>
              <a:ext cx="310"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93234" name="Oval 43"/>
            <p:cNvSpPr/>
            <p:nvPr/>
          </p:nvSpPr>
          <p:spPr>
            <a:xfrm>
              <a:off x="4398" y="2180"/>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93235" name="Oval 44"/>
            <p:cNvSpPr/>
            <p:nvPr/>
          </p:nvSpPr>
          <p:spPr>
            <a:xfrm>
              <a:off x="4966" y="1905"/>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93236" name="Line 45"/>
            <p:cNvSpPr/>
            <p:nvPr/>
          </p:nvSpPr>
          <p:spPr>
            <a:xfrm>
              <a:off x="4966" y="1898"/>
              <a:ext cx="0" cy="50"/>
            </a:xfrm>
            <a:prstGeom prst="line">
              <a:avLst/>
            </a:prstGeom>
            <a:ln w="12700" cap="flat" cmpd="sng">
              <a:solidFill>
                <a:schemeClr val="tx1"/>
              </a:solidFill>
              <a:prstDash val="solid"/>
              <a:headEnd type="none" w="med" len="med"/>
              <a:tailEnd type="none" w="med" len="med"/>
            </a:ln>
          </p:spPr>
        </p:sp>
        <p:sp>
          <p:nvSpPr>
            <p:cNvPr id="93237" name="Line 46"/>
            <p:cNvSpPr/>
            <p:nvPr/>
          </p:nvSpPr>
          <p:spPr>
            <a:xfrm>
              <a:off x="5279" y="1898"/>
              <a:ext cx="0" cy="50"/>
            </a:xfrm>
            <a:prstGeom prst="line">
              <a:avLst/>
            </a:prstGeom>
            <a:ln w="12700" cap="flat" cmpd="sng">
              <a:solidFill>
                <a:schemeClr val="tx1"/>
              </a:solidFill>
              <a:prstDash val="solid"/>
              <a:headEnd type="none" w="med" len="med"/>
              <a:tailEnd type="none" w="med" len="med"/>
            </a:ln>
          </p:spPr>
        </p:sp>
        <p:sp>
          <p:nvSpPr>
            <p:cNvPr id="93238" name="Rectangle 47"/>
            <p:cNvSpPr/>
            <p:nvPr/>
          </p:nvSpPr>
          <p:spPr>
            <a:xfrm>
              <a:off x="4966" y="1898"/>
              <a:ext cx="310"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93239" name="Oval 48"/>
            <p:cNvSpPr/>
            <p:nvPr/>
          </p:nvSpPr>
          <p:spPr>
            <a:xfrm>
              <a:off x="4963" y="1839"/>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93240" name="Freeform 49"/>
            <p:cNvSpPr/>
            <p:nvPr/>
          </p:nvSpPr>
          <p:spPr>
            <a:xfrm>
              <a:off x="4557" y="1647"/>
              <a:ext cx="1" cy="522"/>
            </a:xfrm>
            <a:custGeom>
              <a:avLst/>
              <a:gdLst/>
              <a:ahLst/>
              <a:cxnLst>
                <a:cxn ang="0">
                  <a:pos x="0" y="0"/>
                </a:cxn>
                <a:cxn ang="0">
                  <a:pos x="0" y="522"/>
                </a:cxn>
              </a:cxnLst>
              <a:pathLst>
                <a:path w="1" h="522">
                  <a:moveTo>
                    <a:pt x="0" y="0"/>
                  </a:moveTo>
                  <a:lnTo>
                    <a:pt x="0" y="522"/>
                  </a:lnTo>
                </a:path>
              </a:pathLst>
            </a:custGeom>
            <a:noFill/>
            <a:ln w="12700" cap="flat" cmpd="sng">
              <a:solidFill>
                <a:schemeClr val="tx1">
                  <a:alpha val="100000"/>
                </a:schemeClr>
              </a:solidFill>
              <a:prstDash val="solid"/>
              <a:round/>
              <a:headEnd type="none" w="med" len="med"/>
              <a:tailEnd type="none" w="med" len="med"/>
            </a:ln>
          </p:spPr>
          <p:txBody>
            <a:bodyPr/>
            <a:p>
              <a:endParaRPr lang="zh-CN" altLang="en-US"/>
            </a:p>
          </p:txBody>
        </p:sp>
        <p:sp>
          <p:nvSpPr>
            <p:cNvPr id="93241" name="Freeform 50"/>
            <p:cNvSpPr/>
            <p:nvPr/>
          </p:nvSpPr>
          <p:spPr>
            <a:xfrm>
              <a:off x="3864" y="1653"/>
              <a:ext cx="1" cy="537"/>
            </a:xfrm>
            <a:custGeom>
              <a:avLst/>
              <a:gdLst/>
              <a:ahLst/>
              <a:cxnLst>
                <a:cxn ang="0">
                  <a:pos x="0" y="0"/>
                </a:cxn>
                <a:cxn ang="0">
                  <a:pos x="0" y="537"/>
                </a:cxn>
              </a:cxnLst>
              <a:pathLst>
                <a:path w="1" h="537">
                  <a:moveTo>
                    <a:pt x="0" y="0"/>
                  </a:moveTo>
                  <a:lnTo>
                    <a:pt x="0" y="537"/>
                  </a:lnTo>
                </a:path>
              </a:pathLst>
            </a:custGeom>
            <a:noFill/>
            <a:ln w="12700" cap="flat" cmpd="sng">
              <a:solidFill>
                <a:schemeClr val="tx1">
                  <a:alpha val="100000"/>
                </a:schemeClr>
              </a:solidFill>
              <a:prstDash val="solid"/>
              <a:round/>
              <a:headEnd type="none" w="med" len="med"/>
              <a:tailEnd type="none" w="med" len="med"/>
            </a:ln>
          </p:spPr>
          <p:txBody>
            <a:bodyPr/>
            <a:p>
              <a:endParaRPr lang="zh-CN" altLang="en-US"/>
            </a:p>
          </p:txBody>
        </p:sp>
        <p:sp>
          <p:nvSpPr>
            <p:cNvPr id="93242" name="Freeform 51"/>
            <p:cNvSpPr/>
            <p:nvPr/>
          </p:nvSpPr>
          <p:spPr>
            <a:xfrm>
              <a:off x="4029" y="1638"/>
              <a:ext cx="504" cy="600"/>
            </a:xfrm>
            <a:custGeom>
              <a:avLst/>
              <a:gdLst/>
              <a:ahLst/>
              <a:cxnLst>
                <a:cxn ang="0">
                  <a:pos x="0" y="3478121"/>
                </a:cxn>
                <a:cxn ang="0">
                  <a:pos x="3776" y="0"/>
                </a:cxn>
              </a:cxnLst>
              <a:pathLst>
                <a:path w="378" h="174">
                  <a:moveTo>
                    <a:pt x="0" y="174"/>
                  </a:moveTo>
                  <a:lnTo>
                    <a:pt x="378" y="0"/>
                  </a:lnTo>
                </a:path>
              </a:pathLst>
            </a:custGeom>
            <a:noFill/>
            <a:ln w="12700" cap="flat" cmpd="sng">
              <a:solidFill>
                <a:schemeClr val="tx1">
                  <a:alpha val="100000"/>
                </a:schemeClr>
              </a:solidFill>
              <a:prstDash val="solid"/>
              <a:round/>
              <a:headEnd type="none" w="med" len="med"/>
              <a:tailEnd type="none" w="med" len="med"/>
            </a:ln>
          </p:spPr>
          <p:txBody>
            <a:bodyPr/>
            <a:p>
              <a:endParaRPr lang="zh-CN" altLang="en-US"/>
            </a:p>
          </p:txBody>
        </p:sp>
        <p:sp>
          <p:nvSpPr>
            <p:cNvPr id="93243" name="Freeform 52"/>
            <p:cNvSpPr/>
            <p:nvPr/>
          </p:nvSpPr>
          <p:spPr>
            <a:xfrm>
              <a:off x="4716" y="1986"/>
              <a:ext cx="366" cy="270"/>
            </a:xfrm>
            <a:custGeom>
              <a:avLst/>
              <a:gdLst/>
              <a:ahLst/>
              <a:cxnLst>
                <a:cxn ang="0">
                  <a:pos x="0" y="270"/>
                </a:cxn>
                <a:cxn ang="0">
                  <a:pos x="366" y="0"/>
                </a:cxn>
              </a:cxnLst>
              <a:pathLst>
                <a:path w="366" h="270">
                  <a:moveTo>
                    <a:pt x="0" y="270"/>
                  </a:moveTo>
                  <a:lnTo>
                    <a:pt x="366" y="0"/>
                  </a:lnTo>
                </a:path>
              </a:pathLst>
            </a:custGeom>
            <a:noFill/>
            <a:ln w="12700" cap="flat" cmpd="sng">
              <a:solidFill>
                <a:schemeClr val="tx1">
                  <a:alpha val="100000"/>
                </a:schemeClr>
              </a:solidFill>
              <a:prstDash val="solid"/>
              <a:round/>
              <a:headEnd type="none" w="med" len="med"/>
              <a:tailEnd type="none" w="med" len="med"/>
            </a:ln>
          </p:spPr>
          <p:txBody>
            <a:bodyPr/>
            <a:p>
              <a:endParaRPr lang="zh-CN" altLang="en-US"/>
            </a:p>
          </p:txBody>
        </p:sp>
        <p:sp>
          <p:nvSpPr>
            <p:cNvPr id="93244" name="Freeform 53"/>
            <p:cNvSpPr/>
            <p:nvPr/>
          </p:nvSpPr>
          <p:spPr>
            <a:xfrm>
              <a:off x="4035" y="2268"/>
              <a:ext cx="366" cy="1"/>
            </a:xfrm>
            <a:custGeom>
              <a:avLst/>
              <a:gdLst/>
              <a:ahLst/>
              <a:cxnLst>
                <a:cxn ang="0">
                  <a:pos x="366" y="0"/>
                </a:cxn>
                <a:cxn ang="0">
                  <a:pos x="0" y="0"/>
                </a:cxn>
              </a:cxnLst>
              <a:pathLst>
                <a:path w="366" h="1">
                  <a:moveTo>
                    <a:pt x="366" y="0"/>
                  </a:moveTo>
                  <a:lnTo>
                    <a:pt x="0" y="0"/>
                  </a:lnTo>
                </a:path>
              </a:pathLst>
            </a:custGeom>
            <a:noFill/>
            <a:ln w="12700" cap="flat" cmpd="sng">
              <a:solidFill>
                <a:schemeClr val="tx1">
                  <a:alpha val="100000"/>
                </a:schemeClr>
              </a:solidFill>
              <a:prstDash val="solid"/>
              <a:round/>
              <a:headEnd type="none" w="med" len="med"/>
              <a:tailEnd type="none" w="med" len="med"/>
            </a:ln>
          </p:spPr>
          <p:txBody>
            <a:bodyPr/>
            <a:p>
              <a:endParaRPr lang="zh-CN" altLang="en-US"/>
            </a:p>
          </p:txBody>
        </p:sp>
        <p:sp>
          <p:nvSpPr>
            <p:cNvPr id="93245" name="Freeform 54"/>
            <p:cNvSpPr/>
            <p:nvPr/>
          </p:nvSpPr>
          <p:spPr>
            <a:xfrm>
              <a:off x="3444" y="1944"/>
              <a:ext cx="276" cy="264"/>
            </a:xfrm>
            <a:custGeom>
              <a:avLst/>
              <a:gdLst/>
              <a:ahLst/>
              <a:cxnLst>
                <a:cxn ang="0">
                  <a:pos x="276" y="264"/>
                </a:cxn>
                <a:cxn ang="0">
                  <a:pos x="0" y="0"/>
                </a:cxn>
              </a:cxnLst>
              <a:pathLst>
                <a:path w="276" h="264">
                  <a:moveTo>
                    <a:pt x="276" y="264"/>
                  </a:moveTo>
                  <a:lnTo>
                    <a:pt x="0" y="0"/>
                  </a:lnTo>
                </a:path>
              </a:pathLst>
            </a:custGeom>
            <a:noFill/>
            <a:ln w="12700" cap="flat" cmpd="sng">
              <a:solidFill>
                <a:schemeClr val="tx1">
                  <a:alpha val="100000"/>
                </a:schemeClr>
              </a:solidFill>
              <a:prstDash val="solid"/>
              <a:round/>
              <a:headEnd type="none" w="med" len="med"/>
              <a:tailEnd type="none" w="med" len="med"/>
            </a:ln>
          </p:spPr>
          <p:txBody>
            <a:bodyPr/>
            <a:p>
              <a:endParaRPr lang="zh-CN" altLang="en-US"/>
            </a:p>
          </p:txBody>
        </p:sp>
        <p:sp>
          <p:nvSpPr>
            <p:cNvPr id="93246" name="Freeform 55"/>
            <p:cNvSpPr/>
            <p:nvPr/>
          </p:nvSpPr>
          <p:spPr>
            <a:xfrm>
              <a:off x="4029" y="1578"/>
              <a:ext cx="366" cy="1"/>
            </a:xfrm>
            <a:custGeom>
              <a:avLst/>
              <a:gdLst/>
              <a:ahLst/>
              <a:cxnLst>
                <a:cxn ang="0">
                  <a:pos x="366" y="0"/>
                </a:cxn>
                <a:cxn ang="0">
                  <a:pos x="0" y="0"/>
                </a:cxn>
              </a:cxnLst>
              <a:pathLst>
                <a:path w="366" h="1">
                  <a:moveTo>
                    <a:pt x="366" y="0"/>
                  </a:moveTo>
                  <a:lnTo>
                    <a:pt x="0" y="0"/>
                  </a:lnTo>
                </a:path>
              </a:pathLst>
            </a:custGeom>
            <a:noFill/>
            <a:ln w="12700" cap="flat" cmpd="sng">
              <a:solidFill>
                <a:schemeClr val="tx1">
                  <a:alpha val="100000"/>
                </a:schemeClr>
              </a:solidFill>
              <a:prstDash val="solid"/>
              <a:round/>
              <a:headEnd type="none" w="med" len="med"/>
              <a:tailEnd type="none" w="med" len="med"/>
            </a:ln>
          </p:spPr>
          <p:txBody>
            <a:bodyPr/>
            <a:p>
              <a:endParaRPr lang="zh-CN" altLang="en-US"/>
            </a:p>
          </p:txBody>
        </p:sp>
        <p:sp>
          <p:nvSpPr>
            <p:cNvPr id="93247" name="Freeform 56"/>
            <p:cNvSpPr/>
            <p:nvPr/>
          </p:nvSpPr>
          <p:spPr>
            <a:xfrm>
              <a:off x="4704" y="1575"/>
              <a:ext cx="396" cy="267"/>
            </a:xfrm>
            <a:custGeom>
              <a:avLst/>
              <a:gdLst/>
              <a:ahLst/>
              <a:cxnLst>
                <a:cxn ang="0">
                  <a:pos x="396" y="267"/>
                </a:cxn>
                <a:cxn ang="0">
                  <a:pos x="0" y="0"/>
                </a:cxn>
              </a:cxnLst>
              <a:pathLst>
                <a:path w="396" h="267">
                  <a:moveTo>
                    <a:pt x="396" y="267"/>
                  </a:moveTo>
                  <a:lnTo>
                    <a:pt x="0" y="0"/>
                  </a:lnTo>
                </a:path>
              </a:pathLst>
            </a:custGeom>
            <a:noFill/>
            <a:ln w="12700" cap="flat" cmpd="sng">
              <a:solidFill>
                <a:schemeClr val="tx1">
                  <a:alpha val="100000"/>
                </a:schemeClr>
              </a:solidFill>
              <a:prstDash val="solid"/>
              <a:round/>
              <a:headEnd type="none" w="med" len="med"/>
              <a:tailEnd type="none" w="med" len="med"/>
            </a:ln>
          </p:spPr>
          <p:txBody>
            <a:bodyPr/>
            <a:p>
              <a:endParaRPr lang="zh-CN" altLang="en-US"/>
            </a:p>
          </p:txBody>
        </p:sp>
        <p:sp>
          <p:nvSpPr>
            <p:cNvPr id="93248" name="Freeform 57"/>
            <p:cNvSpPr/>
            <p:nvPr/>
          </p:nvSpPr>
          <p:spPr>
            <a:xfrm>
              <a:off x="3387" y="1146"/>
              <a:ext cx="1110" cy="645"/>
            </a:xfrm>
            <a:custGeom>
              <a:avLst/>
              <a:gdLst/>
              <a:ahLst/>
              <a:cxnLst>
                <a:cxn ang="0">
                  <a:pos x="1110" y="342"/>
                </a:cxn>
                <a:cxn ang="0">
                  <a:pos x="0" y="645"/>
                </a:cxn>
              </a:cxnLst>
              <a:pathLst>
                <a:path w="1110" h="645">
                  <a:moveTo>
                    <a:pt x="1110" y="342"/>
                  </a:moveTo>
                  <a:cubicBezTo>
                    <a:pt x="1104" y="0"/>
                    <a:pt x="21" y="63"/>
                    <a:pt x="0" y="645"/>
                  </a:cubicBezTo>
                </a:path>
              </a:pathLst>
            </a:custGeom>
            <a:noFill/>
            <a:ln w="12700" cap="flat" cmpd="sng">
              <a:solidFill>
                <a:schemeClr val="tx1">
                  <a:alpha val="100000"/>
                </a:schemeClr>
              </a:solidFill>
              <a:prstDash val="solid"/>
              <a:round/>
              <a:headEnd type="none" w="med" len="med"/>
              <a:tailEnd type="none" w="med" len="med"/>
            </a:ln>
          </p:spPr>
          <p:txBody>
            <a:bodyPr/>
            <a:p>
              <a:endParaRPr lang="zh-CN" altLang="en-US"/>
            </a:p>
          </p:txBody>
        </p:sp>
        <p:grpSp>
          <p:nvGrpSpPr>
            <p:cNvPr id="93249" name="Group 58"/>
            <p:cNvGrpSpPr/>
            <p:nvPr/>
          </p:nvGrpSpPr>
          <p:grpSpPr>
            <a:xfrm>
              <a:off x="3290" y="1748"/>
              <a:ext cx="199" cy="250"/>
              <a:chOff x="2957" y="2429"/>
              <a:chExt cx="202" cy="250"/>
            </a:xfrm>
          </p:grpSpPr>
          <p:sp>
            <p:nvSpPr>
              <p:cNvPr id="93275" name="Rectangle 59"/>
              <p:cNvSpPr/>
              <p:nvPr/>
            </p:nvSpPr>
            <p:spPr>
              <a:xfrm>
                <a:off x="2982" y="2490"/>
                <a:ext cx="144" cy="1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93276" name="Text Box 60"/>
              <p:cNvSpPr txBox="1"/>
              <p:nvPr/>
            </p:nvSpPr>
            <p:spPr>
              <a:xfrm>
                <a:off x="2957" y="2429"/>
                <a:ext cx="202"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000" dirty="0">
                    <a:ea typeface="宋体" panose="02010600030101010101" pitchFamily="2" charset="-122"/>
                  </a:rPr>
                  <a:t>u</a:t>
                </a:r>
                <a:endParaRPr lang="en-US" altLang="zh-CN" sz="2400" dirty="0">
                  <a:latin typeface="Times New Roman" panose="02020603050405020304" pitchFamily="18" charset="0"/>
                  <a:ea typeface="宋体" panose="02010600030101010101" pitchFamily="2" charset="-122"/>
                </a:endParaRPr>
              </a:p>
            </p:txBody>
          </p:sp>
        </p:grpSp>
        <p:grpSp>
          <p:nvGrpSpPr>
            <p:cNvPr id="93250" name="Group 61"/>
            <p:cNvGrpSpPr/>
            <p:nvPr/>
          </p:nvGrpSpPr>
          <p:grpSpPr>
            <a:xfrm>
              <a:off x="4460" y="2132"/>
              <a:ext cx="199" cy="250"/>
              <a:chOff x="2957" y="2429"/>
              <a:chExt cx="202" cy="250"/>
            </a:xfrm>
          </p:grpSpPr>
          <p:sp>
            <p:nvSpPr>
              <p:cNvPr id="93273" name="Rectangle 62"/>
              <p:cNvSpPr/>
              <p:nvPr/>
            </p:nvSpPr>
            <p:spPr>
              <a:xfrm>
                <a:off x="2982" y="2490"/>
                <a:ext cx="144" cy="1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93274" name="Text Box 63"/>
              <p:cNvSpPr txBox="1"/>
              <p:nvPr/>
            </p:nvSpPr>
            <p:spPr>
              <a:xfrm>
                <a:off x="2957" y="2429"/>
                <a:ext cx="202"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000" dirty="0">
                    <a:ea typeface="宋体" panose="02010600030101010101" pitchFamily="2" charset="-122"/>
                  </a:rPr>
                  <a:t>y</a:t>
                </a:r>
                <a:endParaRPr lang="en-US" altLang="zh-CN" sz="2400" dirty="0">
                  <a:latin typeface="Times New Roman" panose="02020603050405020304" pitchFamily="18" charset="0"/>
                  <a:ea typeface="宋体" panose="02010600030101010101" pitchFamily="2" charset="-122"/>
                </a:endParaRPr>
              </a:p>
            </p:txBody>
          </p:sp>
        </p:grpSp>
        <p:grpSp>
          <p:nvGrpSpPr>
            <p:cNvPr id="93251" name="Group 64"/>
            <p:cNvGrpSpPr/>
            <p:nvPr/>
          </p:nvGrpSpPr>
          <p:grpSpPr>
            <a:xfrm>
              <a:off x="3764" y="2099"/>
              <a:ext cx="229" cy="288"/>
              <a:chOff x="2943" y="2399"/>
              <a:chExt cx="230" cy="288"/>
            </a:xfrm>
          </p:grpSpPr>
          <p:sp>
            <p:nvSpPr>
              <p:cNvPr id="93271" name="Rectangle 65"/>
              <p:cNvSpPr/>
              <p:nvPr/>
            </p:nvSpPr>
            <p:spPr>
              <a:xfrm>
                <a:off x="2982" y="2490"/>
                <a:ext cx="144" cy="1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93272" name="Text Box 66"/>
              <p:cNvSpPr txBox="1"/>
              <p:nvPr/>
            </p:nvSpPr>
            <p:spPr>
              <a:xfrm>
                <a:off x="2943" y="2399"/>
                <a:ext cx="230"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400" dirty="0">
                    <a:ea typeface="宋体" panose="02010600030101010101" pitchFamily="2" charset="-122"/>
                  </a:rPr>
                  <a:t>x</a:t>
                </a:r>
                <a:endParaRPr lang="en-US" altLang="zh-CN" sz="2400" dirty="0">
                  <a:ea typeface="宋体" panose="02010600030101010101" pitchFamily="2" charset="-122"/>
                </a:endParaRPr>
              </a:p>
            </p:txBody>
          </p:sp>
        </p:grpSp>
        <p:grpSp>
          <p:nvGrpSpPr>
            <p:cNvPr id="93252" name="Group 67"/>
            <p:cNvGrpSpPr/>
            <p:nvPr/>
          </p:nvGrpSpPr>
          <p:grpSpPr>
            <a:xfrm>
              <a:off x="4441" y="1442"/>
              <a:ext cx="225" cy="250"/>
              <a:chOff x="2944" y="2429"/>
              <a:chExt cx="228" cy="250"/>
            </a:xfrm>
          </p:grpSpPr>
          <p:sp>
            <p:nvSpPr>
              <p:cNvPr id="93269" name="Rectangle 68"/>
              <p:cNvSpPr/>
              <p:nvPr/>
            </p:nvSpPr>
            <p:spPr>
              <a:xfrm>
                <a:off x="2982" y="2490"/>
                <a:ext cx="144" cy="1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93270" name="Text Box 69"/>
              <p:cNvSpPr txBox="1"/>
              <p:nvPr/>
            </p:nvSpPr>
            <p:spPr>
              <a:xfrm>
                <a:off x="2944" y="2429"/>
                <a:ext cx="228"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000" dirty="0">
                    <a:ea typeface="宋体" panose="02010600030101010101" pitchFamily="2" charset="-122"/>
                  </a:rPr>
                  <a:t>w</a:t>
                </a:r>
                <a:endParaRPr lang="en-US" altLang="zh-CN" sz="2400" dirty="0">
                  <a:latin typeface="Times New Roman" panose="02020603050405020304" pitchFamily="18" charset="0"/>
                  <a:ea typeface="宋体" panose="02010600030101010101" pitchFamily="2" charset="-122"/>
                </a:endParaRPr>
              </a:p>
            </p:txBody>
          </p:sp>
        </p:grpSp>
        <p:grpSp>
          <p:nvGrpSpPr>
            <p:cNvPr id="93253" name="Group 70"/>
            <p:cNvGrpSpPr/>
            <p:nvPr/>
          </p:nvGrpSpPr>
          <p:grpSpPr>
            <a:xfrm>
              <a:off x="3772" y="1442"/>
              <a:ext cx="194" cy="250"/>
              <a:chOff x="2959" y="2429"/>
              <a:chExt cx="197" cy="250"/>
            </a:xfrm>
          </p:grpSpPr>
          <p:sp>
            <p:nvSpPr>
              <p:cNvPr id="93267" name="Rectangle 71"/>
              <p:cNvSpPr/>
              <p:nvPr/>
            </p:nvSpPr>
            <p:spPr>
              <a:xfrm>
                <a:off x="2982" y="2490"/>
                <a:ext cx="144" cy="1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93268" name="Text Box 72"/>
              <p:cNvSpPr txBox="1"/>
              <p:nvPr/>
            </p:nvSpPr>
            <p:spPr>
              <a:xfrm>
                <a:off x="2959" y="2429"/>
                <a:ext cx="197"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000" dirty="0">
                    <a:ea typeface="宋体" panose="02010600030101010101" pitchFamily="2" charset="-122"/>
                  </a:rPr>
                  <a:t>v</a:t>
                </a:r>
                <a:endParaRPr lang="en-US" altLang="zh-CN" sz="2400" dirty="0">
                  <a:latin typeface="Times New Roman" panose="02020603050405020304" pitchFamily="18" charset="0"/>
                  <a:ea typeface="宋体" panose="02010600030101010101" pitchFamily="2" charset="-122"/>
                </a:endParaRPr>
              </a:p>
            </p:txBody>
          </p:sp>
        </p:grpSp>
        <p:grpSp>
          <p:nvGrpSpPr>
            <p:cNvPr id="93254" name="Group 73"/>
            <p:cNvGrpSpPr/>
            <p:nvPr/>
          </p:nvGrpSpPr>
          <p:grpSpPr>
            <a:xfrm>
              <a:off x="5022" y="1760"/>
              <a:ext cx="219" cy="288"/>
              <a:chOff x="2946" y="2399"/>
              <a:chExt cx="221" cy="288"/>
            </a:xfrm>
          </p:grpSpPr>
          <p:sp>
            <p:nvSpPr>
              <p:cNvPr id="93265" name="Rectangle 74"/>
              <p:cNvSpPr/>
              <p:nvPr/>
            </p:nvSpPr>
            <p:spPr>
              <a:xfrm>
                <a:off x="2982" y="2490"/>
                <a:ext cx="144" cy="1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93266" name="Text Box 75"/>
              <p:cNvSpPr txBox="1"/>
              <p:nvPr/>
            </p:nvSpPr>
            <p:spPr>
              <a:xfrm>
                <a:off x="2946" y="2399"/>
                <a:ext cx="221"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400" dirty="0">
                    <a:ea typeface="宋体" panose="02010600030101010101" pitchFamily="2" charset="-122"/>
                  </a:rPr>
                  <a:t>z</a:t>
                </a:r>
                <a:endParaRPr lang="en-US" altLang="zh-CN" sz="2400" dirty="0">
                  <a:ea typeface="宋体" panose="02010600030101010101" pitchFamily="2" charset="-122"/>
                </a:endParaRPr>
              </a:p>
            </p:txBody>
          </p:sp>
        </p:grpSp>
        <p:sp>
          <p:nvSpPr>
            <p:cNvPr id="93255" name="Text Box 76"/>
            <p:cNvSpPr txBox="1"/>
            <p:nvPr/>
          </p:nvSpPr>
          <p:spPr>
            <a:xfrm>
              <a:off x="3489" y="1571"/>
              <a:ext cx="204"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800" dirty="0">
                  <a:ea typeface="宋体" panose="02010600030101010101" pitchFamily="2" charset="-122"/>
                </a:rPr>
                <a:t>2</a:t>
              </a:r>
              <a:endParaRPr lang="en-US" altLang="zh-CN" sz="2400" dirty="0">
                <a:latin typeface="Times New Roman" panose="02020603050405020304" pitchFamily="18" charset="0"/>
                <a:ea typeface="宋体" panose="02010600030101010101" pitchFamily="2" charset="-122"/>
              </a:endParaRPr>
            </a:p>
          </p:txBody>
        </p:sp>
        <p:sp>
          <p:nvSpPr>
            <p:cNvPr id="93256" name="Text Box 77"/>
            <p:cNvSpPr txBox="1"/>
            <p:nvPr/>
          </p:nvSpPr>
          <p:spPr>
            <a:xfrm>
              <a:off x="3837" y="1790"/>
              <a:ext cx="204"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800" dirty="0">
                  <a:ea typeface="宋体" panose="02010600030101010101" pitchFamily="2" charset="-122"/>
                </a:rPr>
                <a:t>2</a:t>
              </a:r>
              <a:endParaRPr lang="en-US" altLang="zh-CN" sz="2400" dirty="0">
                <a:latin typeface="Times New Roman" panose="02020603050405020304" pitchFamily="18" charset="0"/>
                <a:ea typeface="宋体" panose="02010600030101010101" pitchFamily="2" charset="-122"/>
              </a:endParaRPr>
            </a:p>
          </p:txBody>
        </p:sp>
        <p:sp>
          <p:nvSpPr>
            <p:cNvPr id="93257" name="Text Box 78"/>
            <p:cNvSpPr txBox="1"/>
            <p:nvPr/>
          </p:nvSpPr>
          <p:spPr>
            <a:xfrm>
              <a:off x="3413" y="2003"/>
              <a:ext cx="181"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800" dirty="0">
                  <a:ea typeface="宋体" panose="02010600030101010101" pitchFamily="2" charset="-122"/>
                </a:rPr>
                <a:t>1</a:t>
              </a:r>
              <a:endParaRPr lang="en-US" altLang="zh-CN" sz="2400" dirty="0">
                <a:latin typeface="Times New Roman" panose="02020603050405020304" pitchFamily="18" charset="0"/>
                <a:ea typeface="宋体" panose="02010600030101010101" pitchFamily="2" charset="-122"/>
              </a:endParaRPr>
            </a:p>
          </p:txBody>
        </p:sp>
        <p:sp>
          <p:nvSpPr>
            <p:cNvPr id="93258" name="Text Box 79"/>
            <p:cNvSpPr txBox="1"/>
            <p:nvPr/>
          </p:nvSpPr>
          <p:spPr>
            <a:xfrm>
              <a:off x="4221" y="1883"/>
              <a:ext cx="204"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800" dirty="0">
                  <a:ea typeface="宋体" panose="02010600030101010101" pitchFamily="2" charset="-122"/>
                </a:rPr>
                <a:t>3</a:t>
              </a:r>
              <a:endParaRPr lang="en-US" altLang="zh-CN" sz="2400" dirty="0">
                <a:latin typeface="Times New Roman" panose="02020603050405020304" pitchFamily="18" charset="0"/>
                <a:ea typeface="宋体" panose="02010600030101010101" pitchFamily="2" charset="-122"/>
              </a:endParaRPr>
            </a:p>
          </p:txBody>
        </p:sp>
        <p:sp>
          <p:nvSpPr>
            <p:cNvPr id="93259" name="Text Box 80"/>
            <p:cNvSpPr txBox="1"/>
            <p:nvPr/>
          </p:nvSpPr>
          <p:spPr>
            <a:xfrm>
              <a:off x="4169" y="2237"/>
              <a:ext cx="181"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800" dirty="0">
                  <a:ea typeface="宋体" panose="02010600030101010101" pitchFamily="2" charset="-122"/>
                </a:rPr>
                <a:t>1</a:t>
              </a:r>
              <a:endParaRPr lang="en-US" altLang="zh-CN" sz="2400" dirty="0">
                <a:latin typeface="Times New Roman" panose="02020603050405020304" pitchFamily="18" charset="0"/>
                <a:ea typeface="宋体" panose="02010600030101010101" pitchFamily="2" charset="-122"/>
              </a:endParaRPr>
            </a:p>
          </p:txBody>
        </p:sp>
        <p:sp>
          <p:nvSpPr>
            <p:cNvPr id="93260" name="Text Box 81"/>
            <p:cNvSpPr txBox="1"/>
            <p:nvPr/>
          </p:nvSpPr>
          <p:spPr>
            <a:xfrm>
              <a:off x="4529" y="1808"/>
              <a:ext cx="181"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800" dirty="0">
                  <a:ea typeface="宋体" panose="02010600030101010101" pitchFamily="2" charset="-122"/>
                </a:rPr>
                <a:t>1</a:t>
              </a:r>
              <a:endParaRPr lang="en-US" altLang="zh-CN" sz="2400" dirty="0">
                <a:latin typeface="Times New Roman" panose="02020603050405020304" pitchFamily="18" charset="0"/>
                <a:ea typeface="宋体" panose="02010600030101010101" pitchFamily="2" charset="-122"/>
              </a:endParaRPr>
            </a:p>
          </p:txBody>
        </p:sp>
        <p:sp>
          <p:nvSpPr>
            <p:cNvPr id="93261" name="Text Box 82"/>
            <p:cNvSpPr txBox="1"/>
            <p:nvPr/>
          </p:nvSpPr>
          <p:spPr>
            <a:xfrm>
              <a:off x="4878" y="2072"/>
              <a:ext cx="204"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800" dirty="0">
                  <a:ea typeface="宋体" panose="02010600030101010101" pitchFamily="2" charset="-122"/>
                </a:rPr>
                <a:t>2</a:t>
              </a:r>
              <a:endParaRPr lang="en-US" altLang="zh-CN" sz="2400" dirty="0">
                <a:latin typeface="Times New Roman" panose="02020603050405020304" pitchFamily="18" charset="0"/>
                <a:ea typeface="宋体" panose="02010600030101010101" pitchFamily="2" charset="-122"/>
              </a:endParaRPr>
            </a:p>
          </p:txBody>
        </p:sp>
        <p:sp>
          <p:nvSpPr>
            <p:cNvPr id="93262" name="Text Box 83"/>
            <p:cNvSpPr txBox="1"/>
            <p:nvPr/>
          </p:nvSpPr>
          <p:spPr>
            <a:xfrm>
              <a:off x="4851" y="1535"/>
              <a:ext cx="204"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800" dirty="0">
                  <a:ea typeface="宋体" panose="02010600030101010101" pitchFamily="2" charset="-122"/>
                </a:rPr>
                <a:t>5</a:t>
              </a:r>
              <a:endParaRPr lang="en-US" altLang="zh-CN" sz="2400" dirty="0">
                <a:latin typeface="Times New Roman" panose="02020603050405020304" pitchFamily="18" charset="0"/>
                <a:ea typeface="宋体" panose="02010600030101010101" pitchFamily="2" charset="-122"/>
              </a:endParaRPr>
            </a:p>
          </p:txBody>
        </p:sp>
        <p:sp>
          <p:nvSpPr>
            <p:cNvPr id="93263" name="Text Box 84"/>
            <p:cNvSpPr txBox="1"/>
            <p:nvPr/>
          </p:nvSpPr>
          <p:spPr>
            <a:xfrm>
              <a:off x="4116" y="1385"/>
              <a:ext cx="204"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800" dirty="0">
                  <a:ea typeface="宋体" panose="02010600030101010101" pitchFamily="2" charset="-122"/>
                </a:rPr>
                <a:t>3</a:t>
              </a:r>
              <a:endParaRPr lang="en-US" altLang="zh-CN" sz="2400" dirty="0">
                <a:latin typeface="Times New Roman" panose="02020603050405020304" pitchFamily="18" charset="0"/>
                <a:ea typeface="宋体" panose="02010600030101010101" pitchFamily="2" charset="-122"/>
              </a:endParaRPr>
            </a:p>
          </p:txBody>
        </p:sp>
        <p:sp>
          <p:nvSpPr>
            <p:cNvPr id="93264" name="Text Box 85"/>
            <p:cNvSpPr txBox="1"/>
            <p:nvPr/>
          </p:nvSpPr>
          <p:spPr>
            <a:xfrm>
              <a:off x="3765" y="1118"/>
              <a:ext cx="204"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800" dirty="0">
                  <a:ea typeface="宋体" panose="02010600030101010101" pitchFamily="2" charset="-122"/>
                </a:rPr>
                <a:t>5</a:t>
              </a:r>
              <a:endParaRPr lang="en-US" altLang="zh-CN" sz="2400" dirty="0">
                <a:latin typeface="Times New Roman" panose="02020603050405020304" pitchFamily="18" charset="0"/>
                <a:ea typeface="宋体" panose="02010600030101010101" pitchFamily="2" charset="-122"/>
              </a:endParaRPr>
            </a:p>
          </p:txBody>
        </p:sp>
      </p:grpSp>
      <p:sp>
        <p:nvSpPr>
          <p:cNvPr id="465052" name="Line 156"/>
          <p:cNvSpPr/>
          <p:nvPr/>
        </p:nvSpPr>
        <p:spPr>
          <a:xfrm flipH="1">
            <a:off x="2241550" y="2035175"/>
            <a:ext cx="3514725" cy="309563"/>
          </a:xfrm>
          <a:prstGeom prst="line">
            <a:avLst/>
          </a:prstGeom>
          <a:ln w="9525" cap="flat" cmpd="sng">
            <a:solidFill>
              <a:srgbClr val="FF0000"/>
            </a:solidFill>
            <a:prstDash val="solid"/>
            <a:headEnd type="none" w="med" len="med"/>
            <a:tailEnd type="triangle" w="med" len="med"/>
          </a:ln>
        </p:spPr>
      </p:sp>
      <p:sp>
        <p:nvSpPr>
          <p:cNvPr id="465053" name="Line 157"/>
          <p:cNvSpPr/>
          <p:nvPr/>
        </p:nvSpPr>
        <p:spPr>
          <a:xfrm flipH="1">
            <a:off x="2163763" y="2330450"/>
            <a:ext cx="4894262" cy="334963"/>
          </a:xfrm>
          <a:prstGeom prst="line">
            <a:avLst/>
          </a:prstGeom>
          <a:ln w="9525" cap="flat" cmpd="sng">
            <a:solidFill>
              <a:srgbClr val="FF0000"/>
            </a:solidFill>
            <a:prstDash val="solid"/>
            <a:headEnd type="none" w="med" len="med"/>
            <a:tailEnd type="triangle" w="med" len="med"/>
          </a:ln>
        </p:spPr>
      </p:sp>
      <p:sp>
        <p:nvSpPr>
          <p:cNvPr id="465054" name="Line 158"/>
          <p:cNvSpPr/>
          <p:nvPr/>
        </p:nvSpPr>
        <p:spPr>
          <a:xfrm flipH="1">
            <a:off x="2227263" y="2692400"/>
            <a:ext cx="914400" cy="257175"/>
          </a:xfrm>
          <a:prstGeom prst="line">
            <a:avLst/>
          </a:prstGeom>
          <a:ln w="9525" cap="flat" cmpd="sng">
            <a:solidFill>
              <a:srgbClr val="FF0000"/>
            </a:solidFill>
            <a:prstDash val="solid"/>
            <a:headEnd type="none" w="med" len="med"/>
            <a:tailEnd type="triangle" w="med" len="med"/>
          </a:ln>
        </p:spPr>
      </p:sp>
      <p:sp>
        <p:nvSpPr>
          <p:cNvPr id="465055" name="Line 159"/>
          <p:cNvSpPr/>
          <p:nvPr/>
        </p:nvSpPr>
        <p:spPr>
          <a:xfrm flipH="1">
            <a:off x="2241550" y="2949575"/>
            <a:ext cx="2239963" cy="309563"/>
          </a:xfrm>
          <a:prstGeom prst="line">
            <a:avLst/>
          </a:prstGeom>
          <a:ln w="9525" cap="flat" cmpd="sng">
            <a:solidFill>
              <a:srgbClr val="FF0000"/>
            </a:solidFill>
            <a:prstDash val="solid"/>
            <a:headEnd type="none" w="med" len="med"/>
            <a:tailEnd type="triangle" w="med" len="med"/>
          </a:ln>
        </p:spPr>
      </p:sp>
      <p:sp>
        <p:nvSpPr>
          <p:cNvPr id="465056" name="Line 160"/>
          <p:cNvSpPr/>
          <p:nvPr/>
        </p:nvSpPr>
        <p:spPr>
          <a:xfrm flipH="1">
            <a:off x="2254250" y="3206750"/>
            <a:ext cx="5975350" cy="334963"/>
          </a:xfrm>
          <a:prstGeom prst="line">
            <a:avLst/>
          </a:prstGeom>
          <a:ln w="9525" cap="flat" cmpd="sng">
            <a:solidFill>
              <a:srgbClr val="FF0000"/>
            </a:solidFill>
            <a:prstDash val="solid"/>
            <a:headEnd type="none" w="med" len="med"/>
            <a:tailEnd type="triangle" w="med" len="med"/>
          </a:ln>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6505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6505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6505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6505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650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4210" name="页脚占位符 3"/>
          <p:cNvSpPr txBox="1">
            <a:spLocks noGrp="1"/>
          </p:cNvSpPr>
          <p:nvPr>
            <p:ph type="ftr" sz="quarter" idx="11"/>
          </p:nvPr>
        </p:nvSpPr>
        <p:spPr/>
        <p:txBody>
          <a:bodyPr/>
          <a:p>
            <a:pPr marL="0" indent="0" algn="r">
              <a:spcBef>
                <a:spcPct val="0"/>
              </a:spcBef>
              <a:buClrTx/>
              <a:buSzTx/>
              <a:buFontTx/>
              <a:buNone/>
            </a:pPr>
            <a:r>
              <a:rPr lang="en-US" altLang="zh-CN" sz="1400" dirty="0">
                <a:ea typeface="宋体" panose="02010600030101010101" pitchFamily="2" charset="-122"/>
              </a:rPr>
              <a:t>Network Layer</a:t>
            </a:r>
            <a:endParaRPr lang="en-US" altLang="zh-CN" sz="1400" dirty="0">
              <a:latin typeface="Times New Roman" panose="02020603050405020304" pitchFamily="18" charset="0"/>
              <a:ea typeface="宋体" panose="02010600030101010101" pitchFamily="2" charset="-122"/>
            </a:endParaRPr>
          </a:p>
        </p:txBody>
      </p:sp>
      <p:sp>
        <p:nvSpPr>
          <p:cNvPr id="94211" name="灯片编号占位符 4"/>
          <p:cNvSpPr txBox="1">
            <a:spLocks noGrp="1"/>
          </p:cNvSpPr>
          <p:nvPr>
            <p:ph type="sldNum" sz="quarter" idx="12"/>
          </p:nvPr>
        </p:nvSpPr>
        <p:spPr/>
        <p:txBody>
          <a:bodyPr/>
          <a:p>
            <a:pPr marL="0" indent="0" algn="r">
              <a:spcBef>
                <a:spcPct val="0"/>
              </a:spcBef>
              <a:buClrTx/>
              <a:buSzTx/>
              <a:buFontTx/>
              <a:buNone/>
            </a:pPr>
            <a:r>
              <a:rPr lang="en-US" altLang="zh-CN" sz="1400" dirty="0">
                <a:ea typeface="宋体" panose="02010600030101010101" pitchFamily="2" charset="-122"/>
              </a:rPr>
              <a:t>4-</a:t>
            </a: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94212" name="Rectangle 4"/>
          <p:cNvSpPr>
            <a:spLocks noGrp="1"/>
          </p:cNvSpPr>
          <p:nvPr>
            <p:ph type="title"/>
          </p:nvPr>
        </p:nvSpPr>
        <p:spPr/>
        <p:txBody>
          <a:bodyPr vert="horz" wrap="square" lIns="91440" tIns="45720" rIns="91440" bIns="45720" anchor="ctr" anchorCtr="0"/>
          <a:p>
            <a:r>
              <a:rPr lang="en-US" altLang="zh-CN" sz="3600" dirty="0">
                <a:ea typeface="宋体" panose="02010600030101010101" pitchFamily="2" charset="-122"/>
              </a:rPr>
              <a:t>Dijkstra’s algorithm: example (2) </a:t>
            </a:r>
            <a:endParaRPr lang="en-US" altLang="zh-CN" sz="3600" dirty="0">
              <a:ea typeface="宋体" panose="02010600030101010101" pitchFamily="2" charset="-122"/>
            </a:endParaRPr>
          </a:p>
        </p:txBody>
      </p:sp>
      <p:grpSp>
        <p:nvGrpSpPr>
          <p:cNvPr id="94213" name="Group 77"/>
          <p:cNvGrpSpPr/>
          <p:nvPr/>
        </p:nvGrpSpPr>
        <p:grpSpPr>
          <a:xfrm>
            <a:off x="2198688" y="2043113"/>
            <a:ext cx="3244850" cy="1500187"/>
            <a:chOff x="1385" y="1287"/>
            <a:chExt cx="2044" cy="945"/>
          </a:xfrm>
        </p:grpSpPr>
        <p:sp>
          <p:nvSpPr>
            <p:cNvPr id="94231" name="Freeform 7"/>
            <p:cNvSpPr/>
            <p:nvPr/>
          </p:nvSpPr>
          <p:spPr>
            <a:xfrm>
              <a:off x="1648" y="1465"/>
              <a:ext cx="342" cy="186"/>
            </a:xfrm>
            <a:custGeom>
              <a:avLst/>
              <a:gdLst/>
              <a:ahLst/>
              <a:cxnLst>
                <a:cxn ang="0">
                  <a:pos x="0" y="186"/>
                </a:cxn>
                <a:cxn ang="0">
                  <a:pos x="342" y="0"/>
                </a:cxn>
              </a:cxnLst>
              <a:pathLst>
                <a:path w="342" h="186">
                  <a:moveTo>
                    <a:pt x="0" y="186"/>
                  </a:moveTo>
                  <a:lnTo>
                    <a:pt x="342" y="0"/>
                  </a:lnTo>
                </a:path>
              </a:pathLst>
            </a:custGeom>
            <a:noFill/>
            <a:ln w="12700" cap="flat" cmpd="sng">
              <a:solidFill>
                <a:schemeClr val="tx1">
                  <a:alpha val="100000"/>
                </a:schemeClr>
              </a:solidFill>
              <a:prstDash val="solid"/>
              <a:round/>
              <a:headEnd type="none" w="med" len="med"/>
              <a:tailEnd type="none" w="med" len="med"/>
            </a:ln>
          </p:spPr>
          <p:txBody>
            <a:bodyPr/>
            <a:p>
              <a:endParaRPr lang="zh-CN" altLang="en-US"/>
            </a:p>
          </p:txBody>
        </p:sp>
        <p:sp>
          <p:nvSpPr>
            <p:cNvPr id="94232" name="Oval 8"/>
            <p:cNvSpPr/>
            <p:nvPr/>
          </p:nvSpPr>
          <p:spPr>
            <a:xfrm>
              <a:off x="1388" y="1707"/>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94233" name="Line 9"/>
            <p:cNvSpPr/>
            <p:nvPr/>
          </p:nvSpPr>
          <p:spPr>
            <a:xfrm>
              <a:off x="1388" y="1700"/>
              <a:ext cx="0" cy="50"/>
            </a:xfrm>
            <a:prstGeom prst="line">
              <a:avLst/>
            </a:prstGeom>
            <a:ln w="12700" cap="flat" cmpd="sng">
              <a:solidFill>
                <a:schemeClr val="tx1"/>
              </a:solidFill>
              <a:prstDash val="solid"/>
              <a:headEnd type="none" w="med" len="med"/>
              <a:tailEnd type="none" w="med" len="med"/>
            </a:ln>
          </p:spPr>
        </p:sp>
        <p:sp>
          <p:nvSpPr>
            <p:cNvPr id="94234" name="Line 10"/>
            <p:cNvSpPr/>
            <p:nvPr/>
          </p:nvSpPr>
          <p:spPr>
            <a:xfrm>
              <a:off x="1701" y="1700"/>
              <a:ext cx="0" cy="50"/>
            </a:xfrm>
            <a:prstGeom prst="line">
              <a:avLst/>
            </a:prstGeom>
            <a:ln w="12700" cap="flat" cmpd="sng">
              <a:solidFill>
                <a:schemeClr val="tx1"/>
              </a:solidFill>
              <a:prstDash val="solid"/>
              <a:headEnd type="none" w="med" len="med"/>
              <a:tailEnd type="none" w="med" len="med"/>
            </a:ln>
          </p:spPr>
        </p:sp>
        <p:sp>
          <p:nvSpPr>
            <p:cNvPr id="94235" name="Rectangle 11"/>
            <p:cNvSpPr/>
            <p:nvPr/>
          </p:nvSpPr>
          <p:spPr>
            <a:xfrm>
              <a:off x="1388" y="1700"/>
              <a:ext cx="310"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94236" name="Oval 12"/>
            <p:cNvSpPr/>
            <p:nvPr/>
          </p:nvSpPr>
          <p:spPr>
            <a:xfrm>
              <a:off x="1385" y="1641"/>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94237" name="Oval 13"/>
            <p:cNvSpPr/>
            <p:nvPr/>
          </p:nvSpPr>
          <p:spPr>
            <a:xfrm>
              <a:off x="1862" y="2094"/>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94238" name="Line 14"/>
            <p:cNvSpPr/>
            <p:nvPr/>
          </p:nvSpPr>
          <p:spPr>
            <a:xfrm>
              <a:off x="1862" y="2087"/>
              <a:ext cx="0" cy="50"/>
            </a:xfrm>
            <a:prstGeom prst="line">
              <a:avLst/>
            </a:prstGeom>
            <a:ln w="12700" cap="flat" cmpd="sng">
              <a:solidFill>
                <a:schemeClr val="tx1"/>
              </a:solidFill>
              <a:prstDash val="solid"/>
              <a:headEnd type="none" w="med" len="med"/>
              <a:tailEnd type="none" w="med" len="med"/>
            </a:ln>
          </p:spPr>
        </p:sp>
        <p:sp>
          <p:nvSpPr>
            <p:cNvPr id="94239" name="Line 15"/>
            <p:cNvSpPr/>
            <p:nvPr/>
          </p:nvSpPr>
          <p:spPr>
            <a:xfrm>
              <a:off x="2175" y="2087"/>
              <a:ext cx="0" cy="50"/>
            </a:xfrm>
            <a:prstGeom prst="line">
              <a:avLst/>
            </a:prstGeom>
            <a:ln w="12700" cap="flat" cmpd="sng">
              <a:solidFill>
                <a:schemeClr val="tx1"/>
              </a:solidFill>
              <a:prstDash val="solid"/>
              <a:headEnd type="none" w="med" len="med"/>
              <a:tailEnd type="none" w="med" len="med"/>
            </a:ln>
          </p:spPr>
        </p:sp>
        <p:sp>
          <p:nvSpPr>
            <p:cNvPr id="94240" name="Rectangle 16"/>
            <p:cNvSpPr/>
            <p:nvPr/>
          </p:nvSpPr>
          <p:spPr>
            <a:xfrm>
              <a:off x="1862" y="2087"/>
              <a:ext cx="310"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94241" name="Oval 17"/>
            <p:cNvSpPr/>
            <p:nvPr/>
          </p:nvSpPr>
          <p:spPr>
            <a:xfrm>
              <a:off x="1859" y="2028"/>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94242" name="Oval 18"/>
            <p:cNvSpPr/>
            <p:nvPr/>
          </p:nvSpPr>
          <p:spPr>
            <a:xfrm>
              <a:off x="1858" y="1404"/>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94243" name="Line 19"/>
            <p:cNvSpPr/>
            <p:nvPr/>
          </p:nvSpPr>
          <p:spPr>
            <a:xfrm>
              <a:off x="1858" y="1397"/>
              <a:ext cx="0" cy="50"/>
            </a:xfrm>
            <a:prstGeom prst="line">
              <a:avLst/>
            </a:prstGeom>
            <a:ln w="12700" cap="flat" cmpd="sng">
              <a:solidFill>
                <a:schemeClr val="tx1"/>
              </a:solidFill>
              <a:prstDash val="solid"/>
              <a:headEnd type="none" w="med" len="med"/>
              <a:tailEnd type="none" w="med" len="med"/>
            </a:ln>
          </p:spPr>
        </p:sp>
        <p:sp>
          <p:nvSpPr>
            <p:cNvPr id="94244" name="Line 20"/>
            <p:cNvSpPr/>
            <p:nvPr/>
          </p:nvSpPr>
          <p:spPr>
            <a:xfrm>
              <a:off x="2171" y="1397"/>
              <a:ext cx="0" cy="50"/>
            </a:xfrm>
            <a:prstGeom prst="line">
              <a:avLst/>
            </a:prstGeom>
            <a:ln w="12700" cap="flat" cmpd="sng">
              <a:solidFill>
                <a:schemeClr val="tx1"/>
              </a:solidFill>
              <a:prstDash val="solid"/>
              <a:headEnd type="none" w="med" len="med"/>
              <a:tailEnd type="none" w="med" len="med"/>
            </a:ln>
          </p:spPr>
        </p:sp>
        <p:sp>
          <p:nvSpPr>
            <p:cNvPr id="94245" name="Rectangle 21"/>
            <p:cNvSpPr/>
            <p:nvPr/>
          </p:nvSpPr>
          <p:spPr>
            <a:xfrm>
              <a:off x="1858" y="1397"/>
              <a:ext cx="310"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94246" name="Oval 22"/>
            <p:cNvSpPr/>
            <p:nvPr/>
          </p:nvSpPr>
          <p:spPr>
            <a:xfrm>
              <a:off x="1855" y="1338"/>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94247" name="Oval 23"/>
            <p:cNvSpPr/>
            <p:nvPr/>
          </p:nvSpPr>
          <p:spPr>
            <a:xfrm>
              <a:off x="2541" y="1400"/>
              <a:ext cx="312"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94248" name="Line 24"/>
            <p:cNvSpPr/>
            <p:nvPr/>
          </p:nvSpPr>
          <p:spPr>
            <a:xfrm>
              <a:off x="2541" y="1393"/>
              <a:ext cx="0" cy="50"/>
            </a:xfrm>
            <a:prstGeom prst="line">
              <a:avLst/>
            </a:prstGeom>
            <a:ln w="12700" cap="flat" cmpd="sng">
              <a:solidFill>
                <a:schemeClr val="tx1"/>
              </a:solidFill>
              <a:prstDash val="solid"/>
              <a:headEnd type="none" w="med" len="med"/>
              <a:tailEnd type="none" w="med" len="med"/>
            </a:ln>
          </p:spPr>
        </p:sp>
        <p:sp>
          <p:nvSpPr>
            <p:cNvPr id="94249" name="Line 25"/>
            <p:cNvSpPr/>
            <p:nvPr/>
          </p:nvSpPr>
          <p:spPr>
            <a:xfrm>
              <a:off x="2853" y="1393"/>
              <a:ext cx="0" cy="50"/>
            </a:xfrm>
            <a:prstGeom prst="line">
              <a:avLst/>
            </a:prstGeom>
            <a:ln w="12700" cap="flat" cmpd="sng">
              <a:solidFill>
                <a:schemeClr val="tx1"/>
              </a:solidFill>
              <a:prstDash val="solid"/>
              <a:headEnd type="none" w="med" len="med"/>
              <a:tailEnd type="none" w="med" len="med"/>
            </a:ln>
          </p:spPr>
        </p:sp>
        <p:sp>
          <p:nvSpPr>
            <p:cNvPr id="94250" name="Rectangle 26"/>
            <p:cNvSpPr/>
            <p:nvPr/>
          </p:nvSpPr>
          <p:spPr>
            <a:xfrm>
              <a:off x="2541" y="1393"/>
              <a:ext cx="309"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94251" name="Oval 27"/>
            <p:cNvSpPr/>
            <p:nvPr/>
          </p:nvSpPr>
          <p:spPr>
            <a:xfrm>
              <a:off x="2544" y="1337"/>
              <a:ext cx="312"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94252" name="Oval 28"/>
            <p:cNvSpPr/>
            <p:nvPr/>
          </p:nvSpPr>
          <p:spPr>
            <a:xfrm>
              <a:off x="2551" y="2091"/>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94253" name="Line 29"/>
            <p:cNvSpPr/>
            <p:nvPr/>
          </p:nvSpPr>
          <p:spPr>
            <a:xfrm>
              <a:off x="2551" y="2084"/>
              <a:ext cx="0" cy="50"/>
            </a:xfrm>
            <a:prstGeom prst="line">
              <a:avLst/>
            </a:prstGeom>
            <a:ln w="12700" cap="flat" cmpd="sng">
              <a:solidFill>
                <a:schemeClr val="tx1"/>
              </a:solidFill>
              <a:prstDash val="solid"/>
              <a:headEnd type="none" w="med" len="med"/>
              <a:tailEnd type="none" w="med" len="med"/>
            </a:ln>
          </p:spPr>
        </p:sp>
        <p:sp>
          <p:nvSpPr>
            <p:cNvPr id="94254" name="Line 30"/>
            <p:cNvSpPr/>
            <p:nvPr/>
          </p:nvSpPr>
          <p:spPr>
            <a:xfrm>
              <a:off x="2864" y="2084"/>
              <a:ext cx="0" cy="50"/>
            </a:xfrm>
            <a:prstGeom prst="line">
              <a:avLst/>
            </a:prstGeom>
            <a:ln w="12700" cap="flat" cmpd="sng">
              <a:solidFill>
                <a:schemeClr val="tx1"/>
              </a:solidFill>
              <a:prstDash val="solid"/>
              <a:headEnd type="none" w="med" len="med"/>
              <a:tailEnd type="none" w="med" len="med"/>
            </a:ln>
          </p:spPr>
        </p:sp>
        <p:sp>
          <p:nvSpPr>
            <p:cNvPr id="94255" name="Rectangle 31"/>
            <p:cNvSpPr/>
            <p:nvPr/>
          </p:nvSpPr>
          <p:spPr>
            <a:xfrm>
              <a:off x="2551" y="2084"/>
              <a:ext cx="310"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94256" name="Oval 32"/>
            <p:cNvSpPr/>
            <p:nvPr/>
          </p:nvSpPr>
          <p:spPr>
            <a:xfrm>
              <a:off x="2548" y="2025"/>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94257" name="Oval 33"/>
            <p:cNvSpPr/>
            <p:nvPr/>
          </p:nvSpPr>
          <p:spPr>
            <a:xfrm>
              <a:off x="3116" y="1750"/>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94258" name="Line 34"/>
            <p:cNvSpPr/>
            <p:nvPr/>
          </p:nvSpPr>
          <p:spPr>
            <a:xfrm>
              <a:off x="3116" y="1743"/>
              <a:ext cx="0" cy="50"/>
            </a:xfrm>
            <a:prstGeom prst="line">
              <a:avLst/>
            </a:prstGeom>
            <a:ln w="12700" cap="flat" cmpd="sng">
              <a:solidFill>
                <a:schemeClr val="tx1"/>
              </a:solidFill>
              <a:prstDash val="solid"/>
              <a:headEnd type="none" w="med" len="med"/>
              <a:tailEnd type="none" w="med" len="med"/>
            </a:ln>
          </p:spPr>
        </p:sp>
        <p:sp>
          <p:nvSpPr>
            <p:cNvPr id="94259" name="Line 35"/>
            <p:cNvSpPr/>
            <p:nvPr/>
          </p:nvSpPr>
          <p:spPr>
            <a:xfrm>
              <a:off x="3429" y="1743"/>
              <a:ext cx="0" cy="50"/>
            </a:xfrm>
            <a:prstGeom prst="line">
              <a:avLst/>
            </a:prstGeom>
            <a:ln w="12700" cap="flat" cmpd="sng">
              <a:solidFill>
                <a:schemeClr val="tx1"/>
              </a:solidFill>
              <a:prstDash val="solid"/>
              <a:headEnd type="none" w="med" len="med"/>
              <a:tailEnd type="none" w="med" len="med"/>
            </a:ln>
          </p:spPr>
        </p:sp>
        <p:sp>
          <p:nvSpPr>
            <p:cNvPr id="94260" name="Rectangle 36"/>
            <p:cNvSpPr/>
            <p:nvPr/>
          </p:nvSpPr>
          <p:spPr>
            <a:xfrm>
              <a:off x="3116" y="1743"/>
              <a:ext cx="310"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94261" name="Oval 37"/>
            <p:cNvSpPr/>
            <p:nvPr/>
          </p:nvSpPr>
          <p:spPr>
            <a:xfrm>
              <a:off x="3113" y="1684"/>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94262" name="Freeform 38"/>
            <p:cNvSpPr/>
            <p:nvPr/>
          </p:nvSpPr>
          <p:spPr>
            <a:xfrm>
              <a:off x="2707" y="1492"/>
              <a:ext cx="1" cy="522"/>
            </a:xfrm>
            <a:custGeom>
              <a:avLst/>
              <a:gdLst/>
              <a:ahLst/>
              <a:cxnLst>
                <a:cxn ang="0">
                  <a:pos x="0" y="0"/>
                </a:cxn>
                <a:cxn ang="0">
                  <a:pos x="0" y="522"/>
                </a:cxn>
              </a:cxnLst>
              <a:pathLst>
                <a:path w="1" h="522">
                  <a:moveTo>
                    <a:pt x="0" y="0"/>
                  </a:moveTo>
                  <a:lnTo>
                    <a:pt x="0" y="522"/>
                  </a:lnTo>
                </a:path>
              </a:pathLst>
            </a:custGeom>
            <a:noFill/>
            <a:ln w="12700" cap="flat" cmpd="sng">
              <a:solidFill>
                <a:schemeClr val="tx1">
                  <a:alpha val="100000"/>
                </a:schemeClr>
              </a:solidFill>
              <a:prstDash val="solid"/>
              <a:round/>
              <a:headEnd type="none" w="med" len="med"/>
              <a:tailEnd type="none" w="med" len="med"/>
            </a:ln>
          </p:spPr>
          <p:txBody>
            <a:bodyPr/>
            <a:p>
              <a:endParaRPr lang="zh-CN" altLang="en-US"/>
            </a:p>
          </p:txBody>
        </p:sp>
        <p:sp>
          <p:nvSpPr>
            <p:cNvPr id="94263" name="Freeform 41"/>
            <p:cNvSpPr/>
            <p:nvPr/>
          </p:nvSpPr>
          <p:spPr>
            <a:xfrm>
              <a:off x="2866" y="1831"/>
              <a:ext cx="366" cy="270"/>
            </a:xfrm>
            <a:custGeom>
              <a:avLst/>
              <a:gdLst/>
              <a:ahLst/>
              <a:cxnLst>
                <a:cxn ang="0">
                  <a:pos x="0" y="270"/>
                </a:cxn>
                <a:cxn ang="0">
                  <a:pos x="366" y="0"/>
                </a:cxn>
              </a:cxnLst>
              <a:pathLst>
                <a:path w="366" h="270">
                  <a:moveTo>
                    <a:pt x="0" y="270"/>
                  </a:moveTo>
                  <a:lnTo>
                    <a:pt x="366" y="0"/>
                  </a:lnTo>
                </a:path>
              </a:pathLst>
            </a:custGeom>
            <a:noFill/>
            <a:ln w="12700" cap="flat" cmpd="sng">
              <a:solidFill>
                <a:schemeClr val="tx1">
                  <a:alpha val="100000"/>
                </a:schemeClr>
              </a:solidFill>
              <a:prstDash val="solid"/>
              <a:round/>
              <a:headEnd type="none" w="med" len="med"/>
              <a:tailEnd type="none" w="med" len="med"/>
            </a:ln>
          </p:spPr>
          <p:txBody>
            <a:bodyPr/>
            <a:p>
              <a:endParaRPr lang="zh-CN" altLang="en-US"/>
            </a:p>
          </p:txBody>
        </p:sp>
        <p:sp>
          <p:nvSpPr>
            <p:cNvPr id="94264" name="Freeform 42"/>
            <p:cNvSpPr/>
            <p:nvPr/>
          </p:nvSpPr>
          <p:spPr>
            <a:xfrm>
              <a:off x="2185" y="2113"/>
              <a:ext cx="366" cy="1"/>
            </a:xfrm>
            <a:custGeom>
              <a:avLst/>
              <a:gdLst/>
              <a:ahLst/>
              <a:cxnLst>
                <a:cxn ang="0">
                  <a:pos x="366" y="0"/>
                </a:cxn>
                <a:cxn ang="0">
                  <a:pos x="0" y="0"/>
                </a:cxn>
              </a:cxnLst>
              <a:pathLst>
                <a:path w="366" h="1">
                  <a:moveTo>
                    <a:pt x="366" y="0"/>
                  </a:moveTo>
                  <a:lnTo>
                    <a:pt x="0" y="0"/>
                  </a:lnTo>
                </a:path>
              </a:pathLst>
            </a:custGeom>
            <a:noFill/>
            <a:ln w="12700" cap="flat" cmpd="sng">
              <a:solidFill>
                <a:schemeClr val="tx1">
                  <a:alpha val="100000"/>
                </a:schemeClr>
              </a:solidFill>
              <a:prstDash val="solid"/>
              <a:round/>
              <a:headEnd type="none" w="med" len="med"/>
              <a:tailEnd type="none" w="med" len="med"/>
            </a:ln>
          </p:spPr>
          <p:txBody>
            <a:bodyPr/>
            <a:p>
              <a:endParaRPr lang="zh-CN" altLang="en-US"/>
            </a:p>
          </p:txBody>
        </p:sp>
        <p:sp>
          <p:nvSpPr>
            <p:cNvPr id="94265" name="Freeform 43"/>
            <p:cNvSpPr/>
            <p:nvPr/>
          </p:nvSpPr>
          <p:spPr>
            <a:xfrm>
              <a:off x="1594" y="1789"/>
              <a:ext cx="276" cy="264"/>
            </a:xfrm>
            <a:custGeom>
              <a:avLst/>
              <a:gdLst/>
              <a:ahLst/>
              <a:cxnLst>
                <a:cxn ang="0">
                  <a:pos x="276" y="264"/>
                </a:cxn>
                <a:cxn ang="0">
                  <a:pos x="0" y="0"/>
                </a:cxn>
              </a:cxnLst>
              <a:pathLst>
                <a:path w="276" h="264">
                  <a:moveTo>
                    <a:pt x="276" y="264"/>
                  </a:moveTo>
                  <a:lnTo>
                    <a:pt x="0" y="0"/>
                  </a:lnTo>
                </a:path>
              </a:pathLst>
            </a:custGeom>
            <a:noFill/>
            <a:ln w="12700" cap="flat" cmpd="sng">
              <a:solidFill>
                <a:schemeClr val="tx1">
                  <a:alpha val="100000"/>
                </a:schemeClr>
              </a:solidFill>
              <a:prstDash val="solid"/>
              <a:round/>
              <a:headEnd type="none" w="med" len="med"/>
              <a:tailEnd type="none" w="med" len="med"/>
            </a:ln>
          </p:spPr>
          <p:txBody>
            <a:bodyPr/>
            <a:p>
              <a:endParaRPr lang="zh-CN" altLang="en-US"/>
            </a:p>
          </p:txBody>
        </p:sp>
        <p:grpSp>
          <p:nvGrpSpPr>
            <p:cNvPr id="94266" name="Group 47"/>
            <p:cNvGrpSpPr/>
            <p:nvPr/>
          </p:nvGrpSpPr>
          <p:grpSpPr>
            <a:xfrm>
              <a:off x="1440" y="1593"/>
              <a:ext cx="199" cy="250"/>
              <a:chOff x="2957" y="2429"/>
              <a:chExt cx="202" cy="250"/>
            </a:xfrm>
          </p:grpSpPr>
          <p:sp>
            <p:nvSpPr>
              <p:cNvPr id="94282" name="Rectangle 48"/>
              <p:cNvSpPr/>
              <p:nvPr/>
            </p:nvSpPr>
            <p:spPr>
              <a:xfrm>
                <a:off x="2982" y="2490"/>
                <a:ext cx="144" cy="1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94283" name="Text Box 49"/>
              <p:cNvSpPr txBox="1"/>
              <p:nvPr/>
            </p:nvSpPr>
            <p:spPr>
              <a:xfrm>
                <a:off x="2957" y="2429"/>
                <a:ext cx="202"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000" dirty="0">
                    <a:ea typeface="宋体" panose="02010600030101010101" pitchFamily="2" charset="-122"/>
                  </a:rPr>
                  <a:t>u</a:t>
                </a:r>
                <a:endParaRPr lang="en-US" altLang="zh-CN" sz="2400" dirty="0">
                  <a:latin typeface="Times New Roman" panose="02020603050405020304" pitchFamily="18" charset="0"/>
                  <a:ea typeface="宋体" panose="02010600030101010101" pitchFamily="2" charset="-122"/>
                </a:endParaRPr>
              </a:p>
            </p:txBody>
          </p:sp>
        </p:grpSp>
        <p:grpSp>
          <p:nvGrpSpPr>
            <p:cNvPr id="94267" name="Group 50"/>
            <p:cNvGrpSpPr/>
            <p:nvPr/>
          </p:nvGrpSpPr>
          <p:grpSpPr>
            <a:xfrm>
              <a:off x="2610" y="1977"/>
              <a:ext cx="199" cy="250"/>
              <a:chOff x="2957" y="2429"/>
              <a:chExt cx="202" cy="250"/>
            </a:xfrm>
          </p:grpSpPr>
          <p:sp>
            <p:nvSpPr>
              <p:cNvPr id="94280" name="Rectangle 51"/>
              <p:cNvSpPr/>
              <p:nvPr/>
            </p:nvSpPr>
            <p:spPr>
              <a:xfrm>
                <a:off x="2982" y="2490"/>
                <a:ext cx="144" cy="1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94281" name="Text Box 52"/>
              <p:cNvSpPr txBox="1"/>
              <p:nvPr/>
            </p:nvSpPr>
            <p:spPr>
              <a:xfrm>
                <a:off x="2957" y="2429"/>
                <a:ext cx="202"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000" dirty="0">
                    <a:ea typeface="宋体" panose="02010600030101010101" pitchFamily="2" charset="-122"/>
                  </a:rPr>
                  <a:t>y</a:t>
                </a:r>
                <a:endParaRPr lang="en-US" altLang="zh-CN" sz="2400" dirty="0">
                  <a:latin typeface="Times New Roman" panose="02020603050405020304" pitchFamily="18" charset="0"/>
                  <a:ea typeface="宋体" panose="02010600030101010101" pitchFamily="2" charset="-122"/>
                </a:endParaRPr>
              </a:p>
            </p:txBody>
          </p:sp>
        </p:grpSp>
        <p:grpSp>
          <p:nvGrpSpPr>
            <p:cNvPr id="94268" name="Group 53"/>
            <p:cNvGrpSpPr/>
            <p:nvPr/>
          </p:nvGrpSpPr>
          <p:grpSpPr>
            <a:xfrm>
              <a:off x="1914" y="1944"/>
              <a:ext cx="229" cy="288"/>
              <a:chOff x="2943" y="2399"/>
              <a:chExt cx="230" cy="288"/>
            </a:xfrm>
          </p:grpSpPr>
          <p:sp>
            <p:nvSpPr>
              <p:cNvPr id="94278" name="Rectangle 54"/>
              <p:cNvSpPr/>
              <p:nvPr/>
            </p:nvSpPr>
            <p:spPr>
              <a:xfrm>
                <a:off x="2982" y="2490"/>
                <a:ext cx="144" cy="1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94279" name="Text Box 55"/>
              <p:cNvSpPr txBox="1"/>
              <p:nvPr/>
            </p:nvSpPr>
            <p:spPr>
              <a:xfrm>
                <a:off x="2943" y="2399"/>
                <a:ext cx="230"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400" dirty="0">
                    <a:ea typeface="宋体" panose="02010600030101010101" pitchFamily="2" charset="-122"/>
                  </a:rPr>
                  <a:t>x</a:t>
                </a:r>
                <a:endParaRPr lang="en-US" altLang="zh-CN" sz="2400" dirty="0">
                  <a:ea typeface="宋体" panose="02010600030101010101" pitchFamily="2" charset="-122"/>
                </a:endParaRPr>
              </a:p>
            </p:txBody>
          </p:sp>
        </p:grpSp>
        <p:grpSp>
          <p:nvGrpSpPr>
            <p:cNvPr id="94269" name="Group 56"/>
            <p:cNvGrpSpPr/>
            <p:nvPr/>
          </p:nvGrpSpPr>
          <p:grpSpPr>
            <a:xfrm>
              <a:off x="2591" y="1287"/>
              <a:ext cx="225" cy="250"/>
              <a:chOff x="2944" y="2429"/>
              <a:chExt cx="228" cy="250"/>
            </a:xfrm>
          </p:grpSpPr>
          <p:sp>
            <p:nvSpPr>
              <p:cNvPr id="94276" name="Rectangle 57"/>
              <p:cNvSpPr/>
              <p:nvPr/>
            </p:nvSpPr>
            <p:spPr>
              <a:xfrm>
                <a:off x="2982" y="2490"/>
                <a:ext cx="144" cy="1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94277" name="Text Box 58"/>
              <p:cNvSpPr txBox="1"/>
              <p:nvPr/>
            </p:nvSpPr>
            <p:spPr>
              <a:xfrm>
                <a:off x="2944" y="2429"/>
                <a:ext cx="228"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000" dirty="0">
                    <a:ea typeface="宋体" panose="02010600030101010101" pitchFamily="2" charset="-122"/>
                  </a:rPr>
                  <a:t>w</a:t>
                </a:r>
                <a:endParaRPr lang="en-US" altLang="zh-CN" sz="2400" dirty="0">
                  <a:latin typeface="Times New Roman" panose="02020603050405020304" pitchFamily="18" charset="0"/>
                  <a:ea typeface="宋体" panose="02010600030101010101" pitchFamily="2" charset="-122"/>
                </a:endParaRPr>
              </a:p>
            </p:txBody>
          </p:sp>
        </p:grpSp>
        <p:grpSp>
          <p:nvGrpSpPr>
            <p:cNvPr id="94270" name="Group 59"/>
            <p:cNvGrpSpPr/>
            <p:nvPr/>
          </p:nvGrpSpPr>
          <p:grpSpPr>
            <a:xfrm>
              <a:off x="1922" y="1287"/>
              <a:ext cx="194" cy="250"/>
              <a:chOff x="2959" y="2429"/>
              <a:chExt cx="197" cy="250"/>
            </a:xfrm>
          </p:grpSpPr>
          <p:sp>
            <p:nvSpPr>
              <p:cNvPr id="94274" name="Rectangle 60"/>
              <p:cNvSpPr/>
              <p:nvPr/>
            </p:nvSpPr>
            <p:spPr>
              <a:xfrm>
                <a:off x="2982" y="2490"/>
                <a:ext cx="144" cy="1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94275" name="Text Box 61"/>
              <p:cNvSpPr txBox="1"/>
              <p:nvPr/>
            </p:nvSpPr>
            <p:spPr>
              <a:xfrm>
                <a:off x="2959" y="2429"/>
                <a:ext cx="197"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000" dirty="0">
                    <a:ea typeface="宋体" panose="02010600030101010101" pitchFamily="2" charset="-122"/>
                  </a:rPr>
                  <a:t>v</a:t>
                </a:r>
                <a:endParaRPr lang="en-US" altLang="zh-CN" sz="2400" dirty="0">
                  <a:latin typeface="Times New Roman" panose="02020603050405020304" pitchFamily="18" charset="0"/>
                  <a:ea typeface="宋体" panose="02010600030101010101" pitchFamily="2" charset="-122"/>
                </a:endParaRPr>
              </a:p>
            </p:txBody>
          </p:sp>
        </p:grpSp>
        <p:grpSp>
          <p:nvGrpSpPr>
            <p:cNvPr id="94271" name="Group 62"/>
            <p:cNvGrpSpPr/>
            <p:nvPr/>
          </p:nvGrpSpPr>
          <p:grpSpPr>
            <a:xfrm>
              <a:off x="3172" y="1605"/>
              <a:ext cx="219" cy="288"/>
              <a:chOff x="2946" y="2399"/>
              <a:chExt cx="221" cy="288"/>
            </a:xfrm>
          </p:grpSpPr>
          <p:sp>
            <p:nvSpPr>
              <p:cNvPr id="94272" name="Rectangle 63"/>
              <p:cNvSpPr/>
              <p:nvPr/>
            </p:nvSpPr>
            <p:spPr>
              <a:xfrm>
                <a:off x="2982" y="2490"/>
                <a:ext cx="144" cy="1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94273" name="Text Box 64"/>
              <p:cNvSpPr txBox="1"/>
              <p:nvPr/>
            </p:nvSpPr>
            <p:spPr>
              <a:xfrm>
                <a:off x="2946" y="2399"/>
                <a:ext cx="221"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400" dirty="0">
                    <a:ea typeface="宋体" panose="02010600030101010101" pitchFamily="2" charset="-122"/>
                  </a:rPr>
                  <a:t>z</a:t>
                </a:r>
                <a:endParaRPr lang="en-US" altLang="zh-CN" sz="2400" dirty="0">
                  <a:ea typeface="宋体" panose="02010600030101010101" pitchFamily="2" charset="-122"/>
                </a:endParaRPr>
              </a:p>
            </p:txBody>
          </p:sp>
        </p:grpSp>
      </p:grpSp>
      <p:sp>
        <p:nvSpPr>
          <p:cNvPr id="94214" name="Text Box 76"/>
          <p:cNvSpPr txBox="1"/>
          <p:nvPr/>
        </p:nvSpPr>
        <p:spPr>
          <a:xfrm>
            <a:off x="577850" y="1295400"/>
            <a:ext cx="4108450"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u="sng" dirty="0">
                <a:solidFill>
                  <a:srgbClr val="FF0000"/>
                </a:solidFill>
                <a:ea typeface="宋体" panose="02010600030101010101" pitchFamily="2" charset="-122"/>
              </a:rPr>
              <a:t>Resulting shortest-path tree from u:</a:t>
            </a:r>
            <a:endParaRPr lang="en-US" altLang="zh-CN" sz="1800" u="sng" dirty="0">
              <a:solidFill>
                <a:srgbClr val="FF0000"/>
              </a:solidFill>
              <a:ea typeface="宋体" panose="02010600030101010101" pitchFamily="2" charset="-122"/>
            </a:endParaRPr>
          </a:p>
        </p:txBody>
      </p:sp>
      <p:grpSp>
        <p:nvGrpSpPr>
          <p:cNvPr id="94215" name="Group 100"/>
          <p:cNvGrpSpPr/>
          <p:nvPr/>
        </p:nvGrpSpPr>
        <p:grpSpPr>
          <a:xfrm>
            <a:off x="1030288" y="4217988"/>
            <a:ext cx="2319337" cy="2271712"/>
            <a:chOff x="259" y="2771"/>
            <a:chExt cx="1461" cy="1431"/>
          </a:xfrm>
        </p:grpSpPr>
        <p:sp>
          <p:nvSpPr>
            <p:cNvPr id="94217" name="Line 79"/>
            <p:cNvSpPr/>
            <p:nvPr/>
          </p:nvSpPr>
          <p:spPr>
            <a:xfrm>
              <a:off x="1152" y="2880"/>
              <a:ext cx="8" cy="1322"/>
            </a:xfrm>
            <a:prstGeom prst="line">
              <a:avLst/>
            </a:prstGeom>
            <a:ln w="9525" cap="flat" cmpd="sng">
              <a:solidFill>
                <a:schemeClr val="tx1"/>
              </a:solidFill>
              <a:prstDash val="solid"/>
              <a:headEnd type="none" w="med" len="med"/>
              <a:tailEnd type="none" w="med" len="med"/>
            </a:ln>
          </p:spPr>
        </p:sp>
        <p:sp>
          <p:nvSpPr>
            <p:cNvPr id="94218" name="Line 80"/>
            <p:cNvSpPr/>
            <p:nvPr/>
          </p:nvSpPr>
          <p:spPr>
            <a:xfrm>
              <a:off x="357" y="3058"/>
              <a:ext cx="1363" cy="0"/>
            </a:xfrm>
            <a:prstGeom prst="line">
              <a:avLst/>
            </a:prstGeom>
            <a:ln w="9525" cap="flat" cmpd="sng">
              <a:solidFill>
                <a:schemeClr val="tx1"/>
              </a:solidFill>
              <a:prstDash val="solid"/>
              <a:headEnd type="none" w="med" len="med"/>
              <a:tailEnd type="none" w="med" len="med"/>
            </a:ln>
          </p:spPr>
        </p:sp>
        <p:sp>
          <p:nvSpPr>
            <p:cNvPr id="94219" name="Text Box 81"/>
            <p:cNvSpPr txBox="1"/>
            <p:nvPr/>
          </p:nvSpPr>
          <p:spPr>
            <a:xfrm>
              <a:off x="883" y="3063"/>
              <a:ext cx="186"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v</a:t>
              </a:r>
              <a:endParaRPr lang="en-US" altLang="zh-CN" sz="1800" dirty="0">
                <a:ea typeface="宋体" panose="02010600030101010101" pitchFamily="2" charset="-122"/>
              </a:endParaRPr>
            </a:p>
          </p:txBody>
        </p:sp>
        <p:sp>
          <p:nvSpPr>
            <p:cNvPr id="94220" name="Text Box 82"/>
            <p:cNvSpPr txBox="1"/>
            <p:nvPr/>
          </p:nvSpPr>
          <p:spPr>
            <a:xfrm>
              <a:off x="876" y="3250"/>
              <a:ext cx="201"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x</a:t>
              </a:r>
              <a:endParaRPr lang="en-US" altLang="zh-CN" sz="1800" dirty="0">
                <a:ea typeface="宋体" panose="02010600030101010101" pitchFamily="2" charset="-122"/>
              </a:endParaRPr>
            </a:p>
          </p:txBody>
        </p:sp>
        <p:sp>
          <p:nvSpPr>
            <p:cNvPr id="94221" name="Text Box 90"/>
            <p:cNvSpPr txBox="1"/>
            <p:nvPr/>
          </p:nvSpPr>
          <p:spPr>
            <a:xfrm>
              <a:off x="890" y="3485"/>
              <a:ext cx="191"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y</a:t>
              </a:r>
              <a:endParaRPr lang="en-US" altLang="zh-CN" sz="1800" dirty="0">
                <a:ea typeface="宋体" panose="02010600030101010101" pitchFamily="2" charset="-122"/>
              </a:endParaRPr>
            </a:p>
          </p:txBody>
        </p:sp>
        <p:sp>
          <p:nvSpPr>
            <p:cNvPr id="94222" name="Text Box 91"/>
            <p:cNvSpPr txBox="1"/>
            <p:nvPr/>
          </p:nvSpPr>
          <p:spPr>
            <a:xfrm>
              <a:off x="875" y="3720"/>
              <a:ext cx="215"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w</a:t>
              </a:r>
              <a:endParaRPr lang="en-US" altLang="zh-CN" sz="1800" dirty="0">
                <a:ea typeface="宋体" panose="02010600030101010101" pitchFamily="2" charset="-122"/>
              </a:endParaRPr>
            </a:p>
          </p:txBody>
        </p:sp>
        <p:sp>
          <p:nvSpPr>
            <p:cNvPr id="94223" name="Text Box 92"/>
            <p:cNvSpPr txBox="1"/>
            <p:nvPr/>
          </p:nvSpPr>
          <p:spPr>
            <a:xfrm>
              <a:off x="884" y="3946"/>
              <a:ext cx="193"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z</a:t>
              </a:r>
              <a:endParaRPr lang="en-US" altLang="zh-CN" sz="1800" dirty="0">
                <a:ea typeface="宋体" panose="02010600030101010101" pitchFamily="2" charset="-122"/>
              </a:endParaRPr>
            </a:p>
          </p:txBody>
        </p:sp>
        <p:sp>
          <p:nvSpPr>
            <p:cNvPr id="94224" name="Text Box 93"/>
            <p:cNvSpPr txBox="1"/>
            <p:nvPr/>
          </p:nvSpPr>
          <p:spPr>
            <a:xfrm>
              <a:off x="1248" y="3047"/>
              <a:ext cx="407"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(u,v)</a:t>
              </a:r>
              <a:endParaRPr lang="en-US" altLang="zh-CN" sz="1800" dirty="0">
                <a:ea typeface="宋体" panose="02010600030101010101" pitchFamily="2" charset="-122"/>
              </a:endParaRPr>
            </a:p>
          </p:txBody>
        </p:sp>
        <p:sp>
          <p:nvSpPr>
            <p:cNvPr id="94225" name="Text Box 94"/>
            <p:cNvSpPr txBox="1"/>
            <p:nvPr/>
          </p:nvSpPr>
          <p:spPr>
            <a:xfrm>
              <a:off x="1249" y="3249"/>
              <a:ext cx="422"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(u,x)</a:t>
              </a:r>
              <a:endParaRPr lang="en-US" altLang="zh-CN" sz="1800" dirty="0">
                <a:ea typeface="宋体" panose="02010600030101010101" pitchFamily="2" charset="-122"/>
              </a:endParaRPr>
            </a:p>
          </p:txBody>
        </p:sp>
        <p:sp>
          <p:nvSpPr>
            <p:cNvPr id="94226" name="Text Box 95"/>
            <p:cNvSpPr txBox="1"/>
            <p:nvPr/>
          </p:nvSpPr>
          <p:spPr>
            <a:xfrm>
              <a:off x="1248" y="3500"/>
              <a:ext cx="422"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(u,x)</a:t>
              </a:r>
              <a:endParaRPr lang="en-US" altLang="zh-CN" sz="1800" dirty="0">
                <a:ea typeface="宋体" panose="02010600030101010101" pitchFamily="2" charset="-122"/>
              </a:endParaRPr>
            </a:p>
          </p:txBody>
        </p:sp>
        <p:sp>
          <p:nvSpPr>
            <p:cNvPr id="94227" name="Text Box 96"/>
            <p:cNvSpPr txBox="1"/>
            <p:nvPr/>
          </p:nvSpPr>
          <p:spPr>
            <a:xfrm>
              <a:off x="1264" y="3718"/>
              <a:ext cx="422"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(u,x)</a:t>
              </a:r>
              <a:endParaRPr lang="en-US" altLang="zh-CN" sz="1800" dirty="0">
                <a:ea typeface="宋体" panose="02010600030101010101" pitchFamily="2" charset="-122"/>
              </a:endParaRPr>
            </a:p>
          </p:txBody>
        </p:sp>
        <p:sp>
          <p:nvSpPr>
            <p:cNvPr id="94228" name="Text Box 97"/>
            <p:cNvSpPr txBox="1"/>
            <p:nvPr/>
          </p:nvSpPr>
          <p:spPr>
            <a:xfrm>
              <a:off x="1254" y="3952"/>
              <a:ext cx="422"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(u,x)</a:t>
              </a:r>
              <a:endParaRPr lang="en-US" altLang="zh-CN" sz="1800" dirty="0">
                <a:ea typeface="宋体" panose="02010600030101010101" pitchFamily="2" charset="-122"/>
              </a:endParaRPr>
            </a:p>
          </p:txBody>
        </p:sp>
        <p:sp>
          <p:nvSpPr>
            <p:cNvPr id="94229" name="Text Box 98"/>
            <p:cNvSpPr txBox="1"/>
            <p:nvPr/>
          </p:nvSpPr>
          <p:spPr>
            <a:xfrm>
              <a:off x="259" y="2771"/>
              <a:ext cx="866"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destination</a:t>
              </a:r>
              <a:endParaRPr lang="en-US" altLang="zh-CN" sz="1800" dirty="0">
                <a:ea typeface="宋体" panose="02010600030101010101" pitchFamily="2" charset="-122"/>
              </a:endParaRPr>
            </a:p>
          </p:txBody>
        </p:sp>
        <p:sp>
          <p:nvSpPr>
            <p:cNvPr id="94230" name="Text Box 99"/>
            <p:cNvSpPr txBox="1"/>
            <p:nvPr/>
          </p:nvSpPr>
          <p:spPr>
            <a:xfrm>
              <a:off x="1232" y="2794"/>
              <a:ext cx="348"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link</a:t>
              </a:r>
              <a:endParaRPr lang="en-US" altLang="zh-CN" sz="1800" dirty="0">
                <a:ea typeface="宋体" panose="02010600030101010101" pitchFamily="2" charset="-122"/>
              </a:endParaRPr>
            </a:p>
          </p:txBody>
        </p:sp>
      </p:grpSp>
      <p:sp>
        <p:nvSpPr>
          <p:cNvPr id="94216" name="Text Box 101"/>
          <p:cNvSpPr txBox="1"/>
          <p:nvPr/>
        </p:nvSpPr>
        <p:spPr>
          <a:xfrm>
            <a:off x="525463" y="3817938"/>
            <a:ext cx="3514725" cy="3667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u="sng" dirty="0">
                <a:solidFill>
                  <a:srgbClr val="FF0000"/>
                </a:solidFill>
                <a:ea typeface="宋体" panose="02010600030101010101" pitchFamily="2" charset="-122"/>
              </a:rPr>
              <a:t>Resulting forwarding table in u:</a:t>
            </a:r>
            <a:endParaRPr lang="en-US" altLang="zh-CN" sz="1800" u="sng" dirty="0">
              <a:solidFill>
                <a:srgbClr val="FF0000"/>
              </a:solidFill>
              <a:ea typeface="宋体" panose="02010600030101010101" pitchFamily="2" charset="-122"/>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5234" name="页脚占位符 5"/>
          <p:cNvSpPr txBox="1">
            <a:spLocks noGrp="1"/>
          </p:cNvSpPr>
          <p:nvPr>
            <p:ph type="ftr" sz="quarter" idx="11"/>
          </p:nvPr>
        </p:nvSpPr>
        <p:spPr/>
        <p:txBody>
          <a:bodyPr/>
          <a:p>
            <a:pPr marL="0" indent="0" algn="r">
              <a:spcBef>
                <a:spcPct val="0"/>
              </a:spcBef>
              <a:buClrTx/>
              <a:buSzTx/>
              <a:buFontTx/>
              <a:buNone/>
            </a:pPr>
            <a:r>
              <a:rPr lang="en-US" altLang="zh-CN" sz="1400" dirty="0">
                <a:ea typeface="宋体" panose="02010600030101010101" pitchFamily="2" charset="-122"/>
              </a:rPr>
              <a:t>Network Layer</a:t>
            </a:r>
            <a:endParaRPr lang="en-US" altLang="zh-CN" sz="1400" dirty="0">
              <a:latin typeface="Times New Roman" panose="02020603050405020304" pitchFamily="18" charset="0"/>
              <a:ea typeface="宋体" panose="02010600030101010101" pitchFamily="2" charset="-122"/>
            </a:endParaRPr>
          </a:p>
        </p:txBody>
      </p:sp>
      <p:sp>
        <p:nvSpPr>
          <p:cNvPr id="95235" name="灯片编号占位符 6"/>
          <p:cNvSpPr txBox="1">
            <a:spLocks noGrp="1"/>
          </p:cNvSpPr>
          <p:nvPr>
            <p:ph type="sldNum" sz="quarter" idx="12"/>
          </p:nvPr>
        </p:nvSpPr>
        <p:spPr/>
        <p:txBody>
          <a:bodyPr/>
          <a:p>
            <a:pPr marL="0" indent="0" algn="r">
              <a:spcBef>
                <a:spcPct val="0"/>
              </a:spcBef>
              <a:buClrTx/>
              <a:buSzTx/>
              <a:buFontTx/>
              <a:buNone/>
            </a:pPr>
            <a:r>
              <a:rPr lang="en-US" altLang="zh-CN" sz="1400" dirty="0">
                <a:ea typeface="宋体" panose="02010600030101010101" pitchFamily="2" charset="-122"/>
              </a:rPr>
              <a:t>4-</a:t>
            </a: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95236" name="Rectangle 2"/>
          <p:cNvSpPr>
            <a:spLocks noGrp="1"/>
          </p:cNvSpPr>
          <p:nvPr>
            <p:ph type="title"/>
          </p:nvPr>
        </p:nvSpPr>
        <p:spPr/>
        <p:txBody>
          <a:bodyPr vert="horz" wrap="square" lIns="91440" tIns="45720" rIns="91440" bIns="45720" anchor="ctr" anchorCtr="0"/>
          <a:p>
            <a:r>
              <a:rPr lang="en-US" altLang="zh-CN" sz="3600" dirty="0">
                <a:ea typeface="宋体" panose="02010600030101010101" pitchFamily="2" charset="-122"/>
              </a:rPr>
              <a:t>Dijkstra’s algorithm, discussion</a:t>
            </a:r>
            <a:endParaRPr lang="en-US" altLang="zh-CN" dirty="0">
              <a:ea typeface="宋体" panose="02010600030101010101" pitchFamily="2" charset="-122"/>
            </a:endParaRPr>
          </a:p>
        </p:txBody>
      </p:sp>
      <p:sp>
        <p:nvSpPr>
          <p:cNvPr id="95237" name="Rectangle 3"/>
          <p:cNvSpPr>
            <a:spLocks noGrp="1"/>
          </p:cNvSpPr>
          <p:nvPr>
            <p:ph sz="half" idx="1"/>
          </p:nvPr>
        </p:nvSpPr>
        <p:spPr>
          <a:xfrm>
            <a:off x="561975" y="1371600"/>
            <a:ext cx="8001000" cy="2651125"/>
          </a:xfrm>
        </p:spPr>
        <p:txBody>
          <a:bodyPr vert="horz" wrap="square" lIns="91440" tIns="45720" rIns="91440" bIns="45720" anchor="t" anchorCtr="0"/>
          <a:p>
            <a:pPr>
              <a:lnSpc>
                <a:spcPct val="90000"/>
              </a:lnSpc>
              <a:buClr>
                <a:schemeClr val="accent2"/>
              </a:buClr>
              <a:buSzPct val="85000"/>
              <a:buFont typeface="ZapfDingbats"/>
              <a:buNone/>
            </a:pPr>
            <a:r>
              <a:rPr lang="en-US" altLang="zh-CN" sz="2400" dirty="0">
                <a:solidFill>
                  <a:srgbClr val="FF0000"/>
                </a:solidFill>
                <a:ea typeface="宋体" panose="02010600030101010101" pitchFamily="2" charset="-122"/>
              </a:rPr>
              <a:t>Algorithm complexity: </a:t>
            </a:r>
            <a:r>
              <a:rPr lang="en-US" altLang="zh-CN" sz="2400" dirty="0">
                <a:ea typeface="宋体" panose="02010600030101010101" pitchFamily="2" charset="-122"/>
              </a:rPr>
              <a:t>n nodes</a:t>
            </a:r>
            <a:endParaRPr lang="en-US" altLang="zh-CN" sz="2400" dirty="0">
              <a:ea typeface="宋体" panose="02010600030101010101" pitchFamily="2" charset="-122"/>
            </a:endParaRPr>
          </a:p>
          <a:p>
            <a:pPr>
              <a:lnSpc>
                <a:spcPct val="90000"/>
              </a:lnSpc>
              <a:buClr>
                <a:schemeClr val="accent2"/>
              </a:buClr>
              <a:buSzPct val="85000"/>
              <a:buFont typeface="ZapfDingbats"/>
            </a:pPr>
            <a:r>
              <a:rPr lang="en-US" altLang="zh-CN" sz="2400" dirty="0">
                <a:ea typeface="宋体" panose="02010600030101010101" pitchFamily="2" charset="-122"/>
              </a:rPr>
              <a:t>each iteration: need to check all nodes, w, not in N</a:t>
            </a:r>
            <a:endParaRPr lang="en-US" altLang="zh-CN" sz="2400" dirty="0">
              <a:ea typeface="宋体" panose="02010600030101010101" pitchFamily="2" charset="-122"/>
            </a:endParaRPr>
          </a:p>
          <a:p>
            <a:pPr>
              <a:lnSpc>
                <a:spcPct val="90000"/>
              </a:lnSpc>
              <a:buClr>
                <a:schemeClr val="accent2"/>
              </a:buClr>
              <a:buSzPct val="85000"/>
              <a:buFont typeface="ZapfDingbats"/>
            </a:pPr>
            <a:r>
              <a:rPr lang="en-US" altLang="zh-CN" sz="2400" dirty="0">
                <a:ea typeface="宋体" panose="02010600030101010101" pitchFamily="2" charset="-122"/>
              </a:rPr>
              <a:t>n(n+1)/2 comparisons: O(n</a:t>
            </a:r>
            <a:r>
              <a:rPr lang="en-US" altLang="zh-CN" sz="2400" baseline="30000" dirty="0">
                <a:ea typeface="宋体" panose="02010600030101010101" pitchFamily="2" charset="-122"/>
              </a:rPr>
              <a:t>2</a:t>
            </a:r>
            <a:r>
              <a:rPr lang="en-US" altLang="zh-CN" sz="2400" dirty="0">
                <a:ea typeface="宋体" panose="02010600030101010101" pitchFamily="2" charset="-122"/>
              </a:rPr>
              <a:t>)</a:t>
            </a:r>
            <a:endParaRPr lang="en-US" altLang="zh-CN" sz="2400" dirty="0">
              <a:ea typeface="宋体" panose="02010600030101010101" pitchFamily="2" charset="-122"/>
            </a:endParaRPr>
          </a:p>
          <a:p>
            <a:pPr>
              <a:lnSpc>
                <a:spcPct val="90000"/>
              </a:lnSpc>
              <a:buClr>
                <a:schemeClr val="accent2"/>
              </a:buClr>
              <a:buSzPct val="85000"/>
              <a:buFont typeface="ZapfDingbats"/>
            </a:pPr>
            <a:r>
              <a:rPr lang="en-US" altLang="zh-CN" sz="2400" dirty="0">
                <a:ea typeface="宋体" panose="02010600030101010101" pitchFamily="2" charset="-122"/>
              </a:rPr>
              <a:t>more efficient implementations possible: O(nlogn)</a:t>
            </a:r>
            <a:endParaRPr lang="en-US" altLang="zh-CN" sz="2400" dirty="0">
              <a:ea typeface="宋体" panose="02010600030101010101" pitchFamily="2" charset="-122"/>
            </a:endParaRPr>
          </a:p>
          <a:p>
            <a:pPr>
              <a:lnSpc>
                <a:spcPct val="90000"/>
              </a:lnSpc>
              <a:spcBef>
                <a:spcPct val="40000"/>
              </a:spcBef>
              <a:buClr>
                <a:schemeClr val="accent2"/>
              </a:buClr>
              <a:buSzPct val="85000"/>
              <a:buFont typeface="ZapfDingbats"/>
              <a:buNone/>
            </a:pPr>
            <a:r>
              <a:rPr lang="en-US" altLang="zh-CN" sz="2400" dirty="0">
                <a:solidFill>
                  <a:srgbClr val="FF0000"/>
                </a:solidFill>
                <a:ea typeface="宋体" panose="02010600030101010101" pitchFamily="2" charset="-122"/>
              </a:rPr>
              <a:t>Oscillations possible:</a:t>
            </a:r>
            <a:endParaRPr lang="en-US" altLang="zh-CN" sz="2400" dirty="0">
              <a:ea typeface="宋体" panose="02010600030101010101" pitchFamily="2" charset="-122"/>
            </a:endParaRPr>
          </a:p>
          <a:p>
            <a:pPr>
              <a:lnSpc>
                <a:spcPct val="90000"/>
              </a:lnSpc>
              <a:buClr>
                <a:schemeClr val="accent2"/>
              </a:buClr>
              <a:buSzPct val="85000"/>
              <a:buFont typeface="ZapfDingbats"/>
            </a:pPr>
            <a:r>
              <a:rPr lang="en-US" altLang="zh-CN" sz="2400" dirty="0">
                <a:ea typeface="宋体" panose="02010600030101010101" pitchFamily="2" charset="-122"/>
              </a:rPr>
              <a:t>e.g., link cost = amount of carried traffic</a:t>
            </a:r>
            <a:endParaRPr lang="en-US" altLang="zh-CN" sz="2400" dirty="0">
              <a:ea typeface="宋体" panose="02010600030101010101" pitchFamily="2" charset="-122"/>
            </a:endParaRPr>
          </a:p>
        </p:txBody>
      </p:sp>
      <p:grpSp>
        <p:nvGrpSpPr>
          <p:cNvPr id="95238" name="Group 4"/>
          <p:cNvGrpSpPr/>
          <p:nvPr/>
        </p:nvGrpSpPr>
        <p:grpSpPr>
          <a:xfrm>
            <a:off x="360363" y="4141788"/>
            <a:ext cx="8478837" cy="2228850"/>
            <a:chOff x="252" y="2691"/>
            <a:chExt cx="5341" cy="1404"/>
          </a:xfrm>
        </p:grpSpPr>
        <p:sp>
          <p:nvSpPr>
            <p:cNvPr id="95239" name="Freeform 5"/>
            <p:cNvSpPr/>
            <p:nvPr/>
          </p:nvSpPr>
          <p:spPr>
            <a:xfrm>
              <a:off x="281" y="2691"/>
              <a:ext cx="1242" cy="854"/>
            </a:xfrm>
            <a:custGeom>
              <a:avLst/>
              <a:gdLst/>
              <a:ahLst/>
              <a:cxnLst>
                <a:cxn ang="0">
                  <a:pos x="1" y="381"/>
                </a:cxn>
                <a:cxn ang="0">
                  <a:pos x="169" y="162"/>
                </a:cxn>
                <a:cxn ang="0">
                  <a:pos x="487" y="18"/>
                </a:cxn>
                <a:cxn ang="0">
                  <a:pos x="823" y="30"/>
                </a:cxn>
                <a:cxn ang="0">
                  <a:pos x="1183" y="261"/>
                </a:cxn>
                <a:cxn ang="0">
                  <a:pos x="1177" y="609"/>
                </a:cxn>
                <a:cxn ang="0">
                  <a:pos x="928" y="780"/>
                </a:cxn>
                <a:cxn ang="0">
                  <a:pos x="448" y="837"/>
                </a:cxn>
                <a:cxn ang="0">
                  <a:pos x="178" y="675"/>
                </a:cxn>
                <a:cxn ang="0">
                  <a:pos x="1" y="381"/>
                </a:cxn>
              </a:cxnLst>
              <a:pathLst>
                <a:path w="1242" h="854">
                  <a:moveTo>
                    <a:pt x="1" y="381"/>
                  </a:moveTo>
                  <a:cubicBezTo>
                    <a:pt x="0" y="296"/>
                    <a:pt x="88" y="222"/>
                    <a:pt x="169" y="162"/>
                  </a:cubicBezTo>
                  <a:cubicBezTo>
                    <a:pt x="250" y="102"/>
                    <a:pt x="378" y="40"/>
                    <a:pt x="487" y="18"/>
                  </a:cubicBezTo>
                  <a:cubicBezTo>
                    <a:pt x="616" y="6"/>
                    <a:pt x="685" y="0"/>
                    <a:pt x="823" y="30"/>
                  </a:cubicBezTo>
                  <a:cubicBezTo>
                    <a:pt x="961" y="60"/>
                    <a:pt x="1121" y="165"/>
                    <a:pt x="1183" y="261"/>
                  </a:cubicBezTo>
                  <a:cubicBezTo>
                    <a:pt x="1242" y="357"/>
                    <a:pt x="1219" y="523"/>
                    <a:pt x="1177" y="609"/>
                  </a:cubicBezTo>
                  <a:cubicBezTo>
                    <a:pt x="1135" y="695"/>
                    <a:pt x="1049" y="742"/>
                    <a:pt x="928" y="780"/>
                  </a:cubicBezTo>
                  <a:cubicBezTo>
                    <a:pt x="807" y="818"/>
                    <a:pt x="573" y="854"/>
                    <a:pt x="448" y="837"/>
                  </a:cubicBezTo>
                  <a:cubicBezTo>
                    <a:pt x="323" y="820"/>
                    <a:pt x="252" y="751"/>
                    <a:pt x="178" y="675"/>
                  </a:cubicBezTo>
                  <a:cubicBezTo>
                    <a:pt x="104" y="599"/>
                    <a:pt x="2" y="466"/>
                    <a:pt x="1" y="381"/>
                  </a:cubicBezTo>
                  <a:close/>
                </a:path>
              </a:pathLst>
            </a:custGeom>
            <a:solidFill>
              <a:srgbClr val="66CCFF">
                <a:alpha val="100000"/>
              </a:srgbClr>
            </a:solidFill>
            <a:ln w="9525">
              <a:noFill/>
            </a:ln>
          </p:spPr>
          <p:txBody>
            <a:bodyPr/>
            <a:p>
              <a:endParaRPr lang="zh-CN" altLang="en-US"/>
            </a:p>
          </p:txBody>
        </p:sp>
        <p:sp>
          <p:nvSpPr>
            <p:cNvPr id="95240" name="Freeform 6"/>
            <p:cNvSpPr/>
            <p:nvPr/>
          </p:nvSpPr>
          <p:spPr>
            <a:xfrm>
              <a:off x="534" y="2904"/>
              <a:ext cx="246" cy="132"/>
            </a:xfrm>
            <a:custGeom>
              <a:avLst/>
              <a:gdLst/>
              <a:ahLst/>
              <a:cxnLst>
                <a:cxn ang="0">
                  <a:pos x="0" y="12"/>
                </a:cxn>
                <a:cxn ang="0">
                  <a:pos x="24" y="0"/>
                </a:cxn>
              </a:cxnLst>
              <a:pathLst>
                <a:path w="342" h="186">
                  <a:moveTo>
                    <a:pt x="0" y="186"/>
                  </a:moveTo>
                  <a:lnTo>
                    <a:pt x="342" y="0"/>
                  </a:lnTo>
                </a:path>
              </a:pathLst>
            </a:custGeom>
            <a:noFill/>
            <a:ln w="12700" cap="flat" cmpd="sng">
              <a:solidFill>
                <a:schemeClr val="tx1">
                  <a:alpha val="100000"/>
                </a:schemeClr>
              </a:solidFill>
              <a:prstDash val="solid"/>
              <a:round/>
              <a:headEnd type="none" w="med" len="med"/>
              <a:tailEnd type="triangle" w="med" len="med"/>
            </a:ln>
          </p:spPr>
          <p:txBody>
            <a:bodyPr/>
            <a:p>
              <a:endParaRPr lang="zh-CN" altLang="en-US"/>
            </a:p>
          </p:txBody>
        </p:sp>
        <p:grpSp>
          <p:nvGrpSpPr>
            <p:cNvPr id="95241" name="Group 7"/>
            <p:cNvGrpSpPr/>
            <p:nvPr/>
          </p:nvGrpSpPr>
          <p:grpSpPr>
            <a:xfrm>
              <a:off x="727" y="2708"/>
              <a:ext cx="316" cy="250"/>
              <a:chOff x="1747" y="3194"/>
              <a:chExt cx="316" cy="250"/>
            </a:xfrm>
          </p:grpSpPr>
          <p:sp>
            <p:nvSpPr>
              <p:cNvPr id="95450" name="Oval 8"/>
              <p:cNvSpPr/>
              <p:nvPr/>
            </p:nvSpPr>
            <p:spPr>
              <a:xfrm>
                <a:off x="1750" y="3308"/>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95451" name="Line 9"/>
              <p:cNvSpPr/>
              <p:nvPr/>
            </p:nvSpPr>
            <p:spPr>
              <a:xfrm>
                <a:off x="1750" y="3301"/>
                <a:ext cx="0" cy="50"/>
              </a:xfrm>
              <a:prstGeom prst="line">
                <a:avLst/>
              </a:prstGeom>
              <a:ln w="12700" cap="flat" cmpd="sng">
                <a:solidFill>
                  <a:schemeClr val="tx1"/>
                </a:solidFill>
                <a:prstDash val="solid"/>
                <a:headEnd type="none" w="med" len="med"/>
                <a:tailEnd type="none" w="med" len="med"/>
              </a:ln>
            </p:spPr>
          </p:sp>
          <p:sp>
            <p:nvSpPr>
              <p:cNvPr id="95452" name="Line 10"/>
              <p:cNvSpPr/>
              <p:nvPr/>
            </p:nvSpPr>
            <p:spPr>
              <a:xfrm>
                <a:off x="2063" y="3301"/>
                <a:ext cx="0" cy="50"/>
              </a:xfrm>
              <a:prstGeom prst="line">
                <a:avLst/>
              </a:prstGeom>
              <a:ln w="12700" cap="flat" cmpd="sng">
                <a:solidFill>
                  <a:schemeClr val="tx1"/>
                </a:solidFill>
                <a:prstDash val="solid"/>
                <a:headEnd type="none" w="med" len="med"/>
                <a:tailEnd type="none" w="med" len="med"/>
              </a:ln>
            </p:spPr>
          </p:sp>
          <p:sp>
            <p:nvSpPr>
              <p:cNvPr id="95453" name="Rectangle 11"/>
              <p:cNvSpPr/>
              <p:nvPr/>
            </p:nvSpPr>
            <p:spPr>
              <a:xfrm>
                <a:off x="1750" y="3301"/>
                <a:ext cx="310"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95454" name="Oval 12"/>
              <p:cNvSpPr/>
              <p:nvPr/>
            </p:nvSpPr>
            <p:spPr>
              <a:xfrm>
                <a:off x="1747" y="3242"/>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95455" name="Group 13"/>
              <p:cNvGrpSpPr/>
              <p:nvPr/>
            </p:nvGrpSpPr>
            <p:grpSpPr>
              <a:xfrm>
                <a:off x="1785" y="3194"/>
                <a:ext cx="233" cy="250"/>
                <a:chOff x="2940" y="2429"/>
                <a:chExt cx="236" cy="250"/>
              </a:xfrm>
            </p:grpSpPr>
            <p:sp>
              <p:nvSpPr>
                <p:cNvPr id="95456" name="Rectangle 14"/>
                <p:cNvSpPr/>
                <p:nvPr/>
              </p:nvSpPr>
              <p:spPr>
                <a:xfrm>
                  <a:off x="2982" y="2490"/>
                  <a:ext cx="144" cy="1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95457" name="Text Box 15"/>
                <p:cNvSpPr txBox="1"/>
                <p:nvPr/>
              </p:nvSpPr>
              <p:spPr>
                <a:xfrm>
                  <a:off x="2940" y="2429"/>
                  <a:ext cx="236"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000" dirty="0">
                      <a:ea typeface="宋体" panose="02010600030101010101" pitchFamily="2" charset="-122"/>
                    </a:rPr>
                    <a:t>A</a:t>
                  </a:r>
                  <a:endParaRPr lang="en-US" altLang="zh-CN" sz="2400" dirty="0">
                    <a:latin typeface="Times New Roman" panose="02020603050405020304" pitchFamily="18" charset="0"/>
                    <a:ea typeface="宋体" panose="02010600030101010101" pitchFamily="2" charset="-122"/>
                  </a:endParaRPr>
                </a:p>
              </p:txBody>
            </p:sp>
          </p:grpSp>
        </p:grpSp>
        <p:grpSp>
          <p:nvGrpSpPr>
            <p:cNvPr id="95242" name="Group 16"/>
            <p:cNvGrpSpPr/>
            <p:nvPr/>
          </p:nvGrpSpPr>
          <p:grpSpPr>
            <a:xfrm>
              <a:off x="319" y="2963"/>
              <a:ext cx="316" cy="250"/>
              <a:chOff x="2221" y="3575"/>
              <a:chExt cx="316" cy="250"/>
            </a:xfrm>
          </p:grpSpPr>
          <p:sp>
            <p:nvSpPr>
              <p:cNvPr id="95442" name="Oval 17"/>
              <p:cNvSpPr/>
              <p:nvPr/>
            </p:nvSpPr>
            <p:spPr>
              <a:xfrm>
                <a:off x="2224" y="3695"/>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95443" name="Line 18"/>
              <p:cNvSpPr/>
              <p:nvPr/>
            </p:nvSpPr>
            <p:spPr>
              <a:xfrm>
                <a:off x="2224" y="3688"/>
                <a:ext cx="0" cy="50"/>
              </a:xfrm>
              <a:prstGeom prst="line">
                <a:avLst/>
              </a:prstGeom>
              <a:ln w="12700" cap="flat" cmpd="sng">
                <a:solidFill>
                  <a:schemeClr val="tx1"/>
                </a:solidFill>
                <a:prstDash val="solid"/>
                <a:headEnd type="none" w="med" len="med"/>
                <a:tailEnd type="none" w="med" len="med"/>
              </a:ln>
            </p:spPr>
          </p:sp>
          <p:sp>
            <p:nvSpPr>
              <p:cNvPr id="95444" name="Line 19"/>
              <p:cNvSpPr/>
              <p:nvPr/>
            </p:nvSpPr>
            <p:spPr>
              <a:xfrm>
                <a:off x="2537" y="3688"/>
                <a:ext cx="0" cy="50"/>
              </a:xfrm>
              <a:prstGeom prst="line">
                <a:avLst/>
              </a:prstGeom>
              <a:ln w="12700" cap="flat" cmpd="sng">
                <a:solidFill>
                  <a:schemeClr val="tx1"/>
                </a:solidFill>
                <a:prstDash val="solid"/>
                <a:headEnd type="none" w="med" len="med"/>
                <a:tailEnd type="none" w="med" len="med"/>
              </a:ln>
            </p:spPr>
          </p:sp>
          <p:sp>
            <p:nvSpPr>
              <p:cNvPr id="95445" name="Rectangle 20"/>
              <p:cNvSpPr/>
              <p:nvPr/>
            </p:nvSpPr>
            <p:spPr>
              <a:xfrm>
                <a:off x="2224" y="3688"/>
                <a:ext cx="310"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95446" name="Oval 21"/>
              <p:cNvSpPr/>
              <p:nvPr/>
            </p:nvSpPr>
            <p:spPr>
              <a:xfrm>
                <a:off x="2221" y="3629"/>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95447" name="Group 22"/>
              <p:cNvGrpSpPr/>
              <p:nvPr/>
            </p:nvGrpSpPr>
            <p:grpSpPr>
              <a:xfrm>
                <a:off x="2275" y="3575"/>
                <a:ext cx="231" cy="250"/>
                <a:chOff x="2941" y="2429"/>
                <a:chExt cx="234" cy="250"/>
              </a:xfrm>
            </p:grpSpPr>
            <p:sp>
              <p:nvSpPr>
                <p:cNvPr id="95448" name="Rectangle 23"/>
                <p:cNvSpPr/>
                <p:nvPr/>
              </p:nvSpPr>
              <p:spPr>
                <a:xfrm>
                  <a:off x="2982" y="2490"/>
                  <a:ext cx="144" cy="1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95449" name="Text Box 24"/>
                <p:cNvSpPr txBox="1"/>
                <p:nvPr/>
              </p:nvSpPr>
              <p:spPr>
                <a:xfrm>
                  <a:off x="2941" y="2429"/>
                  <a:ext cx="234"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000" dirty="0">
                      <a:ea typeface="宋体" panose="02010600030101010101" pitchFamily="2" charset="-122"/>
                    </a:rPr>
                    <a:t>D</a:t>
                  </a:r>
                  <a:endParaRPr lang="en-US" altLang="zh-CN" sz="2400" dirty="0">
                    <a:latin typeface="Times New Roman" panose="02020603050405020304" pitchFamily="18" charset="0"/>
                    <a:ea typeface="宋体" panose="02010600030101010101" pitchFamily="2" charset="-122"/>
                  </a:endParaRPr>
                </a:p>
              </p:txBody>
            </p:sp>
          </p:grpSp>
        </p:grpSp>
        <p:grpSp>
          <p:nvGrpSpPr>
            <p:cNvPr id="95243" name="Group 25"/>
            <p:cNvGrpSpPr/>
            <p:nvPr/>
          </p:nvGrpSpPr>
          <p:grpSpPr>
            <a:xfrm>
              <a:off x="719" y="3254"/>
              <a:ext cx="315" cy="250"/>
              <a:chOff x="2903" y="2888"/>
              <a:chExt cx="315" cy="250"/>
            </a:xfrm>
          </p:grpSpPr>
          <p:grpSp>
            <p:nvGrpSpPr>
              <p:cNvPr id="95433" name="Group 26"/>
              <p:cNvGrpSpPr/>
              <p:nvPr/>
            </p:nvGrpSpPr>
            <p:grpSpPr>
              <a:xfrm>
                <a:off x="2903" y="2938"/>
                <a:ext cx="315" cy="144"/>
                <a:chOff x="2903" y="2938"/>
                <a:chExt cx="315" cy="144"/>
              </a:xfrm>
            </p:grpSpPr>
            <p:sp>
              <p:nvSpPr>
                <p:cNvPr id="95437" name="Oval 27"/>
                <p:cNvSpPr/>
                <p:nvPr/>
              </p:nvSpPr>
              <p:spPr>
                <a:xfrm>
                  <a:off x="2903" y="3001"/>
                  <a:ext cx="312"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95438" name="Line 28"/>
                <p:cNvSpPr/>
                <p:nvPr/>
              </p:nvSpPr>
              <p:spPr>
                <a:xfrm>
                  <a:off x="2903" y="2994"/>
                  <a:ext cx="0" cy="50"/>
                </a:xfrm>
                <a:prstGeom prst="line">
                  <a:avLst/>
                </a:prstGeom>
                <a:ln w="12700" cap="flat" cmpd="sng">
                  <a:solidFill>
                    <a:schemeClr val="tx1"/>
                  </a:solidFill>
                  <a:prstDash val="solid"/>
                  <a:headEnd type="none" w="med" len="med"/>
                  <a:tailEnd type="none" w="med" len="med"/>
                </a:ln>
              </p:spPr>
            </p:sp>
            <p:sp>
              <p:nvSpPr>
                <p:cNvPr id="95439" name="Line 29"/>
                <p:cNvSpPr/>
                <p:nvPr/>
              </p:nvSpPr>
              <p:spPr>
                <a:xfrm>
                  <a:off x="3215" y="2994"/>
                  <a:ext cx="0" cy="50"/>
                </a:xfrm>
                <a:prstGeom prst="line">
                  <a:avLst/>
                </a:prstGeom>
                <a:ln w="12700" cap="flat" cmpd="sng">
                  <a:solidFill>
                    <a:schemeClr val="tx1"/>
                  </a:solidFill>
                  <a:prstDash val="solid"/>
                  <a:headEnd type="none" w="med" len="med"/>
                  <a:tailEnd type="none" w="med" len="med"/>
                </a:ln>
              </p:spPr>
            </p:sp>
            <p:sp>
              <p:nvSpPr>
                <p:cNvPr id="95440" name="Rectangle 30"/>
                <p:cNvSpPr/>
                <p:nvPr/>
              </p:nvSpPr>
              <p:spPr>
                <a:xfrm>
                  <a:off x="2903" y="2994"/>
                  <a:ext cx="309"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95441" name="Oval 31"/>
                <p:cNvSpPr/>
                <p:nvPr/>
              </p:nvSpPr>
              <p:spPr>
                <a:xfrm>
                  <a:off x="2906" y="2938"/>
                  <a:ext cx="312"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grpSp>
            <p:nvGrpSpPr>
              <p:cNvPr id="95434" name="Group 32"/>
              <p:cNvGrpSpPr/>
              <p:nvPr/>
            </p:nvGrpSpPr>
            <p:grpSpPr>
              <a:xfrm>
                <a:off x="2959" y="2888"/>
                <a:ext cx="212" cy="250"/>
                <a:chOff x="2950" y="2429"/>
                <a:chExt cx="215" cy="250"/>
              </a:xfrm>
            </p:grpSpPr>
            <p:sp>
              <p:nvSpPr>
                <p:cNvPr id="95435" name="Rectangle 33"/>
                <p:cNvSpPr/>
                <p:nvPr/>
              </p:nvSpPr>
              <p:spPr>
                <a:xfrm>
                  <a:off x="2982" y="2490"/>
                  <a:ext cx="144" cy="1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95436" name="Text Box 34"/>
                <p:cNvSpPr txBox="1"/>
                <p:nvPr/>
              </p:nvSpPr>
              <p:spPr>
                <a:xfrm>
                  <a:off x="2950" y="2429"/>
                  <a:ext cx="215"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000" dirty="0">
                      <a:ea typeface="宋体" panose="02010600030101010101" pitchFamily="2" charset="-122"/>
                    </a:rPr>
                    <a:t>C</a:t>
                  </a:r>
                  <a:endParaRPr lang="en-US" altLang="zh-CN" sz="2400" dirty="0">
                    <a:latin typeface="Times New Roman" panose="02020603050405020304" pitchFamily="18" charset="0"/>
                    <a:ea typeface="宋体" panose="02010600030101010101" pitchFamily="2" charset="-122"/>
                  </a:endParaRPr>
                </a:p>
              </p:txBody>
            </p:sp>
          </p:grpSp>
        </p:grpSp>
        <p:grpSp>
          <p:nvGrpSpPr>
            <p:cNvPr id="95244" name="Group 35"/>
            <p:cNvGrpSpPr/>
            <p:nvPr/>
          </p:nvGrpSpPr>
          <p:grpSpPr>
            <a:xfrm>
              <a:off x="1131" y="2972"/>
              <a:ext cx="316" cy="250"/>
              <a:chOff x="2217" y="2888"/>
              <a:chExt cx="316" cy="250"/>
            </a:xfrm>
          </p:grpSpPr>
          <p:sp>
            <p:nvSpPr>
              <p:cNvPr id="95425" name="Oval 36"/>
              <p:cNvSpPr/>
              <p:nvPr/>
            </p:nvSpPr>
            <p:spPr>
              <a:xfrm>
                <a:off x="2220" y="3005"/>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95426" name="Line 37"/>
              <p:cNvSpPr/>
              <p:nvPr/>
            </p:nvSpPr>
            <p:spPr>
              <a:xfrm>
                <a:off x="2220" y="2998"/>
                <a:ext cx="0" cy="50"/>
              </a:xfrm>
              <a:prstGeom prst="line">
                <a:avLst/>
              </a:prstGeom>
              <a:ln w="12700" cap="flat" cmpd="sng">
                <a:solidFill>
                  <a:schemeClr val="tx1"/>
                </a:solidFill>
                <a:prstDash val="solid"/>
                <a:headEnd type="none" w="med" len="med"/>
                <a:tailEnd type="none" w="med" len="med"/>
              </a:ln>
            </p:spPr>
          </p:sp>
          <p:sp>
            <p:nvSpPr>
              <p:cNvPr id="95427" name="Line 38"/>
              <p:cNvSpPr/>
              <p:nvPr/>
            </p:nvSpPr>
            <p:spPr>
              <a:xfrm>
                <a:off x="2533" y="2998"/>
                <a:ext cx="0" cy="50"/>
              </a:xfrm>
              <a:prstGeom prst="line">
                <a:avLst/>
              </a:prstGeom>
              <a:ln w="12700" cap="flat" cmpd="sng">
                <a:solidFill>
                  <a:schemeClr val="tx1"/>
                </a:solidFill>
                <a:prstDash val="solid"/>
                <a:headEnd type="none" w="med" len="med"/>
                <a:tailEnd type="none" w="med" len="med"/>
              </a:ln>
            </p:spPr>
          </p:sp>
          <p:sp>
            <p:nvSpPr>
              <p:cNvPr id="95428" name="Rectangle 39"/>
              <p:cNvSpPr/>
              <p:nvPr/>
            </p:nvSpPr>
            <p:spPr>
              <a:xfrm>
                <a:off x="2220" y="2998"/>
                <a:ext cx="310"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95429" name="Oval 40"/>
              <p:cNvSpPr/>
              <p:nvPr/>
            </p:nvSpPr>
            <p:spPr>
              <a:xfrm>
                <a:off x="2217" y="2939"/>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95430" name="Group 41"/>
              <p:cNvGrpSpPr/>
              <p:nvPr/>
            </p:nvGrpSpPr>
            <p:grpSpPr>
              <a:xfrm>
                <a:off x="2273" y="2888"/>
                <a:ext cx="217" cy="250"/>
                <a:chOff x="2948" y="2429"/>
                <a:chExt cx="220" cy="250"/>
              </a:xfrm>
            </p:grpSpPr>
            <p:sp>
              <p:nvSpPr>
                <p:cNvPr id="95431" name="Rectangle 42"/>
                <p:cNvSpPr/>
                <p:nvPr/>
              </p:nvSpPr>
              <p:spPr>
                <a:xfrm>
                  <a:off x="2982" y="2490"/>
                  <a:ext cx="144" cy="1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95432" name="Text Box 43"/>
                <p:cNvSpPr txBox="1"/>
                <p:nvPr/>
              </p:nvSpPr>
              <p:spPr>
                <a:xfrm>
                  <a:off x="2948" y="2429"/>
                  <a:ext cx="220"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000" dirty="0">
                      <a:ea typeface="宋体" panose="02010600030101010101" pitchFamily="2" charset="-122"/>
                    </a:rPr>
                    <a:t>B</a:t>
                  </a:r>
                  <a:endParaRPr lang="en-US" altLang="zh-CN" sz="2400" dirty="0">
                    <a:latin typeface="Times New Roman" panose="02020603050405020304" pitchFamily="18" charset="0"/>
                    <a:ea typeface="宋体" panose="02010600030101010101" pitchFamily="2" charset="-122"/>
                  </a:endParaRPr>
                </a:p>
              </p:txBody>
            </p:sp>
          </p:grpSp>
        </p:grpSp>
        <p:sp>
          <p:nvSpPr>
            <p:cNvPr id="95245" name="Text Box 44"/>
            <p:cNvSpPr txBox="1"/>
            <p:nvPr/>
          </p:nvSpPr>
          <p:spPr>
            <a:xfrm>
              <a:off x="533" y="2783"/>
              <a:ext cx="181"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800" dirty="0">
                  <a:ea typeface="宋体" panose="02010600030101010101" pitchFamily="2" charset="-122"/>
                </a:rPr>
                <a:t>1</a:t>
              </a:r>
              <a:endParaRPr lang="en-US" altLang="zh-CN" sz="2400" dirty="0">
                <a:latin typeface="Times New Roman" panose="02020603050405020304" pitchFamily="18" charset="0"/>
                <a:ea typeface="宋体" panose="02010600030101010101" pitchFamily="2" charset="-122"/>
              </a:endParaRPr>
            </a:p>
          </p:txBody>
        </p:sp>
        <p:sp>
          <p:nvSpPr>
            <p:cNvPr id="95246" name="Freeform 45"/>
            <p:cNvSpPr/>
            <p:nvPr/>
          </p:nvSpPr>
          <p:spPr>
            <a:xfrm flipH="1">
              <a:off x="966" y="2904"/>
              <a:ext cx="213" cy="129"/>
            </a:xfrm>
            <a:custGeom>
              <a:avLst/>
              <a:gdLst/>
              <a:ahLst/>
              <a:cxnLst>
                <a:cxn ang="0">
                  <a:pos x="0" y="10"/>
                </a:cxn>
                <a:cxn ang="0">
                  <a:pos x="7" y="0"/>
                </a:cxn>
              </a:cxnLst>
              <a:pathLst>
                <a:path w="342" h="186">
                  <a:moveTo>
                    <a:pt x="0" y="186"/>
                  </a:moveTo>
                  <a:lnTo>
                    <a:pt x="342" y="0"/>
                  </a:lnTo>
                </a:path>
              </a:pathLst>
            </a:custGeom>
            <a:noFill/>
            <a:ln w="12700" cap="flat" cmpd="sng">
              <a:solidFill>
                <a:schemeClr val="tx1">
                  <a:alpha val="100000"/>
                </a:schemeClr>
              </a:solidFill>
              <a:prstDash val="solid"/>
              <a:round/>
              <a:headEnd type="none" w="med" len="med"/>
              <a:tailEnd type="triangle" w="med" len="med"/>
            </a:ln>
          </p:spPr>
          <p:txBody>
            <a:bodyPr/>
            <a:p>
              <a:endParaRPr lang="zh-CN" altLang="en-US"/>
            </a:p>
          </p:txBody>
        </p:sp>
        <p:sp>
          <p:nvSpPr>
            <p:cNvPr id="95247" name="Freeform 46"/>
            <p:cNvSpPr/>
            <p:nvPr/>
          </p:nvSpPr>
          <p:spPr>
            <a:xfrm flipH="1" flipV="1">
              <a:off x="975" y="3165"/>
              <a:ext cx="198" cy="144"/>
            </a:xfrm>
            <a:custGeom>
              <a:avLst/>
              <a:gdLst/>
              <a:ahLst/>
              <a:cxnLst>
                <a:cxn ang="0">
                  <a:pos x="0" y="24"/>
                </a:cxn>
                <a:cxn ang="0">
                  <a:pos x="5" y="0"/>
                </a:cxn>
              </a:cxnLst>
              <a:pathLst>
                <a:path w="342" h="186">
                  <a:moveTo>
                    <a:pt x="0" y="186"/>
                  </a:moveTo>
                  <a:lnTo>
                    <a:pt x="342" y="0"/>
                  </a:lnTo>
                </a:path>
              </a:pathLst>
            </a:custGeom>
            <a:noFill/>
            <a:ln w="12700" cap="flat" cmpd="sng">
              <a:solidFill>
                <a:schemeClr val="tx1">
                  <a:alpha val="100000"/>
                </a:schemeClr>
              </a:solidFill>
              <a:prstDash val="solid"/>
              <a:round/>
              <a:headEnd type="triangle" w="med" len="med"/>
              <a:tailEnd type="none" w="med" len="med"/>
            </a:ln>
          </p:spPr>
          <p:txBody>
            <a:bodyPr/>
            <a:p>
              <a:endParaRPr lang="zh-CN" altLang="en-US"/>
            </a:p>
          </p:txBody>
        </p:sp>
        <p:sp>
          <p:nvSpPr>
            <p:cNvPr id="95248" name="Freeform 47"/>
            <p:cNvSpPr/>
            <p:nvPr/>
          </p:nvSpPr>
          <p:spPr>
            <a:xfrm flipV="1">
              <a:off x="573" y="3159"/>
              <a:ext cx="204" cy="156"/>
            </a:xfrm>
            <a:custGeom>
              <a:avLst/>
              <a:gdLst/>
              <a:ahLst/>
              <a:cxnLst>
                <a:cxn ang="0">
                  <a:pos x="0" y="46"/>
                </a:cxn>
                <a:cxn ang="0">
                  <a:pos x="6" y="0"/>
                </a:cxn>
              </a:cxnLst>
              <a:pathLst>
                <a:path w="342" h="186">
                  <a:moveTo>
                    <a:pt x="0" y="186"/>
                  </a:moveTo>
                  <a:lnTo>
                    <a:pt x="342" y="0"/>
                  </a:lnTo>
                </a:path>
              </a:pathLst>
            </a:custGeom>
            <a:noFill/>
            <a:ln w="12700" cap="flat" cmpd="sng">
              <a:solidFill>
                <a:schemeClr val="tx1">
                  <a:alpha val="100000"/>
                </a:schemeClr>
              </a:solidFill>
              <a:prstDash val="solid"/>
              <a:round/>
              <a:headEnd type="none" w="med" len="med"/>
              <a:tailEnd type="triangle" w="med" len="med"/>
            </a:ln>
          </p:spPr>
          <p:txBody>
            <a:bodyPr/>
            <a:p>
              <a:endParaRPr lang="zh-CN" altLang="en-US"/>
            </a:p>
          </p:txBody>
        </p:sp>
        <p:sp>
          <p:nvSpPr>
            <p:cNvPr id="95249" name="Text Box 48"/>
            <p:cNvSpPr txBox="1"/>
            <p:nvPr/>
          </p:nvSpPr>
          <p:spPr>
            <a:xfrm>
              <a:off x="1042" y="2816"/>
              <a:ext cx="329"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800" dirty="0">
                  <a:ea typeface="宋体" panose="02010600030101010101" pitchFamily="2" charset="-122"/>
                </a:rPr>
                <a:t>1+e</a:t>
              </a:r>
              <a:endParaRPr lang="en-US" altLang="zh-CN" sz="2400" dirty="0">
                <a:latin typeface="Times New Roman" panose="02020603050405020304" pitchFamily="18" charset="0"/>
                <a:ea typeface="宋体" panose="02010600030101010101" pitchFamily="2" charset="-122"/>
              </a:endParaRPr>
            </a:p>
          </p:txBody>
        </p:sp>
        <p:sp>
          <p:nvSpPr>
            <p:cNvPr id="95250" name="Text Box 49"/>
            <p:cNvSpPr txBox="1"/>
            <p:nvPr/>
          </p:nvSpPr>
          <p:spPr>
            <a:xfrm>
              <a:off x="1052" y="3161"/>
              <a:ext cx="195"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800" dirty="0">
                  <a:ea typeface="宋体" panose="02010600030101010101" pitchFamily="2" charset="-122"/>
                </a:rPr>
                <a:t>e</a:t>
              </a:r>
              <a:endParaRPr lang="en-US" altLang="zh-CN" sz="2400" dirty="0">
                <a:latin typeface="Times New Roman" panose="02020603050405020304" pitchFamily="18" charset="0"/>
                <a:ea typeface="宋体" panose="02010600030101010101" pitchFamily="2" charset="-122"/>
              </a:endParaRPr>
            </a:p>
          </p:txBody>
        </p:sp>
        <p:sp>
          <p:nvSpPr>
            <p:cNvPr id="95251" name="Text Box 50"/>
            <p:cNvSpPr txBox="1"/>
            <p:nvPr/>
          </p:nvSpPr>
          <p:spPr>
            <a:xfrm>
              <a:off x="499" y="3176"/>
              <a:ext cx="204"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800" dirty="0">
                  <a:ea typeface="宋体" panose="02010600030101010101" pitchFamily="2" charset="-122"/>
                </a:rPr>
                <a:t>0</a:t>
              </a:r>
              <a:endParaRPr lang="en-US" altLang="zh-CN" sz="2400" dirty="0">
                <a:latin typeface="Times New Roman" panose="02020603050405020304" pitchFamily="18" charset="0"/>
                <a:ea typeface="宋体" panose="02010600030101010101" pitchFamily="2" charset="-122"/>
              </a:endParaRPr>
            </a:p>
          </p:txBody>
        </p:sp>
        <p:sp>
          <p:nvSpPr>
            <p:cNvPr id="95252" name="Line 51"/>
            <p:cNvSpPr/>
            <p:nvPr/>
          </p:nvSpPr>
          <p:spPr>
            <a:xfrm flipV="1">
              <a:off x="870" y="3453"/>
              <a:ext cx="0" cy="252"/>
            </a:xfrm>
            <a:prstGeom prst="line">
              <a:avLst/>
            </a:prstGeom>
            <a:ln w="19050" cap="flat" cmpd="sng">
              <a:solidFill>
                <a:srgbClr val="FF0000"/>
              </a:solidFill>
              <a:prstDash val="solid"/>
              <a:headEnd type="none" w="med" len="med"/>
              <a:tailEnd type="triangle" w="med" len="med"/>
            </a:ln>
          </p:spPr>
        </p:sp>
        <p:sp>
          <p:nvSpPr>
            <p:cNvPr id="95253" name="Text Box 52"/>
            <p:cNvSpPr txBox="1"/>
            <p:nvPr/>
          </p:nvSpPr>
          <p:spPr>
            <a:xfrm>
              <a:off x="716" y="3587"/>
              <a:ext cx="195"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800" dirty="0">
                  <a:solidFill>
                    <a:srgbClr val="FF0000"/>
                  </a:solidFill>
                  <a:ea typeface="宋体" panose="02010600030101010101" pitchFamily="2" charset="-122"/>
                </a:rPr>
                <a:t>e</a:t>
              </a:r>
              <a:endParaRPr lang="en-US" altLang="zh-CN" sz="2400" dirty="0">
                <a:latin typeface="Times New Roman" panose="02020603050405020304" pitchFamily="18" charset="0"/>
                <a:ea typeface="宋体" panose="02010600030101010101" pitchFamily="2" charset="-122"/>
              </a:endParaRPr>
            </a:p>
          </p:txBody>
        </p:sp>
        <p:sp>
          <p:nvSpPr>
            <p:cNvPr id="95254" name="Line 53"/>
            <p:cNvSpPr/>
            <p:nvPr/>
          </p:nvSpPr>
          <p:spPr>
            <a:xfrm flipH="1" flipV="1">
              <a:off x="354" y="3159"/>
              <a:ext cx="3" cy="213"/>
            </a:xfrm>
            <a:prstGeom prst="line">
              <a:avLst/>
            </a:prstGeom>
            <a:ln w="19050" cap="flat" cmpd="sng">
              <a:solidFill>
                <a:srgbClr val="FF0000"/>
              </a:solidFill>
              <a:prstDash val="solid"/>
              <a:headEnd type="none" w="med" len="med"/>
              <a:tailEnd type="triangle" w="med" len="med"/>
            </a:ln>
          </p:spPr>
        </p:sp>
        <p:sp>
          <p:nvSpPr>
            <p:cNvPr id="95255" name="Text Box 54"/>
            <p:cNvSpPr txBox="1"/>
            <p:nvPr/>
          </p:nvSpPr>
          <p:spPr>
            <a:xfrm>
              <a:off x="252" y="3344"/>
              <a:ext cx="181"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800" dirty="0">
                  <a:solidFill>
                    <a:srgbClr val="FF0000"/>
                  </a:solidFill>
                  <a:ea typeface="宋体" panose="02010600030101010101" pitchFamily="2" charset="-122"/>
                </a:rPr>
                <a:t>1</a:t>
              </a:r>
              <a:endParaRPr lang="en-US" altLang="zh-CN" sz="2400" dirty="0">
                <a:latin typeface="Times New Roman" panose="02020603050405020304" pitchFamily="18" charset="0"/>
                <a:ea typeface="宋体" panose="02010600030101010101" pitchFamily="2" charset="-122"/>
              </a:endParaRPr>
            </a:p>
          </p:txBody>
        </p:sp>
        <p:sp>
          <p:nvSpPr>
            <p:cNvPr id="95256" name="Line 55"/>
            <p:cNvSpPr/>
            <p:nvPr/>
          </p:nvSpPr>
          <p:spPr>
            <a:xfrm flipV="1">
              <a:off x="1311" y="3180"/>
              <a:ext cx="0" cy="270"/>
            </a:xfrm>
            <a:prstGeom prst="line">
              <a:avLst/>
            </a:prstGeom>
            <a:ln w="19050" cap="flat" cmpd="sng">
              <a:solidFill>
                <a:srgbClr val="FF0000"/>
              </a:solidFill>
              <a:prstDash val="solid"/>
              <a:headEnd type="none" w="med" len="med"/>
              <a:tailEnd type="triangle" w="med" len="med"/>
            </a:ln>
          </p:spPr>
        </p:sp>
        <p:sp>
          <p:nvSpPr>
            <p:cNvPr id="95257" name="Text Box 56"/>
            <p:cNvSpPr txBox="1"/>
            <p:nvPr/>
          </p:nvSpPr>
          <p:spPr>
            <a:xfrm>
              <a:off x="1218" y="3410"/>
              <a:ext cx="181"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800" dirty="0">
                  <a:solidFill>
                    <a:srgbClr val="FF0000"/>
                  </a:solidFill>
                  <a:ea typeface="宋体" panose="02010600030101010101" pitchFamily="2" charset="-122"/>
                </a:rPr>
                <a:t>1</a:t>
              </a:r>
              <a:endParaRPr lang="en-US" altLang="zh-CN" sz="2400" dirty="0">
                <a:latin typeface="Times New Roman" panose="02020603050405020304" pitchFamily="18" charset="0"/>
                <a:ea typeface="宋体" panose="02010600030101010101" pitchFamily="2" charset="-122"/>
              </a:endParaRPr>
            </a:p>
          </p:txBody>
        </p:sp>
        <p:sp>
          <p:nvSpPr>
            <p:cNvPr id="95258" name="Freeform 57"/>
            <p:cNvSpPr/>
            <p:nvPr/>
          </p:nvSpPr>
          <p:spPr>
            <a:xfrm flipH="1" flipV="1">
              <a:off x="915" y="3138"/>
              <a:ext cx="198" cy="144"/>
            </a:xfrm>
            <a:custGeom>
              <a:avLst/>
              <a:gdLst/>
              <a:ahLst/>
              <a:cxnLst>
                <a:cxn ang="0">
                  <a:pos x="0" y="24"/>
                </a:cxn>
                <a:cxn ang="0">
                  <a:pos x="5" y="0"/>
                </a:cxn>
              </a:cxnLst>
              <a:pathLst>
                <a:path w="342" h="186">
                  <a:moveTo>
                    <a:pt x="0" y="186"/>
                  </a:moveTo>
                  <a:lnTo>
                    <a:pt x="342" y="0"/>
                  </a:lnTo>
                </a:path>
              </a:pathLst>
            </a:custGeom>
            <a:noFill/>
            <a:ln w="12700" cap="flat" cmpd="sng">
              <a:solidFill>
                <a:schemeClr val="tx1">
                  <a:alpha val="100000"/>
                </a:schemeClr>
              </a:solidFill>
              <a:prstDash val="solid"/>
              <a:round/>
              <a:headEnd type="none" w="med" len="med"/>
              <a:tailEnd type="triangle" w="med" len="med"/>
            </a:ln>
          </p:spPr>
          <p:txBody>
            <a:bodyPr/>
            <a:p>
              <a:endParaRPr lang="zh-CN" altLang="en-US"/>
            </a:p>
          </p:txBody>
        </p:sp>
        <p:sp>
          <p:nvSpPr>
            <p:cNvPr id="95259" name="Freeform 58"/>
            <p:cNvSpPr/>
            <p:nvPr/>
          </p:nvSpPr>
          <p:spPr>
            <a:xfrm flipH="1">
              <a:off x="630" y="3144"/>
              <a:ext cx="192" cy="138"/>
            </a:xfrm>
            <a:custGeom>
              <a:avLst/>
              <a:gdLst/>
              <a:ahLst/>
              <a:cxnLst>
                <a:cxn ang="0">
                  <a:pos x="0" y="17"/>
                </a:cxn>
                <a:cxn ang="0">
                  <a:pos x="3" y="0"/>
                </a:cxn>
              </a:cxnLst>
              <a:pathLst>
                <a:path w="342" h="186">
                  <a:moveTo>
                    <a:pt x="0" y="186"/>
                  </a:moveTo>
                  <a:lnTo>
                    <a:pt x="342" y="0"/>
                  </a:lnTo>
                </a:path>
              </a:pathLst>
            </a:custGeom>
            <a:noFill/>
            <a:ln w="12700" cap="flat" cmpd="sng">
              <a:solidFill>
                <a:schemeClr val="tx1">
                  <a:alpha val="100000"/>
                </a:schemeClr>
              </a:solidFill>
              <a:prstDash val="solid"/>
              <a:round/>
              <a:headEnd type="none" w="med" len="med"/>
              <a:tailEnd type="triangle" w="med" len="med"/>
            </a:ln>
          </p:spPr>
          <p:txBody>
            <a:bodyPr/>
            <a:p>
              <a:endParaRPr lang="zh-CN" altLang="en-US"/>
            </a:p>
          </p:txBody>
        </p:sp>
        <p:sp>
          <p:nvSpPr>
            <p:cNvPr id="95260" name="Text Box 59"/>
            <p:cNvSpPr txBox="1"/>
            <p:nvPr/>
          </p:nvSpPr>
          <p:spPr>
            <a:xfrm>
              <a:off x="679" y="3038"/>
              <a:ext cx="204"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800" dirty="0">
                  <a:ea typeface="宋体" panose="02010600030101010101" pitchFamily="2" charset="-122"/>
                </a:rPr>
                <a:t>0</a:t>
              </a:r>
              <a:endParaRPr lang="en-US" altLang="zh-CN" sz="2400" dirty="0">
                <a:latin typeface="Times New Roman" panose="02020603050405020304" pitchFamily="18" charset="0"/>
                <a:ea typeface="宋体" panose="02010600030101010101" pitchFamily="2" charset="-122"/>
              </a:endParaRPr>
            </a:p>
          </p:txBody>
        </p:sp>
        <p:sp>
          <p:nvSpPr>
            <p:cNvPr id="95261" name="Text Box 60"/>
            <p:cNvSpPr txBox="1"/>
            <p:nvPr/>
          </p:nvSpPr>
          <p:spPr>
            <a:xfrm>
              <a:off x="895" y="3026"/>
              <a:ext cx="204"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800" dirty="0">
                  <a:ea typeface="宋体" panose="02010600030101010101" pitchFamily="2" charset="-122"/>
                </a:rPr>
                <a:t>0</a:t>
              </a:r>
              <a:endParaRPr lang="en-US" altLang="zh-CN" sz="2400" dirty="0">
                <a:latin typeface="Times New Roman" panose="02020603050405020304" pitchFamily="18" charset="0"/>
                <a:ea typeface="宋体" panose="02010600030101010101" pitchFamily="2" charset="-122"/>
              </a:endParaRPr>
            </a:p>
          </p:txBody>
        </p:sp>
        <p:sp>
          <p:nvSpPr>
            <p:cNvPr id="95262" name="Freeform 61"/>
            <p:cNvSpPr/>
            <p:nvPr/>
          </p:nvSpPr>
          <p:spPr>
            <a:xfrm>
              <a:off x="1692" y="2721"/>
              <a:ext cx="1225" cy="854"/>
            </a:xfrm>
            <a:custGeom>
              <a:avLst/>
              <a:gdLst/>
              <a:ahLst/>
              <a:cxnLst>
                <a:cxn ang="0">
                  <a:pos x="0" y="387"/>
                </a:cxn>
                <a:cxn ang="0">
                  <a:pos x="168" y="162"/>
                </a:cxn>
                <a:cxn ang="0">
                  <a:pos x="486" y="18"/>
                </a:cxn>
                <a:cxn ang="0">
                  <a:pos x="822" y="30"/>
                </a:cxn>
                <a:cxn ang="0">
                  <a:pos x="1152" y="267"/>
                </a:cxn>
                <a:cxn ang="0">
                  <a:pos x="1188" y="537"/>
                </a:cxn>
                <a:cxn ang="0">
                  <a:pos x="927" y="780"/>
                </a:cxn>
                <a:cxn ang="0">
                  <a:pos x="447" y="837"/>
                </a:cxn>
                <a:cxn ang="0">
                  <a:pos x="177" y="675"/>
                </a:cxn>
                <a:cxn ang="0">
                  <a:pos x="0" y="387"/>
                </a:cxn>
              </a:cxnLst>
              <a:pathLst>
                <a:path w="1225" h="854">
                  <a:moveTo>
                    <a:pt x="0" y="387"/>
                  </a:moveTo>
                  <a:cubicBezTo>
                    <a:pt x="0" y="243"/>
                    <a:pt x="87" y="223"/>
                    <a:pt x="168" y="162"/>
                  </a:cubicBezTo>
                  <a:cubicBezTo>
                    <a:pt x="249" y="101"/>
                    <a:pt x="377" y="40"/>
                    <a:pt x="486" y="18"/>
                  </a:cubicBezTo>
                  <a:cubicBezTo>
                    <a:pt x="615" y="6"/>
                    <a:pt x="684" y="0"/>
                    <a:pt x="822" y="30"/>
                  </a:cubicBezTo>
                  <a:cubicBezTo>
                    <a:pt x="960" y="60"/>
                    <a:pt x="1099" y="169"/>
                    <a:pt x="1152" y="267"/>
                  </a:cubicBezTo>
                  <a:cubicBezTo>
                    <a:pt x="1213" y="351"/>
                    <a:pt x="1225" y="452"/>
                    <a:pt x="1188" y="537"/>
                  </a:cubicBezTo>
                  <a:cubicBezTo>
                    <a:pt x="1151" y="622"/>
                    <a:pt x="1050" y="730"/>
                    <a:pt x="927" y="780"/>
                  </a:cubicBezTo>
                  <a:cubicBezTo>
                    <a:pt x="804" y="830"/>
                    <a:pt x="572" y="854"/>
                    <a:pt x="447" y="837"/>
                  </a:cubicBezTo>
                  <a:cubicBezTo>
                    <a:pt x="322" y="820"/>
                    <a:pt x="251" y="750"/>
                    <a:pt x="177" y="675"/>
                  </a:cubicBezTo>
                  <a:cubicBezTo>
                    <a:pt x="103" y="600"/>
                    <a:pt x="0" y="531"/>
                    <a:pt x="0" y="387"/>
                  </a:cubicBezTo>
                  <a:close/>
                </a:path>
              </a:pathLst>
            </a:custGeom>
            <a:solidFill>
              <a:srgbClr val="66CCFF">
                <a:alpha val="100000"/>
              </a:srgbClr>
            </a:solidFill>
            <a:ln w="9525">
              <a:noFill/>
            </a:ln>
          </p:spPr>
          <p:txBody>
            <a:bodyPr/>
            <a:p>
              <a:endParaRPr lang="zh-CN" altLang="en-US"/>
            </a:p>
          </p:txBody>
        </p:sp>
        <p:sp>
          <p:nvSpPr>
            <p:cNvPr id="95263" name="Freeform 62"/>
            <p:cNvSpPr/>
            <p:nvPr/>
          </p:nvSpPr>
          <p:spPr>
            <a:xfrm>
              <a:off x="1944" y="2934"/>
              <a:ext cx="246" cy="132"/>
            </a:xfrm>
            <a:custGeom>
              <a:avLst/>
              <a:gdLst/>
              <a:ahLst/>
              <a:cxnLst>
                <a:cxn ang="0">
                  <a:pos x="0" y="12"/>
                </a:cxn>
                <a:cxn ang="0">
                  <a:pos x="24" y="0"/>
                </a:cxn>
              </a:cxnLst>
              <a:pathLst>
                <a:path w="342" h="186">
                  <a:moveTo>
                    <a:pt x="0" y="186"/>
                  </a:moveTo>
                  <a:lnTo>
                    <a:pt x="342" y="0"/>
                  </a:lnTo>
                </a:path>
              </a:pathLst>
            </a:custGeom>
            <a:noFill/>
            <a:ln w="12700" cap="flat" cmpd="sng">
              <a:solidFill>
                <a:schemeClr val="tx1">
                  <a:alpha val="100000"/>
                </a:schemeClr>
              </a:solidFill>
              <a:prstDash val="solid"/>
              <a:round/>
              <a:headEnd type="none" w="med" len="med"/>
              <a:tailEnd type="triangle" w="med" len="med"/>
            </a:ln>
          </p:spPr>
          <p:txBody>
            <a:bodyPr/>
            <a:p>
              <a:endParaRPr lang="zh-CN" altLang="en-US"/>
            </a:p>
          </p:txBody>
        </p:sp>
        <p:grpSp>
          <p:nvGrpSpPr>
            <p:cNvPr id="95264" name="Group 63"/>
            <p:cNvGrpSpPr/>
            <p:nvPr/>
          </p:nvGrpSpPr>
          <p:grpSpPr>
            <a:xfrm>
              <a:off x="2137" y="2738"/>
              <a:ext cx="316" cy="250"/>
              <a:chOff x="1747" y="3194"/>
              <a:chExt cx="316" cy="250"/>
            </a:xfrm>
          </p:grpSpPr>
          <p:sp>
            <p:nvSpPr>
              <p:cNvPr id="95417" name="Oval 64"/>
              <p:cNvSpPr/>
              <p:nvPr/>
            </p:nvSpPr>
            <p:spPr>
              <a:xfrm>
                <a:off x="1750" y="3308"/>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95418" name="Line 65"/>
              <p:cNvSpPr/>
              <p:nvPr/>
            </p:nvSpPr>
            <p:spPr>
              <a:xfrm>
                <a:off x="1750" y="3301"/>
                <a:ext cx="0" cy="50"/>
              </a:xfrm>
              <a:prstGeom prst="line">
                <a:avLst/>
              </a:prstGeom>
              <a:ln w="12700" cap="flat" cmpd="sng">
                <a:solidFill>
                  <a:schemeClr val="tx1"/>
                </a:solidFill>
                <a:prstDash val="solid"/>
                <a:headEnd type="none" w="med" len="med"/>
                <a:tailEnd type="none" w="med" len="med"/>
              </a:ln>
            </p:spPr>
          </p:sp>
          <p:sp>
            <p:nvSpPr>
              <p:cNvPr id="95419" name="Line 66"/>
              <p:cNvSpPr/>
              <p:nvPr/>
            </p:nvSpPr>
            <p:spPr>
              <a:xfrm>
                <a:off x="2063" y="3301"/>
                <a:ext cx="0" cy="50"/>
              </a:xfrm>
              <a:prstGeom prst="line">
                <a:avLst/>
              </a:prstGeom>
              <a:ln w="12700" cap="flat" cmpd="sng">
                <a:solidFill>
                  <a:schemeClr val="tx1"/>
                </a:solidFill>
                <a:prstDash val="solid"/>
                <a:headEnd type="none" w="med" len="med"/>
                <a:tailEnd type="none" w="med" len="med"/>
              </a:ln>
            </p:spPr>
          </p:sp>
          <p:sp>
            <p:nvSpPr>
              <p:cNvPr id="95420" name="Rectangle 67"/>
              <p:cNvSpPr/>
              <p:nvPr/>
            </p:nvSpPr>
            <p:spPr>
              <a:xfrm>
                <a:off x="1750" y="3301"/>
                <a:ext cx="310"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95421" name="Oval 68"/>
              <p:cNvSpPr/>
              <p:nvPr/>
            </p:nvSpPr>
            <p:spPr>
              <a:xfrm>
                <a:off x="1747" y="3242"/>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95422" name="Group 69"/>
              <p:cNvGrpSpPr/>
              <p:nvPr/>
            </p:nvGrpSpPr>
            <p:grpSpPr>
              <a:xfrm>
                <a:off x="1785" y="3194"/>
                <a:ext cx="233" cy="250"/>
                <a:chOff x="2940" y="2429"/>
                <a:chExt cx="236" cy="250"/>
              </a:xfrm>
            </p:grpSpPr>
            <p:sp>
              <p:nvSpPr>
                <p:cNvPr id="95423" name="Rectangle 70"/>
                <p:cNvSpPr/>
                <p:nvPr/>
              </p:nvSpPr>
              <p:spPr>
                <a:xfrm>
                  <a:off x="2982" y="2490"/>
                  <a:ext cx="144" cy="1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95424" name="Text Box 71"/>
                <p:cNvSpPr txBox="1"/>
                <p:nvPr/>
              </p:nvSpPr>
              <p:spPr>
                <a:xfrm>
                  <a:off x="2940" y="2429"/>
                  <a:ext cx="236"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000" dirty="0">
                      <a:ea typeface="宋体" panose="02010600030101010101" pitchFamily="2" charset="-122"/>
                    </a:rPr>
                    <a:t>A</a:t>
                  </a:r>
                  <a:endParaRPr lang="en-US" altLang="zh-CN" sz="2400" dirty="0">
                    <a:latin typeface="Times New Roman" panose="02020603050405020304" pitchFamily="18" charset="0"/>
                    <a:ea typeface="宋体" panose="02010600030101010101" pitchFamily="2" charset="-122"/>
                  </a:endParaRPr>
                </a:p>
              </p:txBody>
            </p:sp>
          </p:grpSp>
        </p:grpSp>
        <p:grpSp>
          <p:nvGrpSpPr>
            <p:cNvPr id="95265" name="Group 72"/>
            <p:cNvGrpSpPr/>
            <p:nvPr/>
          </p:nvGrpSpPr>
          <p:grpSpPr>
            <a:xfrm>
              <a:off x="1729" y="2993"/>
              <a:ext cx="316" cy="250"/>
              <a:chOff x="2221" y="3575"/>
              <a:chExt cx="316" cy="250"/>
            </a:xfrm>
          </p:grpSpPr>
          <p:sp>
            <p:nvSpPr>
              <p:cNvPr id="95409" name="Oval 73"/>
              <p:cNvSpPr/>
              <p:nvPr/>
            </p:nvSpPr>
            <p:spPr>
              <a:xfrm>
                <a:off x="2224" y="3695"/>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95410" name="Line 74"/>
              <p:cNvSpPr/>
              <p:nvPr/>
            </p:nvSpPr>
            <p:spPr>
              <a:xfrm>
                <a:off x="2224" y="3688"/>
                <a:ext cx="0" cy="50"/>
              </a:xfrm>
              <a:prstGeom prst="line">
                <a:avLst/>
              </a:prstGeom>
              <a:ln w="12700" cap="flat" cmpd="sng">
                <a:solidFill>
                  <a:schemeClr val="tx1"/>
                </a:solidFill>
                <a:prstDash val="solid"/>
                <a:headEnd type="none" w="med" len="med"/>
                <a:tailEnd type="none" w="med" len="med"/>
              </a:ln>
            </p:spPr>
          </p:sp>
          <p:sp>
            <p:nvSpPr>
              <p:cNvPr id="95411" name="Line 75"/>
              <p:cNvSpPr/>
              <p:nvPr/>
            </p:nvSpPr>
            <p:spPr>
              <a:xfrm>
                <a:off x="2537" y="3688"/>
                <a:ext cx="0" cy="50"/>
              </a:xfrm>
              <a:prstGeom prst="line">
                <a:avLst/>
              </a:prstGeom>
              <a:ln w="12700" cap="flat" cmpd="sng">
                <a:solidFill>
                  <a:schemeClr val="tx1"/>
                </a:solidFill>
                <a:prstDash val="solid"/>
                <a:headEnd type="none" w="med" len="med"/>
                <a:tailEnd type="none" w="med" len="med"/>
              </a:ln>
            </p:spPr>
          </p:sp>
          <p:sp>
            <p:nvSpPr>
              <p:cNvPr id="95412" name="Rectangle 76"/>
              <p:cNvSpPr/>
              <p:nvPr/>
            </p:nvSpPr>
            <p:spPr>
              <a:xfrm>
                <a:off x="2224" y="3688"/>
                <a:ext cx="310"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95413" name="Oval 77"/>
              <p:cNvSpPr/>
              <p:nvPr/>
            </p:nvSpPr>
            <p:spPr>
              <a:xfrm>
                <a:off x="2221" y="3629"/>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95414" name="Group 78"/>
              <p:cNvGrpSpPr/>
              <p:nvPr/>
            </p:nvGrpSpPr>
            <p:grpSpPr>
              <a:xfrm>
                <a:off x="2275" y="3575"/>
                <a:ext cx="231" cy="250"/>
                <a:chOff x="2941" y="2429"/>
                <a:chExt cx="234" cy="250"/>
              </a:xfrm>
            </p:grpSpPr>
            <p:sp>
              <p:nvSpPr>
                <p:cNvPr id="95415" name="Rectangle 79"/>
                <p:cNvSpPr/>
                <p:nvPr/>
              </p:nvSpPr>
              <p:spPr>
                <a:xfrm>
                  <a:off x="2982" y="2490"/>
                  <a:ext cx="144" cy="1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95416" name="Text Box 80"/>
                <p:cNvSpPr txBox="1"/>
                <p:nvPr/>
              </p:nvSpPr>
              <p:spPr>
                <a:xfrm>
                  <a:off x="2941" y="2429"/>
                  <a:ext cx="234"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000" dirty="0">
                      <a:ea typeface="宋体" panose="02010600030101010101" pitchFamily="2" charset="-122"/>
                    </a:rPr>
                    <a:t>D</a:t>
                  </a:r>
                  <a:endParaRPr lang="en-US" altLang="zh-CN" sz="2400" dirty="0">
                    <a:latin typeface="Times New Roman" panose="02020603050405020304" pitchFamily="18" charset="0"/>
                    <a:ea typeface="宋体" panose="02010600030101010101" pitchFamily="2" charset="-122"/>
                  </a:endParaRPr>
                </a:p>
              </p:txBody>
            </p:sp>
          </p:grpSp>
        </p:grpSp>
        <p:grpSp>
          <p:nvGrpSpPr>
            <p:cNvPr id="95266" name="Group 81"/>
            <p:cNvGrpSpPr/>
            <p:nvPr/>
          </p:nvGrpSpPr>
          <p:grpSpPr>
            <a:xfrm>
              <a:off x="2129" y="3284"/>
              <a:ext cx="315" cy="250"/>
              <a:chOff x="2903" y="2888"/>
              <a:chExt cx="315" cy="250"/>
            </a:xfrm>
          </p:grpSpPr>
          <p:grpSp>
            <p:nvGrpSpPr>
              <p:cNvPr id="95400" name="Group 82"/>
              <p:cNvGrpSpPr/>
              <p:nvPr/>
            </p:nvGrpSpPr>
            <p:grpSpPr>
              <a:xfrm>
                <a:off x="2903" y="2938"/>
                <a:ext cx="315" cy="144"/>
                <a:chOff x="2903" y="2938"/>
                <a:chExt cx="315" cy="144"/>
              </a:xfrm>
            </p:grpSpPr>
            <p:sp>
              <p:nvSpPr>
                <p:cNvPr id="95404" name="Oval 83"/>
                <p:cNvSpPr/>
                <p:nvPr/>
              </p:nvSpPr>
              <p:spPr>
                <a:xfrm>
                  <a:off x="2903" y="3001"/>
                  <a:ext cx="312"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95405" name="Line 84"/>
                <p:cNvSpPr/>
                <p:nvPr/>
              </p:nvSpPr>
              <p:spPr>
                <a:xfrm>
                  <a:off x="2903" y="2994"/>
                  <a:ext cx="0" cy="50"/>
                </a:xfrm>
                <a:prstGeom prst="line">
                  <a:avLst/>
                </a:prstGeom>
                <a:ln w="12700" cap="flat" cmpd="sng">
                  <a:solidFill>
                    <a:schemeClr val="tx1"/>
                  </a:solidFill>
                  <a:prstDash val="solid"/>
                  <a:headEnd type="none" w="med" len="med"/>
                  <a:tailEnd type="none" w="med" len="med"/>
                </a:ln>
              </p:spPr>
            </p:sp>
            <p:sp>
              <p:nvSpPr>
                <p:cNvPr id="95406" name="Line 85"/>
                <p:cNvSpPr/>
                <p:nvPr/>
              </p:nvSpPr>
              <p:spPr>
                <a:xfrm>
                  <a:off x="3215" y="2994"/>
                  <a:ext cx="0" cy="50"/>
                </a:xfrm>
                <a:prstGeom prst="line">
                  <a:avLst/>
                </a:prstGeom>
                <a:ln w="12700" cap="flat" cmpd="sng">
                  <a:solidFill>
                    <a:schemeClr val="tx1"/>
                  </a:solidFill>
                  <a:prstDash val="solid"/>
                  <a:headEnd type="none" w="med" len="med"/>
                  <a:tailEnd type="none" w="med" len="med"/>
                </a:ln>
              </p:spPr>
            </p:sp>
            <p:sp>
              <p:nvSpPr>
                <p:cNvPr id="95407" name="Rectangle 86"/>
                <p:cNvSpPr/>
                <p:nvPr/>
              </p:nvSpPr>
              <p:spPr>
                <a:xfrm>
                  <a:off x="2903" y="2994"/>
                  <a:ext cx="309"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95408" name="Oval 87"/>
                <p:cNvSpPr/>
                <p:nvPr/>
              </p:nvSpPr>
              <p:spPr>
                <a:xfrm>
                  <a:off x="2906" y="2938"/>
                  <a:ext cx="312"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grpSp>
            <p:nvGrpSpPr>
              <p:cNvPr id="95401" name="Group 88"/>
              <p:cNvGrpSpPr/>
              <p:nvPr/>
            </p:nvGrpSpPr>
            <p:grpSpPr>
              <a:xfrm>
                <a:off x="2959" y="2888"/>
                <a:ext cx="212" cy="250"/>
                <a:chOff x="2950" y="2429"/>
                <a:chExt cx="215" cy="250"/>
              </a:xfrm>
            </p:grpSpPr>
            <p:sp>
              <p:nvSpPr>
                <p:cNvPr id="95402" name="Rectangle 89"/>
                <p:cNvSpPr/>
                <p:nvPr/>
              </p:nvSpPr>
              <p:spPr>
                <a:xfrm>
                  <a:off x="2982" y="2490"/>
                  <a:ext cx="144" cy="1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95403" name="Text Box 90"/>
                <p:cNvSpPr txBox="1"/>
                <p:nvPr/>
              </p:nvSpPr>
              <p:spPr>
                <a:xfrm>
                  <a:off x="2950" y="2429"/>
                  <a:ext cx="215"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000" dirty="0">
                      <a:ea typeface="宋体" panose="02010600030101010101" pitchFamily="2" charset="-122"/>
                    </a:rPr>
                    <a:t>C</a:t>
                  </a:r>
                  <a:endParaRPr lang="en-US" altLang="zh-CN" sz="2400" dirty="0">
                    <a:latin typeface="Times New Roman" panose="02020603050405020304" pitchFamily="18" charset="0"/>
                    <a:ea typeface="宋体" panose="02010600030101010101" pitchFamily="2" charset="-122"/>
                  </a:endParaRPr>
                </a:p>
              </p:txBody>
            </p:sp>
          </p:grpSp>
        </p:grpSp>
        <p:grpSp>
          <p:nvGrpSpPr>
            <p:cNvPr id="95267" name="Group 91"/>
            <p:cNvGrpSpPr/>
            <p:nvPr/>
          </p:nvGrpSpPr>
          <p:grpSpPr>
            <a:xfrm>
              <a:off x="2541" y="3002"/>
              <a:ext cx="316" cy="250"/>
              <a:chOff x="2217" y="2888"/>
              <a:chExt cx="316" cy="250"/>
            </a:xfrm>
          </p:grpSpPr>
          <p:sp>
            <p:nvSpPr>
              <p:cNvPr id="95392" name="Oval 92"/>
              <p:cNvSpPr/>
              <p:nvPr/>
            </p:nvSpPr>
            <p:spPr>
              <a:xfrm>
                <a:off x="2220" y="3005"/>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95393" name="Line 93"/>
              <p:cNvSpPr/>
              <p:nvPr/>
            </p:nvSpPr>
            <p:spPr>
              <a:xfrm>
                <a:off x="2220" y="2998"/>
                <a:ext cx="0" cy="50"/>
              </a:xfrm>
              <a:prstGeom prst="line">
                <a:avLst/>
              </a:prstGeom>
              <a:ln w="12700" cap="flat" cmpd="sng">
                <a:solidFill>
                  <a:schemeClr val="tx1"/>
                </a:solidFill>
                <a:prstDash val="solid"/>
                <a:headEnd type="none" w="med" len="med"/>
                <a:tailEnd type="none" w="med" len="med"/>
              </a:ln>
            </p:spPr>
          </p:sp>
          <p:sp>
            <p:nvSpPr>
              <p:cNvPr id="95394" name="Line 94"/>
              <p:cNvSpPr/>
              <p:nvPr/>
            </p:nvSpPr>
            <p:spPr>
              <a:xfrm>
                <a:off x="2533" y="2998"/>
                <a:ext cx="0" cy="50"/>
              </a:xfrm>
              <a:prstGeom prst="line">
                <a:avLst/>
              </a:prstGeom>
              <a:ln w="12700" cap="flat" cmpd="sng">
                <a:solidFill>
                  <a:schemeClr val="tx1"/>
                </a:solidFill>
                <a:prstDash val="solid"/>
                <a:headEnd type="none" w="med" len="med"/>
                <a:tailEnd type="none" w="med" len="med"/>
              </a:ln>
            </p:spPr>
          </p:sp>
          <p:sp>
            <p:nvSpPr>
              <p:cNvPr id="95395" name="Rectangle 95"/>
              <p:cNvSpPr/>
              <p:nvPr/>
            </p:nvSpPr>
            <p:spPr>
              <a:xfrm>
                <a:off x="2220" y="2998"/>
                <a:ext cx="310"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95396" name="Oval 96"/>
              <p:cNvSpPr/>
              <p:nvPr/>
            </p:nvSpPr>
            <p:spPr>
              <a:xfrm>
                <a:off x="2217" y="2939"/>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95397" name="Group 97"/>
              <p:cNvGrpSpPr/>
              <p:nvPr/>
            </p:nvGrpSpPr>
            <p:grpSpPr>
              <a:xfrm>
                <a:off x="2273" y="2888"/>
                <a:ext cx="217" cy="250"/>
                <a:chOff x="2948" y="2429"/>
                <a:chExt cx="220" cy="250"/>
              </a:xfrm>
            </p:grpSpPr>
            <p:sp>
              <p:nvSpPr>
                <p:cNvPr id="95398" name="Rectangle 98"/>
                <p:cNvSpPr/>
                <p:nvPr/>
              </p:nvSpPr>
              <p:spPr>
                <a:xfrm>
                  <a:off x="2982" y="2490"/>
                  <a:ext cx="144" cy="1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95399" name="Text Box 99"/>
                <p:cNvSpPr txBox="1"/>
                <p:nvPr/>
              </p:nvSpPr>
              <p:spPr>
                <a:xfrm>
                  <a:off x="2948" y="2429"/>
                  <a:ext cx="220"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000" dirty="0">
                      <a:ea typeface="宋体" panose="02010600030101010101" pitchFamily="2" charset="-122"/>
                    </a:rPr>
                    <a:t>B</a:t>
                  </a:r>
                  <a:endParaRPr lang="en-US" altLang="zh-CN" sz="2400" dirty="0">
                    <a:latin typeface="Times New Roman" panose="02020603050405020304" pitchFamily="18" charset="0"/>
                    <a:ea typeface="宋体" panose="02010600030101010101" pitchFamily="2" charset="-122"/>
                  </a:endParaRPr>
                </a:p>
              </p:txBody>
            </p:sp>
          </p:grpSp>
        </p:grpSp>
        <p:sp>
          <p:nvSpPr>
            <p:cNvPr id="95268" name="Text Box 100"/>
            <p:cNvSpPr txBox="1"/>
            <p:nvPr/>
          </p:nvSpPr>
          <p:spPr>
            <a:xfrm>
              <a:off x="1781" y="2825"/>
              <a:ext cx="352"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800" dirty="0">
                  <a:ea typeface="宋体" panose="02010600030101010101" pitchFamily="2" charset="-122"/>
                </a:rPr>
                <a:t>2+e</a:t>
              </a:r>
              <a:endParaRPr lang="en-US" altLang="zh-CN" sz="2400" dirty="0">
                <a:latin typeface="Times New Roman" panose="02020603050405020304" pitchFamily="18" charset="0"/>
                <a:ea typeface="宋体" panose="02010600030101010101" pitchFamily="2" charset="-122"/>
              </a:endParaRPr>
            </a:p>
          </p:txBody>
        </p:sp>
        <p:sp>
          <p:nvSpPr>
            <p:cNvPr id="95269" name="Freeform 101"/>
            <p:cNvSpPr/>
            <p:nvPr/>
          </p:nvSpPr>
          <p:spPr>
            <a:xfrm flipH="1">
              <a:off x="2376" y="2934"/>
              <a:ext cx="213" cy="129"/>
            </a:xfrm>
            <a:custGeom>
              <a:avLst/>
              <a:gdLst/>
              <a:ahLst/>
              <a:cxnLst>
                <a:cxn ang="0">
                  <a:pos x="0" y="10"/>
                </a:cxn>
                <a:cxn ang="0">
                  <a:pos x="7" y="0"/>
                </a:cxn>
              </a:cxnLst>
              <a:pathLst>
                <a:path w="342" h="186">
                  <a:moveTo>
                    <a:pt x="0" y="186"/>
                  </a:moveTo>
                  <a:lnTo>
                    <a:pt x="342" y="0"/>
                  </a:lnTo>
                </a:path>
              </a:pathLst>
            </a:custGeom>
            <a:noFill/>
            <a:ln w="12700" cap="flat" cmpd="sng">
              <a:solidFill>
                <a:schemeClr val="tx1">
                  <a:alpha val="100000"/>
                </a:schemeClr>
              </a:solidFill>
              <a:prstDash val="solid"/>
              <a:round/>
              <a:headEnd type="none" w="med" len="med"/>
              <a:tailEnd type="triangle" w="med" len="med"/>
            </a:ln>
          </p:spPr>
          <p:txBody>
            <a:bodyPr/>
            <a:p>
              <a:endParaRPr lang="zh-CN" altLang="en-US"/>
            </a:p>
          </p:txBody>
        </p:sp>
        <p:sp>
          <p:nvSpPr>
            <p:cNvPr id="95270" name="Freeform 102"/>
            <p:cNvSpPr/>
            <p:nvPr/>
          </p:nvSpPr>
          <p:spPr>
            <a:xfrm flipH="1" flipV="1">
              <a:off x="2385" y="3195"/>
              <a:ext cx="198" cy="144"/>
            </a:xfrm>
            <a:custGeom>
              <a:avLst/>
              <a:gdLst/>
              <a:ahLst/>
              <a:cxnLst>
                <a:cxn ang="0">
                  <a:pos x="0" y="24"/>
                </a:cxn>
                <a:cxn ang="0">
                  <a:pos x="5" y="0"/>
                </a:cxn>
              </a:cxnLst>
              <a:pathLst>
                <a:path w="342" h="186">
                  <a:moveTo>
                    <a:pt x="0" y="186"/>
                  </a:moveTo>
                  <a:lnTo>
                    <a:pt x="342" y="0"/>
                  </a:lnTo>
                </a:path>
              </a:pathLst>
            </a:custGeom>
            <a:noFill/>
            <a:ln w="12700" cap="flat" cmpd="sng">
              <a:solidFill>
                <a:schemeClr val="tx1">
                  <a:alpha val="100000"/>
                </a:schemeClr>
              </a:solidFill>
              <a:prstDash val="solid"/>
              <a:round/>
              <a:headEnd type="triangle" w="med" len="med"/>
              <a:tailEnd type="none" w="med" len="med"/>
            </a:ln>
          </p:spPr>
          <p:txBody>
            <a:bodyPr/>
            <a:p>
              <a:endParaRPr lang="zh-CN" altLang="en-US"/>
            </a:p>
          </p:txBody>
        </p:sp>
        <p:sp>
          <p:nvSpPr>
            <p:cNvPr id="95271" name="Freeform 103"/>
            <p:cNvSpPr/>
            <p:nvPr/>
          </p:nvSpPr>
          <p:spPr>
            <a:xfrm flipV="1">
              <a:off x="1983" y="3189"/>
              <a:ext cx="204" cy="156"/>
            </a:xfrm>
            <a:custGeom>
              <a:avLst/>
              <a:gdLst/>
              <a:ahLst/>
              <a:cxnLst>
                <a:cxn ang="0">
                  <a:pos x="0" y="46"/>
                </a:cxn>
                <a:cxn ang="0">
                  <a:pos x="6" y="0"/>
                </a:cxn>
              </a:cxnLst>
              <a:pathLst>
                <a:path w="342" h="186">
                  <a:moveTo>
                    <a:pt x="0" y="186"/>
                  </a:moveTo>
                  <a:lnTo>
                    <a:pt x="342" y="0"/>
                  </a:lnTo>
                </a:path>
              </a:pathLst>
            </a:custGeom>
            <a:noFill/>
            <a:ln w="12700" cap="flat" cmpd="sng">
              <a:solidFill>
                <a:schemeClr val="tx1">
                  <a:alpha val="100000"/>
                </a:schemeClr>
              </a:solidFill>
              <a:prstDash val="solid"/>
              <a:round/>
              <a:headEnd type="none" w="med" len="med"/>
              <a:tailEnd type="triangle" w="med" len="med"/>
            </a:ln>
          </p:spPr>
          <p:txBody>
            <a:bodyPr/>
            <a:p>
              <a:endParaRPr lang="zh-CN" altLang="en-US"/>
            </a:p>
          </p:txBody>
        </p:sp>
        <p:sp>
          <p:nvSpPr>
            <p:cNvPr id="95272" name="Text Box 104"/>
            <p:cNvSpPr txBox="1"/>
            <p:nvPr/>
          </p:nvSpPr>
          <p:spPr>
            <a:xfrm>
              <a:off x="2514" y="2846"/>
              <a:ext cx="204"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800" dirty="0">
                  <a:ea typeface="宋体" panose="02010600030101010101" pitchFamily="2" charset="-122"/>
                </a:rPr>
                <a:t>0</a:t>
              </a:r>
              <a:endParaRPr lang="en-US" altLang="zh-CN" sz="2400" dirty="0">
                <a:latin typeface="Times New Roman" panose="02020603050405020304" pitchFamily="18" charset="0"/>
                <a:ea typeface="宋体" panose="02010600030101010101" pitchFamily="2" charset="-122"/>
              </a:endParaRPr>
            </a:p>
          </p:txBody>
        </p:sp>
        <p:sp>
          <p:nvSpPr>
            <p:cNvPr id="95273" name="Text Box 105"/>
            <p:cNvSpPr txBox="1"/>
            <p:nvPr/>
          </p:nvSpPr>
          <p:spPr>
            <a:xfrm>
              <a:off x="2458" y="3191"/>
              <a:ext cx="204"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800" dirty="0">
                  <a:ea typeface="宋体" panose="02010600030101010101" pitchFamily="2" charset="-122"/>
                </a:rPr>
                <a:t>0</a:t>
              </a:r>
              <a:endParaRPr lang="en-US" altLang="zh-CN" sz="2400" dirty="0">
                <a:latin typeface="Times New Roman" panose="02020603050405020304" pitchFamily="18" charset="0"/>
                <a:ea typeface="宋体" panose="02010600030101010101" pitchFamily="2" charset="-122"/>
              </a:endParaRPr>
            </a:p>
          </p:txBody>
        </p:sp>
        <p:sp>
          <p:nvSpPr>
            <p:cNvPr id="95274" name="Text Box 106"/>
            <p:cNvSpPr txBox="1"/>
            <p:nvPr/>
          </p:nvSpPr>
          <p:spPr>
            <a:xfrm>
              <a:off x="1909" y="3206"/>
              <a:ext cx="204"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800" dirty="0">
                  <a:ea typeface="宋体" panose="02010600030101010101" pitchFamily="2" charset="-122"/>
                </a:rPr>
                <a:t>0</a:t>
              </a:r>
              <a:endParaRPr lang="en-US" altLang="zh-CN" sz="2400" dirty="0">
                <a:latin typeface="Times New Roman" panose="02020603050405020304" pitchFamily="18" charset="0"/>
                <a:ea typeface="宋体" panose="02010600030101010101" pitchFamily="2" charset="-122"/>
              </a:endParaRPr>
            </a:p>
          </p:txBody>
        </p:sp>
        <p:sp>
          <p:nvSpPr>
            <p:cNvPr id="95275" name="Freeform 107"/>
            <p:cNvSpPr/>
            <p:nvPr/>
          </p:nvSpPr>
          <p:spPr>
            <a:xfrm flipH="1" flipV="1">
              <a:off x="2325" y="3168"/>
              <a:ext cx="198" cy="144"/>
            </a:xfrm>
            <a:custGeom>
              <a:avLst/>
              <a:gdLst/>
              <a:ahLst/>
              <a:cxnLst>
                <a:cxn ang="0">
                  <a:pos x="0" y="24"/>
                </a:cxn>
                <a:cxn ang="0">
                  <a:pos x="5" y="0"/>
                </a:cxn>
              </a:cxnLst>
              <a:pathLst>
                <a:path w="342" h="186">
                  <a:moveTo>
                    <a:pt x="0" y="186"/>
                  </a:moveTo>
                  <a:lnTo>
                    <a:pt x="342" y="0"/>
                  </a:lnTo>
                </a:path>
              </a:pathLst>
            </a:custGeom>
            <a:noFill/>
            <a:ln w="12700" cap="flat" cmpd="sng">
              <a:solidFill>
                <a:schemeClr val="tx1">
                  <a:alpha val="100000"/>
                </a:schemeClr>
              </a:solidFill>
              <a:prstDash val="solid"/>
              <a:round/>
              <a:headEnd type="none" w="med" len="med"/>
              <a:tailEnd type="triangle" w="med" len="med"/>
            </a:ln>
          </p:spPr>
          <p:txBody>
            <a:bodyPr/>
            <a:p>
              <a:endParaRPr lang="zh-CN" altLang="en-US"/>
            </a:p>
          </p:txBody>
        </p:sp>
        <p:sp>
          <p:nvSpPr>
            <p:cNvPr id="95276" name="Freeform 108"/>
            <p:cNvSpPr/>
            <p:nvPr/>
          </p:nvSpPr>
          <p:spPr>
            <a:xfrm flipH="1">
              <a:off x="2040" y="3174"/>
              <a:ext cx="192" cy="138"/>
            </a:xfrm>
            <a:custGeom>
              <a:avLst/>
              <a:gdLst/>
              <a:ahLst/>
              <a:cxnLst>
                <a:cxn ang="0">
                  <a:pos x="0" y="17"/>
                </a:cxn>
                <a:cxn ang="0">
                  <a:pos x="3" y="0"/>
                </a:cxn>
              </a:cxnLst>
              <a:pathLst>
                <a:path w="342" h="186">
                  <a:moveTo>
                    <a:pt x="0" y="186"/>
                  </a:moveTo>
                  <a:lnTo>
                    <a:pt x="342" y="0"/>
                  </a:lnTo>
                </a:path>
              </a:pathLst>
            </a:custGeom>
            <a:noFill/>
            <a:ln w="12700" cap="flat" cmpd="sng">
              <a:solidFill>
                <a:schemeClr val="tx1">
                  <a:alpha val="100000"/>
                </a:schemeClr>
              </a:solidFill>
              <a:prstDash val="solid"/>
              <a:round/>
              <a:headEnd type="none" w="med" len="med"/>
              <a:tailEnd type="triangle" w="med" len="med"/>
            </a:ln>
          </p:spPr>
          <p:txBody>
            <a:bodyPr/>
            <a:p>
              <a:endParaRPr lang="zh-CN" altLang="en-US"/>
            </a:p>
          </p:txBody>
        </p:sp>
        <p:sp>
          <p:nvSpPr>
            <p:cNvPr id="95277" name="Text Box 109"/>
            <p:cNvSpPr txBox="1"/>
            <p:nvPr/>
          </p:nvSpPr>
          <p:spPr>
            <a:xfrm>
              <a:off x="2057" y="3062"/>
              <a:ext cx="329"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800" dirty="0">
                  <a:ea typeface="宋体" panose="02010600030101010101" pitchFamily="2" charset="-122"/>
                </a:rPr>
                <a:t>1+e</a:t>
              </a:r>
              <a:endParaRPr lang="en-US" altLang="zh-CN" sz="2400" dirty="0">
                <a:latin typeface="Times New Roman" panose="02020603050405020304" pitchFamily="18" charset="0"/>
                <a:ea typeface="宋体" panose="02010600030101010101" pitchFamily="2" charset="-122"/>
              </a:endParaRPr>
            </a:p>
          </p:txBody>
        </p:sp>
        <p:sp>
          <p:nvSpPr>
            <p:cNvPr id="95278" name="Text Box 110"/>
            <p:cNvSpPr txBox="1"/>
            <p:nvPr/>
          </p:nvSpPr>
          <p:spPr>
            <a:xfrm>
              <a:off x="2316" y="3056"/>
              <a:ext cx="181"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800" dirty="0">
                  <a:ea typeface="宋体" panose="02010600030101010101" pitchFamily="2" charset="-122"/>
                </a:rPr>
                <a:t>1</a:t>
              </a:r>
              <a:endParaRPr lang="en-US" altLang="zh-CN" sz="2400" dirty="0">
                <a:latin typeface="Times New Roman" panose="02020603050405020304" pitchFamily="18" charset="0"/>
                <a:ea typeface="宋体" panose="02010600030101010101" pitchFamily="2" charset="-122"/>
              </a:endParaRPr>
            </a:p>
          </p:txBody>
        </p:sp>
        <p:sp>
          <p:nvSpPr>
            <p:cNvPr id="95279" name="Freeform 111"/>
            <p:cNvSpPr/>
            <p:nvPr/>
          </p:nvSpPr>
          <p:spPr>
            <a:xfrm>
              <a:off x="3048" y="2727"/>
              <a:ext cx="1225" cy="854"/>
            </a:xfrm>
            <a:custGeom>
              <a:avLst/>
              <a:gdLst/>
              <a:ahLst/>
              <a:cxnLst>
                <a:cxn ang="0">
                  <a:pos x="0" y="387"/>
                </a:cxn>
                <a:cxn ang="0">
                  <a:pos x="168" y="162"/>
                </a:cxn>
                <a:cxn ang="0">
                  <a:pos x="486" y="18"/>
                </a:cxn>
                <a:cxn ang="0">
                  <a:pos x="822" y="30"/>
                </a:cxn>
                <a:cxn ang="0">
                  <a:pos x="1152" y="267"/>
                </a:cxn>
                <a:cxn ang="0">
                  <a:pos x="1188" y="537"/>
                </a:cxn>
                <a:cxn ang="0">
                  <a:pos x="927" y="780"/>
                </a:cxn>
                <a:cxn ang="0">
                  <a:pos x="447" y="837"/>
                </a:cxn>
                <a:cxn ang="0">
                  <a:pos x="177" y="675"/>
                </a:cxn>
                <a:cxn ang="0">
                  <a:pos x="0" y="387"/>
                </a:cxn>
              </a:cxnLst>
              <a:pathLst>
                <a:path w="1225" h="854">
                  <a:moveTo>
                    <a:pt x="0" y="387"/>
                  </a:moveTo>
                  <a:cubicBezTo>
                    <a:pt x="0" y="243"/>
                    <a:pt x="87" y="223"/>
                    <a:pt x="168" y="162"/>
                  </a:cubicBezTo>
                  <a:cubicBezTo>
                    <a:pt x="249" y="101"/>
                    <a:pt x="377" y="40"/>
                    <a:pt x="486" y="18"/>
                  </a:cubicBezTo>
                  <a:cubicBezTo>
                    <a:pt x="615" y="6"/>
                    <a:pt x="684" y="0"/>
                    <a:pt x="822" y="30"/>
                  </a:cubicBezTo>
                  <a:cubicBezTo>
                    <a:pt x="960" y="60"/>
                    <a:pt x="1099" y="169"/>
                    <a:pt x="1152" y="267"/>
                  </a:cubicBezTo>
                  <a:cubicBezTo>
                    <a:pt x="1213" y="351"/>
                    <a:pt x="1225" y="452"/>
                    <a:pt x="1188" y="537"/>
                  </a:cubicBezTo>
                  <a:cubicBezTo>
                    <a:pt x="1151" y="622"/>
                    <a:pt x="1050" y="730"/>
                    <a:pt x="927" y="780"/>
                  </a:cubicBezTo>
                  <a:cubicBezTo>
                    <a:pt x="804" y="830"/>
                    <a:pt x="572" y="854"/>
                    <a:pt x="447" y="837"/>
                  </a:cubicBezTo>
                  <a:cubicBezTo>
                    <a:pt x="322" y="820"/>
                    <a:pt x="251" y="750"/>
                    <a:pt x="177" y="675"/>
                  </a:cubicBezTo>
                  <a:cubicBezTo>
                    <a:pt x="103" y="600"/>
                    <a:pt x="0" y="531"/>
                    <a:pt x="0" y="387"/>
                  </a:cubicBezTo>
                  <a:close/>
                </a:path>
              </a:pathLst>
            </a:custGeom>
            <a:solidFill>
              <a:srgbClr val="66CCFF">
                <a:alpha val="100000"/>
              </a:srgbClr>
            </a:solidFill>
            <a:ln w="9525">
              <a:noFill/>
            </a:ln>
          </p:spPr>
          <p:txBody>
            <a:bodyPr/>
            <a:p>
              <a:endParaRPr lang="zh-CN" altLang="en-US"/>
            </a:p>
          </p:txBody>
        </p:sp>
        <p:sp>
          <p:nvSpPr>
            <p:cNvPr id="95280" name="Freeform 112"/>
            <p:cNvSpPr/>
            <p:nvPr/>
          </p:nvSpPr>
          <p:spPr>
            <a:xfrm>
              <a:off x="3300" y="2940"/>
              <a:ext cx="246" cy="132"/>
            </a:xfrm>
            <a:custGeom>
              <a:avLst/>
              <a:gdLst/>
              <a:ahLst/>
              <a:cxnLst>
                <a:cxn ang="0">
                  <a:pos x="0" y="12"/>
                </a:cxn>
                <a:cxn ang="0">
                  <a:pos x="24" y="0"/>
                </a:cxn>
              </a:cxnLst>
              <a:pathLst>
                <a:path w="342" h="186">
                  <a:moveTo>
                    <a:pt x="0" y="186"/>
                  </a:moveTo>
                  <a:lnTo>
                    <a:pt x="342" y="0"/>
                  </a:lnTo>
                </a:path>
              </a:pathLst>
            </a:custGeom>
            <a:noFill/>
            <a:ln w="12700" cap="flat" cmpd="sng">
              <a:solidFill>
                <a:schemeClr val="tx1">
                  <a:alpha val="100000"/>
                </a:schemeClr>
              </a:solidFill>
              <a:prstDash val="solid"/>
              <a:round/>
              <a:headEnd type="none" w="med" len="med"/>
              <a:tailEnd type="triangle" w="med" len="med"/>
            </a:ln>
          </p:spPr>
          <p:txBody>
            <a:bodyPr/>
            <a:p>
              <a:endParaRPr lang="zh-CN" altLang="en-US"/>
            </a:p>
          </p:txBody>
        </p:sp>
        <p:grpSp>
          <p:nvGrpSpPr>
            <p:cNvPr id="95281" name="Group 113"/>
            <p:cNvGrpSpPr/>
            <p:nvPr/>
          </p:nvGrpSpPr>
          <p:grpSpPr>
            <a:xfrm>
              <a:off x="3493" y="2744"/>
              <a:ext cx="316" cy="250"/>
              <a:chOff x="1747" y="3194"/>
              <a:chExt cx="316" cy="250"/>
            </a:xfrm>
          </p:grpSpPr>
          <p:sp>
            <p:nvSpPr>
              <p:cNvPr id="95384" name="Oval 114"/>
              <p:cNvSpPr/>
              <p:nvPr/>
            </p:nvSpPr>
            <p:spPr>
              <a:xfrm>
                <a:off x="1750" y="3308"/>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95385" name="Line 115"/>
              <p:cNvSpPr/>
              <p:nvPr/>
            </p:nvSpPr>
            <p:spPr>
              <a:xfrm>
                <a:off x="1750" y="3301"/>
                <a:ext cx="0" cy="50"/>
              </a:xfrm>
              <a:prstGeom prst="line">
                <a:avLst/>
              </a:prstGeom>
              <a:ln w="12700" cap="flat" cmpd="sng">
                <a:solidFill>
                  <a:schemeClr val="tx1"/>
                </a:solidFill>
                <a:prstDash val="solid"/>
                <a:headEnd type="none" w="med" len="med"/>
                <a:tailEnd type="none" w="med" len="med"/>
              </a:ln>
            </p:spPr>
          </p:sp>
          <p:sp>
            <p:nvSpPr>
              <p:cNvPr id="95386" name="Line 116"/>
              <p:cNvSpPr/>
              <p:nvPr/>
            </p:nvSpPr>
            <p:spPr>
              <a:xfrm>
                <a:off x="2063" y="3301"/>
                <a:ext cx="0" cy="50"/>
              </a:xfrm>
              <a:prstGeom prst="line">
                <a:avLst/>
              </a:prstGeom>
              <a:ln w="12700" cap="flat" cmpd="sng">
                <a:solidFill>
                  <a:schemeClr val="tx1"/>
                </a:solidFill>
                <a:prstDash val="solid"/>
                <a:headEnd type="none" w="med" len="med"/>
                <a:tailEnd type="none" w="med" len="med"/>
              </a:ln>
            </p:spPr>
          </p:sp>
          <p:sp>
            <p:nvSpPr>
              <p:cNvPr id="95387" name="Rectangle 117"/>
              <p:cNvSpPr/>
              <p:nvPr/>
            </p:nvSpPr>
            <p:spPr>
              <a:xfrm>
                <a:off x="1750" y="3301"/>
                <a:ext cx="310"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95388" name="Oval 118"/>
              <p:cNvSpPr/>
              <p:nvPr/>
            </p:nvSpPr>
            <p:spPr>
              <a:xfrm>
                <a:off x="1747" y="3242"/>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95389" name="Group 119"/>
              <p:cNvGrpSpPr/>
              <p:nvPr/>
            </p:nvGrpSpPr>
            <p:grpSpPr>
              <a:xfrm>
                <a:off x="1785" y="3194"/>
                <a:ext cx="233" cy="250"/>
                <a:chOff x="2940" y="2429"/>
                <a:chExt cx="236" cy="250"/>
              </a:xfrm>
            </p:grpSpPr>
            <p:sp>
              <p:nvSpPr>
                <p:cNvPr id="95390" name="Rectangle 120"/>
                <p:cNvSpPr/>
                <p:nvPr/>
              </p:nvSpPr>
              <p:spPr>
                <a:xfrm>
                  <a:off x="2982" y="2490"/>
                  <a:ext cx="144" cy="1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95391" name="Text Box 121"/>
                <p:cNvSpPr txBox="1"/>
                <p:nvPr/>
              </p:nvSpPr>
              <p:spPr>
                <a:xfrm>
                  <a:off x="2940" y="2429"/>
                  <a:ext cx="236"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000" dirty="0">
                      <a:ea typeface="宋体" panose="02010600030101010101" pitchFamily="2" charset="-122"/>
                    </a:rPr>
                    <a:t>A</a:t>
                  </a:r>
                  <a:endParaRPr lang="en-US" altLang="zh-CN" sz="2400" dirty="0">
                    <a:latin typeface="Times New Roman" panose="02020603050405020304" pitchFamily="18" charset="0"/>
                    <a:ea typeface="宋体" panose="02010600030101010101" pitchFamily="2" charset="-122"/>
                  </a:endParaRPr>
                </a:p>
              </p:txBody>
            </p:sp>
          </p:grpSp>
        </p:grpSp>
        <p:grpSp>
          <p:nvGrpSpPr>
            <p:cNvPr id="95282" name="Group 122"/>
            <p:cNvGrpSpPr/>
            <p:nvPr/>
          </p:nvGrpSpPr>
          <p:grpSpPr>
            <a:xfrm>
              <a:off x="3085" y="2999"/>
              <a:ext cx="316" cy="250"/>
              <a:chOff x="2221" y="3575"/>
              <a:chExt cx="316" cy="250"/>
            </a:xfrm>
          </p:grpSpPr>
          <p:sp>
            <p:nvSpPr>
              <p:cNvPr id="95376" name="Oval 123"/>
              <p:cNvSpPr/>
              <p:nvPr/>
            </p:nvSpPr>
            <p:spPr>
              <a:xfrm>
                <a:off x="2224" y="3695"/>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95377" name="Line 124"/>
              <p:cNvSpPr/>
              <p:nvPr/>
            </p:nvSpPr>
            <p:spPr>
              <a:xfrm>
                <a:off x="2224" y="3688"/>
                <a:ext cx="0" cy="50"/>
              </a:xfrm>
              <a:prstGeom prst="line">
                <a:avLst/>
              </a:prstGeom>
              <a:ln w="12700" cap="flat" cmpd="sng">
                <a:solidFill>
                  <a:schemeClr val="tx1"/>
                </a:solidFill>
                <a:prstDash val="solid"/>
                <a:headEnd type="none" w="med" len="med"/>
                <a:tailEnd type="none" w="med" len="med"/>
              </a:ln>
            </p:spPr>
          </p:sp>
          <p:sp>
            <p:nvSpPr>
              <p:cNvPr id="95378" name="Line 125"/>
              <p:cNvSpPr/>
              <p:nvPr/>
            </p:nvSpPr>
            <p:spPr>
              <a:xfrm>
                <a:off x="2537" y="3688"/>
                <a:ext cx="0" cy="50"/>
              </a:xfrm>
              <a:prstGeom prst="line">
                <a:avLst/>
              </a:prstGeom>
              <a:ln w="12700" cap="flat" cmpd="sng">
                <a:solidFill>
                  <a:schemeClr val="tx1"/>
                </a:solidFill>
                <a:prstDash val="solid"/>
                <a:headEnd type="none" w="med" len="med"/>
                <a:tailEnd type="none" w="med" len="med"/>
              </a:ln>
            </p:spPr>
          </p:sp>
          <p:sp>
            <p:nvSpPr>
              <p:cNvPr id="95379" name="Rectangle 126"/>
              <p:cNvSpPr/>
              <p:nvPr/>
            </p:nvSpPr>
            <p:spPr>
              <a:xfrm>
                <a:off x="2224" y="3688"/>
                <a:ext cx="310"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95380" name="Oval 127"/>
              <p:cNvSpPr/>
              <p:nvPr/>
            </p:nvSpPr>
            <p:spPr>
              <a:xfrm>
                <a:off x="2221" y="3629"/>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95381" name="Group 128"/>
              <p:cNvGrpSpPr/>
              <p:nvPr/>
            </p:nvGrpSpPr>
            <p:grpSpPr>
              <a:xfrm>
                <a:off x="2275" y="3575"/>
                <a:ext cx="231" cy="250"/>
                <a:chOff x="2941" y="2429"/>
                <a:chExt cx="234" cy="250"/>
              </a:xfrm>
            </p:grpSpPr>
            <p:sp>
              <p:nvSpPr>
                <p:cNvPr id="95382" name="Rectangle 129"/>
                <p:cNvSpPr/>
                <p:nvPr/>
              </p:nvSpPr>
              <p:spPr>
                <a:xfrm>
                  <a:off x="2982" y="2490"/>
                  <a:ext cx="144" cy="1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95383" name="Text Box 130"/>
                <p:cNvSpPr txBox="1"/>
                <p:nvPr/>
              </p:nvSpPr>
              <p:spPr>
                <a:xfrm>
                  <a:off x="2941" y="2429"/>
                  <a:ext cx="234"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000" dirty="0">
                      <a:ea typeface="宋体" panose="02010600030101010101" pitchFamily="2" charset="-122"/>
                    </a:rPr>
                    <a:t>D</a:t>
                  </a:r>
                  <a:endParaRPr lang="en-US" altLang="zh-CN" sz="2400" dirty="0">
                    <a:latin typeface="Times New Roman" panose="02020603050405020304" pitchFamily="18" charset="0"/>
                    <a:ea typeface="宋体" panose="02010600030101010101" pitchFamily="2" charset="-122"/>
                  </a:endParaRPr>
                </a:p>
              </p:txBody>
            </p:sp>
          </p:grpSp>
        </p:grpSp>
        <p:grpSp>
          <p:nvGrpSpPr>
            <p:cNvPr id="95283" name="Group 131"/>
            <p:cNvGrpSpPr/>
            <p:nvPr/>
          </p:nvGrpSpPr>
          <p:grpSpPr>
            <a:xfrm>
              <a:off x="3485" y="3290"/>
              <a:ext cx="315" cy="250"/>
              <a:chOff x="2903" y="2888"/>
              <a:chExt cx="315" cy="250"/>
            </a:xfrm>
          </p:grpSpPr>
          <p:grpSp>
            <p:nvGrpSpPr>
              <p:cNvPr id="95367" name="Group 132"/>
              <p:cNvGrpSpPr/>
              <p:nvPr/>
            </p:nvGrpSpPr>
            <p:grpSpPr>
              <a:xfrm>
                <a:off x="2903" y="2938"/>
                <a:ext cx="315" cy="144"/>
                <a:chOff x="2903" y="2938"/>
                <a:chExt cx="315" cy="144"/>
              </a:xfrm>
            </p:grpSpPr>
            <p:sp>
              <p:nvSpPr>
                <p:cNvPr id="95371" name="Oval 133"/>
                <p:cNvSpPr/>
                <p:nvPr/>
              </p:nvSpPr>
              <p:spPr>
                <a:xfrm>
                  <a:off x="2903" y="3001"/>
                  <a:ext cx="312"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95372" name="Line 134"/>
                <p:cNvSpPr/>
                <p:nvPr/>
              </p:nvSpPr>
              <p:spPr>
                <a:xfrm>
                  <a:off x="2903" y="2994"/>
                  <a:ext cx="0" cy="50"/>
                </a:xfrm>
                <a:prstGeom prst="line">
                  <a:avLst/>
                </a:prstGeom>
                <a:ln w="12700" cap="flat" cmpd="sng">
                  <a:solidFill>
                    <a:schemeClr val="tx1"/>
                  </a:solidFill>
                  <a:prstDash val="solid"/>
                  <a:headEnd type="none" w="med" len="med"/>
                  <a:tailEnd type="none" w="med" len="med"/>
                </a:ln>
              </p:spPr>
            </p:sp>
            <p:sp>
              <p:nvSpPr>
                <p:cNvPr id="95373" name="Line 135"/>
                <p:cNvSpPr/>
                <p:nvPr/>
              </p:nvSpPr>
              <p:spPr>
                <a:xfrm>
                  <a:off x="3215" y="2994"/>
                  <a:ext cx="0" cy="50"/>
                </a:xfrm>
                <a:prstGeom prst="line">
                  <a:avLst/>
                </a:prstGeom>
                <a:ln w="12700" cap="flat" cmpd="sng">
                  <a:solidFill>
                    <a:schemeClr val="tx1"/>
                  </a:solidFill>
                  <a:prstDash val="solid"/>
                  <a:headEnd type="none" w="med" len="med"/>
                  <a:tailEnd type="none" w="med" len="med"/>
                </a:ln>
              </p:spPr>
            </p:sp>
            <p:sp>
              <p:nvSpPr>
                <p:cNvPr id="95374" name="Rectangle 136"/>
                <p:cNvSpPr/>
                <p:nvPr/>
              </p:nvSpPr>
              <p:spPr>
                <a:xfrm>
                  <a:off x="2903" y="2994"/>
                  <a:ext cx="309"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95375" name="Oval 137"/>
                <p:cNvSpPr/>
                <p:nvPr/>
              </p:nvSpPr>
              <p:spPr>
                <a:xfrm>
                  <a:off x="2906" y="2938"/>
                  <a:ext cx="312"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grpSp>
            <p:nvGrpSpPr>
              <p:cNvPr id="95368" name="Group 138"/>
              <p:cNvGrpSpPr/>
              <p:nvPr/>
            </p:nvGrpSpPr>
            <p:grpSpPr>
              <a:xfrm>
                <a:off x="2959" y="2888"/>
                <a:ext cx="212" cy="250"/>
                <a:chOff x="2950" y="2429"/>
                <a:chExt cx="215" cy="250"/>
              </a:xfrm>
            </p:grpSpPr>
            <p:sp>
              <p:nvSpPr>
                <p:cNvPr id="95369" name="Rectangle 139"/>
                <p:cNvSpPr/>
                <p:nvPr/>
              </p:nvSpPr>
              <p:spPr>
                <a:xfrm>
                  <a:off x="2982" y="2490"/>
                  <a:ext cx="144" cy="1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95370" name="Text Box 140"/>
                <p:cNvSpPr txBox="1"/>
                <p:nvPr/>
              </p:nvSpPr>
              <p:spPr>
                <a:xfrm>
                  <a:off x="2950" y="2429"/>
                  <a:ext cx="215"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000" dirty="0">
                      <a:ea typeface="宋体" panose="02010600030101010101" pitchFamily="2" charset="-122"/>
                    </a:rPr>
                    <a:t>C</a:t>
                  </a:r>
                  <a:endParaRPr lang="en-US" altLang="zh-CN" sz="2400" dirty="0">
                    <a:latin typeface="Times New Roman" panose="02020603050405020304" pitchFamily="18" charset="0"/>
                    <a:ea typeface="宋体" panose="02010600030101010101" pitchFamily="2" charset="-122"/>
                  </a:endParaRPr>
                </a:p>
              </p:txBody>
            </p:sp>
          </p:grpSp>
        </p:grpSp>
        <p:grpSp>
          <p:nvGrpSpPr>
            <p:cNvPr id="95284" name="Group 141"/>
            <p:cNvGrpSpPr/>
            <p:nvPr/>
          </p:nvGrpSpPr>
          <p:grpSpPr>
            <a:xfrm>
              <a:off x="3897" y="3008"/>
              <a:ext cx="316" cy="250"/>
              <a:chOff x="2217" y="2888"/>
              <a:chExt cx="316" cy="250"/>
            </a:xfrm>
          </p:grpSpPr>
          <p:sp>
            <p:nvSpPr>
              <p:cNvPr id="95359" name="Oval 142"/>
              <p:cNvSpPr/>
              <p:nvPr/>
            </p:nvSpPr>
            <p:spPr>
              <a:xfrm>
                <a:off x="2220" y="3005"/>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95360" name="Line 143"/>
              <p:cNvSpPr/>
              <p:nvPr/>
            </p:nvSpPr>
            <p:spPr>
              <a:xfrm>
                <a:off x="2220" y="2998"/>
                <a:ext cx="0" cy="50"/>
              </a:xfrm>
              <a:prstGeom prst="line">
                <a:avLst/>
              </a:prstGeom>
              <a:ln w="12700" cap="flat" cmpd="sng">
                <a:solidFill>
                  <a:schemeClr val="tx1"/>
                </a:solidFill>
                <a:prstDash val="solid"/>
                <a:headEnd type="none" w="med" len="med"/>
                <a:tailEnd type="none" w="med" len="med"/>
              </a:ln>
            </p:spPr>
          </p:sp>
          <p:sp>
            <p:nvSpPr>
              <p:cNvPr id="95361" name="Line 144"/>
              <p:cNvSpPr/>
              <p:nvPr/>
            </p:nvSpPr>
            <p:spPr>
              <a:xfrm>
                <a:off x="2533" y="2998"/>
                <a:ext cx="0" cy="50"/>
              </a:xfrm>
              <a:prstGeom prst="line">
                <a:avLst/>
              </a:prstGeom>
              <a:ln w="12700" cap="flat" cmpd="sng">
                <a:solidFill>
                  <a:schemeClr val="tx1"/>
                </a:solidFill>
                <a:prstDash val="solid"/>
                <a:headEnd type="none" w="med" len="med"/>
                <a:tailEnd type="none" w="med" len="med"/>
              </a:ln>
            </p:spPr>
          </p:sp>
          <p:sp>
            <p:nvSpPr>
              <p:cNvPr id="95362" name="Rectangle 145"/>
              <p:cNvSpPr/>
              <p:nvPr/>
            </p:nvSpPr>
            <p:spPr>
              <a:xfrm>
                <a:off x="2220" y="2998"/>
                <a:ext cx="310"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95363" name="Oval 146"/>
              <p:cNvSpPr/>
              <p:nvPr/>
            </p:nvSpPr>
            <p:spPr>
              <a:xfrm>
                <a:off x="2217" y="2939"/>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95364" name="Group 147"/>
              <p:cNvGrpSpPr/>
              <p:nvPr/>
            </p:nvGrpSpPr>
            <p:grpSpPr>
              <a:xfrm>
                <a:off x="2273" y="2888"/>
                <a:ext cx="217" cy="250"/>
                <a:chOff x="2948" y="2429"/>
                <a:chExt cx="220" cy="250"/>
              </a:xfrm>
            </p:grpSpPr>
            <p:sp>
              <p:nvSpPr>
                <p:cNvPr id="95365" name="Rectangle 148"/>
                <p:cNvSpPr/>
                <p:nvPr/>
              </p:nvSpPr>
              <p:spPr>
                <a:xfrm>
                  <a:off x="2982" y="2490"/>
                  <a:ext cx="144" cy="1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95366" name="Text Box 149"/>
                <p:cNvSpPr txBox="1"/>
                <p:nvPr/>
              </p:nvSpPr>
              <p:spPr>
                <a:xfrm>
                  <a:off x="2948" y="2429"/>
                  <a:ext cx="220"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000" dirty="0">
                      <a:ea typeface="宋体" panose="02010600030101010101" pitchFamily="2" charset="-122"/>
                    </a:rPr>
                    <a:t>B</a:t>
                  </a:r>
                  <a:endParaRPr lang="en-US" altLang="zh-CN" sz="2400" dirty="0">
                    <a:latin typeface="Times New Roman" panose="02020603050405020304" pitchFamily="18" charset="0"/>
                    <a:ea typeface="宋体" panose="02010600030101010101" pitchFamily="2" charset="-122"/>
                  </a:endParaRPr>
                </a:p>
              </p:txBody>
            </p:sp>
          </p:grpSp>
        </p:grpSp>
        <p:sp>
          <p:nvSpPr>
            <p:cNvPr id="95285" name="Text Box 150"/>
            <p:cNvSpPr txBox="1"/>
            <p:nvPr/>
          </p:nvSpPr>
          <p:spPr>
            <a:xfrm>
              <a:off x="3211" y="2831"/>
              <a:ext cx="204"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800" dirty="0">
                  <a:ea typeface="宋体" panose="02010600030101010101" pitchFamily="2" charset="-122"/>
                </a:rPr>
                <a:t>0</a:t>
              </a:r>
              <a:endParaRPr lang="en-US" altLang="zh-CN" sz="2400" dirty="0">
                <a:latin typeface="Times New Roman" panose="02020603050405020304" pitchFamily="18" charset="0"/>
                <a:ea typeface="宋体" panose="02010600030101010101" pitchFamily="2" charset="-122"/>
              </a:endParaRPr>
            </a:p>
          </p:txBody>
        </p:sp>
        <p:sp>
          <p:nvSpPr>
            <p:cNvPr id="95286" name="Freeform 151"/>
            <p:cNvSpPr/>
            <p:nvPr/>
          </p:nvSpPr>
          <p:spPr>
            <a:xfrm flipH="1">
              <a:off x="3732" y="2940"/>
              <a:ext cx="213" cy="129"/>
            </a:xfrm>
            <a:custGeom>
              <a:avLst/>
              <a:gdLst/>
              <a:ahLst/>
              <a:cxnLst>
                <a:cxn ang="0">
                  <a:pos x="0" y="10"/>
                </a:cxn>
                <a:cxn ang="0">
                  <a:pos x="7" y="0"/>
                </a:cxn>
              </a:cxnLst>
              <a:pathLst>
                <a:path w="342" h="186">
                  <a:moveTo>
                    <a:pt x="0" y="186"/>
                  </a:moveTo>
                  <a:lnTo>
                    <a:pt x="342" y="0"/>
                  </a:lnTo>
                </a:path>
              </a:pathLst>
            </a:custGeom>
            <a:noFill/>
            <a:ln w="12700" cap="flat" cmpd="sng">
              <a:solidFill>
                <a:schemeClr val="tx1">
                  <a:alpha val="100000"/>
                </a:schemeClr>
              </a:solidFill>
              <a:prstDash val="solid"/>
              <a:round/>
              <a:headEnd type="none" w="med" len="med"/>
              <a:tailEnd type="triangle" w="med" len="med"/>
            </a:ln>
          </p:spPr>
          <p:txBody>
            <a:bodyPr/>
            <a:p>
              <a:endParaRPr lang="zh-CN" altLang="en-US"/>
            </a:p>
          </p:txBody>
        </p:sp>
        <p:sp>
          <p:nvSpPr>
            <p:cNvPr id="95287" name="Freeform 152"/>
            <p:cNvSpPr/>
            <p:nvPr/>
          </p:nvSpPr>
          <p:spPr>
            <a:xfrm flipH="1" flipV="1">
              <a:off x="3741" y="3201"/>
              <a:ext cx="198" cy="144"/>
            </a:xfrm>
            <a:custGeom>
              <a:avLst/>
              <a:gdLst/>
              <a:ahLst/>
              <a:cxnLst>
                <a:cxn ang="0">
                  <a:pos x="0" y="24"/>
                </a:cxn>
                <a:cxn ang="0">
                  <a:pos x="5" y="0"/>
                </a:cxn>
              </a:cxnLst>
              <a:pathLst>
                <a:path w="342" h="186">
                  <a:moveTo>
                    <a:pt x="0" y="186"/>
                  </a:moveTo>
                  <a:lnTo>
                    <a:pt x="342" y="0"/>
                  </a:lnTo>
                </a:path>
              </a:pathLst>
            </a:custGeom>
            <a:noFill/>
            <a:ln w="12700" cap="flat" cmpd="sng">
              <a:solidFill>
                <a:schemeClr val="tx1">
                  <a:alpha val="100000"/>
                </a:schemeClr>
              </a:solidFill>
              <a:prstDash val="solid"/>
              <a:round/>
              <a:headEnd type="triangle" w="med" len="med"/>
              <a:tailEnd type="none" w="med" len="med"/>
            </a:ln>
          </p:spPr>
          <p:txBody>
            <a:bodyPr/>
            <a:p>
              <a:endParaRPr lang="zh-CN" altLang="en-US"/>
            </a:p>
          </p:txBody>
        </p:sp>
        <p:sp>
          <p:nvSpPr>
            <p:cNvPr id="95288" name="Freeform 153"/>
            <p:cNvSpPr/>
            <p:nvPr/>
          </p:nvSpPr>
          <p:spPr>
            <a:xfrm flipV="1">
              <a:off x="3339" y="3195"/>
              <a:ext cx="204" cy="156"/>
            </a:xfrm>
            <a:custGeom>
              <a:avLst/>
              <a:gdLst/>
              <a:ahLst/>
              <a:cxnLst>
                <a:cxn ang="0">
                  <a:pos x="0" y="46"/>
                </a:cxn>
                <a:cxn ang="0">
                  <a:pos x="6" y="0"/>
                </a:cxn>
              </a:cxnLst>
              <a:pathLst>
                <a:path w="342" h="186">
                  <a:moveTo>
                    <a:pt x="0" y="186"/>
                  </a:moveTo>
                  <a:lnTo>
                    <a:pt x="342" y="0"/>
                  </a:lnTo>
                </a:path>
              </a:pathLst>
            </a:custGeom>
            <a:noFill/>
            <a:ln w="12700" cap="flat" cmpd="sng">
              <a:solidFill>
                <a:schemeClr val="tx1">
                  <a:alpha val="100000"/>
                </a:schemeClr>
              </a:solidFill>
              <a:prstDash val="solid"/>
              <a:round/>
              <a:headEnd type="none" w="med" len="med"/>
              <a:tailEnd type="triangle" w="med" len="med"/>
            </a:ln>
          </p:spPr>
          <p:txBody>
            <a:bodyPr/>
            <a:p>
              <a:endParaRPr lang="zh-CN" altLang="en-US"/>
            </a:p>
          </p:txBody>
        </p:sp>
        <p:sp>
          <p:nvSpPr>
            <p:cNvPr id="95289" name="Text Box 154"/>
            <p:cNvSpPr txBox="1"/>
            <p:nvPr/>
          </p:nvSpPr>
          <p:spPr>
            <a:xfrm>
              <a:off x="3797" y="2852"/>
              <a:ext cx="352"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800" dirty="0">
                  <a:ea typeface="宋体" panose="02010600030101010101" pitchFamily="2" charset="-122"/>
                </a:rPr>
                <a:t>2+e</a:t>
              </a:r>
              <a:endParaRPr lang="en-US" altLang="zh-CN" sz="2400" dirty="0">
                <a:latin typeface="Times New Roman" panose="02020603050405020304" pitchFamily="18" charset="0"/>
                <a:ea typeface="宋体" panose="02010600030101010101" pitchFamily="2" charset="-122"/>
              </a:endParaRPr>
            </a:p>
          </p:txBody>
        </p:sp>
        <p:sp>
          <p:nvSpPr>
            <p:cNvPr id="95290" name="Text Box 155"/>
            <p:cNvSpPr txBox="1"/>
            <p:nvPr/>
          </p:nvSpPr>
          <p:spPr>
            <a:xfrm>
              <a:off x="3752" y="3221"/>
              <a:ext cx="329"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800" dirty="0">
                  <a:ea typeface="宋体" panose="02010600030101010101" pitchFamily="2" charset="-122"/>
                </a:rPr>
                <a:t>1+e</a:t>
              </a:r>
              <a:endParaRPr lang="en-US" altLang="zh-CN" sz="2400" dirty="0">
                <a:latin typeface="Times New Roman" panose="02020603050405020304" pitchFamily="18" charset="0"/>
                <a:ea typeface="宋体" panose="02010600030101010101" pitchFamily="2" charset="-122"/>
              </a:endParaRPr>
            </a:p>
          </p:txBody>
        </p:sp>
        <p:sp>
          <p:nvSpPr>
            <p:cNvPr id="95291" name="Text Box 156"/>
            <p:cNvSpPr txBox="1"/>
            <p:nvPr/>
          </p:nvSpPr>
          <p:spPr>
            <a:xfrm>
              <a:off x="3276" y="3212"/>
              <a:ext cx="181"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800" dirty="0">
                  <a:ea typeface="宋体" panose="02010600030101010101" pitchFamily="2" charset="-122"/>
                </a:rPr>
                <a:t>1</a:t>
              </a:r>
              <a:endParaRPr lang="en-US" altLang="zh-CN" sz="2400" dirty="0">
                <a:latin typeface="Times New Roman" panose="02020603050405020304" pitchFamily="18" charset="0"/>
                <a:ea typeface="宋体" panose="02010600030101010101" pitchFamily="2" charset="-122"/>
              </a:endParaRPr>
            </a:p>
          </p:txBody>
        </p:sp>
        <p:sp>
          <p:nvSpPr>
            <p:cNvPr id="95292" name="Freeform 157"/>
            <p:cNvSpPr/>
            <p:nvPr/>
          </p:nvSpPr>
          <p:spPr>
            <a:xfrm flipH="1" flipV="1">
              <a:off x="3681" y="3174"/>
              <a:ext cx="198" cy="144"/>
            </a:xfrm>
            <a:custGeom>
              <a:avLst/>
              <a:gdLst/>
              <a:ahLst/>
              <a:cxnLst>
                <a:cxn ang="0">
                  <a:pos x="0" y="24"/>
                </a:cxn>
                <a:cxn ang="0">
                  <a:pos x="5" y="0"/>
                </a:cxn>
              </a:cxnLst>
              <a:pathLst>
                <a:path w="342" h="186">
                  <a:moveTo>
                    <a:pt x="0" y="186"/>
                  </a:moveTo>
                  <a:lnTo>
                    <a:pt x="342" y="0"/>
                  </a:lnTo>
                </a:path>
              </a:pathLst>
            </a:custGeom>
            <a:noFill/>
            <a:ln w="12700" cap="flat" cmpd="sng">
              <a:solidFill>
                <a:schemeClr val="tx1">
                  <a:alpha val="100000"/>
                </a:schemeClr>
              </a:solidFill>
              <a:prstDash val="solid"/>
              <a:round/>
              <a:headEnd type="none" w="med" len="med"/>
              <a:tailEnd type="triangle" w="med" len="med"/>
            </a:ln>
          </p:spPr>
          <p:txBody>
            <a:bodyPr/>
            <a:p>
              <a:endParaRPr lang="zh-CN" altLang="en-US"/>
            </a:p>
          </p:txBody>
        </p:sp>
        <p:sp>
          <p:nvSpPr>
            <p:cNvPr id="95293" name="Freeform 158"/>
            <p:cNvSpPr/>
            <p:nvPr/>
          </p:nvSpPr>
          <p:spPr>
            <a:xfrm flipH="1">
              <a:off x="3396" y="3180"/>
              <a:ext cx="192" cy="138"/>
            </a:xfrm>
            <a:custGeom>
              <a:avLst/>
              <a:gdLst/>
              <a:ahLst/>
              <a:cxnLst>
                <a:cxn ang="0">
                  <a:pos x="0" y="17"/>
                </a:cxn>
                <a:cxn ang="0">
                  <a:pos x="3" y="0"/>
                </a:cxn>
              </a:cxnLst>
              <a:pathLst>
                <a:path w="342" h="186">
                  <a:moveTo>
                    <a:pt x="0" y="186"/>
                  </a:moveTo>
                  <a:lnTo>
                    <a:pt x="342" y="0"/>
                  </a:lnTo>
                </a:path>
              </a:pathLst>
            </a:custGeom>
            <a:noFill/>
            <a:ln w="12700" cap="flat" cmpd="sng">
              <a:solidFill>
                <a:schemeClr val="tx1">
                  <a:alpha val="100000"/>
                </a:schemeClr>
              </a:solidFill>
              <a:prstDash val="solid"/>
              <a:round/>
              <a:headEnd type="none" w="med" len="med"/>
              <a:tailEnd type="triangle" w="med" len="med"/>
            </a:ln>
          </p:spPr>
          <p:txBody>
            <a:bodyPr/>
            <a:p>
              <a:endParaRPr lang="zh-CN" altLang="en-US"/>
            </a:p>
          </p:txBody>
        </p:sp>
        <p:sp>
          <p:nvSpPr>
            <p:cNvPr id="95294" name="Text Box 159"/>
            <p:cNvSpPr txBox="1"/>
            <p:nvPr/>
          </p:nvSpPr>
          <p:spPr>
            <a:xfrm>
              <a:off x="3475" y="3068"/>
              <a:ext cx="204"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800" dirty="0">
                  <a:ea typeface="宋体" panose="02010600030101010101" pitchFamily="2" charset="-122"/>
                </a:rPr>
                <a:t>0</a:t>
              </a:r>
              <a:endParaRPr lang="en-US" altLang="zh-CN" sz="2400" dirty="0">
                <a:latin typeface="Times New Roman" panose="02020603050405020304" pitchFamily="18" charset="0"/>
                <a:ea typeface="宋体" panose="02010600030101010101" pitchFamily="2" charset="-122"/>
              </a:endParaRPr>
            </a:p>
          </p:txBody>
        </p:sp>
        <p:sp>
          <p:nvSpPr>
            <p:cNvPr id="95295" name="Text Box 160"/>
            <p:cNvSpPr txBox="1"/>
            <p:nvPr/>
          </p:nvSpPr>
          <p:spPr>
            <a:xfrm>
              <a:off x="3661" y="3062"/>
              <a:ext cx="204"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800" dirty="0">
                  <a:ea typeface="宋体" panose="02010600030101010101" pitchFamily="2" charset="-122"/>
                </a:rPr>
                <a:t>0</a:t>
              </a:r>
              <a:endParaRPr lang="en-US" altLang="zh-CN" sz="2400" dirty="0">
                <a:latin typeface="Times New Roman" panose="02020603050405020304" pitchFamily="18" charset="0"/>
                <a:ea typeface="宋体" panose="02010600030101010101" pitchFamily="2" charset="-122"/>
              </a:endParaRPr>
            </a:p>
          </p:txBody>
        </p:sp>
        <p:sp>
          <p:nvSpPr>
            <p:cNvPr id="95296" name="Freeform 161"/>
            <p:cNvSpPr/>
            <p:nvPr/>
          </p:nvSpPr>
          <p:spPr>
            <a:xfrm>
              <a:off x="4368" y="2739"/>
              <a:ext cx="1225" cy="854"/>
            </a:xfrm>
            <a:custGeom>
              <a:avLst/>
              <a:gdLst/>
              <a:ahLst/>
              <a:cxnLst>
                <a:cxn ang="0">
                  <a:pos x="0" y="387"/>
                </a:cxn>
                <a:cxn ang="0">
                  <a:pos x="168" y="162"/>
                </a:cxn>
                <a:cxn ang="0">
                  <a:pos x="486" y="18"/>
                </a:cxn>
                <a:cxn ang="0">
                  <a:pos x="822" y="30"/>
                </a:cxn>
                <a:cxn ang="0">
                  <a:pos x="1152" y="267"/>
                </a:cxn>
                <a:cxn ang="0">
                  <a:pos x="1188" y="537"/>
                </a:cxn>
                <a:cxn ang="0">
                  <a:pos x="927" y="780"/>
                </a:cxn>
                <a:cxn ang="0">
                  <a:pos x="447" y="837"/>
                </a:cxn>
                <a:cxn ang="0">
                  <a:pos x="177" y="675"/>
                </a:cxn>
                <a:cxn ang="0">
                  <a:pos x="0" y="387"/>
                </a:cxn>
              </a:cxnLst>
              <a:pathLst>
                <a:path w="1225" h="854">
                  <a:moveTo>
                    <a:pt x="0" y="387"/>
                  </a:moveTo>
                  <a:cubicBezTo>
                    <a:pt x="0" y="243"/>
                    <a:pt x="87" y="223"/>
                    <a:pt x="168" y="162"/>
                  </a:cubicBezTo>
                  <a:cubicBezTo>
                    <a:pt x="249" y="101"/>
                    <a:pt x="377" y="40"/>
                    <a:pt x="486" y="18"/>
                  </a:cubicBezTo>
                  <a:cubicBezTo>
                    <a:pt x="615" y="6"/>
                    <a:pt x="684" y="0"/>
                    <a:pt x="822" y="30"/>
                  </a:cubicBezTo>
                  <a:cubicBezTo>
                    <a:pt x="960" y="60"/>
                    <a:pt x="1099" y="169"/>
                    <a:pt x="1152" y="267"/>
                  </a:cubicBezTo>
                  <a:cubicBezTo>
                    <a:pt x="1213" y="351"/>
                    <a:pt x="1225" y="452"/>
                    <a:pt x="1188" y="537"/>
                  </a:cubicBezTo>
                  <a:cubicBezTo>
                    <a:pt x="1151" y="622"/>
                    <a:pt x="1050" y="730"/>
                    <a:pt x="927" y="780"/>
                  </a:cubicBezTo>
                  <a:cubicBezTo>
                    <a:pt x="804" y="830"/>
                    <a:pt x="572" y="854"/>
                    <a:pt x="447" y="837"/>
                  </a:cubicBezTo>
                  <a:cubicBezTo>
                    <a:pt x="322" y="820"/>
                    <a:pt x="251" y="750"/>
                    <a:pt x="177" y="675"/>
                  </a:cubicBezTo>
                  <a:cubicBezTo>
                    <a:pt x="103" y="600"/>
                    <a:pt x="0" y="531"/>
                    <a:pt x="0" y="387"/>
                  </a:cubicBezTo>
                  <a:close/>
                </a:path>
              </a:pathLst>
            </a:custGeom>
            <a:solidFill>
              <a:srgbClr val="66CCFF">
                <a:alpha val="100000"/>
              </a:srgbClr>
            </a:solidFill>
            <a:ln w="9525">
              <a:noFill/>
            </a:ln>
          </p:spPr>
          <p:txBody>
            <a:bodyPr/>
            <a:p>
              <a:endParaRPr lang="zh-CN" altLang="en-US"/>
            </a:p>
          </p:txBody>
        </p:sp>
        <p:sp>
          <p:nvSpPr>
            <p:cNvPr id="95297" name="Freeform 162"/>
            <p:cNvSpPr/>
            <p:nvPr/>
          </p:nvSpPr>
          <p:spPr>
            <a:xfrm>
              <a:off x="4620" y="2952"/>
              <a:ext cx="246" cy="132"/>
            </a:xfrm>
            <a:custGeom>
              <a:avLst/>
              <a:gdLst/>
              <a:ahLst/>
              <a:cxnLst>
                <a:cxn ang="0">
                  <a:pos x="0" y="12"/>
                </a:cxn>
                <a:cxn ang="0">
                  <a:pos x="24" y="0"/>
                </a:cxn>
              </a:cxnLst>
              <a:pathLst>
                <a:path w="342" h="186">
                  <a:moveTo>
                    <a:pt x="0" y="186"/>
                  </a:moveTo>
                  <a:lnTo>
                    <a:pt x="342" y="0"/>
                  </a:lnTo>
                </a:path>
              </a:pathLst>
            </a:custGeom>
            <a:noFill/>
            <a:ln w="12700" cap="flat" cmpd="sng">
              <a:solidFill>
                <a:schemeClr val="tx1">
                  <a:alpha val="100000"/>
                </a:schemeClr>
              </a:solidFill>
              <a:prstDash val="solid"/>
              <a:round/>
              <a:headEnd type="none" w="med" len="med"/>
              <a:tailEnd type="triangle" w="med" len="med"/>
            </a:ln>
          </p:spPr>
          <p:txBody>
            <a:bodyPr/>
            <a:p>
              <a:endParaRPr lang="zh-CN" altLang="en-US"/>
            </a:p>
          </p:txBody>
        </p:sp>
        <p:grpSp>
          <p:nvGrpSpPr>
            <p:cNvPr id="95298" name="Group 163"/>
            <p:cNvGrpSpPr/>
            <p:nvPr/>
          </p:nvGrpSpPr>
          <p:grpSpPr>
            <a:xfrm>
              <a:off x="4813" y="2756"/>
              <a:ext cx="316" cy="250"/>
              <a:chOff x="1747" y="3194"/>
              <a:chExt cx="316" cy="250"/>
            </a:xfrm>
          </p:grpSpPr>
          <p:sp>
            <p:nvSpPr>
              <p:cNvPr id="95351" name="Oval 164"/>
              <p:cNvSpPr/>
              <p:nvPr/>
            </p:nvSpPr>
            <p:spPr>
              <a:xfrm>
                <a:off x="1750" y="3308"/>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95352" name="Line 165"/>
              <p:cNvSpPr/>
              <p:nvPr/>
            </p:nvSpPr>
            <p:spPr>
              <a:xfrm>
                <a:off x="1750" y="3301"/>
                <a:ext cx="0" cy="50"/>
              </a:xfrm>
              <a:prstGeom prst="line">
                <a:avLst/>
              </a:prstGeom>
              <a:ln w="12700" cap="flat" cmpd="sng">
                <a:solidFill>
                  <a:schemeClr val="tx1"/>
                </a:solidFill>
                <a:prstDash val="solid"/>
                <a:headEnd type="none" w="med" len="med"/>
                <a:tailEnd type="none" w="med" len="med"/>
              </a:ln>
            </p:spPr>
          </p:sp>
          <p:sp>
            <p:nvSpPr>
              <p:cNvPr id="95353" name="Line 166"/>
              <p:cNvSpPr/>
              <p:nvPr/>
            </p:nvSpPr>
            <p:spPr>
              <a:xfrm>
                <a:off x="2063" y="3301"/>
                <a:ext cx="0" cy="50"/>
              </a:xfrm>
              <a:prstGeom prst="line">
                <a:avLst/>
              </a:prstGeom>
              <a:ln w="12700" cap="flat" cmpd="sng">
                <a:solidFill>
                  <a:schemeClr val="tx1"/>
                </a:solidFill>
                <a:prstDash val="solid"/>
                <a:headEnd type="none" w="med" len="med"/>
                <a:tailEnd type="none" w="med" len="med"/>
              </a:ln>
            </p:spPr>
          </p:sp>
          <p:sp>
            <p:nvSpPr>
              <p:cNvPr id="95354" name="Rectangle 167"/>
              <p:cNvSpPr/>
              <p:nvPr/>
            </p:nvSpPr>
            <p:spPr>
              <a:xfrm>
                <a:off x="1750" y="3301"/>
                <a:ext cx="310"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95355" name="Oval 168"/>
              <p:cNvSpPr/>
              <p:nvPr/>
            </p:nvSpPr>
            <p:spPr>
              <a:xfrm>
                <a:off x="1747" y="3242"/>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95356" name="Group 169"/>
              <p:cNvGrpSpPr/>
              <p:nvPr/>
            </p:nvGrpSpPr>
            <p:grpSpPr>
              <a:xfrm>
                <a:off x="1785" y="3194"/>
                <a:ext cx="233" cy="250"/>
                <a:chOff x="2940" y="2429"/>
                <a:chExt cx="236" cy="250"/>
              </a:xfrm>
            </p:grpSpPr>
            <p:sp>
              <p:nvSpPr>
                <p:cNvPr id="95357" name="Rectangle 170"/>
                <p:cNvSpPr/>
                <p:nvPr/>
              </p:nvSpPr>
              <p:spPr>
                <a:xfrm>
                  <a:off x="2982" y="2490"/>
                  <a:ext cx="144" cy="1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95358" name="Text Box 171"/>
                <p:cNvSpPr txBox="1"/>
                <p:nvPr/>
              </p:nvSpPr>
              <p:spPr>
                <a:xfrm>
                  <a:off x="2940" y="2429"/>
                  <a:ext cx="236"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000" dirty="0">
                      <a:ea typeface="宋体" panose="02010600030101010101" pitchFamily="2" charset="-122"/>
                    </a:rPr>
                    <a:t>A</a:t>
                  </a:r>
                  <a:endParaRPr lang="en-US" altLang="zh-CN" sz="2400" dirty="0">
                    <a:latin typeface="Times New Roman" panose="02020603050405020304" pitchFamily="18" charset="0"/>
                    <a:ea typeface="宋体" panose="02010600030101010101" pitchFamily="2" charset="-122"/>
                  </a:endParaRPr>
                </a:p>
              </p:txBody>
            </p:sp>
          </p:grpSp>
        </p:grpSp>
        <p:grpSp>
          <p:nvGrpSpPr>
            <p:cNvPr id="95299" name="Group 172"/>
            <p:cNvGrpSpPr/>
            <p:nvPr/>
          </p:nvGrpSpPr>
          <p:grpSpPr>
            <a:xfrm>
              <a:off x="4405" y="3011"/>
              <a:ext cx="316" cy="250"/>
              <a:chOff x="2221" y="3575"/>
              <a:chExt cx="316" cy="250"/>
            </a:xfrm>
          </p:grpSpPr>
          <p:sp>
            <p:nvSpPr>
              <p:cNvPr id="95343" name="Oval 173"/>
              <p:cNvSpPr/>
              <p:nvPr/>
            </p:nvSpPr>
            <p:spPr>
              <a:xfrm>
                <a:off x="2224" y="3695"/>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95344" name="Line 174"/>
              <p:cNvSpPr/>
              <p:nvPr/>
            </p:nvSpPr>
            <p:spPr>
              <a:xfrm>
                <a:off x="2224" y="3688"/>
                <a:ext cx="0" cy="50"/>
              </a:xfrm>
              <a:prstGeom prst="line">
                <a:avLst/>
              </a:prstGeom>
              <a:ln w="12700" cap="flat" cmpd="sng">
                <a:solidFill>
                  <a:schemeClr val="tx1"/>
                </a:solidFill>
                <a:prstDash val="solid"/>
                <a:headEnd type="none" w="med" len="med"/>
                <a:tailEnd type="none" w="med" len="med"/>
              </a:ln>
            </p:spPr>
          </p:sp>
          <p:sp>
            <p:nvSpPr>
              <p:cNvPr id="95345" name="Line 175"/>
              <p:cNvSpPr/>
              <p:nvPr/>
            </p:nvSpPr>
            <p:spPr>
              <a:xfrm>
                <a:off x="2537" y="3688"/>
                <a:ext cx="0" cy="50"/>
              </a:xfrm>
              <a:prstGeom prst="line">
                <a:avLst/>
              </a:prstGeom>
              <a:ln w="12700" cap="flat" cmpd="sng">
                <a:solidFill>
                  <a:schemeClr val="tx1"/>
                </a:solidFill>
                <a:prstDash val="solid"/>
                <a:headEnd type="none" w="med" len="med"/>
                <a:tailEnd type="none" w="med" len="med"/>
              </a:ln>
            </p:spPr>
          </p:sp>
          <p:sp>
            <p:nvSpPr>
              <p:cNvPr id="95346" name="Rectangle 176"/>
              <p:cNvSpPr/>
              <p:nvPr/>
            </p:nvSpPr>
            <p:spPr>
              <a:xfrm>
                <a:off x="2224" y="3688"/>
                <a:ext cx="310"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95347" name="Oval 177"/>
              <p:cNvSpPr/>
              <p:nvPr/>
            </p:nvSpPr>
            <p:spPr>
              <a:xfrm>
                <a:off x="2221" y="3629"/>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95348" name="Group 178"/>
              <p:cNvGrpSpPr/>
              <p:nvPr/>
            </p:nvGrpSpPr>
            <p:grpSpPr>
              <a:xfrm>
                <a:off x="2275" y="3575"/>
                <a:ext cx="231" cy="250"/>
                <a:chOff x="2941" y="2429"/>
                <a:chExt cx="234" cy="250"/>
              </a:xfrm>
            </p:grpSpPr>
            <p:sp>
              <p:nvSpPr>
                <p:cNvPr id="95349" name="Rectangle 179"/>
                <p:cNvSpPr/>
                <p:nvPr/>
              </p:nvSpPr>
              <p:spPr>
                <a:xfrm>
                  <a:off x="2982" y="2490"/>
                  <a:ext cx="144" cy="1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95350" name="Text Box 180"/>
                <p:cNvSpPr txBox="1"/>
                <p:nvPr/>
              </p:nvSpPr>
              <p:spPr>
                <a:xfrm>
                  <a:off x="2941" y="2429"/>
                  <a:ext cx="234"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000" dirty="0">
                      <a:ea typeface="宋体" panose="02010600030101010101" pitchFamily="2" charset="-122"/>
                    </a:rPr>
                    <a:t>D</a:t>
                  </a:r>
                  <a:endParaRPr lang="en-US" altLang="zh-CN" sz="2400" dirty="0">
                    <a:latin typeface="Times New Roman" panose="02020603050405020304" pitchFamily="18" charset="0"/>
                    <a:ea typeface="宋体" panose="02010600030101010101" pitchFamily="2" charset="-122"/>
                  </a:endParaRPr>
                </a:p>
              </p:txBody>
            </p:sp>
          </p:grpSp>
        </p:grpSp>
        <p:grpSp>
          <p:nvGrpSpPr>
            <p:cNvPr id="95300" name="Group 181"/>
            <p:cNvGrpSpPr/>
            <p:nvPr/>
          </p:nvGrpSpPr>
          <p:grpSpPr>
            <a:xfrm>
              <a:off x="4805" y="3302"/>
              <a:ext cx="315" cy="250"/>
              <a:chOff x="2903" y="2888"/>
              <a:chExt cx="315" cy="250"/>
            </a:xfrm>
          </p:grpSpPr>
          <p:grpSp>
            <p:nvGrpSpPr>
              <p:cNvPr id="95334" name="Group 182"/>
              <p:cNvGrpSpPr/>
              <p:nvPr/>
            </p:nvGrpSpPr>
            <p:grpSpPr>
              <a:xfrm>
                <a:off x="2903" y="2938"/>
                <a:ext cx="315" cy="144"/>
                <a:chOff x="2903" y="2938"/>
                <a:chExt cx="315" cy="144"/>
              </a:xfrm>
            </p:grpSpPr>
            <p:sp>
              <p:nvSpPr>
                <p:cNvPr id="95338" name="Oval 183"/>
                <p:cNvSpPr/>
                <p:nvPr/>
              </p:nvSpPr>
              <p:spPr>
                <a:xfrm>
                  <a:off x="2903" y="3001"/>
                  <a:ext cx="312"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95339" name="Line 184"/>
                <p:cNvSpPr/>
                <p:nvPr/>
              </p:nvSpPr>
              <p:spPr>
                <a:xfrm>
                  <a:off x="2903" y="2994"/>
                  <a:ext cx="0" cy="50"/>
                </a:xfrm>
                <a:prstGeom prst="line">
                  <a:avLst/>
                </a:prstGeom>
                <a:ln w="12700" cap="flat" cmpd="sng">
                  <a:solidFill>
                    <a:schemeClr val="tx1"/>
                  </a:solidFill>
                  <a:prstDash val="solid"/>
                  <a:headEnd type="none" w="med" len="med"/>
                  <a:tailEnd type="none" w="med" len="med"/>
                </a:ln>
              </p:spPr>
            </p:sp>
            <p:sp>
              <p:nvSpPr>
                <p:cNvPr id="95340" name="Line 185"/>
                <p:cNvSpPr/>
                <p:nvPr/>
              </p:nvSpPr>
              <p:spPr>
                <a:xfrm>
                  <a:off x="3215" y="2994"/>
                  <a:ext cx="0" cy="50"/>
                </a:xfrm>
                <a:prstGeom prst="line">
                  <a:avLst/>
                </a:prstGeom>
                <a:ln w="12700" cap="flat" cmpd="sng">
                  <a:solidFill>
                    <a:schemeClr val="tx1"/>
                  </a:solidFill>
                  <a:prstDash val="solid"/>
                  <a:headEnd type="none" w="med" len="med"/>
                  <a:tailEnd type="none" w="med" len="med"/>
                </a:ln>
              </p:spPr>
            </p:sp>
            <p:sp>
              <p:nvSpPr>
                <p:cNvPr id="95341" name="Rectangle 186"/>
                <p:cNvSpPr/>
                <p:nvPr/>
              </p:nvSpPr>
              <p:spPr>
                <a:xfrm>
                  <a:off x="2903" y="2994"/>
                  <a:ext cx="309"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95342" name="Oval 187"/>
                <p:cNvSpPr/>
                <p:nvPr/>
              </p:nvSpPr>
              <p:spPr>
                <a:xfrm>
                  <a:off x="2906" y="2938"/>
                  <a:ext cx="312"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grpSp>
            <p:nvGrpSpPr>
              <p:cNvPr id="95335" name="Group 188"/>
              <p:cNvGrpSpPr/>
              <p:nvPr/>
            </p:nvGrpSpPr>
            <p:grpSpPr>
              <a:xfrm>
                <a:off x="2959" y="2888"/>
                <a:ext cx="212" cy="250"/>
                <a:chOff x="2950" y="2429"/>
                <a:chExt cx="215" cy="250"/>
              </a:xfrm>
            </p:grpSpPr>
            <p:sp>
              <p:nvSpPr>
                <p:cNvPr id="95336" name="Rectangle 189"/>
                <p:cNvSpPr/>
                <p:nvPr/>
              </p:nvSpPr>
              <p:spPr>
                <a:xfrm>
                  <a:off x="2982" y="2490"/>
                  <a:ext cx="144" cy="1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95337" name="Text Box 190"/>
                <p:cNvSpPr txBox="1"/>
                <p:nvPr/>
              </p:nvSpPr>
              <p:spPr>
                <a:xfrm>
                  <a:off x="2950" y="2429"/>
                  <a:ext cx="215"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000" dirty="0">
                      <a:ea typeface="宋体" panose="02010600030101010101" pitchFamily="2" charset="-122"/>
                    </a:rPr>
                    <a:t>C</a:t>
                  </a:r>
                  <a:endParaRPr lang="en-US" altLang="zh-CN" sz="2400" dirty="0">
                    <a:latin typeface="Times New Roman" panose="02020603050405020304" pitchFamily="18" charset="0"/>
                    <a:ea typeface="宋体" panose="02010600030101010101" pitchFamily="2" charset="-122"/>
                  </a:endParaRPr>
                </a:p>
              </p:txBody>
            </p:sp>
          </p:grpSp>
        </p:grpSp>
        <p:grpSp>
          <p:nvGrpSpPr>
            <p:cNvPr id="95301" name="Group 191"/>
            <p:cNvGrpSpPr/>
            <p:nvPr/>
          </p:nvGrpSpPr>
          <p:grpSpPr>
            <a:xfrm>
              <a:off x="5217" y="3020"/>
              <a:ext cx="316" cy="250"/>
              <a:chOff x="2217" y="2888"/>
              <a:chExt cx="316" cy="250"/>
            </a:xfrm>
          </p:grpSpPr>
          <p:sp>
            <p:nvSpPr>
              <p:cNvPr id="95326" name="Oval 192"/>
              <p:cNvSpPr/>
              <p:nvPr/>
            </p:nvSpPr>
            <p:spPr>
              <a:xfrm>
                <a:off x="2220" y="3005"/>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95327" name="Line 193"/>
              <p:cNvSpPr/>
              <p:nvPr/>
            </p:nvSpPr>
            <p:spPr>
              <a:xfrm>
                <a:off x="2220" y="2998"/>
                <a:ext cx="0" cy="50"/>
              </a:xfrm>
              <a:prstGeom prst="line">
                <a:avLst/>
              </a:prstGeom>
              <a:ln w="12700" cap="flat" cmpd="sng">
                <a:solidFill>
                  <a:schemeClr val="tx1"/>
                </a:solidFill>
                <a:prstDash val="solid"/>
                <a:headEnd type="none" w="med" len="med"/>
                <a:tailEnd type="none" w="med" len="med"/>
              </a:ln>
            </p:spPr>
          </p:sp>
          <p:sp>
            <p:nvSpPr>
              <p:cNvPr id="95328" name="Line 194"/>
              <p:cNvSpPr/>
              <p:nvPr/>
            </p:nvSpPr>
            <p:spPr>
              <a:xfrm>
                <a:off x="2533" y="2998"/>
                <a:ext cx="0" cy="50"/>
              </a:xfrm>
              <a:prstGeom prst="line">
                <a:avLst/>
              </a:prstGeom>
              <a:ln w="12700" cap="flat" cmpd="sng">
                <a:solidFill>
                  <a:schemeClr val="tx1"/>
                </a:solidFill>
                <a:prstDash val="solid"/>
                <a:headEnd type="none" w="med" len="med"/>
                <a:tailEnd type="none" w="med" len="med"/>
              </a:ln>
            </p:spPr>
          </p:sp>
          <p:sp>
            <p:nvSpPr>
              <p:cNvPr id="95329" name="Rectangle 195"/>
              <p:cNvSpPr/>
              <p:nvPr/>
            </p:nvSpPr>
            <p:spPr>
              <a:xfrm>
                <a:off x="2220" y="2998"/>
                <a:ext cx="310"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95330" name="Oval 196"/>
              <p:cNvSpPr/>
              <p:nvPr/>
            </p:nvSpPr>
            <p:spPr>
              <a:xfrm>
                <a:off x="2217" y="2939"/>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95331" name="Group 197"/>
              <p:cNvGrpSpPr/>
              <p:nvPr/>
            </p:nvGrpSpPr>
            <p:grpSpPr>
              <a:xfrm>
                <a:off x="2273" y="2888"/>
                <a:ext cx="217" cy="250"/>
                <a:chOff x="2948" y="2429"/>
                <a:chExt cx="220" cy="250"/>
              </a:xfrm>
            </p:grpSpPr>
            <p:sp>
              <p:nvSpPr>
                <p:cNvPr id="95332" name="Rectangle 198"/>
                <p:cNvSpPr/>
                <p:nvPr/>
              </p:nvSpPr>
              <p:spPr>
                <a:xfrm>
                  <a:off x="2982" y="2490"/>
                  <a:ext cx="144" cy="1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95333" name="Text Box 199"/>
                <p:cNvSpPr txBox="1"/>
                <p:nvPr/>
              </p:nvSpPr>
              <p:spPr>
                <a:xfrm>
                  <a:off x="2948" y="2429"/>
                  <a:ext cx="220"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000" dirty="0">
                      <a:ea typeface="宋体" panose="02010600030101010101" pitchFamily="2" charset="-122"/>
                    </a:rPr>
                    <a:t>B</a:t>
                  </a:r>
                  <a:endParaRPr lang="en-US" altLang="zh-CN" sz="2400" dirty="0">
                    <a:latin typeface="Times New Roman" panose="02020603050405020304" pitchFamily="18" charset="0"/>
                    <a:ea typeface="宋体" panose="02010600030101010101" pitchFamily="2" charset="-122"/>
                  </a:endParaRPr>
                </a:p>
              </p:txBody>
            </p:sp>
          </p:grpSp>
        </p:grpSp>
        <p:sp>
          <p:nvSpPr>
            <p:cNvPr id="95302" name="Text Box 200"/>
            <p:cNvSpPr txBox="1"/>
            <p:nvPr/>
          </p:nvSpPr>
          <p:spPr>
            <a:xfrm>
              <a:off x="4457" y="2843"/>
              <a:ext cx="352"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800" dirty="0">
                  <a:ea typeface="宋体" panose="02010600030101010101" pitchFamily="2" charset="-122"/>
                </a:rPr>
                <a:t>2+e</a:t>
              </a:r>
              <a:endParaRPr lang="en-US" altLang="zh-CN" sz="2400" dirty="0">
                <a:latin typeface="Times New Roman" panose="02020603050405020304" pitchFamily="18" charset="0"/>
                <a:ea typeface="宋体" panose="02010600030101010101" pitchFamily="2" charset="-122"/>
              </a:endParaRPr>
            </a:p>
          </p:txBody>
        </p:sp>
        <p:sp>
          <p:nvSpPr>
            <p:cNvPr id="95303" name="Freeform 201"/>
            <p:cNvSpPr/>
            <p:nvPr/>
          </p:nvSpPr>
          <p:spPr>
            <a:xfrm flipH="1">
              <a:off x="5052" y="2952"/>
              <a:ext cx="213" cy="129"/>
            </a:xfrm>
            <a:custGeom>
              <a:avLst/>
              <a:gdLst/>
              <a:ahLst/>
              <a:cxnLst>
                <a:cxn ang="0">
                  <a:pos x="0" y="10"/>
                </a:cxn>
                <a:cxn ang="0">
                  <a:pos x="7" y="0"/>
                </a:cxn>
              </a:cxnLst>
              <a:pathLst>
                <a:path w="342" h="186">
                  <a:moveTo>
                    <a:pt x="0" y="186"/>
                  </a:moveTo>
                  <a:lnTo>
                    <a:pt x="342" y="0"/>
                  </a:lnTo>
                </a:path>
              </a:pathLst>
            </a:custGeom>
            <a:noFill/>
            <a:ln w="12700" cap="flat" cmpd="sng">
              <a:solidFill>
                <a:schemeClr val="tx1">
                  <a:alpha val="100000"/>
                </a:schemeClr>
              </a:solidFill>
              <a:prstDash val="solid"/>
              <a:round/>
              <a:headEnd type="none" w="med" len="med"/>
              <a:tailEnd type="triangle" w="med" len="med"/>
            </a:ln>
          </p:spPr>
          <p:txBody>
            <a:bodyPr/>
            <a:p>
              <a:endParaRPr lang="zh-CN" altLang="en-US"/>
            </a:p>
          </p:txBody>
        </p:sp>
        <p:sp>
          <p:nvSpPr>
            <p:cNvPr id="95304" name="Freeform 202"/>
            <p:cNvSpPr/>
            <p:nvPr/>
          </p:nvSpPr>
          <p:spPr>
            <a:xfrm flipH="1" flipV="1">
              <a:off x="5061" y="3213"/>
              <a:ext cx="198" cy="144"/>
            </a:xfrm>
            <a:custGeom>
              <a:avLst/>
              <a:gdLst/>
              <a:ahLst/>
              <a:cxnLst>
                <a:cxn ang="0">
                  <a:pos x="0" y="24"/>
                </a:cxn>
                <a:cxn ang="0">
                  <a:pos x="5" y="0"/>
                </a:cxn>
              </a:cxnLst>
              <a:pathLst>
                <a:path w="342" h="186">
                  <a:moveTo>
                    <a:pt x="0" y="186"/>
                  </a:moveTo>
                  <a:lnTo>
                    <a:pt x="342" y="0"/>
                  </a:lnTo>
                </a:path>
              </a:pathLst>
            </a:custGeom>
            <a:noFill/>
            <a:ln w="12700" cap="flat" cmpd="sng">
              <a:solidFill>
                <a:schemeClr val="tx1">
                  <a:alpha val="100000"/>
                </a:schemeClr>
              </a:solidFill>
              <a:prstDash val="solid"/>
              <a:round/>
              <a:headEnd type="triangle" w="med" len="med"/>
              <a:tailEnd type="none" w="med" len="med"/>
            </a:ln>
          </p:spPr>
          <p:txBody>
            <a:bodyPr/>
            <a:p>
              <a:endParaRPr lang="zh-CN" altLang="en-US"/>
            </a:p>
          </p:txBody>
        </p:sp>
        <p:sp>
          <p:nvSpPr>
            <p:cNvPr id="95305" name="Freeform 203"/>
            <p:cNvSpPr/>
            <p:nvPr/>
          </p:nvSpPr>
          <p:spPr>
            <a:xfrm flipV="1">
              <a:off x="4659" y="3207"/>
              <a:ext cx="204" cy="156"/>
            </a:xfrm>
            <a:custGeom>
              <a:avLst/>
              <a:gdLst/>
              <a:ahLst/>
              <a:cxnLst>
                <a:cxn ang="0">
                  <a:pos x="0" y="46"/>
                </a:cxn>
                <a:cxn ang="0">
                  <a:pos x="6" y="0"/>
                </a:cxn>
              </a:cxnLst>
              <a:pathLst>
                <a:path w="342" h="186">
                  <a:moveTo>
                    <a:pt x="0" y="186"/>
                  </a:moveTo>
                  <a:lnTo>
                    <a:pt x="342" y="0"/>
                  </a:lnTo>
                </a:path>
              </a:pathLst>
            </a:custGeom>
            <a:noFill/>
            <a:ln w="12700" cap="flat" cmpd="sng">
              <a:solidFill>
                <a:schemeClr val="tx1">
                  <a:alpha val="100000"/>
                </a:schemeClr>
              </a:solidFill>
              <a:prstDash val="solid"/>
              <a:round/>
              <a:headEnd type="none" w="med" len="med"/>
              <a:tailEnd type="triangle" w="med" len="med"/>
            </a:ln>
          </p:spPr>
          <p:txBody>
            <a:bodyPr/>
            <a:p>
              <a:endParaRPr lang="zh-CN" altLang="en-US"/>
            </a:p>
          </p:txBody>
        </p:sp>
        <p:sp>
          <p:nvSpPr>
            <p:cNvPr id="95306" name="Text Box 204"/>
            <p:cNvSpPr txBox="1"/>
            <p:nvPr/>
          </p:nvSpPr>
          <p:spPr>
            <a:xfrm>
              <a:off x="5190" y="2864"/>
              <a:ext cx="204"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800" dirty="0">
                  <a:ea typeface="宋体" panose="02010600030101010101" pitchFamily="2" charset="-122"/>
                </a:rPr>
                <a:t>0</a:t>
              </a:r>
              <a:endParaRPr lang="en-US" altLang="zh-CN" sz="2400" dirty="0">
                <a:latin typeface="Times New Roman" panose="02020603050405020304" pitchFamily="18" charset="0"/>
                <a:ea typeface="宋体" panose="02010600030101010101" pitchFamily="2" charset="-122"/>
              </a:endParaRPr>
            </a:p>
          </p:txBody>
        </p:sp>
        <p:sp>
          <p:nvSpPr>
            <p:cNvPr id="95307" name="Text Box 205"/>
            <p:cNvSpPr txBox="1"/>
            <p:nvPr/>
          </p:nvSpPr>
          <p:spPr>
            <a:xfrm>
              <a:off x="5138" y="3209"/>
              <a:ext cx="195"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800" dirty="0">
                  <a:ea typeface="宋体" panose="02010600030101010101" pitchFamily="2" charset="-122"/>
                </a:rPr>
                <a:t>e</a:t>
              </a:r>
              <a:endParaRPr lang="en-US" altLang="zh-CN" sz="2400" dirty="0">
                <a:latin typeface="Times New Roman" panose="02020603050405020304" pitchFamily="18" charset="0"/>
                <a:ea typeface="宋体" panose="02010600030101010101" pitchFamily="2" charset="-122"/>
              </a:endParaRPr>
            </a:p>
          </p:txBody>
        </p:sp>
        <p:sp>
          <p:nvSpPr>
            <p:cNvPr id="95308" name="Text Box 206"/>
            <p:cNvSpPr txBox="1"/>
            <p:nvPr/>
          </p:nvSpPr>
          <p:spPr>
            <a:xfrm>
              <a:off x="4585" y="3224"/>
              <a:ext cx="204"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800" dirty="0">
                  <a:ea typeface="宋体" panose="02010600030101010101" pitchFamily="2" charset="-122"/>
                </a:rPr>
                <a:t>0</a:t>
              </a:r>
              <a:endParaRPr lang="en-US" altLang="zh-CN" sz="2400" dirty="0">
                <a:latin typeface="Times New Roman" panose="02020603050405020304" pitchFamily="18" charset="0"/>
                <a:ea typeface="宋体" panose="02010600030101010101" pitchFamily="2" charset="-122"/>
              </a:endParaRPr>
            </a:p>
          </p:txBody>
        </p:sp>
        <p:sp>
          <p:nvSpPr>
            <p:cNvPr id="95309" name="Freeform 207"/>
            <p:cNvSpPr/>
            <p:nvPr/>
          </p:nvSpPr>
          <p:spPr>
            <a:xfrm flipH="1" flipV="1">
              <a:off x="5001" y="3186"/>
              <a:ext cx="198" cy="144"/>
            </a:xfrm>
            <a:custGeom>
              <a:avLst/>
              <a:gdLst/>
              <a:ahLst/>
              <a:cxnLst>
                <a:cxn ang="0">
                  <a:pos x="0" y="24"/>
                </a:cxn>
                <a:cxn ang="0">
                  <a:pos x="5" y="0"/>
                </a:cxn>
              </a:cxnLst>
              <a:pathLst>
                <a:path w="342" h="186">
                  <a:moveTo>
                    <a:pt x="0" y="186"/>
                  </a:moveTo>
                  <a:lnTo>
                    <a:pt x="342" y="0"/>
                  </a:lnTo>
                </a:path>
              </a:pathLst>
            </a:custGeom>
            <a:noFill/>
            <a:ln w="12700" cap="flat" cmpd="sng">
              <a:solidFill>
                <a:schemeClr val="tx1">
                  <a:alpha val="100000"/>
                </a:schemeClr>
              </a:solidFill>
              <a:prstDash val="solid"/>
              <a:round/>
              <a:headEnd type="none" w="med" len="med"/>
              <a:tailEnd type="triangle" w="med" len="med"/>
            </a:ln>
          </p:spPr>
          <p:txBody>
            <a:bodyPr/>
            <a:p>
              <a:endParaRPr lang="zh-CN" altLang="en-US"/>
            </a:p>
          </p:txBody>
        </p:sp>
        <p:sp>
          <p:nvSpPr>
            <p:cNvPr id="95310" name="Freeform 208"/>
            <p:cNvSpPr/>
            <p:nvPr/>
          </p:nvSpPr>
          <p:spPr>
            <a:xfrm flipH="1">
              <a:off x="4716" y="3192"/>
              <a:ext cx="192" cy="138"/>
            </a:xfrm>
            <a:custGeom>
              <a:avLst/>
              <a:gdLst/>
              <a:ahLst/>
              <a:cxnLst>
                <a:cxn ang="0">
                  <a:pos x="0" y="17"/>
                </a:cxn>
                <a:cxn ang="0">
                  <a:pos x="3" y="0"/>
                </a:cxn>
              </a:cxnLst>
              <a:pathLst>
                <a:path w="342" h="186">
                  <a:moveTo>
                    <a:pt x="0" y="186"/>
                  </a:moveTo>
                  <a:lnTo>
                    <a:pt x="342" y="0"/>
                  </a:lnTo>
                </a:path>
              </a:pathLst>
            </a:custGeom>
            <a:noFill/>
            <a:ln w="12700" cap="flat" cmpd="sng">
              <a:solidFill>
                <a:schemeClr val="tx1">
                  <a:alpha val="100000"/>
                </a:schemeClr>
              </a:solidFill>
              <a:prstDash val="solid"/>
              <a:round/>
              <a:headEnd type="none" w="med" len="med"/>
              <a:tailEnd type="triangle" w="med" len="med"/>
            </a:ln>
          </p:spPr>
          <p:txBody>
            <a:bodyPr/>
            <a:p>
              <a:endParaRPr lang="zh-CN" altLang="en-US"/>
            </a:p>
          </p:txBody>
        </p:sp>
        <p:sp>
          <p:nvSpPr>
            <p:cNvPr id="95311" name="Text Box 209"/>
            <p:cNvSpPr txBox="1"/>
            <p:nvPr/>
          </p:nvSpPr>
          <p:spPr>
            <a:xfrm>
              <a:off x="4733" y="3080"/>
              <a:ext cx="329"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800" dirty="0">
                  <a:ea typeface="宋体" panose="02010600030101010101" pitchFamily="2" charset="-122"/>
                </a:rPr>
                <a:t>1+e</a:t>
              </a:r>
              <a:endParaRPr lang="en-US" altLang="zh-CN" sz="2400" dirty="0">
                <a:latin typeface="Times New Roman" panose="02020603050405020304" pitchFamily="18" charset="0"/>
                <a:ea typeface="宋体" panose="02010600030101010101" pitchFamily="2" charset="-122"/>
              </a:endParaRPr>
            </a:p>
          </p:txBody>
        </p:sp>
        <p:sp>
          <p:nvSpPr>
            <p:cNvPr id="95312" name="Text Box 210"/>
            <p:cNvSpPr txBox="1"/>
            <p:nvPr/>
          </p:nvSpPr>
          <p:spPr>
            <a:xfrm>
              <a:off x="4992" y="3074"/>
              <a:ext cx="181"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800" dirty="0">
                  <a:ea typeface="宋体" panose="02010600030101010101" pitchFamily="2" charset="-122"/>
                </a:rPr>
                <a:t>1</a:t>
              </a:r>
              <a:endParaRPr lang="en-US" altLang="zh-CN" sz="2400" dirty="0">
                <a:latin typeface="Times New Roman" panose="02020603050405020304" pitchFamily="18" charset="0"/>
                <a:ea typeface="宋体" panose="02010600030101010101" pitchFamily="2" charset="-122"/>
              </a:endParaRPr>
            </a:p>
          </p:txBody>
        </p:sp>
        <p:sp>
          <p:nvSpPr>
            <p:cNvPr id="95313" name="Text Box 211"/>
            <p:cNvSpPr txBox="1"/>
            <p:nvPr/>
          </p:nvSpPr>
          <p:spPr>
            <a:xfrm>
              <a:off x="572" y="3755"/>
              <a:ext cx="663"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000" dirty="0">
                  <a:solidFill>
                    <a:schemeClr val="accent2"/>
                  </a:solidFill>
                  <a:ea typeface="宋体" panose="02010600030101010101" pitchFamily="2" charset="-122"/>
                </a:rPr>
                <a:t>initially</a:t>
              </a:r>
              <a:endParaRPr lang="en-US" altLang="zh-CN" sz="2400" dirty="0">
                <a:latin typeface="Times New Roman" panose="02020603050405020304" pitchFamily="18" charset="0"/>
                <a:ea typeface="宋体" panose="02010600030101010101" pitchFamily="2" charset="-122"/>
              </a:endParaRPr>
            </a:p>
          </p:txBody>
        </p:sp>
        <p:sp>
          <p:nvSpPr>
            <p:cNvPr id="95314" name="Text Box 212"/>
            <p:cNvSpPr txBox="1"/>
            <p:nvPr/>
          </p:nvSpPr>
          <p:spPr>
            <a:xfrm>
              <a:off x="1817" y="3653"/>
              <a:ext cx="1059" cy="44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000" dirty="0">
                  <a:solidFill>
                    <a:schemeClr val="accent2"/>
                  </a:solidFill>
                  <a:ea typeface="宋体" panose="02010600030101010101" pitchFamily="2" charset="-122"/>
                </a:rPr>
                <a:t>… recompute</a:t>
              </a:r>
              <a:endParaRPr lang="en-US" altLang="zh-CN" sz="2000" dirty="0">
                <a:solidFill>
                  <a:schemeClr val="accent2"/>
                </a:solidFill>
                <a:ea typeface="宋体" panose="02010600030101010101" pitchFamily="2" charset="-122"/>
              </a:endParaRPr>
            </a:p>
            <a:p>
              <a:pPr marL="0" lvl="0" indent="0" algn="ctr">
                <a:spcBef>
                  <a:spcPct val="0"/>
                </a:spcBef>
                <a:buClrTx/>
                <a:buSzTx/>
                <a:buFontTx/>
                <a:buNone/>
              </a:pPr>
              <a:r>
                <a:rPr lang="en-US" altLang="zh-CN" sz="2000" dirty="0">
                  <a:solidFill>
                    <a:schemeClr val="accent2"/>
                  </a:solidFill>
                  <a:ea typeface="宋体" panose="02010600030101010101" pitchFamily="2" charset="-122"/>
                </a:rPr>
                <a:t>routing</a:t>
              </a:r>
              <a:endParaRPr lang="en-US" altLang="zh-CN" sz="2400" dirty="0">
                <a:latin typeface="Times New Roman" panose="02020603050405020304" pitchFamily="18" charset="0"/>
                <a:ea typeface="宋体" panose="02010600030101010101" pitchFamily="2" charset="-122"/>
              </a:endParaRPr>
            </a:p>
          </p:txBody>
        </p:sp>
        <p:sp>
          <p:nvSpPr>
            <p:cNvPr id="95315" name="Text Box 213"/>
            <p:cNvSpPr txBox="1"/>
            <p:nvPr/>
          </p:nvSpPr>
          <p:spPr>
            <a:xfrm>
              <a:off x="3089" y="3659"/>
              <a:ext cx="1059"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000" dirty="0">
                  <a:solidFill>
                    <a:schemeClr val="accent2"/>
                  </a:solidFill>
                  <a:ea typeface="宋体" panose="02010600030101010101" pitchFamily="2" charset="-122"/>
                </a:rPr>
                <a:t>… recompute</a:t>
              </a:r>
              <a:endParaRPr lang="en-US" altLang="zh-CN" sz="2400" dirty="0">
                <a:latin typeface="Times New Roman" panose="02020603050405020304" pitchFamily="18" charset="0"/>
                <a:ea typeface="宋体" panose="02010600030101010101" pitchFamily="2" charset="-122"/>
              </a:endParaRPr>
            </a:p>
          </p:txBody>
        </p:sp>
        <p:sp>
          <p:nvSpPr>
            <p:cNvPr id="95316" name="Text Box 214"/>
            <p:cNvSpPr txBox="1"/>
            <p:nvPr/>
          </p:nvSpPr>
          <p:spPr>
            <a:xfrm>
              <a:off x="4343" y="3647"/>
              <a:ext cx="1059"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000" dirty="0">
                  <a:solidFill>
                    <a:schemeClr val="accent2"/>
                  </a:solidFill>
                  <a:ea typeface="宋体" panose="02010600030101010101" pitchFamily="2" charset="-122"/>
                </a:rPr>
                <a:t>… recompute</a:t>
              </a:r>
              <a:endParaRPr lang="en-US" altLang="zh-CN" sz="2400" dirty="0">
                <a:latin typeface="Times New Roman" panose="02020603050405020304" pitchFamily="18" charset="0"/>
                <a:ea typeface="宋体" panose="02010600030101010101" pitchFamily="2" charset="-122"/>
              </a:endParaRPr>
            </a:p>
          </p:txBody>
        </p:sp>
        <p:sp>
          <p:nvSpPr>
            <p:cNvPr id="95317" name="Line 215"/>
            <p:cNvSpPr/>
            <p:nvPr/>
          </p:nvSpPr>
          <p:spPr>
            <a:xfrm flipV="1">
              <a:off x="2292" y="3489"/>
              <a:ext cx="0" cy="156"/>
            </a:xfrm>
            <a:prstGeom prst="line">
              <a:avLst/>
            </a:prstGeom>
            <a:ln w="19050" cap="flat" cmpd="sng">
              <a:solidFill>
                <a:srgbClr val="FF0000"/>
              </a:solidFill>
              <a:prstDash val="solid"/>
              <a:headEnd type="none" w="med" len="med"/>
              <a:tailEnd type="triangle" w="med" len="med"/>
            </a:ln>
          </p:spPr>
        </p:sp>
        <p:sp>
          <p:nvSpPr>
            <p:cNvPr id="95318" name="Line 216"/>
            <p:cNvSpPr/>
            <p:nvPr/>
          </p:nvSpPr>
          <p:spPr>
            <a:xfrm flipV="1">
              <a:off x="1872" y="3201"/>
              <a:ext cx="0" cy="156"/>
            </a:xfrm>
            <a:prstGeom prst="line">
              <a:avLst/>
            </a:prstGeom>
            <a:ln w="19050" cap="flat" cmpd="sng">
              <a:solidFill>
                <a:srgbClr val="FF0000"/>
              </a:solidFill>
              <a:prstDash val="solid"/>
              <a:headEnd type="none" w="med" len="med"/>
              <a:tailEnd type="triangle" w="med" len="med"/>
            </a:ln>
          </p:spPr>
        </p:sp>
        <p:sp>
          <p:nvSpPr>
            <p:cNvPr id="95319" name="Line 217"/>
            <p:cNvSpPr/>
            <p:nvPr/>
          </p:nvSpPr>
          <p:spPr>
            <a:xfrm flipV="1">
              <a:off x="2712" y="3204"/>
              <a:ext cx="0" cy="156"/>
            </a:xfrm>
            <a:prstGeom prst="line">
              <a:avLst/>
            </a:prstGeom>
            <a:ln w="19050" cap="flat" cmpd="sng">
              <a:solidFill>
                <a:srgbClr val="FF0000"/>
              </a:solidFill>
              <a:prstDash val="solid"/>
              <a:headEnd type="none" w="med" len="med"/>
              <a:tailEnd type="triangle" w="med" len="med"/>
            </a:ln>
          </p:spPr>
        </p:sp>
        <p:sp>
          <p:nvSpPr>
            <p:cNvPr id="95320" name="Line 218"/>
            <p:cNvSpPr/>
            <p:nvPr/>
          </p:nvSpPr>
          <p:spPr>
            <a:xfrm flipV="1">
              <a:off x="3237" y="3207"/>
              <a:ext cx="0" cy="156"/>
            </a:xfrm>
            <a:prstGeom prst="line">
              <a:avLst/>
            </a:prstGeom>
            <a:ln w="19050" cap="flat" cmpd="sng">
              <a:solidFill>
                <a:srgbClr val="FF0000"/>
              </a:solidFill>
              <a:prstDash val="solid"/>
              <a:headEnd type="none" w="med" len="med"/>
              <a:tailEnd type="triangle" w="med" len="med"/>
            </a:ln>
          </p:spPr>
        </p:sp>
        <p:sp>
          <p:nvSpPr>
            <p:cNvPr id="95321" name="Line 219"/>
            <p:cNvSpPr/>
            <p:nvPr/>
          </p:nvSpPr>
          <p:spPr>
            <a:xfrm flipV="1">
              <a:off x="3654" y="3489"/>
              <a:ext cx="0" cy="156"/>
            </a:xfrm>
            <a:prstGeom prst="line">
              <a:avLst/>
            </a:prstGeom>
            <a:ln w="19050" cap="flat" cmpd="sng">
              <a:solidFill>
                <a:srgbClr val="FF0000"/>
              </a:solidFill>
              <a:prstDash val="solid"/>
              <a:headEnd type="none" w="med" len="med"/>
              <a:tailEnd type="triangle" w="med" len="med"/>
            </a:ln>
          </p:spPr>
        </p:sp>
        <p:sp>
          <p:nvSpPr>
            <p:cNvPr id="95322" name="Line 220"/>
            <p:cNvSpPr/>
            <p:nvPr/>
          </p:nvSpPr>
          <p:spPr>
            <a:xfrm flipV="1">
              <a:off x="4071" y="3207"/>
              <a:ext cx="0" cy="156"/>
            </a:xfrm>
            <a:prstGeom prst="line">
              <a:avLst/>
            </a:prstGeom>
            <a:ln w="19050" cap="flat" cmpd="sng">
              <a:solidFill>
                <a:srgbClr val="FF0000"/>
              </a:solidFill>
              <a:prstDash val="solid"/>
              <a:headEnd type="none" w="med" len="med"/>
              <a:tailEnd type="triangle" w="med" len="med"/>
            </a:ln>
          </p:spPr>
        </p:sp>
        <p:sp>
          <p:nvSpPr>
            <p:cNvPr id="95323" name="Line 221"/>
            <p:cNvSpPr/>
            <p:nvPr/>
          </p:nvSpPr>
          <p:spPr>
            <a:xfrm flipV="1">
              <a:off x="4566" y="3219"/>
              <a:ext cx="0" cy="156"/>
            </a:xfrm>
            <a:prstGeom prst="line">
              <a:avLst/>
            </a:prstGeom>
            <a:ln w="19050" cap="flat" cmpd="sng">
              <a:solidFill>
                <a:srgbClr val="FF0000"/>
              </a:solidFill>
              <a:prstDash val="solid"/>
              <a:headEnd type="none" w="med" len="med"/>
              <a:tailEnd type="triangle" w="med" len="med"/>
            </a:ln>
          </p:spPr>
        </p:sp>
        <p:sp>
          <p:nvSpPr>
            <p:cNvPr id="95324" name="Line 222"/>
            <p:cNvSpPr/>
            <p:nvPr/>
          </p:nvSpPr>
          <p:spPr>
            <a:xfrm flipV="1">
              <a:off x="4977" y="3501"/>
              <a:ext cx="0" cy="156"/>
            </a:xfrm>
            <a:prstGeom prst="line">
              <a:avLst/>
            </a:prstGeom>
            <a:ln w="19050" cap="flat" cmpd="sng">
              <a:solidFill>
                <a:srgbClr val="FF0000"/>
              </a:solidFill>
              <a:prstDash val="solid"/>
              <a:headEnd type="none" w="med" len="med"/>
              <a:tailEnd type="triangle" w="med" len="med"/>
            </a:ln>
          </p:spPr>
        </p:sp>
        <p:sp>
          <p:nvSpPr>
            <p:cNvPr id="95325" name="Line 223"/>
            <p:cNvSpPr/>
            <p:nvPr/>
          </p:nvSpPr>
          <p:spPr>
            <a:xfrm flipV="1">
              <a:off x="5388" y="3225"/>
              <a:ext cx="0" cy="156"/>
            </a:xfrm>
            <a:prstGeom prst="line">
              <a:avLst/>
            </a:prstGeom>
            <a:ln w="19050" cap="flat" cmpd="sng">
              <a:solidFill>
                <a:srgbClr val="FF0000"/>
              </a:solidFill>
              <a:prstDash val="solid"/>
              <a:headEnd type="none" w="med" len="med"/>
              <a:tailEnd type="triangle" w="med" len="med"/>
            </a:ln>
          </p:spPr>
        </p:sp>
      </p:gr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6258" name="页脚占位符 5"/>
          <p:cNvSpPr txBox="1">
            <a:spLocks noGrp="1"/>
          </p:cNvSpPr>
          <p:nvPr>
            <p:ph type="ftr" sz="quarter" idx="11"/>
          </p:nvPr>
        </p:nvSpPr>
        <p:spPr/>
        <p:txBody>
          <a:bodyPr/>
          <a:p>
            <a:pPr marL="0" indent="0" algn="r">
              <a:spcBef>
                <a:spcPct val="0"/>
              </a:spcBef>
              <a:buClrTx/>
              <a:buSzTx/>
              <a:buFontTx/>
              <a:buNone/>
            </a:pPr>
            <a:r>
              <a:rPr lang="en-US" altLang="zh-CN" sz="1400" dirty="0">
                <a:ea typeface="宋体" panose="02010600030101010101" pitchFamily="2" charset="-122"/>
              </a:rPr>
              <a:t>Network Layer</a:t>
            </a:r>
            <a:endParaRPr lang="en-US" altLang="zh-CN" sz="1400" dirty="0">
              <a:latin typeface="Times New Roman" panose="02020603050405020304" pitchFamily="18" charset="0"/>
              <a:ea typeface="宋体" panose="02010600030101010101" pitchFamily="2" charset="-122"/>
            </a:endParaRPr>
          </a:p>
        </p:txBody>
      </p:sp>
      <p:sp>
        <p:nvSpPr>
          <p:cNvPr id="96259" name="灯片编号占位符 6"/>
          <p:cNvSpPr txBox="1">
            <a:spLocks noGrp="1"/>
          </p:cNvSpPr>
          <p:nvPr>
            <p:ph type="sldNum" sz="quarter" idx="12"/>
          </p:nvPr>
        </p:nvSpPr>
        <p:spPr/>
        <p:txBody>
          <a:bodyPr/>
          <a:p>
            <a:pPr marL="0" indent="0" algn="r">
              <a:spcBef>
                <a:spcPct val="0"/>
              </a:spcBef>
              <a:buClrTx/>
              <a:buSzTx/>
              <a:buFontTx/>
              <a:buNone/>
            </a:pPr>
            <a:r>
              <a:rPr lang="en-US" altLang="zh-CN" sz="1400" dirty="0">
                <a:ea typeface="宋体" panose="02010600030101010101" pitchFamily="2" charset="-122"/>
              </a:rPr>
              <a:t>4-</a:t>
            </a: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96260" name="Rectangle 2"/>
          <p:cNvSpPr>
            <a:spLocks noGrp="1"/>
          </p:cNvSpPr>
          <p:nvPr>
            <p:ph type="title"/>
          </p:nvPr>
        </p:nvSpPr>
        <p:spPr/>
        <p:txBody>
          <a:bodyPr vert="horz" wrap="square" lIns="91440" tIns="45720" rIns="91440" bIns="45720" anchor="ctr" anchorCtr="0"/>
          <a:p>
            <a:r>
              <a:rPr lang="en-US" altLang="zh-CN" dirty="0">
                <a:ea typeface="宋体" panose="02010600030101010101" pitchFamily="2" charset="-122"/>
              </a:rPr>
              <a:t>Chapter 4: Network Layer</a:t>
            </a:r>
            <a:endParaRPr lang="en-US" altLang="zh-CN" dirty="0">
              <a:ea typeface="宋体" panose="02010600030101010101" pitchFamily="2" charset="-122"/>
            </a:endParaRPr>
          </a:p>
        </p:txBody>
      </p:sp>
      <p:sp>
        <p:nvSpPr>
          <p:cNvPr id="96261" name="Rectangle 3"/>
          <p:cNvSpPr>
            <a:spLocks noGrp="1"/>
          </p:cNvSpPr>
          <p:nvPr>
            <p:ph sz="half" idx="1"/>
          </p:nvPr>
        </p:nvSpPr>
        <p:spPr/>
        <p:txBody>
          <a:bodyPr vert="horz" wrap="square" lIns="91440" tIns="45720" rIns="91440" bIns="45720" anchor="t" anchorCtr="0"/>
          <a:p>
            <a:pPr>
              <a:buClr>
                <a:schemeClr val="accent2"/>
              </a:buClr>
              <a:buSzPct val="85000"/>
              <a:buFont typeface="ZapfDingbats"/>
            </a:pPr>
            <a:r>
              <a:rPr lang="en-US" altLang="zh-CN" sz="2400" dirty="0">
                <a:ea typeface="宋体" panose="02010600030101010101" pitchFamily="2" charset="-122"/>
              </a:rPr>
              <a:t>4. 1 Introduction</a:t>
            </a:r>
            <a:endParaRPr lang="en-US" altLang="zh-CN" sz="2400" dirty="0">
              <a:ea typeface="宋体" panose="02010600030101010101" pitchFamily="2" charset="-122"/>
            </a:endParaRPr>
          </a:p>
          <a:p>
            <a:pPr>
              <a:buClr>
                <a:schemeClr val="accent2"/>
              </a:buClr>
              <a:buSzPct val="85000"/>
              <a:buFont typeface="ZapfDingbats"/>
            </a:pPr>
            <a:r>
              <a:rPr lang="en-US" altLang="zh-CN" sz="2400" dirty="0">
                <a:ea typeface="宋体" panose="02010600030101010101" pitchFamily="2" charset="-122"/>
              </a:rPr>
              <a:t>4.2 Virtual circuit and datagram networks</a:t>
            </a:r>
            <a:endParaRPr lang="en-US" altLang="zh-CN" sz="2400" dirty="0">
              <a:ea typeface="宋体" panose="02010600030101010101" pitchFamily="2" charset="-122"/>
            </a:endParaRPr>
          </a:p>
          <a:p>
            <a:pPr>
              <a:buClr>
                <a:schemeClr val="accent2"/>
              </a:buClr>
              <a:buSzPct val="85000"/>
              <a:buFont typeface="ZapfDingbats"/>
            </a:pPr>
            <a:r>
              <a:rPr lang="en-US" altLang="zh-CN" sz="2400" dirty="0">
                <a:ea typeface="宋体" panose="02010600030101010101" pitchFamily="2" charset="-122"/>
              </a:rPr>
              <a:t>4.3 What’s inside a router</a:t>
            </a:r>
            <a:endParaRPr lang="en-US" altLang="zh-CN" sz="2400" dirty="0">
              <a:ea typeface="宋体" panose="02010600030101010101" pitchFamily="2" charset="-122"/>
            </a:endParaRPr>
          </a:p>
          <a:p>
            <a:pPr>
              <a:buClr>
                <a:schemeClr val="accent2"/>
              </a:buClr>
              <a:buSzPct val="85000"/>
              <a:buFont typeface="ZapfDingbats"/>
            </a:pPr>
            <a:r>
              <a:rPr lang="en-US" altLang="zh-CN" sz="2400" dirty="0">
                <a:ea typeface="宋体" panose="02010600030101010101" pitchFamily="2" charset="-122"/>
              </a:rPr>
              <a:t>4.4 IP: Internet Protocol</a:t>
            </a:r>
            <a:endParaRPr lang="en-US" altLang="zh-CN" sz="24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Datagram format</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IPv4 addressing</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ICMP</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IPv6</a:t>
            </a:r>
            <a:endParaRPr lang="en-US" altLang="zh-CN" sz="2000" dirty="0">
              <a:ea typeface="宋体" panose="02010600030101010101" pitchFamily="2" charset="-122"/>
            </a:endParaRPr>
          </a:p>
        </p:txBody>
      </p:sp>
      <p:sp>
        <p:nvSpPr>
          <p:cNvPr id="96262" name="Rectangle 4"/>
          <p:cNvSpPr>
            <a:spLocks noGrp="1"/>
          </p:cNvSpPr>
          <p:nvPr>
            <p:ph sz="half" idx="2"/>
          </p:nvPr>
        </p:nvSpPr>
        <p:spPr/>
        <p:txBody>
          <a:bodyPr vert="horz" wrap="square" lIns="91440" tIns="45720" rIns="91440" bIns="45720" anchor="t" anchorCtr="0"/>
          <a:p>
            <a:pPr>
              <a:buClr>
                <a:schemeClr val="accent2"/>
              </a:buClr>
              <a:buSzPct val="85000"/>
              <a:buFont typeface="ZapfDingbats"/>
            </a:pPr>
            <a:r>
              <a:rPr lang="en-US" altLang="zh-CN" sz="2400" dirty="0">
                <a:solidFill>
                  <a:srgbClr val="FF0000"/>
                </a:solidFill>
                <a:ea typeface="宋体" panose="02010600030101010101" pitchFamily="2" charset="-122"/>
              </a:rPr>
              <a:t>4.5 Routing algorithms</a:t>
            </a:r>
            <a:endParaRPr lang="en-US" altLang="zh-CN" sz="2400" dirty="0">
              <a:solidFill>
                <a:srgbClr val="FF0000"/>
              </a:solidFill>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Link state</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solidFill>
                  <a:srgbClr val="FF0000"/>
                </a:solidFill>
                <a:ea typeface="宋体" panose="02010600030101010101" pitchFamily="2" charset="-122"/>
              </a:rPr>
              <a:t>Distance Vector</a:t>
            </a:r>
            <a:endParaRPr lang="en-US" altLang="zh-CN" sz="2000" dirty="0">
              <a:solidFill>
                <a:srgbClr val="FF0000"/>
              </a:solidFill>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Hierarchical routing</a:t>
            </a:r>
            <a:endParaRPr lang="en-US" altLang="zh-CN" sz="2000" dirty="0">
              <a:ea typeface="宋体" panose="02010600030101010101" pitchFamily="2" charset="-122"/>
            </a:endParaRPr>
          </a:p>
          <a:p>
            <a:pPr>
              <a:buClr>
                <a:schemeClr val="accent2"/>
              </a:buClr>
              <a:buSzPct val="85000"/>
              <a:buFont typeface="ZapfDingbats"/>
            </a:pPr>
            <a:r>
              <a:rPr lang="en-US" altLang="zh-CN" sz="2400" dirty="0">
                <a:ea typeface="宋体" panose="02010600030101010101" pitchFamily="2" charset="-122"/>
              </a:rPr>
              <a:t>4.6 Routing in the Internet</a:t>
            </a:r>
            <a:endParaRPr lang="en-US" altLang="zh-CN" sz="24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RIP</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OSPF</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BGP</a:t>
            </a:r>
            <a:endParaRPr lang="en-US" altLang="zh-CN" sz="2000" dirty="0">
              <a:ea typeface="宋体" panose="02010600030101010101" pitchFamily="2" charset="-122"/>
            </a:endParaRPr>
          </a:p>
          <a:p>
            <a:pPr>
              <a:buClr>
                <a:schemeClr val="accent2"/>
              </a:buClr>
              <a:buSzPct val="85000"/>
              <a:buFont typeface="ZapfDingbats"/>
            </a:pPr>
            <a:r>
              <a:rPr lang="en-US" altLang="zh-CN" sz="2400" dirty="0">
                <a:ea typeface="宋体" panose="02010600030101010101" pitchFamily="2" charset="-122"/>
              </a:rPr>
              <a:t>4.7 Broadcast and multicast routing</a:t>
            </a:r>
            <a:endParaRPr lang="en-US" altLang="zh-CN" sz="2400" dirty="0">
              <a:ea typeface="宋体" panose="02010600030101010101" pitchFamily="2" charset="-122"/>
            </a:endParaRPr>
          </a:p>
          <a:p>
            <a:pPr>
              <a:buClr>
                <a:schemeClr val="accent2"/>
              </a:buClr>
              <a:buSzPct val="85000"/>
              <a:buFont typeface="ZapfDingbats"/>
            </a:pPr>
            <a:endParaRPr lang="en-US" altLang="zh-CN" sz="2400" dirty="0">
              <a:ea typeface="宋体" panose="02010600030101010101" pitchFamily="2" charset="-122"/>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7282" name="页脚占位符 4"/>
          <p:cNvSpPr txBox="1">
            <a:spLocks noGrp="1"/>
          </p:cNvSpPr>
          <p:nvPr>
            <p:ph type="ftr" sz="quarter" idx="11"/>
          </p:nvPr>
        </p:nvSpPr>
        <p:spPr/>
        <p:txBody>
          <a:bodyPr/>
          <a:p>
            <a:pPr marL="0" indent="0" algn="r">
              <a:spcBef>
                <a:spcPct val="0"/>
              </a:spcBef>
              <a:buClrTx/>
              <a:buSzTx/>
              <a:buFontTx/>
              <a:buNone/>
            </a:pPr>
            <a:r>
              <a:rPr lang="en-US" altLang="zh-CN" sz="1400" dirty="0">
                <a:ea typeface="宋体" panose="02010600030101010101" pitchFamily="2" charset="-122"/>
              </a:rPr>
              <a:t>Network Layer</a:t>
            </a:r>
            <a:endParaRPr lang="en-US" altLang="zh-CN" sz="1400" dirty="0">
              <a:latin typeface="Times New Roman" panose="02020603050405020304" pitchFamily="18" charset="0"/>
              <a:ea typeface="宋体" panose="02010600030101010101" pitchFamily="2" charset="-122"/>
            </a:endParaRPr>
          </a:p>
        </p:txBody>
      </p:sp>
      <p:sp>
        <p:nvSpPr>
          <p:cNvPr id="97283" name="灯片编号占位符 5"/>
          <p:cNvSpPr txBox="1">
            <a:spLocks noGrp="1"/>
          </p:cNvSpPr>
          <p:nvPr>
            <p:ph type="sldNum" sz="quarter" idx="12"/>
          </p:nvPr>
        </p:nvSpPr>
        <p:spPr/>
        <p:txBody>
          <a:bodyPr/>
          <a:p>
            <a:pPr marL="0" indent="0" algn="r">
              <a:spcBef>
                <a:spcPct val="0"/>
              </a:spcBef>
              <a:buClrTx/>
              <a:buSzTx/>
              <a:buFontTx/>
              <a:buNone/>
            </a:pPr>
            <a:r>
              <a:rPr lang="en-US" altLang="zh-CN" sz="1400" dirty="0">
                <a:ea typeface="宋体" panose="02010600030101010101" pitchFamily="2" charset="-122"/>
              </a:rPr>
              <a:t>4-</a:t>
            </a: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97284" name="Rectangle 2"/>
          <p:cNvSpPr>
            <a:spLocks noGrp="1"/>
          </p:cNvSpPr>
          <p:nvPr>
            <p:ph type="title"/>
          </p:nvPr>
        </p:nvSpPr>
        <p:spPr/>
        <p:txBody>
          <a:bodyPr vert="horz" wrap="square" lIns="91440" tIns="45720" rIns="91440" bIns="45720" anchor="ctr" anchorCtr="0"/>
          <a:p>
            <a:r>
              <a:rPr lang="en-US" altLang="zh-CN" dirty="0">
                <a:ea typeface="宋体" panose="02010600030101010101" pitchFamily="2" charset="-122"/>
              </a:rPr>
              <a:t>Distance Vector Algorithm</a:t>
            </a:r>
            <a:r>
              <a:rPr lang="zh-CN" altLang="en-US" dirty="0">
                <a:ea typeface="宋体" panose="02010600030101010101" pitchFamily="2" charset="-122"/>
                <a:sym typeface="+mn-ea"/>
              </a:rPr>
              <a:t>（题）</a:t>
            </a:r>
            <a:r>
              <a:rPr lang="en-US" altLang="zh-CN" dirty="0">
                <a:ea typeface="宋体" panose="02010600030101010101" pitchFamily="2" charset="-122"/>
              </a:rPr>
              <a:t> </a:t>
            </a:r>
            <a:endParaRPr lang="en-US" altLang="zh-CN" dirty="0">
              <a:ea typeface="宋体" panose="02010600030101010101" pitchFamily="2" charset="-122"/>
            </a:endParaRPr>
          </a:p>
        </p:txBody>
      </p:sp>
      <p:sp>
        <p:nvSpPr>
          <p:cNvPr id="97285" name="Rectangle 3"/>
          <p:cNvSpPr>
            <a:spLocks noGrp="1"/>
          </p:cNvSpPr>
          <p:nvPr>
            <p:ph idx="1"/>
          </p:nvPr>
        </p:nvSpPr>
        <p:spPr>
          <a:xfrm>
            <a:off x="533400" y="1600200"/>
            <a:ext cx="7953375" cy="4648200"/>
          </a:xfrm>
        </p:spPr>
        <p:txBody>
          <a:bodyPr vert="horz" wrap="square" lIns="91440" tIns="45720" rIns="91440" bIns="45720" anchor="t" anchorCtr="0"/>
          <a:p>
            <a:pPr>
              <a:buNone/>
            </a:pPr>
            <a:r>
              <a:rPr lang="en-US" altLang="zh-CN" u="sng" dirty="0">
                <a:solidFill>
                  <a:srgbClr val="FF0000"/>
                </a:solidFill>
                <a:ea typeface="宋体" panose="02010600030101010101" pitchFamily="2" charset="-122"/>
              </a:rPr>
              <a:t>Bellman-Ford Equation (dynamic programming)</a:t>
            </a:r>
            <a:endParaRPr lang="en-US" altLang="zh-CN" u="sng" dirty="0">
              <a:solidFill>
                <a:srgbClr val="FF0000"/>
              </a:solidFill>
              <a:ea typeface="宋体" panose="02010600030101010101" pitchFamily="2" charset="-122"/>
            </a:endParaRPr>
          </a:p>
          <a:p>
            <a:pPr>
              <a:buNone/>
            </a:pPr>
            <a:r>
              <a:rPr lang="en-US" altLang="zh-CN" dirty="0">
                <a:ea typeface="宋体" panose="02010600030101010101" pitchFamily="2" charset="-122"/>
              </a:rPr>
              <a:t>Define</a:t>
            </a:r>
            <a:endParaRPr lang="en-US" altLang="zh-CN" dirty="0">
              <a:ea typeface="宋体" panose="02010600030101010101" pitchFamily="2" charset="-122"/>
            </a:endParaRPr>
          </a:p>
          <a:p>
            <a:pPr>
              <a:buNone/>
            </a:pPr>
            <a:r>
              <a:rPr lang="en-US" altLang="zh-CN" dirty="0">
                <a:ea typeface="宋体" panose="02010600030101010101" pitchFamily="2" charset="-122"/>
              </a:rPr>
              <a:t>d</a:t>
            </a:r>
            <a:r>
              <a:rPr lang="en-US" altLang="zh-CN" baseline="-25000" dirty="0">
                <a:ea typeface="宋体" panose="02010600030101010101" pitchFamily="2" charset="-122"/>
              </a:rPr>
              <a:t>x</a:t>
            </a:r>
            <a:r>
              <a:rPr lang="en-US" altLang="zh-CN" dirty="0">
                <a:ea typeface="宋体" panose="02010600030101010101" pitchFamily="2" charset="-122"/>
              </a:rPr>
              <a:t>(y) := cost of least-cost path from x to y</a:t>
            </a:r>
            <a:endParaRPr lang="en-US" altLang="zh-CN" dirty="0">
              <a:ea typeface="宋体" panose="02010600030101010101" pitchFamily="2" charset="-122"/>
            </a:endParaRPr>
          </a:p>
          <a:p>
            <a:pPr>
              <a:buNone/>
            </a:pPr>
            <a:endParaRPr lang="en-US" altLang="zh-CN" dirty="0">
              <a:ea typeface="宋体" panose="02010600030101010101" pitchFamily="2" charset="-122"/>
            </a:endParaRPr>
          </a:p>
          <a:p>
            <a:pPr>
              <a:buNone/>
            </a:pPr>
            <a:r>
              <a:rPr lang="en-US" altLang="zh-CN" dirty="0">
                <a:ea typeface="宋体" panose="02010600030101010101" pitchFamily="2" charset="-122"/>
              </a:rPr>
              <a:t>Then</a:t>
            </a:r>
            <a:endParaRPr lang="en-US" altLang="zh-CN" dirty="0">
              <a:ea typeface="宋体" panose="02010600030101010101" pitchFamily="2" charset="-122"/>
            </a:endParaRPr>
          </a:p>
          <a:p>
            <a:pPr>
              <a:buNone/>
            </a:pPr>
            <a:endParaRPr lang="en-US" altLang="zh-CN" dirty="0">
              <a:ea typeface="宋体" panose="02010600030101010101" pitchFamily="2" charset="-122"/>
            </a:endParaRPr>
          </a:p>
          <a:p>
            <a:pPr>
              <a:buNone/>
            </a:pPr>
            <a:r>
              <a:rPr lang="en-US" altLang="zh-CN" dirty="0">
                <a:solidFill>
                  <a:srgbClr val="FF0000"/>
                </a:solidFill>
                <a:ea typeface="宋体" panose="02010600030101010101" pitchFamily="2" charset="-122"/>
              </a:rPr>
              <a:t>d</a:t>
            </a:r>
            <a:r>
              <a:rPr lang="en-US" altLang="zh-CN" baseline="-25000" dirty="0">
                <a:solidFill>
                  <a:srgbClr val="FF0000"/>
                </a:solidFill>
                <a:ea typeface="宋体" panose="02010600030101010101" pitchFamily="2" charset="-122"/>
              </a:rPr>
              <a:t>x</a:t>
            </a:r>
            <a:r>
              <a:rPr lang="en-US" altLang="zh-CN" dirty="0">
                <a:solidFill>
                  <a:srgbClr val="FF0000"/>
                </a:solidFill>
                <a:ea typeface="宋体" panose="02010600030101010101" pitchFamily="2" charset="-122"/>
              </a:rPr>
              <a:t>(y) = min {c(x,v) + d</a:t>
            </a:r>
            <a:r>
              <a:rPr lang="en-US" altLang="zh-CN" baseline="-25000" dirty="0">
                <a:solidFill>
                  <a:srgbClr val="FF0000"/>
                </a:solidFill>
                <a:ea typeface="宋体" panose="02010600030101010101" pitchFamily="2" charset="-122"/>
              </a:rPr>
              <a:t>v</a:t>
            </a:r>
            <a:r>
              <a:rPr lang="en-US" altLang="zh-CN" dirty="0">
                <a:solidFill>
                  <a:srgbClr val="FF0000"/>
                </a:solidFill>
                <a:ea typeface="宋体" panose="02010600030101010101" pitchFamily="2" charset="-122"/>
              </a:rPr>
              <a:t>(y) }</a:t>
            </a:r>
            <a:endParaRPr lang="en-US" altLang="zh-CN" dirty="0">
              <a:solidFill>
                <a:srgbClr val="FF0000"/>
              </a:solidFill>
              <a:ea typeface="宋体" panose="02010600030101010101" pitchFamily="2" charset="-122"/>
            </a:endParaRPr>
          </a:p>
          <a:p>
            <a:pPr>
              <a:buNone/>
            </a:pPr>
            <a:endParaRPr lang="en-US" altLang="zh-CN" dirty="0">
              <a:ea typeface="宋体" panose="02010600030101010101" pitchFamily="2" charset="-122"/>
            </a:endParaRPr>
          </a:p>
          <a:p>
            <a:pPr>
              <a:buNone/>
            </a:pPr>
            <a:r>
              <a:rPr lang="en-US" altLang="zh-CN" dirty="0">
                <a:ea typeface="宋体" panose="02010600030101010101" pitchFamily="2" charset="-122"/>
              </a:rPr>
              <a:t>where min is taken over all neighbors v of x</a:t>
            </a:r>
            <a:endParaRPr lang="en-US" altLang="zh-CN" dirty="0">
              <a:ea typeface="宋体" panose="02010600030101010101" pitchFamily="2" charset="-122"/>
            </a:endParaRPr>
          </a:p>
        </p:txBody>
      </p:sp>
      <p:sp>
        <p:nvSpPr>
          <p:cNvPr id="97286" name="Rectangle 4"/>
          <p:cNvSpPr/>
          <p:nvPr/>
        </p:nvSpPr>
        <p:spPr>
          <a:xfrm>
            <a:off x="490538" y="4610100"/>
            <a:ext cx="4662487" cy="669925"/>
          </a:xfrm>
          <a:prstGeom prst="rect">
            <a:avLst/>
          </a:prstGeom>
          <a:noFill/>
          <a:ln w="28575" cap="flat" cmpd="sng">
            <a:solidFill>
              <a:srgbClr val="FF0000"/>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97287" name="Text Box 5"/>
          <p:cNvSpPr txBox="1"/>
          <p:nvPr/>
        </p:nvSpPr>
        <p:spPr>
          <a:xfrm>
            <a:off x="1943100" y="4953000"/>
            <a:ext cx="295275"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solidFill>
                  <a:srgbClr val="FF0000"/>
                </a:solidFill>
                <a:ea typeface="宋体" panose="02010600030101010101" pitchFamily="2" charset="-122"/>
              </a:rPr>
              <a:t>v</a:t>
            </a:r>
            <a:endParaRPr lang="en-US" altLang="zh-CN" sz="1800" dirty="0">
              <a:solidFill>
                <a:srgbClr val="FF0000"/>
              </a:solidFill>
              <a:ea typeface="宋体" panose="02010600030101010101" pitchFamily="2" charset="-122"/>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8306" name="页脚占位符 3"/>
          <p:cNvSpPr txBox="1">
            <a:spLocks noGrp="1"/>
          </p:cNvSpPr>
          <p:nvPr>
            <p:ph type="ftr" sz="quarter" idx="11"/>
          </p:nvPr>
        </p:nvSpPr>
        <p:spPr/>
        <p:txBody>
          <a:bodyPr/>
          <a:p>
            <a:pPr marL="0" indent="0" algn="r">
              <a:spcBef>
                <a:spcPct val="0"/>
              </a:spcBef>
              <a:buClrTx/>
              <a:buSzTx/>
              <a:buFontTx/>
              <a:buNone/>
            </a:pPr>
            <a:r>
              <a:rPr lang="en-US" altLang="zh-CN" sz="1400" dirty="0">
                <a:ea typeface="宋体" panose="02010600030101010101" pitchFamily="2" charset="-122"/>
              </a:rPr>
              <a:t>Network Layer</a:t>
            </a:r>
            <a:endParaRPr lang="en-US" altLang="zh-CN" sz="1400" dirty="0">
              <a:latin typeface="Times New Roman" panose="02020603050405020304" pitchFamily="18" charset="0"/>
              <a:ea typeface="宋体" panose="02010600030101010101" pitchFamily="2" charset="-122"/>
            </a:endParaRPr>
          </a:p>
        </p:txBody>
      </p:sp>
      <p:sp>
        <p:nvSpPr>
          <p:cNvPr id="98307" name="灯片编号占位符 4"/>
          <p:cNvSpPr txBox="1">
            <a:spLocks noGrp="1"/>
          </p:cNvSpPr>
          <p:nvPr>
            <p:ph type="sldNum" sz="quarter" idx="12"/>
          </p:nvPr>
        </p:nvSpPr>
        <p:spPr/>
        <p:txBody>
          <a:bodyPr/>
          <a:p>
            <a:pPr marL="0" indent="0" algn="r">
              <a:spcBef>
                <a:spcPct val="0"/>
              </a:spcBef>
              <a:buClrTx/>
              <a:buSzTx/>
              <a:buFontTx/>
              <a:buNone/>
            </a:pPr>
            <a:r>
              <a:rPr lang="en-US" altLang="zh-CN" sz="1400" dirty="0">
                <a:ea typeface="宋体" panose="02010600030101010101" pitchFamily="2" charset="-122"/>
              </a:rPr>
              <a:t>4-</a:t>
            </a: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98308" name="Rectangle 2"/>
          <p:cNvSpPr>
            <a:spLocks noGrp="1"/>
          </p:cNvSpPr>
          <p:nvPr>
            <p:ph type="title"/>
          </p:nvPr>
        </p:nvSpPr>
        <p:spPr/>
        <p:txBody>
          <a:bodyPr vert="horz" wrap="square" lIns="91440" tIns="45720" rIns="91440" bIns="45720" anchor="ctr" anchorCtr="0"/>
          <a:p>
            <a:r>
              <a:rPr lang="en-US" altLang="zh-CN" dirty="0">
                <a:ea typeface="宋体" panose="02010600030101010101" pitchFamily="2" charset="-122"/>
              </a:rPr>
              <a:t>Bellman-Ford example </a:t>
            </a:r>
            <a:endParaRPr lang="en-US" altLang="zh-CN" dirty="0">
              <a:ea typeface="宋体" panose="02010600030101010101" pitchFamily="2" charset="-122"/>
            </a:endParaRPr>
          </a:p>
        </p:txBody>
      </p:sp>
      <p:grpSp>
        <p:nvGrpSpPr>
          <p:cNvPr id="98309" name="Group 3"/>
          <p:cNvGrpSpPr/>
          <p:nvPr/>
        </p:nvGrpSpPr>
        <p:grpSpPr>
          <a:xfrm>
            <a:off x="276225" y="1470025"/>
            <a:ext cx="3571875" cy="2236788"/>
            <a:chOff x="3162" y="1071"/>
            <a:chExt cx="2250" cy="1409"/>
          </a:xfrm>
        </p:grpSpPr>
        <p:sp>
          <p:nvSpPr>
            <p:cNvPr id="98314" name="Freeform 4"/>
            <p:cNvSpPr/>
            <p:nvPr/>
          </p:nvSpPr>
          <p:spPr>
            <a:xfrm>
              <a:off x="3162" y="1071"/>
              <a:ext cx="2250" cy="1409"/>
            </a:xfrm>
            <a:custGeom>
              <a:avLst/>
              <a:gdLst/>
              <a:ahLst/>
              <a:cxnLst>
                <a:cxn ang="0">
                  <a:pos x="0" y="624"/>
                </a:cxn>
                <a:cxn ang="0">
                  <a:pos x="219" y="321"/>
                </a:cxn>
                <a:cxn ang="0">
                  <a:pos x="529" y="35"/>
                </a:cxn>
                <a:cxn ang="0">
                  <a:pos x="1551" y="111"/>
                </a:cxn>
                <a:cxn ang="0">
                  <a:pos x="1968" y="483"/>
                </a:cxn>
                <a:cxn ang="0">
                  <a:pos x="2199" y="906"/>
                </a:cxn>
                <a:cxn ang="0">
                  <a:pos x="1659" y="1314"/>
                </a:cxn>
                <a:cxn ang="0">
                  <a:pos x="993" y="1386"/>
                </a:cxn>
                <a:cxn ang="0">
                  <a:pos x="465" y="1356"/>
                </a:cxn>
                <a:cxn ang="0">
                  <a:pos x="102" y="1068"/>
                </a:cxn>
                <a:cxn ang="0">
                  <a:pos x="0" y="624"/>
                </a:cxn>
              </a:cxnLst>
              <a:pathLst>
                <a:path w="2250" h="1409">
                  <a:moveTo>
                    <a:pt x="0" y="624"/>
                  </a:moveTo>
                  <a:cubicBezTo>
                    <a:pt x="5" y="506"/>
                    <a:pt x="131" y="419"/>
                    <a:pt x="219" y="321"/>
                  </a:cubicBezTo>
                  <a:cubicBezTo>
                    <a:pt x="307" y="223"/>
                    <a:pt x="307" y="70"/>
                    <a:pt x="529" y="35"/>
                  </a:cubicBezTo>
                  <a:cubicBezTo>
                    <a:pt x="751" y="0"/>
                    <a:pt x="1311" y="36"/>
                    <a:pt x="1551" y="111"/>
                  </a:cubicBezTo>
                  <a:cubicBezTo>
                    <a:pt x="1791" y="186"/>
                    <a:pt x="1860" y="351"/>
                    <a:pt x="1968" y="483"/>
                  </a:cubicBezTo>
                  <a:cubicBezTo>
                    <a:pt x="2076" y="615"/>
                    <a:pt x="2250" y="767"/>
                    <a:pt x="2199" y="906"/>
                  </a:cubicBezTo>
                  <a:cubicBezTo>
                    <a:pt x="2148" y="1045"/>
                    <a:pt x="1860" y="1234"/>
                    <a:pt x="1659" y="1314"/>
                  </a:cubicBezTo>
                  <a:cubicBezTo>
                    <a:pt x="1458" y="1394"/>
                    <a:pt x="1192" y="1379"/>
                    <a:pt x="993" y="1386"/>
                  </a:cubicBezTo>
                  <a:cubicBezTo>
                    <a:pt x="794" y="1393"/>
                    <a:pt x="613" y="1409"/>
                    <a:pt x="465" y="1356"/>
                  </a:cubicBezTo>
                  <a:cubicBezTo>
                    <a:pt x="317" y="1303"/>
                    <a:pt x="180" y="1190"/>
                    <a:pt x="102" y="1068"/>
                  </a:cubicBezTo>
                  <a:cubicBezTo>
                    <a:pt x="24" y="946"/>
                    <a:pt x="21" y="716"/>
                    <a:pt x="0" y="624"/>
                  </a:cubicBezTo>
                  <a:close/>
                </a:path>
              </a:pathLst>
            </a:custGeom>
            <a:solidFill>
              <a:srgbClr val="99CCFF">
                <a:alpha val="100000"/>
              </a:srgbClr>
            </a:solidFill>
            <a:ln w="9525">
              <a:noFill/>
            </a:ln>
          </p:spPr>
          <p:txBody>
            <a:bodyPr/>
            <a:p>
              <a:endParaRPr lang="zh-CN" altLang="en-US"/>
            </a:p>
          </p:txBody>
        </p:sp>
        <p:sp>
          <p:nvSpPr>
            <p:cNvPr id="98315" name="Freeform 5"/>
            <p:cNvSpPr/>
            <p:nvPr/>
          </p:nvSpPr>
          <p:spPr>
            <a:xfrm>
              <a:off x="3498" y="1620"/>
              <a:ext cx="342" cy="186"/>
            </a:xfrm>
            <a:custGeom>
              <a:avLst/>
              <a:gdLst/>
              <a:ahLst/>
              <a:cxnLst>
                <a:cxn ang="0">
                  <a:pos x="0" y="186"/>
                </a:cxn>
                <a:cxn ang="0">
                  <a:pos x="342" y="0"/>
                </a:cxn>
              </a:cxnLst>
              <a:pathLst>
                <a:path w="342" h="186">
                  <a:moveTo>
                    <a:pt x="0" y="186"/>
                  </a:moveTo>
                  <a:lnTo>
                    <a:pt x="342" y="0"/>
                  </a:lnTo>
                </a:path>
              </a:pathLst>
            </a:custGeom>
            <a:noFill/>
            <a:ln w="12700" cap="flat" cmpd="sng">
              <a:solidFill>
                <a:schemeClr val="tx1">
                  <a:alpha val="100000"/>
                </a:schemeClr>
              </a:solidFill>
              <a:prstDash val="solid"/>
              <a:round/>
              <a:headEnd type="none" w="med" len="med"/>
              <a:tailEnd type="none" w="med" len="med"/>
            </a:ln>
          </p:spPr>
          <p:txBody>
            <a:bodyPr/>
            <a:p>
              <a:endParaRPr lang="zh-CN" altLang="en-US"/>
            </a:p>
          </p:txBody>
        </p:sp>
        <p:sp>
          <p:nvSpPr>
            <p:cNvPr id="98316" name="Oval 6"/>
            <p:cNvSpPr/>
            <p:nvPr/>
          </p:nvSpPr>
          <p:spPr>
            <a:xfrm>
              <a:off x="3238" y="1862"/>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98317" name="Line 7"/>
            <p:cNvSpPr/>
            <p:nvPr/>
          </p:nvSpPr>
          <p:spPr>
            <a:xfrm>
              <a:off x="3238" y="1855"/>
              <a:ext cx="0" cy="50"/>
            </a:xfrm>
            <a:prstGeom prst="line">
              <a:avLst/>
            </a:prstGeom>
            <a:ln w="12700" cap="flat" cmpd="sng">
              <a:solidFill>
                <a:schemeClr val="tx1"/>
              </a:solidFill>
              <a:prstDash val="solid"/>
              <a:headEnd type="none" w="med" len="med"/>
              <a:tailEnd type="none" w="med" len="med"/>
            </a:ln>
          </p:spPr>
        </p:sp>
        <p:sp>
          <p:nvSpPr>
            <p:cNvPr id="98318" name="Line 8"/>
            <p:cNvSpPr/>
            <p:nvPr/>
          </p:nvSpPr>
          <p:spPr>
            <a:xfrm>
              <a:off x="3551" y="1855"/>
              <a:ext cx="0" cy="50"/>
            </a:xfrm>
            <a:prstGeom prst="line">
              <a:avLst/>
            </a:prstGeom>
            <a:ln w="12700" cap="flat" cmpd="sng">
              <a:solidFill>
                <a:schemeClr val="tx1"/>
              </a:solidFill>
              <a:prstDash val="solid"/>
              <a:headEnd type="none" w="med" len="med"/>
              <a:tailEnd type="none" w="med" len="med"/>
            </a:ln>
          </p:spPr>
        </p:sp>
        <p:sp>
          <p:nvSpPr>
            <p:cNvPr id="98319" name="Rectangle 9"/>
            <p:cNvSpPr/>
            <p:nvPr/>
          </p:nvSpPr>
          <p:spPr>
            <a:xfrm>
              <a:off x="3238" y="1855"/>
              <a:ext cx="310"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98320" name="Oval 10"/>
            <p:cNvSpPr/>
            <p:nvPr/>
          </p:nvSpPr>
          <p:spPr>
            <a:xfrm>
              <a:off x="3235" y="1796"/>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98321" name="Oval 11"/>
            <p:cNvSpPr/>
            <p:nvPr/>
          </p:nvSpPr>
          <p:spPr>
            <a:xfrm>
              <a:off x="3712" y="2249"/>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98322" name="Line 12"/>
            <p:cNvSpPr/>
            <p:nvPr/>
          </p:nvSpPr>
          <p:spPr>
            <a:xfrm>
              <a:off x="3712" y="2242"/>
              <a:ext cx="0" cy="50"/>
            </a:xfrm>
            <a:prstGeom prst="line">
              <a:avLst/>
            </a:prstGeom>
            <a:ln w="12700" cap="flat" cmpd="sng">
              <a:solidFill>
                <a:schemeClr val="tx1"/>
              </a:solidFill>
              <a:prstDash val="solid"/>
              <a:headEnd type="none" w="med" len="med"/>
              <a:tailEnd type="none" w="med" len="med"/>
            </a:ln>
          </p:spPr>
        </p:sp>
        <p:sp>
          <p:nvSpPr>
            <p:cNvPr id="98323" name="Line 13"/>
            <p:cNvSpPr/>
            <p:nvPr/>
          </p:nvSpPr>
          <p:spPr>
            <a:xfrm>
              <a:off x="4025" y="2242"/>
              <a:ext cx="0" cy="50"/>
            </a:xfrm>
            <a:prstGeom prst="line">
              <a:avLst/>
            </a:prstGeom>
            <a:ln w="12700" cap="flat" cmpd="sng">
              <a:solidFill>
                <a:schemeClr val="tx1"/>
              </a:solidFill>
              <a:prstDash val="solid"/>
              <a:headEnd type="none" w="med" len="med"/>
              <a:tailEnd type="none" w="med" len="med"/>
            </a:ln>
          </p:spPr>
        </p:sp>
        <p:sp>
          <p:nvSpPr>
            <p:cNvPr id="98324" name="Rectangle 14"/>
            <p:cNvSpPr/>
            <p:nvPr/>
          </p:nvSpPr>
          <p:spPr>
            <a:xfrm>
              <a:off x="3712" y="2242"/>
              <a:ext cx="310"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98325" name="Oval 15"/>
            <p:cNvSpPr/>
            <p:nvPr/>
          </p:nvSpPr>
          <p:spPr>
            <a:xfrm>
              <a:off x="3709" y="2183"/>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98326" name="Oval 16"/>
            <p:cNvSpPr/>
            <p:nvPr/>
          </p:nvSpPr>
          <p:spPr>
            <a:xfrm>
              <a:off x="3708" y="1559"/>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98327" name="Line 17"/>
            <p:cNvSpPr/>
            <p:nvPr/>
          </p:nvSpPr>
          <p:spPr>
            <a:xfrm>
              <a:off x="3708" y="1552"/>
              <a:ext cx="0" cy="50"/>
            </a:xfrm>
            <a:prstGeom prst="line">
              <a:avLst/>
            </a:prstGeom>
            <a:ln w="12700" cap="flat" cmpd="sng">
              <a:solidFill>
                <a:schemeClr val="tx1"/>
              </a:solidFill>
              <a:prstDash val="solid"/>
              <a:headEnd type="none" w="med" len="med"/>
              <a:tailEnd type="none" w="med" len="med"/>
            </a:ln>
          </p:spPr>
        </p:sp>
        <p:sp>
          <p:nvSpPr>
            <p:cNvPr id="98328" name="Line 18"/>
            <p:cNvSpPr/>
            <p:nvPr/>
          </p:nvSpPr>
          <p:spPr>
            <a:xfrm>
              <a:off x="4021" y="1552"/>
              <a:ext cx="0" cy="50"/>
            </a:xfrm>
            <a:prstGeom prst="line">
              <a:avLst/>
            </a:prstGeom>
            <a:ln w="12700" cap="flat" cmpd="sng">
              <a:solidFill>
                <a:schemeClr val="tx1"/>
              </a:solidFill>
              <a:prstDash val="solid"/>
              <a:headEnd type="none" w="med" len="med"/>
              <a:tailEnd type="none" w="med" len="med"/>
            </a:ln>
          </p:spPr>
        </p:sp>
        <p:sp>
          <p:nvSpPr>
            <p:cNvPr id="98329" name="Rectangle 19"/>
            <p:cNvSpPr/>
            <p:nvPr/>
          </p:nvSpPr>
          <p:spPr>
            <a:xfrm>
              <a:off x="3708" y="1552"/>
              <a:ext cx="310"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98330" name="Oval 20"/>
            <p:cNvSpPr/>
            <p:nvPr/>
          </p:nvSpPr>
          <p:spPr>
            <a:xfrm>
              <a:off x="3705" y="1493"/>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98331" name="Oval 21"/>
            <p:cNvSpPr/>
            <p:nvPr/>
          </p:nvSpPr>
          <p:spPr>
            <a:xfrm>
              <a:off x="4391" y="1555"/>
              <a:ext cx="312"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98332" name="Line 22"/>
            <p:cNvSpPr/>
            <p:nvPr/>
          </p:nvSpPr>
          <p:spPr>
            <a:xfrm>
              <a:off x="4391" y="1548"/>
              <a:ext cx="0" cy="50"/>
            </a:xfrm>
            <a:prstGeom prst="line">
              <a:avLst/>
            </a:prstGeom>
            <a:ln w="12700" cap="flat" cmpd="sng">
              <a:solidFill>
                <a:schemeClr val="tx1"/>
              </a:solidFill>
              <a:prstDash val="solid"/>
              <a:headEnd type="none" w="med" len="med"/>
              <a:tailEnd type="none" w="med" len="med"/>
            </a:ln>
          </p:spPr>
        </p:sp>
        <p:sp>
          <p:nvSpPr>
            <p:cNvPr id="98333" name="Line 23"/>
            <p:cNvSpPr/>
            <p:nvPr/>
          </p:nvSpPr>
          <p:spPr>
            <a:xfrm>
              <a:off x="4703" y="1548"/>
              <a:ext cx="0" cy="50"/>
            </a:xfrm>
            <a:prstGeom prst="line">
              <a:avLst/>
            </a:prstGeom>
            <a:ln w="12700" cap="flat" cmpd="sng">
              <a:solidFill>
                <a:schemeClr val="tx1"/>
              </a:solidFill>
              <a:prstDash val="solid"/>
              <a:headEnd type="none" w="med" len="med"/>
              <a:tailEnd type="none" w="med" len="med"/>
            </a:ln>
          </p:spPr>
        </p:sp>
        <p:sp>
          <p:nvSpPr>
            <p:cNvPr id="98334" name="Rectangle 24"/>
            <p:cNvSpPr/>
            <p:nvPr/>
          </p:nvSpPr>
          <p:spPr>
            <a:xfrm>
              <a:off x="4391" y="1548"/>
              <a:ext cx="309"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98335" name="Oval 25"/>
            <p:cNvSpPr/>
            <p:nvPr/>
          </p:nvSpPr>
          <p:spPr>
            <a:xfrm>
              <a:off x="4394" y="1492"/>
              <a:ext cx="312"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98336" name="Oval 26"/>
            <p:cNvSpPr/>
            <p:nvPr/>
          </p:nvSpPr>
          <p:spPr>
            <a:xfrm>
              <a:off x="4401" y="2246"/>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98337" name="Line 27"/>
            <p:cNvSpPr/>
            <p:nvPr/>
          </p:nvSpPr>
          <p:spPr>
            <a:xfrm>
              <a:off x="4401" y="2239"/>
              <a:ext cx="0" cy="50"/>
            </a:xfrm>
            <a:prstGeom prst="line">
              <a:avLst/>
            </a:prstGeom>
            <a:ln w="12700" cap="flat" cmpd="sng">
              <a:solidFill>
                <a:schemeClr val="tx1"/>
              </a:solidFill>
              <a:prstDash val="solid"/>
              <a:headEnd type="none" w="med" len="med"/>
              <a:tailEnd type="none" w="med" len="med"/>
            </a:ln>
          </p:spPr>
        </p:sp>
        <p:sp>
          <p:nvSpPr>
            <p:cNvPr id="98338" name="Line 28"/>
            <p:cNvSpPr/>
            <p:nvPr/>
          </p:nvSpPr>
          <p:spPr>
            <a:xfrm>
              <a:off x="4714" y="2239"/>
              <a:ext cx="0" cy="50"/>
            </a:xfrm>
            <a:prstGeom prst="line">
              <a:avLst/>
            </a:prstGeom>
            <a:ln w="12700" cap="flat" cmpd="sng">
              <a:solidFill>
                <a:schemeClr val="tx1"/>
              </a:solidFill>
              <a:prstDash val="solid"/>
              <a:headEnd type="none" w="med" len="med"/>
              <a:tailEnd type="none" w="med" len="med"/>
            </a:ln>
          </p:spPr>
        </p:sp>
        <p:sp>
          <p:nvSpPr>
            <p:cNvPr id="98339" name="Rectangle 29"/>
            <p:cNvSpPr/>
            <p:nvPr/>
          </p:nvSpPr>
          <p:spPr>
            <a:xfrm>
              <a:off x="4401" y="2239"/>
              <a:ext cx="310"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98340" name="Oval 30"/>
            <p:cNvSpPr/>
            <p:nvPr/>
          </p:nvSpPr>
          <p:spPr>
            <a:xfrm>
              <a:off x="4398" y="2180"/>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98341" name="Oval 31"/>
            <p:cNvSpPr/>
            <p:nvPr/>
          </p:nvSpPr>
          <p:spPr>
            <a:xfrm>
              <a:off x="4966" y="1905"/>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98342" name="Line 32"/>
            <p:cNvSpPr/>
            <p:nvPr/>
          </p:nvSpPr>
          <p:spPr>
            <a:xfrm>
              <a:off x="4966" y="1898"/>
              <a:ext cx="0" cy="50"/>
            </a:xfrm>
            <a:prstGeom prst="line">
              <a:avLst/>
            </a:prstGeom>
            <a:ln w="12700" cap="flat" cmpd="sng">
              <a:solidFill>
                <a:schemeClr val="tx1"/>
              </a:solidFill>
              <a:prstDash val="solid"/>
              <a:headEnd type="none" w="med" len="med"/>
              <a:tailEnd type="none" w="med" len="med"/>
            </a:ln>
          </p:spPr>
        </p:sp>
        <p:sp>
          <p:nvSpPr>
            <p:cNvPr id="98343" name="Line 33"/>
            <p:cNvSpPr/>
            <p:nvPr/>
          </p:nvSpPr>
          <p:spPr>
            <a:xfrm>
              <a:off x="5279" y="1898"/>
              <a:ext cx="0" cy="50"/>
            </a:xfrm>
            <a:prstGeom prst="line">
              <a:avLst/>
            </a:prstGeom>
            <a:ln w="12700" cap="flat" cmpd="sng">
              <a:solidFill>
                <a:schemeClr val="tx1"/>
              </a:solidFill>
              <a:prstDash val="solid"/>
              <a:headEnd type="none" w="med" len="med"/>
              <a:tailEnd type="none" w="med" len="med"/>
            </a:ln>
          </p:spPr>
        </p:sp>
        <p:sp>
          <p:nvSpPr>
            <p:cNvPr id="98344" name="Rectangle 34"/>
            <p:cNvSpPr/>
            <p:nvPr/>
          </p:nvSpPr>
          <p:spPr>
            <a:xfrm>
              <a:off x="4966" y="1898"/>
              <a:ext cx="310"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98345" name="Oval 35"/>
            <p:cNvSpPr/>
            <p:nvPr/>
          </p:nvSpPr>
          <p:spPr>
            <a:xfrm>
              <a:off x="4963" y="1839"/>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98346" name="Freeform 36"/>
            <p:cNvSpPr/>
            <p:nvPr/>
          </p:nvSpPr>
          <p:spPr>
            <a:xfrm>
              <a:off x="4557" y="1647"/>
              <a:ext cx="1" cy="522"/>
            </a:xfrm>
            <a:custGeom>
              <a:avLst/>
              <a:gdLst/>
              <a:ahLst/>
              <a:cxnLst>
                <a:cxn ang="0">
                  <a:pos x="0" y="0"/>
                </a:cxn>
                <a:cxn ang="0">
                  <a:pos x="0" y="522"/>
                </a:cxn>
              </a:cxnLst>
              <a:pathLst>
                <a:path w="1" h="522">
                  <a:moveTo>
                    <a:pt x="0" y="0"/>
                  </a:moveTo>
                  <a:lnTo>
                    <a:pt x="0" y="522"/>
                  </a:lnTo>
                </a:path>
              </a:pathLst>
            </a:custGeom>
            <a:noFill/>
            <a:ln w="12700" cap="flat" cmpd="sng">
              <a:solidFill>
                <a:schemeClr val="tx1">
                  <a:alpha val="100000"/>
                </a:schemeClr>
              </a:solidFill>
              <a:prstDash val="solid"/>
              <a:round/>
              <a:headEnd type="none" w="med" len="med"/>
              <a:tailEnd type="none" w="med" len="med"/>
            </a:ln>
          </p:spPr>
          <p:txBody>
            <a:bodyPr/>
            <a:p>
              <a:endParaRPr lang="zh-CN" altLang="en-US"/>
            </a:p>
          </p:txBody>
        </p:sp>
        <p:sp>
          <p:nvSpPr>
            <p:cNvPr id="98347" name="Freeform 37"/>
            <p:cNvSpPr/>
            <p:nvPr/>
          </p:nvSpPr>
          <p:spPr>
            <a:xfrm>
              <a:off x="3864" y="1653"/>
              <a:ext cx="1" cy="537"/>
            </a:xfrm>
            <a:custGeom>
              <a:avLst/>
              <a:gdLst/>
              <a:ahLst/>
              <a:cxnLst>
                <a:cxn ang="0">
                  <a:pos x="0" y="0"/>
                </a:cxn>
                <a:cxn ang="0">
                  <a:pos x="0" y="537"/>
                </a:cxn>
              </a:cxnLst>
              <a:pathLst>
                <a:path w="1" h="537">
                  <a:moveTo>
                    <a:pt x="0" y="0"/>
                  </a:moveTo>
                  <a:lnTo>
                    <a:pt x="0" y="537"/>
                  </a:lnTo>
                </a:path>
              </a:pathLst>
            </a:custGeom>
            <a:noFill/>
            <a:ln w="12700" cap="flat" cmpd="sng">
              <a:solidFill>
                <a:schemeClr val="tx1">
                  <a:alpha val="100000"/>
                </a:schemeClr>
              </a:solidFill>
              <a:prstDash val="solid"/>
              <a:round/>
              <a:headEnd type="none" w="med" len="med"/>
              <a:tailEnd type="none" w="med" len="med"/>
            </a:ln>
          </p:spPr>
          <p:txBody>
            <a:bodyPr/>
            <a:p>
              <a:endParaRPr lang="zh-CN" altLang="en-US"/>
            </a:p>
          </p:txBody>
        </p:sp>
        <p:sp>
          <p:nvSpPr>
            <p:cNvPr id="98348" name="Freeform 38"/>
            <p:cNvSpPr/>
            <p:nvPr/>
          </p:nvSpPr>
          <p:spPr>
            <a:xfrm>
              <a:off x="4029" y="1638"/>
              <a:ext cx="504" cy="600"/>
            </a:xfrm>
            <a:custGeom>
              <a:avLst/>
              <a:gdLst/>
              <a:ahLst/>
              <a:cxnLst>
                <a:cxn ang="0">
                  <a:pos x="0" y="3478121"/>
                </a:cxn>
                <a:cxn ang="0">
                  <a:pos x="3776" y="0"/>
                </a:cxn>
              </a:cxnLst>
              <a:pathLst>
                <a:path w="378" h="174">
                  <a:moveTo>
                    <a:pt x="0" y="174"/>
                  </a:moveTo>
                  <a:lnTo>
                    <a:pt x="378" y="0"/>
                  </a:lnTo>
                </a:path>
              </a:pathLst>
            </a:custGeom>
            <a:noFill/>
            <a:ln w="12700" cap="flat" cmpd="sng">
              <a:solidFill>
                <a:schemeClr val="tx1">
                  <a:alpha val="100000"/>
                </a:schemeClr>
              </a:solidFill>
              <a:prstDash val="solid"/>
              <a:round/>
              <a:headEnd type="none" w="med" len="med"/>
              <a:tailEnd type="none" w="med" len="med"/>
            </a:ln>
          </p:spPr>
          <p:txBody>
            <a:bodyPr/>
            <a:p>
              <a:endParaRPr lang="zh-CN" altLang="en-US"/>
            </a:p>
          </p:txBody>
        </p:sp>
        <p:sp>
          <p:nvSpPr>
            <p:cNvPr id="98349" name="Freeform 39"/>
            <p:cNvSpPr/>
            <p:nvPr/>
          </p:nvSpPr>
          <p:spPr>
            <a:xfrm>
              <a:off x="4716" y="1986"/>
              <a:ext cx="366" cy="270"/>
            </a:xfrm>
            <a:custGeom>
              <a:avLst/>
              <a:gdLst/>
              <a:ahLst/>
              <a:cxnLst>
                <a:cxn ang="0">
                  <a:pos x="0" y="270"/>
                </a:cxn>
                <a:cxn ang="0">
                  <a:pos x="366" y="0"/>
                </a:cxn>
              </a:cxnLst>
              <a:pathLst>
                <a:path w="366" h="270">
                  <a:moveTo>
                    <a:pt x="0" y="270"/>
                  </a:moveTo>
                  <a:lnTo>
                    <a:pt x="366" y="0"/>
                  </a:lnTo>
                </a:path>
              </a:pathLst>
            </a:custGeom>
            <a:noFill/>
            <a:ln w="12700" cap="flat" cmpd="sng">
              <a:solidFill>
                <a:schemeClr val="tx1">
                  <a:alpha val="100000"/>
                </a:schemeClr>
              </a:solidFill>
              <a:prstDash val="solid"/>
              <a:round/>
              <a:headEnd type="none" w="med" len="med"/>
              <a:tailEnd type="none" w="med" len="med"/>
            </a:ln>
          </p:spPr>
          <p:txBody>
            <a:bodyPr/>
            <a:p>
              <a:endParaRPr lang="zh-CN" altLang="en-US"/>
            </a:p>
          </p:txBody>
        </p:sp>
        <p:sp>
          <p:nvSpPr>
            <p:cNvPr id="98350" name="Freeform 40"/>
            <p:cNvSpPr/>
            <p:nvPr/>
          </p:nvSpPr>
          <p:spPr>
            <a:xfrm>
              <a:off x="4035" y="2268"/>
              <a:ext cx="366" cy="1"/>
            </a:xfrm>
            <a:custGeom>
              <a:avLst/>
              <a:gdLst/>
              <a:ahLst/>
              <a:cxnLst>
                <a:cxn ang="0">
                  <a:pos x="366" y="0"/>
                </a:cxn>
                <a:cxn ang="0">
                  <a:pos x="0" y="0"/>
                </a:cxn>
              </a:cxnLst>
              <a:pathLst>
                <a:path w="366" h="1">
                  <a:moveTo>
                    <a:pt x="366" y="0"/>
                  </a:moveTo>
                  <a:lnTo>
                    <a:pt x="0" y="0"/>
                  </a:lnTo>
                </a:path>
              </a:pathLst>
            </a:custGeom>
            <a:noFill/>
            <a:ln w="12700" cap="flat" cmpd="sng">
              <a:solidFill>
                <a:schemeClr val="tx1">
                  <a:alpha val="100000"/>
                </a:schemeClr>
              </a:solidFill>
              <a:prstDash val="solid"/>
              <a:round/>
              <a:headEnd type="none" w="med" len="med"/>
              <a:tailEnd type="none" w="med" len="med"/>
            </a:ln>
          </p:spPr>
          <p:txBody>
            <a:bodyPr/>
            <a:p>
              <a:endParaRPr lang="zh-CN" altLang="en-US"/>
            </a:p>
          </p:txBody>
        </p:sp>
        <p:sp>
          <p:nvSpPr>
            <p:cNvPr id="98351" name="Freeform 41"/>
            <p:cNvSpPr/>
            <p:nvPr/>
          </p:nvSpPr>
          <p:spPr>
            <a:xfrm>
              <a:off x="3444" y="1944"/>
              <a:ext cx="276" cy="264"/>
            </a:xfrm>
            <a:custGeom>
              <a:avLst/>
              <a:gdLst/>
              <a:ahLst/>
              <a:cxnLst>
                <a:cxn ang="0">
                  <a:pos x="276" y="264"/>
                </a:cxn>
                <a:cxn ang="0">
                  <a:pos x="0" y="0"/>
                </a:cxn>
              </a:cxnLst>
              <a:pathLst>
                <a:path w="276" h="264">
                  <a:moveTo>
                    <a:pt x="276" y="264"/>
                  </a:moveTo>
                  <a:lnTo>
                    <a:pt x="0" y="0"/>
                  </a:lnTo>
                </a:path>
              </a:pathLst>
            </a:custGeom>
            <a:noFill/>
            <a:ln w="12700" cap="flat" cmpd="sng">
              <a:solidFill>
                <a:schemeClr val="tx1">
                  <a:alpha val="100000"/>
                </a:schemeClr>
              </a:solidFill>
              <a:prstDash val="solid"/>
              <a:round/>
              <a:headEnd type="none" w="med" len="med"/>
              <a:tailEnd type="none" w="med" len="med"/>
            </a:ln>
          </p:spPr>
          <p:txBody>
            <a:bodyPr/>
            <a:p>
              <a:endParaRPr lang="zh-CN" altLang="en-US"/>
            </a:p>
          </p:txBody>
        </p:sp>
        <p:sp>
          <p:nvSpPr>
            <p:cNvPr id="98352" name="Freeform 42"/>
            <p:cNvSpPr/>
            <p:nvPr/>
          </p:nvSpPr>
          <p:spPr>
            <a:xfrm>
              <a:off x="4029" y="1578"/>
              <a:ext cx="366" cy="1"/>
            </a:xfrm>
            <a:custGeom>
              <a:avLst/>
              <a:gdLst/>
              <a:ahLst/>
              <a:cxnLst>
                <a:cxn ang="0">
                  <a:pos x="366" y="0"/>
                </a:cxn>
                <a:cxn ang="0">
                  <a:pos x="0" y="0"/>
                </a:cxn>
              </a:cxnLst>
              <a:pathLst>
                <a:path w="366" h="1">
                  <a:moveTo>
                    <a:pt x="366" y="0"/>
                  </a:moveTo>
                  <a:lnTo>
                    <a:pt x="0" y="0"/>
                  </a:lnTo>
                </a:path>
              </a:pathLst>
            </a:custGeom>
            <a:noFill/>
            <a:ln w="12700" cap="flat" cmpd="sng">
              <a:solidFill>
                <a:schemeClr val="tx1">
                  <a:alpha val="100000"/>
                </a:schemeClr>
              </a:solidFill>
              <a:prstDash val="solid"/>
              <a:round/>
              <a:headEnd type="none" w="med" len="med"/>
              <a:tailEnd type="none" w="med" len="med"/>
            </a:ln>
          </p:spPr>
          <p:txBody>
            <a:bodyPr/>
            <a:p>
              <a:endParaRPr lang="zh-CN" altLang="en-US"/>
            </a:p>
          </p:txBody>
        </p:sp>
        <p:sp>
          <p:nvSpPr>
            <p:cNvPr id="98353" name="Freeform 43"/>
            <p:cNvSpPr/>
            <p:nvPr/>
          </p:nvSpPr>
          <p:spPr>
            <a:xfrm>
              <a:off x="4704" y="1575"/>
              <a:ext cx="396" cy="267"/>
            </a:xfrm>
            <a:custGeom>
              <a:avLst/>
              <a:gdLst/>
              <a:ahLst/>
              <a:cxnLst>
                <a:cxn ang="0">
                  <a:pos x="396" y="267"/>
                </a:cxn>
                <a:cxn ang="0">
                  <a:pos x="0" y="0"/>
                </a:cxn>
              </a:cxnLst>
              <a:pathLst>
                <a:path w="396" h="267">
                  <a:moveTo>
                    <a:pt x="396" y="267"/>
                  </a:moveTo>
                  <a:lnTo>
                    <a:pt x="0" y="0"/>
                  </a:lnTo>
                </a:path>
              </a:pathLst>
            </a:custGeom>
            <a:noFill/>
            <a:ln w="12700" cap="flat" cmpd="sng">
              <a:solidFill>
                <a:schemeClr val="tx1">
                  <a:alpha val="100000"/>
                </a:schemeClr>
              </a:solidFill>
              <a:prstDash val="solid"/>
              <a:round/>
              <a:headEnd type="none" w="med" len="med"/>
              <a:tailEnd type="none" w="med" len="med"/>
            </a:ln>
          </p:spPr>
          <p:txBody>
            <a:bodyPr/>
            <a:p>
              <a:endParaRPr lang="zh-CN" altLang="en-US"/>
            </a:p>
          </p:txBody>
        </p:sp>
        <p:sp>
          <p:nvSpPr>
            <p:cNvPr id="98354" name="Freeform 44"/>
            <p:cNvSpPr/>
            <p:nvPr/>
          </p:nvSpPr>
          <p:spPr>
            <a:xfrm>
              <a:off x="3387" y="1146"/>
              <a:ext cx="1110" cy="645"/>
            </a:xfrm>
            <a:custGeom>
              <a:avLst/>
              <a:gdLst/>
              <a:ahLst/>
              <a:cxnLst>
                <a:cxn ang="0">
                  <a:pos x="1110" y="342"/>
                </a:cxn>
                <a:cxn ang="0">
                  <a:pos x="0" y="645"/>
                </a:cxn>
              </a:cxnLst>
              <a:pathLst>
                <a:path w="1110" h="645">
                  <a:moveTo>
                    <a:pt x="1110" y="342"/>
                  </a:moveTo>
                  <a:cubicBezTo>
                    <a:pt x="1104" y="0"/>
                    <a:pt x="21" y="63"/>
                    <a:pt x="0" y="645"/>
                  </a:cubicBezTo>
                </a:path>
              </a:pathLst>
            </a:custGeom>
            <a:noFill/>
            <a:ln w="12700" cap="flat" cmpd="sng">
              <a:solidFill>
                <a:schemeClr val="tx1">
                  <a:alpha val="100000"/>
                </a:schemeClr>
              </a:solidFill>
              <a:prstDash val="solid"/>
              <a:round/>
              <a:headEnd type="none" w="med" len="med"/>
              <a:tailEnd type="none" w="med" len="med"/>
            </a:ln>
          </p:spPr>
          <p:txBody>
            <a:bodyPr/>
            <a:p>
              <a:endParaRPr lang="zh-CN" altLang="en-US"/>
            </a:p>
          </p:txBody>
        </p:sp>
        <p:grpSp>
          <p:nvGrpSpPr>
            <p:cNvPr id="98355" name="Group 45"/>
            <p:cNvGrpSpPr/>
            <p:nvPr/>
          </p:nvGrpSpPr>
          <p:grpSpPr>
            <a:xfrm>
              <a:off x="3290" y="1748"/>
              <a:ext cx="199" cy="250"/>
              <a:chOff x="2957" y="2429"/>
              <a:chExt cx="202" cy="250"/>
            </a:xfrm>
          </p:grpSpPr>
          <p:sp>
            <p:nvSpPr>
              <p:cNvPr id="98381" name="Rectangle 46"/>
              <p:cNvSpPr/>
              <p:nvPr/>
            </p:nvSpPr>
            <p:spPr>
              <a:xfrm>
                <a:off x="2982" y="2490"/>
                <a:ext cx="144" cy="1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98382" name="Text Box 47"/>
              <p:cNvSpPr txBox="1"/>
              <p:nvPr/>
            </p:nvSpPr>
            <p:spPr>
              <a:xfrm>
                <a:off x="2957" y="2429"/>
                <a:ext cx="202"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000" dirty="0">
                    <a:ea typeface="宋体" panose="02010600030101010101" pitchFamily="2" charset="-122"/>
                  </a:rPr>
                  <a:t>u</a:t>
                </a:r>
                <a:endParaRPr lang="en-US" altLang="zh-CN" sz="2400" dirty="0">
                  <a:latin typeface="Times New Roman" panose="02020603050405020304" pitchFamily="18" charset="0"/>
                  <a:ea typeface="宋体" panose="02010600030101010101" pitchFamily="2" charset="-122"/>
                </a:endParaRPr>
              </a:p>
            </p:txBody>
          </p:sp>
        </p:grpSp>
        <p:grpSp>
          <p:nvGrpSpPr>
            <p:cNvPr id="98356" name="Group 48"/>
            <p:cNvGrpSpPr/>
            <p:nvPr/>
          </p:nvGrpSpPr>
          <p:grpSpPr>
            <a:xfrm>
              <a:off x="4460" y="2132"/>
              <a:ext cx="199" cy="250"/>
              <a:chOff x="2957" y="2429"/>
              <a:chExt cx="202" cy="250"/>
            </a:xfrm>
          </p:grpSpPr>
          <p:sp>
            <p:nvSpPr>
              <p:cNvPr id="98379" name="Rectangle 49"/>
              <p:cNvSpPr/>
              <p:nvPr/>
            </p:nvSpPr>
            <p:spPr>
              <a:xfrm>
                <a:off x="2982" y="2490"/>
                <a:ext cx="144" cy="1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98380" name="Text Box 50"/>
              <p:cNvSpPr txBox="1"/>
              <p:nvPr/>
            </p:nvSpPr>
            <p:spPr>
              <a:xfrm>
                <a:off x="2957" y="2429"/>
                <a:ext cx="202"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000" dirty="0">
                    <a:ea typeface="宋体" panose="02010600030101010101" pitchFamily="2" charset="-122"/>
                  </a:rPr>
                  <a:t>y</a:t>
                </a:r>
                <a:endParaRPr lang="en-US" altLang="zh-CN" sz="2400" dirty="0">
                  <a:latin typeface="Times New Roman" panose="02020603050405020304" pitchFamily="18" charset="0"/>
                  <a:ea typeface="宋体" panose="02010600030101010101" pitchFamily="2" charset="-122"/>
                </a:endParaRPr>
              </a:p>
            </p:txBody>
          </p:sp>
        </p:grpSp>
        <p:grpSp>
          <p:nvGrpSpPr>
            <p:cNvPr id="98357" name="Group 51"/>
            <p:cNvGrpSpPr/>
            <p:nvPr/>
          </p:nvGrpSpPr>
          <p:grpSpPr>
            <a:xfrm>
              <a:off x="3764" y="2099"/>
              <a:ext cx="229" cy="288"/>
              <a:chOff x="2943" y="2399"/>
              <a:chExt cx="230" cy="288"/>
            </a:xfrm>
          </p:grpSpPr>
          <p:sp>
            <p:nvSpPr>
              <p:cNvPr id="98377" name="Rectangle 52"/>
              <p:cNvSpPr/>
              <p:nvPr/>
            </p:nvSpPr>
            <p:spPr>
              <a:xfrm>
                <a:off x="2982" y="2490"/>
                <a:ext cx="144" cy="1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98378" name="Text Box 53"/>
              <p:cNvSpPr txBox="1"/>
              <p:nvPr/>
            </p:nvSpPr>
            <p:spPr>
              <a:xfrm>
                <a:off x="2943" y="2399"/>
                <a:ext cx="230"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400" dirty="0">
                    <a:ea typeface="宋体" panose="02010600030101010101" pitchFamily="2" charset="-122"/>
                  </a:rPr>
                  <a:t>x</a:t>
                </a:r>
                <a:endParaRPr lang="en-US" altLang="zh-CN" sz="2400" dirty="0">
                  <a:ea typeface="宋体" panose="02010600030101010101" pitchFamily="2" charset="-122"/>
                </a:endParaRPr>
              </a:p>
            </p:txBody>
          </p:sp>
        </p:grpSp>
        <p:grpSp>
          <p:nvGrpSpPr>
            <p:cNvPr id="98358" name="Group 54"/>
            <p:cNvGrpSpPr/>
            <p:nvPr/>
          </p:nvGrpSpPr>
          <p:grpSpPr>
            <a:xfrm>
              <a:off x="4441" y="1442"/>
              <a:ext cx="225" cy="250"/>
              <a:chOff x="2944" y="2429"/>
              <a:chExt cx="228" cy="250"/>
            </a:xfrm>
          </p:grpSpPr>
          <p:sp>
            <p:nvSpPr>
              <p:cNvPr id="98375" name="Rectangle 55"/>
              <p:cNvSpPr/>
              <p:nvPr/>
            </p:nvSpPr>
            <p:spPr>
              <a:xfrm>
                <a:off x="2982" y="2490"/>
                <a:ext cx="144" cy="1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98376" name="Text Box 56"/>
              <p:cNvSpPr txBox="1"/>
              <p:nvPr/>
            </p:nvSpPr>
            <p:spPr>
              <a:xfrm>
                <a:off x="2944" y="2429"/>
                <a:ext cx="228"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000" dirty="0">
                    <a:ea typeface="宋体" panose="02010600030101010101" pitchFamily="2" charset="-122"/>
                  </a:rPr>
                  <a:t>w</a:t>
                </a:r>
                <a:endParaRPr lang="en-US" altLang="zh-CN" sz="2400" dirty="0">
                  <a:latin typeface="Times New Roman" panose="02020603050405020304" pitchFamily="18" charset="0"/>
                  <a:ea typeface="宋体" panose="02010600030101010101" pitchFamily="2" charset="-122"/>
                </a:endParaRPr>
              </a:p>
            </p:txBody>
          </p:sp>
        </p:grpSp>
        <p:grpSp>
          <p:nvGrpSpPr>
            <p:cNvPr id="98359" name="Group 57"/>
            <p:cNvGrpSpPr/>
            <p:nvPr/>
          </p:nvGrpSpPr>
          <p:grpSpPr>
            <a:xfrm>
              <a:off x="3772" y="1442"/>
              <a:ext cx="194" cy="250"/>
              <a:chOff x="2959" y="2429"/>
              <a:chExt cx="197" cy="250"/>
            </a:xfrm>
          </p:grpSpPr>
          <p:sp>
            <p:nvSpPr>
              <p:cNvPr id="98373" name="Rectangle 58"/>
              <p:cNvSpPr/>
              <p:nvPr/>
            </p:nvSpPr>
            <p:spPr>
              <a:xfrm>
                <a:off x="2982" y="2490"/>
                <a:ext cx="144" cy="1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98374" name="Text Box 59"/>
              <p:cNvSpPr txBox="1"/>
              <p:nvPr/>
            </p:nvSpPr>
            <p:spPr>
              <a:xfrm>
                <a:off x="2959" y="2429"/>
                <a:ext cx="197"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000" dirty="0">
                    <a:ea typeface="宋体" panose="02010600030101010101" pitchFamily="2" charset="-122"/>
                  </a:rPr>
                  <a:t>v</a:t>
                </a:r>
                <a:endParaRPr lang="en-US" altLang="zh-CN" sz="2400" dirty="0">
                  <a:latin typeface="Times New Roman" panose="02020603050405020304" pitchFamily="18" charset="0"/>
                  <a:ea typeface="宋体" panose="02010600030101010101" pitchFamily="2" charset="-122"/>
                </a:endParaRPr>
              </a:p>
            </p:txBody>
          </p:sp>
        </p:grpSp>
        <p:grpSp>
          <p:nvGrpSpPr>
            <p:cNvPr id="98360" name="Group 60"/>
            <p:cNvGrpSpPr/>
            <p:nvPr/>
          </p:nvGrpSpPr>
          <p:grpSpPr>
            <a:xfrm>
              <a:off x="5022" y="1760"/>
              <a:ext cx="219" cy="288"/>
              <a:chOff x="2946" y="2399"/>
              <a:chExt cx="221" cy="288"/>
            </a:xfrm>
          </p:grpSpPr>
          <p:sp>
            <p:nvSpPr>
              <p:cNvPr id="98371" name="Rectangle 61"/>
              <p:cNvSpPr/>
              <p:nvPr/>
            </p:nvSpPr>
            <p:spPr>
              <a:xfrm>
                <a:off x="2982" y="2490"/>
                <a:ext cx="144" cy="1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98372" name="Text Box 62"/>
              <p:cNvSpPr txBox="1"/>
              <p:nvPr/>
            </p:nvSpPr>
            <p:spPr>
              <a:xfrm>
                <a:off x="2946" y="2399"/>
                <a:ext cx="221"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400" dirty="0">
                    <a:ea typeface="宋体" panose="02010600030101010101" pitchFamily="2" charset="-122"/>
                  </a:rPr>
                  <a:t>z</a:t>
                </a:r>
                <a:endParaRPr lang="en-US" altLang="zh-CN" sz="2400" dirty="0">
                  <a:ea typeface="宋体" panose="02010600030101010101" pitchFamily="2" charset="-122"/>
                </a:endParaRPr>
              </a:p>
            </p:txBody>
          </p:sp>
        </p:grpSp>
        <p:sp>
          <p:nvSpPr>
            <p:cNvPr id="98361" name="Text Box 63"/>
            <p:cNvSpPr txBox="1"/>
            <p:nvPr/>
          </p:nvSpPr>
          <p:spPr>
            <a:xfrm>
              <a:off x="3489" y="1571"/>
              <a:ext cx="204"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800" dirty="0">
                  <a:ea typeface="宋体" panose="02010600030101010101" pitchFamily="2" charset="-122"/>
                </a:rPr>
                <a:t>2</a:t>
              </a:r>
              <a:endParaRPr lang="en-US" altLang="zh-CN" sz="2400" dirty="0">
                <a:latin typeface="Times New Roman" panose="02020603050405020304" pitchFamily="18" charset="0"/>
                <a:ea typeface="宋体" panose="02010600030101010101" pitchFamily="2" charset="-122"/>
              </a:endParaRPr>
            </a:p>
          </p:txBody>
        </p:sp>
        <p:sp>
          <p:nvSpPr>
            <p:cNvPr id="98362" name="Text Box 64"/>
            <p:cNvSpPr txBox="1"/>
            <p:nvPr/>
          </p:nvSpPr>
          <p:spPr>
            <a:xfrm>
              <a:off x="3837" y="1790"/>
              <a:ext cx="204"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800" dirty="0">
                  <a:ea typeface="宋体" panose="02010600030101010101" pitchFamily="2" charset="-122"/>
                </a:rPr>
                <a:t>2</a:t>
              </a:r>
              <a:endParaRPr lang="en-US" altLang="zh-CN" sz="2400" dirty="0">
                <a:latin typeface="Times New Roman" panose="02020603050405020304" pitchFamily="18" charset="0"/>
                <a:ea typeface="宋体" panose="02010600030101010101" pitchFamily="2" charset="-122"/>
              </a:endParaRPr>
            </a:p>
          </p:txBody>
        </p:sp>
        <p:sp>
          <p:nvSpPr>
            <p:cNvPr id="98363" name="Text Box 65"/>
            <p:cNvSpPr txBox="1"/>
            <p:nvPr/>
          </p:nvSpPr>
          <p:spPr>
            <a:xfrm>
              <a:off x="3413" y="2003"/>
              <a:ext cx="181"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800" dirty="0">
                  <a:ea typeface="宋体" panose="02010600030101010101" pitchFamily="2" charset="-122"/>
                </a:rPr>
                <a:t>1</a:t>
              </a:r>
              <a:endParaRPr lang="en-US" altLang="zh-CN" sz="2400" dirty="0">
                <a:latin typeface="Times New Roman" panose="02020603050405020304" pitchFamily="18" charset="0"/>
                <a:ea typeface="宋体" panose="02010600030101010101" pitchFamily="2" charset="-122"/>
              </a:endParaRPr>
            </a:p>
          </p:txBody>
        </p:sp>
        <p:sp>
          <p:nvSpPr>
            <p:cNvPr id="98364" name="Text Box 66"/>
            <p:cNvSpPr txBox="1"/>
            <p:nvPr/>
          </p:nvSpPr>
          <p:spPr>
            <a:xfrm>
              <a:off x="4221" y="1883"/>
              <a:ext cx="204"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800" dirty="0">
                  <a:ea typeface="宋体" panose="02010600030101010101" pitchFamily="2" charset="-122"/>
                </a:rPr>
                <a:t>3</a:t>
              </a:r>
              <a:endParaRPr lang="en-US" altLang="zh-CN" sz="2400" dirty="0">
                <a:latin typeface="Times New Roman" panose="02020603050405020304" pitchFamily="18" charset="0"/>
                <a:ea typeface="宋体" panose="02010600030101010101" pitchFamily="2" charset="-122"/>
              </a:endParaRPr>
            </a:p>
          </p:txBody>
        </p:sp>
        <p:sp>
          <p:nvSpPr>
            <p:cNvPr id="98365" name="Text Box 67"/>
            <p:cNvSpPr txBox="1"/>
            <p:nvPr/>
          </p:nvSpPr>
          <p:spPr>
            <a:xfrm>
              <a:off x="4169" y="2237"/>
              <a:ext cx="181"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800" dirty="0">
                  <a:ea typeface="宋体" panose="02010600030101010101" pitchFamily="2" charset="-122"/>
                </a:rPr>
                <a:t>1</a:t>
              </a:r>
              <a:endParaRPr lang="en-US" altLang="zh-CN" sz="2400" dirty="0">
                <a:latin typeface="Times New Roman" panose="02020603050405020304" pitchFamily="18" charset="0"/>
                <a:ea typeface="宋体" panose="02010600030101010101" pitchFamily="2" charset="-122"/>
              </a:endParaRPr>
            </a:p>
          </p:txBody>
        </p:sp>
        <p:sp>
          <p:nvSpPr>
            <p:cNvPr id="98366" name="Text Box 68"/>
            <p:cNvSpPr txBox="1"/>
            <p:nvPr/>
          </p:nvSpPr>
          <p:spPr>
            <a:xfrm>
              <a:off x="4529" y="1808"/>
              <a:ext cx="181"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800" dirty="0">
                  <a:ea typeface="宋体" panose="02010600030101010101" pitchFamily="2" charset="-122"/>
                </a:rPr>
                <a:t>1</a:t>
              </a:r>
              <a:endParaRPr lang="en-US" altLang="zh-CN" sz="2400" dirty="0">
                <a:latin typeface="Times New Roman" panose="02020603050405020304" pitchFamily="18" charset="0"/>
                <a:ea typeface="宋体" panose="02010600030101010101" pitchFamily="2" charset="-122"/>
              </a:endParaRPr>
            </a:p>
          </p:txBody>
        </p:sp>
        <p:sp>
          <p:nvSpPr>
            <p:cNvPr id="98367" name="Text Box 69"/>
            <p:cNvSpPr txBox="1"/>
            <p:nvPr/>
          </p:nvSpPr>
          <p:spPr>
            <a:xfrm>
              <a:off x="4878" y="2072"/>
              <a:ext cx="204"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800" dirty="0">
                  <a:ea typeface="宋体" panose="02010600030101010101" pitchFamily="2" charset="-122"/>
                </a:rPr>
                <a:t>2</a:t>
              </a:r>
              <a:endParaRPr lang="en-US" altLang="zh-CN" sz="2400" dirty="0">
                <a:latin typeface="Times New Roman" panose="02020603050405020304" pitchFamily="18" charset="0"/>
                <a:ea typeface="宋体" panose="02010600030101010101" pitchFamily="2" charset="-122"/>
              </a:endParaRPr>
            </a:p>
          </p:txBody>
        </p:sp>
        <p:sp>
          <p:nvSpPr>
            <p:cNvPr id="98368" name="Text Box 70"/>
            <p:cNvSpPr txBox="1"/>
            <p:nvPr/>
          </p:nvSpPr>
          <p:spPr>
            <a:xfrm>
              <a:off x="4851" y="1535"/>
              <a:ext cx="204"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800" dirty="0">
                  <a:ea typeface="宋体" panose="02010600030101010101" pitchFamily="2" charset="-122"/>
                </a:rPr>
                <a:t>5</a:t>
              </a:r>
              <a:endParaRPr lang="en-US" altLang="zh-CN" sz="2400" dirty="0">
                <a:latin typeface="Times New Roman" panose="02020603050405020304" pitchFamily="18" charset="0"/>
                <a:ea typeface="宋体" panose="02010600030101010101" pitchFamily="2" charset="-122"/>
              </a:endParaRPr>
            </a:p>
          </p:txBody>
        </p:sp>
        <p:sp>
          <p:nvSpPr>
            <p:cNvPr id="98369" name="Text Box 71"/>
            <p:cNvSpPr txBox="1"/>
            <p:nvPr/>
          </p:nvSpPr>
          <p:spPr>
            <a:xfrm>
              <a:off x="4116" y="1385"/>
              <a:ext cx="204"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800" dirty="0">
                  <a:ea typeface="宋体" panose="02010600030101010101" pitchFamily="2" charset="-122"/>
                </a:rPr>
                <a:t>3</a:t>
              </a:r>
              <a:endParaRPr lang="en-US" altLang="zh-CN" sz="2400" dirty="0">
                <a:latin typeface="Times New Roman" panose="02020603050405020304" pitchFamily="18" charset="0"/>
                <a:ea typeface="宋体" panose="02010600030101010101" pitchFamily="2" charset="-122"/>
              </a:endParaRPr>
            </a:p>
          </p:txBody>
        </p:sp>
        <p:sp>
          <p:nvSpPr>
            <p:cNvPr id="98370" name="Text Box 72"/>
            <p:cNvSpPr txBox="1"/>
            <p:nvPr/>
          </p:nvSpPr>
          <p:spPr>
            <a:xfrm>
              <a:off x="3765" y="1118"/>
              <a:ext cx="204"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800" dirty="0">
                  <a:ea typeface="宋体" panose="02010600030101010101" pitchFamily="2" charset="-122"/>
                </a:rPr>
                <a:t>5</a:t>
              </a:r>
              <a:endParaRPr lang="en-US" altLang="zh-CN" sz="2400" dirty="0">
                <a:latin typeface="Times New Roman" panose="02020603050405020304" pitchFamily="18" charset="0"/>
                <a:ea typeface="宋体" panose="02010600030101010101" pitchFamily="2" charset="-122"/>
              </a:endParaRPr>
            </a:p>
          </p:txBody>
        </p:sp>
      </p:grpSp>
      <p:sp>
        <p:nvSpPr>
          <p:cNvPr id="98310" name="Text Box 73"/>
          <p:cNvSpPr txBox="1"/>
          <p:nvPr/>
        </p:nvSpPr>
        <p:spPr>
          <a:xfrm>
            <a:off x="3654425" y="1776413"/>
            <a:ext cx="530860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2400" dirty="0">
                <a:ea typeface="宋体" panose="02010600030101010101" pitchFamily="2" charset="-122"/>
              </a:rPr>
              <a:t>Clearly, d</a:t>
            </a:r>
            <a:r>
              <a:rPr lang="en-US" altLang="zh-CN" sz="2400" baseline="-25000" dirty="0">
                <a:ea typeface="宋体" panose="02010600030101010101" pitchFamily="2" charset="-122"/>
              </a:rPr>
              <a:t>v</a:t>
            </a:r>
            <a:r>
              <a:rPr lang="en-US" altLang="zh-CN" sz="2400" dirty="0">
                <a:ea typeface="宋体" panose="02010600030101010101" pitchFamily="2" charset="-122"/>
              </a:rPr>
              <a:t>(z) = 5, d</a:t>
            </a:r>
            <a:r>
              <a:rPr lang="en-US" altLang="zh-CN" sz="2400" baseline="-25000" dirty="0">
                <a:ea typeface="宋体" panose="02010600030101010101" pitchFamily="2" charset="-122"/>
              </a:rPr>
              <a:t>x</a:t>
            </a:r>
            <a:r>
              <a:rPr lang="en-US" altLang="zh-CN" sz="2400" dirty="0">
                <a:ea typeface="宋体" panose="02010600030101010101" pitchFamily="2" charset="-122"/>
              </a:rPr>
              <a:t>(z) = 3, d</a:t>
            </a:r>
            <a:r>
              <a:rPr lang="en-US" altLang="zh-CN" sz="2400" baseline="-25000" dirty="0">
                <a:ea typeface="宋体" panose="02010600030101010101" pitchFamily="2" charset="-122"/>
              </a:rPr>
              <a:t>w</a:t>
            </a:r>
            <a:r>
              <a:rPr lang="en-US" altLang="zh-CN" sz="2400" dirty="0">
                <a:ea typeface="宋体" panose="02010600030101010101" pitchFamily="2" charset="-122"/>
              </a:rPr>
              <a:t>(z) = 3</a:t>
            </a:r>
            <a:endParaRPr lang="en-US" altLang="zh-CN" sz="2400" dirty="0">
              <a:ea typeface="宋体" panose="02010600030101010101" pitchFamily="2" charset="-122"/>
            </a:endParaRPr>
          </a:p>
        </p:txBody>
      </p:sp>
      <p:sp>
        <p:nvSpPr>
          <p:cNvPr id="98311" name="Text Box 74"/>
          <p:cNvSpPr txBox="1"/>
          <p:nvPr/>
        </p:nvSpPr>
        <p:spPr>
          <a:xfrm>
            <a:off x="4275138" y="2935288"/>
            <a:ext cx="4057650" cy="228282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2400" dirty="0">
                <a:ea typeface="宋体" panose="02010600030101010101" pitchFamily="2" charset="-122"/>
              </a:rPr>
              <a:t>d</a:t>
            </a:r>
            <a:r>
              <a:rPr lang="en-US" altLang="zh-CN" sz="2400" baseline="-25000" dirty="0">
                <a:ea typeface="宋体" panose="02010600030101010101" pitchFamily="2" charset="-122"/>
              </a:rPr>
              <a:t>u</a:t>
            </a:r>
            <a:r>
              <a:rPr lang="en-US" altLang="zh-CN" sz="2400" dirty="0">
                <a:ea typeface="宋体" panose="02010600030101010101" pitchFamily="2" charset="-122"/>
              </a:rPr>
              <a:t>(z) = min { c(u,v) + d</a:t>
            </a:r>
            <a:r>
              <a:rPr lang="en-US" altLang="zh-CN" sz="2400" baseline="-25000" dirty="0">
                <a:ea typeface="宋体" panose="02010600030101010101" pitchFamily="2" charset="-122"/>
              </a:rPr>
              <a:t>v</a:t>
            </a:r>
            <a:r>
              <a:rPr lang="en-US" altLang="zh-CN" sz="2400" dirty="0">
                <a:ea typeface="宋体" panose="02010600030101010101" pitchFamily="2" charset="-122"/>
              </a:rPr>
              <a:t>(z),</a:t>
            </a:r>
            <a:endParaRPr lang="en-US" altLang="zh-CN" sz="2400" dirty="0">
              <a:ea typeface="宋体" panose="02010600030101010101" pitchFamily="2" charset="-122"/>
            </a:endParaRPr>
          </a:p>
          <a:p>
            <a:pPr marL="0" lvl="0" indent="0">
              <a:spcBef>
                <a:spcPct val="0"/>
              </a:spcBef>
              <a:buClrTx/>
              <a:buSzTx/>
              <a:buFontTx/>
              <a:buNone/>
            </a:pPr>
            <a:r>
              <a:rPr lang="en-US" altLang="zh-CN" sz="2400" dirty="0">
                <a:ea typeface="宋体" panose="02010600030101010101" pitchFamily="2" charset="-122"/>
              </a:rPr>
              <a:t>                    c(u,x) + d</a:t>
            </a:r>
            <a:r>
              <a:rPr lang="en-US" altLang="zh-CN" sz="2400" baseline="-25000" dirty="0">
                <a:ea typeface="宋体" panose="02010600030101010101" pitchFamily="2" charset="-122"/>
              </a:rPr>
              <a:t>x</a:t>
            </a:r>
            <a:r>
              <a:rPr lang="en-US" altLang="zh-CN" sz="2400" dirty="0">
                <a:ea typeface="宋体" panose="02010600030101010101" pitchFamily="2" charset="-122"/>
              </a:rPr>
              <a:t>(z),</a:t>
            </a:r>
            <a:endParaRPr lang="en-US" altLang="zh-CN" sz="2400" dirty="0">
              <a:ea typeface="宋体" panose="02010600030101010101" pitchFamily="2" charset="-122"/>
            </a:endParaRPr>
          </a:p>
          <a:p>
            <a:pPr marL="0" lvl="0" indent="0">
              <a:spcBef>
                <a:spcPct val="0"/>
              </a:spcBef>
              <a:buClrTx/>
              <a:buSzTx/>
              <a:buFontTx/>
              <a:buNone/>
            </a:pPr>
            <a:r>
              <a:rPr lang="en-US" altLang="zh-CN" sz="2400" dirty="0">
                <a:ea typeface="宋体" panose="02010600030101010101" pitchFamily="2" charset="-122"/>
              </a:rPr>
              <a:t>                    c(u,w) + d</a:t>
            </a:r>
            <a:r>
              <a:rPr lang="en-US" altLang="zh-CN" sz="2400" baseline="-25000" dirty="0">
                <a:ea typeface="宋体" panose="02010600030101010101" pitchFamily="2" charset="-122"/>
              </a:rPr>
              <a:t>w</a:t>
            </a:r>
            <a:r>
              <a:rPr lang="en-US" altLang="zh-CN" sz="2400" dirty="0">
                <a:ea typeface="宋体" panose="02010600030101010101" pitchFamily="2" charset="-122"/>
              </a:rPr>
              <a:t>(z) }</a:t>
            </a:r>
            <a:endParaRPr lang="en-US" altLang="zh-CN" sz="2400" dirty="0">
              <a:ea typeface="宋体" panose="02010600030101010101" pitchFamily="2" charset="-122"/>
            </a:endParaRPr>
          </a:p>
          <a:p>
            <a:pPr marL="0" lvl="0" indent="0">
              <a:spcBef>
                <a:spcPct val="0"/>
              </a:spcBef>
              <a:buClrTx/>
              <a:buSzTx/>
              <a:buFontTx/>
              <a:buNone/>
            </a:pPr>
            <a:r>
              <a:rPr lang="en-US" altLang="zh-CN" sz="2400" dirty="0">
                <a:ea typeface="宋体" panose="02010600030101010101" pitchFamily="2" charset="-122"/>
              </a:rPr>
              <a:t>         = min {2 + 5,</a:t>
            </a:r>
            <a:endParaRPr lang="en-US" altLang="zh-CN" sz="2400" dirty="0">
              <a:ea typeface="宋体" panose="02010600030101010101" pitchFamily="2" charset="-122"/>
            </a:endParaRPr>
          </a:p>
          <a:p>
            <a:pPr marL="0" lvl="0" indent="0">
              <a:spcBef>
                <a:spcPct val="0"/>
              </a:spcBef>
              <a:buClrTx/>
              <a:buSzTx/>
              <a:buFontTx/>
              <a:buNone/>
            </a:pPr>
            <a:r>
              <a:rPr lang="en-US" altLang="zh-CN" sz="2400" dirty="0">
                <a:ea typeface="宋体" panose="02010600030101010101" pitchFamily="2" charset="-122"/>
              </a:rPr>
              <a:t>                    1 + 3,</a:t>
            </a:r>
            <a:endParaRPr lang="en-US" altLang="zh-CN" sz="2400" dirty="0">
              <a:ea typeface="宋体" panose="02010600030101010101" pitchFamily="2" charset="-122"/>
            </a:endParaRPr>
          </a:p>
          <a:p>
            <a:pPr marL="0" lvl="0" indent="0">
              <a:spcBef>
                <a:spcPct val="0"/>
              </a:spcBef>
              <a:buClrTx/>
              <a:buSzTx/>
              <a:buFontTx/>
              <a:buNone/>
            </a:pPr>
            <a:r>
              <a:rPr lang="en-US" altLang="zh-CN" sz="2400" dirty="0">
                <a:ea typeface="宋体" panose="02010600030101010101" pitchFamily="2" charset="-122"/>
              </a:rPr>
              <a:t>                    5 + 3}  = 4</a:t>
            </a:r>
            <a:endParaRPr lang="en-US" altLang="zh-CN" sz="2400" dirty="0">
              <a:ea typeface="宋体" panose="02010600030101010101" pitchFamily="2" charset="-122"/>
            </a:endParaRPr>
          </a:p>
        </p:txBody>
      </p:sp>
      <p:sp>
        <p:nvSpPr>
          <p:cNvPr id="98312" name="Text Box 75"/>
          <p:cNvSpPr txBox="1"/>
          <p:nvPr/>
        </p:nvSpPr>
        <p:spPr>
          <a:xfrm>
            <a:off x="461963" y="5332413"/>
            <a:ext cx="5997575" cy="82232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2400" dirty="0">
                <a:solidFill>
                  <a:srgbClr val="FF0000"/>
                </a:solidFill>
                <a:ea typeface="宋体" panose="02010600030101010101" pitchFamily="2" charset="-122"/>
              </a:rPr>
              <a:t>Node that achieves minimum is next</a:t>
            </a:r>
            <a:endParaRPr lang="en-US" altLang="zh-CN" sz="2400" dirty="0">
              <a:solidFill>
                <a:srgbClr val="FF0000"/>
              </a:solidFill>
              <a:ea typeface="宋体" panose="02010600030101010101" pitchFamily="2" charset="-122"/>
            </a:endParaRPr>
          </a:p>
          <a:p>
            <a:pPr marL="0" lvl="0" indent="0">
              <a:spcBef>
                <a:spcPct val="0"/>
              </a:spcBef>
              <a:buClrTx/>
              <a:buSzTx/>
              <a:buFontTx/>
              <a:buNone/>
            </a:pPr>
            <a:r>
              <a:rPr lang="en-US" altLang="zh-CN" sz="2400" dirty="0">
                <a:solidFill>
                  <a:srgbClr val="FF0000"/>
                </a:solidFill>
                <a:ea typeface="宋体" panose="02010600030101010101" pitchFamily="2" charset="-122"/>
              </a:rPr>
              <a:t>hop in shortest path </a:t>
            </a:r>
            <a:r>
              <a:rPr lang="en-US" altLang="zh-CN" sz="2400" dirty="0">
                <a:solidFill>
                  <a:srgbClr val="FF0000"/>
                </a:solidFill>
                <a:latin typeface="MS Mincho" pitchFamily="49" charset="-128"/>
                <a:ea typeface="MS Mincho" pitchFamily="49" charset="-128"/>
              </a:rPr>
              <a:t>➜ </a:t>
            </a:r>
            <a:r>
              <a:rPr lang="en-US" altLang="zh-CN" sz="2400" dirty="0">
                <a:solidFill>
                  <a:srgbClr val="FF0000"/>
                </a:solidFill>
                <a:ea typeface="宋体" panose="02010600030101010101" pitchFamily="2" charset="-122"/>
              </a:rPr>
              <a:t>forwarding table</a:t>
            </a:r>
            <a:endParaRPr lang="en-US" altLang="zh-CN" sz="2400" dirty="0">
              <a:solidFill>
                <a:srgbClr val="FF0000"/>
              </a:solidFill>
              <a:ea typeface="宋体" panose="02010600030101010101" pitchFamily="2" charset="-122"/>
            </a:endParaRPr>
          </a:p>
        </p:txBody>
      </p:sp>
      <p:sp>
        <p:nvSpPr>
          <p:cNvPr id="98313" name="Text Box 76"/>
          <p:cNvSpPr txBox="1"/>
          <p:nvPr/>
        </p:nvSpPr>
        <p:spPr>
          <a:xfrm>
            <a:off x="3862388" y="2473325"/>
            <a:ext cx="2759075"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2400" dirty="0">
                <a:ea typeface="宋体" panose="02010600030101010101" pitchFamily="2" charset="-122"/>
              </a:rPr>
              <a:t>B-F equation says:</a:t>
            </a:r>
            <a:endParaRPr lang="en-US" altLang="zh-CN" sz="2400" dirty="0">
              <a:ea typeface="宋体" panose="02010600030101010101" pitchFamily="2" charset="-122"/>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9330" name="页脚占位符 4"/>
          <p:cNvSpPr txBox="1">
            <a:spLocks noGrp="1"/>
          </p:cNvSpPr>
          <p:nvPr>
            <p:ph type="ftr" sz="quarter" idx="11"/>
          </p:nvPr>
        </p:nvSpPr>
        <p:spPr/>
        <p:txBody>
          <a:bodyPr/>
          <a:p>
            <a:pPr marL="0" indent="0" algn="r">
              <a:spcBef>
                <a:spcPct val="0"/>
              </a:spcBef>
              <a:buClrTx/>
              <a:buSzTx/>
              <a:buFontTx/>
              <a:buNone/>
            </a:pPr>
            <a:r>
              <a:rPr lang="en-US" altLang="zh-CN" sz="1400" dirty="0">
                <a:ea typeface="宋体" panose="02010600030101010101" pitchFamily="2" charset="-122"/>
              </a:rPr>
              <a:t>Network Layer</a:t>
            </a:r>
            <a:endParaRPr lang="en-US" altLang="zh-CN" sz="1400" dirty="0">
              <a:latin typeface="Times New Roman" panose="02020603050405020304" pitchFamily="18" charset="0"/>
              <a:ea typeface="宋体" panose="02010600030101010101" pitchFamily="2" charset="-122"/>
            </a:endParaRPr>
          </a:p>
        </p:txBody>
      </p:sp>
      <p:sp>
        <p:nvSpPr>
          <p:cNvPr id="99331" name="灯片编号占位符 5"/>
          <p:cNvSpPr txBox="1">
            <a:spLocks noGrp="1"/>
          </p:cNvSpPr>
          <p:nvPr>
            <p:ph type="sldNum" sz="quarter" idx="12"/>
          </p:nvPr>
        </p:nvSpPr>
        <p:spPr/>
        <p:txBody>
          <a:bodyPr/>
          <a:p>
            <a:pPr marL="0" indent="0" algn="r">
              <a:spcBef>
                <a:spcPct val="0"/>
              </a:spcBef>
              <a:buClrTx/>
              <a:buSzTx/>
              <a:buFontTx/>
              <a:buNone/>
            </a:pPr>
            <a:r>
              <a:rPr lang="en-US" altLang="zh-CN" sz="1400" dirty="0">
                <a:ea typeface="宋体" panose="02010600030101010101" pitchFamily="2" charset="-122"/>
              </a:rPr>
              <a:t>4-</a:t>
            </a: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99332" name="Rectangle 2"/>
          <p:cNvSpPr>
            <a:spLocks noGrp="1"/>
          </p:cNvSpPr>
          <p:nvPr>
            <p:ph type="title"/>
          </p:nvPr>
        </p:nvSpPr>
        <p:spPr/>
        <p:txBody>
          <a:bodyPr vert="horz" wrap="square" lIns="91440" tIns="45720" rIns="91440" bIns="45720" anchor="ctr" anchorCtr="0"/>
          <a:p>
            <a:r>
              <a:rPr lang="en-US" altLang="zh-CN" dirty="0">
                <a:ea typeface="宋体" panose="02010600030101010101" pitchFamily="2" charset="-122"/>
              </a:rPr>
              <a:t>Distance Vector Algorithm </a:t>
            </a:r>
            <a:endParaRPr lang="en-US" altLang="zh-CN" dirty="0">
              <a:ea typeface="宋体" panose="02010600030101010101" pitchFamily="2" charset="-122"/>
            </a:endParaRPr>
          </a:p>
        </p:txBody>
      </p:sp>
      <p:sp>
        <p:nvSpPr>
          <p:cNvPr id="99333" name="Rectangle 3"/>
          <p:cNvSpPr>
            <a:spLocks noGrp="1"/>
          </p:cNvSpPr>
          <p:nvPr>
            <p:ph idx="1"/>
          </p:nvPr>
        </p:nvSpPr>
        <p:spPr>
          <a:xfrm>
            <a:off x="533400" y="1600200"/>
            <a:ext cx="8024813" cy="4648200"/>
          </a:xfrm>
        </p:spPr>
        <p:txBody>
          <a:bodyPr vert="horz" wrap="square" lIns="91440" tIns="45720" rIns="91440" bIns="45720" anchor="t" anchorCtr="0"/>
          <a:p>
            <a:r>
              <a:rPr lang="en-US" altLang="zh-CN" dirty="0">
                <a:solidFill>
                  <a:srgbClr val="FF0000"/>
                </a:solidFill>
                <a:ea typeface="宋体" panose="02010600030101010101" pitchFamily="2" charset="-122"/>
              </a:rPr>
              <a:t>D</a:t>
            </a:r>
            <a:r>
              <a:rPr lang="en-US" altLang="zh-CN" baseline="-25000" dirty="0">
                <a:solidFill>
                  <a:srgbClr val="FF0000"/>
                </a:solidFill>
                <a:ea typeface="宋体" panose="02010600030101010101" pitchFamily="2" charset="-122"/>
              </a:rPr>
              <a:t>x</a:t>
            </a:r>
            <a:r>
              <a:rPr lang="en-US" altLang="zh-CN" dirty="0">
                <a:solidFill>
                  <a:srgbClr val="FF0000"/>
                </a:solidFill>
                <a:ea typeface="宋体" panose="02010600030101010101" pitchFamily="2" charset="-122"/>
              </a:rPr>
              <a:t>(y)</a:t>
            </a:r>
            <a:r>
              <a:rPr lang="en-US" altLang="zh-CN" dirty="0">
                <a:ea typeface="宋体" panose="02010600030101010101" pitchFamily="2" charset="-122"/>
              </a:rPr>
              <a:t> = estimate of least cost from x to y</a:t>
            </a:r>
            <a:r>
              <a:rPr lang="zh-CN" altLang="en-US" dirty="0">
                <a:ea typeface="宋体" panose="02010600030101010101" pitchFamily="2" charset="-122"/>
              </a:rPr>
              <a:t>：</a:t>
            </a:r>
            <a:r>
              <a:rPr lang="en-US" altLang="zh-CN" dirty="0">
                <a:solidFill>
                  <a:srgbClr val="FF0000"/>
                </a:solidFill>
                <a:ea typeface="宋体" panose="02010600030101010101" pitchFamily="2" charset="-122"/>
              </a:rPr>
              <a:t> D</a:t>
            </a:r>
            <a:r>
              <a:rPr lang="en-US" altLang="zh-CN" baseline="-25000" dirty="0">
                <a:solidFill>
                  <a:srgbClr val="FF0000"/>
                </a:solidFill>
                <a:ea typeface="宋体" panose="02010600030101010101" pitchFamily="2" charset="-122"/>
              </a:rPr>
              <a:t>x</a:t>
            </a:r>
            <a:r>
              <a:rPr lang="en-US" altLang="zh-CN" dirty="0">
                <a:solidFill>
                  <a:srgbClr val="FF0000"/>
                </a:solidFill>
                <a:ea typeface="宋体" panose="02010600030101010101" pitchFamily="2" charset="-122"/>
              </a:rPr>
              <a:t>(y)≥ d</a:t>
            </a:r>
            <a:r>
              <a:rPr lang="en-US" altLang="zh-CN" baseline="-25000" dirty="0">
                <a:solidFill>
                  <a:srgbClr val="FF0000"/>
                </a:solidFill>
                <a:ea typeface="宋体" panose="02010600030101010101" pitchFamily="2" charset="-122"/>
              </a:rPr>
              <a:t>x</a:t>
            </a:r>
            <a:r>
              <a:rPr lang="en-US" altLang="zh-CN" dirty="0">
                <a:solidFill>
                  <a:srgbClr val="FF0000"/>
                </a:solidFill>
                <a:ea typeface="宋体" panose="02010600030101010101" pitchFamily="2" charset="-122"/>
              </a:rPr>
              <a:t>(y)</a:t>
            </a:r>
            <a:endParaRPr lang="en-US" altLang="zh-CN" dirty="0">
              <a:ea typeface="宋体" panose="02010600030101010101" pitchFamily="2" charset="-122"/>
            </a:endParaRPr>
          </a:p>
          <a:p>
            <a:r>
              <a:rPr lang="en-US" altLang="zh-CN" dirty="0">
                <a:ea typeface="宋体" panose="02010600030101010101" pitchFamily="2" charset="-122"/>
              </a:rPr>
              <a:t>Node x knows cost to each neighbor v: </a:t>
            </a:r>
            <a:r>
              <a:rPr lang="en-US" altLang="zh-CN" dirty="0">
                <a:solidFill>
                  <a:srgbClr val="FF0000"/>
                </a:solidFill>
                <a:ea typeface="宋体" panose="02010600030101010101" pitchFamily="2" charset="-122"/>
              </a:rPr>
              <a:t>c(x,v)</a:t>
            </a:r>
            <a:endParaRPr lang="en-US" altLang="zh-CN" dirty="0">
              <a:solidFill>
                <a:srgbClr val="FF0000"/>
              </a:solidFill>
              <a:ea typeface="宋体" panose="02010600030101010101" pitchFamily="2" charset="-122"/>
            </a:endParaRPr>
          </a:p>
          <a:p>
            <a:r>
              <a:rPr lang="en-US" altLang="zh-CN" dirty="0">
                <a:ea typeface="宋体" panose="02010600030101010101" pitchFamily="2" charset="-122"/>
              </a:rPr>
              <a:t>Node x maintains  distance vector </a:t>
            </a:r>
            <a:r>
              <a:rPr lang="en-US" altLang="zh-CN" b="1" dirty="0">
                <a:solidFill>
                  <a:srgbClr val="FF0000"/>
                </a:solidFill>
                <a:ea typeface="宋体" panose="02010600030101010101" pitchFamily="2" charset="-122"/>
              </a:rPr>
              <a:t>D</a:t>
            </a:r>
            <a:r>
              <a:rPr lang="en-US" altLang="zh-CN" baseline="-25000" dirty="0">
                <a:solidFill>
                  <a:srgbClr val="FF0000"/>
                </a:solidFill>
                <a:ea typeface="宋体" panose="02010600030101010101" pitchFamily="2" charset="-122"/>
              </a:rPr>
              <a:t>x</a:t>
            </a:r>
            <a:r>
              <a:rPr lang="en-US" altLang="zh-CN" dirty="0">
                <a:solidFill>
                  <a:srgbClr val="FF0000"/>
                </a:solidFill>
                <a:ea typeface="宋体" panose="02010600030101010101" pitchFamily="2" charset="-122"/>
              </a:rPr>
              <a:t> = [D</a:t>
            </a:r>
            <a:r>
              <a:rPr lang="en-US" altLang="zh-CN" baseline="-25000" dirty="0">
                <a:solidFill>
                  <a:srgbClr val="FF0000"/>
                </a:solidFill>
                <a:ea typeface="宋体" panose="02010600030101010101" pitchFamily="2" charset="-122"/>
              </a:rPr>
              <a:t>x</a:t>
            </a:r>
            <a:r>
              <a:rPr lang="en-US" altLang="zh-CN" dirty="0">
                <a:solidFill>
                  <a:srgbClr val="FF0000"/>
                </a:solidFill>
                <a:ea typeface="宋体" panose="02010600030101010101" pitchFamily="2" charset="-122"/>
              </a:rPr>
              <a:t>(y): y </a:t>
            </a:r>
            <a:r>
              <a:rPr lang="ru-RU" altLang="zh-CN" dirty="0">
                <a:solidFill>
                  <a:srgbClr val="FF0000"/>
                </a:solidFill>
              </a:rPr>
              <a:t>є</a:t>
            </a:r>
            <a:r>
              <a:rPr lang="en-US" altLang="zh-CN" dirty="0">
                <a:solidFill>
                  <a:srgbClr val="FF0000"/>
                </a:solidFill>
                <a:ea typeface="宋体" panose="02010600030101010101" pitchFamily="2" charset="-122"/>
              </a:rPr>
              <a:t> N ]</a:t>
            </a:r>
            <a:endParaRPr lang="en-US" altLang="zh-CN" dirty="0">
              <a:solidFill>
                <a:srgbClr val="FF0000"/>
              </a:solidFill>
              <a:ea typeface="宋体" panose="02010600030101010101" pitchFamily="2" charset="-122"/>
            </a:endParaRPr>
          </a:p>
          <a:p>
            <a:r>
              <a:rPr lang="en-US" altLang="zh-CN" dirty="0">
                <a:ea typeface="宋体" panose="02010600030101010101" pitchFamily="2" charset="-122"/>
              </a:rPr>
              <a:t>Node x also maintains its neighbors’ distance vectors</a:t>
            </a:r>
            <a:endParaRPr lang="en-US" altLang="zh-CN" dirty="0">
              <a:ea typeface="宋体" panose="02010600030101010101" pitchFamily="2" charset="-122"/>
            </a:endParaRPr>
          </a:p>
          <a:p>
            <a:pPr lvl="1"/>
            <a:r>
              <a:rPr lang="en-US" altLang="zh-CN" dirty="0">
                <a:ea typeface="宋体" panose="02010600030101010101" pitchFamily="2" charset="-122"/>
              </a:rPr>
              <a:t>For each neighbor v, x maintains </a:t>
            </a:r>
            <a:br>
              <a:rPr lang="en-US" altLang="zh-CN" dirty="0">
                <a:ea typeface="宋体" panose="02010600030101010101" pitchFamily="2" charset="-122"/>
              </a:rPr>
            </a:br>
            <a:r>
              <a:rPr lang="en-US" altLang="zh-CN" b="1" dirty="0">
                <a:solidFill>
                  <a:srgbClr val="FF0000"/>
                </a:solidFill>
                <a:ea typeface="宋体" panose="02010600030101010101" pitchFamily="2" charset="-122"/>
              </a:rPr>
              <a:t>D</a:t>
            </a:r>
            <a:r>
              <a:rPr lang="en-US" altLang="zh-CN" baseline="-25000" dirty="0">
                <a:solidFill>
                  <a:srgbClr val="FF0000"/>
                </a:solidFill>
                <a:ea typeface="宋体" panose="02010600030101010101" pitchFamily="2" charset="-122"/>
              </a:rPr>
              <a:t>v</a:t>
            </a:r>
            <a:r>
              <a:rPr lang="en-US" altLang="zh-CN" dirty="0">
                <a:solidFill>
                  <a:srgbClr val="FF0000"/>
                </a:solidFill>
                <a:ea typeface="宋体" panose="02010600030101010101" pitchFamily="2" charset="-122"/>
              </a:rPr>
              <a:t> = [D</a:t>
            </a:r>
            <a:r>
              <a:rPr lang="en-US" altLang="zh-CN" baseline="-25000" dirty="0">
                <a:solidFill>
                  <a:srgbClr val="FF0000"/>
                </a:solidFill>
                <a:ea typeface="宋体" panose="02010600030101010101" pitchFamily="2" charset="-122"/>
              </a:rPr>
              <a:t>v</a:t>
            </a:r>
            <a:r>
              <a:rPr lang="en-US" altLang="zh-CN" dirty="0">
                <a:solidFill>
                  <a:srgbClr val="FF0000"/>
                </a:solidFill>
                <a:ea typeface="宋体" panose="02010600030101010101" pitchFamily="2" charset="-122"/>
              </a:rPr>
              <a:t>(y): y </a:t>
            </a:r>
            <a:r>
              <a:rPr lang="ru-RU" altLang="zh-CN" dirty="0">
                <a:solidFill>
                  <a:srgbClr val="FF0000"/>
                </a:solidFill>
              </a:rPr>
              <a:t>є</a:t>
            </a:r>
            <a:r>
              <a:rPr lang="en-US" altLang="zh-CN" dirty="0">
                <a:solidFill>
                  <a:srgbClr val="FF0000"/>
                </a:solidFill>
                <a:ea typeface="宋体" panose="02010600030101010101" pitchFamily="2" charset="-122"/>
              </a:rPr>
              <a:t> N ]</a:t>
            </a:r>
            <a:endParaRPr lang="en-US" altLang="zh-CN" dirty="0">
              <a:ea typeface="宋体" panose="02010600030101010101" pitchFamily="2" charset="-122"/>
            </a:endParaRPr>
          </a:p>
          <a:p>
            <a:pPr>
              <a:buNone/>
            </a:pPr>
            <a:endParaRPr lang="en-US" altLang="zh-CN" dirty="0">
              <a:solidFill>
                <a:srgbClr val="FF0000"/>
              </a:solidFill>
              <a:ea typeface="宋体" panose="02010600030101010101" pitchFamily="2" charset="-122"/>
            </a:endParaRPr>
          </a:p>
          <a:p>
            <a:endParaRPr lang="en-US" altLang="zh-CN" dirty="0">
              <a:ea typeface="宋体" panose="02010600030101010101" pitchFamily="2" charset="-122"/>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354" name="页脚占位符 4"/>
          <p:cNvSpPr txBox="1">
            <a:spLocks noGrp="1"/>
          </p:cNvSpPr>
          <p:nvPr>
            <p:ph type="ftr" sz="quarter" idx="11"/>
          </p:nvPr>
        </p:nvSpPr>
        <p:spPr/>
        <p:txBody>
          <a:bodyPr/>
          <a:p>
            <a:pPr marL="0" indent="0" algn="r">
              <a:spcBef>
                <a:spcPct val="0"/>
              </a:spcBef>
              <a:buClrTx/>
              <a:buSzTx/>
              <a:buFontTx/>
              <a:buNone/>
            </a:pPr>
            <a:r>
              <a:rPr lang="en-US" altLang="zh-CN" sz="1400" dirty="0">
                <a:ea typeface="宋体" panose="02010600030101010101" pitchFamily="2" charset="-122"/>
              </a:rPr>
              <a:t>Network Layer</a:t>
            </a:r>
            <a:endParaRPr lang="en-US" altLang="zh-CN" sz="1400" dirty="0">
              <a:latin typeface="Times New Roman" panose="02020603050405020304" pitchFamily="18" charset="0"/>
              <a:ea typeface="宋体" panose="02010600030101010101" pitchFamily="2" charset="-122"/>
            </a:endParaRPr>
          </a:p>
        </p:txBody>
      </p:sp>
      <p:sp>
        <p:nvSpPr>
          <p:cNvPr id="100355" name="灯片编号占位符 5"/>
          <p:cNvSpPr txBox="1">
            <a:spLocks noGrp="1"/>
          </p:cNvSpPr>
          <p:nvPr>
            <p:ph type="sldNum" sz="quarter" idx="12"/>
          </p:nvPr>
        </p:nvSpPr>
        <p:spPr/>
        <p:txBody>
          <a:bodyPr/>
          <a:p>
            <a:pPr marL="0" indent="0" algn="r">
              <a:spcBef>
                <a:spcPct val="0"/>
              </a:spcBef>
              <a:buClrTx/>
              <a:buSzTx/>
              <a:buFontTx/>
              <a:buNone/>
            </a:pPr>
            <a:r>
              <a:rPr lang="en-US" altLang="zh-CN" sz="1400" dirty="0">
                <a:ea typeface="宋体" panose="02010600030101010101" pitchFamily="2" charset="-122"/>
              </a:rPr>
              <a:t>4-</a:t>
            </a: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100356" name="Rectangle 2"/>
          <p:cNvSpPr>
            <a:spLocks noGrp="1"/>
          </p:cNvSpPr>
          <p:nvPr>
            <p:ph type="title"/>
          </p:nvPr>
        </p:nvSpPr>
        <p:spPr/>
        <p:txBody>
          <a:bodyPr vert="horz" wrap="square" lIns="91440" tIns="45720" rIns="91440" bIns="45720" anchor="ctr" anchorCtr="0"/>
          <a:p>
            <a:r>
              <a:rPr lang="en-US" altLang="zh-CN" dirty="0">
                <a:ea typeface="宋体" panose="02010600030101010101" pitchFamily="2" charset="-122"/>
              </a:rPr>
              <a:t>Distance vector algorithm (4)</a:t>
            </a:r>
            <a:endParaRPr lang="en-US" altLang="zh-CN" dirty="0">
              <a:ea typeface="宋体" panose="02010600030101010101" pitchFamily="2" charset="-122"/>
            </a:endParaRPr>
          </a:p>
        </p:txBody>
      </p:sp>
      <p:sp>
        <p:nvSpPr>
          <p:cNvPr id="100357" name="Rectangle 3"/>
          <p:cNvSpPr>
            <a:spLocks noGrp="1"/>
          </p:cNvSpPr>
          <p:nvPr>
            <p:ph idx="1"/>
          </p:nvPr>
        </p:nvSpPr>
        <p:spPr>
          <a:xfrm>
            <a:off x="533400" y="1600200"/>
            <a:ext cx="7772400" cy="2414588"/>
          </a:xfrm>
        </p:spPr>
        <p:txBody>
          <a:bodyPr vert="horz" wrap="square" lIns="91440" tIns="45720" rIns="91440" bIns="45720" anchor="t" anchorCtr="0"/>
          <a:p>
            <a:pPr>
              <a:lnSpc>
                <a:spcPct val="90000"/>
              </a:lnSpc>
              <a:buNone/>
            </a:pPr>
            <a:r>
              <a:rPr lang="en-US" altLang="zh-CN" sz="2400" u="sng" dirty="0">
                <a:solidFill>
                  <a:srgbClr val="FF0000"/>
                </a:solidFill>
                <a:ea typeface="宋体" panose="02010600030101010101" pitchFamily="2" charset="-122"/>
              </a:rPr>
              <a:t>Basic idea:</a:t>
            </a:r>
            <a:r>
              <a:rPr lang="en-US" altLang="zh-CN" sz="2400" dirty="0">
                <a:ea typeface="宋体" panose="02010600030101010101" pitchFamily="2" charset="-122"/>
              </a:rPr>
              <a:t> </a:t>
            </a:r>
            <a:endParaRPr lang="en-US" altLang="zh-CN" sz="2400" dirty="0">
              <a:ea typeface="宋体" panose="02010600030101010101" pitchFamily="2" charset="-122"/>
            </a:endParaRPr>
          </a:p>
          <a:p>
            <a:pPr>
              <a:lnSpc>
                <a:spcPct val="90000"/>
              </a:lnSpc>
            </a:pPr>
            <a:r>
              <a:rPr lang="en-US" altLang="zh-CN" sz="2400" dirty="0">
                <a:ea typeface="宋体" panose="02010600030101010101" pitchFamily="2" charset="-122"/>
              </a:rPr>
              <a:t>From time-to-time, each node sends its own distance vector estimate to neighbors</a:t>
            </a:r>
            <a:endParaRPr lang="en-US" altLang="zh-CN" sz="2400" dirty="0">
              <a:ea typeface="宋体" panose="02010600030101010101" pitchFamily="2" charset="-122"/>
            </a:endParaRPr>
          </a:p>
          <a:p>
            <a:pPr>
              <a:lnSpc>
                <a:spcPct val="90000"/>
              </a:lnSpc>
            </a:pPr>
            <a:r>
              <a:rPr lang="en-US" altLang="zh-CN" sz="2400" dirty="0">
                <a:ea typeface="宋体" panose="02010600030101010101" pitchFamily="2" charset="-122"/>
              </a:rPr>
              <a:t>Asynchronous</a:t>
            </a:r>
            <a:endParaRPr lang="en-US" altLang="zh-CN" sz="2400" dirty="0">
              <a:ea typeface="宋体" panose="02010600030101010101" pitchFamily="2" charset="-122"/>
            </a:endParaRPr>
          </a:p>
          <a:p>
            <a:pPr>
              <a:lnSpc>
                <a:spcPct val="90000"/>
              </a:lnSpc>
            </a:pPr>
            <a:r>
              <a:rPr lang="en-US" altLang="zh-CN" sz="2400" dirty="0">
                <a:ea typeface="宋体" panose="02010600030101010101" pitchFamily="2" charset="-122"/>
              </a:rPr>
              <a:t>When a node x receives new DV estimate from neighbor, it updates its own DV using B-F equation:</a:t>
            </a:r>
            <a:endParaRPr lang="en-US" altLang="zh-CN" sz="2400" dirty="0">
              <a:ea typeface="宋体" panose="02010600030101010101" pitchFamily="2" charset="-122"/>
            </a:endParaRPr>
          </a:p>
        </p:txBody>
      </p:sp>
      <p:sp>
        <p:nvSpPr>
          <p:cNvPr id="100358" name="Rectangle 4"/>
          <p:cNvSpPr/>
          <p:nvPr/>
        </p:nvSpPr>
        <p:spPr>
          <a:xfrm>
            <a:off x="757238" y="3908425"/>
            <a:ext cx="7180262" cy="45720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2400" i="1" dirty="0">
                <a:solidFill>
                  <a:srgbClr val="FF0000"/>
                </a:solidFill>
                <a:ea typeface="宋体" panose="02010600030101010101" pitchFamily="2" charset="-122"/>
              </a:rPr>
              <a:t>D</a:t>
            </a:r>
            <a:r>
              <a:rPr lang="en-US" altLang="zh-CN" sz="2400" i="1" baseline="-30000" dirty="0">
                <a:solidFill>
                  <a:srgbClr val="FF0000"/>
                </a:solidFill>
                <a:ea typeface="宋体" panose="02010600030101010101" pitchFamily="2" charset="-122"/>
              </a:rPr>
              <a:t>x</a:t>
            </a:r>
            <a:r>
              <a:rPr lang="en-US" altLang="zh-CN" sz="2400" i="1" dirty="0">
                <a:solidFill>
                  <a:srgbClr val="FF0000"/>
                </a:solidFill>
                <a:ea typeface="宋体" panose="02010600030101010101" pitchFamily="2" charset="-122"/>
              </a:rPr>
              <a:t>(y) </a:t>
            </a:r>
            <a:r>
              <a:rPr lang="en-US" altLang="zh-CN" sz="2400" i="1" dirty="0">
                <a:solidFill>
                  <a:srgbClr val="FF0000"/>
                </a:solidFill>
                <a:cs typeface="Times New Roman" panose="02020603050405020304" pitchFamily="18" charset="0"/>
              </a:rPr>
              <a:t>←</a:t>
            </a:r>
            <a:r>
              <a:rPr lang="en-US" altLang="zh-CN" sz="2400" i="1" dirty="0">
                <a:solidFill>
                  <a:srgbClr val="FF0000"/>
                </a:solidFill>
                <a:ea typeface="宋体" panose="02010600030101010101" pitchFamily="2" charset="-122"/>
              </a:rPr>
              <a:t> min</a:t>
            </a:r>
            <a:r>
              <a:rPr lang="en-US" altLang="zh-CN" sz="2400" i="1" baseline="-30000" dirty="0">
                <a:solidFill>
                  <a:srgbClr val="FF0000"/>
                </a:solidFill>
                <a:ea typeface="宋体" panose="02010600030101010101" pitchFamily="2" charset="-122"/>
              </a:rPr>
              <a:t>v</a:t>
            </a:r>
            <a:r>
              <a:rPr lang="en-US" altLang="zh-CN" sz="2400" i="1" dirty="0">
                <a:solidFill>
                  <a:srgbClr val="FF0000"/>
                </a:solidFill>
                <a:ea typeface="宋体" panose="02010600030101010101" pitchFamily="2" charset="-122"/>
              </a:rPr>
              <a:t>{c(x,v) + D</a:t>
            </a:r>
            <a:r>
              <a:rPr lang="en-US" altLang="zh-CN" sz="2400" i="1" baseline="-30000" dirty="0">
                <a:solidFill>
                  <a:srgbClr val="FF0000"/>
                </a:solidFill>
                <a:ea typeface="宋体" panose="02010600030101010101" pitchFamily="2" charset="-122"/>
              </a:rPr>
              <a:t>v</a:t>
            </a:r>
            <a:r>
              <a:rPr lang="en-US" altLang="zh-CN" sz="2400" i="1" dirty="0">
                <a:solidFill>
                  <a:srgbClr val="FF0000"/>
                </a:solidFill>
                <a:ea typeface="宋体" panose="02010600030101010101" pitchFamily="2" charset="-122"/>
              </a:rPr>
              <a:t>(y)}    for each node y </a:t>
            </a:r>
            <a:r>
              <a:rPr lang="en-US" altLang="zh-CN" sz="2400" i="1" dirty="0">
                <a:solidFill>
                  <a:srgbClr val="FF0000"/>
                </a:solidFill>
                <a:ea typeface="MS Mincho" pitchFamily="49" charset="-128"/>
              </a:rPr>
              <a:t>∊</a:t>
            </a:r>
            <a:r>
              <a:rPr lang="en-US" altLang="zh-CN" sz="2400" i="1" dirty="0">
                <a:solidFill>
                  <a:srgbClr val="FF0000"/>
                </a:solidFill>
                <a:ea typeface="宋体" panose="02010600030101010101" pitchFamily="2" charset="-122"/>
              </a:rPr>
              <a:t> N</a:t>
            </a:r>
            <a:endParaRPr lang="en-US" altLang="zh-CN" sz="2400" i="1" dirty="0">
              <a:solidFill>
                <a:srgbClr val="FF0000"/>
              </a:solidFill>
              <a:ea typeface="宋体" panose="02010600030101010101" pitchFamily="2" charset="-122"/>
            </a:endParaRPr>
          </a:p>
        </p:txBody>
      </p:sp>
      <p:sp>
        <p:nvSpPr>
          <p:cNvPr id="100359" name="Rectangle 5"/>
          <p:cNvSpPr/>
          <p:nvPr/>
        </p:nvSpPr>
        <p:spPr>
          <a:xfrm>
            <a:off x="385763" y="4640263"/>
            <a:ext cx="7772400" cy="1500187"/>
          </a:xfrm>
          <a:prstGeom prst="rect">
            <a:avLst/>
          </a:prstGeom>
          <a:noFill/>
          <a:ln w="9525">
            <a:noFill/>
          </a:ln>
        </p:spPr>
        <p:txBody>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342900" lvl="0" indent="-342900">
              <a:lnSpc>
                <a:spcPct val="90000"/>
              </a:lnSpc>
            </a:pPr>
            <a:r>
              <a:rPr lang="en-US" altLang="zh-CN" sz="2400" dirty="0">
                <a:ea typeface="宋体" panose="02010600030101010101" pitchFamily="2" charset="-122"/>
              </a:rPr>
              <a:t>Under minor, natural conditions, the estimate </a:t>
            </a:r>
            <a:r>
              <a:rPr lang="en-US" altLang="zh-CN" sz="2400" i="1" dirty="0">
                <a:ea typeface="宋体" panose="02010600030101010101" pitchFamily="2" charset="-122"/>
              </a:rPr>
              <a:t>D</a:t>
            </a:r>
            <a:r>
              <a:rPr lang="en-US" altLang="zh-CN" sz="2400" i="1" baseline="-30000" dirty="0">
                <a:ea typeface="宋体" panose="02010600030101010101" pitchFamily="2" charset="-122"/>
              </a:rPr>
              <a:t>x</a:t>
            </a:r>
            <a:r>
              <a:rPr lang="en-US" altLang="zh-CN" sz="2400" i="1" dirty="0">
                <a:ea typeface="宋体" panose="02010600030101010101" pitchFamily="2" charset="-122"/>
              </a:rPr>
              <a:t>(y) converge to the actual least cost</a:t>
            </a:r>
            <a:r>
              <a:rPr lang="en-US" altLang="zh-CN" sz="2400" i="1" dirty="0">
                <a:latin typeface="Times" pitchFamily="18" charset="0"/>
                <a:ea typeface="宋体" panose="02010600030101010101" pitchFamily="2" charset="-122"/>
              </a:rPr>
              <a:t> </a:t>
            </a:r>
            <a:r>
              <a:rPr lang="en-US" altLang="zh-CN" sz="2400" dirty="0">
                <a:ea typeface="宋体" panose="02010600030101010101" pitchFamily="2" charset="-122"/>
              </a:rPr>
              <a:t>d</a:t>
            </a:r>
            <a:r>
              <a:rPr lang="en-US" altLang="zh-CN" sz="2400" baseline="-25000" dirty="0">
                <a:ea typeface="宋体" panose="02010600030101010101" pitchFamily="2" charset="-122"/>
              </a:rPr>
              <a:t>x</a:t>
            </a:r>
            <a:r>
              <a:rPr lang="en-US" altLang="zh-CN" sz="2400" dirty="0">
                <a:ea typeface="宋体" panose="02010600030101010101" pitchFamily="2" charset="-122"/>
              </a:rPr>
              <a:t>(y) </a:t>
            </a:r>
            <a:endParaRPr lang="en-US" altLang="zh-CN" sz="2400" dirty="0">
              <a:ea typeface="宋体" panose="02010600030101010101" pitchFamily="2" charset="-122"/>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78" name="页脚占位符 5"/>
          <p:cNvSpPr txBox="1">
            <a:spLocks noGrp="1"/>
          </p:cNvSpPr>
          <p:nvPr>
            <p:ph type="ftr" sz="quarter" idx="11"/>
          </p:nvPr>
        </p:nvSpPr>
        <p:spPr/>
        <p:txBody>
          <a:bodyPr/>
          <a:p>
            <a:pPr marL="0" indent="0" algn="r">
              <a:spcBef>
                <a:spcPct val="0"/>
              </a:spcBef>
              <a:buClrTx/>
              <a:buSzTx/>
              <a:buFontTx/>
              <a:buNone/>
            </a:pPr>
            <a:r>
              <a:rPr lang="en-US" altLang="zh-CN" sz="1400" dirty="0">
                <a:ea typeface="宋体" panose="02010600030101010101" pitchFamily="2" charset="-122"/>
              </a:rPr>
              <a:t>Network Layer</a:t>
            </a:r>
            <a:endParaRPr lang="en-US" altLang="zh-CN" sz="1400" dirty="0">
              <a:latin typeface="Times New Roman" panose="02020603050405020304" pitchFamily="18" charset="0"/>
              <a:ea typeface="宋体" panose="02010600030101010101" pitchFamily="2" charset="-122"/>
            </a:endParaRPr>
          </a:p>
        </p:txBody>
      </p:sp>
      <p:sp>
        <p:nvSpPr>
          <p:cNvPr id="101379" name="灯片编号占位符 6"/>
          <p:cNvSpPr txBox="1">
            <a:spLocks noGrp="1"/>
          </p:cNvSpPr>
          <p:nvPr>
            <p:ph type="sldNum" sz="quarter" idx="12"/>
          </p:nvPr>
        </p:nvSpPr>
        <p:spPr/>
        <p:txBody>
          <a:bodyPr/>
          <a:p>
            <a:pPr marL="0" indent="0" algn="r">
              <a:spcBef>
                <a:spcPct val="0"/>
              </a:spcBef>
              <a:buClrTx/>
              <a:buSzTx/>
              <a:buFontTx/>
              <a:buNone/>
            </a:pPr>
            <a:r>
              <a:rPr lang="en-US" altLang="zh-CN" sz="1400" dirty="0">
                <a:ea typeface="宋体" panose="02010600030101010101" pitchFamily="2" charset="-122"/>
              </a:rPr>
              <a:t>4-</a:t>
            </a: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101380" name="Rectangle 2"/>
          <p:cNvSpPr>
            <a:spLocks noGrp="1"/>
          </p:cNvSpPr>
          <p:nvPr>
            <p:ph type="title"/>
          </p:nvPr>
        </p:nvSpPr>
        <p:spPr/>
        <p:txBody>
          <a:bodyPr vert="horz" wrap="square" lIns="91440" tIns="45720" rIns="91440" bIns="45720" anchor="ctr" anchorCtr="0"/>
          <a:p>
            <a:r>
              <a:rPr lang="en-US" altLang="zh-CN" sz="3200" dirty="0">
                <a:ea typeface="宋体" panose="02010600030101010101" pitchFamily="2" charset="-122"/>
              </a:rPr>
              <a:t>Distance Vector Algorithm (5)</a:t>
            </a:r>
            <a:endParaRPr lang="en-US" altLang="zh-CN" dirty="0">
              <a:ea typeface="宋体" panose="02010600030101010101" pitchFamily="2" charset="-122"/>
            </a:endParaRPr>
          </a:p>
        </p:txBody>
      </p:sp>
      <p:sp>
        <p:nvSpPr>
          <p:cNvPr id="101381" name="Rectangle 3"/>
          <p:cNvSpPr>
            <a:spLocks noGrp="1"/>
          </p:cNvSpPr>
          <p:nvPr>
            <p:ph sz="half" idx="1"/>
          </p:nvPr>
        </p:nvSpPr>
        <p:spPr>
          <a:xfrm>
            <a:off x="561975" y="1362075"/>
            <a:ext cx="3781425" cy="4648200"/>
          </a:xfrm>
        </p:spPr>
        <p:txBody>
          <a:bodyPr vert="horz" wrap="square" lIns="91440" tIns="45720" rIns="91440" bIns="45720" anchor="t" anchorCtr="0"/>
          <a:p>
            <a:pPr>
              <a:buClr>
                <a:schemeClr val="accent2"/>
              </a:buClr>
              <a:buSzPct val="85000"/>
              <a:buFont typeface="ZapfDingbats"/>
              <a:buNone/>
            </a:pPr>
            <a:r>
              <a:rPr lang="en-US" altLang="zh-CN" sz="2400" dirty="0">
                <a:solidFill>
                  <a:srgbClr val="FF0000"/>
                </a:solidFill>
                <a:ea typeface="宋体" panose="02010600030101010101" pitchFamily="2" charset="-122"/>
              </a:rPr>
              <a:t>Iterative, asynchronous: </a:t>
            </a:r>
            <a:r>
              <a:rPr lang="en-US" altLang="zh-CN" sz="2000" dirty="0">
                <a:ea typeface="宋体" panose="02010600030101010101" pitchFamily="2" charset="-122"/>
              </a:rPr>
              <a:t>each local iteration caused by: </a:t>
            </a:r>
            <a:endParaRPr lang="en-US" altLang="zh-CN" sz="2000" dirty="0">
              <a:ea typeface="宋体" panose="02010600030101010101" pitchFamily="2" charset="-122"/>
            </a:endParaRPr>
          </a:p>
          <a:p>
            <a:pPr>
              <a:buClr>
                <a:schemeClr val="accent2"/>
              </a:buClr>
              <a:buSzPct val="85000"/>
              <a:buFont typeface="ZapfDingbats"/>
            </a:pPr>
            <a:r>
              <a:rPr lang="en-US" altLang="zh-CN" sz="2000" dirty="0">
                <a:ea typeface="宋体" panose="02010600030101010101" pitchFamily="2" charset="-122"/>
              </a:rPr>
              <a:t>local link cost change </a:t>
            </a:r>
            <a:endParaRPr lang="en-US" altLang="zh-CN" sz="2000" dirty="0">
              <a:ea typeface="宋体" panose="02010600030101010101" pitchFamily="2" charset="-122"/>
            </a:endParaRPr>
          </a:p>
          <a:p>
            <a:pPr>
              <a:buClr>
                <a:schemeClr val="accent2"/>
              </a:buClr>
              <a:buSzPct val="85000"/>
              <a:buFont typeface="ZapfDingbats"/>
            </a:pPr>
            <a:r>
              <a:rPr lang="en-US" altLang="zh-CN" sz="2000" dirty="0">
                <a:ea typeface="宋体" panose="02010600030101010101" pitchFamily="2" charset="-122"/>
              </a:rPr>
              <a:t>DV update message from neighbor</a:t>
            </a:r>
            <a:endParaRPr lang="en-US" altLang="zh-CN" sz="2000" dirty="0">
              <a:ea typeface="宋体" panose="02010600030101010101" pitchFamily="2" charset="-122"/>
            </a:endParaRPr>
          </a:p>
          <a:p>
            <a:pPr>
              <a:buClr>
                <a:schemeClr val="accent2"/>
              </a:buClr>
              <a:buSzPct val="85000"/>
              <a:buFont typeface="ZapfDingbats"/>
              <a:buNone/>
            </a:pPr>
            <a:r>
              <a:rPr lang="en-US" altLang="zh-CN" sz="2400" dirty="0">
                <a:solidFill>
                  <a:srgbClr val="FF0000"/>
                </a:solidFill>
                <a:ea typeface="宋体" panose="02010600030101010101" pitchFamily="2" charset="-122"/>
              </a:rPr>
              <a:t>Distributed:</a:t>
            </a:r>
            <a:endParaRPr lang="en-US" altLang="zh-CN" sz="2400" dirty="0">
              <a:ea typeface="宋体" panose="02010600030101010101" pitchFamily="2" charset="-122"/>
            </a:endParaRPr>
          </a:p>
          <a:p>
            <a:pPr>
              <a:buClr>
                <a:schemeClr val="accent2"/>
              </a:buClr>
              <a:buSzPct val="85000"/>
              <a:buFont typeface="ZapfDingbats"/>
            </a:pPr>
            <a:r>
              <a:rPr lang="en-US" altLang="zh-CN" sz="2000" dirty="0">
                <a:ea typeface="宋体" panose="02010600030101010101" pitchFamily="2" charset="-122"/>
              </a:rPr>
              <a:t>each node notifies neighbors </a:t>
            </a:r>
            <a:r>
              <a:rPr lang="en-US" altLang="zh-CN" sz="2000" i="1" dirty="0">
                <a:ea typeface="宋体" panose="02010600030101010101" pitchFamily="2" charset="-122"/>
              </a:rPr>
              <a:t>only</a:t>
            </a:r>
            <a:r>
              <a:rPr lang="en-US" altLang="zh-CN" sz="2000" dirty="0">
                <a:ea typeface="宋体" panose="02010600030101010101" pitchFamily="2" charset="-122"/>
              </a:rPr>
              <a:t> when its DV changes</a:t>
            </a:r>
            <a:endParaRPr lang="en-US" altLang="zh-CN" sz="2000" dirty="0">
              <a:ea typeface="宋体" panose="02010600030101010101" pitchFamily="2" charset="-122"/>
            </a:endParaRPr>
          </a:p>
          <a:p>
            <a:pPr lvl="1">
              <a:buClr>
                <a:schemeClr val="accent2"/>
              </a:buClr>
              <a:buSzPct val="75000"/>
              <a:buFont typeface="ZapfDingbats"/>
            </a:pPr>
            <a:r>
              <a:rPr lang="en-US" altLang="zh-CN" sz="1800" dirty="0">
                <a:ea typeface="宋体" panose="02010600030101010101" pitchFamily="2" charset="-122"/>
              </a:rPr>
              <a:t>neighbors then notify their neighbors if necessary</a:t>
            </a:r>
            <a:endParaRPr lang="en-US" altLang="zh-CN" sz="2000" dirty="0">
              <a:ea typeface="宋体" panose="02010600030101010101" pitchFamily="2" charset="-122"/>
            </a:endParaRPr>
          </a:p>
        </p:txBody>
      </p:sp>
      <p:grpSp>
        <p:nvGrpSpPr>
          <p:cNvPr id="101382" name="Group 4"/>
          <p:cNvGrpSpPr/>
          <p:nvPr/>
        </p:nvGrpSpPr>
        <p:grpSpPr>
          <a:xfrm>
            <a:off x="5229225" y="1762125"/>
            <a:ext cx="3552825" cy="4141788"/>
            <a:chOff x="3354" y="954"/>
            <a:chExt cx="2238" cy="2609"/>
          </a:xfrm>
        </p:grpSpPr>
        <p:sp>
          <p:nvSpPr>
            <p:cNvPr id="101384" name="Text Box 5"/>
            <p:cNvSpPr txBox="1"/>
            <p:nvPr/>
          </p:nvSpPr>
          <p:spPr>
            <a:xfrm>
              <a:off x="3372" y="954"/>
              <a:ext cx="2220" cy="2609"/>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50000"/>
                </a:spcBef>
                <a:buClrTx/>
                <a:buSzTx/>
                <a:buFontTx/>
                <a:buNone/>
              </a:pPr>
              <a:endParaRPr lang="en-US" altLang="zh-CN" sz="2400" dirty="0">
                <a:latin typeface="Times New Roman" panose="02020603050405020304" pitchFamily="18" charset="0"/>
                <a:ea typeface="宋体" panose="02010600030101010101" pitchFamily="2" charset="-122"/>
              </a:endParaRPr>
            </a:p>
            <a:p>
              <a:pPr marL="0" lvl="0" indent="0">
                <a:spcBef>
                  <a:spcPct val="50000"/>
                </a:spcBef>
                <a:buClrTx/>
                <a:buSzTx/>
                <a:buFontTx/>
                <a:buNone/>
              </a:pPr>
              <a:r>
                <a:rPr lang="en-US" altLang="zh-CN" sz="2400" i="1" dirty="0">
                  <a:solidFill>
                    <a:schemeClr val="accent2"/>
                  </a:solidFill>
                  <a:latin typeface="Arial" panose="020B0604020202020204" pitchFamily="34" charset="0"/>
                  <a:ea typeface="宋体" panose="02010600030101010101" pitchFamily="2" charset="-122"/>
                </a:rPr>
                <a:t>wait</a:t>
              </a:r>
              <a:r>
                <a:rPr lang="en-US" altLang="zh-CN" sz="2000" dirty="0">
                  <a:latin typeface="Arial" panose="020B0604020202020204" pitchFamily="34" charset="0"/>
                  <a:ea typeface="宋体" panose="02010600030101010101" pitchFamily="2" charset="-122"/>
                </a:rPr>
                <a:t> for (change in local link cost or msg from neighbor)</a:t>
              </a:r>
              <a:endParaRPr lang="en-US" altLang="zh-CN" sz="2000" dirty="0">
                <a:latin typeface="Arial" panose="020B0604020202020204" pitchFamily="34" charset="0"/>
                <a:ea typeface="宋体" panose="02010600030101010101" pitchFamily="2" charset="-122"/>
              </a:endParaRPr>
            </a:p>
            <a:p>
              <a:pPr marL="0" lvl="0" indent="0">
                <a:spcBef>
                  <a:spcPct val="50000"/>
                </a:spcBef>
                <a:buClrTx/>
                <a:buSzTx/>
                <a:buFontTx/>
                <a:buNone/>
              </a:pPr>
              <a:endParaRPr lang="en-US" altLang="zh-CN" sz="2000" dirty="0">
                <a:latin typeface="Arial" panose="020B0604020202020204" pitchFamily="34" charset="0"/>
                <a:ea typeface="宋体" panose="02010600030101010101" pitchFamily="2" charset="-122"/>
              </a:endParaRPr>
            </a:p>
            <a:p>
              <a:pPr marL="0" lvl="0" indent="0">
                <a:spcBef>
                  <a:spcPct val="50000"/>
                </a:spcBef>
                <a:buClrTx/>
                <a:buSzTx/>
                <a:buFontTx/>
                <a:buNone/>
              </a:pPr>
              <a:r>
                <a:rPr lang="en-US" altLang="zh-CN" sz="2400" i="1" dirty="0">
                  <a:solidFill>
                    <a:schemeClr val="accent2"/>
                  </a:solidFill>
                  <a:latin typeface="Arial" panose="020B0604020202020204" pitchFamily="34" charset="0"/>
                  <a:ea typeface="宋体" panose="02010600030101010101" pitchFamily="2" charset="-122"/>
                </a:rPr>
                <a:t>recompute</a:t>
              </a:r>
              <a:r>
                <a:rPr lang="en-US" altLang="zh-CN" sz="2000" dirty="0">
                  <a:latin typeface="Arial" panose="020B0604020202020204" pitchFamily="34" charset="0"/>
                  <a:ea typeface="宋体" panose="02010600030101010101" pitchFamily="2" charset="-122"/>
                </a:rPr>
                <a:t> estimates</a:t>
              </a:r>
              <a:endParaRPr lang="en-US" altLang="zh-CN" sz="2000" dirty="0">
                <a:latin typeface="Arial" panose="020B0604020202020204" pitchFamily="34" charset="0"/>
                <a:ea typeface="宋体" panose="02010600030101010101" pitchFamily="2" charset="-122"/>
              </a:endParaRPr>
            </a:p>
            <a:p>
              <a:pPr marL="0" lvl="0" indent="0">
                <a:spcBef>
                  <a:spcPct val="50000"/>
                </a:spcBef>
                <a:buClrTx/>
                <a:buSzTx/>
                <a:buFontTx/>
                <a:buNone/>
              </a:pPr>
              <a:endParaRPr lang="en-US" altLang="zh-CN" sz="2000" dirty="0">
                <a:latin typeface="Arial" panose="020B0604020202020204" pitchFamily="34" charset="0"/>
                <a:ea typeface="宋体" panose="02010600030101010101" pitchFamily="2" charset="-122"/>
              </a:endParaRPr>
            </a:p>
            <a:p>
              <a:pPr marL="0" lvl="0" indent="0">
                <a:spcBef>
                  <a:spcPct val="50000"/>
                </a:spcBef>
                <a:buClrTx/>
                <a:buSzTx/>
                <a:buFontTx/>
                <a:buNone/>
              </a:pPr>
              <a:r>
                <a:rPr lang="en-US" altLang="zh-CN" sz="2000" dirty="0">
                  <a:latin typeface="Arial" panose="020B0604020202020204" pitchFamily="34" charset="0"/>
                  <a:ea typeface="宋体" panose="02010600030101010101" pitchFamily="2" charset="-122"/>
                </a:rPr>
                <a:t>if DV to any dest has changed, </a:t>
              </a:r>
              <a:r>
                <a:rPr lang="en-US" altLang="zh-CN" sz="2400" i="1" dirty="0">
                  <a:solidFill>
                    <a:schemeClr val="accent2"/>
                  </a:solidFill>
                  <a:latin typeface="Arial" panose="020B0604020202020204" pitchFamily="34" charset="0"/>
                  <a:ea typeface="宋体" panose="02010600030101010101" pitchFamily="2" charset="-122"/>
                </a:rPr>
                <a:t>notify</a:t>
              </a:r>
              <a:r>
                <a:rPr lang="en-US" altLang="zh-CN" sz="2000" dirty="0">
                  <a:latin typeface="Arial" panose="020B0604020202020204" pitchFamily="34" charset="0"/>
                  <a:ea typeface="宋体" panose="02010600030101010101" pitchFamily="2" charset="-122"/>
                </a:rPr>
                <a:t> neighbors </a:t>
              </a:r>
              <a:endParaRPr lang="en-US" altLang="zh-CN" sz="2400" dirty="0">
                <a:latin typeface="Arial" panose="020B0604020202020204" pitchFamily="34" charset="0"/>
                <a:ea typeface="宋体" panose="02010600030101010101" pitchFamily="2" charset="-122"/>
              </a:endParaRPr>
            </a:p>
            <a:p>
              <a:pPr marL="0" lvl="0" indent="0" algn="ctr">
                <a:spcBef>
                  <a:spcPct val="50000"/>
                </a:spcBef>
                <a:buClrTx/>
                <a:buSzTx/>
                <a:buFontTx/>
                <a:buNone/>
              </a:pPr>
              <a:endParaRPr lang="en-US" altLang="zh-CN" sz="2400" dirty="0">
                <a:latin typeface="Times New Roman" panose="02020603050405020304" pitchFamily="18" charset="0"/>
                <a:ea typeface="宋体" panose="02010600030101010101" pitchFamily="2" charset="-122"/>
              </a:endParaRPr>
            </a:p>
          </p:txBody>
        </p:sp>
        <p:sp>
          <p:nvSpPr>
            <p:cNvPr id="101385" name="Line 6"/>
            <p:cNvSpPr/>
            <p:nvPr/>
          </p:nvSpPr>
          <p:spPr>
            <a:xfrm>
              <a:off x="4344" y="1776"/>
              <a:ext cx="0" cy="372"/>
            </a:xfrm>
            <a:prstGeom prst="line">
              <a:avLst/>
            </a:prstGeom>
            <a:ln w="19050" cap="flat" cmpd="sng">
              <a:solidFill>
                <a:schemeClr val="accent2"/>
              </a:solidFill>
              <a:prstDash val="solid"/>
              <a:headEnd type="none" w="med" len="med"/>
              <a:tailEnd type="triangle" w="med" len="med"/>
            </a:ln>
          </p:spPr>
        </p:sp>
        <p:sp>
          <p:nvSpPr>
            <p:cNvPr id="101386" name="Line 7"/>
            <p:cNvSpPr/>
            <p:nvPr/>
          </p:nvSpPr>
          <p:spPr>
            <a:xfrm>
              <a:off x="4338" y="2418"/>
              <a:ext cx="0" cy="372"/>
            </a:xfrm>
            <a:prstGeom prst="line">
              <a:avLst/>
            </a:prstGeom>
            <a:ln w="19050" cap="flat" cmpd="sng">
              <a:solidFill>
                <a:schemeClr val="accent2"/>
              </a:solidFill>
              <a:prstDash val="solid"/>
              <a:headEnd type="none" w="med" len="med"/>
              <a:tailEnd type="triangle" w="med" len="med"/>
            </a:ln>
          </p:spPr>
        </p:sp>
        <p:sp>
          <p:nvSpPr>
            <p:cNvPr id="101387" name="Freeform 8"/>
            <p:cNvSpPr/>
            <p:nvPr/>
          </p:nvSpPr>
          <p:spPr>
            <a:xfrm>
              <a:off x="3354" y="1212"/>
              <a:ext cx="978" cy="2256"/>
            </a:xfrm>
            <a:custGeom>
              <a:avLst/>
              <a:gdLst/>
              <a:ahLst/>
              <a:cxnLst>
                <a:cxn ang="0">
                  <a:pos x="960" y="2010"/>
                </a:cxn>
                <a:cxn ang="0">
                  <a:pos x="961" y="2256"/>
                </a:cxn>
                <a:cxn ang="0">
                  <a:pos x="0" y="2256"/>
                </a:cxn>
                <a:cxn ang="0">
                  <a:pos x="0" y="0"/>
                </a:cxn>
                <a:cxn ang="0">
                  <a:pos x="978" y="0"/>
                </a:cxn>
                <a:cxn ang="0">
                  <a:pos x="978" y="155"/>
                </a:cxn>
              </a:cxnLst>
              <a:pathLst>
                <a:path w="978" h="2256">
                  <a:moveTo>
                    <a:pt x="960" y="2010"/>
                  </a:moveTo>
                  <a:lnTo>
                    <a:pt x="961" y="2256"/>
                  </a:lnTo>
                  <a:lnTo>
                    <a:pt x="0" y="2256"/>
                  </a:lnTo>
                  <a:lnTo>
                    <a:pt x="0" y="0"/>
                  </a:lnTo>
                  <a:lnTo>
                    <a:pt x="978" y="0"/>
                  </a:lnTo>
                  <a:lnTo>
                    <a:pt x="978" y="155"/>
                  </a:lnTo>
                </a:path>
              </a:pathLst>
            </a:custGeom>
            <a:noFill/>
            <a:ln w="19050" cap="flat" cmpd="sng">
              <a:solidFill>
                <a:schemeClr val="accent2">
                  <a:alpha val="100000"/>
                </a:schemeClr>
              </a:solidFill>
              <a:prstDash val="solid"/>
              <a:round/>
              <a:headEnd type="none" w="med" len="med"/>
              <a:tailEnd type="triangle" w="med" len="med"/>
            </a:ln>
          </p:spPr>
          <p:txBody>
            <a:bodyPr/>
            <a:p>
              <a:endParaRPr lang="zh-CN" altLang="en-US"/>
            </a:p>
          </p:txBody>
        </p:sp>
      </p:grpSp>
      <p:sp>
        <p:nvSpPr>
          <p:cNvPr id="101383" name="Text Box 9"/>
          <p:cNvSpPr txBox="1"/>
          <p:nvPr/>
        </p:nvSpPr>
        <p:spPr>
          <a:xfrm>
            <a:off x="4873625" y="1379538"/>
            <a:ext cx="1711325"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400" dirty="0">
                <a:solidFill>
                  <a:srgbClr val="FF0000"/>
                </a:solidFill>
                <a:ea typeface="宋体" panose="02010600030101010101" pitchFamily="2" charset="-122"/>
              </a:rPr>
              <a:t>Each node:</a:t>
            </a:r>
            <a:endParaRPr lang="en-US" altLang="zh-CN" sz="2400" dirty="0">
              <a:latin typeface="Times New Roman" panose="02020603050405020304" pitchFamily="18" charset="0"/>
              <a:ea typeface="宋体" panose="02010600030101010101" pitchFamily="2" charset="-122"/>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02" name="页脚占位符 2"/>
          <p:cNvSpPr txBox="1">
            <a:spLocks noGrp="1"/>
          </p:cNvSpPr>
          <p:nvPr>
            <p:ph type="ftr" sz="quarter" idx="11"/>
          </p:nvPr>
        </p:nvSpPr>
        <p:spPr/>
        <p:txBody>
          <a:bodyPr/>
          <a:p>
            <a:pPr marL="0" indent="0" algn="r">
              <a:spcBef>
                <a:spcPct val="0"/>
              </a:spcBef>
              <a:buClrTx/>
              <a:buSzTx/>
              <a:buFontTx/>
              <a:buNone/>
            </a:pPr>
            <a:r>
              <a:rPr lang="en-US" altLang="zh-CN" sz="1400" dirty="0">
                <a:ea typeface="宋体" panose="02010600030101010101" pitchFamily="2" charset="-122"/>
              </a:rPr>
              <a:t>Network Layer</a:t>
            </a:r>
            <a:endParaRPr lang="en-US" altLang="zh-CN" sz="1400" dirty="0">
              <a:latin typeface="Times New Roman" panose="02020603050405020304" pitchFamily="18" charset="0"/>
              <a:ea typeface="宋体" panose="02010600030101010101" pitchFamily="2" charset="-122"/>
            </a:endParaRPr>
          </a:p>
        </p:txBody>
      </p:sp>
      <p:sp>
        <p:nvSpPr>
          <p:cNvPr id="102403" name="灯片编号占位符 3"/>
          <p:cNvSpPr txBox="1">
            <a:spLocks noGrp="1"/>
          </p:cNvSpPr>
          <p:nvPr>
            <p:ph type="sldNum" sz="quarter" idx="12"/>
          </p:nvPr>
        </p:nvSpPr>
        <p:spPr/>
        <p:txBody>
          <a:bodyPr/>
          <a:p>
            <a:pPr marL="0" indent="0" algn="r">
              <a:spcBef>
                <a:spcPct val="0"/>
              </a:spcBef>
              <a:buClrTx/>
              <a:buSzTx/>
              <a:buFontTx/>
              <a:buNone/>
            </a:pPr>
            <a:r>
              <a:rPr lang="en-US" altLang="zh-CN" sz="1400" dirty="0">
                <a:ea typeface="宋体" panose="02010600030101010101" pitchFamily="2" charset="-122"/>
              </a:rPr>
              <a:t>4-</a:t>
            </a: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grpSp>
        <p:nvGrpSpPr>
          <p:cNvPr id="102404" name="Group 2"/>
          <p:cNvGrpSpPr/>
          <p:nvPr/>
        </p:nvGrpSpPr>
        <p:grpSpPr>
          <a:xfrm>
            <a:off x="533400" y="990600"/>
            <a:ext cx="1752600" cy="1738313"/>
            <a:chOff x="240" y="192"/>
            <a:chExt cx="1104" cy="1095"/>
          </a:xfrm>
        </p:grpSpPr>
        <p:sp>
          <p:nvSpPr>
            <p:cNvPr id="102501" name="Line 3"/>
            <p:cNvSpPr/>
            <p:nvPr/>
          </p:nvSpPr>
          <p:spPr>
            <a:xfrm>
              <a:off x="672" y="480"/>
              <a:ext cx="0" cy="768"/>
            </a:xfrm>
            <a:prstGeom prst="line">
              <a:avLst/>
            </a:prstGeom>
            <a:ln w="9525" cap="flat" cmpd="sng">
              <a:solidFill>
                <a:schemeClr val="tx1"/>
              </a:solidFill>
              <a:prstDash val="solid"/>
              <a:headEnd type="none" w="med" len="med"/>
              <a:tailEnd type="none" w="med" len="med"/>
            </a:ln>
          </p:spPr>
        </p:sp>
        <p:sp>
          <p:nvSpPr>
            <p:cNvPr id="102502" name="Line 4"/>
            <p:cNvSpPr/>
            <p:nvPr/>
          </p:nvSpPr>
          <p:spPr>
            <a:xfrm>
              <a:off x="480" y="624"/>
              <a:ext cx="864" cy="0"/>
            </a:xfrm>
            <a:prstGeom prst="line">
              <a:avLst/>
            </a:prstGeom>
            <a:ln w="9525" cap="flat" cmpd="sng">
              <a:solidFill>
                <a:schemeClr val="tx1"/>
              </a:solidFill>
              <a:prstDash val="solid"/>
              <a:headEnd type="none" w="med" len="med"/>
              <a:tailEnd type="none" w="med" len="med"/>
            </a:ln>
          </p:spPr>
        </p:sp>
        <p:sp>
          <p:nvSpPr>
            <p:cNvPr id="102503" name="Text Box 5"/>
            <p:cNvSpPr txBox="1"/>
            <p:nvPr/>
          </p:nvSpPr>
          <p:spPr>
            <a:xfrm>
              <a:off x="672" y="384"/>
              <a:ext cx="611"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x   y   z</a:t>
              </a:r>
              <a:endParaRPr lang="en-US" altLang="zh-CN" sz="1800" dirty="0">
                <a:ea typeface="宋体" panose="02010600030101010101" pitchFamily="2" charset="-122"/>
              </a:endParaRPr>
            </a:p>
          </p:txBody>
        </p:sp>
        <p:sp>
          <p:nvSpPr>
            <p:cNvPr id="102504" name="Text Box 6"/>
            <p:cNvSpPr txBox="1"/>
            <p:nvPr/>
          </p:nvSpPr>
          <p:spPr>
            <a:xfrm>
              <a:off x="480" y="624"/>
              <a:ext cx="201"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x</a:t>
              </a:r>
              <a:endParaRPr lang="en-US" altLang="zh-CN" sz="1800" dirty="0">
                <a:ea typeface="宋体" panose="02010600030101010101" pitchFamily="2" charset="-122"/>
              </a:endParaRPr>
            </a:p>
          </p:txBody>
        </p:sp>
        <p:sp>
          <p:nvSpPr>
            <p:cNvPr id="102505" name="Text Box 7"/>
            <p:cNvSpPr txBox="1"/>
            <p:nvPr/>
          </p:nvSpPr>
          <p:spPr>
            <a:xfrm>
              <a:off x="480" y="816"/>
              <a:ext cx="191"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y</a:t>
              </a:r>
              <a:endParaRPr lang="en-US" altLang="zh-CN" sz="1800" dirty="0">
                <a:ea typeface="宋体" panose="02010600030101010101" pitchFamily="2" charset="-122"/>
              </a:endParaRPr>
            </a:p>
          </p:txBody>
        </p:sp>
        <p:sp>
          <p:nvSpPr>
            <p:cNvPr id="102506" name="Text Box 8"/>
            <p:cNvSpPr txBox="1"/>
            <p:nvPr/>
          </p:nvSpPr>
          <p:spPr>
            <a:xfrm>
              <a:off x="480" y="1008"/>
              <a:ext cx="193"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z</a:t>
              </a:r>
              <a:endParaRPr lang="en-US" altLang="zh-CN" sz="1800" dirty="0">
                <a:ea typeface="宋体" panose="02010600030101010101" pitchFamily="2" charset="-122"/>
              </a:endParaRPr>
            </a:p>
          </p:txBody>
        </p:sp>
        <p:sp>
          <p:nvSpPr>
            <p:cNvPr id="102507" name="Text Box 9"/>
            <p:cNvSpPr txBox="1"/>
            <p:nvPr/>
          </p:nvSpPr>
          <p:spPr>
            <a:xfrm>
              <a:off x="672" y="624"/>
              <a:ext cx="595"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0  2   7</a:t>
              </a:r>
              <a:endParaRPr lang="en-US" altLang="zh-CN" sz="1800" dirty="0">
                <a:ea typeface="宋体" panose="02010600030101010101" pitchFamily="2" charset="-122"/>
              </a:endParaRPr>
            </a:p>
          </p:txBody>
        </p:sp>
        <p:sp>
          <p:nvSpPr>
            <p:cNvPr id="102508" name="Text Box 10"/>
            <p:cNvSpPr txBox="1"/>
            <p:nvPr/>
          </p:nvSpPr>
          <p:spPr>
            <a:xfrm>
              <a:off x="672" y="864"/>
              <a:ext cx="237"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a:t>
              </a:r>
              <a:endParaRPr lang="en-US" altLang="zh-CN" sz="1800" dirty="0">
                <a:ea typeface="宋体" panose="02010600030101010101" pitchFamily="2" charset="-122"/>
              </a:endParaRPr>
            </a:p>
          </p:txBody>
        </p:sp>
        <p:sp>
          <p:nvSpPr>
            <p:cNvPr id="102509" name="Text Box 11"/>
            <p:cNvSpPr txBox="1"/>
            <p:nvPr/>
          </p:nvSpPr>
          <p:spPr>
            <a:xfrm>
              <a:off x="816" y="864"/>
              <a:ext cx="237"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a:t>
              </a:r>
              <a:endParaRPr lang="en-US" altLang="zh-CN" sz="1800" dirty="0">
                <a:ea typeface="宋体" panose="02010600030101010101" pitchFamily="2" charset="-122"/>
              </a:endParaRPr>
            </a:p>
          </p:txBody>
        </p:sp>
        <p:sp>
          <p:nvSpPr>
            <p:cNvPr id="102510" name="Text Box 12"/>
            <p:cNvSpPr txBox="1"/>
            <p:nvPr/>
          </p:nvSpPr>
          <p:spPr>
            <a:xfrm>
              <a:off x="1056" y="864"/>
              <a:ext cx="237"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a:t>
              </a:r>
              <a:endParaRPr lang="en-US" altLang="zh-CN" sz="1800" dirty="0">
                <a:ea typeface="宋体" panose="02010600030101010101" pitchFamily="2" charset="-122"/>
              </a:endParaRPr>
            </a:p>
          </p:txBody>
        </p:sp>
        <p:sp>
          <p:nvSpPr>
            <p:cNvPr id="102511" name="Text Box 13"/>
            <p:cNvSpPr txBox="1"/>
            <p:nvPr/>
          </p:nvSpPr>
          <p:spPr>
            <a:xfrm>
              <a:off x="672" y="1056"/>
              <a:ext cx="237"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a:t>
              </a:r>
              <a:endParaRPr lang="en-US" altLang="zh-CN" sz="1800" dirty="0">
                <a:ea typeface="宋体" panose="02010600030101010101" pitchFamily="2" charset="-122"/>
              </a:endParaRPr>
            </a:p>
          </p:txBody>
        </p:sp>
        <p:sp>
          <p:nvSpPr>
            <p:cNvPr id="102512" name="Text Box 14"/>
            <p:cNvSpPr txBox="1"/>
            <p:nvPr/>
          </p:nvSpPr>
          <p:spPr>
            <a:xfrm>
              <a:off x="816" y="1056"/>
              <a:ext cx="237"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a:t>
              </a:r>
              <a:endParaRPr lang="en-US" altLang="zh-CN" sz="1800" dirty="0">
                <a:ea typeface="宋体" panose="02010600030101010101" pitchFamily="2" charset="-122"/>
              </a:endParaRPr>
            </a:p>
          </p:txBody>
        </p:sp>
        <p:sp>
          <p:nvSpPr>
            <p:cNvPr id="102513" name="Text Box 15"/>
            <p:cNvSpPr txBox="1"/>
            <p:nvPr/>
          </p:nvSpPr>
          <p:spPr>
            <a:xfrm>
              <a:off x="1056" y="1056"/>
              <a:ext cx="237"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a:t>
              </a:r>
              <a:endParaRPr lang="en-US" altLang="zh-CN" sz="1800" dirty="0">
                <a:ea typeface="宋体" panose="02010600030101010101" pitchFamily="2" charset="-122"/>
              </a:endParaRPr>
            </a:p>
          </p:txBody>
        </p:sp>
        <p:sp>
          <p:nvSpPr>
            <p:cNvPr id="102514" name="Text Box 16"/>
            <p:cNvSpPr txBox="1"/>
            <p:nvPr/>
          </p:nvSpPr>
          <p:spPr>
            <a:xfrm rot="-5400000">
              <a:off x="132" y="827"/>
              <a:ext cx="446"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from</a:t>
              </a:r>
              <a:endParaRPr lang="en-US" altLang="zh-CN" sz="1800" dirty="0">
                <a:ea typeface="宋体" panose="02010600030101010101" pitchFamily="2" charset="-122"/>
              </a:endParaRPr>
            </a:p>
          </p:txBody>
        </p:sp>
        <p:sp>
          <p:nvSpPr>
            <p:cNvPr id="102515" name="Text Box 17"/>
            <p:cNvSpPr txBox="1"/>
            <p:nvPr/>
          </p:nvSpPr>
          <p:spPr>
            <a:xfrm>
              <a:off x="672" y="192"/>
              <a:ext cx="591"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cost to</a:t>
              </a:r>
              <a:endParaRPr lang="en-US" altLang="zh-CN" sz="1800" dirty="0">
                <a:ea typeface="宋体" panose="02010600030101010101" pitchFamily="2" charset="-122"/>
              </a:endParaRPr>
            </a:p>
          </p:txBody>
        </p:sp>
      </p:grpSp>
      <p:sp>
        <p:nvSpPr>
          <p:cNvPr id="102405" name="Text Box 18"/>
          <p:cNvSpPr txBox="1"/>
          <p:nvPr/>
        </p:nvSpPr>
        <p:spPr>
          <a:xfrm rot="-5400000">
            <a:off x="361950" y="3827463"/>
            <a:ext cx="708025" cy="3667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from</a:t>
            </a:r>
            <a:endParaRPr lang="en-US" altLang="zh-CN" sz="1800" dirty="0">
              <a:ea typeface="宋体" panose="02010600030101010101" pitchFamily="2" charset="-122"/>
            </a:endParaRPr>
          </a:p>
        </p:txBody>
      </p:sp>
      <p:sp>
        <p:nvSpPr>
          <p:cNvPr id="102406" name="Text Box 19"/>
          <p:cNvSpPr txBox="1"/>
          <p:nvPr/>
        </p:nvSpPr>
        <p:spPr>
          <a:xfrm rot="-5400000">
            <a:off x="361950" y="5580063"/>
            <a:ext cx="708025" cy="3667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from</a:t>
            </a:r>
            <a:endParaRPr lang="en-US" altLang="zh-CN" sz="1800" dirty="0">
              <a:ea typeface="宋体" panose="02010600030101010101" pitchFamily="2" charset="-122"/>
            </a:endParaRPr>
          </a:p>
        </p:txBody>
      </p:sp>
      <p:sp>
        <p:nvSpPr>
          <p:cNvPr id="102407" name="Line 29"/>
          <p:cNvSpPr/>
          <p:nvPr/>
        </p:nvSpPr>
        <p:spPr>
          <a:xfrm>
            <a:off x="3276600" y="1447800"/>
            <a:ext cx="0" cy="1219200"/>
          </a:xfrm>
          <a:prstGeom prst="line">
            <a:avLst/>
          </a:prstGeom>
          <a:ln w="9525" cap="flat" cmpd="sng">
            <a:solidFill>
              <a:schemeClr val="tx1"/>
            </a:solidFill>
            <a:prstDash val="solid"/>
            <a:headEnd type="none" w="med" len="med"/>
            <a:tailEnd type="none" w="med" len="med"/>
          </a:ln>
        </p:spPr>
      </p:sp>
      <p:sp>
        <p:nvSpPr>
          <p:cNvPr id="102408" name="Line 30"/>
          <p:cNvSpPr/>
          <p:nvPr/>
        </p:nvSpPr>
        <p:spPr>
          <a:xfrm>
            <a:off x="2971800" y="1676400"/>
            <a:ext cx="1371600" cy="0"/>
          </a:xfrm>
          <a:prstGeom prst="line">
            <a:avLst/>
          </a:prstGeom>
          <a:ln w="9525" cap="flat" cmpd="sng">
            <a:solidFill>
              <a:schemeClr val="tx1"/>
            </a:solidFill>
            <a:prstDash val="solid"/>
            <a:headEnd type="none" w="med" len="med"/>
            <a:tailEnd type="none" w="med" len="med"/>
          </a:ln>
        </p:spPr>
      </p:sp>
      <p:sp>
        <p:nvSpPr>
          <p:cNvPr id="102409" name="Text Box 31"/>
          <p:cNvSpPr txBox="1"/>
          <p:nvPr/>
        </p:nvSpPr>
        <p:spPr>
          <a:xfrm>
            <a:off x="3276600" y="1295400"/>
            <a:ext cx="969963"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x   y   z</a:t>
            </a:r>
            <a:endParaRPr lang="en-US" altLang="zh-CN" sz="1800" dirty="0">
              <a:ea typeface="宋体" panose="02010600030101010101" pitchFamily="2" charset="-122"/>
            </a:endParaRPr>
          </a:p>
        </p:txBody>
      </p:sp>
      <p:sp>
        <p:nvSpPr>
          <p:cNvPr id="102410" name="Text Box 32"/>
          <p:cNvSpPr txBox="1"/>
          <p:nvPr/>
        </p:nvSpPr>
        <p:spPr>
          <a:xfrm>
            <a:off x="2971800" y="1676400"/>
            <a:ext cx="319088"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x</a:t>
            </a:r>
            <a:endParaRPr lang="en-US" altLang="zh-CN" sz="1800" dirty="0">
              <a:ea typeface="宋体" panose="02010600030101010101" pitchFamily="2" charset="-122"/>
            </a:endParaRPr>
          </a:p>
        </p:txBody>
      </p:sp>
      <p:sp>
        <p:nvSpPr>
          <p:cNvPr id="102411" name="Text Box 33"/>
          <p:cNvSpPr txBox="1"/>
          <p:nvPr/>
        </p:nvSpPr>
        <p:spPr>
          <a:xfrm>
            <a:off x="2971800" y="1981200"/>
            <a:ext cx="303213"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y</a:t>
            </a:r>
            <a:endParaRPr lang="en-US" altLang="zh-CN" sz="1800" dirty="0">
              <a:ea typeface="宋体" panose="02010600030101010101" pitchFamily="2" charset="-122"/>
            </a:endParaRPr>
          </a:p>
        </p:txBody>
      </p:sp>
      <p:sp>
        <p:nvSpPr>
          <p:cNvPr id="102412" name="Text Box 34"/>
          <p:cNvSpPr txBox="1"/>
          <p:nvPr/>
        </p:nvSpPr>
        <p:spPr>
          <a:xfrm>
            <a:off x="2971800" y="2286000"/>
            <a:ext cx="306388"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z</a:t>
            </a:r>
            <a:endParaRPr lang="en-US" altLang="zh-CN" sz="1800" dirty="0">
              <a:ea typeface="宋体" panose="02010600030101010101" pitchFamily="2" charset="-122"/>
            </a:endParaRPr>
          </a:p>
        </p:txBody>
      </p:sp>
      <p:sp>
        <p:nvSpPr>
          <p:cNvPr id="102413" name="Text Box 35"/>
          <p:cNvSpPr txBox="1"/>
          <p:nvPr/>
        </p:nvSpPr>
        <p:spPr>
          <a:xfrm>
            <a:off x="3297238" y="1676400"/>
            <a:ext cx="323850"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0</a:t>
            </a:r>
            <a:endParaRPr lang="en-US" altLang="zh-CN" sz="1800" dirty="0">
              <a:ea typeface="宋体" panose="02010600030101010101" pitchFamily="2" charset="-122"/>
            </a:endParaRPr>
          </a:p>
        </p:txBody>
      </p:sp>
      <p:sp>
        <p:nvSpPr>
          <p:cNvPr id="102414" name="Text Box 36"/>
          <p:cNvSpPr txBox="1"/>
          <p:nvPr/>
        </p:nvSpPr>
        <p:spPr>
          <a:xfrm rot="-5400000">
            <a:off x="2419350" y="1998663"/>
            <a:ext cx="708025" cy="3667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from</a:t>
            </a:r>
            <a:endParaRPr lang="en-US" altLang="zh-CN" sz="1800" dirty="0">
              <a:ea typeface="宋体" panose="02010600030101010101" pitchFamily="2" charset="-122"/>
            </a:endParaRPr>
          </a:p>
        </p:txBody>
      </p:sp>
      <p:sp>
        <p:nvSpPr>
          <p:cNvPr id="102415" name="Text Box 37"/>
          <p:cNvSpPr txBox="1"/>
          <p:nvPr/>
        </p:nvSpPr>
        <p:spPr>
          <a:xfrm>
            <a:off x="3276600" y="990600"/>
            <a:ext cx="938213"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cost to</a:t>
            </a:r>
            <a:endParaRPr lang="en-US" altLang="zh-CN" sz="1800" dirty="0">
              <a:ea typeface="宋体" panose="02010600030101010101" pitchFamily="2" charset="-122"/>
            </a:endParaRPr>
          </a:p>
        </p:txBody>
      </p:sp>
      <p:sp>
        <p:nvSpPr>
          <p:cNvPr id="102416" name="Line 38"/>
          <p:cNvSpPr/>
          <p:nvPr/>
        </p:nvSpPr>
        <p:spPr>
          <a:xfrm>
            <a:off x="1219200" y="3200400"/>
            <a:ext cx="0" cy="1219200"/>
          </a:xfrm>
          <a:prstGeom prst="line">
            <a:avLst/>
          </a:prstGeom>
          <a:ln w="9525" cap="flat" cmpd="sng">
            <a:solidFill>
              <a:schemeClr val="tx1"/>
            </a:solidFill>
            <a:prstDash val="solid"/>
            <a:headEnd type="none" w="med" len="med"/>
            <a:tailEnd type="none" w="med" len="med"/>
          </a:ln>
        </p:spPr>
      </p:sp>
      <p:sp>
        <p:nvSpPr>
          <p:cNvPr id="102417" name="Line 39"/>
          <p:cNvSpPr/>
          <p:nvPr/>
        </p:nvSpPr>
        <p:spPr>
          <a:xfrm>
            <a:off x="914400" y="3429000"/>
            <a:ext cx="1371600" cy="0"/>
          </a:xfrm>
          <a:prstGeom prst="line">
            <a:avLst/>
          </a:prstGeom>
          <a:ln w="9525" cap="flat" cmpd="sng">
            <a:solidFill>
              <a:schemeClr val="tx1"/>
            </a:solidFill>
            <a:prstDash val="solid"/>
            <a:headEnd type="none" w="med" len="med"/>
            <a:tailEnd type="none" w="med" len="med"/>
          </a:ln>
        </p:spPr>
      </p:sp>
      <p:sp>
        <p:nvSpPr>
          <p:cNvPr id="102418" name="Text Box 40"/>
          <p:cNvSpPr txBox="1"/>
          <p:nvPr/>
        </p:nvSpPr>
        <p:spPr>
          <a:xfrm>
            <a:off x="1219200" y="3048000"/>
            <a:ext cx="969963"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x   y   z</a:t>
            </a:r>
            <a:endParaRPr lang="en-US" altLang="zh-CN" sz="1800" dirty="0">
              <a:ea typeface="宋体" panose="02010600030101010101" pitchFamily="2" charset="-122"/>
            </a:endParaRPr>
          </a:p>
        </p:txBody>
      </p:sp>
      <p:sp>
        <p:nvSpPr>
          <p:cNvPr id="102419" name="Text Box 41"/>
          <p:cNvSpPr txBox="1"/>
          <p:nvPr/>
        </p:nvSpPr>
        <p:spPr>
          <a:xfrm>
            <a:off x="914400" y="3429000"/>
            <a:ext cx="319088"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x</a:t>
            </a:r>
            <a:endParaRPr lang="en-US" altLang="zh-CN" sz="1800" dirty="0">
              <a:ea typeface="宋体" panose="02010600030101010101" pitchFamily="2" charset="-122"/>
            </a:endParaRPr>
          </a:p>
        </p:txBody>
      </p:sp>
      <p:sp>
        <p:nvSpPr>
          <p:cNvPr id="102420" name="Text Box 42"/>
          <p:cNvSpPr txBox="1"/>
          <p:nvPr/>
        </p:nvSpPr>
        <p:spPr>
          <a:xfrm>
            <a:off x="914400" y="3733800"/>
            <a:ext cx="303213"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y</a:t>
            </a:r>
            <a:endParaRPr lang="en-US" altLang="zh-CN" sz="1800" dirty="0">
              <a:ea typeface="宋体" panose="02010600030101010101" pitchFamily="2" charset="-122"/>
            </a:endParaRPr>
          </a:p>
        </p:txBody>
      </p:sp>
      <p:sp>
        <p:nvSpPr>
          <p:cNvPr id="102421" name="Text Box 43"/>
          <p:cNvSpPr txBox="1"/>
          <p:nvPr/>
        </p:nvSpPr>
        <p:spPr>
          <a:xfrm>
            <a:off x="914400" y="4038600"/>
            <a:ext cx="306388"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z</a:t>
            </a:r>
            <a:endParaRPr lang="en-US" altLang="zh-CN" sz="1800" dirty="0">
              <a:ea typeface="宋体" panose="02010600030101010101" pitchFamily="2" charset="-122"/>
            </a:endParaRPr>
          </a:p>
        </p:txBody>
      </p:sp>
      <p:sp>
        <p:nvSpPr>
          <p:cNvPr id="102422" name="Text Box 44"/>
          <p:cNvSpPr txBox="1"/>
          <p:nvPr/>
        </p:nvSpPr>
        <p:spPr>
          <a:xfrm>
            <a:off x="1524000" y="3429000"/>
            <a:ext cx="376238"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a:t>
            </a:r>
            <a:endParaRPr lang="en-US" altLang="zh-CN" sz="1800" dirty="0">
              <a:ea typeface="宋体" panose="02010600030101010101" pitchFamily="2" charset="-122"/>
            </a:endParaRPr>
          </a:p>
        </p:txBody>
      </p:sp>
      <p:sp>
        <p:nvSpPr>
          <p:cNvPr id="102423" name="Text Box 45"/>
          <p:cNvSpPr txBox="1"/>
          <p:nvPr/>
        </p:nvSpPr>
        <p:spPr>
          <a:xfrm>
            <a:off x="1828800" y="3429000"/>
            <a:ext cx="376238"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a:t>
            </a:r>
            <a:endParaRPr lang="en-US" altLang="zh-CN" sz="1800" dirty="0">
              <a:ea typeface="宋体" panose="02010600030101010101" pitchFamily="2" charset="-122"/>
            </a:endParaRPr>
          </a:p>
        </p:txBody>
      </p:sp>
      <p:sp>
        <p:nvSpPr>
          <p:cNvPr id="102424" name="Text Box 46"/>
          <p:cNvSpPr txBox="1"/>
          <p:nvPr/>
        </p:nvSpPr>
        <p:spPr>
          <a:xfrm>
            <a:off x="1219200" y="4114800"/>
            <a:ext cx="376238"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a:t>
            </a:r>
            <a:endParaRPr lang="en-US" altLang="zh-CN" sz="1800" dirty="0">
              <a:ea typeface="宋体" panose="02010600030101010101" pitchFamily="2" charset="-122"/>
            </a:endParaRPr>
          </a:p>
        </p:txBody>
      </p:sp>
      <p:sp>
        <p:nvSpPr>
          <p:cNvPr id="102425" name="Text Box 47"/>
          <p:cNvSpPr txBox="1"/>
          <p:nvPr/>
        </p:nvSpPr>
        <p:spPr>
          <a:xfrm>
            <a:off x="1447800" y="4114800"/>
            <a:ext cx="376238"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a:t>
            </a:r>
            <a:endParaRPr lang="en-US" altLang="zh-CN" sz="1800" dirty="0">
              <a:ea typeface="宋体" panose="02010600030101010101" pitchFamily="2" charset="-122"/>
            </a:endParaRPr>
          </a:p>
        </p:txBody>
      </p:sp>
      <p:sp>
        <p:nvSpPr>
          <p:cNvPr id="102426" name="Text Box 48"/>
          <p:cNvSpPr txBox="1"/>
          <p:nvPr/>
        </p:nvSpPr>
        <p:spPr>
          <a:xfrm>
            <a:off x="1828800" y="4114800"/>
            <a:ext cx="376238"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a:t>
            </a:r>
            <a:endParaRPr lang="en-US" altLang="zh-CN" sz="1800" dirty="0">
              <a:ea typeface="宋体" panose="02010600030101010101" pitchFamily="2" charset="-122"/>
            </a:endParaRPr>
          </a:p>
        </p:txBody>
      </p:sp>
      <p:sp>
        <p:nvSpPr>
          <p:cNvPr id="102427" name="Text Box 49"/>
          <p:cNvSpPr txBox="1"/>
          <p:nvPr/>
        </p:nvSpPr>
        <p:spPr>
          <a:xfrm>
            <a:off x="1219200" y="2743200"/>
            <a:ext cx="938213"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cost to</a:t>
            </a:r>
            <a:endParaRPr lang="en-US" altLang="zh-CN" sz="1800" dirty="0">
              <a:ea typeface="宋体" panose="02010600030101010101" pitchFamily="2" charset="-122"/>
            </a:endParaRPr>
          </a:p>
        </p:txBody>
      </p:sp>
      <p:sp>
        <p:nvSpPr>
          <p:cNvPr id="102428" name="Line 86"/>
          <p:cNvSpPr/>
          <p:nvPr/>
        </p:nvSpPr>
        <p:spPr>
          <a:xfrm>
            <a:off x="1219200" y="5029200"/>
            <a:ext cx="0" cy="1219200"/>
          </a:xfrm>
          <a:prstGeom prst="line">
            <a:avLst/>
          </a:prstGeom>
          <a:ln w="9525" cap="flat" cmpd="sng">
            <a:solidFill>
              <a:schemeClr val="tx1"/>
            </a:solidFill>
            <a:prstDash val="solid"/>
            <a:headEnd type="none" w="med" len="med"/>
            <a:tailEnd type="none" w="med" len="med"/>
          </a:ln>
        </p:spPr>
      </p:sp>
      <p:sp>
        <p:nvSpPr>
          <p:cNvPr id="102429" name="Line 87"/>
          <p:cNvSpPr/>
          <p:nvPr/>
        </p:nvSpPr>
        <p:spPr>
          <a:xfrm>
            <a:off x="914400" y="5257800"/>
            <a:ext cx="1371600" cy="0"/>
          </a:xfrm>
          <a:prstGeom prst="line">
            <a:avLst/>
          </a:prstGeom>
          <a:ln w="9525" cap="flat" cmpd="sng">
            <a:solidFill>
              <a:schemeClr val="tx1"/>
            </a:solidFill>
            <a:prstDash val="solid"/>
            <a:headEnd type="none" w="med" len="med"/>
            <a:tailEnd type="none" w="med" len="med"/>
          </a:ln>
        </p:spPr>
      </p:sp>
      <p:sp>
        <p:nvSpPr>
          <p:cNvPr id="102430" name="Text Box 88"/>
          <p:cNvSpPr txBox="1"/>
          <p:nvPr/>
        </p:nvSpPr>
        <p:spPr>
          <a:xfrm>
            <a:off x="1219200" y="4876800"/>
            <a:ext cx="969963"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x   y   z</a:t>
            </a:r>
            <a:endParaRPr lang="en-US" altLang="zh-CN" sz="1800" dirty="0">
              <a:ea typeface="宋体" panose="02010600030101010101" pitchFamily="2" charset="-122"/>
            </a:endParaRPr>
          </a:p>
        </p:txBody>
      </p:sp>
      <p:sp>
        <p:nvSpPr>
          <p:cNvPr id="102431" name="Text Box 89"/>
          <p:cNvSpPr txBox="1"/>
          <p:nvPr/>
        </p:nvSpPr>
        <p:spPr>
          <a:xfrm>
            <a:off x="914400" y="5257800"/>
            <a:ext cx="319088"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x</a:t>
            </a:r>
            <a:endParaRPr lang="en-US" altLang="zh-CN" sz="1800" dirty="0">
              <a:ea typeface="宋体" panose="02010600030101010101" pitchFamily="2" charset="-122"/>
            </a:endParaRPr>
          </a:p>
        </p:txBody>
      </p:sp>
      <p:sp>
        <p:nvSpPr>
          <p:cNvPr id="102432" name="Text Box 90"/>
          <p:cNvSpPr txBox="1"/>
          <p:nvPr/>
        </p:nvSpPr>
        <p:spPr>
          <a:xfrm>
            <a:off x="914400" y="5562600"/>
            <a:ext cx="303213"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y</a:t>
            </a:r>
            <a:endParaRPr lang="en-US" altLang="zh-CN" sz="1800" dirty="0">
              <a:ea typeface="宋体" panose="02010600030101010101" pitchFamily="2" charset="-122"/>
            </a:endParaRPr>
          </a:p>
        </p:txBody>
      </p:sp>
      <p:sp>
        <p:nvSpPr>
          <p:cNvPr id="102433" name="Text Box 91"/>
          <p:cNvSpPr txBox="1"/>
          <p:nvPr/>
        </p:nvSpPr>
        <p:spPr>
          <a:xfrm>
            <a:off x="914400" y="5867400"/>
            <a:ext cx="306388"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z</a:t>
            </a:r>
            <a:endParaRPr lang="en-US" altLang="zh-CN" sz="1800" dirty="0">
              <a:ea typeface="宋体" panose="02010600030101010101" pitchFamily="2" charset="-122"/>
            </a:endParaRPr>
          </a:p>
        </p:txBody>
      </p:sp>
      <p:sp>
        <p:nvSpPr>
          <p:cNvPr id="102434" name="Text Box 92"/>
          <p:cNvSpPr txBox="1"/>
          <p:nvPr/>
        </p:nvSpPr>
        <p:spPr>
          <a:xfrm>
            <a:off x="1219200" y="5638800"/>
            <a:ext cx="990600" cy="3667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a:t>
            </a:r>
            <a:endParaRPr lang="en-US" altLang="zh-CN" sz="1800" dirty="0">
              <a:ea typeface="宋体" panose="02010600030101010101" pitchFamily="2" charset="-122"/>
            </a:endParaRPr>
          </a:p>
        </p:txBody>
      </p:sp>
      <p:sp>
        <p:nvSpPr>
          <p:cNvPr id="102435" name="Text Box 93"/>
          <p:cNvSpPr txBox="1"/>
          <p:nvPr/>
        </p:nvSpPr>
        <p:spPr>
          <a:xfrm>
            <a:off x="1447800" y="5638800"/>
            <a:ext cx="376238"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a:t>
            </a:r>
            <a:endParaRPr lang="en-US" altLang="zh-CN" sz="1800" dirty="0">
              <a:ea typeface="宋体" panose="02010600030101010101" pitchFamily="2" charset="-122"/>
            </a:endParaRPr>
          </a:p>
        </p:txBody>
      </p:sp>
      <p:sp>
        <p:nvSpPr>
          <p:cNvPr id="102436" name="Text Box 94"/>
          <p:cNvSpPr txBox="1"/>
          <p:nvPr/>
        </p:nvSpPr>
        <p:spPr>
          <a:xfrm>
            <a:off x="1828800" y="5638800"/>
            <a:ext cx="376238"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a:t>
            </a:r>
            <a:endParaRPr lang="en-US" altLang="zh-CN" sz="1800" dirty="0">
              <a:ea typeface="宋体" panose="02010600030101010101" pitchFamily="2" charset="-122"/>
            </a:endParaRPr>
          </a:p>
        </p:txBody>
      </p:sp>
      <p:sp>
        <p:nvSpPr>
          <p:cNvPr id="102437" name="Text Box 95"/>
          <p:cNvSpPr txBox="1"/>
          <p:nvPr/>
        </p:nvSpPr>
        <p:spPr>
          <a:xfrm>
            <a:off x="1219200" y="5943600"/>
            <a:ext cx="323850"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7</a:t>
            </a:r>
            <a:endParaRPr lang="en-US" altLang="zh-CN" sz="1800" dirty="0">
              <a:ea typeface="宋体" panose="02010600030101010101" pitchFamily="2" charset="-122"/>
            </a:endParaRPr>
          </a:p>
        </p:txBody>
      </p:sp>
      <p:sp>
        <p:nvSpPr>
          <p:cNvPr id="102438" name="Text Box 96"/>
          <p:cNvSpPr txBox="1"/>
          <p:nvPr/>
        </p:nvSpPr>
        <p:spPr>
          <a:xfrm>
            <a:off x="1447800" y="5943600"/>
            <a:ext cx="287338"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1</a:t>
            </a:r>
            <a:endParaRPr lang="en-US" altLang="zh-CN" sz="1800" dirty="0">
              <a:ea typeface="宋体" panose="02010600030101010101" pitchFamily="2" charset="-122"/>
            </a:endParaRPr>
          </a:p>
        </p:txBody>
      </p:sp>
      <p:sp>
        <p:nvSpPr>
          <p:cNvPr id="102439" name="Text Box 97"/>
          <p:cNvSpPr txBox="1"/>
          <p:nvPr/>
        </p:nvSpPr>
        <p:spPr>
          <a:xfrm>
            <a:off x="1828800" y="5943600"/>
            <a:ext cx="323850"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0</a:t>
            </a:r>
            <a:endParaRPr lang="en-US" altLang="zh-CN" sz="1800" dirty="0">
              <a:ea typeface="宋体" panose="02010600030101010101" pitchFamily="2" charset="-122"/>
            </a:endParaRPr>
          </a:p>
        </p:txBody>
      </p:sp>
      <p:sp>
        <p:nvSpPr>
          <p:cNvPr id="102440" name="Text Box 98"/>
          <p:cNvSpPr txBox="1"/>
          <p:nvPr/>
        </p:nvSpPr>
        <p:spPr>
          <a:xfrm>
            <a:off x="1219200" y="4572000"/>
            <a:ext cx="938213"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cost to</a:t>
            </a:r>
            <a:endParaRPr lang="en-US" altLang="zh-CN" sz="1800" dirty="0">
              <a:ea typeface="宋体" panose="02010600030101010101" pitchFamily="2" charset="-122"/>
            </a:endParaRPr>
          </a:p>
        </p:txBody>
      </p:sp>
      <p:sp>
        <p:nvSpPr>
          <p:cNvPr id="102441" name="Text Box 99"/>
          <p:cNvSpPr txBox="1"/>
          <p:nvPr/>
        </p:nvSpPr>
        <p:spPr>
          <a:xfrm>
            <a:off x="1219200" y="3505200"/>
            <a:ext cx="976313" cy="6413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a:t>
            </a:r>
            <a:endParaRPr lang="en-US" altLang="zh-CN" sz="1800" dirty="0">
              <a:ea typeface="宋体" panose="02010600030101010101" pitchFamily="2" charset="-122"/>
            </a:endParaRPr>
          </a:p>
          <a:p>
            <a:pPr marL="0" lvl="0" indent="0">
              <a:spcBef>
                <a:spcPct val="0"/>
              </a:spcBef>
              <a:buClrTx/>
              <a:buSzTx/>
              <a:buFontTx/>
              <a:buNone/>
            </a:pPr>
            <a:r>
              <a:rPr lang="en-US" altLang="zh-CN" sz="1800" dirty="0">
                <a:ea typeface="宋体" panose="02010600030101010101" pitchFamily="2" charset="-122"/>
              </a:rPr>
              <a:t>2   0   1</a:t>
            </a:r>
            <a:endParaRPr lang="en-US" altLang="zh-CN" sz="1800" dirty="0">
              <a:ea typeface="宋体" panose="02010600030101010101" pitchFamily="2" charset="-122"/>
            </a:endParaRPr>
          </a:p>
        </p:txBody>
      </p:sp>
      <p:sp>
        <p:nvSpPr>
          <p:cNvPr id="102442" name="Text Box 100"/>
          <p:cNvSpPr txBox="1"/>
          <p:nvPr/>
        </p:nvSpPr>
        <p:spPr>
          <a:xfrm>
            <a:off x="1219200" y="5257800"/>
            <a:ext cx="990600" cy="3667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 ∞  ∞</a:t>
            </a:r>
            <a:endParaRPr lang="en-US" altLang="zh-CN" sz="1800" dirty="0">
              <a:ea typeface="宋体" panose="02010600030101010101" pitchFamily="2" charset="-122"/>
            </a:endParaRPr>
          </a:p>
        </p:txBody>
      </p:sp>
      <p:sp>
        <p:nvSpPr>
          <p:cNvPr id="102443" name="Text Box 101"/>
          <p:cNvSpPr txBox="1"/>
          <p:nvPr/>
        </p:nvSpPr>
        <p:spPr>
          <a:xfrm>
            <a:off x="3260725" y="2022475"/>
            <a:ext cx="976313"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2   0   1</a:t>
            </a:r>
            <a:endParaRPr lang="en-US" altLang="zh-CN" sz="1800" dirty="0">
              <a:ea typeface="宋体" panose="02010600030101010101" pitchFamily="2" charset="-122"/>
            </a:endParaRPr>
          </a:p>
        </p:txBody>
      </p:sp>
      <p:sp>
        <p:nvSpPr>
          <p:cNvPr id="102444" name="Text Box 102"/>
          <p:cNvSpPr txBox="1"/>
          <p:nvPr/>
        </p:nvSpPr>
        <p:spPr>
          <a:xfrm>
            <a:off x="3260725" y="2327275"/>
            <a:ext cx="976313"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7   1   0</a:t>
            </a:r>
            <a:endParaRPr lang="en-US" altLang="zh-CN" sz="1800" dirty="0">
              <a:ea typeface="宋体" panose="02010600030101010101" pitchFamily="2" charset="-122"/>
            </a:endParaRPr>
          </a:p>
        </p:txBody>
      </p:sp>
      <p:sp>
        <p:nvSpPr>
          <p:cNvPr id="102445" name="Line 113"/>
          <p:cNvSpPr/>
          <p:nvPr/>
        </p:nvSpPr>
        <p:spPr>
          <a:xfrm>
            <a:off x="2209800" y="1981200"/>
            <a:ext cx="685800" cy="1524000"/>
          </a:xfrm>
          <a:prstGeom prst="line">
            <a:avLst/>
          </a:prstGeom>
          <a:ln w="9525" cap="flat" cmpd="sng">
            <a:solidFill>
              <a:schemeClr val="tx1"/>
            </a:solidFill>
            <a:prstDash val="solid"/>
            <a:headEnd type="none" w="med" len="med"/>
            <a:tailEnd type="triangle" w="med" len="med"/>
          </a:ln>
        </p:spPr>
      </p:sp>
      <p:sp>
        <p:nvSpPr>
          <p:cNvPr id="102446" name="Line 114"/>
          <p:cNvSpPr/>
          <p:nvPr/>
        </p:nvSpPr>
        <p:spPr>
          <a:xfrm>
            <a:off x="2133600" y="2057400"/>
            <a:ext cx="685800" cy="3124200"/>
          </a:xfrm>
          <a:prstGeom prst="line">
            <a:avLst/>
          </a:prstGeom>
          <a:ln w="9525" cap="flat" cmpd="sng">
            <a:solidFill>
              <a:schemeClr val="tx1"/>
            </a:solidFill>
            <a:prstDash val="solid"/>
            <a:headEnd type="none" w="med" len="med"/>
            <a:tailEnd type="triangle" w="med" len="med"/>
          </a:ln>
        </p:spPr>
      </p:sp>
      <p:sp>
        <p:nvSpPr>
          <p:cNvPr id="102447" name="Line 115"/>
          <p:cNvSpPr/>
          <p:nvPr/>
        </p:nvSpPr>
        <p:spPr>
          <a:xfrm flipV="1">
            <a:off x="2133600" y="2514600"/>
            <a:ext cx="762000" cy="1295400"/>
          </a:xfrm>
          <a:prstGeom prst="line">
            <a:avLst/>
          </a:prstGeom>
          <a:ln w="9525" cap="flat" cmpd="sng">
            <a:solidFill>
              <a:schemeClr val="tx1"/>
            </a:solidFill>
            <a:prstDash val="solid"/>
            <a:headEnd type="none" w="med" len="med"/>
            <a:tailEnd type="triangle" w="med" len="med"/>
          </a:ln>
        </p:spPr>
      </p:sp>
      <p:sp>
        <p:nvSpPr>
          <p:cNvPr id="102448" name="Line 116"/>
          <p:cNvSpPr/>
          <p:nvPr/>
        </p:nvSpPr>
        <p:spPr>
          <a:xfrm>
            <a:off x="2133600" y="4114800"/>
            <a:ext cx="609600" cy="1143000"/>
          </a:xfrm>
          <a:prstGeom prst="line">
            <a:avLst/>
          </a:prstGeom>
          <a:ln w="9525" cap="flat" cmpd="sng">
            <a:solidFill>
              <a:schemeClr val="tx1"/>
            </a:solidFill>
            <a:prstDash val="solid"/>
            <a:headEnd type="none" w="med" len="med"/>
            <a:tailEnd type="triangle" w="med" len="med"/>
          </a:ln>
        </p:spPr>
      </p:sp>
      <p:sp>
        <p:nvSpPr>
          <p:cNvPr id="102449" name="Line 117"/>
          <p:cNvSpPr/>
          <p:nvPr/>
        </p:nvSpPr>
        <p:spPr>
          <a:xfrm flipV="1">
            <a:off x="2133600" y="2590800"/>
            <a:ext cx="838200" cy="3429000"/>
          </a:xfrm>
          <a:prstGeom prst="line">
            <a:avLst/>
          </a:prstGeom>
          <a:ln w="9525" cap="flat" cmpd="sng">
            <a:solidFill>
              <a:schemeClr val="tx1"/>
            </a:solidFill>
            <a:prstDash val="solid"/>
            <a:headEnd type="none" w="med" len="med"/>
            <a:tailEnd type="triangle" w="med" len="med"/>
          </a:ln>
        </p:spPr>
      </p:sp>
      <p:sp>
        <p:nvSpPr>
          <p:cNvPr id="102450" name="Line 118"/>
          <p:cNvSpPr/>
          <p:nvPr/>
        </p:nvSpPr>
        <p:spPr>
          <a:xfrm flipV="1">
            <a:off x="2209800" y="4343400"/>
            <a:ext cx="762000" cy="1752600"/>
          </a:xfrm>
          <a:prstGeom prst="line">
            <a:avLst/>
          </a:prstGeom>
          <a:ln w="9525" cap="flat" cmpd="sng">
            <a:solidFill>
              <a:schemeClr val="tx1"/>
            </a:solidFill>
            <a:prstDash val="solid"/>
            <a:headEnd type="none" w="med" len="med"/>
            <a:tailEnd type="triangle" w="med" len="med"/>
          </a:ln>
        </p:spPr>
      </p:sp>
      <p:sp>
        <p:nvSpPr>
          <p:cNvPr id="102451" name="Line 123"/>
          <p:cNvSpPr/>
          <p:nvPr/>
        </p:nvSpPr>
        <p:spPr>
          <a:xfrm>
            <a:off x="609600" y="6345238"/>
            <a:ext cx="5410200" cy="0"/>
          </a:xfrm>
          <a:prstGeom prst="line">
            <a:avLst/>
          </a:prstGeom>
          <a:ln w="9525" cap="flat" cmpd="sng">
            <a:solidFill>
              <a:schemeClr val="tx1"/>
            </a:solidFill>
            <a:prstDash val="sysDot"/>
            <a:headEnd type="none" w="med" len="med"/>
            <a:tailEnd type="triangle" w="med" len="med"/>
          </a:ln>
        </p:spPr>
      </p:sp>
      <p:sp>
        <p:nvSpPr>
          <p:cNvPr id="102452" name="Text Box 124"/>
          <p:cNvSpPr txBox="1"/>
          <p:nvPr/>
        </p:nvSpPr>
        <p:spPr>
          <a:xfrm>
            <a:off x="6069013" y="6142038"/>
            <a:ext cx="658812" cy="3667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time</a:t>
            </a:r>
            <a:endParaRPr lang="en-US" altLang="zh-CN" sz="1800" dirty="0">
              <a:ea typeface="宋体" panose="02010600030101010101" pitchFamily="2" charset="-122"/>
            </a:endParaRPr>
          </a:p>
        </p:txBody>
      </p:sp>
      <p:grpSp>
        <p:nvGrpSpPr>
          <p:cNvPr id="102453" name="Group 125"/>
          <p:cNvGrpSpPr/>
          <p:nvPr/>
        </p:nvGrpSpPr>
        <p:grpSpPr>
          <a:xfrm>
            <a:off x="6632575" y="2911475"/>
            <a:ext cx="2184400" cy="1212850"/>
            <a:chOff x="2352" y="0"/>
            <a:chExt cx="1376" cy="764"/>
          </a:xfrm>
        </p:grpSpPr>
        <p:sp>
          <p:nvSpPr>
            <p:cNvPr id="102467" name="Freeform 126"/>
            <p:cNvSpPr/>
            <p:nvPr/>
          </p:nvSpPr>
          <p:spPr>
            <a:xfrm>
              <a:off x="2352" y="0"/>
              <a:ext cx="1376" cy="764"/>
            </a:xfrm>
            <a:custGeom>
              <a:avLst/>
              <a:gdLst/>
              <a:ahLst/>
              <a:cxnLst>
                <a:cxn ang="0">
                  <a:pos x="113" y="348"/>
                </a:cxn>
                <a:cxn ang="0">
                  <a:pos x="395" y="162"/>
                </a:cxn>
                <a:cxn ang="0">
                  <a:pos x="710" y="9"/>
                </a:cxn>
                <a:cxn ang="0">
                  <a:pos x="1160" y="219"/>
                </a:cxn>
                <a:cxn ang="0">
                  <a:pos x="1367" y="510"/>
                </a:cxn>
                <a:cxn ang="0">
                  <a:pos x="1103" y="726"/>
                </a:cxn>
                <a:cxn ang="0">
                  <a:pos x="578" y="738"/>
                </a:cxn>
                <a:cxn ang="0">
                  <a:pos x="77" y="630"/>
                </a:cxn>
                <a:cxn ang="0">
                  <a:pos x="113" y="348"/>
                </a:cxn>
              </a:cxnLst>
              <a:pathLst>
                <a:path w="1376" h="764">
                  <a:moveTo>
                    <a:pt x="113" y="348"/>
                  </a:moveTo>
                  <a:cubicBezTo>
                    <a:pt x="166" y="270"/>
                    <a:pt x="296" y="218"/>
                    <a:pt x="395" y="162"/>
                  </a:cubicBezTo>
                  <a:cubicBezTo>
                    <a:pt x="494" y="106"/>
                    <a:pt x="583" y="0"/>
                    <a:pt x="710" y="9"/>
                  </a:cubicBezTo>
                  <a:cubicBezTo>
                    <a:pt x="837" y="18"/>
                    <a:pt x="1051" y="136"/>
                    <a:pt x="1160" y="219"/>
                  </a:cubicBezTo>
                  <a:cubicBezTo>
                    <a:pt x="1269" y="302"/>
                    <a:pt x="1376" y="426"/>
                    <a:pt x="1367" y="510"/>
                  </a:cubicBezTo>
                  <a:cubicBezTo>
                    <a:pt x="1358" y="594"/>
                    <a:pt x="1234" y="688"/>
                    <a:pt x="1103" y="726"/>
                  </a:cubicBezTo>
                  <a:cubicBezTo>
                    <a:pt x="972" y="764"/>
                    <a:pt x="749" y="754"/>
                    <a:pt x="578" y="738"/>
                  </a:cubicBezTo>
                  <a:cubicBezTo>
                    <a:pt x="407" y="722"/>
                    <a:pt x="154" y="695"/>
                    <a:pt x="77" y="630"/>
                  </a:cubicBezTo>
                  <a:cubicBezTo>
                    <a:pt x="0" y="565"/>
                    <a:pt x="60" y="426"/>
                    <a:pt x="113" y="348"/>
                  </a:cubicBezTo>
                  <a:close/>
                </a:path>
              </a:pathLst>
            </a:custGeom>
            <a:solidFill>
              <a:srgbClr val="66CCFF">
                <a:alpha val="100000"/>
              </a:srgbClr>
            </a:solidFill>
            <a:ln w="9525">
              <a:noFill/>
            </a:ln>
          </p:spPr>
          <p:txBody>
            <a:bodyPr/>
            <a:p>
              <a:endParaRPr lang="zh-CN" altLang="en-US"/>
            </a:p>
          </p:txBody>
        </p:sp>
        <p:grpSp>
          <p:nvGrpSpPr>
            <p:cNvPr id="102468" name="Group 127"/>
            <p:cNvGrpSpPr/>
            <p:nvPr/>
          </p:nvGrpSpPr>
          <p:grpSpPr>
            <a:xfrm>
              <a:off x="2448" y="74"/>
              <a:ext cx="1161" cy="675"/>
              <a:chOff x="-17" y="1286"/>
              <a:chExt cx="1161" cy="675"/>
            </a:xfrm>
          </p:grpSpPr>
          <p:sp>
            <p:nvSpPr>
              <p:cNvPr id="102469" name="Freeform 128"/>
              <p:cNvSpPr/>
              <p:nvPr/>
            </p:nvSpPr>
            <p:spPr>
              <a:xfrm>
                <a:off x="246" y="1476"/>
                <a:ext cx="222" cy="180"/>
              </a:xfrm>
              <a:custGeom>
                <a:avLst/>
                <a:gdLst/>
                <a:ahLst/>
                <a:cxnLst>
                  <a:cxn ang="0">
                    <a:pos x="0" y="180"/>
                  </a:cxn>
                  <a:cxn ang="0">
                    <a:pos x="222" y="0"/>
                  </a:cxn>
                </a:cxnLst>
                <a:pathLst>
                  <a:path w="222" h="180">
                    <a:moveTo>
                      <a:pt x="0" y="180"/>
                    </a:moveTo>
                    <a:lnTo>
                      <a:pt x="222" y="0"/>
                    </a:lnTo>
                  </a:path>
                </a:pathLst>
              </a:custGeom>
              <a:noFill/>
              <a:ln w="12700" cap="flat" cmpd="sng">
                <a:solidFill>
                  <a:schemeClr val="tx1">
                    <a:alpha val="100000"/>
                  </a:schemeClr>
                </a:solidFill>
                <a:prstDash val="solid"/>
                <a:round/>
                <a:headEnd type="none" w="med" len="med"/>
                <a:tailEnd type="none" w="med" len="med"/>
              </a:ln>
            </p:spPr>
            <p:txBody>
              <a:bodyPr/>
              <a:p>
                <a:endParaRPr lang="zh-CN" altLang="en-US"/>
              </a:p>
            </p:txBody>
          </p:sp>
          <p:sp>
            <p:nvSpPr>
              <p:cNvPr id="102470" name="Oval 129"/>
              <p:cNvSpPr/>
              <p:nvPr/>
            </p:nvSpPr>
            <p:spPr>
              <a:xfrm>
                <a:off x="-14" y="1712"/>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02471" name="Line 130"/>
              <p:cNvSpPr/>
              <p:nvPr/>
            </p:nvSpPr>
            <p:spPr>
              <a:xfrm>
                <a:off x="-14" y="1705"/>
                <a:ext cx="1" cy="50"/>
              </a:xfrm>
              <a:prstGeom prst="line">
                <a:avLst/>
              </a:prstGeom>
              <a:ln w="12700" cap="flat" cmpd="sng">
                <a:solidFill>
                  <a:schemeClr val="tx1"/>
                </a:solidFill>
                <a:prstDash val="solid"/>
                <a:headEnd type="none" w="med" len="med"/>
                <a:tailEnd type="none" w="med" len="med"/>
              </a:ln>
            </p:spPr>
          </p:sp>
          <p:sp>
            <p:nvSpPr>
              <p:cNvPr id="102472" name="Line 131"/>
              <p:cNvSpPr/>
              <p:nvPr/>
            </p:nvSpPr>
            <p:spPr>
              <a:xfrm>
                <a:off x="299" y="1705"/>
                <a:ext cx="1" cy="50"/>
              </a:xfrm>
              <a:prstGeom prst="line">
                <a:avLst/>
              </a:prstGeom>
              <a:ln w="12700" cap="flat" cmpd="sng">
                <a:solidFill>
                  <a:schemeClr val="tx1"/>
                </a:solidFill>
                <a:prstDash val="solid"/>
                <a:headEnd type="none" w="med" len="med"/>
                <a:tailEnd type="none" w="med" len="med"/>
              </a:ln>
            </p:spPr>
          </p:sp>
          <p:sp>
            <p:nvSpPr>
              <p:cNvPr id="102473" name="Rectangle 132"/>
              <p:cNvSpPr/>
              <p:nvPr/>
            </p:nvSpPr>
            <p:spPr>
              <a:xfrm>
                <a:off x="-14" y="1705"/>
                <a:ext cx="310"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02474" name="Oval 133"/>
              <p:cNvSpPr/>
              <p:nvPr/>
            </p:nvSpPr>
            <p:spPr>
              <a:xfrm>
                <a:off x="-17" y="1646"/>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02475" name="Freeform 134"/>
              <p:cNvSpPr/>
              <p:nvPr/>
            </p:nvSpPr>
            <p:spPr>
              <a:xfrm>
                <a:off x="651" y="1476"/>
                <a:ext cx="216" cy="189"/>
              </a:xfrm>
              <a:custGeom>
                <a:avLst/>
                <a:gdLst/>
                <a:ahLst/>
                <a:cxnLst>
                  <a:cxn ang="0">
                    <a:pos x="0" y="0"/>
                  </a:cxn>
                  <a:cxn ang="0">
                    <a:pos x="216" y="189"/>
                  </a:cxn>
                </a:cxnLst>
                <a:pathLst>
                  <a:path w="216" h="189">
                    <a:moveTo>
                      <a:pt x="0" y="0"/>
                    </a:moveTo>
                    <a:lnTo>
                      <a:pt x="216" y="189"/>
                    </a:lnTo>
                  </a:path>
                </a:pathLst>
              </a:custGeom>
              <a:noFill/>
              <a:ln w="12700" cap="flat" cmpd="sng">
                <a:solidFill>
                  <a:schemeClr val="tx1">
                    <a:alpha val="100000"/>
                  </a:schemeClr>
                </a:solidFill>
                <a:prstDash val="solid"/>
                <a:round/>
                <a:headEnd type="none" w="med" len="med"/>
                <a:tailEnd type="none" w="med" len="med"/>
              </a:ln>
            </p:spPr>
            <p:txBody>
              <a:bodyPr/>
              <a:p>
                <a:endParaRPr lang="zh-CN" altLang="en-US"/>
              </a:p>
            </p:txBody>
          </p:sp>
          <p:sp>
            <p:nvSpPr>
              <p:cNvPr id="102476" name="Freeform 135"/>
              <p:cNvSpPr/>
              <p:nvPr/>
            </p:nvSpPr>
            <p:spPr>
              <a:xfrm>
                <a:off x="303" y="1740"/>
                <a:ext cx="540" cy="3"/>
              </a:xfrm>
              <a:custGeom>
                <a:avLst/>
                <a:gdLst/>
                <a:ahLst/>
                <a:cxnLst>
                  <a:cxn ang="0">
                    <a:pos x="540" y="3"/>
                  </a:cxn>
                  <a:cxn ang="0">
                    <a:pos x="0" y="0"/>
                  </a:cxn>
                </a:cxnLst>
                <a:pathLst>
                  <a:path w="540" h="3">
                    <a:moveTo>
                      <a:pt x="540" y="3"/>
                    </a:moveTo>
                    <a:lnTo>
                      <a:pt x="0" y="0"/>
                    </a:lnTo>
                  </a:path>
                </a:pathLst>
              </a:custGeom>
              <a:noFill/>
              <a:ln w="12700" cap="flat" cmpd="sng">
                <a:solidFill>
                  <a:schemeClr val="tx1">
                    <a:alpha val="100000"/>
                  </a:schemeClr>
                </a:solidFill>
                <a:prstDash val="solid"/>
                <a:round/>
                <a:headEnd type="none" w="med" len="med"/>
                <a:tailEnd type="none" w="med" len="med"/>
              </a:ln>
            </p:spPr>
            <p:txBody>
              <a:bodyPr/>
              <a:p>
                <a:endParaRPr lang="zh-CN" altLang="en-US"/>
              </a:p>
            </p:txBody>
          </p:sp>
          <p:grpSp>
            <p:nvGrpSpPr>
              <p:cNvPr id="102477" name="Group 136"/>
              <p:cNvGrpSpPr/>
              <p:nvPr/>
            </p:nvGrpSpPr>
            <p:grpSpPr>
              <a:xfrm>
                <a:off x="32" y="1598"/>
                <a:ext cx="210" cy="250"/>
                <a:chOff x="2952" y="2429"/>
                <a:chExt cx="211" cy="250"/>
              </a:xfrm>
            </p:grpSpPr>
            <p:sp>
              <p:nvSpPr>
                <p:cNvPr id="102499" name="Rectangle 137"/>
                <p:cNvSpPr/>
                <p:nvPr/>
              </p:nvSpPr>
              <p:spPr>
                <a:xfrm>
                  <a:off x="2982" y="2490"/>
                  <a:ext cx="144" cy="1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02500" name="Text Box 138"/>
                <p:cNvSpPr txBox="1"/>
                <p:nvPr/>
              </p:nvSpPr>
              <p:spPr>
                <a:xfrm>
                  <a:off x="2952" y="2429"/>
                  <a:ext cx="211"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000" dirty="0">
                      <a:ea typeface="宋体" panose="02010600030101010101" pitchFamily="2" charset="-122"/>
                    </a:rPr>
                    <a:t>x</a:t>
                  </a:r>
                  <a:endParaRPr lang="en-US" altLang="zh-CN" sz="2400" dirty="0">
                    <a:latin typeface="Times New Roman" panose="02020603050405020304" pitchFamily="18" charset="0"/>
                    <a:ea typeface="宋体" panose="02010600030101010101" pitchFamily="2" charset="-122"/>
                  </a:endParaRPr>
                </a:p>
              </p:txBody>
            </p:sp>
          </p:grpSp>
          <p:grpSp>
            <p:nvGrpSpPr>
              <p:cNvPr id="102478" name="Group 139"/>
              <p:cNvGrpSpPr/>
              <p:nvPr/>
            </p:nvGrpSpPr>
            <p:grpSpPr>
              <a:xfrm>
                <a:off x="828" y="1580"/>
                <a:ext cx="316" cy="288"/>
                <a:chOff x="1740" y="2276"/>
                <a:chExt cx="316" cy="288"/>
              </a:xfrm>
            </p:grpSpPr>
            <p:sp>
              <p:nvSpPr>
                <p:cNvPr id="102491" name="Oval 140"/>
                <p:cNvSpPr/>
                <p:nvPr/>
              </p:nvSpPr>
              <p:spPr>
                <a:xfrm>
                  <a:off x="1743" y="2420"/>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02492" name="Line 141"/>
                <p:cNvSpPr/>
                <p:nvPr/>
              </p:nvSpPr>
              <p:spPr>
                <a:xfrm>
                  <a:off x="1743" y="2413"/>
                  <a:ext cx="0" cy="50"/>
                </a:xfrm>
                <a:prstGeom prst="line">
                  <a:avLst/>
                </a:prstGeom>
                <a:ln w="12700" cap="flat" cmpd="sng">
                  <a:solidFill>
                    <a:schemeClr val="tx1"/>
                  </a:solidFill>
                  <a:prstDash val="solid"/>
                  <a:headEnd type="none" w="med" len="med"/>
                  <a:tailEnd type="none" w="med" len="med"/>
                </a:ln>
              </p:spPr>
            </p:sp>
            <p:sp>
              <p:nvSpPr>
                <p:cNvPr id="102493" name="Line 142"/>
                <p:cNvSpPr/>
                <p:nvPr/>
              </p:nvSpPr>
              <p:spPr>
                <a:xfrm>
                  <a:off x="2056" y="2413"/>
                  <a:ext cx="0" cy="50"/>
                </a:xfrm>
                <a:prstGeom prst="line">
                  <a:avLst/>
                </a:prstGeom>
                <a:ln w="12700" cap="flat" cmpd="sng">
                  <a:solidFill>
                    <a:schemeClr val="tx1"/>
                  </a:solidFill>
                  <a:prstDash val="solid"/>
                  <a:headEnd type="none" w="med" len="med"/>
                  <a:tailEnd type="none" w="med" len="med"/>
                </a:ln>
              </p:spPr>
            </p:sp>
            <p:sp>
              <p:nvSpPr>
                <p:cNvPr id="102494" name="Rectangle 143"/>
                <p:cNvSpPr/>
                <p:nvPr/>
              </p:nvSpPr>
              <p:spPr>
                <a:xfrm>
                  <a:off x="1743" y="2413"/>
                  <a:ext cx="310"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02495" name="Oval 144"/>
                <p:cNvSpPr/>
                <p:nvPr/>
              </p:nvSpPr>
              <p:spPr>
                <a:xfrm>
                  <a:off x="1740" y="2354"/>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02496" name="Group 145"/>
                <p:cNvGrpSpPr/>
                <p:nvPr/>
              </p:nvGrpSpPr>
              <p:grpSpPr>
                <a:xfrm>
                  <a:off x="1792" y="2276"/>
                  <a:ext cx="219" cy="288"/>
                  <a:chOff x="2948" y="2399"/>
                  <a:chExt cx="220" cy="288"/>
                </a:xfrm>
              </p:grpSpPr>
              <p:sp>
                <p:nvSpPr>
                  <p:cNvPr id="102497" name="Rectangle 146"/>
                  <p:cNvSpPr/>
                  <p:nvPr/>
                </p:nvSpPr>
                <p:spPr>
                  <a:xfrm>
                    <a:off x="2982" y="2490"/>
                    <a:ext cx="144" cy="1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02498" name="Text Box 147"/>
                  <p:cNvSpPr txBox="1"/>
                  <p:nvPr/>
                </p:nvSpPr>
                <p:spPr>
                  <a:xfrm>
                    <a:off x="2948" y="2399"/>
                    <a:ext cx="220"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400" dirty="0">
                        <a:ea typeface="宋体" panose="02010600030101010101" pitchFamily="2" charset="-122"/>
                      </a:rPr>
                      <a:t>z</a:t>
                    </a:r>
                    <a:endParaRPr lang="en-US" altLang="zh-CN" sz="2400" dirty="0">
                      <a:ea typeface="宋体" panose="02010600030101010101" pitchFamily="2" charset="-122"/>
                    </a:endParaRPr>
                  </a:p>
                </p:txBody>
              </p:sp>
            </p:grpSp>
          </p:grpSp>
          <p:sp>
            <p:nvSpPr>
              <p:cNvPr id="102479" name="Text Box 148"/>
              <p:cNvSpPr txBox="1"/>
              <p:nvPr/>
            </p:nvSpPr>
            <p:spPr>
              <a:xfrm>
                <a:off x="731" y="1400"/>
                <a:ext cx="181"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800" dirty="0">
                    <a:ea typeface="宋体" panose="02010600030101010101" pitchFamily="2" charset="-122"/>
                  </a:rPr>
                  <a:t>1</a:t>
                </a:r>
                <a:endParaRPr lang="en-US" altLang="zh-CN" sz="2400" dirty="0">
                  <a:latin typeface="Times New Roman" panose="02020603050405020304" pitchFamily="18" charset="0"/>
                  <a:ea typeface="宋体" panose="02010600030101010101" pitchFamily="2" charset="-122"/>
                </a:endParaRPr>
              </a:p>
            </p:txBody>
          </p:sp>
          <p:sp>
            <p:nvSpPr>
              <p:cNvPr id="102480" name="Text Box 149"/>
              <p:cNvSpPr txBox="1"/>
              <p:nvPr/>
            </p:nvSpPr>
            <p:spPr>
              <a:xfrm>
                <a:off x="192" y="1397"/>
                <a:ext cx="204"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800" dirty="0">
                    <a:ea typeface="宋体" panose="02010600030101010101" pitchFamily="2" charset="-122"/>
                  </a:rPr>
                  <a:t>2</a:t>
                </a:r>
                <a:endParaRPr lang="en-US" altLang="zh-CN" sz="2400" dirty="0">
                  <a:latin typeface="Times New Roman" panose="02020603050405020304" pitchFamily="18" charset="0"/>
                  <a:ea typeface="宋体" panose="02010600030101010101" pitchFamily="2" charset="-122"/>
                </a:endParaRPr>
              </a:p>
            </p:txBody>
          </p:sp>
          <p:sp>
            <p:nvSpPr>
              <p:cNvPr id="102481" name="Text Box 150"/>
              <p:cNvSpPr txBox="1"/>
              <p:nvPr/>
            </p:nvSpPr>
            <p:spPr>
              <a:xfrm>
                <a:off x="477" y="1730"/>
                <a:ext cx="204"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800" dirty="0">
                    <a:ea typeface="宋体" panose="02010600030101010101" pitchFamily="2" charset="-122"/>
                  </a:rPr>
                  <a:t>7</a:t>
                </a:r>
                <a:endParaRPr lang="en-US" altLang="zh-CN" sz="2400" dirty="0">
                  <a:latin typeface="Times New Roman" panose="02020603050405020304" pitchFamily="18" charset="0"/>
                  <a:ea typeface="宋体" panose="02010600030101010101" pitchFamily="2" charset="-122"/>
                </a:endParaRPr>
              </a:p>
            </p:txBody>
          </p:sp>
          <p:grpSp>
            <p:nvGrpSpPr>
              <p:cNvPr id="102482" name="Group 151"/>
              <p:cNvGrpSpPr/>
              <p:nvPr/>
            </p:nvGrpSpPr>
            <p:grpSpPr>
              <a:xfrm>
                <a:off x="408" y="1286"/>
                <a:ext cx="316" cy="250"/>
                <a:chOff x="1740" y="2306"/>
                <a:chExt cx="316" cy="250"/>
              </a:xfrm>
            </p:grpSpPr>
            <p:sp>
              <p:nvSpPr>
                <p:cNvPr id="102483" name="Oval 152"/>
                <p:cNvSpPr/>
                <p:nvPr/>
              </p:nvSpPr>
              <p:spPr>
                <a:xfrm>
                  <a:off x="1743" y="2420"/>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02484" name="Line 153"/>
                <p:cNvSpPr/>
                <p:nvPr/>
              </p:nvSpPr>
              <p:spPr>
                <a:xfrm>
                  <a:off x="1743" y="2413"/>
                  <a:ext cx="0" cy="50"/>
                </a:xfrm>
                <a:prstGeom prst="line">
                  <a:avLst/>
                </a:prstGeom>
                <a:ln w="12700" cap="flat" cmpd="sng">
                  <a:solidFill>
                    <a:schemeClr val="tx1"/>
                  </a:solidFill>
                  <a:prstDash val="solid"/>
                  <a:headEnd type="none" w="med" len="med"/>
                  <a:tailEnd type="none" w="med" len="med"/>
                </a:ln>
              </p:spPr>
            </p:sp>
            <p:sp>
              <p:nvSpPr>
                <p:cNvPr id="102485" name="Line 154"/>
                <p:cNvSpPr/>
                <p:nvPr/>
              </p:nvSpPr>
              <p:spPr>
                <a:xfrm>
                  <a:off x="2056" y="2413"/>
                  <a:ext cx="0" cy="50"/>
                </a:xfrm>
                <a:prstGeom prst="line">
                  <a:avLst/>
                </a:prstGeom>
                <a:ln w="12700" cap="flat" cmpd="sng">
                  <a:solidFill>
                    <a:schemeClr val="tx1"/>
                  </a:solidFill>
                  <a:prstDash val="solid"/>
                  <a:headEnd type="none" w="med" len="med"/>
                  <a:tailEnd type="none" w="med" len="med"/>
                </a:ln>
              </p:spPr>
            </p:sp>
            <p:sp>
              <p:nvSpPr>
                <p:cNvPr id="102486" name="Rectangle 155"/>
                <p:cNvSpPr/>
                <p:nvPr/>
              </p:nvSpPr>
              <p:spPr>
                <a:xfrm>
                  <a:off x="1743" y="2413"/>
                  <a:ext cx="310"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02487" name="Oval 156"/>
                <p:cNvSpPr/>
                <p:nvPr/>
              </p:nvSpPr>
              <p:spPr>
                <a:xfrm>
                  <a:off x="1740" y="2354"/>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02488" name="Group 157"/>
                <p:cNvGrpSpPr/>
                <p:nvPr/>
              </p:nvGrpSpPr>
              <p:grpSpPr>
                <a:xfrm>
                  <a:off x="1802" y="2306"/>
                  <a:ext cx="199" cy="250"/>
                  <a:chOff x="2957" y="2429"/>
                  <a:chExt cx="201" cy="250"/>
                </a:xfrm>
              </p:grpSpPr>
              <p:sp>
                <p:nvSpPr>
                  <p:cNvPr id="102489" name="Rectangle 158"/>
                  <p:cNvSpPr/>
                  <p:nvPr/>
                </p:nvSpPr>
                <p:spPr>
                  <a:xfrm>
                    <a:off x="2982" y="2490"/>
                    <a:ext cx="144" cy="1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02490" name="Text Box 159"/>
                  <p:cNvSpPr txBox="1"/>
                  <p:nvPr/>
                </p:nvSpPr>
                <p:spPr>
                  <a:xfrm>
                    <a:off x="2957" y="2429"/>
                    <a:ext cx="201"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000" dirty="0">
                        <a:ea typeface="宋体" panose="02010600030101010101" pitchFamily="2" charset="-122"/>
                      </a:rPr>
                      <a:t>y</a:t>
                    </a:r>
                    <a:endParaRPr lang="en-US" altLang="zh-CN" sz="2400" dirty="0">
                      <a:latin typeface="Times New Roman" panose="02020603050405020304" pitchFamily="18" charset="0"/>
                      <a:ea typeface="宋体" panose="02010600030101010101" pitchFamily="2" charset="-122"/>
                    </a:endParaRPr>
                  </a:p>
                </p:txBody>
              </p:sp>
            </p:grpSp>
          </p:grpSp>
        </p:grpSp>
      </p:grpSp>
      <p:sp>
        <p:nvSpPr>
          <p:cNvPr id="102454" name="Text Box 160"/>
          <p:cNvSpPr txBox="1"/>
          <p:nvPr/>
        </p:nvSpPr>
        <p:spPr>
          <a:xfrm>
            <a:off x="0" y="685800"/>
            <a:ext cx="1579563"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eaLnBrk="1" hangingPunct="1">
              <a:spcBef>
                <a:spcPct val="0"/>
              </a:spcBef>
              <a:buClrTx/>
              <a:buSzTx/>
              <a:buFontTx/>
              <a:buNone/>
            </a:pPr>
            <a:r>
              <a:rPr lang="en-US" altLang="zh-CN" sz="1800" b="1" u="sng" dirty="0">
                <a:ea typeface="宋体" panose="02010600030101010101" pitchFamily="2" charset="-122"/>
              </a:rPr>
              <a:t>node x table</a:t>
            </a:r>
            <a:endParaRPr lang="en-US" altLang="zh-CN" sz="1800" b="1" u="sng" dirty="0">
              <a:ea typeface="宋体" panose="02010600030101010101" pitchFamily="2" charset="-122"/>
            </a:endParaRPr>
          </a:p>
        </p:txBody>
      </p:sp>
      <p:sp>
        <p:nvSpPr>
          <p:cNvPr id="102455" name="Text Box 161"/>
          <p:cNvSpPr txBox="1"/>
          <p:nvPr/>
        </p:nvSpPr>
        <p:spPr>
          <a:xfrm>
            <a:off x="0" y="2590800"/>
            <a:ext cx="1571625"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eaLnBrk="1" hangingPunct="1">
              <a:spcBef>
                <a:spcPct val="0"/>
              </a:spcBef>
              <a:buClrTx/>
              <a:buSzTx/>
              <a:buFontTx/>
              <a:buNone/>
            </a:pPr>
            <a:r>
              <a:rPr lang="en-US" altLang="zh-CN" sz="1800" b="1" u="sng" dirty="0">
                <a:ea typeface="宋体" panose="02010600030101010101" pitchFamily="2" charset="-122"/>
              </a:rPr>
              <a:t>node y table</a:t>
            </a:r>
            <a:endParaRPr lang="en-US" altLang="zh-CN" sz="1800" b="1" u="sng" dirty="0">
              <a:ea typeface="宋体" panose="02010600030101010101" pitchFamily="2" charset="-122"/>
            </a:endParaRPr>
          </a:p>
        </p:txBody>
      </p:sp>
      <p:sp>
        <p:nvSpPr>
          <p:cNvPr id="102456" name="Text Box 162"/>
          <p:cNvSpPr txBox="1"/>
          <p:nvPr/>
        </p:nvSpPr>
        <p:spPr>
          <a:xfrm>
            <a:off x="0" y="4343400"/>
            <a:ext cx="1566863"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eaLnBrk="1" hangingPunct="1">
              <a:spcBef>
                <a:spcPct val="0"/>
              </a:spcBef>
              <a:buClrTx/>
              <a:buSzTx/>
              <a:buFontTx/>
              <a:buNone/>
            </a:pPr>
            <a:r>
              <a:rPr lang="en-US" altLang="zh-CN" sz="1800" b="1" u="sng" dirty="0">
                <a:ea typeface="宋体" panose="02010600030101010101" pitchFamily="2" charset="-122"/>
              </a:rPr>
              <a:t>node z table</a:t>
            </a:r>
            <a:endParaRPr lang="en-US" altLang="zh-CN" sz="1800" b="1" u="sng" dirty="0">
              <a:ea typeface="宋体" panose="02010600030101010101" pitchFamily="2" charset="-122"/>
            </a:endParaRPr>
          </a:p>
        </p:txBody>
      </p:sp>
      <p:sp>
        <p:nvSpPr>
          <p:cNvPr id="102457" name="Oval 163"/>
          <p:cNvSpPr/>
          <p:nvPr/>
        </p:nvSpPr>
        <p:spPr>
          <a:xfrm>
            <a:off x="1219200" y="1676400"/>
            <a:ext cx="1066800" cy="381000"/>
          </a:xfrm>
          <a:prstGeom prst="ellipse">
            <a:avLst/>
          </a:prstGeom>
          <a:noFill/>
          <a:ln w="9525" cap="flat" cmpd="sng">
            <a:solidFill>
              <a:srgbClr val="FF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02458" name="Oval 164"/>
          <p:cNvSpPr/>
          <p:nvPr/>
        </p:nvSpPr>
        <p:spPr>
          <a:xfrm>
            <a:off x="1219200" y="3733800"/>
            <a:ext cx="1066800" cy="381000"/>
          </a:xfrm>
          <a:prstGeom prst="ellipse">
            <a:avLst/>
          </a:prstGeom>
          <a:noFill/>
          <a:ln w="9525" cap="flat" cmpd="sng">
            <a:solidFill>
              <a:srgbClr val="FF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02459" name="Oval 165"/>
          <p:cNvSpPr/>
          <p:nvPr/>
        </p:nvSpPr>
        <p:spPr>
          <a:xfrm>
            <a:off x="1219200" y="5943600"/>
            <a:ext cx="1066800" cy="381000"/>
          </a:xfrm>
          <a:prstGeom prst="ellipse">
            <a:avLst/>
          </a:prstGeom>
          <a:noFill/>
          <a:ln w="9525" cap="flat" cmpd="sng">
            <a:solidFill>
              <a:srgbClr val="FF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02460" name="Oval 166"/>
          <p:cNvSpPr/>
          <p:nvPr/>
        </p:nvSpPr>
        <p:spPr>
          <a:xfrm>
            <a:off x="3297238" y="1676400"/>
            <a:ext cx="1066800" cy="381000"/>
          </a:xfrm>
          <a:prstGeom prst="ellipse">
            <a:avLst/>
          </a:prstGeom>
          <a:noFill/>
          <a:ln w="9525" cap="flat" cmpd="sng">
            <a:solidFill>
              <a:srgbClr val="FF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472232" name="Rectangle 168"/>
          <p:cNvSpPr/>
          <p:nvPr/>
        </p:nvSpPr>
        <p:spPr>
          <a:xfrm>
            <a:off x="1590675" y="187325"/>
            <a:ext cx="4476750" cy="64135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just">
              <a:spcBef>
                <a:spcPct val="0"/>
              </a:spcBef>
              <a:buClrTx/>
              <a:buSzTx/>
              <a:buFontTx/>
              <a:buNone/>
            </a:pPr>
            <a:r>
              <a:rPr lang="fr-FR" altLang="zh-CN" sz="1800" dirty="0">
                <a:solidFill>
                  <a:srgbClr val="000000"/>
                </a:solidFill>
                <a:ea typeface="宋体" panose="02010600030101010101" pitchFamily="2" charset="-122"/>
              </a:rPr>
              <a:t>D</a:t>
            </a:r>
            <a:r>
              <a:rPr lang="fr-FR" altLang="zh-CN" sz="1800" baseline="-25000" dirty="0">
                <a:solidFill>
                  <a:srgbClr val="000000"/>
                </a:solidFill>
                <a:ea typeface="宋体" panose="02010600030101010101" pitchFamily="2" charset="-122"/>
              </a:rPr>
              <a:t>x</a:t>
            </a:r>
            <a:r>
              <a:rPr lang="fr-FR" altLang="zh-CN" sz="1800" dirty="0">
                <a:solidFill>
                  <a:srgbClr val="000000"/>
                </a:solidFill>
                <a:ea typeface="宋体" panose="02010600030101010101" pitchFamily="2" charset="-122"/>
              </a:rPr>
              <a:t>(y) = min{c(x,y) + D</a:t>
            </a:r>
            <a:r>
              <a:rPr lang="fr-FR" altLang="zh-CN" sz="1800" baseline="-25000" dirty="0">
                <a:solidFill>
                  <a:srgbClr val="000000"/>
                </a:solidFill>
                <a:ea typeface="宋体" panose="02010600030101010101" pitchFamily="2" charset="-122"/>
              </a:rPr>
              <a:t>y</a:t>
            </a:r>
            <a:r>
              <a:rPr lang="fr-FR" altLang="zh-CN" sz="1800" dirty="0">
                <a:solidFill>
                  <a:srgbClr val="000000"/>
                </a:solidFill>
                <a:ea typeface="宋体" panose="02010600030101010101" pitchFamily="2" charset="-122"/>
              </a:rPr>
              <a:t>(y), c(x,z) + D</a:t>
            </a:r>
            <a:r>
              <a:rPr lang="fr-FR" altLang="zh-CN" sz="1800" baseline="-25000" dirty="0">
                <a:solidFill>
                  <a:srgbClr val="000000"/>
                </a:solidFill>
                <a:ea typeface="宋体" panose="02010600030101010101" pitchFamily="2" charset="-122"/>
              </a:rPr>
              <a:t>z</a:t>
            </a:r>
            <a:r>
              <a:rPr lang="fr-FR" altLang="zh-CN" sz="1800" dirty="0">
                <a:solidFill>
                  <a:srgbClr val="000000"/>
                </a:solidFill>
                <a:ea typeface="宋体" panose="02010600030101010101" pitchFamily="2" charset="-122"/>
              </a:rPr>
              <a:t>(y)} </a:t>
            </a:r>
            <a:br>
              <a:rPr lang="fr-FR" altLang="zh-CN" sz="1800" dirty="0">
                <a:solidFill>
                  <a:srgbClr val="000000"/>
                </a:solidFill>
                <a:ea typeface="宋体" panose="02010600030101010101" pitchFamily="2" charset="-122"/>
              </a:rPr>
            </a:br>
            <a:r>
              <a:rPr lang="fr-FR" altLang="zh-CN" sz="1800" dirty="0">
                <a:solidFill>
                  <a:srgbClr val="000000"/>
                </a:solidFill>
                <a:ea typeface="宋体" panose="02010600030101010101" pitchFamily="2" charset="-122"/>
              </a:rPr>
              <a:t>             = min{2+0 , 7+1} = 2</a:t>
            </a:r>
            <a:endParaRPr lang="fr-FR" altLang="zh-CN" sz="1800" dirty="0">
              <a:solidFill>
                <a:srgbClr val="000000"/>
              </a:solidFill>
              <a:ea typeface="宋体" panose="02010600030101010101" pitchFamily="2" charset="-122"/>
            </a:endParaRPr>
          </a:p>
        </p:txBody>
      </p:sp>
      <p:sp>
        <p:nvSpPr>
          <p:cNvPr id="472233" name="Line 169"/>
          <p:cNvSpPr/>
          <p:nvPr/>
        </p:nvSpPr>
        <p:spPr>
          <a:xfrm flipH="1">
            <a:off x="3760788" y="809625"/>
            <a:ext cx="809625" cy="966788"/>
          </a:xfrm>
          <a:prstGeom prst="line">
            <a:avLst/>
          </a:prstGeom>
          <a:ln w="12700" cap="flat" cmpd="sng">
            <a:solidFill>
              <a:schemeClr val="accent2"/>
            </a:solidFill>
            <a:prstDash val="solid"/>
            <a:headEnd type="none" w="med" len="med"/>
            <a:tailEnd type="triangle" w="med" len="med"/>
          </a:ln>
        </p:spPr>
      </p:sp>
      <p:sp>
        <p:nvSpPr>
          <p:cNvPr id="472234" name="Rectangle 170"/>
          <p:cNvSpPr/>
          <p:nvPr/>
        </p:nvSpPr>
        <p:spPr>
          <a:xfrm>
            <a:off x="6384925" y="111125"/>
            <a:ext cx="2803525" cy="915988"/>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just">
              <a:spcBef>
                <a:spcPct val="0"/>
              </a:spcBef>
              <a:buClrTx/>
              <a:buSzTx/>
              <a:buFontTx/>
              <a:buNone/>
            </a:pPr>
            <a:r>
              <a:rPr lang="fr-FR" altLang="zh-CN" sz="1800" i="1" dirty="0">
                <a:ea typeface="宋体" panose="02010600030101010101" pitchFamily="2" charset="-122"/>
              </a:rPr>
              <a:t>D</a:t>
            </a:r>
            <a:r>
              <a:rPr lang="fr-FR" altLang="zh-CN" sz="1800" i="1" baseline="-25000" dirty="0">
                <a:ea typeface="宋体" panose="02010600030101010101" pitchFamily="2" charset="-122"/>
              </a:rPr>
              <a:t>x</a:t>
            </a:r>
            <a:r>
              <a:rPr lang="fr-FR" altLang="zh-CN" sz="1800" i="1" dirty="0">
                <a:ea typeface="宋体" panose="02010600030101010101" pitchFamily="2" charset="-122"/>
              </a:rPr>
              <a:t>(z) = </a:t>
            </a:r>
            <a:r>
              <a:rPr lang="fr-FR" altLang="zh-CN" sz="1800" dirty="0">
                <a:ea typeface="宋体" panose="02010600030101010101" pitchFamily="2" charset="-122"/>
              </a:rPr>
              <a:t>min{</a:t>
            </a:r>
            <a:r>
              <a:rPr lang="fr-FR" altLang="zh-CN" sz="1800" i="1" dirty="0">
                <a:ea typeface="宋体" panose="02010600030101010101" pitchFamily="2" charset="-122"/>
              </a:rPr>
              <a:t>c(x,y) + </a:t>
            </a:r>
            <a:br>
              <a:rPr lang="fr-FR" altLang="zh-CN" sz="1800" i="1" dirty="0">
                <a:ea typeface="宋体" panose="02010600030101010101" pitchFamily="2" charset="-122"/>
              </a:rPr>
            </a:br>
            <a:r>
              <a:rPr lang="fr-FR" altLang="zh-CN" sz="1800" i="1" dirty="0">
                <a:ea typeface="宋体" panose="02010600030101010101" pitchFamily="2" charset="-122"/>
              </a:rPr>
              <a:t>      D</a:t>
            </a:r>
            <a:r>
              <a:rPr lang="fr-FR" altLang="zh-CN" sz="1800" i="1" baseline="-25000" dirty="0">
                <a:ea typeface="宋体" panose="02010600030101010101" pitchFamily="2" charset="-122"/>
              </a:rPr>
              <a:t>y</a:t>
            </a:r>
            <a:r>
              <a:rPr lang="fr-FR" altLang="zh-CN" sz="1800" i="1" dirty="0">
                <a:ea typeface="宋体" panose="02010600030101010101" pitchFamily="2" charset="-122"/>
              </a:rPr>
              <a:t>(z), c(x,z) + D</a:t>
            </a:r>
            <a:r>
              <a:rPr lang="fr-FR" altLang="zh-CN" sz="1800" i="1" baseline="-25000" dirty="0">
                <a:ea typeface="宋体" panose="02010600030101010101" pitchFamily="2" charset="-122"/>
              </a:rPr>
              <a:t>z</a:t>
            </a:r>
            <a:r>
              <a:rPr lang="fr-FR" altLang="zh-CN" sz="1800" i="1" dirty="0">
                <a:ea typeface="宋体" panose="02010600030101010101" pitchFamily="2" charset="-122"/>
              </a:rPr>
              <a:t>(z)</a:t>
            </a:r>
            <a:r>
              <a:rPr lang="fr-FR" altLang="zh-CN" sz="1800" dirty="0">
                <a:ea typeface="宋体" panose="02010600030101010101" pitchFamily="2" charset="-122"/>
              </a:rPr>
              <a:t>} </a:t>
            </a:r>
            <a:endParaRPr lang="fr-FR" altLang="zh-CN" sz="1800" dirty="0">
              <a:ea typeface="宋体" panose="02010600030101010101" pitchFamily="2" charset="-122"/>
            </a:endParaRPr>
          </a:p>
          <a:p>
            <a:pPr marL="0" lvl="0" indent="0" algn="just">
              <a:spcBef>
                <a:spcPct val="0"/>
              </a:spcBef>
              <a:buClrTx/>
              <a:buSzTx/>
              <a:buFontTx/>
              <a:buNone/>
            </a:pPr>
            <a:r>
              <a:rPr lang="fr-FR" altLang="zh-CN" sz="1800" dirty="0">
                <a:ea typeface="宋体" panose="02010600030101010101" pitchFamily="2" charset="-122"/>
              </a:rPr>
              <a:t>= min{2+1 , 7+0} = 3</a:t>
            </a:r>
            <a:endParaRPr lang="fr-FR" altLang="zh-CN" sz="1800" dirty="0">
              <a:ea typeface="宋体" panose="02010600030101010101" pitchFamily="2" charset="-122"/>
            </a:endParaRPr>
          </a:p>
        </p:txBody>
      </p:sp>
      <p:sp>
        <p:nvSpPr>
          <p:cNvPr id="472235" name="Line 171"/>
          <p:cNvSpPr/>
          <p:nvPr/>
        </p:nvSpPr>
        <p:spPr>
          <a:xfrm flipH="1">
            <a:off x="4179888" y="482600"/>
            <a:ext cx="2586037" cy="1333500"/>
          </a:xfrm>
          <a:prstGeom prst="line">
            <a:avLst/>
          </a:prstGeom>
          <a:ln w="9525" cap="flat" cmpd="sng">
            <a:solidFill>
              <a:schemeClr val="accent2"/>
            </a:solidFill>
            <a:prstDash val="solid"/>
            <a:headEnd type="none" w="med" len="med"/>
            <a:tailEnd type="triangle" w="med" len="med"/>
          </a:ln>
        </p:spPr>
      </p:sp>
      <p:sp>
        <p:nvSpPr>
          <p:cNvPr id="472236" name="Text Box 172"/>
          <p:cNvSpPr txBox="1"/>
          <p:nvPr/>
        </p:nvSpPr>
        <p:spPr>
          <a:xfrm>
            <a:off x="3922713" y="1679575"/>
            <a:ext cx="323850"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3</a:t>
            </a:r>
            <a:endParaRPr lang="en-US" altLang="zh-CN" sz="1800" dirty="0">
              <a:ea typeface="宋体" panose="02010600030101010101" pitchFamily="2" charset="-122"/>
            </a:endParaRPr>
          </a:p>
        </p:txBody>
      </p:sp>
      <p:sp>
        <p:nvSpPr>
          <p:cNvPr id="472237" name="Text Box 173"/>
          <p:cNvSpPr txBox="1"/>
          <p:nvPr/>
        </p:nvSpPr>
        <p:spPr>
          <a:xfrm>
            <a:off x="3579813" y="1679575"/>
            <a:ext cx="342900" cy="3667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2 </a:t>
            </a:r>
            <a:endParaRPr lang="en-US" altLang="zh-CN" sz="1800" dirty="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223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7223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7223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7223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7223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722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2232" grpId="0"/>
      <p:bldP spid="472234" grpId="0"/>
      <p:bldP spid="472236" grpId="0"/>
      <p:bldP spid="472237" grpId="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6" name="页脚占位符 2"/>
          <p:cNvSpPr txBox="1">
            <a:spLocks noGrp="1"/>
          </p:cNvSpPr>
          <p:nvPr>
            <p:ph type="ftr" sz="quarter" idx="11"/>
          </p:nvPr>
        </p:nvSpPr>
        <p:spPr/>
        <p:txBody>
          <a:bodyPr/>
          <a:p>
            <a:pPr marL="0" indent="0" algn="r">
              <a:spcBef>
                <a:spcPct val="0"/>
              </a:spcBef>
              <a:buClrTx/>
              <a:buSzTx/>
              <a:buFontTx/>
              <a:buNone/>
            </a:pPr>
            <a:r>
              <a:rPr lang="en-US" altLang="zh-CN" sz="1400" dirty="0">
                <a:ea typeface="宋体" panose="02010600030101010101" pitchFamily="2" charset="-122"/>
              </a:rPr>
              <a:t>Network Layer</a:t>
            </a:r>
            <a:endParaRPr lang="en-US" altLang="zh-CN" sz="1400" dirty="0">
              <a:latin typeface="Times New Roman" panose="02020603050405020304" pitchFamily="18" charset="0"/>
              <a:ea typeface="宋体" panose="02010600030101010101" pitchFamily="2" charset="-122"/>
            </a:endParaRPr>
          </a:p>
        </p:txBody>
      </p:sp>
      <p:sp>
        <p:nvSpPr>
          <p:cNvPr id="103427" name="灯片编号占位符 3"/>
          <p:cNvSpPr txBox="1">
            <a:spLocks noGrp="1"/>
          </p:cNvSpPr>
          <p:nvPr>
            <p:ph type="sldNum" sz="quarter" idx="12"/>
          </p:nvPr>
        </p:nvSpPr>
        <p:spPr/>
        <p:txBody>
          <a:bodyPr/>
          <a:p>
            <a:pPr marL="0" indent="0" algn="r">
              <a:spcBef>
                <a:spcPct val="0"/>
              </a:spcBef>
              <a:buClrTx/>
              <a:buSzTx/>
              <a:buFontTx/>
              <a:buNone/>
            </a:pPr>
            <a:r>
              <a:rPr lang="en-US" altLang="zh-CN" sz="1400" dirty="0">
                <a:ea typeface="宋体" panose="02010600030101010101" pitchFamily="2" charset="-122"/>
              </a:rPr>
              <a:t>4-</a:t>
            </a: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grpSp>
        <p:nvGrpSpPr>
          <p:cNvPr id="103428" name="Group 2"/>
          <p:cNvGrpSpPr/>
          <p:nvPr/>
        </p:nvGrpSpPr>
        <p:grpSpPr>
          <a:xfrm>
            <a:off x="533400" y="990600"/>
            <a:ext cx="1752600" cy="1738313"/>
            <a:chOff x="240" y="192"/>
            <a:chExt cx="1104" cy="1095"/>
          </a:xfrm>
        </p:grpSpPr>
        <p:sp>
          <p:nvSpPr>
            <p:cNvPr id="103583" name="Line 3"/>
            <p:cNvSpPr/>
            <p:nvPr/>
          </p:nvSpPr>
          <p:spPr>
            <a:xfrm>
              <a:off x="672" y="480"/>
              <a:ext cx="0" cy="768"/>
            </a:xfrm>
            <a:prstGeom prst="line">
              <a:avLst/>
            </a:prstGeom>
            <a:ln w="9525" cap="flat" cmpd="sng">
              <a:solidFill>
                <a:schemeClr val="tx1"/>
              </a:solidFill>
              <a:prstDash val="solid"/>
              <a:headEnd type="none" w="med" len="med"/>
              <a:tailEnd type="none" w="med" len="med"/>
            </a:ln>
          </p:spPr>
        </p:sp>
        <p:sp>
          <p:nvSpPr>
            <p:cNvPr id="103584" name="Line 4"/>
            <p:cNvSpPr/>
            <p:nvPr/>
          </p:nvSpPr>
          <p:spPr>
            <a:xfrm>
              <a:off x="480" y="624"/>
              <a:ext cx="864" cy="0"/>
            </a:xfrm>
            <a:prstGeom prst="line">
              <a:avLst/>
            </a:prstGeom>
            <a:ln w="9525" cap="flat" cmpd="sng">
              <a:solidFill>
                <a:schemeClr val="tx1"/>
              </a:solidFill>
              <a:prstDash val="solid"/>
              <a:headEnd type="none" w="med" len="med"/>
              <a:tailEnd type="none" w="med" len="med"/>
            </a:ln>
          </p:spPr>
        </p:sp>
        <p:sp>
          <p:nvSpPr>
            <p:cNvPr id="103585" name="Text Box 5"/>
            <p:cNvSpPr txBox="1"/>
            <p:nvPr/>
          </p:nvSpPr>
          <p:spPr>
            <a:xfrm>
              <a:off x="672" y="384"/>
              <a:ext cx="611"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x   y   z</a:t>
              </a:r>
              <a:endParaRPr lang="en-US" altLang="zh-CN" sz="1800" dirty="0">
                <a:ea typeface="宋体" panose="02010600030101010101" pitchFamily="2" charset="-122"/>
              </a:endParaRPr>
            </a:p>
          </p:txBody>
        </p:sp>
        <p:sp>
          <p:nvSpPr>
            <p:cNvPr id="103586" name="Text Box 6"/>
            <p:cNvSpPr txBox="1"/>
            <p:nvPr/>
          </p:nvSpPr>
          <p:spPr>
            <a:xfrm>
              <a:off x="480" y="624"/>
              <a:ext cx="201"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x</a:t>
              </a:r>
              <a:endParaRPr lang="en-US" altLang="zh-CN" sz="1800" dirty="0">
                <a:ea typeface="宋体" panose="02010600030101010101" pitchFamily="2" charset="-122"/>
              </a:endParaRPr>
            </a:p>
          </p:txBody>
        </p:sp>
        <p:sp>
          <p:nvSpPr>
            <p:cNvPr id="103587" name="Text Box 7"/>
            <p:cNvSpPr txBox="1"/>
            <p:nvPr/>
          </p:nvSpPr>
          <p:spPr>
            <a:xfrm>
              <a:off x="480" y="816"/>
              <a:ext cx="191"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y</a:t>
              </a:r>
              <a:endParaRPr lang="en-US" altLang="zh-CN" sz="1800" dirty="0">
                <a:ea typeface="宋体" panose="02010600030101010101" pitchFamily="2" charset="-122"/>
              </a:endParaRPr>
            </a:p>
          </p:txBody>
        </p:sp>
        <p:sp>
          <p:nvSpPr>
            <p:cNvPr id="103588" name="Text Box 8"/>
            <p:cNvSpPr txBox="1"/>
            <p:nvPr/>
          </p:nvSpPr>
          <p:spPr>
            <a:xfrm>
              <a:off x="480" y="1008"/>
              <a:ext cx="193"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z</a:t>
              </a:r>
              <a:endParaRPr lang="en-US" altLang="zh-CN" sz="1800" dirty="0">
                <a:ea typeface="宋体" panose="02010600030101010101" pitchFamily="2" charset="-122"/>
              </a:endParaRPr>
            </a:p>
          </p:txBody>
        </p:sp>
        <p:sp>
          <p:nvSpPr>
            <p:cNvPr id="103589" name="Text Box 9"/>
            <p:cNvSpPr txBox="1"/>
            <p:nvPr/>
          </p:nvSpPr>
          <p:spPr>
            <a:xfrm>
              <a:off x="672" y="624"/>
              <a:ext cx="595"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0  2   7</a:t>
              </a:r>
              <a:endParaRPr lang="en-US" altLang="zh-CN" sz="1800" dirty="0">
                <a:ea typeface="宋体" panose="02010600030101010101" pitchFamily="2" charset="-122"/>
              </a:endParaRPr>
            </a:p>
          </p:txBody>
        </p:sp>
        <p:sp>
          <p:nvSpPr>
            <p:cNvPr id="103590" name="Text Box 10"/>
            <p:cNvSpPr txBox="1"/>
            <p:nvPr/>
          </p:nvSpPr>
          <p:spPr>
            <a:xfrm>
              <a:off x="672" y="864"/>
              <a:ext cx="237"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a:t>
              </a:r>
              <a:endParaRPr lang="en-US" altLang="zh-CN" sz="1800" dirty="0">
                <a:ea typeface="宋体" panose="02010600030101010101" pitchFamily="2" charset="-122"/>
              </a:endParaRPr>
            </a:p>
          </p:txBody>
        </p:sp>
        <p:sp>
          <p:nvSpPr>
            <p:cNvPr id="103591" name="Text Box 11"/>
            <p:cNvSpPr txBox="1"/>
            <p:nvPr/>
          </p:nvSpPr>
          <p:spPr>
            <a:xfrm>
              <a:off x="816" y="864"/>
              <a:ext cx="237"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a:t>
              </a:r>
              <a:endParaRPr lang="en-US" altLang="zh-CN" sz="1800" dirty="0">
                <a:ea typeface="宋体" panose="02010600030101010101" pitchFamily="2" charset="-122"/>
              </a:endParaRPr>
            </a:p>
          </p:txBody>
        </p:sp>
        <p:sp>
          <p:nvSpPr>
            <p:cNvPr id="103592" name="Text Box 12"/>
            <p:cNvSpPr txBox="1"/>
            <p:nvPr/>
          </p:nvSpPr>
          <p:spPr>
            <a:xfrm>
              <a:off x="1056" y="864"/>
              <a:ext cx="237"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a:t>
              </a:r>
              <a:endParaRPr lang="en-US" altLang="zh-CN" sz="1800" dirty="0">
                <a:ea typeface="宋体" panose="02010600030101010101" pitchFamily="2" charset="-122"/>
              </a:endParaRPr>
            </a:p>
          </p:txBody>
        </p:sp>
        <p:sp>
          <p:nvSpPr>
            <p:cNvPr id="103593" name="Text Box 13"/>
            <p:cNvSpPr txBox="1"/>
            <p:nvPr/>
          </p:nvSpPr>
          <p:spPr>
            <a:xfrm>
              <a:off x="672" y="1056"/>
              <a:ext cx="237"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a:t>
              </a:r>
              <a:endParaRPr lang="en-US" altLang="zh-CN" sz="1800" dirty="0">
                <a:ea typeface="宋体" panose="02010600030101010101" pitchFamily="2" charset="-122"/>
              </a:endParaRPr>
            </a:p>
          </p:txBody>
        </p:sp>
        <p:sp>
          <p:nvSpPr>
            <p:cNvPr id="103594" name="Text Box 14"/>
            <p:cNvSpPr txBox="1"/>
            <p:nvPr/>
          </p:nvSpPr>
          <p:spPr>
            <a:xfrm>
              <a:off x="816" y="1056"/>
              <a:ext cx="237"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a:t>
              </a:r>
              <a:endParaRPr lang="en-US" altLang="zh-CN" sz="1800" dirty="0">
                <a:ea typeface="宋体" panose="02010600030101010101" pitchFamily="2" charset="-122"/>
              </a:endParaRPr>
            </a:p>
          </p:txBody>
        </p:sp>
        <p:sp>
          <p:nvSpPr>
            <p:cNvPr id="103595" name="Text Box 15"/>
            <p:cNvSpPr txBox="1"/>
            <p:nvPr/>
          </p:nvSpPr>
          <p:spPr>
            <a:xfrm>
              <a:off x="1056" y="1056"/>
              <a:ext cx="237"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a:t>
              </a:r>
              <a:endParaRPr lang="en-US" altLang="zh-CN" sz="1800" dirty="0">
                <a:ea typeface="宋体" panose="02010600030101010101" pitchFamily="2" charset="-122"/>
              </a:endParaRPr>
            </a:p>
          </p:txBody>
        </p:sp>
        <p:sp>
          <p:nvSpPr>
            <p:cNvPr id="103596" name="Text Box 16"/>
            <p:cNvSpPr txBox="1"/>
            <p:nvPr/>
          </p:nvSpPr>
          <p:spPr>
            <a:xfrm rot="-5400000">
              <a:off x="132" y="827"/>
              <a:ext cx="446"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from</a:t>
              </a:r>
              <a:endParaRPr lang="en-US" altLang="zh-CN" sz="1800" dirty="0">
                <a:ea typeface="宋体" panose="02010600030101010101" pitchFamily="2" charset="-122"/>
              </a:endParaRPr>
            </a:p>
          </p:txBody>
        </p:sp>
        <p:sp>
          <p:nvSpPr>
            <p:cNvPr id="103597" name="Text Box 17"/>
            <p:cNvSpPr txBox="1"/>
            <p:nvPr/>
          </p:nvSpPr>
          <p:spPr>
            <a:xfrm>
              <a:off x="672" y="192"/>
              <a:ext cx="591"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cost to</a:t>
              </a:r>
              <a:endParaRPr lang="en-US" altLang="zh-CN" sz="1800" dirty="0">
                <a:ea typeface="宋体" panose="02010600030101010101" pitchFamily="2" charset="-122"/>
              </a:endParaRPr>
            </a:p>
          </p:txBody>
        </p:sp>
      </p:grpSp>
      <p:sp>
        <p:nvSpPr>
          <p:cNvPr id="103429" name="Text Box 18"/>
          <p:cNvSpPr txBox="1"/>
          <p:nvPr/>
        </p:nvSpPr>
        <p:spPr>
          <a:xfrm rot="-5400000">
            <a:off x="361950" y="3827463"/>
            <a:ext cx="708025" cy="3667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from</a:t>
            </a:r>
            <a:endParaRPr lang="en-US" altLang="zh-CN" sz="1800" dirty="0">
              <a:ea typeface="宋体" panose="02010600030101010101" pitchFamily="2" charset="-122"/>
            </a:endParaRPr>
          </a:p>
        </p:txBody>
      </p:sp>
      <p:sp>
        <p:nvSpPr>
          <p:cNvPr id="103430" name="Text Box 19"/>
          <p:cNvSpPr txBox="1"/>
          <p:nvPr/>
        </p:nvSpPr>
        <p:spPr>
          <a:xfrm rot="-5400000">
            <a:off x="361950" y="5580063"/>
            <a:ext cx="708025" cy="3667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from</a:t>
            </a:r>
            <a:endParaRPr lang="en-US" altLang="zh-CN" sz="1800" dirty="0">
              <a:ea typeface="宋体" panose="02010600030101010101" pitchFamily="2" charset="-122"/>
            </a:endParaRPr>
          </a:p>
        </p:txBody>
      </p:sp>
      <p:sp>
        <p:nvSpPr>
          <p:cNvPr id="103431" name="Line 20"/>
          <p:cNvSpPr/>
          <p:nvPr/>
        </p:nvSpPr>
        <p:spPr>
          <a:xfrm>
            <a:off x="5486400" y="1524000"/>
            <a:ext cx="0" cy="1219200"/>
          </a:xfrm>
          <a:prstGeom prst="line">
            <a:avLst/>
          </a:prstGeom>
          <a:ln w="9525" cap="flat" cmpd="sng">
            <a:solidFill>
              <a:schemeClr val="tx1"/>
            </a:solidFill>
            <a:prstDash val="solid"/>
            <a:headEnd type="none" w="med" len="med"/>
            <a:tailEnd type="none" w="med" len="med"/>
          </a:ln>
        </p:spPr>
      </p:sp>
      <p:sp>
        <p:nvSpPr>
          <p:cNvPr id="103432" name="Line 21"/>
          <p:cNvSpPr/>
          <p:nvPr/>
        </p:nvSpPr>
        <p:spPr>
          <a:xfrm>
            <a:off x="5181600" y="1752600"/>
            <a:ext cx="1371600" cy="0"/>
          </a:xfrm>
          <a:prstGeom prst="line">
            <a:avLst/>
          </a:prstGeom>
          <a:ln w="9525" cap="flat" cmpd="sng">
            <a:solidFill>
              <a:schemeClr val="tx1"/>
            </a:solidFill>
            <a:prstDash val="solid"/>
            <a:headEnd type="none" w="med" len="med"/>
            <a:tailEnd type="none" w="med" len="med"/>
          </a:ln>
        </p:spPr>
      </p:sp>
      <p:sp>
        <p:nvSpPr>
          <p:cNvPr id="103433" name="Text Box 22"/>
          <p:cNvSpPr txBox="1"/>
          <p:nvPr/>
        </p:nvSpPr>
        <p:spPr>
          <a:xfrm>
            <a:off x="5486400" y="1371600"/>
            <a:ext cx="969963"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x   y   z</a:t>
            </a:r>
            <a:endParaRPr lang="en-US" altLang="zh-CN" sz="1800" dirty="0">
              <a:ea typeface="宋体" panose="02010600030101010101" pitchFamily="2" charset="-122"/>
            </a:endParaRPr>
          </a:p>
        </p:txBody>
      </p:sp>
      <p:sp>
        <p:nvSpPr>
          <p:cNvPr id="103434" name="Text Box 23"/>
          <p:cNvSpPr txBox="1"/>
          <p:nvPr/>
        </p:nvSpPr>
        <p:spPr>
          <a:xfrm>
            <a:off x="5181600" y="1752600"/>
            <a:ext cx="319088"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x</a:t>
            </a:r>
            <a:endParaRPr lang="en-US" altLang="zh-CN" sz="1800" dirty="0">
              <a:ea typeface="宋体" panose="02010600030101010101" pitchFamily="2" charset="-122"/>
            </a:endParaRPr>
          </a:p>
        </p:txBody>
      </p:sp>
      <p:sp>
        <p:nvSpPr>
          <p:cNvPr id="103435" name="Text Box 24"/>
          <p:cNvSpPr txBox="1"/>
          <p:nvPr/>
        </p:nvSpPr>
        <p:spPr>
          <a:xfrm>
            <a:off x="5181600" y="2057400"/>
            <a:ext cx="303213"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y</a:t>
            </a:r>
            <a:endParaRPr lang="en-US" altLang="zh-CN" sz="1800" dirty="0">
              <a:ea typeface="宋体" panose="02010600030101010101" pitchFamily="2" charset="-122"/>
            </a:endParaRPr>
          </a:p>
        </p:txBody>
      </p:sp>
      <p:sp>
        <p:nvSpPr>
          <p:cNvPr id="103436" name="Text Box 25"/>
          <p:cNvSpPr txBox="1"/>
          <p:nvPr/>
        </p:nvSpPr>
        <p:spPr>
          <a:xfrm>
            <a:off x="5181600" y="2362200"/>
            <a:ext cx="306388"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z</a:t>
            </a:r>
            <a:endParaRPr lang="en-US" altLang="zh-CN" sz="1800" dirty="0">
              <a:ea typeface="宋体" panose="02010600030101010101" pitchFamily="2" charset="-122"/>
            </a:endParaRPr>
          </a:p>
        </p:txBody>
      </p:sp>
      <p:sp>
        <p:nvSpPr>
          <p:cNvPr id="103437" name="Text Box 26"/>
          <p:cNvSpPr txBox="1"/>
          <p:nvPr/>
        </p:nvSpPr>
        <p:spPr>
          <a:xfrm>
            <a:off x="5486400" y="1752600"/>
            <a:ext cx="944563"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0  2   3</a:t>
            </a:r>
            <a:endParaRPr lang="en-US" altLang="zh-CN" sz="1800" dirty="0">
              <a:ea typeface="宋体" panose="02010600030101010101" pitchFamily="2" charset="-122"/>
            </a:endParaRPr>
          </a:p>
        </p:txBody>
      </p:sp>
      <p:sp>
        <p:nvSpPr>
          <p:cNvPr id="103438" name="Text Box 27"/>
          <p:cNvSpPr txBox="1"/>
          <p:nvPr/>
        </p:nvSpPr>
        <p:spPr>
          <a:xfrm rot="-5400000">
            <a:off x="4629150" y="2074863"/>
            <a:ext cx="708025" cy="3667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from</a:t>
            </a:r>
            <a:endParaRPr lang="en-US" altLang="zh-CN" sz="1800" dirty="0">
              <a:ea typeface="宋体" panose="02010600030101010101" pitchFamily="2" charset="-122"/>
            </a:endParaRPr>
          </a:p>
        </p:txBody>
      </p:sp>
      <p:sp>
        <p:nvSpPr>
          <p:cNvPr id="103439" name="Text Box 28"/>
          <p:cNvSpPr txBox="1"/>
          <p:nvPr/>
        </p:nvSpPr>
        <p:spPr>
          <a:xfrm>
            <a:off x="5486400" y="1066800"/>
            <a:ext cx="938213"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cost to</a:t>
            </a:r>
            <a:endParaRPr lang="en-US" altLang="zh-CN" sz="1800" dirty="0">
              <a:ea typeface="宋体" panose="02010600030101010101" pitchFamily="2" charset="-122"/>
            </a:endParaRPr>
          </a:p>
        </p:txBody>
      </p:sp>
      <p:sp>
        <p:nvSpPr>
          <p:cNvPr id="103440" name="Line 29"/>
          <p:cNvSpPr/>
          <p:nvPr/>
        </p:nvSpPr>
        <p:spPr>
          <a:xfrm>
            <a:off x="3276600" y="1447800"/>
            <a:ext cx="0" cy="1219200"/>
          </a:xfrm>
          <a:prstGeom prst="line">
            <a:avLst/>
          </a:prstGeom>
          <a:ln w="9525" cap="flat" cmpd="sng">
            <a:solidFill>
              <a:schemeClr val="tx1"/>
            </a:solidFill>
            <a:prstDash val="solid"/>
            <a:headEnd type="none" w="med" len="med"/>
            <a:tailEnd type="none" w="med" len="med"/>
          </a:ln>
        </p:spPr>
      </p:sp>
      <p:sp>
        <p:nvSpPr>
          <p:cNvPr id="103441" name="Line 30"/>
          <p:cNvSpPr/>
          <p:nvPr/>
        </p:nvSpPr>
        <p:spPr>
          <a:xfrm>
            <a:off x="2971800" y="1676400"/>
            <a:ext cx="1371600" cy="0"/>
          </a:xfrm>
          <a:prstGeom prst="line">
            <a:avLst/>
          </a:prstGeom>
          <a:ln w="9525" cap="flat" cmpd="sng">
            <a:solidFill>
              <a:schemeClr val="tx1"/>
            </a:solidFill>
            <a:prstDash val="solid"/>
            <a:headEnd type="none" w="med" len="med"/>
            <a:tailEnd type="none" w="med" len="med"/>
          </a:ln>
        </p:spPr>
      </p:sp>
      <p:sp>
        <p:nvSpPr>
          <p:cNvPr id="103442" name="Text Box 31"/>
          <p:cNvSpPr txBox="1"/>
          <p:nvPr/>
        </p:nvSpPr>
        <p:spPr>
          <a:xfrm>
            <a:off x="3276600" y="1295400"/>
            <a:ext cx="969963"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x   y   z</a:t>
            </a:r>
            <a:endParaRPr lang="en-US" altLang="zh-CN" sz="1800" dirty="0">
              <a:ea typeface="宋体" panose="02010600030101010101" pitchFamily="2" charset="-122"/>
            </a:endParaRPr>
          </a:p>
        </p:txBody>
      </p:sp>
      <p:sp>
        <p:nvSpPr>
          <p:cNvPr id="103443" name="Text Box 32"/>
          <p:cNvSpPr txBox="1"/>
          <p:nvPr/>
        </p:nvSpPr>
        <p:spPr>
          <a:xfrm>
            <a:off x="2971800" y="1676400"/>
            <a:ext cx="319088"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x</a:t>
            </a:r>
            <a:endParaRPr lang="en-US" altLang="zh-CN" sz="1800" dirty="0">
              <a:ea typeface="宋体" panose="02010600030101010101" pitchFamily="2" charset="-122"/>
            </a:endParaRPr>
          </a:p>
        </p:txBody>
      </p:sp>
      <p:sp>
        <p:nvSpPr>
          <p:cNvPr id="103444" name="Text Box 33"/>
          <p:cNvSpPr txBox="1"/>
          <p:nvPr/>
        </p:nvSpPr>
        <p:spPr>
          <a:xfrm>
            <a:off x="2971800" y="1981200"/>
            <a:ext cx="303213"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y</a:t>
            </a:r>
            <a:endParaRPr lang="en-US" altLang="zh-CN" sz="1800" dirty="0">
              <a:ea typeface="宋体" panose="02010600030101010101" pitchFamily="2" charset="-122"/>
            </a:endParaRPr>
          </a:p>
        </p:txBody>
      </p:sp>
      <p:sp>
        <p:nvSpPr>
          <p:cNvPr id="103445" name="Text Box 34"/>
          <p:cNvSpPr txBox="1"/>
          <p:nvPr/>
        </p:nvSpPr>
        <p:spPr>
          <a:xfrm>
            <a:off x="2971800" y="2286000"/>
            <a:ext cx="306388"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z</a:t>
            </a:r>
            <a:endParaRPr lang="en-US" altLang="zh-CN" sz="1800" dirty="0">
              <a:ea typeface="宋体" panose="02010600030101010101" pitchFamily="2" charset="-122"/>
            </a:endParaRPr>
          </a:p>
        </p:txBody>
      </p:sp>
      <p:sp>
        <p:nvSpPr>
          <p:cNvPr id="103446" name="Text Box 35"/>
          <p:cNvSpPr txBox="1"/>
          <p:nvPr/>
        </p:nvSpPr>
        <p:spPr>
          <a:xfrm>
            <a:off x="3276600" y="1676400"/>
            <a:ext cx="944563"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0  2   3</a:t>
            </a:r>
            <a:endParaRPr lang="en-US" altLang="zh-CN" sz="1800" dirty="0">
              <a:ea typeface="宋体" panose="02010600030101010101" pitchFamily="2" charset="-122"/>
            </a:endParaRPr>
          </a:p>
        </p:txBody>
      </p:sp>
      <p:sp>
        <p:nvSpPr>
          <p:cNvPr id="103447" name="Text Box 36"/>
          <p:cNvSpPr txBox="1"/>
          <p:nvPr/>
        </p:nvSpPr>
        <p:spPr>
          <a:xfrm rot="-5400000">
            <a:off x="2419350" y="1998663"/>
            <a:ext cx="708025" cy="3667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from</a:t>
            </a:r>
            <a:endParaRPr lang="en-US" altLang="zh-CN" sz="1800" dirty="0">
              <a:ea typeface="宋体" panose="02010600030101010101" pitchFamily="2" charset="-122"/>
            </a:endParaRPr>
          </a:p>
        </p:txBody>
      </p:sp>
      <p:sp>
        <p:nvSpPr>
          <p:cNvPr id="103448" name="Text Box 37"/>
          <p:cNvSpPr txBox="1"/>
          <p:nvPr/>
        </p:nvSpPr>
        <p:spPr>
          <a:xfrm>
            <a:off x="3276600" y="990600"/>
            <a:ext cx="938213"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cost to</a:t>
            </a:r>
            <a:endParaRPr lang="en-US" altLang="zh-CN" sz="1800" dirty="0">
              <a:ea typeface="宋体" panose="02010600030101010101" pitchFamily="2" charset="-122"/>
            </a:endParaRPr>
          </a:p>
        </p:txBody>
      </p:sp>
      <p:sp>
        <p:nvSpPr>
          <p:cNvPr id="103449" name="Line 38"/>
          <p:cNvSpPr/>
          <p:nvPr/>
        </p:nvSpPr>
        <p:spPr>
          <a:xfrm>
            <a:off x="1219200" y="3200400"/>
            <a:ext cx="0" cy="1219200"/>
          </a:xfrm>
          <a:prstGeom prst="line">
            <a:avLst/>
          </a:prstGeom>
          <a:ln w="9525" cap="flat" cmpd="sng">
            <a:solidFill>
              <a:schemeClr val="tx1"/>
            </a:solidFill>
            <a:prstDash val="solid"/>
            <a:headEnd type="none" w="med" len="med"/>
            <a:tailEnd type="none" w="med" len="med"/>
          </a:ln>
        </p:spPr>
      </p:sp>
      <p:sp>
        <p:nvSpPr>
          <p:cNvPr id="103450" name="Line 39"/>
          <p:cNvSpPr/>
          <p:nvPr/>
        </p:nvSpPr>
        <p:spPr>
          <a:xfrm>
            <a:off x="914400" y="3429000"/>
            <a:ext cx="1371600" cy="0"/>
          </a:xfrm>
          <a:prstGeom prst="line">
            <a:avLst/>
          </a:prstGeom>
          <a:ln w="9525" cap="flat" cmpd="sng">
            <a:solidFill>
              <a:schemeClr val="tx1"/>
            </a:solidFill>
            <a:prstDash val="solid"/>
            <a:headEnd type="none" w="med" len="med"/>
            <a:tailEnd type="none" w="med" len="med"/>
          </a:ln>
        </p:spPr>
      </p:sp>
      <p:sp>
        <p:nvSpPr>
          <p:cNvPr id="103451" name="Text Box 40"/>
          <p:cNvSpPr txBox="1"/>
          <p:nvPr/>
        </p:nvSpPr>
        <p:spPr>
          <a:xfrm>
            <a:off x="1219200" y="3048000"/>
            <a:ext cx="969963"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x   y   z</a:t>
            </a:r>
            <a:endParaRPr lang="en-US" altLang="zh-CN" sz="1800" dirty="0">
              <a:ea typeface="宋体" panose="02010600030101010101" pitchFamily="2" charset="-122"/>
            </a:endParaRPr>
          </a:p>
        </p:txBody>
      </p:sp>
      <p:sp>
        <p:nvSpPr>
          <p:cNvPr id="103452" name="Text Box 41"/>
          <p:cNvSpPr txBox="1"/>
          <p:nvPr/>
        </p:nvSpPr>
        <p:spPr>
          <a:xfrm>
            <a:off x="914400" y="3429000"/>
            <a:ext cx="319088"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x</a:t>
            </a:r>
            <a:endParaRPr lang="en-US" altLang="zh-CN" sz="1800" dirty="0">
              <a:ea typeface="宋体" panose="02010600030101010101" pitchFamily="2" charset="-122"/>
            </a:endParaRPr>
          </a:p>
        </p:txBody>
      </p:sp>
      <p:sp>
        <p:nvSpPr>
          <p:cNvPr id="103453" name="Text Box 42"/>
          <p:cNvSpPr txBox="1"/>
          <p:nvPr/>
        </p:nvSpPr>
        <p:spPr>
          <a:xfrm>
            <a:off x="914400" y="3733800"/>
            <a:ext cx="303213"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y</a:t>
            </a:r>
            <a:endParaRPr lang="en-US" altLang="zh-CN" sz="1800" dirty="0">
              <a:ea typeface="宋体" panose="02010600030101010101" pitchFamily="2" charset="-122"/>
            </a:endParaRPr>
          </a:p>
        </p:txBody>
      </p:sp>
      <p:sp>
        <p:nvSpPr>
          <p:cNvPr id="103454" name="Text Box 43"/>
          <p:cNvSpPr txBox="1"/>
          <p:nvPr/>
        </p:nvSpPr>
        <p:spPr>
          <a:xfrm>
            <a:off x="914400" y="4038600"/>
            <a:ext cx="306388"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z</a:t>
            </a:r>
            <a:endParaRPr lang="en-US" altLang="zh-CN" sz="1800" dirty="0">
              <a:ea typeface="宋体" panose="02010600030101010101" pitchFamily="2" charset="-122"/>
            </a:endParaRPr>
          </a:p>
        </p:txBody>
      </p:sp>
      <p:sp>
        <p:nvSpPr>
          <p:cNvPr id="103455" name="Text Box 44"/>
          <p:cNvSpPr txBox="1"/>
          <p:nvPr/>
        </p:nvSpPr>
        <p:spPr>
          <a:xfrm>
            <a:off x="1524000" y="3429000"/>
            <a:ext cx="376238"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a:t>
            </a:r>
            <a:endParaRPr lang="en-US" altLang="zh-CN" sz="1800" dirty="0">
              <a:ea typeface="宋体" panose="02010600030101010101" pitchFamily="2" charset="-122"/>
            </a:endParaRPr>
          </a:p>
        </p:txBody>
      </p:sp>
      <p:sp>
        <p:nvSpPr>
          <p:cNvPr id="103456" name="Text Box 45"/>
          <p:cNvSpPr txBox="1"/>
          <p:nvPr/>
        </p:nvSpPr>
        <p:spPr>
          <a:xfrm>
            <a:off x="1828800" y="3429000"/>
            <a:ext cx="376238"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a:t>
            </a:r>
            <a:endParaRPr lang="en-US" altLang="zh-CN" sz="1800" dirty="0">
              <a:ea typeface="宋体" panose="02010600030101010101" pitchFamily="2" charset="-122"/>
            </a:endParaRPr>
          </a:p>
        </p:txBody>
      </p:sp>
      <p:sp>
        <p:nvSpPr>
          <p:cNvPr id="103457" name="Text Box 46"/>
          <p:cNvSpPr txBox="1"/>
          <p:nvPr/>
        </p:nvSpPr>
        <p:spPr>
          <a:xfrm>
            <a:off x="1219200" y="4114800"/>
            <a:ext cx="376238"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a:t>
            </a:r>
            <a:endParaRPr lang="en-US" altLang="zh-CN" sz="1800" dirty="0">
              <a:ea typeface="宋体" panose="02010600030101010101" pitchFamily="2" charset="-122"/>
            </a:endParaRPr>
          </a:p>
        </p:txBody>
      </p:sp>
      <p:sp>
        <p:nvSpPr>
          <p:cNvPr id="103458" name="Text Box 47"/>
          <p:cNvSpPr txBox="1"/>
          <p:nvPr/>
        </p:nvSpPr>
        <p:spPr>
          <a:xfrm>
            <a:off x="1447800" y="4114800"/>
            <a:ext cx="376238"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a:t>
            </a:r>
            <a:endParaRPr lang="en-US" altLang="zh-CN" sz="1800" dirty="0">
              <a:ea typeface="宋体" panose="02010600030101010101" pitchFamily="2" charset="-122"/>
            </a:endParaRPr>
          </a:p>
        </p:txBody>
      </p:sp>
      <p:sp>
        <p:nvSpPr>
          <p:cNvPr id="103459" name="Text Box 48"/>
          <p:cNvSpPr txBox="1"/>
          <p:nvPr/>
        </p:nvSpPr>
        <p:spPr>
          <a:xfrm>
            <a:off x="1828800" y="4114800"/>
            <a:ext cx="376238"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a:t>
            </a:r>
            <a:endParaRPr lang="en-US" altLang="zh-CN" sz="1800" dirty="0">
              <a:ea typeface="宋体" panose="02010600030101010101" pitchFamily="2" charset="-122"/>
            </a:endParaRPr>
          </a:p>
        </p:txBody>
      </p:sp>
      <p:sp>
        <p:nvSpPr>
          <p:cNvPr id="103460" name="Text Box 49"/>
          <p:cNvSpPr txBox="1"/>
          <p:nvPr/>
        </p:nvSpPr>
        <p:spPr>
          <a:xfrm>
            <a:off x="1219200" y="2743200"/>
            <a:ext cx="938213"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cost to</a:t>
            </a:r>
            <a:endParaRPr lang="en-US" altLang="zh-CN" sz="1800" dirty="0">
              <a:ea typeface="宋体" panose="02010600030101010101" pitchFamily="2" charset="-122"/>
            </a:endParaRPr>
          </a:p>
        </p:txBody>
      </p:sp>
      <p:sp>
        <p:nvSpPr>
          <p:cNvPr id="103461" name="Line 50"/>
          <p:cNvSpPr/>
          <p:nvPr/>
        </p:nvSpPr>
        <p:spPr>
          <a:xfrm>
            <a:off x="3276600" y="3200400"/>
            <a:ext cx="0" cy="1219200"/>
          </a:xfrm>
          <a:prstGeom prst="line">
            <a:avLst/>
          </a:prstGeom>
          <a:ln w="9525" cap="flat" cmpd="sng">
            <a:solidFill>
              <a:schemeClr val="tx1"/>
            </a:solidFill>
            <a:prstDash val="solid"/>
            <a:headEnd type="none" w="med" len="med"/>
            <a:tailEnd type="none" w="med" len="med"/>
          </a:ln>
        </p:spPr>
      </p:sp>
      <p:sp>
        <p:nvSpPr>
          <p:cNvPr id="103462" name="Line 51"/>
          <p:cNvSpPr/>
          <p:nvPr/>
        </p:nvSpPr>
        <p:spPr>
          <a:xfrm>
            <a:off x="2971800" y="3429000"/>
            <a:ext cx="1371600" cy="0"/>
          </a:xfrm>
          <a:prstGeom prst="line">
            <a:avLst/>
          </a:prstGeom>
          <a:ln w="9525" cap="flat" cmpd="sng">
            <a:solidFill>
              <a:schemeClr val="tx1"/>
            </a:solidFill>
            <a:prstDash val="solid"/>
            <a:headEnd type="none" w="med" len="med"/>
            <a:tailEnd type="none" w="med" len="med"/>
          </a:ln>
        </p:spPr>
      </p:sp>
      <p:sp>
        <p:nvSpPr>
          <p:cNvPr id="103463" name="Text Box 52"/>
          <p:cNvSpPr txBox="1"/>
          <p:nvPr/>
        </p:nvSpPr>
        <p:spPr>
          <a:xfrm>
            <a:off x="3276600" y="3048000"/>
            <a:ext cx="969963"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x   y   z</a:t>
            </a:r>
            <a:endParaRPr lang="en-US" altLang="zh-CN" sz="1800" dirty="0">
              <a:ea typeface="宋体" panose="02010600030101010101" pitchFamily="2" charset="-122"/>
            </a:endParaRPr>
          </a:p>
        </p:txBody>
      </p:sp>
      <p:sp>
        <p:nvSpPr>
          <p:cNvPr id="103464" name="Text Box 53"/>
          <p:cNvSpPr txBox="1"/>
          <p:nvPr/>
        </p:nvSpPr>
        <p:spPr>
          <a:xfrm>
            <a:off x="2971800" y="3429000"/>
            <a:ext cx="319088"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x</a:t>
            </a:r>
            <a:endParaRPr lang="en-US" altLang="zh-CN" sz="1800" dirty="0">
              <a:ea typeface="宋体" panose="02010600030101010101" pitchFamily="2" charset="-122"/>
            </a:endParaRPr>
          </a:p>
        </p:txBody>
      </p:sp>
      <p:sp>
        <p:nvSpPr>
          <p:cNvPr id="103465" name="Text Box 54"/>
          <p:cNvSpPr txBox="1"/>
          <p:nvPr/>
        </p:nvSpPr>
        <p:spPr>
          <a:xfrm>
            <a:off x="2971800" y="3733800"/>
            <a:ext cx="303213"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y</a:t>
            </a:r>
            <a:endParaRPr lang="en-US" altLang="zh-CN" sz="1800" dirty="0">
              <a:ea typeface="宋体" panose="02010600030101010101" pitchFamily="2" charset="-122"/>
            </a:endParaRPr>
          </a:p>
        </p:txBody>
      </p:sp>
      <p:sp>
        <p:nvSpPr>
          <p:cNvPr id="103466" name="Text Box 55"/>
          <p:cNvSpPr txBox="1"/>
          <p:nvPr/>
        </p:nvSpPr>
        <p:spPr>
          <a:xfrm>
            <a:off x="2971800" y="4038600"/>
            <a:ext cx="306388"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z</a:t>
            </a:r>
            <a:endParaRPr lang="en-US" altLang="zh-CN" sz="1800" dirty="0">
              <a:ea typeface="宋体" panose="02010600030101010101" pitchFamily="2" charset="-122"/>
            </a:endParaRPr>
          </a:p>
        </p:txBody>
      </p:sp>
      <p:sp>
        <p:nvSpPr>
          <p:cNvPr id="103467" name="Text Box 56"/>
          <p:cNvSpPr txBox="1"/>
          <p:nvPr/>
        </p:nvSpPr>
        <p:spPr>
          <a:xfrm>
            <a:off x="3276600" y="3429000"/>
            <a:ext cx="944563"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0  2   7</a:t>
            </a:r>
            <a:endParaRPr lang="en-US" altLang="zh-CN" sz="1800" dirty="0">
              <a:ea typeface="宋体" panose="02010600030101010101" pitchFamily="2" charset="-122"/>
            </a:endParaRPr>
          </a:p>
        </p:txBody>
      </p:sp>
      <p:sp>
        <p:nvSpPr>
          <p:cNvPr id="103468" name="Text Box 57"/>
          <p:cNvSpPr txBox="1"/>
          <p:nvPr/>
        </p:nvSpPr>
        <p:spPr>
          <a:xfrm rot="-5400000">
            <a:off x="2419350" y="3751263"/>
            <a:ext cx="708025" cy="3667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from</a:t>
            </a:r>
            <a:endParaRPr lang="en-US" altLang="zh-CN" sz="1800" dirty="0">
              <a:ea typeface="宋体" panose="02010600030101010101" pitchFamily="2" charset="-122"/>
            </a:endParaRPr>
          </a:p>
        </p:txBody>
      </p:sp>
      <p:sp>
        <p:nvSpPr>
          <p:cNvPr id="103469" name="Text Box 58"/>
          <p:cNvSpPr txBox="1"/>
          <p:nvPr/>
        </p:nvSpPr>
        <p:spPr>
          <a:xfrm>
            <a:off x="3276600" y="2743200"/>
            <a:ext cx="938213"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cost to</a:t>
            </a:r>
            <a:endParaRPr lang="en-US" altLang="zh-CN" sz="1800" dirty="0">
              <a:ea typeface="宋体" panose="02010600030101010101" pitchFamily="2" charset="-122"/>
            </a:endParaRPr>
          </a:p>
        </p:txBody>
      </p:sp>
      <p:sp>
        <p:nvSpPr>
          <p:cNvPr id="103470" name="Line 59"/>
          <p:cNvSpPr/>
          <p:nvPr/>
        </p:nvSpPr>
        <p:spPr>
          <a:xfrm>
            <a:off x="5486400" y="3276600"/>
            <a:ext cx="0" cy="1219200"/>
          </a:xfrm>
          <a:prstGeom prst="line">
            <a:avLst/>
          </a:prstGeom>
          <a:ln w="9525" cap="flat" cmpd="sng">
            <a:solidFill>
              <a:schemeClr val="tx1"/>
            </a:solidFill>
            <a:prstDash val="solid"/>
            <a:headEnd type="none" w="med" len="med"/>
            <a:tailEnd type="none" w="med" len="med"/>
          </a:ln>
        </p:spPr>
      </p:sp>
      <p:sp>
        <p:nvSpPr>
          <p:cNvPr id="103471" name="Line 60"/>
          <p:cNvSpPr/>
          <p:nvPr/>
        </p:nvSpPr>
        <p:spPr>
          <a:xfrm>
            <a:off x="5181600" y="3505200"/>
            <a:ext cx="1371600" cy="0"/>
          </a:xfrm>
          <a:prstGeom prst="line">
            <a:avLst/>
          </a:prstGeom>
          <a:ln w="9525" cap="flat" cmpd="sng">
            <a:solidFill>
              <a:schemeClr val="tx1"/>
            </a:solidFill>
            <a:prstDash val="solid"/>
            <a:headEnd type="none" w="med" len="med"/>
            <a:tailEnd type="none" w="med" len="med"/>
          </a:ln>
        </p:spPr>
      </p:sp>
      <p:sp>
        <p:nvSpPr>
          <p:cNvPr id="103472" name="Text Box 61"/>
          <p:cNvSpPr txBox="1"/>
          <p:nvPr/>
        </p:nvSpPr>
        <p:spPr>
          <a:xfrm>
            <a:off x="5486400" y="3124200"/>
            <a:ext cx="969963"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x   y   z</a:t>
            </a:r>
            <a:endParaRPr lang="en-US" altLang="zh-CN" sz="1800" dirty="0">
              <a:ea typeface="宋体" panose="02010600030101010101" pitchFamily="2" charset="-122"/>
            </a:endParaRPr>
          </a:p>
        </p:txBody>
      </p:sp>
      <p:sp>
        <p:nvSpPr>
          <p:cNvPr id="103473" name="Text Box 62"/>
          <p:cNvSpPr txBox="1"/>
          <p:nvPr/>
        </p:nvSpPr>
        <p:spPr>
          <a:xfrm>
            <a:off x="5181600" y="3505200"/>
            <a:ext cx="319088"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x</a:t>
            </a:r>
            <a:endParaRPr lang="en-US" altLang="zh-CN" sz="1800" dirty="0">
              <a:ea typeface="宋体" panose="02010600030101010101" pitchFamily="2" charset="-122"/>
            </a:endParaRPr>
          </a:p>
        </p:txBody>
      </p:sp>
      <p:sp>
        <p:nvSpPr>
          <p:cNvPr id="103474" name="Text Box 63"/>
          <p:cNvSpPr txBox="1"/>
          <p:nvPr/>
        </p:nvSpPr>
        <p:spPr>
          <a:xfrm>
            <a:off x="5181600" y="3810000"/>
            <a:ext cx="303213"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y</a:t>
            </a:r>
            <a:endParaRPr lang="en-US" altLang="zh-CN" sz="1800" dirty="0">
              <a:ea typeface="宋体" panose="02010600030101010101" pitchFamily="2" charset="-122"/>
            </a:endParaRPr>
          </a:p>
        </p:txBody>
      </p:sp>
      <p:sp>
        <p:nvSpPr>
          <p:cNvPr id="103475" name="Text Box 64"/>
          <p:cNvSpPr txBox="1"/>
          <p:nvPr/>
        </p:nvSpPr>
        <p:spPr>
          <a:xfrm>
            <a:off x="5181600" y="4114800"/>
            <a:ext cx="306388"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z</a:t>
            </a:r>
            <a:endParaRPr lang="en-US" altLang="zh-CN" sz="1800" dirty="0">
              <a:ea typeface="宋体" panose="02010600030101010101" pitchFamily="2" charset="-122"/>
            </a:endParaRPr>
          </a:p>
        </p:txBody>
      </p:sp>
      <p:sp>
        <p:nvSpPr>
          <p:cNvPr id="103476" name="Text Box 65"/>
          <p:cNvSpPr txBox="1"/>
          <p:nvPr/>
        </p:nvSpPr>
        <p:spPr>
          <a:xfrm>
            <a:off x="5486400" y="3505200"/>
            <a:ext cx="944563"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0  2   3</a:t>
            </a:r>
            <a:endParaRPr lang="en-US" altLang="zh-CN" sz="1800" dirty="0">
              <a:ea typeface="宋体" panose="02010600030101010101" pitchFamily="2" charset="-122"/>
            </a:endParaRPr>
          </a:p>
        </p:txBody>
      </p:sp>
      <p:sp>
        <p:nvSpPr>
          <p:cNvPr id="103477" name="Text Box 66"/>
          <p:cNvSpPr txBox="1"/>
          <p:nvPr/>
        </p:nvSpPr>
        <p:spPr>
          <a:xfrm rot="-5400000">
            <a:off x="4629150" y="3827463"/>
            <a:ext cx="708025" cy="3667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from</a:t>
            </a:r>
            <a:endParaRPr lang="en-US" altLang="zh-CN" sz="1800" dirty="0">
              <a:ea typeface="宋体" panose="02010600030101010101" pitchFamily="2" charset="-122"/>
            </a:endParaRPr>
          </a:p>
        </p:txBody>
      </p:sp>
      <p:sp>
        <p:nvSpPr>
          <p:cNvPr id="103478" name="Text Box 67"/>
          <p:cNvSpPr txBox="1"/>
          <p:nvPr/>
        </p:nvSpPr>
        <p:spPr>
          <a:xfrm>
            <a:off x="5486400" y="2819400"/>
            <a:ext cx="938213"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cost to</a:t>
            </a:r>
            <a:endParaRPr lang="en-US" altLang="zh-CN" sz="1800" dirty="0">
              <a:ea typeface="宋体" panose="02010600030101010101" pitchFamily="2" charset="-122"/>
            </a:endParaRPr>
          </a:p>
        </p:txBody>
      </p:sp>
      <p:sp>
        <p:nvSpPr>
          <p:cNvPr id="103479" name="Line 68"/>
          <p:cNvSpPr/>
          <p:nvPr/>
        </p:nvSpPr>
        <p:spPr>
          <a:xfrm>
            <a:off x="5410200" y="4953000"/>
            <a:ext cx="0" cy="1219200"/>
          </a:xfrm>
          <a:prstGeom prst="line">
            <a:avLst/>
          </a:prstGeom>
          <a:ln w="9525" cap="flat" cmpd="sng">
            <a:solidFill>
              <a:schemeClr val="tx1"/>
            </a:solidFill>
            <a:prstDash val="solid"/>
            <a:headEnd type="none" w="med" len="med"/>
            <a:tailEnd type="none" w="med" len="med"/>
          </a:ln>
        </p:spPr>
      </p:sp>
      <p:sp>
        <p:nvSpPr>
          <p:cNvPr id="103480" name="Line 69"/>
          <p:cNvSpPr/>
          <p:nvPr/>
        </p:nvSpPr>
        <p:spPr>
          <a:xfrm>
            <a:off x="5105400" y="5181600"/>
            <a:ext cx="1371600" cy="0"/>
          </a:xfrm>
          <a:prstGeom prst="line">
            <a:avLst/>
          </a:prstGeom>
          <a:ln w="9525" cap="flat" cmpd="sng">
            <a:solidFill>
              <a:schemeClr val="tx1"/>
            </a:solidFill>
            <a:prstDash val="solid"/>
            <a:headEnd type="none" w="med" len="med"/>
            <a:tailEnd type="none" w="med" len="med"/>
          </a:ln>
        </p:spPr>
      </p:sp>
      <p:sp>
        <p:nvSpPr>
          <p:cNvPr id="103481" name="Text Box 70"/>
          <p:cNvSpPr txBox="1"/>
          <p:nvPr/>
        </p:nvSpPr>
        <p:spPr>
          <a:xfrm>
            <a:off x="5410200" y="4800600"/>
            <a:ext cx="969963"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x   y   z</a:t>
            </a:r>
            <a:endParaRPr lang="en-US" altLang="zh-CN" sz="1800" dirty="0">
              <a:ea typeface="宋体" panose="02010600030101010101" pitchFamily="2" charset="-122"/>
            </a:endParaRPr>
          </a:p>
        </p:txBody>
      </p:sp>
      <p:sp>
        <p:nvSpPr>
          <p:cNvPr id="103482" name="Text Box 71"/>
          <p:cNvSpPr txBox="1"/>
          <p:nvPr/>
        </p:nvSpPr>
        <p:spPr>
          <a:xfrm>
            <a:off x="5105400" y="5181600"/>
            <a:ext cx="319088"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x</a:t>
            </a:r>
            <a:endParaRPr lang="en-US" altLang="zh-CN" sz="1800" dirty="0">
              <a:ea typeface="宋体" panose="02010600030101010101" pitchFamily="2" charset="-122"/>
            </a:endParaRPr>
          </a:p>
        </p:txBody>
      </p:sp>
      <p:sp>
        <p:nvSpPr>
          <p:cNvPr id="103483" name="Text Box 72"/>
          <p:cNvSpPr txBox="1"/>
          <p:nvPr/>
        </p:nvSpPr>
        <p:spPr>
          <a:xfrm>
            <a:off x="5105400" y="5486400"/>
            <a:ext cx="303213"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y</a:t>
            </a:r>
            <a:endParaRPr lang="en-US" altLang="zh-CN" sz="1800" dirty="0">
              <a:ea typeface="宋体" panose="02010600030101010101" pitchFamily="2" charset="-122"/>
            </a:endParaRPr>
          </a:p>
        </p:txBody>
      </p:sp>
      <p:sp>
        <p:nvSpPr>
          <p:cNvPr id="103484" name="Text Box 73"/>
          <p:cNvSpPr txBox="1"/>
          <p:nvPr/>
        </p:nvSpPr>
        <p:spPr>
          <a:xfrm>
            <a:off x="5105400" y="5791200"/>
            <a:ext cx="306388"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z</a:t>
            </a:r>
            <a:endParaRPr lang="en-US" altLang="zh-CN" sz="1800" dirty="0">
              <a:ea typeface="宋体" panose="02010600030101010101" pitchFamily="2" charset="-122"/>
            </a:endParaRPr>
          </a:p>
        </p:txBody>
      </p:sp>
      <p:sp>
        <p:nvSpPr>
          <p:cNvPr id="103485" name="Text Box 74"/>
          <p:cNvSpPr txBox="1"/>
          <p:nvPr/>
        </p:nvSpPr>
        <p:spPr>
          <a:xfrm>
            <a:off x="5410200" y="5181600"/>
            <a:ext cx="944563"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0  2   3</a:t>
            </a:r>
            <a:endParaRPr lang="en-US" altLang="zh-CN" sz="1800" dirty="0">
              <a:ea typeface="宋体" panose="02010600030101010101" pitchFamily="2" charset="-122"/>
            </a:endParaRPr>
          </a:p>
        </p:txBody>
      </p:sp>
      <p:sp>
        <p:nvSpPr>
          <p:cNvPr id="103486" name="Text Box 75"/>
          <p:cNvSpPr txBox="1"/>
          <p:nvPr/>
        </p:nvSpPr>
        <p:spPr>
          <a:xfrm rot="-5400000">
            <a:off x="4552950" y="5503863"/>
            <a:ext cx="708025" cy="3667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from</a:t>
            </a:r>
            <a:endParaRPr lang="en-US" altLang="zh-CN" sz="1800" dirty="0">
              <a:ea typeface="宋体" panose="02010600030101010101" pitchFamily="2" charset="-122"/>
            </a:endParaRPr>
          </a:p>
        </p:txBody>
      </p:sp>
      <p:sp>
        <p:nvSpPr>
          <p:cNvPr id="103487" name="Text Box 76"/>
          <p:cNvSpPr txBox="1"/>
          <p:nvPr/>
        </p:nvSpPr>
        <p:spPr>
          <a:xfrm>
            <a:off x="5410200" y="4495800"/>
            <a:ext cx="938213"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cost to</a:t>
            </a:r>
            <a:endParaRPr lang="en-US" altLang="zh-CN" sz="1800" dirty="0">
              <a:ea typeface="宋体" panose="02010600030101010101" pitchFamily="2" charset="-122"/>
            </a:endParaRPr>
          </a:p>
        </p:txBody>
      </p:sp>
      <p:sp>
        <p:nvSpPr>
          <p:cNvPr id="103488" name="Line 77"/>
          <p:cNvSpPr/>
          <p:nvPr/>
        </p:nvSpPr>
        <p:spPr>
          <a:xfrm>
            <a:off x="3276600" y="4953000"/>
            <a:ext cx="0" cy="1219200"/>
          </a:xfrm>
          <a:prstGeom prst="line">
            <a:avLst/>
          </a:prstGeom>
          <a:ln w="9525" cap="flat" cmpd="sng">
            <a:solidFill>
              <a:schemeClr val="tx1"/>
            </a:solidFill>
            <a:prstDash val="solid"/>
            <a:headEnd type="none" w="med" len="med"/>
            <a:tailEnd type="none" w="med" len="med"/>
          </a:ln>
        </p:spPr>
      </p:sp>
      <p:sp>
        <p:nvSpPr>
          <p:cNvPr id="103489" name="Line 78"/>
          <p:cNvSpPr/>
          <p:nvPr/>
        </p:nvSpPr>
        <p:spPr>
          <a:xfrm>
            <a:off x="2971800" y="5181600"/>
            <a:ext cx="1371600" cy="0"/>
          </a:xfrm>
          <a:prstGeom prst="line">
            <a:avLst/>
          </a:prstGeom>
          <a:ln w="9525" cap="flat" cmpd="sng">
            <a:solidFill>
              <a:schemeClr val="tx1"/>
            </a:solidFill>
            <a:prstDash val="solid"/>
            <a:headEnd type="none" w="med" len="med"/>
            <a:tailEnd type="none" w="med" len="med"/>
          </a:ln>
        </p:spPr>
      </p:sp>
      <p:sp>
        <p:nvSpPr>
          <p:cNvPr id="103490" name="Text Box 79"/>
          <p:cNvSpPr txBox="1"/>
          <p:nvPr/>
        </p:nvSpPr>
        <p:spPr>
          <a:xfrm>
            <a:off x="3276600" y="4800600"/>
            <a:ext cx="969963"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x   y   z</a:t>
            </a:r>
            <a:endParaRPr lang="en-US" altLang="zh-CN" sz="1800" dirty="0">
              <a:ea typeface="宋体" panose="02010600030101010101" pitchFamily="2" charset="-122"/>
            </a:endParaRPr>
          </a:p>
        </p:txBody>
      </p:sp>
      <p:sp>
        <p:nvSpPr>
          <p:cNvPr id="103491" name="Text Box 80"/>
          <p:cNvSpPr txBox="1"/>
          <p:nvPr/>
        </p:nvSpPr>
        <p:spPr>
          <a:xfrm>
            <a:off x="2971800" y="5181600"/>
            <a:ext cx="319088"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x</a:t>
            </a:r>
            <a:endParaRPr lang="en-US" altLang="zh-CN" sz="1800" dirty="0">
              <a:ea typeface="宋体" panose="02010600030101010101" pitchFamily="2" charset="-122"/>
            </a:endParaRPr>
          </a:p>
        </p:txBody>
      </p:sp>
      <p:sp>
        <p:nvSpPr>
          <p:cNvPr id="103492" name="Text Box 81"/>
          <p:cNvSpPr txBox="1"/>
          <p:nvPr/>
        </p:nvSpPr>
        <p:spPr>
          <a:xfrm>
            <a:off x="2971800" y="5486400"/>
            <a:ext cx="303213"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y</a:t>
            </a:r>
            <a:endParaRPr lang="en-US" altLang="zh-CN" sz="1800" dirty="0">
              <a:ea typeface="宋体" panose="02010600030101010101" pitchFamily="2" charset="-122"/>
            </a:endParaRPr>
          </a:p>
        </p:txBody>
      </p:sp>
      <p:sp>
        <p:nvSpPr>
          <p:cNvPr id="103493" name="Text Box 82"/>
          <p:cNvSpPr txBox="1"/>
          <p:nvPr/>
        </p:nvSpPr>
        <p:spPr>
          <a:xfrm>
            <a:off x="2971800" y="5791200"/>
            <a:ext cx="306388"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z</a:t>
            </a:r>
            <a:endParaRPr lang="en-US" altLang="zh-CN" sz="1800" dirty="0">
              <a:ea typeface="宋体" panose="02010600030101010101" pitchFamily="2" charset="-122"/>
            </a:endParaRPr>
          </a:p>
        </p:txBody>
      </p:sp>
      <p:sp>
        <p:nvSpPr>
          <p:cNvPr id="103494" name="Text Box 83"/>
          <p:cNvSpPr txBox="1"/>
          <p:nvPr/>
        </p:nvSpPr>
        <p:spPr>
          <a:xfrm>
            <a:off x="3276600" y="5181600"/>
            <a:ext cx="944563"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0  2   7</a:t>
            </a:r>
            <a:endParaRPr lang="en-US" altLang="zh-CN" sz="1800" dirty="0">
              <a:ea typeface="宋体" panose="02010600030101010101" pitchFamily="2" charset="-122"/>
            </a:endParaRPr>
          </a:p>
        </p:txBody>
      </p:sp>
      <p:sp>
        <p:nvSpPr>
          <p:cNvPr id="103495" name="Text Box 84"/>
          <p:cNvSpPr txBox="1"/>
          <p:nvPr/>
        </p:nvSpPr>
        <p:spPr>
          <a:xfrm rot="-5400000">
            <a:off x="2419350" y="5503863"/>
            <a:ext cx="708025" cy="3667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from</a:t>
            </a:r>
            <a:endParaRPr lang="en-US" altLang="zh-CN" sz="1800" dirty="0">
              <a:ea typeface="宋体" panose="02010600030101010101" pitchFamily="2" charset="-122"/>
            </a:endParaRPr>
          </a:p>
        </p:txBody>
      </p:sp>
      <p:sp>
        <p:nvSpPr>
          <p:cNvPr id="103496" name="Text Box 85"/>
          <p:cNvSpPr txBox="1"/>
          <p:nvPr/>
        </p:nvSpPr>
        <p:spPr>
          <a:xfrm>
            <a:off x="3276600" y="4495800"/>
            <a:ext cx="938213"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cost to</a:t>
            </a:r>
            <a:endParaRPr lang="en-US" altLang="zh-CN" sz="1800" dirty="0">
              <a:ea typeface="宋体" panose="02010600030101010101" pitchFamily="2" charset="-122"/>
            </a:endParaRPr>
          </a:p>
        </p:txBody>
      </p:sp>
      <p:sp>
        <p:nvSpPr>
          <p:cNvPr id="103497" name="Line 86"/>
          <p:cNvSpPr/>
          <p:nvPr/>
        </p:nvSpPr>
        <p:spPr>
          <a:xfrm>
            <a:off x="1219200" y="5029200"/>
            <a:ext cx="0" cy="1219200"/>
          </a:xfrm>
          <a:prstGeom prst="line">
            <a:avLst/>
          </a:prstGeom>
          <a:ln w="9525" cap="flat" cmpd="sng">
            <a:solidFill>
              <a:schemeClr val="tx1"/>
            </a:solidFill>
            <a:prstDash val="solid"/>
            <a:headEnd type="none" w="med" len="med"/>
            <a:tailEnd type="none" w="med" len="med"/>
          </a:ln>
        </p:spPr>
      </p:sp>
      <p:sp>
        <p:nvSpPr>
          <p:cNvPr id="103498" name="Line 87"/>
          <p:cNvSpPr/>
          <p:nvPr/>
        </p:nvSpPr>
        <p:spPr>
          <a:xfrm>
            <a:off x="914400" y="5257800"/>
            <a:ext cx="1371600" cy="0"/>
          </a:xfrm>
          <a:prstGeom prst="line">
            <a:avLst/>
          </a:prstGeom>
          <a:ln w="9525" cap="flat" cmpd="sng">
            <a:solidFill>
              <a:schemeClr val="tx1"/>
            </a:solidFill>
            <a:prstDash val="solid"/>
            <a:headEnd type="none" w="med" len="med"/>
            <a:tailEnd type="none" w="med" len="med"/>
          </a:ln>
        </p:spPr>
      </p:sp>
      <p:sp>
        <p:nvSpPr>
          <p:cNvPr id="103499" name="Text Box 88"/>
          <p:cNvSpPr txBox="1"/>
          <p:nvPr/>
        </p:nvSpPr>
        <p:spPr>
          <a:xfrm>
            <a:off x="1219200" y="4876800"/>
            <a:ext cx="969963"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x   y   z</a:t>
            </a:r>
            <a:endParaRPr lang="en-US" altLang="zh-CN" sz="1800" dirty="0">
              <a:ea typeface="宋体" panose="02010600030101010101" pitchFamily="2" charset="-122"/>
            </a:endParaRPr>
          </a:p>
        </p:txBody>
      </p:sp>
      <p:sp>
        <p:nvSpPr>
          <p:cNvPr id="103500" name="Text Box 89"/>
          <p:cNvSpPr txBox="1"/>
          <p:nvPr/>
        </p:nvSpPr>
        <p:spPr>
          <a:xfrm>
            <a:off x="914400" y="5257800"/>
            <a:ext cx="319088"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x</a:t>
            </a:r>
            <a:endParaRPr lang="en-US" altLang="zh-CN" sz="1800" dirty="0">
              <a:ea typeface="宋体" panose="02010600030101010101" pitchFamily="2" charset="-122"/>
            </a:endParaRPr>
          </a:p>
        </p:txBody>
      </p:sp>
      <p:sp>
        <p:nvSpPr>
          <p:cNvPr id="103501" name="Text Box 90"/>
          <p:cNvSpPr txBox="1"/>
          <p:nvPr/>
        </p:nvSpPr>
        <p:spPr>
          <a:xfrm>
            <a:off x="914400" y="5562600"/>
            <a:ext cx="303213"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y</a:t>
            </a:r>
            <a:endParaRPr lang="en-US" altLang="zh-CN" sz="1800" dirty="0">
              <a:ea typeface="宋体" panose="02010600030101010101" pitchFamily="2" charset="-122"/>
            </a:endParaRPr>
          </a:p>
        </p:txBody>
      </p:sp>
      <p:sp>
        <p:nvSpPr>
          <p:cNvPr id="103502" name="Text Box 91"/>
          <p:cNvSpPr txBox="1"/>
          <p:nvPr/>
        </p:nvSpPr>
        <p:spPr>
          <a:xfrm>
            <a:off x="914400" y="5867400"/>
            <a:ext cx="306388"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z</a:t>
            </a:r>
            <a:endParaRPr lang="en-US" altLang="zh-CN" sz="1800" dirty="0">
              <a:ea typeface="宋体" panose="02010600030101010101" pitchFamily="2" charset="-122"/>
            </a:endParaRPr>
          </a:p>
        </p:txBody>
      </p:sp>
      <p:sp>
        <p:nvSpPr>
          <p:cNvPr id="103503" name="Text Box 92"/>
          <p:cNvSpPr txBox="1"/>
          <p:nvPr/>
        </p:nvSpPr>
        <p:spPr>
          <a:xfrm>
            <a:off x="1219200" y="5638800"/>
            <a:ext cx="990600" cy="3667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a:t>
            </a:r>
            <a:endParaRPr lang="en-US" altLang="zh-CN" sz="1800" dirty="0">
              <a:ea typeface="宋体" panose="02010600030101010101" pitchFamily="2" charset="-122"/>
            </a:endParaRPr>
          </a:p>
        </p:txBody>
      </p:sp>
      <p:sp>
        <p:nvSpPr>
          <p:cNvPr id="103504" name="Text Box 93"/>
          <p:cNvSpPr txBox="1"/>
          <p:nvPr/>
        </p:nvSpPr>
        <p:spPr>
          <a:xfrm>
            <a:off x="1447800" y="5638800"/>
            <a:ext cx="376238"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a:t>
            </a:r>
            <a:endParaRPr lang="en-US" altLang="zh-CN" sz="1800" dirty="0">
              <a:ea typeface="宋体" panose="02010600030101010101" pitchFamily="2" charset="-122"/>
            </a:endParaRPr>
          </a:p>
        </p:txBody>
      </p:sp>
      <p:sp>
        <p:nvSpPr>
          <p:cNvPr id="103505" name="Text Box 94"/>
          <p:cNvSpPr txBox="1"/>
          <p:nvPr/>
        </p:nvSpPr>
        <p:spPr>
          <a:xfrm>
            <a:off x="1828800" y="5638800"/>
            <a:ext cx="376238"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a:t>
            </a:r>
            <a:endParaRPr lang="en-US" altLang="zh-CN" sz="1800" dirty="0">
              <a:ea typeface="宋体" panose="02010600030101010101" pitchFamily="2" charset="-122"/>
            </a:endParaRPr>
          </a:p>
        </p:txBody>
      </p:sp>
      <p:sp>
        <p:nvSpPr>
          <p:cNvPr id="103506" name="Text Box 95"/>
          <p:cNvSpPr txBox="1"/>
          <p:nvPr/>
        </p:nvSpPr>
        <p:spPr>
          <a:xfrm>
            <a:off x="1219200" y="5943600"/>
            <a:ext cx="323850"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7</a:t>
            </a:r>
            <a:endParaRPr lang="en-US" altLang="zh-CN" sz="1800" dirty="0">
              <a:ea typeface="宋体" panose="02010600030101010101" pitchFamily="2" charset="-122"/>
            </a:endParaRPr>
          </a:p>
        </p:txBody>
      </p:sp>
      <p:sp>
        <p:nvSpPr>
          <p:cNvPr id="103507" name="Text Box 96"/>
          <p:cNvSpPr txBox="1"/>
          <p:nvPr/>
        </p:nvSpPr>
        <p:spPr>
          <a:xfrm>
            <a:off x="1447800" y="5943600"/>
            <a:ext cx="287338"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1</a:t>
            </a:r>
            <a:endParaRPr lang="en-US" altLang="zh-CN" sz="1800" dirty="0">
              <a:ea typeface="宋体" panose="02010600030101010101" pitchFamily="2" charset="-122"/>
            </a:endParaRPr>
          </a:p>
        </p:txBody>
      </p:sp>
      <p:sp>
        <p:nvSpPr>
          <p:cNvPr id="103508" name="Text Box 97"/>
          <p:cNvSpPr txBox="1"/>
          <p:nvPr/>
        </p:nvSpPr>
        <p:spPr>
          <a:xfrm>
            <a:off x="1828800" y="5943600"/>
            <a:ext cx="323850"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0</a:t>
            </a:r>
            <a:endParaRPr lang="en-US" altLang="zh-CN" sz="1800" dirty="0">
              <a:ea typeface="宋体" panose="02010600030101010101" pitchFamily="2" charset="-122"/>
            </a:endParaRPr>
          </a:p>
        </p:txBody>
      </p:sp>
      <p:sp>
        <p:nvSpPr>
          <p:cNvPr id="103509" name="Text Box 98"/>
          <p:cNvSpPr txBox="1"/>
          <p:nvPr/>
        </p:nvSpPr>
        <p:spPr>
          <a:xfrm>
            <a:off x="1219200" y="4572000"/>
            <a:ext cx="938213"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cost to</a:t>
            </a:r>
            <a:endParaRPr lang="en-US" altLang="zh-CN" sz="1800" dirty="0">
              <a:ea typeface="宋体" panose="02010600030101010101" pitchFamily="2" charset="-122"/>
            </a:endParaRPr>
          </a:p>
        </p:txBody>
      </p:sp>
      <p:sp>
        <p:nvSpPr>
          <p:cNvPr id="103510" name="Text Box 99"/>
          <p:cNvSpPr txBox="1"/>
          <p:nvPr/>
        </p:nvSpPr>
        <p:spPr>
          <a:xfrm>
            <a:off x="1219200" y="3505200"/>
            <a:ext cx="976313" cy="6413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a:t>
            </a:r>
            <a:endParaRPr lang="en-US" altLang="zh-CN" sz="1800" dirty="0">
              <a:ea typeface="宋体" panose="02010600030101010101" pitchFamily="2" charset="-122"/>
            </a:endParaRPr>
          </a:p>
          <a:p>
            <a:pPr marL="0" lvl="0" indent="0">
              <a:spcBef>
                <a:spcPct val="0"/>
              </a:spcBef>
              <a:buClrTx/>
              <a:buSzTx/>
              <a:buFontTx/>
              <a:buNone/>
            </a:pPr>
            <a:r>
              <a:rPr lang="en-US" altLang="zh-CN" sz="1800" dirty="0">
                <a:ea typeface="宋体" panose="02010600030101010101" pitchFamily="2" charset="-122"/>
              </a:rPr>
              <a:t>2   0   1</a:t>
            </a:r>
            <a:endParaRPr lang="en-US" altLang="zh-CN" sz="1800" dirty="0">
              <a:ea typeface="宋体" panose="02010600030101010101" pitchFamily="2" charset="-122"/>
            </a:endParaRPr>
          </a:p>
        </p:txBody>
      </p:sp>
      <p:sp>
        <p:nvSpPr>
          <p:cNvPr id="103511" name="Text Box 100"/>
          <p:cNvSpPr txBox="1"/>
          <p:nvPr/>
        </p:nvSpPr>
        <p:spPr>
          <a:xfrm>
            <a:off x="1219200" y="5257800"/>
            <a:ext cx="990600" cy="3667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 ∞  ∞</a:t>
            </a:r>
            <a:endParaRPr lang="en-US" altLang="zh-CN" sz="1800" dirty="0">
              <a:ea typeface="宋体" panose="02010600030101010101" pitchFamily="2" charset="-122"/>
            </a:endParaRPr>
          </a:p>
        </p:txBody>
      </p:sp>
      <p:sp>
        <p:nvSpPr>
          <p:cNvPr id="103512" name="Text Box 101"/>
          <p:cNvSpPr txBox="1"/>
          <p:nvPr/>
        </p:nvSpPr>
        <p:spPr>
          <a:xfrm>
            <a:off x="3260725" y="2022475"/>
            <a:ext cx="976313"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2   0   1</a:t>
            </a:r>
            <a:endParaRPr lang="en-US" altLang="zh-CN" sz="1800" dirty="0">
              <a:ea typeface="宋体" panose="02010600030101010101" pitchFamily="2" charset="-122"/>
            </a:endParaRPr>
          </a:p>
        </p:txBody>
      </p:sp>
      <p:sp>
        <p:nvSpPr>
          <p:cNvPr id="103513" name="Text Box 102"/>
          <p:cNvSpPr txBox="1"/>
          <p:nvPr/>
        </p:nvSpPr>
        <p:spPr>
          <a:xfrm>
            <a:off x="3260725" y="2327275"/>
            <a:ext cx="976313"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7   1   0</a:t>
            </a:r>
            <a:endParaRPr lang="en-US" altLang="zh-CN" sz="1800" dirty="0">
              <a:ea typeface="宋体" panose="02010600030101010101" pitchFamily="2" charset="-122"/>
            </a:endParaRPr>
          </a:p>
        </p:txBody>
      </p:sp>
      <p:sp>
        <p:nvSpPr>
          <p:cNvPr id="103514" name="Text Box 103"/>
          <p:cNvSpPr txBox="1"/>
          <p:nvPr/>
        </p:nvSpPr>
        <p:spPr>
          <a:xfrm>
            <a:off x="3276600" y="3810000"/>
            <a:ext cx="908050"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2  0   1</a:t>
            </a:r>
            <a:endParaRPr lang="en-US" altLang="zh-CN" sz="1800" dirty="0">
              <a:ea typeface="宋体" panose="02010600030101010101" pitchFamily="2" charset="-122"/>
            </a:endParaRPr>
          </a:p>
        </p:txBody>
      </p:sp>
      <p:sp>
        <p:nvSpPr>
          <p:cNvPr id="103515" name="Text Box 104"/>
          <p:cNvSpPr txBox="1"/>
          <p:nvPr/>
        </p:nvSpPr>
        <p:spPr>
          <a:xfrm>
            <a:off x="3276600" y="4114800"/>
            <a:ext cx="976313"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7   1   0</a:t>
            </a:r>
            <a:endParaRPr lang="en-US" altLang="zh-CN" sz="1800" dirty="0">
              <a:ea typeface="宋体" panose="02010600030101010101" pitchFamily="2" charset="-122"/>
            </a:endParaRPr>
          </a:p>
        </p:txBody>
      </p:sp>
      <p:sp>
        <p:nvSpPr>
          <p:cNvPr id="103516" name="Text Box 105"/>
          <p:cNvSpPr txBox="1"/>
          <p:nvPr/>
        </p:nvSpPr>
        <p:spPr>
          <a:xfrm>
            <a:off x="3276600" y="5562600"/>
            <a:ext cx="908050"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2  0   1</a:t>
            </a:r>
            <a:endParaRPr lang="en-US" altLang="zh-CN" sz="1800" dirty="0">
              <a:ea typeface="宋体" panose="02010600030101010101" pitchFamily="2" charset="-122"/>
            </a:endParaRPr>
          </a:p>
        </p:txBody>
      </p:sp>
      <p:sp>
        <p:nvSpPr>
          <p:cNvPr id="103517" name="Text Box 106"/>
          <p:cNvSpPr txBox="1"/>
          <p:nvPr/>
        </p:nvSpPr>
        <p:spPr>
          <a:xfrm>
            <a:off x="3276600" y="5867400"/>
            <a:ext cx="908050"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3  1   0</a:t>
            </a:r>
            <a:endParaRPr lang="en-US" altLang="zh-CN" sz="1800" dirty="0">
              <a:ea typeface="宋体" panose="02010600030101010101" pitchFamily="2" charset="-122"/>
            </a:endParaRPr>
          </a:p>
        </p:txBody>
      </p:sp>
      <p:sp>
        <p:nvSpPr>
          <p:cNvPr id="103518" name="Text Box 107"/>
          <p:cNvSpPr txBox="1"/>
          <p:nvPr/>
        </p:nvSpPr>
        <p:spPr>
          <a:xfrm>
            <a:off x="5486400" y="2133600"/>
            <a:ext cx="976313"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2   0   1</a:t>
            </a:r>
            <a:endParaRPr lang="en-US" altLang="zh-CN" sz="1800" dirty="0">
              <a:ea typeface="宋体" panose="02010600030101010101" pitchFamily="2" charset="-122"/>
            </a:endParaRPr>
          </a:p>
        </p:txBody>
      </p:sp>
      <p:sp>
        <p:nvSpPr>
          <p:cNvPr id="103519" name="Text Box 108"/>
          <p:cNvSpPr txBox="1"/>
          <p:nvPr/>
        </p:nvSpPr>
        <p:spPr>
          <a:xfrm>
            <a:off x="5486400" y="2438400"/>
            <a:ext cx="908050"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3  1   0</a:t>
            </a:r>
            <a:endParaRPr lang="en-US" altLang="zh-CN" sz="1800" dirty="0">
              <a:ea typeface="宋体" panose="02010600030101010101" pitchFamily="2" charset="-122"/>
            </a:endParaRPr>
          </a:p>
        </p:txBody>
      </p:sp>
      <p:sp>
        <p:nvSpPr>
          <p:cNvPr id="103520" name="Text Box 109"/>
          <p:cNvSpPr txBox="1"/>
          <p:nvPr/>
        </p:nvSpPr>
        <p:spPr>
          <a:xfrm>
            <a:off x="5486400" y="3886200"/>
            <a:ext cx="908050"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2  0   1</a:t>
            </a:r>
            <a:endParaRPr lang="en-US" altLang="zh-CN" sz="1800" dirty="0">
              <a:ea typeface="宋体" panose="02010600030101010101" pitchFamily="2" charset="-122"/>
            </a:endParaRPr>
          </a:p>
        </p:txBody>
      </p:sp>
      <p:sp>
        <p:nvSpPr>
          <p:cNvPr id="103521" name="Text Box 110"/>
          <p:cNvSpPr txBox="1"/>
          <p:nvPr/>
        </p:nvSpPr>
        <p:spPr>
          <a:xfrm>
            <a:off x="5410200" y="5867400"/>
            <a:ext cx="908050"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3  1   0</a:t>
            </a:r>
            <a:endParaRPr lang="en-US" altLang="zh-CN" sz="1800" dirty="0">
              <a:ea typeface="宋体" panose="02010600030101010101" pitchFamily="2" charset="-122"/>
            </a:endParaRPr>
          </a:p>
        </p:txBody>
      </p:sp>
      <p:sp>
        <p:nvSpPr>
          <p:cNvPr id="103522" name="Text Box 111"/>
          <p:cNvSpPr txBox="1"/>
          <p:nvPr/>
        </p:nvSpPr>
        <p:spPr>
          <a:xfrm>
            <a:off x="5410200" y="5486400"/>
            <a:ext cx="908050"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2  0   1</a:t>
            </a:r>
            <a:endParaRPr lang="en-US" altLang="zh-CN" sz="1800" dirty="0">
              <a:ea typeface="宋体" panose="02010600030101010101" pitchFamily="2" charset="-122"/>
            </a:endParaRPr>
          </a:p>
        </p:txBody>
      </p:sp>
      <p:sp>
        <p:nvSpPr>
          <p:cNvPr id="103523" name="Text Box 112"/>
          <p:cNvSpPr txBox="1"/>
          <p:nvPr/>
        </p:nvSpPr>
        <p:spPr>
          <a:xfrm>
            <a:off x="5486400" y="4114800"/>
            <a:ext cx="908050"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3  1   0</a:t>
            </a:r>
            <a:endParaRPr lang="en-US" altLang="zh-CN" sz="1800" dirty="0">
              <a:ea typeface="宋体" panose="02010600030101010101" pitchFamily="2" charset="-122"/>
            </a:endParaRPr>
          </a:p>
        </p:txBody>
      </p:sp>
      <p:sp>
        <p:nvSpPr>
          <p:cNvPr id="103524" name="Line 113"/>
          <p:cNvSpPr/>
          <p:nvPr/>
        </p:nvSpPr>
        <p:spPr>
          <a:xfrm>
            <a:off x="2209800" y="1981200"/>
            <a:ext cx="685800" cy="1524000"/>
          </a:xfrm>
          <a:prstGeom prst="line">
            <a:avLst/>
          </a:prstGeom>
          <a:ln w="9525" cap="flat" cmpd="sng">
            <a:solidFill>
              <a:schemeClr val="tx1"/>
            </a:solidFill>
            <a:prstDash val="solid"/>
            <a:headEnd type="none" w="med" len="med"/>
            <a:tailEnd type="triangle" w="med" len="med"/>
          </a:ln>
        </p:spPr>
      </p:sp>
      <p:sp>
        <p:nvSpPr>
          <p:cNvPr id="103525" name="Line 114"/>
          <p:cNvSpPr/>
          <p:nvPr/>
        </p:nvSpPr>
        <p:spPr>
          <a:xfrm>
            <a:off x="2133600" y="2057400"/>
            <a:ext cx="685800" cy="3124200"/>
          </a:xfrm>
          <a:prstGeom prst="line">
            <a:avLst/>
          </a:prstGeom>
          <a:ln w="9525" cap="flat" cmpd="sng">
            <a:solidFill>
              <a:schemeClr val="tx1"/>
            </a:solidFill>
            <a:prstDash val="solid"/>
            <a:headEnd type="none" w="med" len="med"/>
            <a:tailEnd type="triangle" w="med" len="med"/>
          </a:ln>
        </p:spPr>
      </p:sp>
      <p:sp>
        <p:nvSpPr>
          <p:cNvPr id="103526" name="Line 115"/>
          <p:cNvSpPr/>
          <p:nvPr/>
        </p:nvSpPr>
        <p:spPr>
          <a:xfrm flipV="1">
            <a:off x="2133600" y="2514600"/>
            <a:ext cx="762000" cy="1295400"/>
          </a:xfrm>
          <a:prstGeom prst="line">
            <a:avLst/>
          </a:prstGeom>
          <a:ln w="9525" cap="flat" cmpd="sng">
            <a:solidFill>
              <a:schemeClr val="tx1"/>
            </a:solidFill>
            <a:prstDash val="solid"/>
            <a:headEnd type="none" w="med" len="med"/>
            <a:tailEnd type="triangle" w="med" len="med"/>
          </a:ln>
        </p:spPr>
      </p:sp>
      <p:sp>
        <p:nvSpPr>
          <p:cNvPr id="103527" name="Line 116"/>
          <p:cNvSpPr/>
          <p:nvPr/>
        </p:nvSpPr>
        <p:spPr>
          <a:xfrm>
            <a:off x="2133600" y="4114800"/>
            <a:ext cx="609600" cy="1143000"/>
          </a:xfrm>
          <a:prstGeom prst="line">
            <a:avLst/>
          </a:prstGeom>
          <a:ln w="9525" cap="flat" cmpd="sng">
            <a:solidFill>
              <a:schemeClr val="tx1"/>
            </a:solidFill>
            <a:prstDash val="solid"/>
            <a:headEnd type="none" w="med" len="med"/>
            <a:tailEnd type="triangle" w="med" len="med"/>
          </a:ln>
        </p:spPr>
      </p:sp>
      <p:sp>
        <p:nvSpPr>
          <p:cNvPr id="103528" name="Line 117"/>
          <p:cNvSpPr/>
          <p:nvPr/>
        </p:nvSpPr>
        <p:spPr>
          <a:xfrm flipV="1">
            <a:off x="2133600" y="2590800"/>
            <a:ext cx="838200" cy="3429000"/>
          </a:xfrm>
          <a:prstGeom prst="line">
            <a:avLst/>
          </a:prstGeom>
          <a:ln w="9525" cap="flat" cmpd="sng">
            <a:solidFill>
              <a:schemeClr val="tx1"/>
            </a:solidFill>
            <a:prstDash val="solid"/>
            <a:headEnd type="none" w="med" len="med"/>
            <a:tailEnd type="triangle" w="med" len="med"/>
          </a:ln>
        </p:spPr>
      </p:sp>
      <p:sp>
        <p:nvSpPr>
          <p:cNvPr id="103529" name="Line 118"/>
          <p:cNvSpPr/>
          <p:nvPr/>
        </p:nvSpPr>
        <p:spPr>
          <a:xfrm flipV="1">
            <a:off x="2209800" y="4343400"/>
            <a:ext cx="762000" cy="1752600"/>
          </a:xfrm>
          <a:prstGeom prst="line">
            <a:avLst/>
          </a:prstGeom>
          <a:ln w="9525" cap="flat" cmpd="sng">
            <a:solidFill>
              <a:schemeClr val="tx1"/>
            </a:solidFill>
            <a:prstDash val="solid"/>
            <a:headEnd type="none" w="med" len="med"/>
            <a:tailEnd type="triangle" w="med" len="med"/>
          </a:ln>
        </p:spPr>
      </p:sp>
      <p:sp>
        <p:nvSpPr>
          <p:cNvPr id="103530" name="Line 119"/>
          <p:cNvSpPr/>
          <p:nvPr/>
        </p:nvSpPr>
        <p:spPr>
          <a:xfrm>
            <a:off x="4267200" y="1981200"/>
            <a:ext cx="762000" cy="1600200"/>
          </a:xfrm>
          <a:prstGeom prst="line">
            <a:avLst/>
          </a:prstGeom>
          <a:ln w="9525" cap="flat" cmpd="sng">
            <a:solidFill>
              <a:schemeClr val="tx1"/>
            </a:solidFill>
            <a:prstDash val="solid"/>
            <a:headEnd type="none" w="med" len="med"/>
            <a:tailEnd type="triangle" w="med" len="med"/>
          </a:ln>
        </p:spPr>
      </p:sp>
      <p:sp>
        <p:nvSpPr>
          <p:cNvPr id="103531" name="Line 120"/>
          <p:cNvSpPr/>
          <p:nvPr/>
        </p:nvSpPr>
        <p:spPr>
          <a:xfrm>
            <a:off x="4191000" y="2057400"/>
            <a:ext cx="838200" cy="2971800"/>
          </a:xfrm>
          <a:prstGeom prst="line">
            <a:avLst/>
          </a:prstGeom>
          <a:ln w="9525" cap="flat" cmpd="sng">
            <a:solidFill>
              <a:schemeClr val="tx1"/>
            </a:solidFill>
            <a:prstDash val="solid"/>
            <a:headEnd type="none" w="med" len="med"/>
            <a:tailEnd type="triangle" w="med" len="med"/>
          </a:ln>
        </p:spPr>
      </p:sp>
      <p:sp>
        <p:nvSpPr>
          <p:cNvPr id="103532" name="Line 121"/>
          <p:cNvSpPr/>
          <p:nvPr/>
        </p:nvSpPr>
        <p:spPr>
          <a:xfrm flipV="1">
            <a:off x="4114800" y="2743200"/>
            <a:ext cx="1143000" cy="3200400"/>
          </a:xfrm>
          <a:prstGeom prst="line">
            <a:avLst/>
          </a:prstGeom>
          <a:ln w="9525" cap="flat" cmpd="sng">
            <a:solidFill>
              <a:schemeClr val="tx1"/>
            </a:solidFill>
            <a:prstDash val="solid"/>
            <a:headEnd type="none" w="med" len="med"/>
            <a:tailEnd type="triangle" w="med" len="med"/>
          </a:ln>
        </p:spPr>
      </p:sp>
      <p:sp>
        <p:nvSpPr>
          <p:cNvPr id="103533" name="Line 122"/>
          <p:cNvSpPr/>
          <p:nvPr/>
        </p:nvSpPr>
        <p:spPr>
          <a:xfrm flipV="1">
            <a:off x="4114800" y="4419600"/>
            <a:ext cx="1066800" cy="1676400"/>
          </a:xfrm>
          <a:prstGeom prst="line">
            <a:avLst/>
          </a:prstGeom>
          <a:ln w="9525" cap="flat" cmpd="sng">
            <a:solidFill>
              <a:schemeClr val="tx1"/>
            </a:solidFill>
            <a:prstDash val="solid"/>
            <a:headEnd type="none" w="med" len="med"/>
            <a:tailEnd type="triangle" w="med" len="med"/>
          </a:ln>
        </p:spPr>
      </p:sp>
      <p:sp>
        <p:nvSpPr>
          <p:cNvPr id="103534" name="Line 123"/>
          <p:cNvSpPr/>
          <p:nvPr/>
        </p:nvSpPr>
        <p:spPr>
          <a:xfrm>
            <a:off x="609600" y="6345238"/>
            <a:ext cx="5410200" cy="0"/>
          </a:xfrm>
          <a:prstGeom prst="line">
            <a:avLst/>
          </a:prstGeom>
          <a:ln w="9525" cap="flat" cmpd="sng">
            <a:solidFill>
              <a:schemeClr val="tx1"/>
            </a:solidFill>
            <a:prstDash val="sysDot"/>
            <a:headEnd type="none" w="med" len="med"/>
            <a:tailEnd type="triangle" w="med" len="med"/>
          </a:ln>
        </p:spPr>
      </p:sp>
      <p:sp>
        <p:nvSpPr>
          <p:cNvPr id="103535" name="Text Box 124"/>
          <p:cNvSpPr txBox="1"/>
          <p:nvPr/>
        </p:nvSpPr>
        <p:spPr>
          <a:xfrm>
            <a:off x="6069013" y="6142038"/>
            <a:ext cx="658812" cy="3667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time</a:t>
            </a:r>
            <a:endParaRPr lang="en-US" altLang="zh-CN" sz="1800" dirty="0">
              <a:ea typeface="宋体" panose="02010600030101010101" pitchFamily="2" charset="-122"/>
            </a:endParaRPr>
          </a:p>
        </p:txBody>
      </p:sp>
      <p:grpSp>
        <p:nvGrpSpPr>
          <p:cNvPr id="103536" name="Group 125"/>
          <p:cNvGrpSpPr/>
          <p:nvPr/>
        </p:nvGrpSpPr>
        <p:grpSpPr>
          <a:xfrm>
            <a:off x="6632575" y="2911475"/>
            <a:ext cx="2184400" cy="1212850"/>
            <a:chOff x="2352" y="0"/>
            <a:chExt cx="1376" cy="764"/>
          </a:xfrm>
        </p:grpSpPr>
        <p:sp>
          <p:nvSpPr>
            <p:cNvPr id="103549" name="Freeform 126"/>
            <p:cNvSpPr/>
            <p:nvPr/>
          </p:nvSpPr>
          <p:spPr>
            <a:xfrm>
              <a:off x="2352" y="0"/>
              <a:ext cx="1376" cy="764"/>
            </a:xfrm>
            <a:custGeom>
              <a:avLst/>
              <a:gdLst/>
              <a:ahLst/>
              <a:cxnLst>
                <a:cxn ang="0">
                  <a:pos x="113" y="348"/>
                </a:cxn>
                <a:cxn ang="0">
                  <a:pos x="395" y="162"/>
                </a:cxn>
                <a:cxn ang="0">
                  <a:pos x="710" y="9"/>
                </a:cxn>
                <a:cxn ang="0">
                  <a:pos x="1160" y="219"/>
                </a:cxn>
                <a:cxn ang="0">
                  <a:pos x="1367" y="510"/>
                </a:cxn>
                <a:cxn ang="0">
                  <a:pos x="1103" y="726"/>
                </a:cxn>
                <a:cxn ang="0">
                  <a:pos x="578" y="738"/>
                </a:cxn>
                <a:cxn ang="0">
                  <a:pos x="77" y="630"/>
                </a:cxn>
                <a:cxn ang="0">
                  <a:pos x="113" y="348"/>
                </a:cxn>
              </a:cxnLst>
              <a:pathLst>
                <a:path w="1376" h="764">
                  <a:moveTo>
                    <a:pt x="113" y="348"/>
                  </a:moveTo>
                  <a:cubicBezTo>
                    <a:pt x="166" y="270"/>
                    <a:pt x="296" y="218"/>
                    <a:pt x="395" y="162"/>
                  </a:cubicBezTo>
                  <a:cubicBezTo>
                    <a:pt x="494" y="106"/>
                    <a:pt x="583" y="0"/>
                    <a:pt x="710" y="9"/>
                  </a:cubicBezTo>
                  <a:cubicBezTo>
                    <a:pt x="837" y="18"/>
                    <a:pt x="1051" y="136"/>
                    <a:pt x="1160" y="219"/>
                  </a:cubicBezTo>
                  <a:cubicBezTo>
                    <a:pt x="1269" y="302"/>
                    <a:pt x="1376" y="426"/>
                    <a:pt x="1367" y="510"/>
                  </a:cubicBezTo>
                  <a:cubicBezTo>
                    <a:pt x="1358" y="594"/>
                    <a:pt x="1234" y="688"/>
                    <a:pt x="1103" y="726"/>
                  </a:cubicBezTo>
                  <a:cubicBezTo>
                    <a:pt x="972" y="764"/>
                    <a:pt x="749" y="754"/>
                    <a:pt x="578" y="738"/>
                  </a:cubicBezTo>
                  <a:cubicBezTo>
                    <a:pt x="407" y="722"/>
                    <a:pt x="154" y="695"/>
                    <a:pt x="77" y="630"/>
                  </a:cubicBezTo>
                  <a:cubicBezTo>
                    <a:pt x="0" y="565"/>
                    <a:pt x="60" y="426"/>
                    <a:pt x="113" y="348"/>
                  </a:cubicBezTo>
                  <a:close/>
                </a:path>
              </a:pathLst>
            </a:custGeom>
            <a:solidFill>
              <a:srgbClr val="66CCFF">
                <a:alpha val="100000"/>
              </a:srgbClr>
            </a:solidFill>
            <a:ln w="9525">
              <a:noFill/>
            </a:ln>
          </p:spPr>
          <p:txBody>
            <a:bodyPr/>
            <a:p>
              <a:endParaRPr lang="zh-CN" altLang="en-US"/>
            </a:p>
          </p:txBody>
        </p:sp>
        <p:grpSp>
          <p:nvGrpSpPr>
            <p:cNvPr id="103550" name="Group 127"/>
            <p:cNvGrpSpPr/>
            <p:nvPr/>
          </p:nvGrpSpPr>
          <p:grpSpPr>
            <a:xfrm>
              <a:off x="2448" y="74"/>
              <a:ext cx="1161" cy="675"/>
              <a:chOff x="-17" y="1286"/>
              <a:chExt cx="1161" cy="675"/>
            </a:xfrm>
          </p:grpSpPr>
          <p:sp>
            <p:nvSpPr>
              <p:cNvPr id="103551" name="Freeform 128"/>
              <p:cNvSpPr/>
              <p:nvPr/>
            </p:nvSpPr>
            <p:spPr>
              <a:xfrm>
                <a:off x="246" y="1476"/>
                <a:ext cx="222" cy="180"/>
              </a:xfrm>
              <a:custGeom>
                <a:avLst/>
                <a:gdLst/>
                <a:ahLst/>
                <a:cxnLst>
                  <a:cxn ang="0">
                    <a:pos x="0" y="180"/>
                  </a:cxn>
                  <a:cxn ang="0">
                    <a:pos x="222" y="0"/>
                  </a:cxn>
                </a:cxnLst>
                <a:pathLst>
                  <a:path w="222" h="180">
                    <a:moveTo>
                      <a:pt x="0" y="180"/>
                    </a:moveTo>
                    <a:lnTo>
                      <a:pt x="222" y="0"/>
                    </a:lnTo>
                  </a:path>
                </a:pathLst>
              </a:custGeom>
              <a:noFill/>
              <a:ln w="12700" cap="flat" cmpd="sng">
                <a:solidFill>
                  <a:schemeClr val="tx1">
                    <a:alpha val="100000"/>
                  </a:schemeClr>
                </a:solidFill>
                <a:prstDash val="solid"/>
                <a:round/>
                <a:headEnd type="none" w="med" len="med"/>
                <a:tailEnd type="none" w="med" len="med"/>
              </a:ln>
            </p:spPr>
            <p:txBody>
              <a:bodyPr/>
              <a:p>
                <a:endParaRPr lang="zh-CN" altLang="en-US"/>
              </a:p>
            </p:txBody>
          </p:sp>
          <p:sp>
            <p:nvSpPr>
              <p:cNvPr id="103552" name="Oval 129"/>
              <p:cNvSpPr/>
              <p:nvPr/>
            </p:nvSpPr>
            <p:spPr>
              <a:xfrm>
                <a:off x="-14" y="1712"/>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03553" name="Line 130"/>
              <p:cNvSpPr/>
              <p:nvPr/>
            </p:nvSpPr>
            <p:spPr>
              <a:xfrm>
                <a:off x="-14" y="1705"/>
                <a:ext cx="1" cy="50"/>
              </a:xfrm>
              <a:prstGeom prst="line">
                <a:avLst/>
              </a:prstGeom>
              <a:ln w="12700" cap="flat" cmpd="sng">
                <a:solidFill>
                  <a:schemeClr val="tx1"/>
                </a:solidFill>
                <a:prstDash val="solid"/>
                <a:headEnd type="none" w="med" len="med"/>
                <a:tailEnd type="none" w="med" len="med"/>
              </a:ln>
            </p:spPr>
          </p:sp>
          <p:sp>
            <p:nvSpPr>
              <p:cNvPr id="103554" name="Line 131"/>
              <p:cNvSpPr/>
              <p:nvPr/>
            </p:nvSpPr>
            <p:spPr>
              <a:xfrm>
                <a:off x="299" y="1705"/>
                <a:ext cx="1" cy="50"/>
              </a:xfrm>
              <a:prstGeom prst="line">
                <a:avLst/>
              </a:prstGeom>
              <a:ln w="12700" cap="flat" cmpd="sng">
                <a:solidFill>
                  <a:schemeClr val="tx1"/>
                </a:solidFill>
                <a:prstDash val="solid"/>
                <a:headEnd type="none" w="med" len="med"/>
                <a:tailEnd type="none" w="med" len="med"/>
              </a:ln>
            </p:spPr>
          </p:sp>
          <p:sp>
            <p:nvSpPr>
              <p:cNvPr id="103555" name="Rectangle 132"/>
              <p:cNvSpPr/>
              <p:nvPr/>
            </p:nvSpPr>
            <p:spPr>
              <a:xfrm>
                <a:off x="-14" y="1705"/>
                <a:ext cx="310"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03556" name="Oval 133"/>
              <p:cNvSpPr/>
              <p:nvPr/>
            </p:nvSpPr>
            <p:spPr>
              <a:xfrm>
                <a:off x="-17" y="1646"/>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03557" name="Freeform 134"/>
              <p:cNvSpPr/>
              <p:nvPr/>
            </p:nvSpPr>
            <p:spPr>
              <a:xfrm>
                <a:off x="651" y="1476"/>
                <a:ext cx="216" cy="189"/>
              </a:xfrm>
              <a:custGeom>
                <a:avLst/>
                <a:gdLst/>
                <a:ahLst/>
                <a:cxnLst>
                  <a:cxn ang="0">
                    <a:pos x="0" y="0"/>
                  </a:cxn>
                  <a:cxn ang="0">
                    <a:pos x="216" y="189"/>
                  </a:cxn>
                </a:cxnLst>
                <a:pathLst>
                  <a:path w="216" h="189">
                    <a:moveTo>
                      <a:pt x="0" y="0"/>
                    </a:moveTo>
                    <a:lnTo>
                      <a:pt x="216" y="189"/>
                    </a:lnTo>
                  </a:path>
                </a:pathLst>
              </a:custGeom>
              <a:noFill/>
              <a:ln w="12700" cap="flat" cmpd="sng">
                <a:solidFill>
                  <a:schemeClr val="tx1">
                    <a:alpha val="100000"/>
                  </a:schemeClr>
                </a:solidFill>
                <a:prstDash val="solid"/>
                <a:round/>
                <a:headEnd type="none" w="med" len="med"/>
                <a:tailEnd type="none" w="med" len="med"/>
              </a:ln>
            </p:spPr>
            <p:txBody>
              <a:bodyPr/>
              <a:p>
                <a:endParaRPr lang="zh-CN" altLang="en-US"/>
              </a:p>
            </p:txBody>
          </p:sp>
          <p:sp>
            <p:nvSpPr>
              <p:cNvPr id="103558" name="Freeform 135"/>
              <p:cNvSpPr/>
              <p:nvPr/>
            </p:nvSpPr>
            <p:spPr>
              <a:xfrm>
                <a:off x="303" y="1740"/>
                <a:ext cx="540" cy="3"/>
              </a:xfrm>
              <a:custGeom>
                <a:avLst/>
                <a:gdLst/>
                <a:ahLst/>
                <a:cxnLst>
                  <a:cxn ang="0">
                    <a:pos x="540" y="3"/>
                  </a:cxn>
                  <a:cxn ang="0">
                    <a:pos x="0" y="0"/>
                  </a:cxn>
                </a:cxnLst>
                <a:pathLst>
                  <a:path w="540" h="3">
                    <a:moveTo>
                      <a:pt x="540" y="3"/>
                    </a:moveTo>
                    <a:lnTo>
                      <a:pt x="0" y="0"/>
                    </a:lnTo>
                  </a:path>
                </a:pathLst>
              </a:custGeom>
              <a:noFill/>
              <a:ln w="12700" cap="flat" cmpd="sng">
                <a:solidFill>
                  <a:schemeClr val="tx1">
                    <a:alpha val="100000"/>
                  </a:schemeClr>
                </a:solidFill>
                <a:prstDash val="solid"/>
                <a:round/>
                <a:headEnd type="none" w="med" len="med"/>
                <a:tailEnd type="none" w="med" len="med"/>
              </a:ln>
            </p:spPr>
            <p:txBody>
              <a:bodyPr/>
              <a:p>
                <a:endParaRPr lang="zh-CN" altLang="en-US"/>
              </a:p>
            </p:txBody>
          </p:sp>
          <p:grpSp>
            <p:nvGrpSpPr>
              <p:cNvPr id="103559" name="Group 136"/>
              <p:cNvGrpSpPr/>
              <p:nvPr/>
            </p:nvGrpSpPr>
            <p:grpSpPr>
              <a:xfrm>
                <a:off x="32" y="1598"/>
                <a:ext cx="210" cy="250"/>
                <a:chOff x="2952" y="2429"/>
                <a:chExt cx="211" cy="250"/>
              </a:xfrm>
            </p:grpSpPr>
            <p:sp>
              <p:nvSpPr>
                <p:cNvPr id="103581" name="Rectangle 137"/>
                <p:cNvSpPr/>
                <p:nvPr/>
              </p:nvSpPr>
              <p:spPr>
                <a:xfrm>
                  <a:off x="2982" y="2490"/>
                  <a:ext cx="144" cy="1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03582" name="Text Box 138"/>
                <p:cNvSpPr txBox="1"/>
                <p:nvPr/>
              </p:nvSpPr>
              <p:spPr>
                <a:xfrm>
                  <a:off x="2952" y="2429"/>
                  <a:ext cx="211"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000" dirty="0">
                      <a:ea typeface="宋体" panose="02010600030101010101" pitchFamily="2" charset="-122"/>
                    </a:rPr>
                    <a:t>x</a:t>
                  </a:r>
                  <a:endParaRPr lang="en-US" altLang="zh-CN" sz="2400" dirty="0">
                    <a:latin typeface="Times New Roman" panose="02020603050405020304" pitchFamily="18" charset="0"/>
                    <a:ea typeface="宋体" panose="02010600030101010101" pitchFamily="2" charset="-122"/>
                  </a:endParaRPr>
                </a:p>
              </p:txBody>
            </p:sp>
          </p:grpSp>
          <p:grpSp>
            <p:nvGrpSpPr>
              <p:cNvPr id="103560" name="Group 139"/>
              <p:cNvGrpSpPr/>
              <p:nvPr/>
            </p:nvGrpSpPr>
            <p:grpSpPr>
              <a:xfrm>
                <a:off x="828" y="1580"/>
                <a:ext cx="316" cy="288"/>
                <a:chOff x="1740" y="2276"/>
                <a:chExt cx="316" cy="288"/>
              </a:xfrm>
            </p:grpSpPr>
            <p:sp>
              <p:nvSpPr>
                <p:cNvPr id="103573" name="Oval 140"/>
                <p:cNvSpPr/>
                <p:nvPr/>
              </p:nvSpPr>
              <p:spPr>
                <a:xfrm>
                  <a:off x="1743" y="2420"/>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03574" name="Line 141"/>
                <p:cNvSpPr/>
                <p:nvPr/>
              </p:nvSpPr>
              <p:spPr>
                <a:xfrm>
                  <a:off x="1743" y="2413"/>
                  <a:ext cx="0" cy="50"/>
                </a:xfrm>
                <a:prstGeom prst="line">
                  <a:avLst/>
                </a:prstGeom>
                <a:ln w="12700" cap="flat" cmpd="sng">
                  <a:solidFill>
                    <a:schemeClr val="tx1"/>
                  </a:solidFill>
                  <a:prstDash val="solid"/>
                  <a:headEnd type="none" w="med" len="med"/>
                  <a:tailEnd type="none" w="med" len="med"/>
                </a:ln>
              </p:spPr>
            </p:sp>
            <p:sp>
              <p:nvSpPr>
                <p:cNvPr id="103575" name="Line 142"/>
                <p:cNvSpPr/>
                <p:nvPr/>
              </p:nvSpPr>
              <p:spPr>
                <a:xfrm>
                  <a:off x="2056" y="2413"/>
                  <a:ext cx="0" cy="50"/>
                </a:xfrm>
                <a:prstGeom prst="line">
                  <a:avLst/>
                </a:prstGeom>
                <a:ln w="12700" cap="flat" cmpd="sng">
                  <a:solidFill>
                    <a:schemeClr val="tx1"/>
                  </a:solidFill>
                  <a:prstDash val="solid"/>
                  <a:headEnd type="none" w="med" len="med"/>
                  <a:tailEnd type="none" w="med" len="med"/>
                </a:ln>
              </p:spPr>
            </p:sp>
            <p:sp>
              <p:nvSpPr>
                <p:cNvPr id="103576" name="Rectangle 143"/>
                <p:cNvSpPr/>
                <p:nvPr/>
              </p:nvSpPr>
              <p:spPr>
                <a:xfrm>
                  <a:off x="1743" y="2413"/>
                  <a:ext cx="310"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03577" name="Oval 144"/>
                <p:cNvSpPr/>
                <p:nvPr/>
              </p:nvSpPr>
              <p:spPr>
                <a:xfrm>
                  <a:off x="1740" y="2354"/>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03578" name="Group 145"/>
                <p:cNvGrpSpPr/>
                <p:nvPr/>
              </p:nvGrpSpPr>
              <p:grpSpPr>
                <a:xfrm>
                  <a:off x="1792" y="2276"/>
                  <a:ext cx="219" cy="288"/>
                  <a:chOff x="2948" y="2399"/>
                  <a:chExt cx="220" cy="288"/>
                </a:xfrm>
              </p:grpSpPr>
              <p:sp>
                <p:nvSpPr>
                  <p:cNvPr id="103579" name="Rectangle 146"/>
                  <p:cNvSpPr/>
                  <p:nvPr/>
                </p:nvSpPr>
                <p:spPr>
                  <a:xfrm>
                    <a:off x="2982" y="2490"/>
                    <a:ext cx="144" cy="1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03580" name="Text Box 147"/>
                  <p:cNvSpPr txBox="1"/>
                  <p:nvPr/>
                </p:nvSpPr>
                <p:spPr>
                  <a:xfrm>
                    <a:off x="2948" y="2399"/>
                    <a:ext cx="220"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400" dirty="0">
                        <a:ea typeface="宋体" panose="02010600030101010101" pitchFamily="2" charset="-122"/>
                      </a:rPr>
                      <a:t>z</a:t>
                    </a:r>
                    <a:endParaRPr lang="en-US" altLang="zh-CN" sz="2400" dirty="0">
                      <a:ea typeface="宋体" panose="02010600030101010101" pitchFamily="2" charset="-122"/>
                    </a:endParaRPr>
                  </a:p>
                </p:txBody>
              </p:sp>
            </p:grpSp>
          </p:grpSp>
          <p:sp>
            <p:nvSpPr>
              <p:cNvPr id="103561" name="Text Box 148"/>
              <p:cNvSpPr txBox="1"/>
              <p:nvPr/>
            </p:nvSpPr>
            <p:spPr>
              <a:xfrm>
                <a:off x="731" y="1400"/>
                <a:ext cx="181"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800" dirty="0">
                    <a:ea typeface="宋体" panose="02010600030101010101" pitchFamily="2" charset="-122"/>
                  </a:rPr>
                  <a:t>1</a:t>
                </a:r>
                <a:endParaRPr lang="en-US" altLang="zh-CN" sz="2400" dirty="0">
                  <a:latin typeface="Times New Roman" panose="02020603050405020304" pitchFamily="18" charset="0"/>
                  <a:ea typeface="宋体" panose="02010600030101010101" pitchFamily="2" charset="-122"/>
                </a:endParaRPr>
              </a:p>
            </p:txBody>
          </p:sp>
          <p:sp>
            <p:nvSpPr>
              <p:cNvPr id="103562" name="Text Box 149"/>
              <p:cNvSpPr txBox="1"/>
              <p:nvPr/>
            </p:nvSpPr>
            <p:spPr>
              <a:xfrm>
                <a:off x="192" y="1397"/>
                <a:ext cx="204"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800" dirty="0">
                    <a:ea typeface="宋体" panose="02010600030101010101" pitchFamily="2" charset="-122"/>
                  </a:rPr>
                  <a:t>2</a:t>
                </a:r>
                <a:endParaRPr lang="en-US" altLang="zh-CN" sz="2400" dirty="0">
                  <a:latin typeface="Times New Roman" panose="02020603050405020304" pitchFamily="18" charset="0"/>
                  <a:ea typeface="宋体" panose="02010600030101010101" pitchFamily="2" charset="-122"/>
                </a:endParaRPr>
              </a:p>
            </p:txBody>
          </p:sp>
          <p:sp>
            <p:nvSpPr>
              <p:cNvPr id="103563" name="Text Box 150"/>
              <p:cNvSpPr txBox="1"/>
              <p:nvPr/>
            </p:nvSpPr>
            <p:spPr>
              <a:xfrm>
                <a:off x="477" y="1730"/>
                <a:ext cx="204"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800" dirty="0">
                    <a:ea typeface="宋体" panose="02010600030101010101" pitchFamily="2" charset="-122"/>
                  </a:rPr>
                  <a:t>7</a:t>
                </a:r>
                <a:endParaRPr lang="en-US" altLang="zh-CN" sz="2400" dirty="0">
                  <a:latin typeface="Times New Roman" panose="02020603050405020304" pitchFamily="18" charset="0"/>
                  <a:ea typeface="宋体" panose="02010600030101010101" pitchFamily="2" charset="-122"/>
                </a:endParaRPr>
              </a:p>
            </p:txBody>
          </p:sp>
          <p:grpSp>
            <p:nvGrpSpPr>
              <p:cNvPr id="103564" name="Group 151"/>
              <p:cNvGrpSpPr/>
              <p:nvPr/>
            </p:nvGrpSpPr>
            <p:grpSpPr>
              <a:xfrm>
                <a:off x="408" y="1286"/>
                <a:ext cx="316" cy="250"/>
                <a:chOff x="1740" y="2306"/>
                <a:chExt cx="316" cy="250"/>
              </a:xfrm>
            </p:grpSpPr>
            <p:sp>
              <p:nvSpPr>
                <p:cNvPr id="103565" name="Oval 152"/>
                <p:cNvSpPr/>
                <p:nvPr/>
              </p:nvSpPr>
              <p:spPr>
                <a:xfrm>
                  <a:off x="1743" y="2420"/>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03566" name="Line 153"/>
                <p:cNvSpPr/>
                <p:nvPr/>
              </p:nvSpPr>
              <p:spPr>
                <a:xfrm>
                  <a:off x="1743" y="2413"/>
                  <a:ext cx="0" cy="50"/>
                </a:xfrm>
                <a:prstGeom prst="line">
                  <a:avLst/>
                </a:prstGeom>
                <a:ln w="12700" cap="flat" cmpd="sng">
                  <a:solidFill>
                    <a:schemeClr val="tx1"/>
                  </a:solidFill>
                  <a:prstDash val="solid"/>
                  <a:headEnd type="none" w="med" len="med"/>
                  <a:tailEnd type="none" w="med" len="med"/>
                </a:ln>
              </p:spPr>
            </p:sp>
            <p:sp>
              <p:nvSpPr>
                <p:cNvPr id="103567" name="Line 154"/>
                <p:cNvSpPr/>
                <p:nvPr/>
              </p:nvSpPr>
              <p:spPr>
                <a:xfrm>
                  <a:off x="2056" y="2413"/>
                  <a:ext cx="0" cy="50"/>
                </a:xfrm>
                <a:prstGeom prst="line">
                  <a:avLst/>
                </a:prstGeom>
                <a:ln w="12700" cap="flat" cmpd="sng">
                  <a:solidFill>
                    <a:schemeClr val="tx1"/>
                  </a:solidFill>
                  <a:prstDash val="solid"/>
                  <a:headEnd type="none" w="med" len="med"/>
                  <a:tailEnd type="none" w="med" len="med"/>
                </a:ln>
              </p:spPr>
            </p:sp>
            <p:sp>
              <p:nvSpPr>
                <p:cNvPr id="103568" name="Rectangle 155"/>
                <p:cNvSpPr/>
                <p:nvPr/>
              </p:nvSpPr>
              <p:spPr>
                <a:xfrm>
                  <a:off x="1743" y="2413"/>
                  <a:ext cx="310"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03569" name="Oval 156"/>
                <p:cNvSpPr/>
                <p:nvPr/>
              </p:nvSpPr>
              <p:spPr>
                <a:xfrm>
                  <a:off x="1740" y="2354"/>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03570" name="Group 157"/>
                <p:cNvGrpSpPr/>
                <p:nvPr/>
              </p:nvGrpSpPr>
              <p:grpSpPr>
                <a:xfrm>
                  <a:off x="1802" y="2306"/>
                  <a:ext cx="199" cy="250"/>
                  <a:chOff x="2957" y="2429"/>
                  <a:chExt cx="201" cy="250"/>
                </a:xfrm>
              </p:grpSpPr>
              <p:sp>
                <p:nvSpPr>
                  <p:cNvPr id="103571" name="Rectangle 158"/>
                  <p:cNvSpPr/>
                  <p:nvPr/>
                </p:nvSpPr>
                <p:spPr>
                  <a:xfrm>
                    <a:off x="2982" y="2490"/>
                    <a:ext cx="144" cy="1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03572" name="Text Box 159"/>
                  <p:cNvSpPr txBox="1"/>
                  <p:nvPr/>
                </p:nvSpPr>
                <p:spPr>
                  <a:xfrm>
                    <a:off x="2957" y="2429"/>
                    <a:ext cx="201"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000" dirty="0">
                        <a:ea typeface="宋体" panose="02010600030101010101" pitchFamily="2" charset="-122"/>
                      </a:rPr>
                      <a:t>y</a:t>
                    </a:r>
                    <a:endParaRPr lang="en-US" altLang="zh-CN" sz="2400" dirty="0">
                      <a:latin typeface="Times New Roman" panose="02020603050405020304" pitchFamily="18" charset="0"/>
                      <a:ea typeface="宋体" panose="02010600030101010101" pitchFamily="2" charset="-122"/>
                    </a:endParaRPr>
                  </a:p>
                </p:txBody>
              </p:sp>
            </p:grpSp>
          </p:grpSp>
        </p:grpSp>
      </p:grpSp>
      <p:sp>
        <p:nvSpPr>
          <p:cNvPr id="103537" name="Text Box 160"/>
          <p:cNvSpPr txBox="1"/>
          <p:nvPr/>
        </p:nvSpPr>
        <p:spPr>
          <a:xfrm>
            <a:off x="0" y="685800"/>
            <a:ext cx="1579563"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eaLnBrk="1" hangingPunct="1">
              <a:spcBef>
                <a:spcPct val="0"/>
              </a:spcBef>
              <a:buClrTx/>
              <a:buSzTx/>
              <a:buFontTx/>
              <a:buNone/>
            </a:pPr>
            <a:r>
              <a:rPr lang="en-US" altLang="zh-CN" sz="1800" b="1" u="sng" dirty="0">
                <a:ea typeface="宋体" panose="02010600030101010101" pitchFamily="2" charset="-122"/>
              </a:rPr>
              <a:t>node x table</a:t>
            </a:r>
            <a:endParaRPr lang="en-US" altLang="zh-CN" sz="1800" b="1" u="sng" dirty="0">
              <a:ea typeface="宋体" panose="02010600030101010101" pitchFamily="2" charset="-122"/>
            </a:endParaRPr>
          </a:p>
        </p:txBody>
      </p:sp>
      <p:sp>
        <p:nvSpPr>
          <p:cNvPr id="103538" name="Text Box 161"/>
          <p:cNvSpPr txBox="1"/>
          <p:nvPr/>
        </p:nvSpPr>
        <p:spPr>
          <a:xfrm>
            <a:off x="0" y="2590800"/>
            <a:ext cx="1571625"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eaLnBrk="1" hangingPunct="1">
              <a:spcBef>
                <a:spcPct val="0"/>
              </a:spcBef>
              <a:buClrTx/>
              <a:buSzTx/>
              <a:buFontTx/>
              <a:buNone/>
            </a:pPr>
            <a:r>
              <a:rPr lang="en-US" altLang="zh-CN" sz="1800" b="1" u="sng" dirty="0">
                <a:ea typeface="宋体" panose="02010600030101010101" pitchFamily="2" charset="-122"/>
              </a:rPr>
              <a:t>node y table</a:t>
            </a:r>
            <a:endParaRPr lang="en-US" altLang="zh-CN" sz="1800" b="1" u="sng" dirty="0">
              <a:ea typeface="宋体" panose="02010600030101010101" pitchFamily="2" charset="-122"/>
            </a:endParaRPr>
          </a:p>
        </p:txBody>
      </p:sp>
      <p:sp>
        <p:nvSpPr>
          <p:cNvPr id="103539" name="Text Box 162"/>
          <p:cNvSpPr txBox="1"/>
          <p:nvPr/>
        </p:nvSpPr>
        <p:spPr>
          <a:xfrm>
            <a:off x="0" y="4343400"/>
            <a:ext cx="1566863"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eaLnBrk="1" hangingPunct="1">
              <a:spcBef>
                <a:spcPct val="0"/>
              </a:spcBef>
              <a:buClrTx/>
              <a:buSzTx/>
              <a:buFontTx/>
              <a:buNone/>
            </a:pPr>
            <a:r>
              <a:rPr lang="en-US" altLang="zh-CN" sz="1800" b="1" u="sng" dirty="0">
                <a:ea typeface="宋体" panose="02010600030101010101" pitchFamily="2" charset="-122"/>
              </a:rPr>
              <a:t>node z table</a:t>
            </a:r>
            <a:endParaRPr lang="en-US" altLang="zh-CN" sz="1800" b="1" u="sng" dirty="0">
              <a:ea typeface="宋体" panose="02010600030101010101" pitchFamily="2" charset="-122"/>
            </a:endParaRPr>
          </a:p>
        </p:txBody>
      </p:sp>
      <p:sp>
        <p:nvSpPr>
          <p:cNvPr id="103540" name="Oval 163"/>
          <p:cNvSpPr/>
          <p:nvPr/>
        </p:nvSpPr>
        <p:spPr>
          <a:xfrm>
            <a:off x="1219200" y="1676400"/>
            <a:ext cx="1066800" cy="381000"/>
          </a:xfrm>
          <a:prstGeom prst="ellipse">
            <a:avLst/>
          </a:prstGeom>
          <a:noFill/>
          <a:ln w="9525" cap="flat" cmpd="sng">
            <a:solidFill>
              <a:srgbClr val="FF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03541" name="Oval 164"/>
          <p:cNvSpPr/>
          <p:nvPr/>
        </p:nvSpPr>
        <p:spPr>
          <a:xfrm>
            <a:off x="1219200" y="3733800"/>
            <a:ext cx="1066800" cy="381000"/>
          </a:xfrm>
          <a:prstGeom prst="ellipse">
            <a:avLst/>
          </a:prstGeom>
          <a:noFill/>
          <a:ln w="9525" cap="flat" cmpd="sng">
            <a:solidFill>
              <a:srgbClr val="FF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03542" name="Oval 165"/>
          <p:cNvSpPr/>
          <p:nvPr/>
        </p:nvSpPr>
        <p:spPr>
          <a:xfrm>
            <a:off x="1219200" y="5943600"/>
            <a:ext cx="1066800" cy="381000"/>
          </a:xfrm>
          <a:prstGeom prst="ellipse">
            <a:avLst/>
          </a:prstGeom>
          <a:noFill/>
          <a:ln w="9525" cap="flat" cmpd="sng">
            <a:solidFill>
              <a:srgbClr val="FF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03543" name="Oval 166"/>
          <p:cNvSpPr/>
          <p:nvPr/>
        </p:nvSpPr>
        <p:spPr>
          <a:xfrm>
            <a:off x="3276600" y="1676400"/>
            <a:ext cx="1066800" cy="381000"/>
          </a:xfrm>
          <a:prstGeom prst="ellipse">
            <a:avLst/>
          </a:prstGeom>
          <a:noFill/>
          <a:ln w="9525" cap="flat" cmpd="sng">
            <a:solidFill>
              <a:srgbClr val="FF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03544" name="Oval 167"/>
          <p:cNvSpPr/>
          <p:nvPr/>
        </p:nvSpPr>
        <p:spPr>
          <a:xfrm>
            <a:off x="3200400" y="5867400"/>
            <a:ext cx="1066800" cy="381000"/>
          </a:xfrm>
          <a:prstGeom prst="ellipse">
            <a:avLst/>
          </a:prstGeom>
          <a:noFill/>
          <a:ln w="9525" cap="flat" cmpd="sng">
            <a:solidFill>
              <a:srgbClr val="FF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03545" name="Rectangle 168"/>
          <p:cNvSpPr/>
          <p:nvPr/>
        </p:nvSpPr>
        <p:spPr>
          <a:xfrm>
            <a:off x="1590675" y="187325"/>
            <a:ext cx="4476750" cy="64135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just">
              <a:spcBef>
                <a:spcPct val="0"/>
              </a:spcBef>
              <a:buClrTx/>
              <a:buSzTx/>
              <a:buFontTx/>
              <a:buNone/>
            </a:pPr>
            <a:r>
              <a:rPr lang="fr-FR" altLang="zh-CN" sz="1800" dirty="0">
                <a:solidFill>
                  <a:srgbClr val="000000"/>
                </a:solidFill>
                <a:ea typeface="宋体" panose="02010600030101010101" pitchFamily="2" charset="-122"/>
              </a:rPr>
              <a:t>D</a:t>
            </a:r>
            <a:r>
              <a:rPr lang="fr-FR" altLang="zh-CN" sz="1800" baseline="-25000" dirty="0">
                <a:solidFill>
                  <a:srgbClr val="000000"/>
                </a:solidFill>
                <a:ea typeface="宋体" panose="02010600030101010101" pitchFamily="2" charset="-122"/>
              </a:rPr>
              <a:t>x</a:t>
            </a:r>
            <a:r>
              <a:rPr lang="fr-FR" altLang="zh-CN" sz="1800" dirty="0">
                <a:solidFill>
                  <a:srgbClr val="000000"/>
                </a:solidFill>
                <a:ea typeface="宋体" panose="02010600030101010101" pitchFamily="2" charset="-122"/>
              </a:rPr>
              <a:t>(y) = min{c(x,y) + D</a:t>
            </a:r>
            <a:r>
              <a:rPr lang="fr-FR" altLang="zh-CN" sz="1800" baseline="-25000" dirty="0">
                <a:solidFill>
                  <a:srgbClr val="000000"/>
                </a:solidFill>
                <a:ea typeface="宋体" panose="02010600030101010101" pitchFamily="2" charset="-122"/>
              </a:rPr>
              <a:t>y</a:t>
            </a:r>
            <a:r>
              <a:rPr lang="fr-FR" altLang="zh-CN" sz="1800" dirty="0">
                <a:solidFill>
                  <a:srgbClr val="000000"/>
                </a:solidFill>
                <a:ea typeface="宋体" panose="02010600030101010101" pitchFamily="2" charset="-122"/>
              </a:rPr>
              <a:t>(y), c(x,z) + D</a:t>
            </a:r>
            <a:r>
              <a:rPr lang="fr-FR" altLang="zh-CN" sz="1800" baseline="-25000" dirty="0">
                <a:solidFill>
                  <a:srgbClr val="000000"/>
                </a:solidFill>
                <a:ea typeface="宋体" panose="02010600030101010101" pitchFamily="2" charset="-122"/>
              </a:rPr>
              <a:t>z</a:t>
            </a:r>
            <a:r>
              <a:rPr lang="fr-FR" altLang="zh-CN" sz="1800" dirty="0">
                <a:solidFill>
                  <a:srgbClr val="000000"/>
                </a:solidFill>
                <a:ea typeface="宋体" panose="02010600030101010101" pitchFamily="2" charset="-122"/>
              </a:rPr>
              <a:t>(y)} </a:t>
            </a:r>
            <a:br>
              <a:rPr lang="fr-FR" altLang="zh-CN" sz="1800" dirty="0">
                <a:solidFill>
                  <a:srgbClr val="000000"/>
                </a:solidFill>
                <a:ea typeface="宋体" panose="02010600030101010101" pitchFamily="2" charset="-122"/>
              </a:rPr>
            </a:br>
            <a:r>
              <a:rPr lang="fr-FR" altLang="zh-CN" sz="1800" dirty="0">
                <a:solidFill>
                  <a:srgbClr val="000000"/>
                </a:solidFill>
                <a:ea typeface="宋体" panose="02010600030101010101" pitchFamily="2" charset="-122"/>
              </a:rPr>
              <a:t>             = min{2+0 , 7+1} = 2</a:t>
            </a:r>
            <a:endParaRPr lang="fr-FR" altLang="zh-CN" sz="1800" dirty="0">
              <a:solidFill>
                <a:srgbClr val="000000"/>
              </a:solidFill>
              <a:ea typeface="宋体" panose="02010600030101010101" pitchFamily="2" charset="-122"/>
            </a:endParaRPr>
          </a:p>
        </p:txBody>
      </p:sp>
      <p:sp>
        <p:nvSpPr>
          <p:cNvPr id="103546" name="Line 169"/>
          <p:cNvSpPr/>
          <p:nvPr/>
        </p:nvSpPr>
        <p:spPr>
          <a:xfrm flipH="1">
            <a:off x="3760788" y="809625"/>
            <a:ext cx="809625" cy="966788"/>
          </a:xfrm>
          <a:prstGeom prst="line">
            <a:avLst/>
          </a:prstGeom>
          <a:ln w="12700" cap="flat" cmpd="sng">
            <a:solidFill>
              <a:schemeClr val="accent2"/>
            </a:solidFill>
            <a:prstDash val="solid"/>
            <a:headEnd type="none" w="med" len="med"/>
            <a:tailEnd type="triangle" w="med" len="med"/>
          </a:ln>
        </p:spPr>
      </p:sp>
      <p:sp>
        <p:nvSpPr>
          <p:cNvPr id="103547" name="Rectangle 170"/>
          <p:cNvSpPr/>
          <p:nvPr/>
        </p:nvSpPr>
        <p:spPr>
          <a:xfrm>
            <a:off x="6384925" y="111125"/>
            <a:ext cx="2803525" cy="915988"/>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just">
              <a:spcBef>
                <a:spcPct val="0"/>
              </a:spcBef>
              <a:buClrTx/>
              <a:buSzTx/>
              <a:buFontTx/>
              <a:buNone/>
            </a:pPr>
            <a:r>
              <a:rPr lang="fr-FR" altLang="zh-CN" sz="1800" i="1" dirty="0">
                <a:ea typeface="宋体" panose="02010600030101010101" pitchFamily="2" charset="-122"/>
              </a:rPr>
              <a:t>D</a:t>
            </a:r>
            <a:r>
              <a:rPr lang="fr-FR" altLang="zh-CN" sz="1800" i="1" baseline="-25000" dirty="0">
                <a:ea typeface="宋体" panose="02010600030101010101" pitchFamily="2" charset="-122"/>
              </a:rPr>
              <a:t>x</a:t>
            </a:r>
            <a:r>
              <a:rPr lang="fr-FR" altLang="zh-CN" sz="1800" i="1" dirty="0">
                <a:ea typeface="宋体" panose="02010600030101010101" pitchFamily="2" charset="-122"/>
              </a:rPr>
              <a:t>(z) = </a:t>
            </a:r>
            <a:r>
              <a:rPr lang="fr-FR" altLang="zh-CN" sz="1800" dirty="0">
                <a:ea typeface="宋体" panose="02010600030101010101" pitchFamily="2" charset="-122"/>
              </a:rPr>
              <a:t>min{</a:t>
            </a:r>
            <a:r>
              <a:rPr lang="fr-FR" altLang="zh-CN" sz="1800" i="1" dirty="0">
                <a:ea typeface="宋体" panose="02010600030101010101" pitchFamily="2" charset="-122"/>
              </a:rPr>
              <a:t>c(x,y) + </a:t>
            </a:r>
            <a:br>
              <a:rPr lang="fr-FR" altLang="zh-CN" sz="1800" i="1" dirty="0">
                <a:ea typeface="宋体" panose="02010600030101010101" pitchFamily="2" charset="-122"/>
              </a:rPr>
            </a:br>
            <a:r>
              <a:rPr lang="fr-FR" altLang="zh-CN" sz="1800" i="1" dirty="0">
                <a:ea typeface="宋体" panose="02010600030101010101" pitchFamily="2" charset="-122"/>
              </a:rPr>
              <a:t>      D</a:t>
            </a:r>
            <a:r>
              <a:rPr lang="fr-FR" altLang="zh-CN" sz="1800" i="1" baseline="-25000" dirty="0">
                <a:ea typeface="宋体" panose="02010600030101010101" pitchFamily="2" charset="-122"/>
              </a:rPr>
              <a:t>y</a:t>
            </a:r>
            <a:r>
              <a:rPr lang="fr-FR" altLang="zh-CN" sz="1800" i="1" dirty="0">
                <a:ea typeface="宋体" panose="02010600030101010101" pitchFamily="2" charset="-122"/>
              </a:rPr>
              <a:t>(z), c(x,z) + D</a:t>
            </a:r>
            <a:r>
              <a:rPr lang="fr-FR" altLang="zh-CN" sz="1800" i="1" baseline="-25000" dirty="0">
                <a:ea typeface="宋体" panose="02010600030101010101" pitchFamily="2" charset="-122"/>
              </a:rPr>
              <a:t>z</a:t>
            </a:r>
            <a:r>
              <a:rPr lang="fr-FR" altLang="zh-CN" sz="1800" i="1" dirty="0">
                <a:ea typeface="宋体" panose="02010600030101010101" pitchFamily="2" charset="-122"/>
              </a:rPr>
              <a:t>(z)</a:t>
            </a:r>
            <a:r>
              <a:rPr lang="fr-FR" altLang="zh-CN" sz="1800" dirty="0">
                <a:ea typeface="宋体" panose="02010600030101010101" pitchFamily="2" charset="-122"/>
              </a:rPr>
              <a:t>} </a:t>
            </a:r>
            <a:endParaRPr lang="fr-FR" altLang="zh-CN" sz="1800" dirty="0">
              <a:ea typeface="宋体" panose="02010600030101010101" pitchFamily="2" charset="-122"/>
            </a:endParaRPr>
          </a:p>
          <a:p>
            <a:pPr marL="0" lvl="0" indent="0" algn="just">
              <a:spcBef>
                <a:spcPct val="0"/>
              </a:spcBef>
              <a:buClrTx/>
              <a:buSzTx/>
              <a:buFontTx/>
              <a:buNone/>
            </a:pPr>
            <a:r>
              <a:rPr lang="fr-FR" altLang="zh-CN" sz="1800" dirty="0">
                <a:ea typeface="宋体" panose="02010600030101010101" pitchFamily="2" charset="-122"/>
              </a:rPr>
              <a:t>= min{2+1 , 7+0} = 3</a:t>
            </a:r>
            <a:endParaRPr lang="fr-FR" altLang="zh-CN" sz="1800" dirty="0">
              <a:ea typeface="宋体" panose="02010600030101010101" pitchFamily="2" charset="-122"/>
            </a:endParaRPr>
          </a:p>
        </p:txBody>
      </p:sp>
      <p:sp>
        <p:nvSpPr>
          <p:cNvPr id="103548" name="Line 171"/>
          <p:cNvSpPr/>
          <p:nvPr/>
        </p:nvSpPr>
        <p:spPr>
          <a:xfrm flipH="1">
            <a:off x="4179888" y="482600"/>
            <a:ext cx="2586037" cy="1333500"/>
          </a:xfrm>
          <a:prstGeom prst="line">
            <a:avLst/>
          </a:prstGeom>
          <a:ln w="9525" cap="flat" cmpd="sng">
            <a:solidFill>
              <a:schemeClr val="accent2"/>
            </a:solidFill>
            <a:prstDash val="solid"/>
            <a:headEnd type="none" w="med" len="med"/>
            <a:tailEnd type="triangle" w="med" len="med"/>
          </a:ln>
        </p:spPr>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4450" name="页脚占位符 3"/>
          <p:cNvSpPr txBox="1">
            <a:spLocks noGrp="1"/>
          </p:cNvSpPr>
          <p:nvPr>
            <p:ph type="ftr" sz="quarter" idx="11"/>
          </p:nvPr>
        </p:nvSpPr>
        <p:spPr/>
        <p:txBody>
          <a:bodyPr/>
          <a:p>
            <a:pPr marL="0" indent="0" algn="r">
              <a:spcBef>
                <a:spcPct val="0"/>
              </a:spcBef>
              <a:buClrTx/>
              <a:buSzTx/>
              <a:buFontTx/>
              <a:buNone/>
            </a:pPr>
            <a:r>
              <a:rPr lang="en-US" altLang="zh-CN" sz="1400" dirty="0">
                <a:ea typeface="宋体" panose="02010600030101010101" pitchFamily="2" charset="-122"/>
              </a:rPr>
              <a:t>Network Layer</a:t>
            </a:r>
            <a:endParaRPr lang="en-US" altLang="zh-CN" sz="1400" dirty="0">
              <a:latin typeface="Times New Roman" panose="02020603050405020304" pitchFamily="18" charset="0"/>
              <a:ea typeface="宋体" panose="02010600030101010101" pitchFamily="2" charset="-122"/>
            </a:endParaRPr>
          </a:p>
        </p:txBody>
      </p:sp>
      <p:sp>
        <p:nvSpPr>
          <p:cNvPr id="104451" name="灯片编号占位符 4"/>
          <p:cNvSpPr txBox="1">
            <a:spLocks noGrp="1"/>
          </p:cNvSpPr>
          <p:nvPr>
            <p:ph type="sldNum" sz="quarter" idx="12"/>
          </p:nvPr>
        </p:nvSpPr>
        <p:spPr/>
        <p:txBody>
          <a:bodyPr/>
          <a:p>
            <a:pPr marL="0" indent="0" algn="r">
              <a:spcBef>
                <a:spcPct val="0"/>
              </a:spcBef>
              <a:buClrTx/>
              <a:buSzTx/>
              <a:buFontTx/>
              <a:buNone/>
            </a:pPr>
            <a:r>
              <a:rPr lang="en-US" altLang="zh-CN" sz="1400" dirty="0">
                <a:ea typeface="宋体" panose="02010600030101010101" pitchFamily="2" charset="-122"/>
              </a:rPr>
              <a:t>4-</a:t>
            </a: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104452" name="Rectangle 2"/>
          <p:cNvSpPr>
            <a:spLocks noGrp="1"/>
          </p:cNvSpPr>
          <p:nvPr>
            <p:ph type="title"/>
          </p:nvPr>
        </p:nvSpPr>
        <p:spPr/>
        <p:txBody>
          <a:bodyPr vert="horz" wrap="square" lIns="91440" tIns="45720" rIns="91440" bIns="45720" anchor="ctr" anchorCtr="0"/>
          <a:p>
            <a:r>
              <a:rPr lang="en-US" altLang="zh-CN" sz="3200" dirty="0">
                <a:ea typeface="宋体" panose="02010600030101010101" pitchFamily="2" charset="-122"/>
              </a:rPr>
              <a:t>Distance Vector: link cost changes</a:t>
            </a:r>
            <a:endParaRPr lang="en-US" altLang="zh-CN" dirty="0">
              <a:ea typeface="宋体" panose="02010600030101010101" pitchFamily="2" charset="-122"/>
            </a:endParaRPr>
          </a:p>
        </p:txBody>
      </p:sp>
      <p:sp>
        <p:nvSpPr>
          <p:cNvPr id="104453" name="Rectangle 3"/>
          <p:cNvSpPr/>
          <p:nvPr/>
        </p:nvSpPr>
        <p:spPr>
          <a:xfrm>
            <a:off x="552450" y="1400175"/>
            <a:ext cx="4867275" cy="2524125"/>
          </a:xfrm>
          <a:prstGeom prst="rect">
            <a:avLst/>
          </a:prstGeom>
          <a:noFill/>
          <a:ln w="9525">
            <a:noFill/>
          </a:ln>
        </p:spPr>
        <p:txBody>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342900" lvl="0" indent="-342900">
              <a:buNone/>
            </a:pPr>
            <a:r>
              <a:rPr lang="en-US" altLang="zh-CN" sz="2400" dirty="0">
                <a:solidFill>
                  <a:srgbClr val="FF0000"/>
                </a:solidFill>
                <a:ea typeface="宋体" panose="02010600030101010101" pitchFamily="2" charset="-122"/>
              </a:rPr>
              <a:t>Link cost changes:</a:t>
            </a:r>
            <a:endParaRPr lang="en-US" altLang="zh-CN" sz="2000" dirty="0">
              <a:ea typeface="宋体" panose="02010600030101010101" pitchFamily="2" charset="-122"/>
            </a:endParaRPr>
          </a:p>
          <a:p>
            <a:pPr marL="342900" lvl="0" indent="-342900">
              <a:buFont typeface="ZapfDingbats"/>
              <a:buChar char="r"/>
            </a:pPr>
            <a:r>
              <a:rPr lang="en-US" altLang="zh-CN" sz="2000" dirty="0">
                <a:ea typeface="宋体" panose="02010600030101010101" pitchFamily="2" charset="-122"/>
              </a:rPr>
              <a:t>node detects local link cost change </a:t>
            </a:r>
            <a:endParaRPr lang="en-US" altLang="zh-CN" sz="2000" dirty="0">
              <a:ea typeface="宋体" panose="02010600030101010101" pitchFamily="2" charset="-122"/>
            </a:endParaRPr>
          </a:p>
          <a:p>
            <a:pPr marL="342900" lvl="0" indent="-342900">
              <a:buFont typeface="ZapfDingbats"/>
              <a:buChar char="r"/>
            </a:pPr>
            <a:r>
              <a:rPr lang="en-US" altLang="zh-CN" sz="2000" dirty="0">
                <a:ea typeface="宋体" panose="02010600030101010101" pitchFamily="2" charset="-122"/>
              </a:rPr>
              <a:t>updates routing info, recalculates </a:t>
            </a:r>
            <a:br>
              <a:rPr lang="en-US" altLang="zh-CN" sz="2000" dirty="0">
                <a:ea typeface="宋体" panose="02010600030101010101" pitchFamily="2" charset="-122"/>
              </a:rPr>
            </a:br>
            <a:r>
              <a:rPr lang="en-US" altLang="zh-CN" sz="2000" dirty="0">
                <a:ea typeface="宋体" panose="02010600030101010101" pitchFamily="2" charset="-122"/>
              </a:rPr>
              <a:t>distance vector</a:t>
            </a:r>
            <a:endParaRPr lang="en-US" altLang="zh-CN" sz="2000" dirty="0">
              <a:ea typeface="宋体" panose="02010600030101010101" pitchFamily="2" charset="-122"/>
            </a:endParaRPr>
          </a:p>
          <a:p>
            <a:pPr marL="342900" lvl="0" indent="-342900">
              <a:buFont typeface="ZapfDingbats"/>
              <a:buChar char="r"/>
            </a:pPr>
            <a:r>
              <a:rPr lang="en-US" altLang="zh-CN" sz="2000" dirty="0">
                <a:ea typeface="宋体" panose="02010600030101010101" pitchFamily="2" charset="-122"/>
              </a:rPr>
              <a:t>if DV changes, notify neighbors </a:t>
            </a:r>
            <a:endParaRPr lang="en-US" altLang="zh-CN" sz="2400" dirty="0">
              <a:ea typeface="宋体" panose="02010600030101010101" pitchFamily="2" charset="-122"/>
            </a:endParaRPr>
          </a:p>
        </p:txBody>
      </p:sp>
      <p:sp>
        <p:nvSpPr>
          <p:cNvPr id="104454" name="Text Box 4"/>
          <p:cNvSpPr txBox="1"/>
          <p:nvPr/>
        </p:nvSpPr>
        <p:spPr>
          <a:xfrm>
            <a:off x="269875" y="3827463"/>
            <a:ext cx="1174750" cy="15525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2400" dirty="0">
                <a:solidFill>
                  <a:schemeClr val="accent2"/>
                </a:solidFill>
                <a:ea typeface="宋体" panose="02010600030101010101" pitchFamily="2" charset="-122"/>
              </a:rPr>
              <a:t>“good</a:t>
            </a:r>
            <a:endParaRPr lang="en-US" altLang="zh-CN" sz="2400" dirty="0">
              <a:solidFill>
                <a:schemeClr val="accent2"/>
              </a:solidFill>
              <a:ea typeface="宋体" panose="02010600030101010101" pitchFamily="2" charset="-122"/>
            </a:endParaRPr>
          </a:p>
          <a:p>
            <a:pPr marL="0" lvl="0" indent="0">
              <a:spcBef>
                <a:spcPct val="0"/>
              </a:spcBef>
              <a:buClrTx/>
              <a:buSzTx/>
              <a:buFontTx/>
              <a:buNone/>
            </a:pPr>
            <a:r>
              <a:rPr lang="en-US" altLang="zh-CN" sz="2400" dirty="0">
                <a:solidFill>
                  <a:schemeClr val="accent2"/>
                </a:solidFill>
                <a:ea typeface="宋体" panose="02010600030101010101" pitchFamily="2" charset="-122"/>
              </a:rPr>
              <a:t>news </a:t>
            </a:r>
            <a:endParaRPr lang="en-US" altLang="zh-CN" sz="2400" dirty="0">
              <a:solidFill>
                <a:schemeClr val="accent2"/>
              </a:solidFill>
              <a:ea typeface="宋体" panose="02010600030101010101" pitchFamily="2" charset="-122"/>
            </a:endParaRPr>
          </a:p>
          <a:p>
            <a:pPr marL="0" lvl="0" indent="0">
              <a:spcBef>
                <a:spcPct val="0"/>
              </a:spcBef>
              <a:buClrTx/>
              <a:buSzTx/>
              <a:buFontTx/>
              <a:buNone/>
            </a:pPr>
            <a:r>
              <a:rPr lang="en-US" altLang="zh-CN" sz="2400" dirty="0">
                <a:solidFill>
                  <a:schemeClr val="accent2"/>
                </a:solidFill>
                <a:ea typeface="宋体" panose="02010600030101010101" pitchFamily="2" charset="-122"/>
              </a:rPr>
              <a:t>travels</a:t>
            </a:r>
            <a:endParaRPr lang="en-US" altLang="zh-CN" sz="2400" dirty="0">
              <a:solidFill>
                <a:schemeClr val="accent2"/>
              </a:solidFill>
              <a:ea typeface="宋体" panose="02010600030101010101" pitchFamily="2" charset="-122"/>
            </a:endParaRPr>
          </a:p>
          <a:p>
            <a:pPr marL="0" lvl="0" indent="0">
              <a:spcBef>
                <a:spcPct val="0"/>
              </a:spcBef>
              <a:buClrTx/>
              <a:buSzTx/>
              <a:buFontTx/>
              <a:buNone/>
            </a:pPr>
            <a:r>
              <a:rPr lang="en-US" altLang="zh-CN" sz="2400" dirty="0">
                <a:solidFill>
                  <a:schemeClr val="accent2"/>
                </a:solidFill>
                <a:ea typeface="宋体" panose="02010600030101010101" pitchFamily="2" charset="-122"/>
              </a:rPr>
              <a:t>fast”</a:t>
            </a:r>
            <a:endParaRPr lang="en-US" altLang="zh-CN" sz="1600" dirty="0">
              <a:solidFill>
                <a:schemeClr val="accent2"/>
              </a:solidFill>
              <a:ea typeface="宋体" panose="02010600030101010101" pitchFamily="2" charset="-122"/>
            </a:endParaRPr>
          </a:p>
        </p:txBody>
      </p:sp>
      <p:grpSp>
        <p:nvGrpSpPr>
          <p:cNvPr id="104455" name="Group 5"/>
          <p:cNvGrpSpPr/>
          <p:nvPr/>
        </p:nvGrpSpPr>
        <p:grpSpPr>
          <a:xfrm>
            <a:off x="5838825" y="1609725"/>
            <a:ext cx="2184400" cy="1314450"/>
            <a:chOff x="3625" y="1076"/>
            <a:chExt cx="1376" cy="828"/>
          </a:xfrm>
        </p:grpSpPr>
        <p:sp>
          <p:nvSpPr>
            <p:cNvPr id="104459" name="Freeform 6"/>
            <p:cNvSpPr/>
            <p:nvPr/>
          </p:nvSpPr>
          <p:spPr>
            <a:xfrm>
              <a:off x="3625" y="1140"/>
              <a:ext cx="1376" cy="764"/>
            </a:xfrm>
            <a:custGeom>
              <a:avLst/>
              <a:gdLst/>
              <a:ahLst/>
              <a:cxnLst>
                <a:cxn ang="0">
                  <a:pos x="113" y="348"/>
                </a:cxn>
                <a:cxn ang="0">
                  <a:pos x="395" y="162"/>
                </a:cxn>
                <a:cxn ang="0">
                  <a:pos x="710" y="9"/>
                </a:cxn>
                <a:cxn ang="0">
                  <a:pos x="1160" y="219"/>
                </a:cxn>
                <a:cxn ang="0">
                  <a:pos x="1367" y="510"/>
                </a:cxn>
                <a:cxn ang="0">
                  <a:pos x="1103" y="726"/>
                </a:cxn>
                <a:cxn ang="0">
                  <a:pos x="578" y="738"/>
                </a:cxn>
                <a:cxn ang="0">
                  <a:pos x="77" y="630"/>
                </a:cxn>
                <a:cxn ang="0">
                  <a:pos x="113" y="348"/>
                </a:cxn>
              </a:cxnLst>
              <a:pathLst>
                <a:path w="1376" h="764">
                  <a:moveTo>
                    <a:pt x="113" y="348"/>
                  </a:moveTo>
                  <a:cubicBezTo>
                    <a:pt x="166" y="270"/>
                    <a:pt x="296" y="218"/>
                    <a:pt x="395" y="162"/>
                  </a:cubicBezTo>
                  <a:cubicBezTo>
                    <a:pt x="494" y="106"/>
                    <a:pt x="583" y="0"/>
                    <a:pt x="710" y="9"/>
                  </a:cubicBezTo>
                  <a:cubicBezTo>
                    <a:pt x="837" y="18"/>
                    <a:pt x="1051" y="136"/>
                    <a:pt x="1160" y="219"/>
                  </a:cubicBezTo>
                  <a:cubicBezTo>
                    <a:pt x="1269" y="302"/>
                    <a:pt x="1376" y="426"/>
                    <a:pt x="1367" y="510"/>
                  </a:cubicBezTo>
                  <a:cubicBezTo>
                    <a:pt x="1358" y="594"/>
                    <a:pt x="1234" y="688"/>
                    <a:pt x="1103" y="726"/>
                  </a:cubicBezTo>
                  <a:cubicBezTo>
                    <a:pt x="972" y="764"/>
                    <a:pt x="749" y="754"/>
                    <a:pt x="578" y="738"/>
                  </a:cubicBezTo>
                  <a:cubicBezTo>
                    <a:pt x="407" y="722"/>
                    <a:pt x="154" y="695"/>
                    <a:pt x="77" y="630"/>
                  </a:cubicBezTo>
                  <a:cubicBezTo>
                    <a:pt x="0" y="565"/>
                    <a:pt x="60" y="426"/>
                    <a:pt x="113" y="348"/>
                  </a:cubicBezTo>
                  <a:close/>
                </a:path>
              </a:pathLst>
            </a:custGeom>
            <a:solidFill>
              <a:srgbClr val="66CCFF">
                <a:alpha val="100000"/>
              </a:srgbClr>
            </a:solidFill>
            <a:ln w="9525">
              <a:noFill/>
            </a:ln>
          </p:spPr>
          <p:txBody>
            <a:bodyPr/>
            <a:p>
              <a:endParaRPr lang="zh-CN" altLang="en-US"/>
            </a:p>
          </p:txBody>
        </p:sp>
        <p:sp>
          <p:nvSpPr>
            <p:cNvPr id="104460" name="Freeform 7"/>
            <p:cNvSpPr/>
            <p:nvPr/>
          </p:nvSpPr>
          <p:spPr>
            <a:xfrm>
              <a:off x="3984" y="1404"/>
              <a:ext cx="222" cy="180"/>
            </a:xfrm>
            <a:custGeom>
              <a:avLst/>
              <a:gdLst/>
              <a:ahLst/>
              <a:cxnLst>
                <a:cxn ang="0">
                  <a:pos x="0" y="180"/>
                </a:cxn>
                <a:cxn ang="0">
                  <a:pos x="222" y="0"/>
                </a:cxn>
              </a:cxnLst>
              <a:pathLst>
                <a:path w="222" h="180">
                  <a:moveTo>
                    <a:pt x="0" y="180"/>
                  </a:moveTo>
                  <a:lnTo>
                    <a:pt x="222" y="0"/>
                  </a:lnTo>
                </a:path>
              </a:pathLst>
            </a:custGeom>
            <a:noFill/>
            <a:ln w="12700" cap="flat" cmpd="sng">
              <a:solidFill>
                <a:schemeClr val="tx1">
                  <a:alpha val="100000"/>
                </a:schemeClr>
              </a:solidFill>
              <a:prstDash val="solid"/>
              <a:round/>
              <a:headEnd type="none" w="med" len="med"/>
              <a:tailEnd type="none" w="med" len="med"/>
            </a:ln>
          </p:spPr>
          <p:txBody>
            <a:bodyPr/>
            <a:p>
              <a:endParaRPr lang="zh-CN" altLang="en-US"/>
            </a:p>
          </p:txBody>
        </p:sp>
        <p:sp>
          <p:nvSpPr>
            <p:cNvPr id="104461" name="Oval 8"/>
            <p:cNvSpPr/>
            <p:nvPr/>
          </p:nvSpPr>
          <p:spPr>
            <a:xfrm>
              <a:off x="3724" y="1640"/>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04462" name="Line 9"/>
            <p:cNvSpPr/>
            <p:nvPr/>
          </p:nvSpPr>
          <p:spPr>
            <a:xfrm>
              <a:off x="3724" y="1633"/>
              <a:ext cx="1" cy="50"/>
            </a:xfrm>
            <a:prstGeom prst="line">
              <a:avLst/>
            </a:prstGeom>
            <a:ln w="12700" cap="flat" cmpd="sng">
              <a:solidFill>
                <a:schemeClr val="tx1"/>
              </a:solidFill>
              <a:prstDash val="solid"/>
              <a:headEnd type="none" w="med" len="med"/>
              <a:tailEnd type="none" w="med" len="med"/>
            </a:ln>
          </p:spPr>
        </p:sp>
        <p:sp>
          <p:nvSpPr>
            <p:cNvPr id="104463" name="Line 10"/>
            <p:cNvSpPr/>
            <p:nvPr/>
          </p:nvSpPr>
          <p:spPr>
            <a:xfrm>
              <a:off x="4037" y="1633"/>
              <a:ext cx="1" cy="50"/>
            </a:xfrm>
            <a:prstGeom prst="line">
              <a:avLst/>
            </a:prstGeom>
            <a:ln w="12700" cap="flat" cmpd="sng">
              <a:solidFill>
                <a:schemeClr val="tx1"/>
              </a:solidFill>
              <a:prstDash val="solid"/>
              <a:headEnd type="none" w="med" len="med"/>
              <a:tailEnd type="none" w="med" len="med"/>
            </a:ln>
          </p:spPr>
        </p:sp>
        <p:sp>
          <p:nvSpPr>
            <p:cNvPr id="104464" name="Rectangle 11"/>
            <p:cNvSpPr/>
            <p:nvPr/>
          </p:nvSpPr>
          <p:spPr>
            <a:xfrm>
              <a:off x="3724" y="1633"/>
              <a:ext cx="310"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04465" name="Oval 12"/>
            <p:cNvSpPr/>
            <p:nvPr/>
          </p:nvSpPr>
          <p:spPr>
            <a:xfrm>
              <a:off x="3721" y="1574"/>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04466" name="Freeform 13"/>
            <p:cNvSpPr/>
            <p:nvPr/>
          </p:nvSpPr>
          <p:spPr>
            <a:xfrm>
              <a:off x="4389" y="1404"/>
              <a:ext cx="216" cy="189"/>
            </a:xfrm>
            <a:custGeom>
              <a:avLst/>
              <a:gdLst/>
              <a:ahLst/>
              <a:cxnLst>
                <a:cxn ang="0">
                  <a:pos x="0" y="0"/>
                </a:cxn>
                <a:cxn ang="0">
                  <a:pos x="216" y="189"/>
                </a:cxn>
              </a:cxnLst>
              <a:pathLst>
                <a:path w="216" h="189">
                  <a:moveTo>
                    <a:pt x="0" y="0"/>
                  </a:moveTo>
                  <a:lnTo>
                    <a:pt x="216" y="189"/>
                  </a:lnTo>
                </a:path>
              </a:pathLst>
            </a:custGeom>
            <a:noFill/>
            <a:ln w="12700" cap="flat" cmpd="sng">
              <a:solidFill>
                <a:schemeClr val="tx1">
                  <a:alpha val="100000"/>
                </a:schemeClr>
              </a:solidFill>
              <a:prstDash val="solid"/>
              <a:round/>
              <a:headEnd type="none" w="med" len="med"/>
              <a:tailEnd type="none" w="med" len="med"/>
            </a:ln>
          </p:spPr>
          <p:txBody>
            <a:bodyPr/>
            <a:p>
              <a:endParaRPr lang="zh-CN" altLang="en-US"/>
            </a:p>
          </p:txBody>
        </p:sp>
        <p:sp>
          <p:nvSpPr>
            <p:cNvPr id="104467" name="Freeform 14"/>
            <p:cNvSpPr/>
            <p:nvPr/>
          </p:nvSpPr>
          <p:spPr>
            <a:xfrm>
              <a:off x="4041" y="1668"/>
              <a:ext cx="540" cy="3"/>
            </a:xfrm>
            <a:custGeom>
              <a:avLst/>
              <a:gdLst/>
              <a:ahLst/>
              <a:cxnLst>
                <a:cxn ang="0">
                  <a:pos x="540" y="3"/>
                </a:cxn>
                <a:cxn ang="0">
                  <a:pos x="0" y="0"/>
                </a:cxn>
              </a:cxnLst>
              <a:pathLst>
                <a:path w="540" h="3">
                  <a:moveTo>
                    <a:pt x="540" y="3"/>
                  </a:moveTo>
                  <a:lnTo>
                    <a:pt x="0" y="0"/>
                  </a:lnTo>
                </a:path>
              </a:pathLst>
            </a:custGeom>
            <a:noFill/>
            <a:ln w="12700" cap="flat" cmpd="sng">
              <a:solidFill>
                <a:schemeClr val="tx1">
                  <a:alpha val="100000"/>
                </a:schemeClr>
              </a:solidFill>
              <a:prstDash val="solid"/>
              <a:round/>
              <a:headEnd type="none" w="med" len="med"/>
              <a:tailEnd type="none" w="med" len="med"/>
            </a:ln>
          </p:spPr>
          <p:txBody>
            <a:bodyPr/>
            <a:p>
              <a:endParaRPr lang="zh-CN" altLang="en-US"/>
            </a:p>
          </p:txBody>
        </p:sp>
        <p:grpSp>
          <p:nvGrpSpPr>
            <p:cNvPr id="104468" name="Group 15"/>
            <p:cNvGrpSpPr/>
            <p:nvPr/>
          </p:nvGrpSpPr>
          <p:grpSpPr>
            <a:xfrm>
              <a:off x="3770" y="1526"/>
              <a:ext cx="210" cy="250"/>
              <a:chOff x="2951" y="2429"/>
              <a:chExt cx="213" cy="250"/>
            </a:xfrm>
          </p:grpSpPr>
          <p:sp>
            <p:nvSpPr>
              <p:cNvPr id="104492" name="Rectangle 16"/>
              <p:cNvSpPr/>
              <p:nvPr/>
            </p:nvSpPr>
            <p:spPr>
              <a:xfrm>
                <a:off x="2982" y="2490"/>
                <a:ext cx="144" cy="1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04493" name="Text Box 17"/>
              <p:cNvSpPr txBox="1"/>
              <p:nvPr/>
            </p:nvSpPr>
            <p:spPr>
              <a:xfrm>
                <a:off x="2951" y="2429"/>
                <a:ext cx="213"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000" dirty="0">
                    <a:ea typeface="宋体" panose="02010600030101010101" pitchFamily="2" charset="-122"/>
                  </a:rPr>
                  <a:t>x</a:t>
                </a:r>
                <a:endParaRPr lang="en-US" altLang="zh-CN" sz="2400" dirty="0">
                  <a:latin typeface="Times New Roman" panose="02020603050405020304" pitchFamily="18" charset="0"/>
                  <a:ea typeface="宋体" panose="02010600030101010101" pitchFamily="2" charset="-122"/>
                </a:endParaRPr>
              </a:p>
            </p:txBody>
          </p:sp>
        </p:grpSp>
        <p:grpSp>
          <p:nvGrpSpPr>
            <p:cNvPr id="104469" name="Group 18"/>
            <p:cNvGrpSpPr/>
            <p:nvPr/>
          </p:nvGrpSpPr>
          <p:grpSpPr>
            <a:xfrm>
              <a:off x="4566" y="1538"/>
              <a:ext cx="316" cy="250"/>
              <a:chOff x="1740" y="2306"/>
              <a:chExt cx="316" cy="250"/>
            </a:xfrm>
          </p:grpSpPr>
          <p:sp>
            <p:nvSpPr>
              <p:cNvPr id="104484" name="Oval 19"/>
              <p:cNvSpPr/>
              <p:nvPr/>
            </p:nvSpPr>
            <p:spPr>
              <a:xfrm>
                <a:off x="1743" y="2420"/>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04485" name="Line 20"/>
              <p:cNvSpPr/>
              <p:nvPr/>
            </p:nvSpPr>
            <p:spPr>
              <a:xfrm>
                <a:off x="1743" y="2413"/>
                <a:ext cx="0" cy="50"/>
              </a:xfrm>
              <a:prstGeom prst="line">
                <a:avLst/>
              </a:prstGeom>
              <a:ln w="12700" cap="flat" cmpd="sng">
                <a:solidFill>
                  <a:schemeClr val="tx1"/>
                </a:solidFill>
                <a:prstDash val="solid"/>
                <a:headEnd type="none" w="med" len="med"/>
                <a:tailEnd type="none" w="med" len="med"/>
              </a:ln>
            </p:spPr>
          </p:sp>
          <p:sp>
            <p:nvSpPr>
              <p:cNvPr id="104486" name="Line 21"/>
              <p:cNvSpPr/>
              <p:nvPr/>
            </p:nvSpPr>
            <p:spPr>
              <a:xfrm>
                <a:off x="2056" y="2413"/>
                <a:ext cx="0" cy="50"/>
              </a:xfrm>
              <a:prstGeom prst="line">
                <a:avLst/>
              </a:prstGeom>
              <a:ln w="12700" cap="flat" cmpd="sng">
                <a:solidFill>
                  <a:schemeClr val="tx1"/>
                </a:solidFill>
                <a:prstDash val="solid"/>
                <a:headEnd type="none" w="med" len="med"/>
                <a:tailEnd type="none" w="med" len="med"/>
              </a:ln>
            </p:spPr>
          </p:sp>
          <p:sp>
            <p:nvSpPr>
              <p:cNvPr id="104487" name="Rectangle 22"/>
              <p:cNvSpPr/>
              <p:nvPr/>
            </p:nvSpPr>
            <p:spPr>
              <a:xfrm>
                <a:off x="1743" y="2413"/>
                <a:ext cx="310"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04488" name="Oval 23"/>
              <p:cNvSpPr/>
              <p:nvPr/>
            </p:nvSpPr>
            <p:spPr>
              <a:xfrm>
                <a:off x="1740" y="2354"/>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04489" name="Group 24"/>
              <p:cNvGrpSpPr/>
              <p:nvPr/>
            </p:nvGrpSpPr>
            <p:grpSpPr>
              <a:xfrm>
                <a:off x="1800" y="2306"/>
                <a:ext cx="202" cy="250"/>
                <a:chOff x="2955" y="2429"/>
                <a:chExt cx="205" cy="250"/>
              </a:xfrm>
            </p:grpSpPr>
            <p:sp>
              <p:nvSpPr>
                <p:cNvPr id="104490" name="Rectangle 25"/>
                <p:cNvSpPr/>
                <p:nvPr/>
              </p:nvSpPr>
              <p:spPr>
                <a:xfrm>
                  <a:off x="2982" y="2490"/>
                  <a:ext cx="144" cy="1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04491" name="Text Box 26"/>
                <p:cNvSpPr txBox="1"/>
                <p:nvPr/>
              </p:nvSpPr>
              <p:spPr>
                <a:xfrm>
                  <a:off x="2955" y="2429"/>
                  <a:ext cx="205"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000" dirty="0">
                      <a:ea typeface="宋体" panose="02010600030101010101" pitchFamily="2" charset="-122"/>
                    </a:rPr>
                    <a:t>z</a:t>
                  </a:r>
                  <a:endParaRPr lang="en-US" altLang="zh-CN" sz="2400" dirty="0">
                    <a:latin typeface="Times New Roman" panose="02020603050405020304" pitchFamily="18" charset="0"/>
                    <a:ea typeface="宋体" panose="02010600030101010101" pitchFamily="2" charset="-122"/>
                  </a:endParaRPr>
                </a:p>
              </p:txBody>
            </p:sp>
          </p:grpSp>
        </p:grpSp>
        <p:sp>
          <p:nvSpPr>
            <p:cNvPr id="104470" name="Text Box 27"/>
            <p:cNvSpPr txBox="1"/>
            <p:nvPr/>
          </p:nvSpPr>
          <p:spPr>
            <a:xfrm>
              <a:off x="4469" y="1328"/>
              <a:ext cx="181"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800" dirty="0">
                  <a:ea typeface="宋体" panose="02010600030101010101" pitchFamily="2" charset="-122"/>
                </a:rPr>
                <a:t>1</a:t>
              </a:r>
              <a:endParaRPr lang="en-US" altLang="zh-CN" sz="2400" dirty="0">
                <a:latin typeface="Times New Roman" panose="02020603050405020304" pitchFamily="18" charset="0"/>
                <a:ea typeface="宋体" panose="02010600030101010101" pitchFamily="2" charset="-122"/>
              </a:endParaRPr>
            </a:p>
          </p:txBody>
        </p:sp>
        <p:sp>
          <p:nvSpPr>
            <p:cNvPr id="104471" name="Text Box 28"/>
            <p:cNvSpPr txBox="1"/>
            <p:nvPr/>
          </p:nvSpPr>
          <p:spPr>
            <a:xfrm>
              <a:off x="3930" y="1325"/>
              <a:ext cx="204"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800" dirty="0">
                  <a:ea typeface="宋体" panose="02010600030101010101" pitchFamily="2" charset="-122"/>
                </a:rPr>
                <a:t>4</a:t>
              </a:r>
              <a:endParaRPr lang="en-US" altLang="zh-CN" sz="2400" dirty="0">
                <a:latin typeface="Times New Roman" panose="02020603050405020304" pitchFamily="18" charset="0"/>
                <a:ea typeface="宋体" panose="02010600030101010101" pitchFamily="2" charset="-122"/>
              </a:endParaRPr>
            </a:p>
          </p:txBody>
        </p:sp>
        <p:sp>
          <p:nvSpPr>
            <p:cNvPr id="104472" name="Text Box 29"/>
            <p:cNvSpPr txBox="1"/>
            <p:nvPr/>
          </p:nvSpPr>
          <p:spPr>
            <a:xfrm>
              <a:off x="4171" y="1658"/>
              <a:ext cx="292"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800" dirty="0">
                  <a:ea typeface="宋体" panose="02010600030101010101" pitchFamily="2" charset="-122"/>
                </a:rPr>
                <a:t>50</a:t>
              </a:r>
              <a:endParaRPr lang="en-US" altLang="zh-CN" sz="2400" dirty="0">
                <a:latin typeface="Times New Roman" panose="02020603050405020304" pitchFamily="18" charset="0"/>
                <a:ea typeface="宋体" panose="02010600030101010101" pitchFamily="2" charset="-122"/>
              </a:endParaRPr>
            </a:p>
          </p:txBody>
        </p:sp>
        <p:grpSp>
          <p:nvGrpSpPr>
            <p:cNvPr id="104473" name="Group 30"/>
            <p:cNvGrpSpPr/>
            <p:nvPr/>
          </p:nvGrpSpPr>
          <p:grpSpPr>
            <a:xfrm>
              <a:off x="4146" y="1214"/>
              <a:ext cx="316" cy="250"/>
              <a:chOff x="1740" y="2306"/>
              <a:chExt cx="316" cy="250"/>
            </a:xfrm>
          </p:grpSpPr>
          <p:sp>
            <p:nvSpPr>
              <p:cNvPr id="104476" name="Oval 31"/>
              <p:cNvSpPr/>
              <p:nvPr/>
            </p:nvSpPr>
            <p:spPr>
              <a:xfrm>
                <a:off x="1743" y="2420"/>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04477" name="Line 32"/>
              <p:cNvSpPr/>
              <p:nvPr/>
            </p:nvSpPr>
            <p:spPr>
              <a:xfrm>
                <a:off x="1743" y="2413"/>
                <a:ext cx="0" cy="50"/>
              </a:xfrm>
              <a:prstGeom prst="line">
                <a:avLst/>
              </a:prstGeom>
              <a:ln w="12700" cap="flat" cmpd="sng">
                <a:solidFill>
                  <a:schemeClr val="tx1"/>
                </a:solidFill>
                <a:prstDash val="solid"/>
                <a:headEnd type="none" w="med" len="med"/>
                <a:tailEnd type="none" w="med" len="med"/>
              </a:ln>
            </p:spPr>
          </p:sp>
          <p:sp>
            <p:nvSpPr>
              <p:cNvPr id="104478" name="Line 33"/>
              <p:cNvSpPr/>
              <p:nvPr/>
            </p:nvSpPr>
            <p:spPr>
              <a:xfrm>
                <a:off x="2056" y="2413"/>
                <a:ext cx="0" cy="50"/>
              </a:xfrm>
              <a:prstGeom prst="line">
                <a:avLst/>
              </a:prstGeom>
              <a:ln w="12700" cap="flat" cmpd="sng">
                <a:solidFill>
                  <a:schemeClr val="tx1"/>
                </a:solidFill>
                <a:prstDash val="solid"/>
                <a:headEnd type="none" w="med" len="med"/>
                <a:tailEnd type="none" w="med" len="med"/>
              </a:ln>
            </p:spPr>
          </p:sp>
          <p:sp>
            <p:nvSpPr>
              <p:cNvPr id="104479" name="Rectangle 34"/>
              <p:cNvSpPr/>
              <p:nvPr/>
            </p:nvSpPr>
            <p:spPr>
              <a:xfrm>
                <a:off x="1743" y="2413"/>
                <a:ext cx="310"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04480" name="Oval 35"/>
              <p:cNvSpPr/>
              <p:nvPr/>
            </p:nvSpPr>
            <p:spPr>
              <a:xfrm>
                <a:off x="1740" y="2354"/>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04481" name="Group 36"/>
              <p:cNvGrpSpPr/>
              <p:nvPr/>
            </p:nvGrpSpPr>
            <p:grpSpPr>
              <a:xfrm>
                <a:off x="1802" y="2306"/>
                <a:ext cx="199" cy="250"/>
                <a:chOff x="2957" y="2429"/>
                <a:chExt cx="202" cy="250"/>
              </a:xfrm>
            </p:grpSpPr>
            <p:sp>
              <p:nvSpPr>
                <p:cNvPr id="104482" name="Rectangle 37"/>
                <p:cNvSpPr/>
                <p:nvPr/>
              </p:nvSpPr>
              <p:spPr>
                <a:xfrm>
                  <a:off x="2982" y="2490"/>
                  <a:ext cx="144" cy="1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04483" name="Text Box 38"/>
                <p:cNvSpPr txBox="1"/>
                <p:nvPr/>
              </p:nvSpPr>
              <p:spPr>
                <a:xfrm>
                  <a:off x="2957" y="2429"/>
                  <a:ext cx="202"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000" dirty="0">
                      <a:ea typeface="宋体" panose="02010600030101010101" pitchFamily="2" charset="-122"/>
                    </a:rPr>
                    <a:t>y</a:t>
                  </a:r>
                  <a:endParaRPr lang="en-US" altLang="zh-CN" sz="2400" dirty="0">
                    <a:latin typeface="Times New Roman" panose="02020603050405020304" pitchFamily="18" charset="0"/>
                    <a:ea typeface="宋体" panose="02010600030101010101" pitchFamily="2" charset="-122"/>
                  </a:endParaRPr>
                </a:p>
              </p:txBody>
            </p:sp>
          </p:grpSp>
        </p:grpSp>
        <p:sp>
          <p:nvSpPr>
            <p:cNvPr id="104474" name="Text Box 39"/>
            <p:cNvSpPr txBox="1"/>
            <p:nvPr/>
          </p:nvSpPr>
          <p:spPr>
            <a:xfrm>
              <a:off x="3839" y="1076"/>
              <a:ext cx="181"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800" dirty="0">
                  <a:solidFill>
                    <a:srgbClr val="FF0000"/>
                  </a:solidFill>
                  <a:ea typeface="宋体" panose="02010600030101010101" pitchFamily="2" charset="-122"/>
                </a:rPr>
                <a:t>1</a:t>
              </a:r>
              <a:endParaRPr lang="en-US" altLang="zh-CN" sz="2400" dirty="0">
                <a:latin typeface="Times New Roman" panose="02020603050405020304" pitchFamily="18" charset="0"/>
                <a:ea typeface="宋体" panose="02010600030101010101" pitchFamily="2" charset="-122"/>
              </a:endParaRPr>
            </a:p>
          </p:txBody>
        </p:sp>
        <p:sp>
          <p:nvSpPr>
            <p:cNvPr id="104475" name="Line 40"/>
            <p:cNvSpPr/>
            <p:nvPr/>
          </p:nvSpPr>
          <p:spPr>
            <a:xfrm flipH="1" flipV="1">
              <a:off x="3948" y="1272"/>
              <a:ext cx="132" cy="228"/>
            </a:xfrm>
            <a:prstGeom prst="line">
              <a:avLst/>
            </a:prstGeom>
            <a:ln w="19050" cap="flat" cmpd="sng">
              <a:solidFill>
                <a:srgbClr val="FF0000"/>
              </a:solidFill>
              <a:prstDash val="solid"/>
              <a:headEnd type="none" w="med" len="med"/>
              <a:tailEnd type="triangle" w="med" len="med"/>
            </a:ln>
          </p:spPr>
        </p:sp>
      </p:grpSp>
      <p:sp>
        <p:nvSpPr>
          <p:cNvPr id="473129" name="Rectangle 41"/>
          <p:cNvSpPr/>
          <p:nvPr/>
        </p:nvSpPr>
        <p:spPr>
          <a:xfrm>
            <a:off x="2076450" y="3457575"/>
            <a:ext cx="6478588" cy="915988"/>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defTabSz="914400">
              <a:spcBef>
                <a:spcPct val="0"/>
              </a:spcBef>
              <a:buClrTx/>
              <a:buSzTx/>
              <a:buFontTx/>
              <a:buNone/>
              <a:tabLst>
                <a:tab pos="228600" algn="l"/>
                <a:tab pos="457200" algn="l"/>
              </a:tabLst>
            </a:pPr>
            <a:r>
              <a:rPr lang="en-US" altLang="zh-CN" sz="1800" dirty="0">
                <a:ea typeface="宋体" panose="02010600030101010101" pitchFamily="2" charset="-122"/>
              </a:rPr>
              <a:t>At time </a:t>
            </a:r>
            <a:r>
              <a:rPr lang="en-US" altLang="zh-CN" sz="1800" i="1" dirty="0">
                <a:ea typeface="宋体" panose="02010600030101010101" pitchFamily="2" charset="-122"/>
              </a:rPr>
              <a:t>t</a:t>
            </a:r>
            <a:r>
              <a:rPr lang="en-US" altLang="zh-CN" sz="1800" i="1" baseline="-25000" dirty="0">
                <a:ea typeface="宋体" panose="02010600030101010101" pitchFamily="2" charset="-122"/>
              </a:rPr>
              <a:t>0</a:t>
            </a:r>
            <a:r>
              <a:rPr lang="en-US" altLang="zh-CN" sz="1800" dirty="0">
                <a:ea typeface="宋体" panose="02010600030101010101" pitchFamily="2" charset="-122"/>
              </a:rPr>
              <a:t>, </a:t>
            </a:r>
            <a:r>
              <a:rPr lang="en-US" altLang="zh-CN" sz="1800" i="1" dirty="0">
                <a:ea typeface="宋体" panose="02010600030101010101" pitchFamily="2" charset="-122"/>
              </a:rPr>
              <a:t>y</a:t>
            </a:r>
            <a:r>
              <a:rPr lang="en-US" altLang="zh-CN" sz="1800" dirty="0">
                <a:ea typeface="宋体" panose="02010600030101010101" pitchFamily="2" charset="-122"/>
              </a:rPr>
              <a:t> detects the link-cost change, updates its DV, </a:t>
            </a:r>
            <a:endParaRPr lang="en-US" altLang="zh-CN" sz="1800" dirty="0">
              <a:ea typeface="宋体" panose="02010600030101010101" pitchFamily="2" charset="-122"/>
            </a:endParaRPr>
          </a:p>
          <a:p>
            <a:pPr marL="0" lvl="0" indent="0" defTabSz="914400">
              <a:spcBef>
                <a:spcPct val="0"/>
              </a:spcBef>
              <a:buClrTx/>
              <a:buSzTx/>
              <a:buFontTx/>
              <a:buNone/>
              <a:tabLst>
                <a:tab pos="228600" algn="l"/>
                <a:tab pos="457200" algn="l"/>
              </a:tabLst>
            </a:pPr>
            <a:r>
              <a:rPr lang="en-US" altLang="zh-CN" sz="1800" dirty="0">
                <a:ea typeface="宋体" panose="02010600030101010101" pitchFamily="2" charset="-122"/>
              </a:rPr>
              <a:t>and informs its neighbors.</a:t>
            </a:r>
            <a:endParaRPr lang="en-US" altLang="zh-CN" sz="1800" dirty="0">
              <a:ea typeface="宋体" panose="02010600030101010101" pitchFamily="2" charset="-122"/>
            </a:endParaRPr>
          </a:p>
          <a:p>
            <a:pPr marL="0" lvl="0" indent="0" defTabSz="914400">
              <a:spcBef>
                <a:spcPct val="0"/>
              </a:spcBef>
              <a:buClrTx/>
              <a:buSzTx/>
              <a:buFontTx/>
              <a:buNone/>
              <a:tabLst>
                <a:tab pos="228600" algn="l"/>
                <a:tab pos="457200" algn="l"/>
              </a:tabLst>
            </a:pPr>
            <a:endParaRPr lang="en-US" altLang="zh-CN" sz="1800" dirty="0">
              <a:ea typeface="宋体" panose="02010600030101010101" pitchFamily="2" charset="-122"/>
            </a:endParaRPr>
          </a:p>
        </p:txBody>
      </p:sp>
      <p:sp>
        <p:nvSpPr>
          <p:cNvPr id="473130" name="Rectangle 42"/>
          <p:cNvSpPr/>
          <p:nvPr/>
        </p:nvSpPr>
        <p:spPr>
          <a:xfrm>
            <a:off x="2089150" y="4149725"/>
            <a:ext cx="7185025" cy="915988"/>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defTabSz="914400">
              <a:spcBef>
                <a:spcPct val="0"/>
              </a:spcBef>
              <a:buClrTx/>
              <a:buSzTx/>
              <a:buFontTx/>
              <a:buNone/>
              <a:tabLst>
                <a:tab pos="228600" algn="l"/>
                <a:tab pos="457200" algn="l"/>
              </a:tabLst>
            </a:pPr>
            <a:r>
              <a:rPr lang="en-US" altLang="zh-CN" sz="1800" dirty="0">
                <a:ea typeface="宋体" panose="02010600030101010101" pitchFamily="2" charset="-122"/>
              </a:rPr>
              <a:t>At time </a:t>
            </a:r>
            <a:r>
              <a:rPr lang="en-US" altLang="zh-CN" sz="1800" i="1" dirty="0">
                <a:ea typeface="宋体" panose="02010600030101010101" pitchFamily="2" charset="-122"/>
              </a:rPr>
              <a:t>t</a:t>
            </a:r>
            <a:r>
              <a:rPr lang="en-US" altLang="zh-CN" sz="1800" i="1" baseline="-25000" dirty="0">
                <a:ea typeface="宋体" panose="02010600030101010101" pitchFamily="2" charset="-122"/>
              </a:rPr>
              <a:t>1</a:t>
            </a:r>
            <a:r>
              <a:rPr lang="en-US" altLang="zh-CN" sz="1800" dirty="0">
                <a:ea typeface="宋体" panose="02010600030101010101" pitchFamily="2" charset="-122"/>
              </a:rPr>
              <a:t>, </a:t>
            </a:r>
            <a:r>
              <a:rPr lang="en-US" altLang="zh-CN" sz="1800" i="1" dirty="0">
                <a:ea typeface="宋体" panose="02010600030101010101" pitchFamily="2" charset="-122"/>
              </a:rPr>
              <a:t>z</a:t>
            </a:r>
            <a:r>
              <a:rPr lang="en-US" altLang="zh-CN" sz="1800" dirty="0">
                <a:ea typeface="宋体" panose="02010600030101010101" pitchFamily="2" charset="-122"/>
              </a:rPr>
              <a:t> receives the update from </a:t>
            </a:r>
            <a:r>
              <a:rPr lang="en-US" altLang="zh-CN" sz="1800" i="1" dirty="0">
                <a:ea typeface="宋体" panose="02010600030101010101" pitchFamily="2" charset="-122"/>
              </a:rPr>
              <a:t>y</a:t>
            </a:r>
            <a:r>
              <a:rPr lang="en-US" altLang="zh-CN" sz="1800" dirty="0">
                <a:ea typeface="宋体" panose="02010600030101010101" pitchFamily="2" charset="-122"/>
              </a:rPr>
              <a:t> and updates its table. </a:t>
            </a:r>
            <a:endParaRPr lang="en-US" altLang="zh-CN" sz="1800" dirty="0">
              <a:ea typeface="宋体" panose="02010600030101010101" pitchFamily="2" charset="-122"/>
            </a:endParaRPr>
          </a:p>
          <a:p>
            <a:pPr marL="0" lvl="0" indent="0" defTabSz="914400">
              <a:spcBef>
                <a:spcPct val="0"/>
              </a:spcBef>
              <a:buClrTx/>
              <a:buSzTx/>
              <a:buFontTx/>
              <a:buNone/>
              <a:tabLst>
                <a:tab pos="228600" algn="l"/>
                <a:tab pos="457200" algn="l"/>
              </a:tabLst>
            </a:pPr>
            <a:r>
              <a:rPr lang="en-US" altLang="zh-CN" sz="1800" dirty="0">
                <a:ea typeface="宋体" panose="02010600030101010101" pitchFamily="2" charset="-122"/>
              </a:rPr>
              <a:t>It computes a new least cost to </a:t>
            </a:r>
            <a:r>
              <a:rPr lang="en-US" altLang="zh-CN" sz="1800" i="1" dirty="0">
                <a:ea typeface="宋体" panose="02010600030101010101" pitchFamily="2" charset="-122"/>
              </a:rPr>
              <a:t>x</a:t>
            </a:r>
            <a:r>
              <a:rPr lang="en-US" altLang="zh-CN" sz="1800" dirty="0">
                <a:ea typeface="宋体" panose="02010600030101010101" pitchFamily="2" charset="-122"/>
              </a:rPr>
              <a:t>  and sends its neighbors its DV.</a:t>
            </a:r>
            <a:endParaRPr lang="en-US" altLang="zh-CN" sz="1800" dirty="0">
              <a:ea typeface="宋体" panose="02010600030101010101" pitchFamily="2" charset="-122"/>
            </a:endParaRPr>
          </a:p>
          <a:p>
            <a:pPr marL="0" lvl="0" indent="0" defTabSz="914400">
              <a:spcBef>
                <a:spcPct val="0"/>
              </a:spcBef>
              <a:buClrTx/>
              <a:buSzTx/>
              <a:buFontTx/>
              <a:buNone/>
              <a:tabLst>
                <a:tab pos="228600" algn="l"/>
                <a:tab pos="457200" algn="l"/>
              </a:tabLst>
            </a:pPr>
            <a:endParaRPr lang="en-US" altLang="zh-CN" sz="1800" dirty="0">
              <a:ea typeface="宋体" panose="02010600030101010101" pitchFamily="2" charset="-122"/>
            </a:endParaRPr>
          </a:p>
        </p:txBody>
      </p:sp>
      <p:sp>
        <p:nvSpPr>
          <p:cNvPr id="473131" name="Rectangle 43"/>
          <p:cNvSpPr/>
          <p:nvPr/>
        </p:nvSpPr>
        <p:spPr>
          <a:xfrm>
            <a:off x="2122488" y="4926013"/>
            <a:ext cx="7021512" cy="1190625"/>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defTabSz="914400">
              <a:spcBef>
                <a:spcPct val="0"/>
              </a:spcBef>
              <a:buClrTx/>
              <a:buSzTx/>
              <a:buFontTx/>
              <a:buNone/>
              <a:tabLst>
                <a:tab pos="228600" algn="l"/>
                <a:tab pos="457200" algn="l"/>
              </a:tabLst>
            </a:pPr>
            <a:r>
              <a:rPr lang="en-US" altLang="zh-CN" sz="1800" dirty="0">
                <a:ea typeface="宋体" panose="02010600030101010101" pitchFamily="2" charset="-122"/>
              </a:rPr>
              <a:t>At time </a:t>
            </a:r>
            <a:r>
              <a:rPr lang="en-US" altLang="zh-CN" sz="1800" i="1" dirty="0">
                <a:ea typeface="宋体" panose="02010600030101010101" pitchFamily="2" charset="-122"/>
              </a:rPr>
              <a:t>t</a:t>
            </a:r>
            <a:r>
              <a:rPr lang="en-US" altLang="zh-CN" sz="1800" i="1" baseline="-25000" dirty="0">
                <a:ea typeface="宋体" panose="02010600030101010101" pitchFamily="2" charset="-122"/>
              </a:rPr>
              <a:t>2</a:t>
            </a:r>
            <a:r>
              <a:rPr lang="en-US" altLang="zh-CN" sz="1800" dirty="0">
                <a:ea typeface="宋体" panose="02010600030101010101" pitchFamily="2" charset="-122"/>
              </a:rPr>
              <a:t>, </a:t>
            </a:r>
            <a:r>
              <a:rPr lang="en-US" altLang="zh-CN" sz="1800" i="1" dirty="0">
                <a:ea typeface="宋体" panose="02010600030101010101" pitchFamily="2" charset="-122"/>
              </a:rPr>
              <a:t>y</a:t>
            </a:r>
            <a:r>
              <a:rPr lang="en-US" altLang="zh-CN" sz="1800" dirty="0">
                <a:ea typeface="宋体" panose="02010600030101010101" pitchFamily="2" charset="-122"/>
              </a:rPr>
              <a:t> receives </a:t>
            </a:r>
            <a:r>
              <a:rPr lang="en-US" altLang="zh-CN" sz="1800" i="1" dirty="0">
                <a:ea typeface="宋体" panose="02010600030101010101" pitchFamily="2" charset="-122"/>
              </a:rPr>
              <a:t>z</a:t>
            </a:r>
            <a:r>
              <a:rPr lang="en-US" altLang="zh-CN" sz="1800" dirty="0">
                <a:ea typeface="宋体" panose="02010600030101010101" pitchFamily="2" charset="-122"/>
              </a:rPr>
              <a:t>’s update and updates its distance table. </a:t>
            </a:r>
            <a:endParaRPr lang="en-US" altLang="zh-CN" sz="1800" dirty="0">
              <a:ea typeface="宋体" panose="02010600030101010101" pitchFamily="2" charset="-122"/>
            </a:endParaRPr>
          </a:p>
          <a:p>
            <a:pPr marL="0" lvl="0" indent="0" defTabSz="914400">
              <a:spcBef>
                <a:spcPct val="0"/>
              </a:spcBef>
              <a:buClrTx/>
              <a:buSzTx/>
              <a:buFontTx/>
              <a:buNone/>
              <a:tabLst>
                <a:tab pos="228600" algn="l"/>
                <a:tab pos="457200" algn="l"/>
              </a:tabLst>
            </a:pPr>
            <a:r>
              <a:rPr lang="en-US" altLang="zh-CN" sz="1800" i="1" dirty="0">
                <a:ea typeface="宋体" panose="02010600030101010101" pitchFamily="2" charset="-122"/>
              </a:rPr>
              <a:t>y</a:t>
            </a:r>
            <a:r>
              <a:rPr lang="en-US" altLang="zh-CN" sz="1800" dirty="0">
                <a:ea typeface="宋体" panose="02010600030101010101" pitchFamily="2" charset="-122"/>
              </a:rPr>
              <a:t>’s least costs do not change and hence </a:t>
            </a:r>
            <a:r>
              <a:rPr lang="en-US" altLang="zh-CN" sz="1800" i="1" dirty="0">
                <a:ea typeface="宋体" panose="02010600030101010101" pitchFamily="2" charset="-122"/>
              </a:rPr>
              <a:t>y</a:t>
            </a:r>
            <a:r>
              <a:rPr lang="en-US" altLang="zh-CN" sz="1800" dirty="0">
                <a:ea typeface="宋体" panose="02010600030101010101" pitchFamily="2" charset="-122"/>
              </a:rPr>
              <a:t>  does </a:t>
            </a:r>
            <a:r>
              <a:rPr lang="en-US" altLang="zh-CN" sz="1800" i="1" dirty="0">
                <a:ea typeface="宋体" panose="02010600030101010101" pitchFamily="2" charset="-122"/>
              </a:rPr>
              <a:t>not</a:t>
            </a:r>
            <a:r>
              <a:rPr lang="en-US" altLang="zh-CN" sz="1800" dirty="0">
                <a:ea typeface="宋体" panose="02010600030101010101" pitchFamily="2" charset="-122"/>
              </a:rPr>
              <a:t> send any </a:t>
            </a:r>
            <a:endParaRPr lang="en-US" altLang="zh-CN" sz="1800" dirty="0">
              <a:ea typeface="宋体" panose="02010600030101010101" pitchFamily="2" charset="-122"/>
            </a:endParaRPr>
          </a:p>
          <a:p>
            <a:pPr marL="0" lvl="0" indent="0" defTabSz="914400">
              <a:spcBef>
                <a:spcPct val="0"/>
              </a:spcBef>
              <a:buClrTx/>
              <a:buSzTx/>
              <a:buFontTx/>
              <a:buNone/>
              <a:tabLst>
                <a:tab pos="228600" algn="l"/>
                <a:tab pos="457200" algn="l"/>
              </a:tabLst>
            </a:pPr>
            <a:r>
              <a:rPr lang="en-US" altLang="zh-CN" sz="1800" dirty="0">
                <a:ea typeface="宋体" panose="02010600030101010101" pitchFamily="2" charset="-122"/>
              </a:rPr>
              <a:t>message to </a:t>
            </a:r>
            <a:r>
              <a:rPr lang="en-US" altLang="zh-CN" sz="1800" i="1" dirty="0">
                <a:ea typeface="宋体" panose="02010600030101010101" pitchFamily="2" charset="-122"/>
              </a:rPr>
              <a:t>z</a:t>
            </a:r>
            <a:r>
              <a:rPr lang="en-US" altLang="zh-CN" sz="1800" dirty="0">
                <a:ea typeface="宋体" panose="02010600030101010101" pitchFamily="2" charset="-122"/>
              </a:rPr>
              <a:t>. </a:t>
            </a:r>
            <a:endParaRPr lang="en-US" altLang="zh-CN" sz="1800" dirty="0">
              <a:ea typeface="宋体" panose="02010600030101010101" pitchFamily="2" charset="-122"/>
            </a:endParaRPr>
          </a:p>
          <a:p>
            <a:pPr marL="0" lvl="0" indent="0" defTabSz="914400">
              <a:spcBef>
                <a:spcPct val="0"/>
              </a:spcBef>
              <a:buClrTx/>
              <a:buSzTx/>
              <a:buFontTx/>
              <a:buNone/>
              <a:tabLst>
                <a:tab pos="228600" algn="l"/>
                <a:tab pos="457200" algn="l"/>
              </a:tabLst>
            </a:pPr>
            <a:endParaRPr lang="en-US" altLang="zh-CN" sz="1800" dirty="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31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7313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731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3129" grpId="0"/>
      <p:bldP spid="473130" grpId="0"/>
      <p:bldP spid="473131" grpId="0"/>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5474" name="页脚占位符 3"/>
          <p:cNvSpPr txBox="1">
            <a:spLocks noGrp="1"/>
          </p:cNvSpPr>
          <p:nvPr>
            <p:ph type="ftr" sz="quarter" idx="11"/>
          </p:nvPr>
        </p:nvSpPr>
        <p:spPr/>
        <p:txBody>
          <a:bodyPr/>
          <a:p>
            <a:pPr marL="0" indent="0" algn="r">
              <a:spcBef>
                <a:spcPct val="0"/>
              </a:spcBef>
              <a:buClrTx/>
              <a:buSzTx/>
              <a:buFontTx/>
              <a:buNone/>
            </a:pPr>
            <a:r>
              <a:rPr lang="en-US" altLang="zh-CN" sz="1400" dirty="0">
                <a:ea typeface="宋体" panose="02010600030101010101" pitchFamily="2" charset="-122"/>
              </a:rPr>
              <a:t>Network Layer</a:t>
            </a:r>
            <a:endParaRPr lang="en-US" altLang="zh-CN" sz="1400" dirty="0">
              <a:latin typeface="Times New Roman" panose="02020603050405020304" pitchFamily="18" charset="0"/>
              <a:ea typeface="宋体" panose="02010600030101010101" pitchFamily="2" charset="-122"/>
            </a:endParaRPr>
          </a:p>
        </p:txBody>
      </p:sp>
      <p:sp>
        <p:nvSpPr>
          <p:cNvPr id="105475" name="灯片编号占位符 4"/>
          <p:cNvSpPr txBox="1">
            <a:spLocks noGrp="1"/>
          </p:cNvSpPr>
          <p:nvPr>
            <p:ph type="sldNum" sz="quarter" idx="12"/>
          </p:nvPr>
        </p:nvSpPr>
        <p:spPr/>
        <p:txBody>
          <a:bodyPr/>
          <a:p>
            <a:pPr marL="0" indent="0" algn="r">
              <a:spcBef>
                <a:spcPct val="0"/>
              </a:spcBef>
              <a:buClrTx/>
              <a:buSzTx/>
              <a:buFontTx/>
              <a:buNone/>
            </a:pPr>
            <a:r>
              <a:rPr lang="en-US" altLang="zh-CN" sz="1400" dirty="0">
                <a:ea typeface="宋体" panose="02010600030101010101" pitchFamily="2" charset="-122"/>
              </a:rPr>
              <a:t>4-</a:t>
            </a: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105476" name="Rectangle 2"/>
          <p:cNvSpPr>
            <a:spLocks noGrp="1"/>
          </p:cNvSpPr>
          <p:nvPr>
            <p:ph type="title"/>
          </p:nvPr>
        </p:nvSpPr>
        <p:spPr/>
        <p:txBody>
          <a:bodyPr vert="horz" wrap="square" lIns="91440" tIns="45720" rIns="91440" bIns="45720" anchor="ctr" anchorCtr="0"/>
          <a:p>
            <a:r>
              <a:rPr lang="en-US" altLang="zh-CN" sz="3200" dirty="0">
                <a:ea typeface="宋体" panose="02010600030101010101" pitchFamily="2" charset="-122"/>
              </a:rPr>
              <a:t>Distance Vector: link cost changes</a:t>
            </a:r>
            <a:endParaRPr lang="en-US" altLang="zh-CN" dirty="0">
              <a:ea typeface="宋体" panose="02010600030101010101" pitchFamily="2" charset="-122"/>
            </a:endParaRPr>
          </a:p>
        </p:txBody>
      </p:sp>
      <p:sp>
        <p:nvSpPr>
          <p:cNvPr id="105477" name="Rectangle 3"/>
          <p:cNvSpPr/>
          <p:nvPr/>
        </p:nvSpPr>
        <p:spPr>
          <a:xfrm>
            <a:off x="962025" y="1346200"/>
            <a:ext cx="3810000" cy="1485900"/>
          </a:xfrm>
          <a:prstGeom prst="rect">
            <a:avLst/>
          </a:prstGeom>
          <a:noFill/>
          <a:ln w="9525">
            <a:noFill/>
          </a:ln>
        </p:spPr>
        <p:txBody>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342900" lvl="0" indent="-342900">
              <a:buNone/>
            </a:pPr>
            <a:r>
              <a:rPr lang="en-US" altLang="zh-CN" sz="2400" dirty="0">
                <a:solidFill>
                  <a:srgbClr val="FF0000"/>
                </a:solidFill>
                <a:ea typeface="宋体" panose="02010600030101010101" pitchFamily="2" charset="-122"/>
              </a:rPr>
              <a:t>Link cost changes:</a:t>
            </a:r>
            <a:endParaRPr lang="en-US" altLang="zh-CN" sz="2000" dirty="0">
              <a:ea typeface="宋体" panose="02010600030101010101" pitchFamily="2" charset="-122"/>
            </a:endParaRPr>
          </a:p>
          <a:p>
            <a:pPr marL="342900" lvl="0" indent="-342900">
              <a:buFont typeface="ZapfDingbats"/>
              <a:buChar char="r"/>
            </a:pPr>
            <a:r>
              <a:rPr lang="en-US" altLang="zh-CN" sz="2000" dirty="0">
                <a:ea typeface="宋体" panose="02010600030101010101" pitchFamily="2" charset="-122"/>
              </a:rPr>
              <a:t>good news travels fast </a:t>
            </a:r>
            <a:endParaRPr lang="en-US" altLang="zh-CN" sz="2000" dirty="0">
              <a:ea typeface="宋体" panose="02010600030101010101" pitchFamily="2" charset="-122"/>
            </a:endParaRPr>
          </a:p>
          <a:p>
            <a:pPr marL="342900" lvl="0" indent="-342900">
              <a:buFont typeface="ZapfDingbats"/>
              <a:buChar char="r"/>
            </a:pPr>
            <a:r>
              <a:rPr lang="en-US" altLang="zh-CN" sz="2000" dirty="0">
                <a:ea typeface="宋体" panose="02010600030101010101" pitchFamily="2" charset="-122"/>
              </a:rPr>
              <a:t>bad news travels slow - “count to infinity” problem!</a:t>
            </a:r>
            <a:endParaRPr lang="en-US" altLang="zh-CN" sz="2000" dirty="0">
              <a:ea typeface="宋体" panose="02010600030101010101" pitchFamily="2" charset="-122"/>
            </a:endParaRPr>
          </a:p>
          <a:p>
            <a:pPr marL="342900" lvl="0" indent="-342900">
              <a:buFont typeface="ZapfDingbats"/>
              <a:buChar char="r"/>
            </a:pPr>
            <a:r>
              <a:rPr lang="en-US" altLang="zh-CN" sz="2000" dirty="0">
                <a:ea typeface="宋体" panose="02010600030101010101" pitchFamily="2" charset="-122"/>
              </a:rPr>
              <a:t>44 iterations before algorithm stabilizes: see text</a:t>
            </a:r>
            <a:endParaRPr lang="en-US" altLang="zh-CN" sz="2000" dirty="0">
              <a:ea typeface="宋体" panose="02010600030101010101" pitchFamily="2" charset="-122"/>
            </a:endParaRPr>
          </a:p>
          <a:p>
            <a:pPr marL="342900" lvl="0" indent="-342900">
              <a:buNone/>
            </a:pPr>
            <a:r>
              <a:rPr lang="en-US" altLang="zh-CN" sz="2400" dirty="0">
                <a:solidFill>
                  <a:srgbClr val="FF0000"/>
                </a:solidFill>
                <a:ea typeface="宋体" panose="02010600030101010101" pitchFamily="2" charset="-122"/>
              </a:rPr>
              <a:t>Poisoned reverse:</a:t>
            </a:r>
            <a:r>
              <a:rPr lang="en-US" altLang="zh-CN" sz="2000" dirty="0">
                <a:ea typeface="宋体" panose="02010600030101010101" pitchFamily="2" charset="-122"/>
              </a:rPr>
              <a:t> </a:t>
            </a:r>
            <a:endParaRPr lang="en-US" altLang="zh-CN" sz="2000" dirty="0">
              <a:ea typeface="宋体" panose="02010600030101010101" pitchFamily="2" charset="-122"/>
            </a:endParaRPr>
          </a:p>
          <a:p>
            <a:pPr marL="342900" lvl="0" indent="-342900"/>
            <a:r>
              <a:rPr lang="en-US" altLang="zh-CN" sz="2000" dirty="0">
                <a:ea typeface="宋体" panose="02010600030101010101" pitchFamily="2" charset="-122"/>
              </a:rPr>
              <a:t>If Z routes through Y to get to X :</a:t>
            </a:r>
            <a:endParaRPr lang="en-US" altLang="zh-CN" sz="2000" dirty="0">
              <a:ea typeface="宋体" panose="02010600030101010101" pitchFamily="2" charset="-122"/>
            </a:endParaRPr>
          </a:p>
          <a:p>
            <a:pPr marL="742950" lvl="1" indent="-285750"/>
            <a:r>
              <a:rPr lang="en-US" altLang="zh-CN" sz="1800" dirty="0">
                <a:ea typeface="宋体" panose="02010600030101010101" pitchFamily="2" charset="-122"/>
              </a:rPr>
              <a:t>Z tells Y its (Z’s) distance to X is infinite (so Y won’t route to X via Z)</a:t>
            </a:r>
            <a:endParaRPr lang="en-US" altLang="zh-CN" sz="1800" dirty="0">
              <a:ea typeface="宋体" panose="02010600030101010101" pitchFamily="2" charset="-122"/>
            </a:endParaRPr>
          </a:p>
          <a:p>
            <a:pPr marL="342900" lvl="0" indent="-342900"/>
            <a:r>
              <a:rPr lang="en-US" altLang="zh-CN" sz="2000" dirty="0">
                <a:ea typeface="宋体" panose="02010600030101010101" pitchFamily="2" charset="-122"/>
              </a:rPr>
              <a:t>will this completely solve count to infinity problem?</a:t>
            </a:r>
            <a:endParaRPr lang="en-US" altLang="zh-CN" sz="2000" dirty="0">
              <a:ea typeface="宋体" panose="02010600030101010101" pitchFamily="2" charset="-122"/>
            </a:endParaRPr>
          </a:p>
        </p:txBody>
      </p:sp>
      <p:grpSp>
        <p:nvGrpSpPr>
          <p:cNvPr id="105478" name="Group 4"/>
          <p:cNvGrpSpPr/>
          <p:nvPr/>
        </p:nvGrpSpPr>
        <p:grpSpPr>
          <a:xfrm>
            <a:off x="5389563" y="1600200"/>
            <a:ext cx="2184400" cy="1314450"/>
            <a:chOff x="3805" y="938"/>
            <a:chExt cx="1376" cy="828"/>
          </a:xfrm>
        </p:grpSpPr>
        <p:sp>
          <p:nvSpPr>
            <p:cNvPr id="105479" name="Freeform 5"/>
            <p:cNvSpPr/>
            <p:nvPr/>
          </p:nvSpPr>
          <p:spPr>
            <a:xfrm>
              <a:off x="3805" y="1002"/>
              <a:ext cx="1376" cy="764"/>
            </a:xfrm>
            <a:custGeom>
              <a:avLst/>
              <a:gdLst/>
              <a:ahLst/>
              <a:cxnLst>
                <a:cxn ang="0">
                  <a:pos x="113" y="348"/>
                </a:cxn>
                <a:cxn ang="0">
                  <a:pos x="395" y="162"/>
                </a:cxn>
                <a:cxn ang="0">
                  <a:pos x="710" y="9"/>
                </a:cxn>
                <a:cxn ang="0">
                  <a:pos x="1160" y="219"/>
                </a:cxn>
                <a:cxn ang="0">
                  <a:pos x="1367" y="510"/>
                </a:cxn>
                <a:cxn ang="0">
                  <a:pos x="1103" y="726"/>
                </a:cxn>
                <a:cxn ang="0">
                  <a:pos x="578" y="738"/>
                </a:cxn>
                <a:cxn ang="0">
                  <a:pos x="77" y="630"/>
                </a:cxn>
                <a:cxn ang="0">
                  <a:pos x="113" y="348"/>
                </a:cxn>
              </a:cxnLst>
              <a:pathLst>
                <a:path w="1376" h="764">
                  <a:moveTo>
                    <a:pt x="113" y="348"/>
                  </a:moveTo>
                  <a:cubicBezTo>
                    <a:pt x="166" y="270"/>
                    <a:pt x="296" y="218"/>
                    <a:pt x="395" y="162"/>
                  </a:cubicBezTo>
                  <a:cubicBezTo>
                    <a:pt x="494" y="106"/>
                    <a:pt x="583" y="0"/>
                    <a:pt x="710" y="9"/>
                  </a:cubicBezTo>
                  <a:cubicBezTo>
                    <a:pt x="837" y="18"/>
                    <a:pt x="1051" y="136"/>
                    <a:pt x="1160" y="219"/>
                  </a:cubicBezTo>
                  <a:cubicBezTo>
                    <a:pt x="1269" y="302"/>
                    <a:pt x="1376" y="426"/>
                    <a:pt x="1367" y="510"/>
                  </a:cubicBezTo>
                  <a:cubicBezTo>
                    <a:pt x="1358" y="594"/>
                    <a:pt x="1234" y="688"/>
                    <a:pt x="1103" y="726"/>
                  </a:cubicBezTo>
                  <a:cubicBezTo>
                    <a:pt x="972" y="764"/>
                    <a:pt x="749" y="754"/>
                    <a:pt x="578" y="738"/>
                  </a:cubicBezTo>
                  <a:cubicBezTo>
                    <a:pt x="407" y="722"/>
                    <a:pt x="154" y="695"/>
                    <a:pt x="77" y="630"/>
                  </a:cubicBezTo>
                  <a:cubicBezTo>
                    <a:pt x="0" y="565"/>
                    <a:pt x="60" y="426"/>
                    <a:pt x="113" y="348"/>
                  </a:cubicBezTo>
                  <a:close/>
                </a:path>
              </a:pathLst>
            </a:custGeom>
            <a:solidFill>
              <a:srgbClr val="66CCFF">
                <a:alpha val="100000"/>
              </a:srgbClr>
            </a:solidFill>
            <a:ln w="9525">
              <a:noFill/>
            </a:ln>
          </p:spPr>
          <p:txBody>
            <a:bodyPr/>
            <a:p>
              <a:endParaRPr lang="zh-CN" altLang="en-US"/>
            </a:p>
          </p:txBody>
        </p:sp>
        <p:sp>
          <p:nvSpPr>
            <p:cNvPr id="105480" name="Freeform 6"/>
            <p:cNvSpPr/>
            <p:nvPr/>
          </p:nvSpPr>
          <p:spPr>
            <a:xfrm>
              <a:off x="4164" y="1266"/>
              <a:ext cx="222" cy="180"/>
            </a:xfrm>
            <a:custGeom>
              <a:avLst/>
              <a:gdLst/>
              <a:ahLst/>
              <a:cxnLst>
                <a:cxn ang="0">
                  <a:pos x="0" y="180"/>
                </a:cxn>
                <a:cxn ang="0">
                  <a:pos x="222" y="0"/>
                </a:cxn>
              </a:cxnLst>
              <a:pathLst>
                <a:path w="222" h="180">
                  <a:moveTo>
                    <a:pt x="0" y="180"/>
                  </a:moveTo>
                  <a:lnTo>
                    <a:pt x="222" y="0"/>
                  </a:lnTo>
                </a:path>
              </a:pathLst>
            </a:custGeom>
            <a:noFill/>
            <a:ln w="12700" cap="flat" cmpd="sng">
              <a:solidFill>
                <a:schemeClr val="tx1">
                  <a:alpha val="100000"/>
                </a:schemeClr>
              </a:solidFill>
              <a:prstDash val="solid"/>
              <a:round/>
              <a:headEnd type="none" w="med" len="med"/>
              <a:tailEnd type="none" w="med" len="med"/>
            </a:ln>
          </p:spPr>
          <p:txBody>
            <a:bodyPr/>
            <a:p>
              <a:endParaRPr lang="zh-CN" altLang="en-US"/>
            </a:p>
          </p:txBody>
        </p:sp>
        <p:sp>
          <p:nvSpPr>
            <p:cNvPr id="105481" name="Oval 7"/>
            <p:cNvSpPr/>
            <p:nvPr/>
          </p:nvSpPr>
          <p:spPr>
            <a:xfrm>
              <a:off x="3904" y="1502"/>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05482" name="Line 8"/>
            <p:cNvSpPr/>
            <p:nvPr/>
          </p:nvSpPr>
          <p:spPr>
            <a:xfrm>
              <a:off x="3904" y="1495"/>
              <a:ext cx="1" cy="50"/>
            </a:xfrm>
            <a:prstGeom prst="line">
              <a:avLst/>
            </a:prstGeom>
            <a:ln w="12700" cap="flat" cmpd="sng">
              <a:solidFill>
                <a:schemeClr val="tx1"/>
              </a:solidFill>
              <a:prstDash val="solid"/>
              <a:headEnd type="none" w="med" len="med"/>
              <a:tailEnd type="none" w="med" len="med"/>
            </a:ln>
          </p:spPr>
        </p:sp>
        <p:sp>
          <p:nvSpPr>
            <p:cNvPr id="105483" name="Line 9"/>
            <p:cNvSpPr/>
            <p:nvPr/>
          </p:nvSpPr>
          <p:spPr>
            <a:xfrm>
              <a:off x="4217" y="1495"/>
              <a:ext cx="1" cy="50"/>
            </a:xfrm>
            <a:prstGeom prst="line">
              <a:avLst/>
            </a:prstGeom>
            <a:ln w="12700" cap="flat" cmpd="sng">
              <a:solidFill>
                <a:schemeClr val="tx1"/>
              </a:solidFill>
              <a:prstDash val="solid"/>
              <a:headEnd type="none" w="med" len="med"/>
              <a:tailEnd type="none" w="med" len="med"/>
            </a:ln>
          </p:spPr>
        </p:sp>
        <p:sp>
          <p:nvSpPr>
            <p:cNvPr id="105484" name="Rectangle 10"/>
            <p:cNvSpPr/>
            <p:nvPr/>
          </p:nvSpPr>
          <p:spPr>
            <a:xfrm>
              <a:off x="3904" y="1495"/>
              <a:ext cx="310"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05485" name="Oval 11"/>
            <p:cNvSpPr/>
            <p:nvPr/>
          </p:nvSpPr>
          <p:spPr>
            <a:xfrm>
              <a:off x="3901" y="1436"/>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05486" name="Freeform 12"/>
            <p:cNvSpPr/>
            <p:nvPr/>
          </p:nvSpPr>
          <p:spPr>
            <a:xfrm>
              <a:off x="4569" y="1266"/>
              <a:ext cx="216" cy="189"/>
            </a:xfrm>
            <a:custGeom>
              <a:avLst/>
              <a:gdLst/>
              <a:ahLst/>
              <a:cxnLst>
                <a:cxn ang="0">
                  <a:pos x="0" y="0"/>
                </a:cxn>
                <a:cxn ang="0">
                  <a:pos x="216" y="189"/>
                </a:cxn>
              </a:cxnLst>
              <a:pathLst>
                <a:path w="216" h="189">
                  <a:moveTo>
                    <a:pt x="0" y="0"/>
                  </a:moveTo>
                  <a:lnTo>
                    <a:pt x="216" y="189"/>
                  </a:lnTo>
                </a:path>
              </a:pathLst>
            </a:custGeom>
            <a:noFill/>
            <a:ln w="12700" cap="flat" cmpd="sng">
              <a:solidFill>
                <a:schemeClr val="tx1">
                  <a:alpha val="100000"/>
                </a:schemeClr>
              </a:solidFill>
              <a:prstDash val="solid"/>
              <a:round/>
              <a:headEnd type="none" w="med" len="med"/>
              <a:tailEnd type="none" w="med" len="med"/>
            </a:ln>
          </p:spPr>
          <p:txBody>
            <a:bodyPr/>
            <a:p>
              <a:endParaRPr lang="zh-CN" altLang="en-US"/>
            </a:p>
          </p:txBody>
        </p:sp>
        <p:sp>
          <p:nvSpPr>
            <p:cNvPr id="105487" name="Freeform 13"/>
            <p:cNvSpPr/>
            <p:nvPr/>
          </p:nvSpPr>
          <p:spPr>
            <a:xfrm>
              <a:off x="4221" y="1530"/>
              <a:ext cx="540" cy="3"/>
            </a:xfrm>
            <a:custGeom>
              <a:avLst/>
              <a:gdLst/>
              <a:ahLst/>
              <a:cxnLst>
                <a:cxn ang="0">
                  <a:pos x="540" y="3"/>
                </a:cxn>
                <a:cxn ang="0">
                  <a:pos x="0" y="0"/>
                </a:cxn>
              </a:cxnLst>
              <a:pathLst>
                <a:path w="540" h="3">
                  <a:moveTo>
                    <a:pt x="540" y="3"/>
                  </a:moveTo>
                  <a:lnTo>
                    <a:pt x="0" y="0"/>
                  </a:lnTo>
                </a:path>
              </a:pathLst>
            </a:custGeom>
            <a:noFill/>
            <a:ln w="12700" cap="flat" cmpd="sng">
              <a:solidFill>
                <a:schemeClr val="tx1">
                  <a:alpha val="100000"/>
                </a:schemeClr>
              </a:solidFill>
              <a:prstDash val="solid"/>
              <a:round/>
              <a:headEnd type="none" w="med" len="med"/>
              <a:tailEnd type="none" w="med" len="med"/>
            </a:ln>
          </p:spPr>
          <p:txBody>
            <a:bodyPr/>
            <a:p>
              <a:endParaRPr lang="zh-CN" altLang="en-US"/>
            </a:p>
          </p:txBody>
        </p:sp>
        <p:grpSp>
          <p:nvGrpSpPr>
            <p:cNvPr id="105488" name="Group 14"/>
            <p:cNvGrpSpPr/>
            <p:nvPr/>
          </p:nvGrpSpPr>
          <p:grpSpPr>
            <a:xfrm>
              <a:off x="3950" y="1388"/>
              <a:ext cx="210" cy="250"/>
              <a:chOff x="2951" y="2429"/>
              <a:chExt cx="213" cy="250"/>
            </a:xfrm>
          </p:grpSpPr>
          <p:sp>
            <p:nvSpPr>
              <p:cNvPr id="105512" name="Rectangle 15"/>
              <p:cNvSpPr/>
              <p:nvPr/>
            </p:nvSpPr>
            <p:spPr>
              <a:xfrm>
                <a:off x="2982" y="2490"/>
                <a:ext cx="144" cy="1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05513" name="Text Box 16"/>
              <p:cNvSpPr txBox="1"/>
              <p:nvPr/>
            </p:nvSpPr>
            <p:spPr>
              <a:xfrm>
                <a:off x="2951" y="2429"/>
                <a:ext cx="213"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000" dirty="0">
                    <a:ea typeface="宋体" panose="02010600030101010101" pitchFamily="2" charset="-122"/>
                  </a:rPr>
                  <a:t>x</a:t>
                </a:r>
                <a:endParaRPr lang="en-US" altLang="zh-CN" sz="2400" dirty="0">
                  <a:latin typeface="Times New Roman" panose="02020603050405020304" pitchFamily="18" charset="0"/>
                  <a:ea typeface="宋体" panose="02010600030101010101" pitchFamily="2" charset="-122"/>
                </a:endParaRPr>
              </a:p>
            </p:txBody>
          </p:sp>
        </p:grpSp>
        <p:grpSp>
          <p:nvGrpSpPr>
            <p:cNvPr id="105489" name="Group 17"/>
            <p:cNvGrpSpPr/>
            <p:nvPr/>
          </p:nvGrpSpPr>
          <p:grpSpPr>
            <a:xfrm>
              <a:off x="4746" y="1400"/>
              <a:ext cx="316" cy="250"/>
              <a:chOff x="1740" y="2306"/>
              <a:chExt cx="316" cy="250"/>
            </a:xfrm>
          </p:grpSpPr>
          <p:sp>
            <p:nvSpPr>
              <p:cNvPr id="105504" name="Oval 18"/>
              <p:cNvSpPr/>
              <p:nvPr/>
            </p:nvSpPr>
            <p:spPr>
              <a:xfrm>
                <a:off x="1743" y="2420"/>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05505" name="Line 19"/>
              <p:cNvSpPr/>
              <p:nvPr/>
            </p:nvSpPr>
            <p:spPr>
              <a:xfrm>
                <a:off x="1743" y="2413"/>
                <a:ext cx="0" cy="50"/>
              </a:xfrm>
              <a:prstGeom prst="line">
                <a:avLst/>
              </a:prstGeom>
              <a:ln w="12700" cap="flat" cmpd="sng">
                <a:solidFill>
                  <a:schemeClr val="tx1"/>
                </a:solidFill>
                <a:prstDash val="solid"/>
                <a:headEnd type="none" w="med" len="med"/>
                <a:tailEnd type="none" w="med" len="med"/>
              </a:ln>
            </p:spPr>
          </p:sp>
          <p:sp>
            <p:nvSpPr>
              <p:cNvPr id="105506" name="Line 20"/>
              <p:cNvSpPr/>
              <p:nvPr/>
            </p:nvSpPr>
            <p:spPr>
              <a:xfrm>
                <a:off x="2056" y="2413"/>
                <a:ext cx="0" cy="50"/>
              </a:xfrm>
              <a:prstGeom prst="line">
                <a:avLst/>
              </a:prstGeom>
              <a:ln w="12700" cap="flat" cmpd="sng">
                <a:solidFill>
                  <a:schemeClr val="tx1"/>
                </a:solidFill>
                <a:prstDash val="solid"/>
                <a:headEnd type="none" w="med" len="med"/>
                <a:tailEnd type="none" w="med" len="med"/>
              </a:ln>
            </p:spPr>
          </p:sp>
          <p:sp>
            <p:nvSpPr>
              <p:cNvPr id="105507" name="Rectangle 21"/>
              <p:cNvSpPr/>
              <p:nvPr/>
            </p:nvSpPr>
            <p:spPr>
              <a:xfrm>
                <a:off x="1743" y="2413"/>
                <a:ext cx="310"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05508" name="Oval 22"/>
              <p:cNvSpPr/>
              <p:nvPr/>
            </p:nvSpPr>
            <p:spPr>
              <a:xfrm>
                <a:off x="1740" y="2354"/>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05509" name="Group 23"/>
              <p:cNvGrpSpPr/>
              <p:nvPr/>
            </p:nvGrpSpPr>
            <p:grpSpPr>
              <a:xfrm>
                <a:off x="1800" y="2306"/>
                <a:ext cx="202" cy="250"/>
                <a:chOff x="2955" y="2429"/>
                <a:chExt cx="205" cy="250"/>
              </a:xfrm>
            </p:grpSpPr>
            <p:sp>
              <p:nvSpPr>
                <p:cNvPr id="105510" name="Rectangle 24"/>
                <p:cNvSpPr/>
                <p:nvPr/>
              </p:nvSpPr>
              <p:spPr>
                <a:xfrm>
                  <a:off x="2982" y="2490"/>
                  <a:ext cx="144" cy="1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05511" name="Text Box 25"/>
                <p:cNvSpPr txBox="1"/>
                <p:nvPr/>
              </p:nvSpPr>
              <p:spPr>
                <a:xfrm>
                  <a:off x="2955" y="2429"/>
                  <a:ext cx="205"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000" dirty="0">
                      <a:ea typeface="宋体" panose="02010600030101010101" pitchFamily="2" charset="-122"/>
                    </a:rPr>
                    <a:t>z</a:t>
                  </a:r>
                  <a:endParaRPr lang="en-US" altLang="zh-CN" sz="2400" dirty="0">
                    <a:latin typeface="Times New Roman" panose="02020603050405020304" pitchFamily="18" charset="0"/>
                    <a:ea typeface="宋体" panose="02010600030101010101" pitchFamily="2" charset="-122"/>
                  </a:endParaRPr>
                </a:p>
              </p:txBody>
            </p:sp>
          </p:grpSp>
        </p:grpSp>
        <p:sp>
          <p:nvSpPr>
            <p:cNvPr id="105490" name="Text Box 26"/>
            <p:cNvSpPr txBox="1"/>
            <p:nvPr/>
          </p:nvSpPr>
          <p:spPr>
            <a:xfrm>
              <a:off x="4649" y="1190"/>
              <a:ext cx="181"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800" dirty="0">
                  <a:ea typeface="宋体" panose="02010600030101010101" pitchFamily="2" charset="-122"/>
                </a:rPr>
                <a:t>1</a:t>
              </a:r>
              <a:endParaRPr lang="en-US" altLang="zh-CN" sz="2400" dirty="0">
                <a:latin typeface="Times New Roman" panose="02020603050405020304" pitchFamily="18" charset="0"/>
                <a:ea typeface="宋体" panose="02010600030101010101" pitchFamily="2" charset="-122"/>
              </a:endParaRPr>
            </a:p>
          </p:txBody>
        </p:sp>
        <p:sp>
          <p:nvSpPr>
            <p:cNvPr id="105491" name="Text Box 27"/>
            <p:cNvSpPr txBox="1"/>
            <p:nvPr/>
          </p:nvSpPr>
          <p:spPr>
            <a:xfrm>
              <a:off x="4110" y="1187"/>
              <a:ext cx="204"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800" dirty="0">
                  <a:ea typeface="宋体" panose="02010600030101010101" pitchFamily="2" charset="-122"/>
                </a:rPr>
                <a:t>4</a:t>
              </a:r>
              <a:endParaRPr lang="en-US" altLang="zh-CN" sz="2400" dirty="0">
                <a:latin typeface="Times New Roman" panose="02020603050405020304" pitchFamily="18" charset="0"/>
                <a:ea typeface="宋体" panose="02010600030101010101" pitchFamily="2" charset="-122"/>
              </a:endParaRPr>
            </a:p>
          </p:txBody>
        </p:sp>
        <p:sp>
          <p:nvSpPr>
            <p:cNvPr id="105492" name="Text Box 28"/>
            <p:cNvSpPr txBox="1"/>
            <p:nvPr/>
          </p:nvSpPr>
          <p:spPr>
            <a:xfrm>
              <a:off x="4351" y="1520"/>
              <a:ext cx="292"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800" dirty="0">
                  <a:ea typeface="宋体" panose="02010600030101010101" pitchFamily="2" charset="-122"/>
                </a:rPr>
                <a:t>50</a:t>
              </a:r>
              <a:endParaRPr lang="en-US" altLang="zh-CN" sz="2400" dirty="0">
                <a:latin typeface="Times New Roman" panose="02020603050405020304" pitchFamily="18" charset="0"/>
                <a:ea typeface="宋体" panose="02010600030101010101" pitchFamily="2" charset="-122"/>
              </a:endParaRPr>
            </a:p>
          </p:txBody>
        </p:sp>
        <p:grpSp>
          <p:nvGrpSpPr>
            <p:cNvPr id="105493" name="Group 29"/>
            <p:cNvGrpSpPr/>
            <p:nvPr/>
          </p:nvGrpSpPr>
          <p:grpSpPr>
            <a:xfrm>
              <a:off x="4326" y="1076"/>
              <a:ext cx="316" cy="250"/>
              <a:chOff x="1740" y="2306"/>
              <a:chExt cx="316" cy="250"/>
            </a:xfrm>
          </p:grpSpPr>
          <p:sp>
            <p:nvSpPr>
              <p:cNvPr id="105496" name="Oval 30"/>
              <p:cNvSpPr/>
              <p:nvPr/>
            </p:nvSpPr>
            <p:spPr>
              <a:xfrm>
                <a:off x="1743" y="2420"/>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05497" name="Line 31"/>
              <p:cNvSpPr/>
              <p:nvPr/>
            </p:nvSpPr>
            <p:spPr>
              <a:xfrm>
                <a:off x="1743" y="2413"/>
                <a:ext cx="0" cy="50"/>
              </a:xfrm>
              <a:prstGeom prst="line">
                <a:avLst/>
              </a:prstGeom>
              <a:ln w="12700" cap="flat" cmpd="sng">
                <a:solidFill>
                  <a:schemeClr val="tx1"/>
                </a:solidFill>
                <a:prstDash val="solid"/>
                <a:headEnd type="none" w="med" len="med"/>
                <a:tailEnd type="none" w="med" len="med"/>
              </a:ln>
            </p:spPr>
          </p:sp>
          <p:sp>
            <p:nvSpPr>
              <p:cNvPr id="105498" name="Line 32"/>
              <p:cNvSpPr/>
              <p:nvPr/>
            </p:nvSpPr>
            <p:spPr>
              <a:xfrm>
                <a:off x="2056" y="2413"/>
                <a:ext cx="0" cy="50"/>
              </a:xfrm>
              <a:prstGeom prst="line">
                <a:avLst/>
              </a:prstGeom>
              <a:ln w="12700" cap="flat" cmpd="sng">
                <a:solidFill>
                  <a:schemeClr val="tx1"/>
                </a:solidFill>
                <a:prstDash val="solid"/>
                <a:headEnd type="none" w="med" len="med"/>
                <a:tailEnd type="none" w="med" len="med"/>
              </a:ln>
            </p:spPr>
          </p:sp>
          <p:sp>
            <p:nvSpPr>
              <p:cNvPr id="105499" name="Rectangle 33"/>
              <p:cNvSpPr/>
              <p:nvPr/>
            </p:nvSpPr>
            <p:spPr>
              <a:xfrm>
                <a:off x="1743" y="2413"/>
                <a:ext cx="310"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05500" name="Oval 34"/>
              <p:cNvSpPr/>
              <p:nvPr/>
            </p:nvSpPr>
            <p:spPr>
              <a:xfrm>
                <a:off x="1740" y="2354"/>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05501" name="Group 35"/>
              <p:cNvGrpSpPr/>
              <p:nvPr/>
            </p:nvGrpSpPr>
            <p:grpSpPr>
              <a:xfrm>
                <a:off x="1802" y="2306"/>
                <a:ext cx="199" cy="250"/>
                <a:chOff x="2957" y="2429"/>
                <a:chExt cx="202" cy="250"/>
              </a:xfrm>
            </p:grpSpPr>
            <p:sp>
              <p:nvSpPr>
                <p:cNvPr id="105502" name="Rectangle 36"/>
                <p:cNvSpPr/>
                <p:nvPr/>
              </p:nvSpPr>
              <p:spPr>
                <a:xfrm>
                  <a:off x="2982" y="2490"/>
                  <a:ext cx="144" cy="1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05503" name="Text Box 37"/>
                <p:cNvSpPr txBox="1"/>
                <p:nvPr/>
              </p:nvSpPr>
              <p:spPr>
                <a:xfrm>
                  <a:off x="2957" y="2429"/>
                  <a:ext cx="202"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000" dirty="0">
                      <a:ea typeface="宋体" panose="02010600030101010101" pitchFamily="2" charset="-122"/>
                    </a:rPr>
                    <a:t>y</a:t>
                  </a:r>
                  <a:endParaRPr lang="en-US" altLang="zh-CN" sz="2400" dirty="0">
                    <a:latin typeface="Times New Roman" panose="02020603050405020304" pitchFamily="18" charset="0"/>
                    <a:ea typeface="宋体" panose="02010600030101010101" pitchFamily="2" charset="-122"/>
                  </a:endParaRPr>
                </a:p>
              </p:txBody>
            </p:sp>
          </p:grpSp>
        </p:grpSp>
        <p:sp>
          <p:nvSpPr>
            <p:cNvPr id="105494" name="Text Box 38"/>
            <p:cNvSpPr txBox="1"/>
            <p:nvPr/>
          </p:nvSpPr>
          <p:spPr>
            <a:xfrm>
              <a:off x="3964" y="938"/>
              <a:ext cx="292"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800" dirty="0">
                  <a:solidFill>
                    <a:srgbClr val="FF0000"/>
                  </a:solidFill>
                  <a:ea typeface="宋体" panose="02010600030101010101" pitchFamily="2" charset="-122"/>
                </a:rPr>
                <a:t>60</a:t>
              </a:r>
              <a:endParaRPr lang="en-US" altLang="zh-CN" sz="2400" dirty="0">
                <a:latin typeface="Times New Roman" panose="02020603050405020304" pitchFamily="18" charset="0"/>
                <a:ea typeface="宋体" panose="02010600030101010101" pitchFamily="2" charset="-122"/>
              </a:endParaRPr>
            </a:p>
          </p:txBody>
        </p:sp>
        <p:sp>
          <p:nvSpPr>
            <p:cNvPr id="105495" name="Line 39"/>
            <p:cNvSpPr/>
            <p:nvPr/>
          </p:nvSpPr>
          <p:spPr>
            <a:xfrm flipH="1" flipV="1">
              <a:off x="4128" y="1134"/>
              <a:ext cx="132" cy="228"/>
            </a:xfrm>
            <a:prstGeom prst="line">
              <a:avLst/>
            </a:prstGeom>
            <a:ln w="19050" cap="flat" cmpd="sng">
              <a:solidFill>
                <a:srgbClr val="FF0000"/>
              </a:solidFill>
              <a:prstDash val="solid"/>
              <a:headEnd type="none" w="med" len="med"/>
              <a:tailEnd type="triangle" w="med" len="med"/>
            </a:ln>
          </p:spPr>
        </p:sp>
      </p:gr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6498" name="页脚占位符 5"/>
          <p:cNvSpPr txBox="1">
            <a:spLocks noGrp="1"/>
          </p:cNvSpPr>
          <p:nvPr>
            <p:ph type="ftr" sz="quarter" idx="11"/>
          </p:nvPr>
        </p:nvSpPr>
        <p:spPr/>
        <p:txBody>
          <a:bodyPr/>
          <a:p>
            <a:pPr marL="0" indent="0" algn="r">
              <a:spcBef>
                <a:spcPct val="0"/>
              </a:spcBef>
              <a:buClrTx/>
              <a:buSzTx/>
              <a:buFontTx/>
              <a:buNone/>
            </a:pPr>
            <a:r>
              <a:rPr lang="en-US" altLang="zh-CN" sz="1400" dirty="0">
                <a:ea typeface="宋体" panose="02010600030101010101" pitchFamily="2" charset="-122"/>
              </a:rPr>
              <a:t>Network Layer</a:t>
            </a:r>
            <a:endParaRPr lang="en-US" altLang="zh-CN" sz="1400" dirty="0">
              <a:latin typeface="Times New Roman" panose="02020603050405020304" pitchFamily="18" charset="0"/>
              <a:ea typeface="宋体" panose="02010600030101010101" pitchFamily="2" charset="-122"/>
            </a:endParaRPr>
          </a:p>
        </p:txBody>
      </p:sp>
      <p:sp>
        <p:nvSpPr>
          <p:cNvPr id="106499" name="灯片编号占位符 6"/>
          <p:cNvSpPr txBox="1">
            <a:spLocks noGrp="1"/>
          </p:cNvSpPr>
          <p:nvPr>
            <p:ph type="sldNum" sz="quarter" idx="12"/>
          </p:nvPr>
        </p:nvSpPr>
        <p:spPr/>
        <p:txBody>
          <a:bodyPr/>
          <a:p>
            <a:pPr marL="0" indent="0" algn="r">
              <a:spcBef>
                <a:spcPct val="0"/>
              </a:spcBef>
              <a:buClrTx/>
              <a:buSzTx/>
              <a:buFontTx/>
              <a:buNone/>
            </a:pPr>
            <a:r>
              <a:rPr lang="en-US" altLang="zh-CN" sz="1400" dirty="0">
                <a:ea typeface="宋体" panose="02010600030101010101" pitchFamily="2" charset="-122"/>
              </a:rPr>
              <a:t>4-</a:t>
            </a: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106500" name="Rectangle 2"/>
          <p:cNvSpPr>
            <a:spLocks noGrp="1"/>
          </p:cNvSpPr>
          <p:nvPr>
            <p:ph type="title"/>
          </p:nvPr>
        </p:nvSpPr>
        <p:spPr/>
        <p:txBody>
          <a:bodyPr vert="horz" wrap="square" lIns="91440" tIns="45720" rIns="91440" bIns="45720" anchor="ctr" anchorCtr="0"/>
          <a:p>
            <a:r>
              <a:rPr lang="en-US" altLang="zh-CN" sz="2800" dirty="0">
                <a:ea typeface="宋体" panose="02010600030101010101" pitchFamily="2" charset="-122"/>
              </a:rPr>
              <a:t>Comparison of LS and DV algorithms</a:t>
            </a:r>
            <a:endParaRPr lang="en-US" altLang="zh-CN" dirty="0">
              <a:ea typeface="宋体" panose="02010600030101010101" pitchFamily="2" charset="-122"/>
            </a:endParaRPr>
          </a:p>
        </p:txBody>
      </p:sp>
      <p:sp>
        <p:nvSpPr>
          <p:cNvPr id="106501" name="Rectangle 3"/>
          <p:cNvSpPr>
            <a:spLocks noGrp="1"/>
          </p:cNvSpPr>
          <p:nvPr>
            <p:ph sz="half" idx="1"/>
          </p:nvPr>
        </p:nvSpPr>
        <p:spPr>
          <a:xfrm>
            <a:off x="523875" y="1295400"/>
            <a:ext cx="4029075" cy="4648200"/>
          </a:xfrm>
        </p:spPr>
        <p:txBody>
          <a:bodyPr vert="horz" wrap="square" lIns="91440" tIns="45720" rIns="91440" bIns="45720" anchor="t" anchorCtr="0"/>
          <a:p>
            <a:pPr>
              <a:buClr>
                <a:schemeClr val="accent2"/>
              </a:buClr>
              <a:buSzPct val="85000"/>
              <a:buFont typeface="ZapfDingbats"/>
              <a:buNone/>
            </a:pPr>
            <a:r>
              <a:rPr lang="en-US" altLang="zh-CN" sz="2400" dirty="0">
                <a:solidFill>
                  <a:srgbClr val="FF0000"/>
                </a:solidFill>
                <a:ea typeface="宋体" panose="02010600030101010101" pitchFamily="2" charset="-122"/>
              </a:rPr>
              <a:t>Message complexity</a:t>
            </a:r>
            <a:endParaRPr lang="en-US" altLang="zh-CN" sz="2400" dirty="0">
              <a:ea typeface="宋体" panose="02010600030101010101" pitchFamily="2" charset="-122"/>
            </a:endParaRPr>
          </a:p>
          <a:p>
            <a:pPr>
              <a:buClr>
                <a:schemeClr val="accent2"/>
              </a:buClr>
              <a:buSzPct val="85000"/>
              <a:buFont typeface="ZapfDingbats"/>
            </a:pPr>
            <a:r>
              <a:rPr lang="en-US" altLang="zh-CN" sz="2000" u="sng" dirty="0">
                <a:solidFill>
                  <a:srgbClr val="FF0000"/>
                </a:solidFill>
                <a:ea typeface="宋体" panose="02010600030101010101" pitchFamily="2" charset="-122"/>
              </a:rPr>
              <a:t>LS:</a:t>
            </a:r>
            <a:r>
              <a:rPr lang="en-US" altLang="zh-CN" sz="2000" dirty="0">
                <a:ea typeface="宋体" panose="02010600030101010101" pitchFamily="2" charset="-122"/>
              </a:rPr>
              <a:t> with n nodes, E links, O(nE) msgs sent  </a:t>
            </a:r>
            <a:endParaRPr lang="en-US" altLang="zh-CN" sz="2000" dirty="0">
              <a:ea typeface="宋体" panose="02010600030101010101" pitchFamily="2" charset="-122"/>
            </a:endParaRPr>
          </a:p>
          <a:p>
            <a:pPr>
              <a:buClr>
                <a:schemeClr val="accent2"/>
              </a:buClr>
              <a:buSzPct val="85000"/>
              <a:buFont typeface="ZapfDingbats"/>
            </a:pPr>
            <a:r>
              <a:rPr lang="en-US" altLang="zh-CN" sz="2000" u="sng" dirty="0">
                <a:solidFill>
                  <a:srgbClr val="FF0000"/>
                </a:solidFill>
                <a:ea typeface="宋体" panose="02010600030101010101" pitchFamily="2" charset="-122"/>
              </a:rPr>
              <a:t>DV: </a:t>
            </a:r>
            <a:r>
              <a:rPr lang="en-US" altLang="zh-CN" sz="2000" dirty="0">
                <a:ea typeface="宋体" panose="02010600030101010101" pitchFamily="2" charset="-122"/>
              </a:rPr>
              <a:t>exchange between neighbors only</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convergence time varies</a:t>
            </a:r>
            <a:endParaRPr lang="en-US" altLang="zh-CN" sz="1800" dirty="0">
              <a:ea typeface="宋体" panose="02010600030101010101" pitchFamily="2" charset="-122"/>
            </a:endParaRPr>
          </a:p>
          <a:p>
            <a:pPr>
              <a:spcBef>
                <a:spcPct val="50000"/>
              </a:spcBef>
              <a:buClr>
                <a:schemeClr val="accent2"/>
              </a:buClr>
              <a:buSzPct val="85000"/>
              <a:buFont typeface="ZapfDingbats"/>
              <a:buNone/>
            </a:pPr>
            <a:r>
              <a:rPr lang="en-US" altLang="zh-CN" sz="2400" dirty="0">
                <a:solidFill>
                  <a:srgbClr val="FF0000"/>
                </a:solidFill>
                <a:ea typeface="宋体" panose="02010600030101010101" pitchFamily="2" charset="-122"/>
              </a:rPr>
              <a:t>Speed of Convergence</a:t>
            </a:r>
            <a:endParaRPr lang="en-US" altLang="zh-CN" sz="2400" dirty="0">
              <a:ea typeface="宋体" panose="02010600030101010101" pitchFamily="2" charset="-122"/>
            </a:endParaRPr>
          </a:p>
          <a:p>
            <a:pPr>
              <a:buClr>
                <a:schemeClr val="accent2"/>
              </a:buClr>
              <a:buSzPct val="85000"/>
              <a:buFont typeface="ZapfDingbats"/>
            </a:pPr>
            <a:r>
              <a:rPr lang="en-US" altLang="zh-CN" sz="2000" u="sng" dirty="0">
                <a:solidFill>
                  <a:srgbClr val="FF0000"/>
                </a:solidFill>
                <a:ea typeface="宋体" panose="02010600030101010101" pitchFamily="2" charset="-122"/>
              </a:rPr>
              <a:t>LS:</a:t>
            </a:r>
            <a:r>
              <a:rPr lang="en-US" altLang="zh-CN" sz="2000" dirty="0">
                <a:ea typeface="宋体" panose="02010600030101010101" pitchFamily="2" charset="-122"/>
              </a:rPr>
              <a:t> O(n</a:t>
            </a:r>
            <a:r>
              <a:rPr lang="en-US" altLang="zh-CN" sz="2000" b="1" baseline="30000" dirty="0">
                <a:ea typeface="宋体" panose="02010600030101010101" pitchFamily="2" charset="-122"/>
              </a:rPr>
              <a:t>2</a:t>
            </a:r>
            <a:r>
              <a:rPr lang="en-US" altLang="zh-CN" sz="2000" dirty="0">
                <a:ea typeface="宋体" panose="02010600030101010101" pitchFamily="2" charset="-122"/>
              </a:rPr>
              <a:t>) algorithm requires O(nE) msgs</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may have oscillations</a:t>
            </a:r>
            <a:endParaRPr lang="en-US" altLang="zh-CN" sz="1800" dirty="0">
              <a:ea typeface="宋体" panose="02010600030101010101" pitchFamily="2" charset="-122"/>
            </a:endParaRPr>
          </a:p>
          <a:p>
            <a:pPr>
              <a:buClr>
                <a:schemeClr val="accent2"/>
              </a:buClr>
              <a:buSzPct val="85000"/>
              <a:buFont typeface="ZapfDingbats"/>
            </a:pPr>
            <a:r>
              <a:rPr lang="en-US" altLang="zh-CN" sz="2000" u="sng" dirty="0">
                <a:solidFill>
                  <a:srgbClr val="FF0000"/>
                </a:solidFill>
                <a:ea typeface="宋体" panose="02010600030101010101" pitchFamily="2" charset="-122"/>
              </a:rPr>
              <a:t>DV</a:t>
            </a:r>
            <a:r>
              <a:rPr lang="en-US" altLang="zh-CN" sz="2000" dirty="0">
                <a:ea typeface="宋体" panose="02010600030101010101" pitchFamily="2" charset="-122"/>
              </a:rPr>
              <a:t>: convergence time varies</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may be routing loops</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count-to-infinity problem</a:t>
            </a:r>
            <a:endParaRPr lang="en-US" altLang="zh-CN" sz="1800" dirty="0">
              <a:ea typeface="宋体" panose="02010600030101010101" pitchFamily="2" charset="-122"/>
            </a:endParaRPr>
          </a:p>
        </p:txBody>
      </p:sp>
      <p:sp>
        <p:nvSpPr>
          <p:cNvPr id="106502" name="Rectangle 4"/>
          <p:cNvSpPr>
            <a:spLocks noGrp="1"/>
          </p:cNvSpPr>
          <p:nvPr>
            <p:ph sz="half" idx="2"/>
          </p:nvPr>
        </p:nvSpPr>
        <p:spPr>
          <a:xfrm>
            <a:off x="4743450" y="1295400"/>
            <a:ext cx="4010025" cy="4648200"/>
          </a:xfrm>
        </p:spPr>
        <p:txBody>
          <a:bodyPr vert="horz" wrap="square" lIns="91440" tIns="45720" rIns="91440" bIns="45720" anchor="t" anchorCtr="0"/>
          <a:p>
            <a:pPr>
              <a:buClr>
                <a:schemeClr val="accent2"/>
              </a:buClr>
              <a:buSzPct val="85000"/>
              <a:buFont typeface="ZapfDingbats"/>
              <a:buNone/>
            </a:pPr>
            <a:r>
              <a:rPr lang="en-US" altLang="zh-CN" sz="2400" dirty="0">
                <a:solidFill>
                  <a:srgbClr val="FF0000"/>
                </a:solidFill>
                <a:ea typeface="宋体" panose="02010600030101010101" pitchFamily="2" charset="-122"/>
              </a:rPr>
              <a:t>Robustness:</a:t>
            </a:r>
            <a:r>
              <a:rPr lang="en-US" altLang="zh-CN" sz="2400" dirty="0">
                <a:ea typeface="宋体" panose="02010600030101010101" pitchFamily="2" charset="-122"/>
              </a:rPr>
              <a:t> what happens if router malfunctions?</a:t>
            </a:r>
            <a:endParaRPr lang="en-US" altLang="zh-CN" sz="2400" dirty="0">
              <a:ea typeface="宋体" panose="02010600030101010101" pitchFamily="2" charset="-122"/>
            </a:endParaRPr>
          </a:p>
          <a:p>
            <a:pPr>
              <a:buClr>
                <a:schemeClr val="accent2"/>
              </a:buClr>
              <a:buSzPct val="85000"/>
              <a:buFont typeface="ZapfDingbats"/>
              <a:buNone/>
            </a:pPr>
            <a:r>
              <a:rPr lang="en-US" altLang="zh-CN" sz="2400" u="sng" dirty="0">
                <a:solidFill>
                  <a:srgbClr val="FF0000"/>
                </a:solidFill>
                <a:ea typeface="宋体" panose="02010600030101010101" pitchFamily="2" charset="-122"/>
              </a:rPr>
              <a:t>LS:</a:t>
            </a:r>
            <a:r>
              <a:rPr lang="en-US" altLang="zh-CN" sz="2400" dirty="0">
                <a:ea typeface="宋体" panose="02010600030101010101" pitchFamily="2" charset="-122"/>
              </a:rPr>
              <a:t> </a:t>
            </a:r>
            <a:endParaRPr lang="en-US" altLang="zh-CN" sz="24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node can advertise incorrect </a:t>
            </a:r>
            <a:r>
              <a:rPr lang="en-US" altLang="zh-CN" sz="2000" i="1" dirty="0">
                <a:solidFill>
                  <a:schemeClr val="accent2"/>
                </a:solidFill>
                <a:ea typeface="宋体" panose="02010600030101010101" pitchFamily="2" charset="-122"/>
              </a:rPr>
              <a:t>link</a:t>
            </a:r>
            <a:r>
              <a:rPr lang="en-US" altLang="zh-CN" sz="2000" dirty="0">
                <a:ea typeface="宋体" panose="02010600030101010101" pitchFamily="2" charset="-122"/>
              </a:rPr>
              <a:t> cost</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each node computes only its </a:t>
            </a:r>
            <a:r>
              <a:rPr lang="en-US" altLang="zh-CN" sz="2000" i="1" dirty="0">
                <a:ea typeface="宋体" panose="02010600030101010101" pitchFamily="2" charset="-122"/>
              </a:rPr>
              <a:t>own</a:t>
            </a:r>
            <a:r>
              <a:rPr lang="en-US" altLang="zh-CN" sz="2000" dirty="0">
                <a:ea typeface="宋体" panose="02010600030101010101" pitchFamily="2" charset="-122"/>
              </a:rPr>
              <a:t> table</a:t>
            </a:r>
            <a:endParaRPr lang="en-US" altLang="zh-CN" sz="2000" dirty="0">
              <a:ea typeface="宋体" panose="02010600030101010101" pitchFamily="2" charset="-122"/>
            </a:endParaRPr>
          </a:p>
          <a:p>
            <a:pPr>
              <a:buClr>
                <a:schemeClr val="accent2"/>
              </a:buClr>
              <a:buSzPct val="85000"/>
              <a:buFont typeface="ZapfDingbats"/>
              <a:buNone/>
            </a:pPr>
            <a:r>
              <a:rPr lang="en-US" altLang="zh-CN" sz="2400" u="sng" dirty="0">
                <a:solidFill>
                  <a:srgbClr val="FF0000"/>
                </a:solidFill>
                <a:ea typeface="宋体" panose="02010600030101010101" pitchFamily="2" charset="-122"/>
              </a:rPr>
              <a:t>DV:</a:t>
            </a:r>
            <a:endParaRPr lang="en-US" altLang="zh-CN" sz="24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DV node can advertise incorrect </a:t>
            </a:r>
            <a:r>
              <a:rPr lang="en-US" altLang="zh-CN" sz="2000" i="1" dirty="0">
                <a:solidFill>
                  <a:schemeClr val="accent2"/>
                </a:solidFill>
                <a:ea typeface="宋体" panose="02010600030101010101" pitchFamily="2" charset="-122"/>
              </a:rPr>
              <a:t>path</a:t>
            </a:r>
            <a:r>
              <a:rPr lang="en-US" altLang="zh-CN" sz="2000" dirty="0">
                <a:ea typeface="宋体" panose="02010600030101010101" pitchFamily="2" charset="-122"/>
              </a:rPr>
              <a:t> cost</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each node’s table used by others </a:t>
            </a:r>
            <a:endParaRPr lang="en-US" altLang="zh-CN" sz="2000" dirty="0">
              <a:ea typeface="宋体" panose="02010600030101010101" pitchFamily="2" charset="-122"/>
            </a:endParaRPr>
          </a:p>
          <a:p>
            <a:pPr lvl="2">
              <a:buClrTx/>
              <a:buSzTx/>
              <a:buFontTx/>
            </a:pPr>
            <a:r>
              <a:rPr lang="en-US" altLang="zh-CN" sz="1800" dirty="0">
                <a:ea typeface="宋体" panose="02010600030101010101" pitchFamily="2" charset="-122"/>
              </a:rPr>
              <a:t>error propagate thru network</a:t>
            </a:r>
            <a:endParaRPr lang="en-US" altLang="zh-CN" sz="1800" dirty="0">
              <a:ea typeface="宋体" panose="02010600030101010101" pitchFamily="2" charset="-122"/>
            </a:endParaRPr>
          </a:p>
          <a:p>
            <a:pPr lvl="1">
              <a:buClr>
                <a:schemeClr val="accent2"/>
              </a:buClr>
              <a:buSzPct val="75000"/>
              <a:buFont typeface="ZapfDingbats"/>
            </a:pPr>
            <a:endParaRPr lang="en-US" altLang="zh-CN" sz="2000" dirty="0">
              <a:ea typeface="宋体" panose="02010600030101010101" pitchFamily="2" charset="-122"/>
            </a:endParaRPr>
          </a:p>
          <a:p>
            <a:pPr lvl="1">
              <a:buClr>
                <a:schemeClr val="accent2"/>
              </a:buClr>
              <a:buSzPct val="75000"/>
              <a:buFont typeface="ZapfDingbats"/>
            </a:pPr>
            <a:endParaRPr lang="en-US" altLang="zh-CN" sz="2000" dirty="0">
              <a:ea typeface="宋体" panose="02010600030101010101" pitchFamily="2" charset="-122"/>
            </a:endParaRPr>
          </a:p>
          <a:p>
            <a:pPr>
              <a:buClr>
                <a:schemeClr val="accent2"/>
              </a:buClr>
              <a:buSzPct val="85000"/>
              <a:buFont typeface="ZapfDingbats"/>
            </a:pPr>
            <a:endParaRPr lang="en-US" altLang="zh-CN" sz="2400" dirty="0">
              <a:ea typeface="宋体" panose="02010600030101010101" pitchFamily="2" charset="-122"/>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7522" name="页脚占位符 5"/>
          <p:cNvSpPr txBox="1">
            <a:spLocks noGrp="1"/>
          </p:cNvSpPr>
          <p:nvPr>
            <p:ph type="ftr" sz="quarter" idx="11"/>
          </p:nvPr>
        </p:nvSpPr>
        <p:spPr/>
        <p:txBody>
          <a:bodyPr/>
          <a:p>
            <a:pPr marL="0" indent="0" algn="r">
              <a:spcBef>
                <a:spcPct val="0"/>
              </a:spcBef>
              <a:buClrTx/>
              <a:buSzTx/>
              <a:buFontTx/>
              <a:buNone/>
            </a:pPr>
            <a:r>
              <a:rPr lang="en-US" altLang="zh-CN" sz="1400" dirty="0">
                <a:ea typeface="宋体" panose="02010600030101010101" pitchFamily="2" charset="-122"/>
              </a:rPr>
              <a:t>Network Layer</a:t>
            </a:r>
            <a:endParaRPr lang="en-US" altLang="zh-CN" sz="1400" dirty="0">
              <a:latin typeface="Times New Roman" panose="02020603050405020304" pitchFamily="18" charset="0"/>
              <a:ea typeface="宋体" panose="02010600030101010101" pitchFamily="2" charset="-122"/>
            </a:endParaRPr>
          </a:p>
        </p:txBody>
      </p:sp>
      <p:sp>
        <p:nvSpPr>
          <p:cNvPr id="107523" name="灯片编号占位符 6"/>
          <p:cNvSpPr txBox="1">
            <a:spLocks noGrp="1"/>
          </p:cNvSpPr>
          <p:nvPr>
            <p:ph type="sldNum" sz="quarter" idx="12"/>
          </p:nvPr>
        </p:nvSpPr>
        <p:spPr/>
        <p:txBody>
          <a:bodyPr/>
          <a:p>
            <a:pPr marL="0" indent="0" algn="r">
              <a:spcBef>
                <a:spcPct val="0"/>
              </a:spcBef>
              <a:buClrTx/>
              <a:buSzTx/>
              <a:buFontTx/>
              <a:buNone/>
            </a:pPr>
            <a:r>
              <a:rPr lang="en-US" altLang="zh-CN" sz="1400" dirty="0">
                <a:ea typeface="宋体" panose="02010600030101010101" pitchFamily="2" charset="-122"/>
              </a:rPr>
              <a:t>4-</a:t>
            </a: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107524" name="Rectangle 2"/>
          <p:cNvSpPr>
            <a:spLocks noGrp="1"/>
          </p:cNvSpPr>
          <p:nvPr>
            <p:ph type="title"/>
          </p:nvPr>
        </p:nvSpPr>
        <p:spPr/>
        <p:txBody>
          <a:bodyPr vert="horz" wrap="square" lIns="91440" tIns="45720" rIns="91440" bIns="45720" anchor="ctr" anchorCtr="0"/>
          <a:p>
            <a:r>
              <a:rPr lang="en-US" altLang="zh-CN" dirty="0">
                <a:ea typeface="宋体" panose="02010600030101010101" pitchFamily="2" charset="-122"/>
              </a:rPr>
              <a:t>Chapter 4: Network Layer</a:t>
            </a:r>
            <a:endParaRPr lang="en-US" altLang="zh-CN" dirty="0">
              <a:ea typeface="宋体" panose="02010600030101010101" pitchFamily="2" charset="-122"/>
            </a:endParaRPr>
          </a:p>
        </p:txBody>
      </p:sp>
      <p:sp>
        <p:nvSpPr>
          <p:cNvPr id="107525" name="Rectangle 3"/>
          <p:cNvSpPr>
            <a:spLocks noGrp="1"/>
          </p:cNvSpPr>
          <p:nvPr>
            <p:ph sz="half" idx="1"/>
          </p:nvPr>
        </p:nvSpPr>
        <p:spPr/>
        <p:txBody>
          <a:bodyPr vert="horz" wrap="square" lIns="91440" tIns="45720" rIns="91440" bIns="45720" anchor="t" anchorCtr="0"/>
          <a:p>
            <a:pPr>
              <a:buClr>
                <a:schemeClr val="accent2"/>
              </a:buClr>
              <a:buSzPct val="85000"/>
              <a:buFont typeface="ZapfDingbats"/>
            </a:pPr>
            <a:r>
              <a:rPr lang="en-US" altLang="zh-CN" sz="2400" dirty="0">
                <a:ea typeface="宋体" panose="02010600030101010101" pitchFamily="2" charset="-122"/>
              </a:rPr>
              <a:t>4. 1 Introduction</a:t>
            </a:r>
            <a:endParaRPr lang="en-US" altLang="zh-CN" sz="2400" dirty="0">
              <a:ea typeface="宋体" panose="02010600030101010101" pitchFamily="2" charset="-122"/>
            </a:endParaRPr>
          </a:p>
          <a:p>
            <a:pPr>
              <a:buClr>
                <a:schemeClr val="accent2"/>
              </a:buClr>
              <a:buSzPct val="85000"/>
              <a:buFont typeface="ZapfDingbats"/>
            </a:pPr>
            <a:r>
              <a:rPr lang="en-US" altLang="zh-CN" sz="2400" dirty="0">
                <a:ea typeface="宋体" panose="02010600030101010101" pitchFamily="2" charset="-122"/>
              </a:rPr>
              <a:t>4.2 Virtual circuit and datagram networks</a:t>
            </a:r>
            <a:endParaRPr lang="en-US" altLang="zh-CN" sz="2400" dirty="0">
              <a:ea typeface="宋体" panose="02010600030101010101" pitchFamily="2" charset="-122"/>
            </a:endParaRPr>
          </a:p>
          <a:p>
            <a:pPr>
              <a:buClr>
                <a:schemeClr val="accent2"/>
              </a:buClr>
              <a:buSzPct val="85000"/>
              <a:buFont typeface="ZapfDingbats"/>
            </a:pPr>
            <a:r>
              <a:rPr lang="en-US" altLang="zh-CN" sz="2400" dirty="0">
                <a:ea typeface="宋体" panose="02010600030101010101" pitchFamily="2" charset="-122"/>
              </a:rPr>
              <a:t>4.3 What’s inside a router</a:t>
            </a:r>
            <a:endParaRPr lang="en-US" altLang="zh-CN" sz="2400" dirty="0">
              <a:ea typeface="宋体" panose="02010600030101010101" pitchFamily="2" charset="-122"/>
            </a:endParaRPr>
          </a:p>
          <a:p>
            <a:pPr>
              <a:buClr>
                <a:schemeClr val="accent2"/>
              </a:buClr>
              <a:buSzPct val="85000"/>
              <a:buFont typeface="ZapfDingbats"/>
            </a:pPr>
            <a:r>
              <a:rPr lang="en-US" altLang="zh-CN" sz="2400" dirty="0">
                <a:ea typeface="宋体" panose="02010600030101010101" pitchFamily="2" charset="-122"/>
              </a:rPr>
              <a:t>4.4 IP: Internet Protocol</a:t>
            </a:r>
            <a:endParaRPr lang="en-US" altLang="zh-CN" sz="24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Datagram format</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IPv4 addressing</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ICMP</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IPv6</a:t>
            </a:r>
            <a:endParaRPr lang="en-US" altLang="zh-CN" sz="2000" dirty="0">
              <a:ea typeface="宋体" panose="02010600030101010101" pitchFamily="2" charset="-122"/>
            </a:endParaRPr>
          </a:p>
        </p:txBody>
      </p:sp>
      <p:sp>
        <p:nvSpPr>
          <p:cNvPr id="107526" name="Rectangle 4"/>
          <p:cNvSpPr>
            <a:spLocks noGrp="1"/>
          </p:cNvSpPr>
          <p:nvPr>
            <p:ph sz="half" idx="2"/>
          </p:nvPr>
        </p:nvSpPr>
        <p:spPr/>
        <p:txBody>
          <a:bodyPr vert="horz" wrap="square" lIns="91440" tIns="45720" rIns="91440" bIns="45720" anchor="t" anchorCtr="0"/>
          <a:p>
            <a:pPr>
              <a:buClr>
                <a:schemeClr val="accent2"/>
              </a:buClr>
              <a:buSzPct val="85000"/>
              <a:buFont typeface="ZapfDingbats"/>
            </a:pPr>
            <a:r>
              <a:rPr lang="en-US" altLang="zh-CN" sz="2400" dirty="0">
                <a:ea typeface="宋体" panose="02010600030101010101" pitchFamily="2" charset="-122"/>
              </a:rPr>
              <a:t>4.5 </a:t>
            </a:r>
            <a:r>
              <a:rPr lang="en-US" altLang="zh-CN" sz="2400" dirty="0">
                <a:solidFill>
                  <a:srgbClr val="FF0000"/>
                </a:solidFill>
                <a:ea typeface="宋体" panose="02010600030101010101" pitchFamily="2" charset="-122"/>
              </a:rPr>
              <a:t>Routing algorithms</a:t>
            </a:r>
            <a:endParaRPr lang="en-US" altLang="zh-CN" sz="2400" dirty="0">
              <a:solidFill>
                <a:srgbClr val="FF0000"/>
              </a:solidFill>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Link state</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Distance Vector</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solidFill>
                  <a:srgbClr val="FF0000"/>
                </a:solidFill>
                <a:ea typeface="宋体" panose="02010600030101010101" pitchFamily="2" charset="-122"/>
              </a:rPr>
              <a:t>Hierarchical routing</a:t>
            </a:r>
            <a:endParaRPr lang="en-US" altLang="zh-CN" sz="2000" dirty="0">
              <a:solidFill>
                <a:srgbClr val="FF0000"/>
              </a:solidFill>
              <a:ea typeface="宋体" panose="02010600030101010101" pitchFamily="2" charset="-122"/>
            </a:endParaRPr>
          </a:p>
          <a:p>
            <a:pPr>
              <a:buClr>
                <a:schemeClr val="accent2"/>
              </a:buClr>
              <a:buSzPct val="85000"/>
              <a:buFont typeface="ZapfDingbats"/>
            </a:pPr>
            <a:r>
              <a:rPr lang="en-US" altLang="zh-CN" sz="2400" dirty="0">
                <a:ea typeface="宋体" panose="02010600030101010101" pitchFamily="2" charset="-122"/>
              </a:rPr>
              <a:t>4.6 Routing in the Internet</a:t>
            </a:r>
            <a:endParaRPr lang="en-US" altLang="zh-CN" sz="24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RIP</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OSPF</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BGP</a:t>
            </a:r>
            <a:endParaRPr lang="en-US" altLang="zh-CN" sz="2000" dirty="0">
              <a:ea typeface="宋体" panose="02010600030101010101" pitchFamily="2" charset="-122"/>
            </a:endParaRPr>
          </a:p>
          <a:p>
            <a:pPr>
              <a:buClr>
                <a:schemeClr val="accent2"/>
              </a:buClr>
              <a:buSzPct val="85000"/>
              <a:buFont typeface="ZapfDingbats"/>
            </a:pPr>
            <a:r>
              <a:rPr lang="en-US" altLang="zh-CN" sz="2400" dirty="0">
                <a:ea typeface="宋体" panose="02010600030101010101" pitchFamily="2" charset="-122"/>
              </a:rPr>
              <a:t>4.7 Broadcast and multicast routing</a:t>
            </a:r>
            <a:endParaRPr lang="en-US" altLang="zh-CN" sz="2400" dirty="0">
              <a:ea typeface="宋体" panose="02010600030101010101" pitchFamily="2" charset="-122"/>
            </a:endParaRPr>
          </a:p>
          <a:p>
            <a:pPr>
              <a:buClr>
                <a:schemeClr val="accent2"/>
              </a:buClr>
              <a:buSzPct val="85000"/>
              <a:buFont typeface="ZapfDingbats"/>
            </a:pPr>
            <a:endParaRPr lang="en-US" altLang="zh-CN" sz="2400" dirty="0">
              <a:ea typeface="宋体" panose="02010600030101010101" pitchFamily="2" charset="-122"/>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8546" name="页脚占位符 5"/>
          <p:cNvSpPr txBox="1">
            <a:spLocks noGrp="1"/>
          </p:cNvSpPr>
          <p:nvPr>
            <p:ph type="ftr" sz="quarter" idx="11"/>
          </p:nvPr>
        </p:nvSpPr>
        <p:spPr/>
        <p:txBody>
          <a:bodyPr/>
          <a:p>
            <a:pPr marL="0" indent="0" algn="r">
              <a:spcBef>
                <a:spcPct val="0"/>
              </a:spcBef>
              <a:buClrTx/>
              <a:buSzTx/>
              <a:buFontTx/>
              <a:buNone/>
            </a:pPr>
            <a:r>
              <a:rPr lang="en-US" altLang="zh-CN" sz="1400" dirty="0">
                <a:ea typeface="宋体" panose="02010600030101010101" pitchFamily="2" charset="-122"/>
              </a:rPr>
              <a:t>Network Layer</a:t>
            </a:r>
            <a:endParaRPr lang="en-US" altLang="zh-CN" sz="1400" dirty="0">
              <a:latin typeface="Times New Roman" panose="02020603050405020304" pitchFamily="18" charset="0"/>
              <a:ea typeface="宋体" panose="02010600030101010101" pitchFamily="2" charset="-122"/>
            </a:endParaRPr>
          </a:p>
        </p:txBody>
      </p:sp>
      <p:sp>
        <p:nvSpPr>
          <p:cNvPr id="108547" name="灯片编号占位符 6"/>
          <p:cNvSpPr txBox="1">
            <a:spLocks noGrp="1"/>
          </p:cNvSpPr>
          <p:nvPr>
            <p:ph type="sldNum" sz="quarter" idx="12"/>
          </p:nvPr>
        </p:nvSpPr>
        <p:spPr/>
        <p:txBody>
          <a:bodyPr/>
          <a:p>
            <a:pPr marL="0" indent="0" algn="r">
              <a:spcBef>
                <a:spcPct val="0"/>
              </a:spcBef>
              <a:buClrTx/>
              <a:buSzTx/>
              <a:buFontTx/>
              <a:buNone/>
            </a:pPr>
            <a:r>
              <a:rPr lang="en-US" altLang="zh-CN" sz="1400" dirty="0">
                <a:ea typeface="宋体" panose="02010600030101010101" pitchFamily="2" charset="-122"/>
              </a:rPr>
              <a:t>4-</a:t>
            </a: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108548" name="Rectangle 2"/>
          <p:cNvSpPr>
            <a:spLocks noGrp="1"/>
          </p:cNvSpPr>
          <p:nvPr>
            <p:ph type="title"/>
          </p:nvPr>
        </p:nvSpPr>
        <p:spPr/>
        <p:txBody>
          <a:bodyPr vert="horz" wrap="square" lIns="91440" tIns="45720" rIns="91440" bIns="45720" anchor="ctr" anchorCtr="0"/>
          <a:p>
            <a:r>
              <a:rPr lang="en-US" altLang="zh-CN" sz="3600" dirty="0">
                <a:ea typeface="宋体" panose="02010600030101010101" pitchFamily="2" charset="-122"/>
              </a:rPr>
              <a:t>Hierarchical Routing</a:t>
            </a:r>
            <a:endParaRPr lang="en-US" altLang="zh-CN" dirty="0">
              <a:ea typeface="宋体" panose="02010600030101010101" pitchFamily="2" charset="-122"/>
            </a:endParaRPr>
          </a:p>
        </p:txBody>
      </p:sp>
      <p:sp>
        <p:nvSpPr>
          <p:cNvPr id="108549" name="Rectangle 3"/>
          <p:cNvSpPr>
            <a:spLocks noGrp="1"/>
          </p:cNvSpPr>
          <p:nvPr>
            <p:ph sz="half" idx="1"/>
          </p:nvPr>
        </p:nvSpPr>
        <p:spPr>
          <a:xfrm>
            <a:off x="542925" y="3467100"/>
            <a:ext cx="3810000" cy="2266950"/>
          </a:xfrm>
        </p:spPr>
        <p:txBody>
          <a:bodyPr vert="horz" wrap="square" lIns="91440" tIns="45720" rIns="91440" bIns="45720" anchor="t" anchorCtr="0"/>
          <a:p>
            <a:pPr>
              <a:buClr>
                <a:schemeClr val="accent2"/>
              </a:buClr>
              <a:buSzPct val="85000"/>
              <a:buFont typeface="ZapfDingbats"/>
              <a:buNone/>
            </a:pPr>
            <a:r>
              <a:rPr lang="en-US" altLang="zh-CN" sz="2400" dirty="0">
                <a:solidFill>
                  <a:srgbClr val="FF0000"/>
                </a:solidFill>
                <a:ea typeface="宋体" panose="02010600030101010101" pitchFamily="2" charset="-122"/>
              </a:rPr>
              <a:t>scale:</a:t>
            </a:r>
            <a:r>
              <a:rPr lang="en-US" altLang="zh-CN" sz="2400" dirty="0">
                <a:ea typeface="宋体" panose="02010600030101010101" pitchFamily="2" charset="-122"/>
              </a:rPr>
              <a:t> with 200 million destinations:</a:t>
            </a:r>
            <a:endParaRPr lang="en-US" altLang="zh-CN" sz="2400" dirty="0">
              <a:ea typeface="宋体" panose="02010600030101010101" pitchFamily="2" charset="-122"/>
            </a:endParaRPr>
          </a:p>
          <a:p>
            <a:pPr>
              <a:buClr>
                <a:schemeClr val="accent2"/>
              </a:buClr>
              <a:buSzPct val="85000"/>
              <a:buFont typeface="ZapfDingbats"/>
            </a:pPr>
            <a:r>
              <a:rPr lang="en-US" altLang="zh-CN" sz="2000" dirty="0">
                <a:ea typeface="宋体" panose="02010600030101010101" pitchFamily="2" charset="-122"/>
              </a:rPr>
              <a:t>can’t store all dest’s in routing tables!</a:t>
            </a:r>
            <a:endParaRPr lang="en-US" altLang="zh-CN" sz="2000" dirty="0">
              <a:ea typeface="宋体" panose="02010600030101010101" pitchFamily="2" charset="-122"/>
            </a:endParaRPr>
          </a:p>
          <a:p>
            <a:pPr>
              <a:buClr>
                <a:schemeClr val="accent2"/>
              </a:buClr>
              <a:buSzPct val="85000"/>
              <a:buFont typeface="ZapfDingbats"/>
            </a:pPr>
            <a:r>
              <a:rPr lang="en-US" altLang="zh-CN" sz="2000" dirty="0">
                <a:ea typeface="宋体" panose="02010600030101010101" pitchFamily="2" charset="-122"/>
              </a:rPr>
              <a:t>routing table exchange would swamp links!</a:t>
            </a:r>
            <a:r>
              <a:rPr lang="en-US" altLang="zh-CN" sz="2400" dirty="0">
                <a:ea typeface="宋体" panose="02010600030101010101" pitchFamily="2" charset="-122"/>
              </a:rPr>
              <a:t> </a:t>
            </a:r>
            <a:endParaRPr lang="en-US" altLang="zh-CN" sz="2400" dirty="0">
              <a:ea typeface="宋体" panose="02010600030101010101" pitchFamily="2" charset="-122"/>
            </a:endParaRPr>
          </a:p>
          <a:p>
            <a:pPr>
              <a:buClr>
                <a:schemeClr val="accent2"/>
              </a:buClr>
              <a:buSzPct val="85000"/>
              <a:buFont typeface="ZapfDingbats"/>
            </a:pPr>
            <a:endParaRPr lang="en-US" altLang="zh-CN" sz="2400" dirty="0">
              <a:ea typeface="宋体" panose="02010600030101010101" pitchFamily="2" charset="-122"/>
            </a:endParaRPr>
          </a:p>
          <a:p>
            <a:pPr>
              <a:buClr>
                <a:schemeClr val="accent2"/>
              </a:buClr>
              <a:buSzPct val="85000"/>
              <a:buFont typeface="ZapfDingbats"/>
            </a:pPr>
            <a:endParaRPr lang="en-US" altLang="zh-CN" sz="2400" dirty="0">
              <a:ea typeface="宋体" panose="02010600030101010101" pitchFamily="2" charset="-122"/>
            </a:endParaRPr>
          </a:p>
        </p:txBody>
      </p:sp>
      <p:sp>
        <p:nvSpPr>
          <p:cNvPr id="108550" name="Rectangle 4"/>
          <p:cNvSpPr>
            <a:spLocks noGrp="1"/>
          </p:cNvSpPr>
          <p:nvPr>
            <p:ph sz="half" idx="2"/>
          </p:nvPr>
        </p:nvSpPr>
        <p:spPr>
          <a:xfrm>
            <a:off x="4448175" y="3467100"/>
            <a:ext cx="4019550" cy="2514600"/>
          </a:xfrm>
        </p:spPr>
        <p:txBody>
          <a:bodyPr vert="horz" wrap="square" lIns="91440" tIns="45720" rIns="91440" bIns="45720" anchor="t" anchorCtr="0"/>
          <a:p>
            <a:pPr>
              <a:buClr>
                <a:schemeClr val="accent2"/>
              </a:buClr>
              <a:buSzPct val="85000"/>
              <a:buFont typeface="ZapfDingbats"/>
              <a:buNone/>
            </a:pPr>
            <a:r>
              <a:rPr lang="en-US" altLang="zh-CN" sz="2400" dirty="0">
                <a:solidFill>
                  <a:srgbClr val="FF0000"/>
                </a:solidFill>
                <a:ea typeface="宋体" panose="02010600030101010101" pitchFamily="2" charset="-122"/>
              </a:rPr>
              <a:t>administrative autonomy</a:t>
            </a:r>
            <a:endParaRPr lang="en-US" altLang="zh-CN" sz="2400" dirty="0">
              <a:ea typeface="宋体" panose="02010600030101010101" pitchFamily="2" charset="-122"/>
            </a:endParaRPr>
          </a:p>
          <a:p>
            <a:pPr>
              <a:buClr>
                <a:schemeClr val="accent2"/>
              </a:buClr>
              <a:buSzPct val="85000"/>
              <a:buFont typeface="ZapfDingbats"/>
            </a:pPr>
            <a:r>
              <a:rPr lang="en-US" altLang="zh-CN" sz="2000" dirty="0">
                <a:ea typeface="宋体" panose="02010600030101010101" pitchFamily="2" charset="-122"/>
              </a:rPr>
              <a:t>internet = network of networks</a:t>
            </a:r>
            <a:endParaRPr lang="en-US" altLang="zh-CN" sz="2000" dirty="0">
              <a:ea typeface="宋体" panose="02010600030101010101" pitchFamily="2" charset="-122"/>
            </a:endParaRPr>
          </a:p>
          <a:p>
            <a:pPr>
              <a:buClr>
                <a:schemeClr val="accent2"/>
              </a:buClr>
              <a:buSzPct val="85000"/>
              <a:buFont typeface="ZapfDingbats"/>
            </a:pPr>
            <a:r>
              <a:rPr lang="en-US" altLang="zh-CN" sz="2000" dirty="0">
                <a:ea typeface="宋体" panose="02010600030101010101" pitchFamily="2" charset="-122"/>
              </a:rPr>
              <a:t>each network admin may want to control routing in its own network</a:t>
            </a:r>
            <a:endParaRPr lang="en-US" altLang="zh-CN" sz="2000" dirty="0">
              <a:ea typeface="宋体" panose="02010600030101010101" pitchFamily="2" charset="-122"/>
            </a:endParaRPr>
          </a:p>
        </p:txBody>
      </p:sp>
      <p:sp>
        <p:nvSpPr>
          <p:cNvPr id="108551" name="Rectangle 5"/>
          <p:cNvSpPr/>
          <p:nvPr/>
        </p:nvSpPr>
        <p:spPr>
          <a:xfrm>
            <a:off x="2028825" y="1419225"/>
            <a:ext cx="6543675" cy="1600200"/>
          </a:xfrm>
          <a:prstGeom prst="rect">
            <a:avLst/>
          </a:prstGeom>
          <a:noFill/>
          <a:ln w="9525">
            <a:noFill/>
          </a:ln>
        </p:spPr>
        <p:txBody>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342900" lvl="0" indent="-342900">
              <a:buNone/>
            </a:pPr>
            <a:r>
              <a:rPr lang="en-US" altLang="zh-CN" sz="2400" dirty="0">
                <a:ea typeface="宋体" panose="02010600030101010101" pitchFamily="2" charset="-122"/>
              </a:rPr>
              <a:t>Our routing study thus far - idealization </a:t>
            </a:r>
            <a:endParaRPr lang="en-US" altLang="zh-CN" sz="2400" dirty="0">
              <a:ea typeface="宋体" panose="02010600030101010101" pitchFamily="2" charset="-122"/>
            </a:endParaRPr>
          </a:p>
          <a:p>
            <a:pPr marL="342900" lvl="0" indent="-342900">
              <a:buFont typeface="ZapfDingbats"/>
              <a:buChar char="r"/>
            </a:pPr>
            <a:r>
              <a:rPr lang="en-US" altLang="zh-CN" sz="2400" dirty="0">
                <a:ea typeface="宋体" panose="02010600030101010101" pitchFamily="2" charset="-122"/>
              </a:rPr>
              <a:t>all routers identical</a:t>
            </a:r>
            <a:endParaRPr lang="en-US" altLang="zh-CN" sz="2400" dirty="0">
              <a:ea typeface="宋体" panose="02010600030101010101" pitchFamily="2" charset="-122"/>
            </a:endParaRPr>
          </a:p>
          <a:p>
            <a:pPr marL="342900" lvl="0" indent="-342900">
              <a:buFont typeface="ZapfDingbats"/>
              <a:buChar char="r"/>
            </a:pPr>
            <a:r>
              <a:rPr lang="en-US" altLang="zh-CN" sz="2400" dirty="0">
                <a:ea typeface="宋体" panose="02010600030101010101" pitchFamily="2" charset="-122"/>
              </a:rPr>
              <a:t>network “flat”</a:t>
            </a:r>
            <a:endParaRPr lang="en-US" altLang="zh-CN" sz="2400" dirty="0">
              <a:ea typeface="宋体" panose="02010600030101010101" pitchFamily="2" charset="-122"/>
            </a:endParaRPr>
          </a:p>
          <a:p>
            <a:pPr marL="342900" lvl="0" indent="-342900">
              <a:buNone/>
            </a:pPr>
            <a:r>
              <a:rPr lang="en-US" altLang="zh-CN" sz="2400" i="1" dirty="0">
                <a:ea typeface="宋体" panose="02010600030101010101" pitchFamily="2" charset="-122"/>
              </a:rPr>
              <a:t>… not</a:t>
            </a:r>
            <a:r>
              <a:rPr lang="en-US" altLang="zh-CN" sz="2400" dirty="0">
                <a:ea typeface="宋体" panose="02010600030101010101" pitchFamily="2" charset="-122"/>
              </a:rPr>
              <a:t> true in practice</a:t>
            </a:r>
            <a:endParaRPr lang="en-US" altLang="zh-CN" sz="2400" dirty="0">
              <a:ea typeface="宋体" panose="02010600030101010101" pitchFamily="2" charset="-122"/>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9570" name="页脚占位符 5"/>
          <p:cNvSpPr txBox="1">
            <a:spLocks noGrp="1"/>
          </p:cNvSpPr>
          <p:nvPr>
            <p:ph type="ftr" sz="quarter" idx="11"/>
          </p:nvPr>
        </p:nvSpPr>
        <p:spPr/>
        <p:txBody>
          <a:bodyPr/>
          <a:p>
            <a:pPr marL="0" indent="0" algn="r">
              <a:spcBef>
                <a:spcPct val="0"/>
              </a:spcBef>
              <a:buClrTx/>
              <a:buSzTx/>
              <a:buFontTx/>
              <a:buNone/>
            </a:pPr>
            <a:r>
              <a:rPr lang="en-US" altLang="zh-CN" sz="1400" dirty="0">
                <a:ea typeface="宋体" panose="02010600030101010101" pitchFamily="2" charset="-122"/>
              </a:rPr>
              <a:t>Network Layer</a:t>
            </a:r>
            <a:endParaRPr lang="en-US" altLang="zh-CN" sz="1400" dirty="0">
              <a:latin typeface="Times New Roman" panose="02020603050405020304" pitchFamily="18" charset="0"/>
              <a:ea typeface="宋体" panose="02010600030101010101" pitchFamily="2" charset="-122"/>
            </a:endParaRPr>
          </a:p>
        </p:txBody>
      </p:sp>
      <p:sp>
        <p:nvSpPr>
          <p:cNvPr id="109571" name="灯片编号占位符 6"/>
          <p:cNvSpPr txBox="1">
            <a:spLocks noGrp="1"/>
          </p:cNvSpPr>
          <p:nvPr>
            <p:ph type="sldNum" sz="quarter" idx="12"/>
          </p:nvPr>
        </p:nvSpPr>
        <p:spPr/>
        <p:txBody>
          <a:bodyPr/>
          <a:p>
            <a:pPr marL="0" indent="0" algn="r">
              <a:spcBef>
                <a:spcPct val="0"/>
              </a:spcBef>
              <a:buClrTx/>
              <a:buSzTx/>
              <a:buFontTx/>
              <a:buNone/>
            </a:pPr>
            <a:r>
              <a:rPr lang="en-US" altLang="zh-CN" sz="1400" dirty="0">
                <a:ea typeface="宋体" panose="02010600030101010101" pitchFamily="2" charset="-122"/>
              </a:rPr>
              <a:t>4-</a:t>
            </a: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109572" name="Rectangle 2"/>
          <p:cNvSpPr>
            <a:spLocks noGrp="1"/>
          </p:cNvSpPr>
          <p:nvPr>
            <p:ph type="title"/>
          </p:nvPr>
        </p:nvSpPr>
        <p:spPr/>
        <p:txBody>
          <a:bodyPr vert="horz" wrap="square" lIns="91440" tIns="45720" rIns="91440" bIns="45720" anchor="ctr" anchorCtr="0"/>
          <a:p>
            <a:r>
              <a:rPr lang="en-US" altLang="zh-CN" sz="3600" dirty="0">
                <a:ea typeface="宋体" panose="02010600030101010101" pitchFamily="2" charset="-122"/>
              </a:rPr>
              <a:t>Hierarchical Routing</a:t>
            </a:r>
            <a:endParaRPr lang="en-US" altLang="zh-CN" dirty="0">
              <a:ea typeface="宋体" panose="02010600030101010101" pitchFamily="2" charset="-122"/>
            </a:endParaRPr>
          </a:p>
        </p:txBody>
      </p:sp>
      <p:sp>
        <p:nvSpPr>
          <p:cNvPr id="109573" name="Rectangle 3"/>
          <p:cNvSpPr>
            <a:spLocks noGrp="1"/>
          </p:cNvSpPr>
          <p:nvPr>
            <p:ph sz="half" idx="1"/>
          </p:nvPr>
        </p:nvSpPr>
        <p:spPr>
          <a:xfrm>
            <a:off x="542925" y="1495425"/>
            <a:ext cx="3810000" cy="4210050"/>
          </a:xfrm>
        </p:spPr>
        <p:txBody>
          <a:bodyPr vert="horz" wrap="square" lIns="91440" tIns="45720" rIns="91440" bIns="45720" anchor="t" anchorCtr="0"/>
          <a:p>
            <a:pPr>
              <a:buClr>
                <a:schemeClr val="accent2"/>
              </a:buClr>
              <a:buSzPct val="85000"/>
              <a:buFont typeface="ZapfDingbats"/>
            </a:pPr>
            <a:r>
              <a:rPr lang="en-US" altLang="zh-CN" sz="2400" dirty="0">
                <a:ea typeface="宋体" panose="02010600030101010101" pitchFamily="2" charset="-122"/>
              </a:rPr>
              <a:t>aggregate routers into regions,</a:t>
            </a:r>
            <a:r>
              <a:rPr lang="en-US" altLang="zh-CN" sz="2400" dirty="0">
                <a:solidFill>
                  <a:srgbClr val="FF0000"/>
                </a:solidFill>
                <a:ea typeface="宋体" panose="02010600030101010101" pitchFamily="2" charset="-122"/>
              </a:rPr>
              <a:t> “autonomous systems” (AS)</a:t>
            </a:r>
            <a:endParaRPr lang="en-US" altLang="zh-CN" sz="2400" dirty="0">
              <a:solidFill>
                <a:srgbClr val="FF0000"/>
              </a:solidFill>
              <a:ea typeface="宋体" panose="02010600030101010101" pitchFamily="2" charset="-122"/>
            </a:endParaRPr>
          </a:p>
          <a:p>
            <a:pPr>
              <a:buClr>
                <a:schemeClr val="accent2"/>
              </a:buClr>
              <a:buSzPct val="85000"/>
              <a:buFont typeface="ZapfDingbats"/>
            </a:pPr>
            <a:r>
              <a:rPr lang="en-US" altLang="zh-CN" sz="2400" dirty="0">
                <a:ea typeface="宋体" panose="02010600030101010101" pitchFamily="2" charset="-122"/>
              </a:rPr>
              <a:t>routers in same AS run same routing protocol</a:t>
            </a:r>
            <a:endParaRPr lang="en-US" altLang="zh-CN" sz="2400" dirty="0">
              <a:ea typeface="宋体" panose="02010600030101010101" pitchFamily="2" charset="-122"/>
            </a:endParaRPr>
          </a:p>
          <a:p>
            <a:pPr lvl="1">
              <a:buClr>
                <a:schemeClr val="accent2"/>
              </a:buClr>
              <a:buSzPct val="75000"/>
              <a:buFont typeface="ZapfDingbats"/>
            </a:pPr>
            <a:r>
              <a:rPr lang="en-US" altLang="zh-CN" sz="2000" dirty="0">
                <a:solidFill>
                  <a:srgbClr val="FF0000"/>
                </a:solidFill>
                <a:ea typeface="宋体" panose="02010600030101010101" pitchFamily="2" charset="-122"/>
              </a:rPr>
              <a:t>“intra-AS” routing</a:t>
            </a:r>
            <a:r>
              <a:rPr lang="en-US" altLang="zh-CN" sz="2000" dirty="0">
                <a:ea typeface="宋体" panose="02010600030101010101" pitchFamily="2" charset="-122"/>
              </a:rPr>
              <a:t> protocol</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routers in different AS can run different intra-AS routing protocol</a:t>
            </a:r>
            <a:endParaRPr lang="en-US" altLang="zh-CN" sz="2000" dirty="0">
              <a:ea typeface="宋体" panose="02010600030101010101" pitchFamily="2" charset="-122"/>
            </a:endParaRPr>
          </a:p>
        </p:txBody>
      </p:sp>
      <p:sp>
        <p:nvSpPr>
          <p:cNvPr id="109574" name="Rectangle 10"/>
          <p:cNvSpPr>
            <a:spLocks noGrp="1"/>
          </p:cNvSpPr>
          <p:nvPr>
            <p:ph sz="half" idx="2"/>
          </p:nvPr>
        </p:nvSpPr>
        <p:spPr/>
        <p:txBody>
          <a:bodyPr vert="horz" wrap="square" lIns="91440" tIns="45720" rIns="91440" bIns="45720" anchor="t" anchorCtr="0"/>
          <a:p>
            <a:pPr>
              <a:buClr>
                <a:schemeClr val="accent2"/>
              </a:buClr>
              <a:buSzPct val="85000"/>
              <a:buFont typeface="ZapfDingbats"/>
              <a:buNone/>
            </a:pPr>
            <a:r>
              <a:rPr lang="en-US" altLang="zh-CN" sz="2400" u="sng" dirty="0">
                <a:solidFill>
                  <a:srgbClr val="FF0000"/>
                </a:solidFill>
                <a:ea typeface="宋体" panose="02010600030101010101" pitchFamily="2" charset="-122"/>
              </a:rPr>
              <a:t>Gateway router</a:t>
            </a:r>
            <a:endParaRPr lang="en-US" altLang="zh-CN" sz="2400" u="sng" dirty="0">
              <a:solidFill>
                <a:srgbClr val="FF0000"/>
              </a:solidFill>
              <a:ea typeface="宋体" panose="02010600030101010101" pitchFamily="2" charset="-122"/>
            </a:endParaRPr>
          </a:p>
          <a:p>
            <a:pPr>
              <a:buClr>
                <a:schemeClr val="accent2"/>
              </a:buClr>
              <a:buSzPct val="85000"/>
              <a:buFont typeface="ZapfDingbats"/>
            </a:pPr>
            <a:r>
              <a:rPr lang="en-US" altLang="zh-CN" sz="2400" dirty="0">
                <a:ea typeface="宋体" panose="02010600030101010101" pitchFamily="2" charset="-122"/>
              </a:rPr>
              <a:t>Direct link to router in another AS</a:t>
            </a:r>
            <a:endParaRPr lang="en-US" altLang="zh-CN" sz="2400" dirty="0">
              <a:ea typeface="宋体" panose="02010600030101010101" pitchFamily="2" charset="-122"/>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0594" name="页脚占位符 5"/>
          <p:cNvSpPr txBox="1">
            <a:spLocks noGrp="1"/>
          </p:cNvSpPr>
          <p:nvPr>
            <p:ph type="ftr" sz="quarter" idx="11"/>
          </p:nvPr>
        </p:nvSpPr>
        <p:spPr/>
        <p:txBody>
          <a:bodyPr/>
          <a:p>
            <a:pPr marL="0" indent="0" algn="r">
              <a:spcBef>
                <a:spcPct val="0"/>
              </a:spcBef>
              <a:buClrTx/>
              <a:buSzTx/>
              <a:buFontTx/>
              <a:buNone/>
            </a:pPr>
            <a:r>
              <a:rPr lang="en-US" altLang="zh-CN" sz="1400" dirty="0">
                <a:ea typeface="宋体" panose="02010600030101010101" pitchFamily="2" charset="-122"/>
              </a:rPr>
              <a:t>Network Layer</a:t>
            </a:r>
            <a:endParaRPr lang="en-US" altLang="zh-CN" sz="1400" dirty="0">
              <a:latin typeface="Times New Roman" panose="02020603050405020304" pitchFamily="18" charset="0"/>
              <a:ea typeface="宋体" panose="02010600030101010101" pitchFamily="2" charset="-122"/>
            </a:endParaRPr>
          </a:p>
        </p:txBody>
      </p:sp>
      <p:sp>
        <p:nvSpPr>
          <p:cNvPr id="110595" name="灯片编号占位符 6"/>
          <p:cNvSpPr txBox="1">
            <a:spLocks noGrp="1"/>
          </p:cNvSpPr>
          <p:nvPr>
            <p:ph type="sldNum" sz="quarter" idx="12"/>
          </p:nvPr>
        </p:nvSpPr>
        <p:spPr/>
        <p:txBody>
          <a:bodyPr/>
          <a:p>
            <a:pPr marL="0" indent="0" algn="r">
              <a:spcBef>
                <a:spcPct val="0"/>
              </a:spcBef>
              <a:buClrTx/>
              <a:buSzTx/>
              <a:buFontTx/>
              <a:buNone/>
            </a:pPr>
            <a:r>
              <a:rPr lang="en-US" altLang="zh-CN" sz="1400" dirty="0">
                <a:ea typeface="宋体" panose="02010600030101010101" pitchFamily="2" charset="-122"/>
              </a:rPr>
              <a:t>4-</a:t>
            </a: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grpSp>
        <p:nvGrpSpPr>
          <p:cNvPr id="110596" name="Group 123"/>
          <p:cNvGrpSpPr/>
          <p:nvPr/>
        </p:nvGrpSpPr>
        <p:grpSpPr>
          <a:xfrm>
            <a:off x="271463" y="1343025"/>
            <a:ext cx="6178550" cy="4376738"/>
            <a:chOff x="0" y="878"/>
            <a:chExt cx="4232" cy="2968"/>
          </a:xfrm>
        </p:grpSpPr>
        <p:sp>
          <p:nvSpPr>
            <p:cNvPr id="110599" name="Freeform 2"/>
            <p:cNvSpPr/>
            <p:nvPr/>
          </p:nvSpPr>
          <p:spPr>
            <a:xfrm>
              <a:off x="2621" y="1050"/>
              <a:ext cx="1611" cy="1025"/>
            </a:xfrm>
            <a:custGeom>
              <a:avLst/>
              <a:gdLst/>
              <a:ahLst/>
              <a:cxnLst>
                <a:cxn ang="0">
                  <a:pos x="767" y="26144"/>
                </a:cxn>
                <a:cxn ang="0">
                  <a:pos x="5020" y="2205"/>
                </a:cxn>
                <a:cxn ang="0">
                  <a:pos x="12828" y="12700"/>
                </a:cxn>
                <a:cxn ang="0">
                  <a:pos x="15615" y="38493"/>
                </a:cxn>
                <a:cxn ang="0">
                  <a:pos x="14302" y="72662"/>
                </a:cxn>
                <a:cxn ang="0">
                  <a:pos x="7994" y="87193"/>
                </a:cxn>
                <a:cxn ang="0">
                  <a:pos x="1195" y="70802"/>
                </a:cxn>
                <a:cxn ang="0">
                  <a:pos x="767" y="26144"/>
                </a:cxn>
              </a:cxnLst>
              <a:pathLst>
                <a:path w="1162" h="543">
                  <a:moveTo>
                    <a:pt x="56" y="162"/>
                  </a:moveTo>
                  <a:cubicBezTo>
                    <a:pt x="115" y="100"/>
                    <a:pt x="221" y="28"/>
                    <a:pt x="368" y="14"/>
                  </a:cubicBezTo>
                  <a:cubicBezTo>
                    <a:pt x="515" y="0"/>
                    <a:pt x="811" y="42"/>
                    <a:pt x="940" y="79"/>
                  </a:cubicBezTo>
                  <a:cubicBezTo>
                    <a:pt x="1069" y="116"/>
                    <a:pt x="1126" y="177"/>
                    <a:pt x="1144" y="239"/>
                  </a:cubicBezTo>
                  <a:cubicBezTo>
                    <a:pt x="1162" y="301"/>
                    <a:pt x="1141" y="401"/>
                    <a:pt x="1048" y="451"/>
                  </a:cubicBezTo>
                  <a:cubicBezTo>
                    <a:pt x="955" y="501"/>
                    <a:pt x="746" y="543"/>
                    <a:pt x="586" y="541"/>
                  </a:cubicBezTo>
                  <a:cubicBezTo>
                    <a:pt x="426" y="539"/>
                    <a:pt x="176" y="502"/>
                    <a:pt x="88" y="439"/>
                  </a:cubicBezTo>
                  <a:cubicBezTo>
                    <a:pt x="0" y="376"/>
                    <a:pt x="63" y="220"/>
                    <a:pt x="56" y="162"/>
                  </a:cubicBezTo>
                  <a:close/>
                </a:path>
              </a:pathLst>
            </a:custGeom>
            <a:solidFill>
              <a:srgbClr val="66CCFF">
                <a:alpha val="100000"/>
              </a:srgbClr>
            </a:solidFill>
            <a:ln w="9525">
              <a:noFill/>
            </a:ln>
          </p:spPr>
          <p:txBody>
            <a:bodyPr/>
            <a:p>
              <a:endParaRPr lang="zh-CN" altLang="en-US"/>
            </a:p>
          </p:txBody>
        </p:sp>
        <p:sp>
          <p:nvSpPr>
            <p:cNvPr id="110600" name="Freeform 3"/>
            <p:cNvSpPr/>
            <p:nvPr/>
          </p:nvSpPr>
          <p:spPr>
            <a:xfrm>
              <a:off x="0" y="878"/>
              <a:ext cx="1255" cy="1016"/>
            </a:xfrm>
            <a:custGeom>
              <a:avLst/>
              <a:gdLst/>
              <a:ahLst/>
              <a:cxnLst>
                <a:cxn ang="0">
                  <a:pos x="128" y="120100"/>
                </a:cxn>
                <a:cxn ang="0">
                  <a:pos x="261" y="58962"/>
                </a:cxn>
                <a:cxn ang="0">
                  <a:pos x="648" y="32424"/>
                </a:cxn>
                <a:cxn ang="0">
                  <a:pos x="1433" y="16484"/>
                </a:cxn>
                <a:cxn ang="0">
                  <a:pos x="1714" y="130710"/>
                </a:cxn>
                <a:cxn ang="0">
                  <a:pos x="1289" y="273860"/>
                </a:cxn>
                <a:cxn ang="0">
                  <a:pos x="445" y="281819"/>
                </a:cxn>
                <a:cxn ang="0">
                  <a:pos x="52" y="223513"/>
                </a:cxn>
                <a:cxn ang="0">
                  <a:pos x="128" y="120100"/>
                </a:cxn>
              </a:cxnLst>
              <a:pathLst>
                <a:path w="1198" h="451">
                  <a:moveTo>
                    <a:pt x="88" y="181"/>
                  </a:moveTo>
                  <a:cubicBezTo>
                    <a:pt x="159" y="143"/>
                    <a:pt x="120" y="111"/>
                    <a:pt x="180" y="89"/>
                  </a:cubicBezTo>
                  <a:cubicBezTo>
                    <a:pt x="240" y="67"/>
                    <a:pt x="313" y="60"/>
                    <a:pt x="448" y="49"/>
                  </a:cubicBezTo>
                  <a:cubicBezTo>
                    <a:pt x="583" y="38"/>
                    <a:pt x="866" y="0"/>
                    <a:pt x="988" y="25"/>
                  </a:cubicBezTo>
                  <a:cubicBezTo>
                    <a:pt x="1110" y="50"/>
                    <a:pt x="1198" y="132"/>
                    <a:pt x="1181" y="197"/>
                  </a:cubicBezTo>
                  <a:cubicBezTo>
                    <a:pt x="1164" y="262"/>
                    <a:pt x="1034" y="375"/>
                    <a:pt x="889" y="413"/>
                  </a:cubicBezTo>
                  <a:cubicBezTo>
                    <a:pt x="744" y="451"/>
                    <a:pt x="449" y="438"/>
                    <a:pt x="307" y="425"/>
                  </a:cubicBezTo>
                  <a:cubicBezTo>
                    <a:pt x="165" y="412"/>
                    <a:pt x="72" y="378"/>
                    <a:pt x="36" y="337"/>
                  </a:cubicBezTo>
                  <a:cubicBezTo>
                    <a:pt x="0" y="296"/>
                    <a:pt x="77" y="213"/>
                    <a:pt x="88" y="181"/>
                  </a:cubicBezTo>
                  <a:close/>
                </a:path>
              </a:pathLst>
            </a:custGeom>
            <a:solidFill>
              <a:srgbClr val="66CCFF">
                <a:alpha val="100000"/>
              </a:srgbClr>
            </a:solidFill>
            <a:ln w="9525">
              <a:noFill/>
            </a:ln>
          </p:spPr>
          <p:txBody>
            <a:bodyPr/>
            <a:p>
              <a:endParaRPr lang="zh-CN" altLang="en-US"/>
            </a:p>
          </p:txBody>
        </p:sp>
        <p:sp>
          <p:nvSpPr>
            <p:cNvPr id="110601" name="Freeform 4"/>
            <p:cNvSpPr/>
            <p:nvPr/>
          </p:nvSpPr>
          <p:spPr>
            <a:xfrm>
              <a:off x="810" y="1611"/>
              <a:ext cx="2007" cy="792"/>
            </a:xfrm>
            <a:custGeom>
              <a:avLst/>
              <a:gdLst/>
              <a:ahLst/>
              <a:cxnLst>
                <a:cxn ang="0">
                  <a:pos x="1040" y="742"/>
                </a:cxn>
                <a:cxn ang="0">
                  <a:pos x="2717" y="245"/>
                </a:cxn>
                <a:cxn ang="0">
                  <a:pos x="5241" y="66"/>
                </a:cxn>
                <a:cxn ang="0">
                  <a:pos x="7725" y="641"/>
                </a:cxn>
                <a:cxn ang="0">
                  <a:pos x="10441" y="1414"/>
                </a:cxn>
                <a:cxn ang="0">
                  <a:pos x="8497" y="2132"/>
                </a:cxn>
                <a:cxn ang="0">
                  <a:pos x="4609" y="2173"/>
                </a:cxn>
                <a:cxn ang="0">
                  <a:pos x="592" y="1973"/>
                </a:cxn>
                <a:cxn ang="0">
                  <a:pos x="1040" y="742"/>
                </a:cxn>
              </a:cxnLst>
              <a:pathLst>
                <a:path w="1583" h="682">
                  <a:moveTo>
                    <a:pt x="155" y="224"/>
                  </a:moveTo>
                  <a:cubicBezTo>
                    <a:pt x="208" y="137"/>
                    <a:pt x="302" y="108"/>
                    <a:pt x="407" y="74"/>
                  </a:cubicBezTo>
                  <a:cubicBezTo>
                    <a:pt x="512" y="40"/>
                    <a:pt x="660" y="0"/>
                    <a:pt x="785" y="20"/>
                  </a:cubicBezTo>
                  <a:cubicBezTo>
                    <a:pt x="910" y="40"/>
                    <a:pt x="1027" y="126"/>
                    <a:pt x="1157" y="194"/>
                  </a:cubicBezTo>
                  <a:cubicBezTo>
                    <a:pt x="1287" y="262"/>
                    <a:pt x="1545" y="353"/>
                    <a:pt x="1564" y="428"/>
                  </a:cubicBezTo>
                  <a:cubicBezTo>
                    <a:pt x="1583" y="503"/>
                    <a:pt x="1417" y="606"/>
                    <a:pt x="1272" y="644"/>
                  </a:cubicBezTo>
                  <a:cubicBezTo>
                    <a:pt x="1127" y="682"/>
                    <a:pt x="887" y="664"/>
                    <a:pt x="690" y="656"/>
                  </a:cubicBezTo>
                  <a:cubicBezTo>
                    <a:pt x="493" y="648"/>
                    <a:pt x="178" y="668"/>
                    <a:pt x="89" y="596"/>
                  </a:cubicBezTo>
                  <a:cubicBezTo>
                    <a:pt x="0" y="524"/>
                    <a:pt x="102" y="311"/>
                    <a:pt x="155" y="224"/>
                  </a:cubicBezTo>
                  <a:close/>
                </a:path>
              </a:pathLst>
            </a:custGeom>
            <a:solidFill>
              <a:srgbClr val="66CCFF">
                <a:alpha val="100000"/>
              </a:srgbClr>
            </a:solidFill>
            <a:ln w="9525">
              <a:noFill/>
            </a:ln>
          </p:spPr>
          <p:txBody>
            <a:bodyPr/>
            <a:p>
              <a:endParaRPr lang="zh-CN" altLang="en-US"/>
            </a:p>
          </p:txBody>
        </p:sp>
        <p:sp>
          <p:nvSpPr>
            <p:cNvPr id="110602" name="Oval 5"/>
            <p:cNvSpPr/>
            <p:nvPr/>
          </p:nvSpPr>
          <p:spPr>
            <a:xfrm>
              <a:off x="261" y="1610"/>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10603" name="Line 6"/>
            <p:cNvSpPr/>
            <p:nvPr/>
          </p:nvSpPr>
          <p:spPr>
            <a:xfrm>
              <a:off x="261" y="1603"/>
              <a:ext cx="0" cy="50"/>
            </a:xfrm>
            <a:prstGeom prst="line">
              <a:avLst/>
            </a:prstGeom>
            <a:ln w="12700" cap="flat" cmpd="sng">
              <a:solidFill>
                <a:schemeClr val="tx1"/>
              </a:solidFill>
              <a:prstDash val="solid"/>
              <a:headEnd type="none" w="med" len="med"/>
              <a:tailEnd type="none" w="med" len="med"/>
            </a:ln>
          </p:spPr>
        </p:sp>
        <p:sp>
          <p:nvSpPr>
            <p:cNvPr id="110604" name="Line 7"/>
            <p:cNvSpPr/>
            <p:nvPr/>
          </p:nvSpPr>
          <p:spPr>
            <a:xfrm>
              <a:off x="574" y="1603"/>
              <a:ext cx="0" cy="50"/>
            </a:xfrm>
            <a:prstGeom prst="line">
              <a:avLst/>
            </a:prstGeom>
            <a:ln w="12700" cap="flat" cmpd="sng">
              <a:solidFill>
                <a:schemeClr val="tx1"/>
              </a:solidFill>
              <a:prstDash val="solid"/>
              <a:headEnd type="none" w="med" len="med"/>
              <a:tailEnd type="none" w="med" len="med"/>
            </a:ln>
          </p:spPr>
        </p:sp>
        <p:sp>
          <p:nvSpPr>
            <p:cNvPr id="110605" name="Rectangle 8"/>
            <p:cNvSpPr/>
            <p:nvPr/>
          </p:nvSpPr>
          <p:spPr>
            <a:xfrm>
              <a:off x="261" y="1603"/>
              <a:ext cx="310"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10606" name="Oval 9"/>
            <p:cNvSpPr/>
            <p:nvPr/>
          </p:nvSpPr>
          <p:spPr>
            <a:xfrm>
              <a:off x="258" y="1544"/>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10607" name="Rectangle 10"/>
            <p:cNvSpPr/>
            <p:nvPr/>
          </p:nvSpPr>
          <p:spPr>
            <a:xfrm>
              <a:off x="345" y="1557"/>
              <a:ext cx="141" cy="124"/>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10608" name="Text Box 11"/>
            <p:cNvSpPr txBox="1"/>
            <p:nvPr/>
          </p:nvSpPr>
          <p:spPr>
            <a:xfrm>
              <a:off x="251" y="1496"/>
              <a:ext cx="336" cy="269"/>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000" dirty="0">
                  <a:ea typeface="宋体" panose="02010600030101010101" pitchFamily="2" charset="-122"/>
                </a:rPr>
                <a:t>3b</a:t>
              </a:r>
              <a:endParaRPr lang="en-US" altLang="zh-CN" sz="2400" dirty="0">
                <a:latin typeface="Times New Roman" panose="02020603050405020304" pitchFamily="18" charset="0"/>
                <a:ea typeface="宋体" panose="02010600030101010101" pitchFamily="2" charset="-122"/>
              </a:endParaRPr>
            </a:p>
          </p:txBody>
        </p:sp>
        <p:sp>
          <p:nvSpPr>
            <p:cNvPr id="110609" name="Oval 12"/>
            <p:cNvSpPr/>
            <p:nvPr/>
          </p:nvSpPr>
          <p:spPr>
            <a:xfrm>
              <a:off x="1479" y="2216"/>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10610" name="Line 13"/>
            <p:cNvSpPr/>
            <p:nvPr/>
          </p:nvSpPr>
          <p:spPr>
            <a:xfrm>
              <a:off x="1479" y="2209"/>
              <a:ext cx="0" cy="50"/>
            </a:xfrm>
            <a:prstGeom prst="line">
              <a:avLst/>
            </a:prstGeom>
            <a:ln w="12700" cap="flat" cmpd="sng">
              <a:solidFill>
                <a:schemeClr val="tx1"/>
              </a:solidFill>
              <a:prstDash val="solid"/>
              <a:headEnd type="none" w="med" len="med"/>
              <a:tailEnd type="none" w="med" len="med"/>
            </a:ln>
          </p:spPr>
        </p:sp>
        <p:sp>
          <p:nvSpPr>
            <p:cNvPr id="110611" name="Line 14"/>
            <p:cNvSpPr/>
            <p:nvPr/>
          </p:nvSpPr>
          <p:spPr>
            <a:xfrm>
              <a:off x="1792" y="2209"/>
              <a:ext cx="0" cy="50"/>
            </a:xfrm>
            <a:prstGeom prst="line">
              <a:avLst/>
            </a:prstGeom>
            <a:ln w="12700" cap="flat" cmpd="sng">
              <a:solidFill>
                <a:schemeClr val="tx1"/>
              </a:solidFill>
              <a:prstDash val="solid"/>
              <a:headEnd type="none" w="med" len="med"/>
              <a:tailEnd type="none" w="med" len="med"/>
            </a:ln>
          </p:spPr>
        </p:sp>
        <p:sp>
          <p:nvSpPr>
            <p:cNvPr id="110612" name="Rectangle 15"/>
            <p:cNvSpPr/>
            <p:nvPr/>
          </p:nvSpPr>
          <p:spPr>
            <a:xfrm>
              <a:off x="1479" y="2209"/>
              <a:ext cx="310"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10613" name="Oval 16"/>
            <p:cNvSpPr/>
            <p:nvPr/>
          </p:nvSpPr>
          <p:spPr>
            <a:xfrm>
              <a:off x="1476" y="2150"/>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10614" name="Group 17"/>
            <p:cNvGrpSpPr/>
            <p:nvPr/>
          </p:nvGrpSpPr>
          <p:grpSpPr>
            <a:xfrm>
              <a:off x="1485" y="2096"/>
              <a:ext cx="307" cy="269"/>
              <a:chOff x="2904" y="2429"/>
              <a:chExt cx="309" cy="269"/>
            </a:xfrm>
          </p:grpSpPr>
          <p:sp>
            <p:nvSpPr>
              <p:cNvPr id="110717" name="Rectangle 18"/>
              <p:cNvSpPr/>
              <p:nvPr/>
            </p:nvSpPr>
            <p:spPr>
              <a:xfrm>
                <a:off x="2982" y="2490"/>
                <a:ext cx="144" cy="1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10718" name="Text Box 19"/>
              <p:cNvSpPr txBox="1"/>
              <p:nvPr/>
            </p:nvSpPr>
            <p:spPr>
              <a:xfrm>
                <a:off x="2904" y="2429"/>
                <a:ext cx="309" cy="269"/>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000" dirty="0">
                    <a:ea typeface="宋体" panose="02010600030101010101" pitchFamily="2" charset="-122"/>
                  </a:rPr>
                  <a:t>1d</a:t>
                </a:r>
                <a:endParaRPr lang="en-US" altLang="zh-CN" sz="2000" dirty="0">
                  <a:ea typeface="宋体" panose="02010600030101010101" pitchFamily="2" charset="-122"/>
                </a:endParaRPr>
              </a:p>
            </p:txBody>
          </p:sp>
        </p:grpSp>
        <p:sp>
          <p:nvSpPr>
            <p:cNvPr id="110615" name="Oval 20"/>
            <p:cNvSpPr/>
            <p:nvPr/>
          </p:nvSpPr>
          <p:spPr>
            <a:xfrm>
              <a:off x="822" y="1478"/>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10616" name="Line 21"/>
            <p:cNvSpPr/>
            <p:nvPr/>
          </p:nvSpPr>
          <p:spPr>
            <a:xfrm>
              <a:off x="822" y="1471"/>
              <a:ext cx="0" cy="50"/>
            </a:xfrm>
            <a:prstGeom prst="line">
              <a:avLst/>
            </a:prstGeom>
            <a:ln w="12700" cap="flat" cmpd="sng">
              <a:solidFill>
                <a:schemeClr val="tx1"/>
              </a:solidFill>
              <a:prstDash val="solid"/>
              <a:headEnd type="none" w="med" len="med"/>
              <a:tailEnd type="none" w="med" len="med"/>
            </a:ln>
          </p:spPr>
        </p:sp>
        <p:sp>
          <p:nvSpPr>
            <p:cNvPr id="110617" name="Line 22"/>
            <p:cNvSpPr/>
            <p:nvPr/>
          </p:nvSpPr>
          <p:spPr>
            <a:xfrm>
              <a:off x="1135" y="1471"/>
              <a:ext cx="0" cy="50"/>
            </a:xfrm>
            <a:prstGeom prst="line">
              <a:avLst/>
            </a:prstGeom>
            <a:ln w="12700" cap="flat" cmpd="sng">
              <a:solidFill>
                <a:schemeClr val="tx1"/>
              </a:solidFill>
              <a:prstDash val="solid"/>
              <a:headEnd type="none" w="med" len="med"/>
              <a:tailEnd type="none" w="med" len="med"/>
            </a:ln>
          </p:spPr>
        </p:sp>
        <p:sp>
          <p:nvSpPr>
            <p:cNvPr id="110618" name="Rectangle 23"/>
            <p:cNvSpPr/>
            <p:nvPr/>
          </p:nvSpPr>
          <p:spPr>
            <a:xfrm>
              <a:off x="822" y="1471"/>
              <a:ext cx="310"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10619" name="Oval 24"/>
            <p:cNvSpPr/>
            <p:nvPr/>
          </p:nvSpPr>
          <p:spPr>
            <a:xfrm>
              <a:off x="819" y="1412"/>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10620" name="Rectangle 25"/>
            <p:cNvSpPr/>
            <p:nvPr/>
          </p:nvSpPr>
          <p:spPr>
            <a:xfrm>
              <a:off x="906" y="1425"/>
              <a:ext cx="142" cy="110"/>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10621" name="Text Box 26"/>
            <p:cNvSpPr txBox="1"/>
            <p:nvPr/>
          </p:nvSpPr>
          <p:spPr>
            <a:xfrm>
              <a:off x="820" y="1364"/>
              <a:ext cx="322" cy="269"/>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000" dirty="0">
                  <a:ea typeface="宋体" panose="02010600030101010101" pitchFamily="2" charset="-122"/>
                </a:rPr>
                <a:t>3a</a:t>
              </a:r>
              <a:endParaRPr lang="en-US" altLang="zh-CN" sz="2400" dirty="0">
                <a:latin typeface="Times New Roman" panose="02020603050405020304" pitchFamily="18" charset="0"/>
                <a:ea typeface="宋体" panose="02010600030101010101" pitchFamily="2" charset="-122"/>
              </a:endParaRPr>
            </a:p>
          </p:txBody>
        </p:sp>
        <p:sp>
          <p:nvSpPr>
            <p:cNvPr id="110622" name="Oval 27"/>
            <p:cNvSpPr/>
            <p:nvPr/>
          </p:nvSpPr>
          <p:spPr>
            <a:xfrm>
              <a:off x="1443" y="1820"/>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10623" name="Line 28"/>
            <p:cNvSpPr/>
            <p:nvPr/>
          </p:nvSpPr>
          <p:spPr>
            <a:xfrm>
              <a:off x="1443" y="1813"/>
              <a:ext cx="0" cy="50"/>
            </a:xfrm>
            <a:prstGeom prst="line">
              <a:avLst/>
            </a:prstGeom>
            <a:ln w="12700" cap="flat" cmpd="sng">
              <a:solidFill>
                <a:schemeClr val="tx1"/>
              </a:solidFill>
              <a:prstDash val="solid"/>
              <a:headEnd type="none" w="med" len="med"/>
              <a:tailEnd type="none" w="med" len="med"/>
            </a:ln>
          </p:spPr>
        </p:sp>
        <p:sp>
          <p:nvSpPr>
            <p:cNvPr id="110624" name="Line 29"/>
            <p:cNvSpPr/>
            <p:nvPr/>
          </p:nvSpPr>
          <p:spPr>
            <a:xfrm>
              <a:off x="1756" y="1813"/>
              <a:ext cx="0" cy="50"/>
            </a:xfrm>
            <a:prstGeom prst="line">
              <a:avLst/>
            </a:prstGeom>
            <a:ln w="12700" cap="flat" cmpd="sng">
              <a:solidFill>
                <a:schemeClr val="tx1"/>
              </a:solidFill>
              <a:prstDash val="solid"/>
              <a:headEnd type="none" w="med" len="med"/>
              <a:tailEnd type="none" w="med" len="med"/>
            </a:ln>
          </p:spPr>
        </p:sp>
        <p:sp>
          <p:nvSpPr>
            <p:cNvPr id="110625" name="Rectangle 30"/>
            <p:cNvSpPr/>
            <p:nvPr/>
          </p:nvSpPr>
          <p:spPr>
            <a:xfrm>
              <a:off x="1443" y="1813"/>
              <a:ext cx="310"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10626" name="Oval 31"/>
            <p:cNvSpPr/>
            <p:nvPr/>
          </p:nvSpPr>
          <p:spPr>
            <a:xfrm>
              <a:off x="1440" y="1754"/>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10627" name="Group 32"/>
            <p:cNvGrpSpPr/>
            <p:nvPr/>
          </p:nvGrpSpPr>
          <p:grpSpPr>
            <a:xfrm>
              <a:off x="1453" y="1700"/>
              <a:ext cx="292" cy="269"/>
              <a:chOff x="2907" y="2429"/>
              <a:chExt cx="301" cy="269"/>
            </a:xfrm>
          </p:grpSpPr>
          <p:sp>
            <p:nvSpPr>
              <p:cNvPr id="110715" name="Rectangle 33"/>
              <p:cNvSpPr/>
              <p:nvPr/>
            </p:nvSpPr>
            <p:spPr>
              <a:xfrm>
                <a:off x="2982" y="2490"/>
                <a:ext cx="144" cy="1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10716" name="Text Box 34"/>
              <p:cNvSpPr txBox="1"/>
              <p:nvPr/>
            </p:nvSpPr>
            <p:spPr>
              <a:xfrm>
                <a:off x="2907" y="2429"/>
                <a:ext cx="301" cy="269"/>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000" dirty="0">
                    <a:ea typeface="宋体" panose="02010600030101010101" pitchFamily="2" charset="-122"/>
                  </a:rPr>
                  <a:t>1c</a:t>
                </a:r>
                <a:endParaRPr lang="en-US" altLang="zh-CN" sz="2000" dirty="0">
                  <a:ea typeface="宋体" panose="02010600030101010101" pitchFamily="2" charset="-122"/>
                </a:endParaRPr>
              </a:p>
            </p:txBody>
          </p:sp>
        </p:grpSp>
        <p:sp>
          <p:nvSpPr>
            <p:cNvPr id="110628" name="Line 35"/>
            <p:cNvSpPr/>
            <p:nvPr/>
          </p:nvSpPr>
          <p:spPr>
            <a:xfrm>
              <a:off x="3238" y="1632"/>
              <a:ext cx="308" cy="96"/>
            </a:xfrm>
            <a:prstGeom prst="line">
              <a:avLst/>
            </a:prstGeom>
            <a:ln w="28575" cap="flat" cmpd="sng">
              <a:solidFill>
                <a:schemeClr val="tx1"/>
              </a:solidFill>
              <a:prstDash val="solid"/>
              <a:headEnd type="none" w="med" len="med"/>
              <a:tailEnd type="none" w="med" len="med"/>
            </a:ln>
          </p:spPr>
        </p:sp>
        <p:sp>
          <p:nvSpPr>
            <p:cNvPr id="110629" name="Line 36"/>
            <p:cNvSpPr/>
            <p:nvPr/>
          </p:nvSpPr>
          <p:spPr>
            <a:xfrm>
              <a:off x="3562" y="1556"/>
              <a:ext cx="92" cy="116"/>
            </a:xfrm>
            <a:prstGeom prst="line">
              <a:avLst/>
            </a:prstGeom>
            <a:ln w="28575" cap="flat" cmpd="sng">
              <a:solidFill>
                <a:schemeClr val="tx1"/>
              </a:solidFill>
              <a:prstDash val="solid"/>
              <a:headEnd type="none" w="med" len="med"/>
              <a:tailEnd type="none" w="med" len="med"/>
            </a:ln>
          </p:spPr>
        </p:sp>
        <p:sp>
          <p:nvSpPr>
            <p:cNvPr id="110630" name="Line 37"/>
            <p:cNvSpPr/>
            <p:nvPr/>
          </p:nvSpPr>
          <p:spPr>
            <a:xfrm flipV="1">
              <a:off x="3170" y="1512"/>
              <a:ext cx="114" cy="76"/>
            </a:xfrm>
            <a:prstGeom prst="line">
              <a:avLst/>
            </a:prstGeom>
            <a:ln w="28575" cap="flat" cmpd="sng">
              <a:solidFill>
                <a:schemeClr val="tx1"/>
              </a:solidFill>
              <a:prstDash val="solid"/>
              <a:headEnd type="none" w="med" len="med"/>
              <a:tailEnd type="none" w="med" len="med"/>
            </a:ln>
          </p:spPr>
        </p:sp>
        <p:sp>
          <p:nvSpPr>
            <p:cNvPr id="110631" name="Freeform 38"/>
            <p:cNvSpPr/>
            <p:nvPr/>
          </p:nvSpPr>
          <p:spPr>
            <a:xfrm>
              <a:off x="1790" y="2146"/>
              <a:ext cx="264" cy="82"/>
            </a:xfrm>
            <a:custGeom>
              <a:avLst/>
              <a:gdLst/>
              <a:ahLst/>
              <a:cxnLst>
                <a:cxn ang="0">
                  <a:pos x="0" y="82"/>
                </a:cxn>
                <a:cxn ang="0">
                  <a:pos x="264" y="0"/>
                </a:cxn>
              </a:cxnLst>
              <a:pathLst>
                <a:path w="264" h="82">
                  <a:moveTo>
                    <a:pt x="0" y="82"/>
                  </a:moveTo>
                  <a:lnTo>
                    <a:pt x="264" y="0"/>
                  </a:lnTo>
                </a:path>
              </a:pathLst>
            </a:custGeom>
            <a:noFill/>
            <a:ln w="28575" cap="flat" cmpd="sng">
              <a:solidFill>
                <a:schemeClr val="tx1">
                  <a:alpha val="100000"/>
                </a:schemeClr>
              </a:solidFill>
              <a:prstDash val="solid"/>
              <a:round/>
              <a:headEnd type="none" w="med" len="med"/>
              <a:tailEnd type="none" w="med" len="med"/>
            </a:ln>
          </p:spPr>
          <p:txBody>
            <a:bodyPr/>
            <a:p>
              <a:endParaRPr lang="zh-CN" altLang="en-US"/>
            </a:p>
          </p:txBody>
        </p:sp>
        <p:sp>
          <p:nvSpPr>
            <p:cNvPr id="110632" name="Freeform 39"/>
            <p:cNvSpPr/>
            <p:nvPr/>
          </p:nvSpPr>
          <p:spPr>
            <a:xfrm>
              <a:off x="1330" y="2110"/>
              <a:ext cx="152" cy="118"/>
            </a:xfrm>
            <a:custGeom>
              <a:avLst/>
              <a:gdLst/>
              <a:ahLst/>
              <a:cxnLst>
                <a:cxn ang="0">
                  <a:pos x="0" y="0"/>
                </a:cxn>
                <a:cxn ang="0">
                  <a:pos x="152" y="118"/>
                </a:cxn>
              </a:cxnLst>
              <a:pathLst>
                <a:path w="152" h="118">
                  <a:moveTo>
                    <a:pt x="0" y="0"/>
                  </a:moveTo>
                  <a:lnTo>
                    <a:pt x="152" y="118"/>
                  </a:lnTo>
                </a:path>
              </a:pathLst>
            </a:custGeom>
            <a:noFill/>
            <a:ln w="28575" cap="flat" cmpd="sng">
              <a:solidFill>
                <a:schemeClr val="tx1">
                  <a:alpha val="100000"/>
                </a:schemeClr>
              </a:solidFill>
              <a:prstDash val="solid"/>
              <a:round/>
              <a:headEnd type="none" w="med" len="med"/>
              <a:tailEnd type="none" w="med" len="med"/>
            </a:ln>
          </p:spPr>
          <p:txBody>
            <a:bodyPr/>
            <a:p>
              <a:endParaRPr lang="zh-CN" altLang="en-US"/>
            </a:p>
          </p:txBody>
        </p:sp>
        <p:sp>
          <p:nvSpPr>
            <p:cNvPr id="110633" name="Freeform 40"/>
            <p:cNvSpPr/>
            <p:nvPr/>
          </p:nvSpPr>
          <p:spPr>
            <a:xfrm>
              <a:off x="1454" y="2040"/>
              <a:ext cx="564" cy="82"/>
            </a:xfrm>
            <a:custGeom>
              <a:avLst/>
              <a:gdLst/>
              <a:ahLst/>
              <a:cxnLst>
                <a:cxn ang="0">
                  <a:pos x="0" y="0"/>
                </a:cxn>
                <a:cxn ang="0">
                  <a:pos x="564" y="82"/>
                </a:cxn>
              </a:cxnLst>
              <a:pathLst>
                <a:path w="564" h="82">
                  <a:moveTo>
                    <a:pt x="0" y="0"/>
                  </a:moveTo>
                  <a:lnTo>
                    <a:pt x="564" y="82"/>
                  </a:lnTo>
                </a:path>
              </a:pathLst>
            </a:custGeom>
            <a:noFill/>
            <a:ln w="28575" cap="flat" cmpd="sng">
              <a:solidFill>
                <a:schemeClr val="tx1">
                  <a:alpha val="100000"/>
                </a:schemeClr>
              </a:solidFill>
              <a:prstDash val="solid"/>
              <a:round/>
              <a:headEnd type="none" w="med" len="med"/>
              <a:tailEnd type="none" w="med" len="med"/>
            </a:ln>
          </p:spPr>
          <p:txBody>
            <a:bodyPr/>
            <a:p>
              <a:endParaRPr lang="zh-CN" altLang="en-US"/>
            </a:p>
          </p:txBody>
        </p:sp>
        <p:sp>
          <p:nvSpPr>
            <p:cNvPr id="110634" name="Freeform 41"/>
            <p:cNvSpPr/>
            <p:nvPr/>
          </p:nvSpPr>
          <p:spPr>
            <a:xfrm>
              <a:off x="1392" y="1878"/>
              <a:ext cx="76" cy="94"/>
            </a:xfrm>
            <a:custGeom>
              <a:avLst/>
              <a:gdLst/>
              <a:ahLst/>
              <a:cxnLst>
                <a:cxn ang="0">
                  <a:pos x="0" y="94"/>
                </a:cxn>
                <a:cxn ang="0">
                  <a:pos x="76" y="0"/>
                </a:cxn>
              </a:cxnLst>
              <a:pathLst>
                <a:path w="76" h="94">
                  <a:moveTo>
                    <a:pt x="0" y="94"/>
                  </a:moveTo>
                  <a:lnTo>
                    <a:pt x="76" y="0"/>
                  </a:lnTo>
                </a:path>
              </a:pathLst>
            </a:custGeom>
            <a:noFill/>
            <a:ln w="28575" cap="flat" cmpd="sng">
              <a:solidFill>
                <a:schemeClr val="tx1">
                  <a:alpha val="100000"/>
                </a:schemeClr>
              </a:solidFill>
              <a:prstDash val="solid"/>
              <a:round/>
              <a:headEnd type="none" w="med" len="med"/>
              <a:tailEnd type="none" w="med" len="med"/>
            </a:ln>
          </p:spPr>
          <p:txBody>
            <a:bodyPr/>
            <a:p>
              <a:endParaRPr lang="zh-CN" altLang="en-US"/>
            </a:p>
          </p:txBody>
        </p:sp>
        <p:sp>
          <p:nvSpPr>
            <p:cNvPr id="110635" name="Freeform 42"/>
            <p:cNvSpPr/>
            <p:nvPr/>
          </p:nvSpPr>
          <p:spPr>
            <a:xfrm>
              <a:off x="566" y="1502"/>
              <a:ext cx="252" cy="114"/>
            </a:xfrm>
            <a:custGeom>
              <a:avLst/>
              <a:gdLst/>
              <a:ahLst/>
              <a:cxnLst>
                <a:cxn ang="0">
                  <a:pos x="0" y="114"/>
                </a:cxn>
                <a:cxn ang="0">
                  <a:pos x="252" y="0"/>
                </a:cxn>
              </a:cxnLst>
              <a:pathLst>
                <a:path w="252" h="114">
                  <a:moveTo>
                    <a:pt x="0" y="114"/>
                  </a:moveTo>
                  <a:lnTo>
                    <a:pt x="252" y="0"/>
                  </a:lnTo>
                </a:path>
              </a:pathLst>
            </a:custGeom>
            <a:noFill/>
            <a:ln w="28575" cap="flat" cmpd="sng">
              <a:solidFill>
                <a:schemeClr val="tx1">
                  <a:alpha val="100000"/>
                </a:schemeClr>
              </a:solidFill>
              <a:prstDash val="solid"/>
              <a:round/>
              <a:headEnd type="none" w="med" len="med"/>
              <a:tailEnd type="none" w="med" len="med"/>
            </a:ln>
          </p:spPr>
          <p:txBody>
            <a:bodyPr/>
            <a:p>
              <a:endParaRPr lang="zh-CN" altLang="en-US"/>
            </a:p>
          </p:txBody>
        </p:sp>
        <p:sp>
          <p:nvSpPr>
            <p:cNvPr id="110636" name="Freeform 43"/>
            <p:cNvSpPr/>
            <p:nvPr/>
          </p:nvSpPr>
          <p:spPr>
            <a:xfrm>
              <a:off x="1002" y="1562"/>
              <a:ext cx="444" cy="258"/>
            </a:xfrm>
            <a:custGeom>
              <a:avLst/>
              <a:gdLst/>
              <a:ahLst/>
              <a:cxnLst>
                <a:cxn ang="0">
                  <a:pos x="0" y="0"/>
                </a:cxn>
                <a:cxn ang="0">
                  <a:pos x="444" y="258"/>
                </a:cxn>
              </a:cxnLst>
              <a:pathLst>
                <a:path w="444" h="258">
                  <a:moveTo>
                    <a:pt x="0" y="0"/>
                  </a:moveTo>
                  <a:lnTo>
                    <a:pt x="444" y="258"/>
                  </a:lnTo>
                </a:path>
              </a:pathLst>
            </a:custGeom>
            <a:noFill/>
            <a:ln w="28575" cap="flat" cmpd="sng">
              <a:solidFill>
                <a:schemeClr val="tx1">
                  <a:alpha val="100000"/>
                </a:schemeClr>
              </a:solidFill>
              <a:prstDash val="solid"/>
              <a:round/>
              <a:headEnd type="none" w="med" len="med"/>
              <a:tailEnd type="none" w="med" len="med"/>
            </a:ln>
          </p:spPr>
          <p:txBody>
            <a:bodyPr/>
            <a:p>
              <a:endParaRPr lang="zh-CN" altLang="en-US"/>
            </a:p>
          </p:txBody>
        </p:sp>
        <p:sp>
          <p:nvSpPr>
            <p:cNvPr id="110637" name="Freeform 44"/>
            <p:cNvSpPr/>
            <p:nvPr/>
          </p:nvSpPr>
          <p:spPr>
            <a:xfrm>
              <a:off x="2326" y="1680"/>
              <a:ext cx="654" cy="420"/>
            </a:xfrm>
            <a:custGeom>
              <a:avLst/>
              <a:gdLst/>
              <a:ahLst/>
              <a:cxnLst>
                <a:cxn ang="0">
                  <a:pos x="0" y="420"/>
                </a:cxn>
                <a:cxn ang="0">
                  <a:pos x="654" y="0"/>
                </a:cxn>
              </a:cxnLst>
              <a:pathLst>
                <a:path w="654" h="420">
                  <a:moveTo>
                    <a:pt x="0" y="420"/>
                  </a:moveTo>
                  <a:lnTo>
                    <a:pt x="654" y="0"/>
                  </a:lnTo>
                </a:path>
              </a:pathLst>
            </a:custGeom>
            <a:noFill/>
            <a:ln w="28575" cap="flat" cmpd="sng">
              <a:solidFill>
                <a:schemeClr val="tx1">
                  <a:alpha val="100000"/>
                </a:schemeClr>
              </a:solidFill>
              <a:prstDash val="solid"/>
              <a:round/>
              <a:headEnd type="none" w="med" len="med"/>
              <a:tailEnd type="none" w="med" len="med"/>
            </a:ln>
          </p:spPr>
          <p:txBody>
            <a:bodyPr/>
            <a:p>
              <a:endParaRPr lang="zh-CN" altLang="en-US"/>
            </a:p>
          </p:txBody>
        </p:sp>
        <p:sp>
          <p:nvSpPr>
            <p:cNvPr id="110638" name="Oval 45"/>
            <p:cNvSpPr/>
            <p:nvPr/>
          </p:nvSpPr>
          <p:spPr>
            <a:xfrm>
              <a:off x="2925" y="1616"/>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10639" name="Line 46"/>
            <p:cNvSpPr/>
            <p:nvPr/>
          </p:nvSpPr>
          <p:spPr>
            <a:xfrm>
              <a:off x="2925" y="1609"/>
              <a:ext cx="0" cy="50"/>
            </a:xfrm>
            <a:prstGeom prst="line">
              <a:avLst/>
            </a:prstGeom>
            <a:ln w="12700" cap="flat" cmpd="sng">
              <a:solidFill>
                <a:schemeClr val="tx1"/>
              </a:solidFill>
              <a:prstDash val="solid"/>
              <a:headEnd type="none" w="med" len="med"/>
              <a:tailEnd type="none" w="med" len="med"/>
            </a:ln>
          </p:spPr>
        </p:sp>
        <p:sp>
          <p:nvSpPr>
            <p:cNvPr id="110640" name="Line 47"/>
            <p:cNvSpPr/>
            <p:nvPr/>
          </p:nvSpPr>
          <p:spPr>
            <a:xfrm>
              <a:off x="3238" y="1609"/>
              <a:ext cx="0" cy="50"/>
            </a:xfrm>
            <a:prstGeom prst="line">
              <a:avLst/>
            </a:prstGeom>
            <a:ln w="12700" cap="flat" cmpd="sng">
              <a:solidFill>
                <a:schemeClr val="tx1"/>
              </a:solidFill>
              <a:prstDash val="solid"/>
              <a:headEnd type="none" w="med" len="med"/>
              <a:tailEnd type="none" w="med" len="med"/>
            </a:ln>
          </p:spPr>
        </p:sp>
        <p:sp>
          <p:nvSpPr>
            <p:cNvPr id="110641" name="Rectangle 48"/>
            <p:cNvSpPr/>
            <p:nvPr/>
          </p:nvSpPr>
          <p:spPr>
            <a:xfrm>
              <a:off x="2925" y="1609"/>
              <a:ext cx="310"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10642" name="Oval 49"/>
            <p:cNvSpPr/>
            <p:nvPr/>
          </p:nvSpPr>
          <p:spPr>
            <a:xfrm>
              <a:off x="2922" y="1550"/>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10643" name="Rectangle 50"/>
            <p:cNvSpPr/>
            <p:nvPr/>
          </p:nvSpPr>
          <p:spPr>
            <a:xfrm>
              <a:off x="3009" y="1563"/>
              <a:ext cx="141" cy="120"/>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10644" name="Text Box 51"/>
            <p:cNvSpPr txBox="1"/>
            <p:nvPr/>
          </p:nvSpPr>
          <p:spPr>
            <a:xfrm>
              <a:off x="2922" y="1502"/>
              <a:ext cx="322" cy="27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000" dirty="0">
                  <a:ea typeface="宋体" panose="02010600030101010101" pitchFamily="2" charset="-122"/>
                </a:rPr>
                <a:t>2a</a:t>
              </a:r>
              <a:endParaRPr lang="en-US" altLang="zh-CN" sz="2400" dirty="0">
                <a:latin typeface="Times New Roman" panose="02020603050405020304" pitchFamily="18" charset="0"/>
                <a:ea typeface="宋体" panose="02010600030101010101" pitchFamily="2" charset="-122"/>
              </a:endParaRPr>
            </a:p>
          </p:txBody>
        </p:sp>
        <p:sp>
          <p:nvSpPr>
            <p:cNvPr id="110645" name="Text Box 52"/>
            <p:cNvSpPr txBox="1"/>
            <p:nvPr/>
          </p:nvSpPr>
          <p:spPr>
            <a:xfrm>
              <a:off x="597" y="1590"/>
              <a:ext cx="481" cy="269"/>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2000" dirty="0">
                  <a:ea typeface="宋体" panose="02010600030101010101" pitchFamily="2" charset="-122"/>
                </a:rPr>
                <a:t>AS3</a:t>
              </a:r>
              <a:endParaRPr lang="en-US" altLang="zh-CN" sz="1800" dirty="0">
                <a:ea typeface="宋体" panose="02010600030101010101" pitchFamily="2" charset="-122"/>
              </a:endParaRPr>
            </a:p>
          </p:txBody>
        </p:sp>
        <p:sp>
          <p:nvSpPr>
            <p:cNvPr id="110646" name="Text Box 53"/>
            <p:cNvSpPr txBox="1"/>
            <p:nvPr/>
          </p:nvSpPr>
          <p:spPr>
            <a:xfrm>
              <a:off x="2380" y="2046"/>
              <a:ext cx="453" cy="269"/>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2000" dirty="0">
                  <a:ea typeface="宋体" panose="02010600030101010101" pitchFamily="2" charset="-122"/>
                </a:rPr>
                <a:t>AS1</a:t>
              </a:r>
              <a:endParaRPr lang="en-US" altLang="zh-CN" sz="1800" dirty="0">
                <a:ea typeface="宋体" panose="02010600030101010101" pitchFamily="2" charset="-122"/>
              </a:endParaRPr>
            </a:p>
          </p:txBody>
        </p:sp>
        <p:sp>
          <p:nvSpPr>
            <p:cNvPr id="110647" name="Text Box 54"/>
            <p:cNvSpPr txBox="1"/>
            <p:nvPr/>
          </p:nvSpPr>
          <p:spPr>
            <a:xfrm>
              <a:off x="3207" y="1790"/>
              <a:ext cx="444" cy="249"/>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AS2</a:t>
              </a:r>
              <a:endParaRPr lang="en-US" altLang="zh-CN" sz="1800" dirty="0">
                <a:ea typeface="宋体" panose="02010600030101010101" pitchFamily="2" charset="-122"/>
              </a:endParaRPr>
            </a:p>
          </p:txBody>
        </p:sp>
        <p:sp>
          <p:nvSpPr>
            <p:cNvPr id="110648" name="Oval 55"/>
            <p:cNvSpPr/>
            <p:nvPr/>
          </p:nvSpPr>
          <p:spPr>
            <a:xfrm>
              <a:off x="1137" y="2030"/>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10649" name="Line 56"/>
            <p:cNvSpPr/>
            <p:nvPr/>
          </p:nvSpPr>
          <p:spPr>
            <a:xfrm>
              <a:off x="1137" y="2023"/>
              <a:ext cx="0" cy="50"/>
            </a:xfrm>
            <a:prstGeom prst="line">
              <a:avLst/>
            </a:prstGeom>
            <a:ln w="12700" cap="flat" cmpd="sng">
              <a:solidFill>
                <a:schemeClr val="tx1"/>
              </a:solidFill>
              <a:prstDash val="solid"/>
              <a:headEnd type="none" w="med" len="med"/>
              <a:tailEnd type="none" w="med" len="med"/>
            </a:ln>
          </p:spPr>
        </p:sp>
        <p:sp>
          <p:nvSpPr>
            <p:cNvPr id="110650" name="Line 57"/>
            <p:cNvSpPr/>
            <p:nvPr/>
          </p:nvSpPr>
          <p:spPr>
            <a:xfrm>
              <a:off x="1450" y="2023"/>
              <a:ext cx="0" cy="50"/>
            </a:xfrm>
            <a:prstGeom prst="line">
              <a:avLst/>
            </a:prstGeom>
            <a:ln w="12700" cap="flat" cmpd="sng">
              <a:solidFill>
                <a:schemeClr val="tx1"/>
              </a:solidFill>
              <a:prstDash val="solid"/>
              <a:headEnd type="none" w="med" len="med"/>
              <a:tailEnd type="none" w="med" len="med"/>
            </a:ln>
          </p:spPr>
        </p:sp>
        <p:sp>
          <p:nvSpPr>
            <p:cNvPr id="110651" name="Rectangle 58"/>
            <p:cNvSpPr/>
            <p:nvPr/>
          </p:nvSpPr>
          <p:spPr>
            <a:xfrm>
              <a:off x="1137" y="2023"/>
              <a:ext cx="310"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10652" name="Oval 59"/>
            <p:cNvSpPr/>
            <p:nvPr/>
          </p:nvSpPr>
          <p:spPr>
            <a:xfrm>
              <a:off x="1134" y="1968"/>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10653" name="Rectangle 60"/>
            <p:cNvSpPr/>
            <p:nvPr/>
          </p:nvSpPr>
          <p:spPr>
            <a:xfrm>
              <a:off x="1219" y="1995"/>
              <a:ext cx="142" cy="96"/>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10654" name="Text Box 61"/>
            <p:cNvSpPr txBox="1"/>
            <p:nvPr/>
          </p:nvSpPr>
          <p:spPr>
            <a:xfrm>
              <a:off x="1150" y="1914"/>
              <a:ext cx="294" cy="269"/>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000" dirty="0">
                  <a:ea typeface="宋体" panose="02010600030101010101" pitchFamily="2" charset="-122"/>
                </a:rPr>
                <a:t>1a</a:t>
              </a:r>
              <a:endParaRPr lang="en-US" altLang="zh-CN" sz="2400" dirty="0">
                <a:latin typeface="Times New Roman" panose="02020603050405020304" pitchFamily="18" charset="0"/>
                <a:ea typeface="宋体" panose="02010600030101010101" pitchFamily="2" charset="-122"/>
              </a:endParaRPr>
            </a:p>
          </p:txBody>
        </p:sp>
        <p:grpSp>
          <p:nvGrpSpPr>
            <p:cNvPr id="110655" name="Group 62"/>
            <p:cNvGrpSpPr/>
            <p:nvPr/>
          </p:nvGrpSpPr>
          <p:grpSpPr>
            <a:xfrm>
              <a:off x="3270" y="1388"/>
              <a:ext cx="323" cy="269"/>
              <a:chOff x="4320" y="1940"/>
              <a:chExt cx="323" cy="269"/>
            </a:xfrm>
          </p:grpSpPr>
          <p:sp>
            <p:nvSpPr>
              <p:cNvPr id="110708" name="Oval 63"/>
              <p:cNvSpPr/>
              <p:nvPr/>
            </p:nvSpPr>
            <p:spPr>
              <a:xfrm>
                <a:off x="4323" y="2054"/>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10709" name="Line 64"/>
              <p:cNvSpPr/>
              <p:nvPr/>
            </p:nvSpPr>
            <p:spPr>
              <a:xfrm>
                <a:off x="4323" y="2047"/>
                <a:ext cx="0" cy="50"/>
              </a:xfrm>
              <a:prstGeom prst="line">
                <a:avLst/>
              </a:prstGeom>
              <a:ln w="12700" cap="flat" cmpd="sng">
                <a:solidFill>
                  <a:schemeClr val="tx1"/>
                </a:solidFill>
                <a:prstDash val="solid"/>
                <a:headEnd type="none" w="med" len="med"/>
                <a:tailEnd type="none" w="med" len="med"/>
              </a:ln>
            </p:spPr>
          </p:sp>
          <p:sp>
            <p:nvSpPr>
              <p:cNvPr id="110710" name="Line 65"/>
              <p:cNvSpPr/>
              <p:nvPr/>
            </p:nvSpPr>
            <p:spPr>
              <a:xfrm>
                <a:off x="4636" y="2047"/>
                <a:ext cx="0" cy="50"/>
              </a:xfrm>
              <a:prstGeom prst="line">
                <a:avLst/>
              </a:prstGeom>
              <a:ln w="12700" cap="flat" cmpd="sng">
                <a:solidFill>
                  <a:schemeClr val="tx1"/>
                </a:solidFill>
                <a:prstDash val="solid"/>
                <a:headEnd type="none" w="med" len="med"/>
                <a:tailEnd type="none" w="med" len="med"/>
              </a:ln>
            </p:spPr>
          </p:sp>
          <p:sp>
            <p:nvSpPr>
              <p:cNvPr id="110711" name="Rectangle 66"/>
              <p:cNvSpPr/>
              <p:nvPr/>
            </p:nvSpPr>
            <p:spPr>
              <a:xfrm>
                <a:off x="4323" y="2047"/>
                <a:ext cx="310"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10712" name="Oval 67"/>
              <p:cNvSpPr/>
              <p:nvPr/>
            </p:nvSpPr>
            <p:spPr>
              <a:xfrm>
                <a:off x="4320" y="1988"/>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10713" name="Rectangle 68"/>
              <p:cNvSpPr/>
              <p:nvPr/>
            </p:nvSpPr>
            <p:spPr>
              <a:xfrm>
                <a:off x="4407" y="2001"/>
                <a:ext cx="141" cy="118"/>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10714" name="Text Box 69"/>
              <p:cNvSpPr txBox="1"/>
              <p:nvPr/>
            </p:nvSpPr>
            <p:spPr>
              <a:xfrm>
                <a:off x="4320" y="1940"/>
                <a:ext cx="323" cy="269"/>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000" dirty="0">
                    <a:ea typeface="宋体" panose="02010600030101010101" pitchFamily="2" charset="-122"/>
                  </a:rPr>
                  <a:t>2c</a:t>
                </a:r>
                <a:endParaRPr lang="en-US" altLang="zh-CN" sz="2400" dirty="0">
                  <a:latin typeface="Times New Roman" panose="02020603050405020304" pitchFamily="18" charset="0"/>
                  <a:ea typeface="宋体" panose="02010600030101010101" pitchFamily="2" charset="-122"/>
                </a:endParaRPr>
              </a:p>
            </p:txBody>
          </p:sp>
        </p:grpSp>
        <p:grpSp>
          <p:nvGrpSpPr>
            <p:cNvPr id="110656" name="Group 70"/>
            <p:cNvGrpSpPr/>
            <p:nvPr/>
          </p:nvGrpSpPr>
          <p:grpSpPr>
            <a:xfrm>
              <a:off x="3540" y="1610"/>
              <a:ext cx="337" cy="269"/>
              <a:chOff x="4590" y="2162"/>
              <a:chExt cx="337" cy="269"/>
            </a:xfrm>
          </p:grpSpPr>
          <p:sp>
            <p:nvSpPr>
              <p:cNvPr id="110701" name="Oval 71"/>
              <p:cNvSpPr/>
              <p:nvPr/>
            </p:nvSpPr>
            <p:spPr>
              <a:xfrm>
                <a:off x="4599" y="2276"/>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10702" name="Line 72"/>
              <p:cNvSpPr/>
              <p:nvPr/>
            </p:nvSpPr>
            <p:spPr>
              <a:xfrm>
                <a:off x="4599" y="2269"/>
                <a:ext cx="0" cy="50"/>
              </a:xfrm>
              <a:prstGeom prst="line">
                <a:avLst/>
              </a:prstGeom>
              <a:ln w="12700" cap="flat" cmpd="sng">
                <a:solidFill>
                  <a:schemeClr val="tx1"/>
                </a:solidFill>
                <a:prstDash val="solid"/>
                <a:headEnd type="none" w="med" len="med"/>
                <a:tailEnd type="none" w="med" len="med"/>
              </a:ln>
            </p:spPr>
          </p:sp>
          <p:sp>
            <p:nvSpPr>
              <p:cNvPr id="110703" name="Line 73"/>
              <p:cNvSpPr/>
              <p:nvPr/>
            </p:nvSpPr>
            <p:spPr>
              <a:xfrm>
                <a:off x="4912" y="2269"/>
                <a:ext cx="0" cy="50"/>
              </a:xfrm>
              <a:prstGeom prst="line">
                <a:avLst/>
              </a:prstGeom>
              <a:ln w="12700" cap="flat" cmpd="sng">
                <a:solidFill>
                  <a:schemeClr val="tx1"/>
                </a:solidFill>
                <a:prstDash val="solid"/>
                <a:headEnd type="none" w="med" len="med"/>
                <a:tailEnd type="none" w="med" len="med"/>
              </a:ln>
            </p:spPr>
          </p:sp>
          <p:sp>
            <p:nvSpPr>
              <p:cNvPr id="110704" name="Rectangle 74"/>
              <p:cNvSpPr/>
              <p:nvPr/>
            </p:nvSpPr>
            <p:spPr>
              <a:xfrm>
                <a:off x="4599" y="2269"/>
                <a:ext cx="310"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10705" name="Oval 75"/>
              <p:cNvSpPr/>
              <p:nvPr/>
            </p:nvSpPr>
            <p:spPr>
              <a:xfrm>
                <a:off x="4596" y="2210"/>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10706" name="Rectangle 76"/>
              <p:cNvSpPr/>
              <p:nvPr/>
            </p:nvSpPr>
            <p:spPr>
              <a:xfrm>
                <a:off x="4683" y="2223"/>
                <a:ext cx="142" cy="110"/>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10707" name="Text Box 77"/>
              <p:cNvSpPr txBox="1"/>
              <p:nvPr/>
            </p:nvSpPr>
            <p:spPr>
              <a:xfrm>
                <a:off x="4590" y="2162"/>
                <a:ext cx="337" cy="269"/>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000" dirty="0">
                    <a:ea typeface="宋体" panose="02010600030101010101" pitchFamily="2" charset="-122"/>
                  </a:rPr>
                  <a:t>2b</a:t>
                </a:r>
                <a:endParaRPr lang="en-US" altLang="zh-CN" sz="2400" dirty="0">
                  <a:latin typeface="Times New Roman" panose="02020603050405020304" pitchFamily="18" charset="0"/>
                  <a:ea typeface="宋体" panose="02010600030101010101" pitchFamily="2" charset="-122"/>
                </a:endParaRPr>
              </a:p>
            </p:txBody>
          </p:sp>
        </p:grpSp>
        <p:grpSp>
          <p:nvGrpSpPr>
            <p:cNvPr id="110657" name="Group 78"/>
            <p:cNvGrpSpPr/>
            <p:nvPr/>
          </p:nvGrpSpPr>
          <p:grpSpPr>
            <a:xfrm>
              <a:off x="2016" y="1980"/>
              <a:ext cx="316" cy="269"/>
              <a:chOff x="2016" y="1980"/>
              <a:chExt cx="316" cy="269"/>
            </a:xfrm>
          </p:grpSpPr>
          <p:sp>
            <p:nvSpPr>
              <p:cNvPr id="110693" name="Oval 79"/>
              <p:cNvSpPr/>
              <p:nvPr/>
            </p:nvSpPr>
            <p:spPr>
              <a:xfrm>
                <a:off x="2019" y="2102"/>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10694" name="Line 80"/>
              <p:cNvSpPr/>
              <p:nvPr/>
            </p:nvSpPr>
            <p:spPr>
              <a:xfrm>
                <a:off x="2019" y="2095"/>
                <a:ext cx="0" cy="50"/>
              </a:xfrm>
              <a:prstGeom prst="line">
                <a:avLst/>
              </a:prstGeom>
              <a:ln w="12700" cap="flat" cmpd="sng">
                <a:solidFill>
                  <a:schemeClr val="tx1"/>
                </a:solidFill>
                <a:prstDash val="solid"/>
                <a:headEnd type="none" w="med" len="med"/>
                <a:tailEnd type="none" w="med" len="med"/>
              </a:ln>
            </p:spPr>
          </p:sp>
          <p:sp>
            <p:nvSpPr>
              <p:cNvPr id="110695" name="Line 81"/>
              <p:cNvSpPr/>
              <p:nvPr/>
            </p:nvSpPr>
            <p:spPr>
              <a:xfrm>
                <a:off x="2332" y="2095"/>
                <a:ext cx="0" cy="50"/>
              </a:xfrm>
              <a:prstGeom prst="line">
                <a:avLst/>
              </a:prstGeom>
              <a:ln w="12700" cap="flat" cmpd="sng">
                <a:solidFill>
                  <a:schemeClr val="tx1"/>
                </a:solidFill>
                <a:prstDash val="solid"/>
                <a:headEnd type="none" w="med" len="med"/>
                <a:tailEnd type="none" w="med" len="med"/>
              </a:ln>
            </p:spPr>
          </p:sp>
          <p:sp>
            <p:nvSpPr>
              <p:cNvPr id="110696" name="Rectangle 82"/>
              <p:cNvSpPr/>
              <p:nvPr/>
            </p:nvSpPr>
            <p:spPr>
              <a:xfrm>
                <a:off x="2019" y="2095"/>
                <a:ext cx="310"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10697" name="Oval 83"/>
              <p:cNvSpPr/>
              <p:nvPr/>
            </p:nvSpPr>
            <p:spPr>
              <a:xfrm>
                <a:off x="2016" y="2036"/>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10698" name="Group 84"/>
              <p:cNvGrpSpPr/>
              <p:nvPr/>
            </p:nvGrpSpPr>
            <p:grpSpPr>
              <a:xfrm>
                <a:off x="2022" y="1980"/>
                <a:ext cx="306" cy="269"/>
                <a:chOff x="2901" y="2429"/>
                <a:chExt cx="313" cy="269"/>
              </a:xfrm>
            </p:grpSpPr>
            <p:sp>
              <p:nvSpPr>
                <p:cNvPr id="110699" name="Rectangle 85"/>
                <p:cNvSpPr/>
                <p:nvPr/>
              </p:nvSpPr>
              <p:spPr>
                <a:xfrm>
                  <a:off x="2982" y="2490"/>
                  <a:ext cx="144" cy="1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10700" name="Text Box 86"/>
                <p:cNvSpPr txBox="1"/>
                <p:nvPr/>
              </p:nvSpPr>
              <p:spPr>
                <a:xfrm>
                  <a:off x="2901" y="2429"/>
                  <a:ext cx="313" cy="269"/>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000" dirty="0">
                      <a:ea typeface="宋体" panose="02010600030101010101" pitchFamily="2" charset="-122"/>
                    </a:rPr>
                    <a:t>1b</a:t>
                  </a:r>
                  <a:endParaRPr lang="en-US" altLang="zh-CN" sz="2400" dirty="0">
                    <a:latin typeface="Times New Roman" panose="02020603050405020304" pitchFamily="18" charset="0"/>
                    <a:ea typeface="宋体" panose="02010600030101010101" pitchFamily="2" charset="-122"/>
                  </a:endParaRPr>
                </a:p>
              </p:txBody>
            </p:sp>
          </p:grpSp>
        </p:grpSp>
        <p:sp>
          <p:nvSpPr>
            <p:cNvPr id="110658" name="Freeform 88"/>
            <p:cNvSpPr/>
            <p:nvPr/>
          </p:nvSpPr>
          <p:spPr>
            <a:xfrm>
              <a:off x="1457" y="2302"/>
              <a:ext cx="1848" cy="414"/>
            </a:xfrm>
            <a:custGeom>
              <a:avLst/>
              <a:gdLst/>
              <a:ahLst/>
              <a:cxnLst>
                <a:cxn ang="0">
                  <a:pos x="0" y="414"/>
                </a:cxn>
                <a:cxn ang="0">
                  <a:pos x="84" y="0"/>
                </a:cxn>
                <a:cxn ang="0">
                  <a:pos x="384" y="6"/>
                </a:cxn>
                <a:cxn ang="0">
                  <a:pos x="1848" y="414"/>
                </a:cxn>
                <a:cxn ang="0">
                  <a:pos x="0" y="414"/>
                </a:cxn>
              </a:cxnLst>
              <a:pathLst>
                <a:path w="1848" h="414">
                  <a:moveTo>
                    <a:pt x="0" y="414"/>
                  </a:moveTo>
                  <a:lnTo>
                    <a:pt x="84" y="0"/>
                  </a:lnTo>
                  <a:lnTo>
                    <a:pt x="384" y="6"/>
                  </a:lnTo>
                  <a:lnTo>
                    <a:pt x="1848" y="414"/>
                  </a:lnTo>
                  <a:lnTo>
                    <a:pt x="0" y="414"/>
                  </a:lnTo>
                  <a:close/>
                </a:path>
              </a:pathLst>
            </a:custGeom>
            <a:solidFill>
              <a:srgbClr val="DDDDDD">
                <a:alpha val="100000"/>
              </a:srgbClr>
            </a:solidFill>
            <a:ln w="9525" cap="flat" cmpd="sng">
              <a:solidFill>
                <a:srgbClr val="DDDDDD">
                  <a:alpha val="100000"/>
                </a:srgbClr>
              </a:solidFill>
              <a:prstDash val="solid"/>
              <a:round/>
              <a:headEnd type="none" w="med" len="med"/>
              <a:tailEnd type="none" w="med" len="med"/>
            </a:ln>
          </p:spPr>
          <p:txBody>
            <a:bodyPr/>
            <a:p>
              <a:endParaRPr lang="zh-CN" altLang="en-US"/>
            </a:p>
          </p:txBody>
        </p:sp>
        <p:sp>
          <p:nvSpPr>
            <p:cNvPr id="110659" name="Rectangle 89"/>
            <p:cNvSpPr/>
            <p:nvPr/>
          </p:nvSpPr>
          <p:spPr>
            <a:xfrm>
              <a:off x="1463" y="2729"/>
              <a:ext cx="1834" cy="1117"/>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10660" name="Group 90"/>
            <p:cNvGrpSpPr/>
            <p:nvPr/>
          </p:nvGrpSpPr>
          <p:grpSpPr>
            <a:xfrm>
              <a:off x="1578" y="2818"/>
              <a:ext cx="736" cy="479"/>
              <a:chOff x="1595" y="2898"/>
              <a:chExt cx="736" cy="479"/>
            </a:xfrm>
          </p:grpSpPr>
          <p:sp>
            <p:nvSpPr>
              <p:cNvPr id="110691" name="Oval 91"/>
              <p:cNvSpPr/>
              <p:nvPr/>
            </p:nvSpPr>
            <p:spPr>
              <a:xfrm>
                <a:off x="1595" y="2898"/>
                <a:ext cx="736" cy="479"/>
              </a:xfrm>
              <a:prstGeom prst="ellipse">
                <a:avLst/>
              </a:prstGeom>
              <a:noFill/>
              <a:ln w="9525" cap="flat" cmpd="sng">
                <a:solidFill>
                  <a:schemeClr val="accent2"/>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10692" name="Text Box 92"/>
              <p:cNvSpPr txBox="1"/>
              <p:nvPr/>
            </p:nvSpPr>
            <p:spPr>
              <a:xfrm>
                <a:off x="1733" y="2933"/>
                <a:ext cx="553" cy="43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eaLnBrk="1" hangingPunct="1">
                  <a:spcBef>
                    <a:spcPct val="0"/>
                  </a:spcBef>
                  <a:buClrTx/>
                  <a:buSzTx/>
                  <a:buFontTx/>
                  <a:buNone/>
                </a:pPr>
                <a:r>
                  <a:rPr lang="en-US" altLang="zh-CN" sz="1200" dirty="0">
                    <a:solidFill>
                      <a:schemeClr val="accent2"/>
                    </a:solidFill>
                    <a:latin typeface="Arial" panose="020B0604020202020204" pitchFamily="34" charset="0"/>
                    <a:ea typeface="宋体" panose="02010600030101010101" pitchFamily="2" charset="-122"/>
                  </a:rPr>
                  <a:t>Intra-AS</a:t>
                </a:r>
                <a:endParaRPr lang="en-US" altLang="zh-CN" sz="1200" dirty="0">
                  <a:solidFill>
                    <a:schemeClr val="accent2"/>
                  </a:solidFill>
                  <a:latin typeface="Arial" panose="020B0604020202020204" pitchFamily="34" charset="0"/>
                  <a:ea typeface="宋体" panose="02010600030101010101" pitchFamily="2" charset="-122"/>
                </a:endParaRPr>
              </a:p>
              <a:p>
                <a:pPr marL="0" lvl="0" indent="0" eaLnBrk="1" hangingPunct="1">
                  <a:spcBef>
                    <a:spcPct val="0"/>
                  </a:spcBef>
                  <a:buClrTx/>
                  <a:buSzTx/>
                  <a:buFontTx/>
                  <a:buNone/>
                </a:pPr>
                <a:r>
                  <a:rPr lang="en-US" altLang="zh-CN" sz="1200" dirty="0">
                    <a:solidFill>
                      <a:schemeClr val="accent2"/>
                    </a:solidFill>
                    <a:latin typeface="Arial" panose="020B0604020202020204" pitchFamily="34" charset="0"/>
                    <a:ea typeface="宋体" panose="02010600030101010101" pitchFamily="2" charset="-122"/>
                  </a:rPr>
                  <a:t>Routing </a:t>
                </a:r>
                <a:endParaRPr lang="en-US" altLang="zh-CN" sz="1200" dirty="0">
                  <a:solidFill>
                    <a:schemeClr val="accent2"/>
                  </a:solidFill>
                  <a:latin typeface="Arial" panose="020B0604020202020204" pitchFamily="34" charset="0"/>
                  <a:ea typeface="宋体" panose="02010600030101010101" pitchFamily="2" charset="-122"/>
                </a:endParaRPr>
              </a:p>
              <a:p>
                <a:pPr marL="0" lvl="0" indent="0" eaLnBrk="1" hangingPunct="1">
                  <a:spcBef>
                    <a:spcPct val="0"/>
                  </a:spcBef>
                  <a:buClrTx/>
                  <a:buSzTx/>
                  <a:buFontTx/>
                  <a:buNone/>
                </a:pPr>
                <a:r>
                  <a:rPr lang="en-US" altLang="zh-CN" sz="1200" dirty="0">
                    <a:solidFill>
                      <a:schemeClr val="accent2"/>
                    </a:solidFill>
                    <a:latin typeface="Arial" panose="020B0604020202020204" pitchFamily="34" charset="0"/>
                    <a:ea typeface="宋体" panose="02010600030101010101" pitchFamily="2" charset="-122"/>
                  </a:rPr>
                  <a:t>algorithm</a:t>
                </a:r>
                <a:endParaRPr lang="en-US" altLang="zh-CN" sz="1200" dirty="0">
                  <a:solidFill>
                    <a:schemeClr val="accent2"/>
                  </a:solidFill>
                  <a:latin typeface="Arial" panose="020B0604020202020204" pitchFamily="34" charset="0"/>
                  <a:ea typeface="宋体" panose="02010600030101010101" pitchFamily="2" charset="-122"/>
                </a:endParaRPr>
              </a:p>
            </p:txBody>
          </p:sp>
        </p:grpSp>
        <p:grpSp>
          <p:nvGrpSpPr>
            <p:cNvPr id="110661" name="Group 93"/>
            <p:cNvGrpSpPr/>
            <p:nvPr/>
          </p:nvGrpSpPr>
          <p:grpSpPr>
            <a:xfrm>
              <a:off x="2402" y="2826"/>
              <a:ext cx="736" cy="479"/>
              <a:chOff x="2402" y="2826"/>
              <a:chExt cx="736" cy="479"/>
            </a:xfrm>
          </p:grpSpPr>
          <p:sp>
            <p:nvSpPr>
              <p:cNvPr id="110689" name="Oval 94"/>
              <p:cNvSpPr/>
              <p:nvPr/>
            </p:nvSpPr>
            <p:spPr>
              <a:xfrm>
                <a:off x="2402" y="2826"/>
                <a:ext cx="736" cy="479"/>
              </a:xfrm>
              <a:prstGeom prst="ellipse">
                <a:avLst/>
              </a:prstGeom>
              <a:noFill/>
              <a:ln w="9525" cap="flat" cmpd="sng">
                <a:solidFill>
                  <a:srgbClr val="FF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10690" name="Text Box 95"/>
              <p:cNvSpPr txBox="1"/>
              <p:nvPr/>
            </p:nvSpPr>
            <p:spPr>
              <a:xfrm>
                <a:off x="2539" y="2862"/>
                <a:ext cx="553" cy="43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eaLnBrk="1" hangingPunct="1">
                  <a:spcBef>
                    <a:spcPct val="0"/>
                  </a:spcBef>
                  <a:buClrTx/>
                  <a:buSzTx/>
                  <a:buFontTx/>
                  <a:buNone/>
                </a:pPr>
                <a:r>
                  <a:rPr lang="en-US" altLang="zh-CN" sz="1200" dirty="0">
                    <a:solidFill>
                      <a:srgbClr val="FF0000"/>
                    </a:solidFill>
                    <a:latin typeface="Arial" panose="020B0604020202020204" pitchFamily="34" charset="0"/>
                    <a:ea typeface="宋体" panose="02010600030101010101" pitchFamily="2" charset="-122"/>
                  </a:rPr>
                  <a:t>Inter-AS</a:t>
                </a:r>
                <a:endParaRPr lang="en-US" altLang="zh-CN" sz="1200" dirty="0">
                  <a:solidFill>
                    <a:srgbClr val="FF0000"/>
                  </a:solidFill>
                  <a:latin typeface="Arial" panose="020B0604020202020204" pitchFamily="34" charset="0"/>
                  <a:ea typeface="宋体" panose="02010600030101010101" pitchFamily="2" charset="-122"/>
                </a:endParaRPr>
              </a:p>
              <a:p>
                <a:pPr marL="0" lvl="0" indent="0" eaLnBrk="1" hangingPunct="1">
                  <a:spcBef>
                    <a:spcPct val="0"/>
                  </a:spcBef>
                  <a:buClrTx/>
                  <a:buSzTx/>
                  <a:buFontTx/>
                  <a:buNone/>
                </a:pPr>
                <a:r>
                  <a:rPr lang="en-US" altLang="zh-CN" sz="1200" dirty="0">
                    <a:solidFill>
                      <a:srgbClr val="FF0000"/>
                    </a:solidFill>
                    <a:latin typeface="Arial" panose="020B0604020202020204" pitchFamily="34" charset="0"/>
                    <a:ea typeface="宋体" panose="02010600030101010101" pitchFamily="2" charset="-122"/>
                  </a:rPr>
                  <a:t>Routing </a:t>
                </a:r>
                <a:endParaRPr lang="en-US" altLang="zh-CN" sz="1200" dirty="0">
                  <a:solidFill>
                    <a:srgbClr val="FF0000"/>
                  </a:solidFill>
                  <a:latin typeface="Arial" panose="020B0604020202020204" pitchFamily="34" charset="0"/>
                  <a:ea typeface="宋体" panose="02010600030101010101" pitchFamily="2" charset="-122"/>
                </a:endParaRPr>
              </a:p>
              <a:p>
                <a:pPr marL="0" lvl="0" indent="0" eaLnBrk="1" hangingPunct="1">
                  <a:spcBef>
                    <a:spcPct val="0"/>
                  </a:spcBef>
                  <a:buClrTx/>
                  <a:buSzTx/>
                  <a:buFontTx/>
                  <a:buNone/>
                </a:pPr>
                <a:r>
                  <a:rPr lang="en-US" altLang="zh-CN" sz="1200" dirty="0">
                    <a:solidFill>
                      <a:srgbClr val="FF0000"/>
                    </a:solidFill>
                    <a:latin typeface="Arial" panose="020B0604020202020204" pitchFamily="34" charset="0"/>
                    <a:ea typeface="宋体" panose="02010600030101010101" pitchFamily="2" charset="-122"/>
                  </a:rPr>
                  <a:t>algorithm</a:t>
                </a:r>
                <a:endParaRPr lang="en-US" altLang="zh-CN" sz="1200" dirty="0">
                  <a:solidFill>
                    <a:srgbClr val="FF0000"/>
                  </a:solidFill>
                  <a:latin typeface="Arial" panose="020B0604020202020204" pitchFamily="34" charset="0"/>
                  <a:ea typeface="宋体" panose="02010600030101010101" pitchFamily="2" charset="-122"/>
                </a:endParaRPr>
              </a:p>
            </p:txBody>
          </p:sp>
        </p:grpSp>
        <p:sp>
          <p:nvSpPr>
            <p:cNvPr id="110662" name="Rectangle 96"/>
            <p:cNvSpPr/>
            <p:nvPr/>
          </p:nvSpPr>
          <p:spPr>
            <a:xfrm>
              <a:off x="1932" y="3447"/>
              <a:ext cx="780" cy="26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eaLnBrk="1" hangingPunct="1">
                <a:spcBef>
                  <a:spcPct val="0"/>
                </a:spcBef>
                <a:buClrTx/>
                <a:buSzTx/>
                <a:buFontTx/>
                <a:buNone/>
              </a:pPr>
              <a:r>
                <a:rPr lang="en-US" altLang="zh-CN" sz="1400" dirty="0">
                  <a:latin typeface="Arial" panose="020B0604020202020204" pitchFamily="34" charset="0"/>
                  <a:ea typeface="宋体" panose="02010600030101010101" pitchFamily="2" charset="-122"/>
                </a:rPr>
                <a:t>Forwarding</a:t>
              </a:r>
              <a:endParaRPr lang="en-US" altLang="zh-CN" sz="1400" dirty="0">
                <a:latin typeface="Arial" panose="020B0604020202020204" pitchFamily="34" charset="0"/>
                <a:ea typeface="宋体" panose="02010600030101010101" pitchFamily="2" charset="-122"/>
              </a:endParaRPr>
            </a:p>
            <a:p>
              <a:pPr marL="0" lvl="0" indent="0" algn="ctr" eaLnBrk="1" hangingPunct="1">
                <a:spcBef>
                  <a:spcPct val="0"/>
                </a:spcBef>
                <a:buClrTx/>
                <a:buSzTx/>
                <a:buFontTx/>
                <a:buNone/>
              </a:pPr>
              <a:r>
                <a:rPr lang="en-US" altLang="zh-CN" sz="1400" dirty="0">
                  <a:latin typeface="Arial" panose="020B0604020202020204" pitchFamily="34" charset="0"/>
                  <a:ea typeface="宋体" panose="02010600030101010101" pitchFamily="2" charset="-122"/>
                </a:rPr>
                <a:t>table</a:t>
              </a:r>
              <a:endParaRPr lang="en-US" altLang="zh-CN" sz="1400" dirty="0">
                <a:latin typeface="Arial" panose="020B0604020202020204" pitchFamily="34" charset="0"/>
                <a:ea typeface="宋体" panose="02010600030101010101" pitchFamily="2" charset="-122"/>
              </a:endParaRPr>
            </a:p>
          </p:txBody>
        </p:sp>
        <p:sp>
          <p:nvSpPr>
            <p:cNvPr id="110663" name="Freeform 97"/>
            <p:cNvSpPr/>
            <p:nvPr/>
          </p:nvSpPr>
          <p:spPr>
            <a:xfrm>
              <a:off x="1648" y="3217"/>
              <a:ext cx="275" cy="345"/>
            </a:xfrm>
            <a:custGeom>
              <a:avLst/>
              <a:gdLst/>
              <a:ahLst/>
              <a:cxnLst>
                <a:cxn ang="0">
                  <a:pos x="0" y="0"/>
                </a:cxn>
                <a:cxn ang="0">
                  <a:pos x="71" y="230"/>
                </a:cxn>
                <a:cxn ang="0">
                  <a:pos x="275" y="345"/>
                </a:cxn>
              </a:cxnLst>
              <a:pathLst>
                <a:path w="275" h="345">
                  <a:moveTo>
                    <a:pt x="0" y="0"/>
                  </a:moveTo>
                  <a:cubicBezTo>
                    <a:pt x="12" y="86"/>
                    <a:pt x="25" y="173"/>
                    <a:pt x="71" y="230"/>
                  </a:cubicBezTo>
                  <a:cubicBezTo>
                    <a:pt x="117" y="287"/>
                    <a:pt x="241" y="326"/>
                    <a:pt x="275" y="345"/>
                  </a:cubicBezTo>
                </a:path>
              </a:pathLst>
            </a:custGeom>
            <a:noFill/>
            <a:ln w="9525" cap="flat" cmpd="sng">
              <a:solidFill>
                <a:schemeClr val="accent2">
                  <a:alpha val="100000"/>
                </a:schemeClr>
              </a:solidFill>
              <a:prstDash val="solid"/>
              <a:round/>
              <a:headEnd type="none" w="med" len="med"/>
              <a:tailEnd type="triangle" w="med" len="med"/>
            </a:ln>
          </p:spPr>
          <p:txBody>
            <a:bodyPr/>
            <a:p>
              <a:endParaRPr lang="zh-CN" altLang="en-US"/>
            </a:p>
          </p:txBody>
        </p:sp>
        <p:sp>
          <p:nvSpPr>
            <p:cNvPr id="110664" name="Freeform 98"/>
            <p:cNvSpPr/>
            <p:nvPr/>
          </p:nvSpPr>
          <p:spPr>
            <a:xfrm>
              <a:off x="2712" y="3217"/>
              <a:ext cx="354" cy="372"/>
            </a:xfrm>
            <a:custGeom>
              <a:avLst/>
              <a:gdLst/>
              <a:ahLst/>
              <a:cxnLst>
                <a:cxn ang="0">
                  <a:pos x="354" y="0"/>
                </a:cxn>
                <a:cxn ang="0">
                  <a:pos x="248" y="274"/>
                </a:cxn>
                <a:cxn ang="0">
                  <a:pos x="0" y="372"/>
                </a:cxn>
              </a:cxnLst>
              <a:pathLst>
                <a:path w="354" h="372">
                  <a:moveTo>
                    <a:pt x="354" y="0"/>
                  </a:moveTo>
                  <a:cubicBezTo>
                    <a:pt x="330" y="106"/>
                    <a:pt x="307" y="212"/>
                    <a:pt x="248" y="274"/>
                  </a:cubicBezTo>
                  <a:cubicBezTo>
                    <a:pt x="189" y="336"/>
                    <a:pt x="41" y="354"/>
                    <a:pt x="0" y="372"/>
                  </a:cubicBezTo>
                </a:path>
              </a:pathLst>
            </a:custGeom>
            <a:noFill/>
            <a:ln w="9525" cap="flat" cmpd="sng">
              <a:solidFill>
                <a:srgbClr val="FF0000">
                  <a:alpha val="100000"/>
                </a:srgbClr>
              </a:solidFill>
              <a:prstDash val="solid"/>
              <a:round/>
              <a:headEnd type="none" w="med" len="med"/>
              <a:tailEnd type="triangle" w="med" len="med"/>
            </a:ln>
          </p:spPr>
          <p:txBody>
            <a:bodyPr/>
            <a:p>
              <a:endParaRPr lang="zh-CN" altLang="en-US"/>
            </a:p>
          </p:txBody>
        </p:sp>
        <p:grpSp>
          <p:nvGrpSpPr>
            <p:cNvPr id="110665" name="Group 99"/>
            <p:cNvGrpSpPr/>
            <p:nvPr/>
          </p:nvGrpSpPr>
          <p:grpSpPr>
            <a:xfrm>
              <a:off x="417" y="1226"/>
              <a:ext cx="321" cy="269"/>
              <a:chOff x="2014" y="1980"/>
              <a:chExt cx="321" cy="269"/>
            </a:xfrm>
          </p:grpSpPr>
          <p:sp>
            <p:nvSpPr>
              <p:cNvPr id="110681" name="Oval 100"/>
              <p:cNvSpPr/>
              <p:nvPr/>
            </p:nvSpPr>
            <p:spPr>
              <a:xfrm>
                <a:off x="2019" y="2102"/>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10682" name="Line 101"/>
              <p:cNvSpPr/>
              <p:nvPr/>
            </p:nvSpPr>
            <p:spPr>
              <a:xfrm>
                <a:off x="2019" y="2095"/>
                <a:ext cx="0" cy="50"/>
              </a:xfrm>
              <a:prstGeom prst="line">
                <a:avLst/>
              </a:prstGeom>
              <a:ln w="12700" cap="flat" cmpd="sng">
                <a:solidFill>
                  <a:schemeClr val="tx1"/>
                </a:solidFill>
                <a:prstDash val="solid"/>
                <a:headEnd type="none" w="med" len="med"/>
                <a:tailEnd type="none" w="med" len="med"/>
              </a:ln>
            </p:spPr>
          </p:sp>
          <p:sp>
            <p:nvSpPr>
              <p:cNvPr id="110683" name="Line 102"/>
              <p:cNvSpPr/>
              <p:nvPr/>
            </p:nvSpPr>
            <p:spPr>
              <a:xfrm>
                <a:off x="2332" y="2095"/>
                <a:ext cx="0" cy="50"/>
              </a:xfrm>
              <a:prstGeom prst="line">
                <a:avLst/>
              </a:prstGeom>
              <a:ln w="12700" cap="flat" cmpd="sng">
                <a:solidFill>
                  <a:schemeClr val="tx1"/>
                </a:solidFill>
                <a:prstDash val="solid"/>
                <a:headEnd type="none" w="med" len="med"/>
                <a:tailEnd type="none" w="med" len="med"/>
              </a:ln>
            </p:spPr>
          </p:sp>
          <p:sp>
            <p:nvSpPr>
              <p:cNvPr id="110684" name="Rectangle 103"/>
              <p:cNvSpPr/>
              <p:nvPr/>
            </p:nvSpPr>
            <p:spPr>
              <a:xfrm>
                <a:off x="2019" y="2095"/>
                <a:ext cx="310"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10685" name="Oval 104"/>
              <p:cNvSpPr/>
              <p:nvPr/>
            </p:nvSpPr>
            <p:spPr>
              <a:xfrm>
                <a:off x="2016" y="2036"/>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10686" name="Group 105"/>
              <p:cNvGrpSpPr/>
              <p:nvPr/>
            </p:nvGrpSpPr>
            <p:grpSpPr>
              <a:xfrm>
                <a:off x="2014" y="1980"/>
                <a:ext cx="321" cy="269"/>
                <a:chOff x="2893" y="2429"/>
                <a:chExt cx="328" cy="269"/>
              </a:xfrm>
            </p:grpSpPr>
            <p:sp>
              <p:nvSpPr>
                <p:cNvPr id="110687" name="Rectangle 106"/>
                <p:cNvSpPr/>
                <p:nvPr/>
              </p:nvSpPr>
              <p:spPr>
                <a:xfrm>
                  <a:off x="2982" y="2490"/>
                  <a:ext cx="144" cy="1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10688" name="Text Box 107"/>
                <p:cNvSpPr txBox="1"/>
                <p:nvPr/>
              </p:nvSpPr>
              <p:spPr>
                <a:xfrm>
                  <a:off x="2893" y="2429"/>
                  <a:ext cx="328" cy="269"/>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000" dirty="0">
                      <a:ea typeface="宋体" panose="02010600030101010101" pitchFamily="2" charset="-122"/>
                    </a:rPr>
                    <a:t>3c</a:t>
                  </a:r>
                  <a:endParaRPr lang="en-US" altLang="zh-CN" sz="2400" dirty="0">
                    <a:latin typeface="Times New Roman" panose="02020603050405020304" pitchFamily="18" charset="0"/>
                    <a:ea typeface="宋体" panose="02010600030101010101" pitchFamily="2" charset="-122"/>
                  </a:endParaRPr>
                </a:p>
              </p:txBody>
            </p:sp>
          </p:grpSp>
        </p:grpSp>
        <p:sp>
          <p:nvSpPr>
            <p:cNvPr id="110666" name="Line 108"/>
            <p:cNvSpPr/>
            <p:nvPr/>
          </p:nvSpPr>
          <p:spPr>
            <a:xfrm flipH="1">
              <a:off x="443" y="1436"/>
              <a:ext cx="62" cy="106"/>
            </a:xfrm>
            <a:prstGeom prst="line">
              <a:avLst/>
            </a:prstGeom>
            <a:ln w="28575" cap="flat" cmpd="sng">
              <a:solidFill>
                <a:schemeClr val="tx1"/>
              </a:solidFill>
              <a:prstDash val="solid"/>
              <a:headEnd type="none" w="med" len="med"/>
              <a:tailEnd type="none" w="med" len="med"/>
            </a:ln>
          </p:spPr>
        </p:sp>
        <p:sp>
          <p:nvSpPr>
            <p:cNvPr id="110667" name="Line 109"/>
            <p:cNvSpPr/>
            <p:nvPr/>
          </p:nvSpPr>
          <p:spPr>
            <a:xfrm>
              <a:off x="136" y="1482"/>
              <a:ext cx="144" cy="110"/>
            </a:xfrm>
            <a:prstGeom prst="line">
              <a:avLst/>
            </a:prstGeom>
            <a:ln w="9525" cap="flat" cmpd="sng">
              <a:solidFill>
                <a:schemeClr val="tx1"/>
              </a:solidFill>
              <a:prstDash val="solid"/>
              <a:headEnd type="none" w="med" len="med"/>
              <a:tailEnd type="none" w="med" len="med"/>
            </a:ln>
          </p:spPr>
        </p:sp>
        <p:sp>
          <p:nvSpPr>
            <p:cNvPr id="110668" name="Line 110"/>
            <p:cNvSpPr/>
            <p:nvPr/>
          </p:nvSpPr>
          <p:spPr>
            <a:xfrm flipH="1">
              <a:off x="635" y="1127"/>
              <a:ext cx="136" cy="152"/>
            </a:xfrm>
            <a:prstGeom prst="line">
              <a:avLst/>
            </a:prstGeom>
            <a:ln w="9525" cap="flat" cmpd="sng">
              <a:solidFill>
                <a:schemeClr val="tx1"/>
              </a:solidFill>
              <a:prstDash val="solid"/>
              <a:headEnd type="none" w="med" len="med"/>
              <a:tailEnd type="none" w="med" len="med"/>
            </a:ln>
          </p:spPr>
        </p:sp>
        <p:sp>
          <p:nvSpPr>
            <p:cNvPr id="110669" name="Line 111"/>
            <p:cNvSpPr/>
            <p:nvPr/>
          </p:nvSpPr>
          <p:spPr>
            <a:xfrm>
              <a:off x="356" y="1118"/>
              <a:ext cx="118" cy="178"/>
            </a:xfrm>
            <a:prstGeom prst="line">
              <a:avLst/>
            </a:prstGeom>
            <a:ln w="9525" cap="flat" cmpd="sng">
              <a:solidFill>
                <a:schemeClr val="tx1"/>
              </a:solidFill>
              <a:prstDash val="solid"/>
              <a:headEnd type="none" w="med" len="med"/>
              <a:tailEnd type="none" w="med" len="med"/>
            </a:ln>
          </p:spPr>
        </p:sp>
        <p:sp>
          <p:nvSpPr>
            <p:cNvPr id="110670" name="Line 112"/>
            <p:cNvSpPr/>
            <p:nvPr/>
          </p:nvSpPr>
          <p:spPr>
            <a:xfrm flipH="1">
              <a:off x="1016" y="1211"/>
              <a:ext cx="68" cy="204"/>
            </a:xfrm>
            <a:prstGeom prst="line">
              <a:avLst/>
            </a:prstGeom>
            <a:ln w="9525" cap="flat" cmpd="sng">
              <a:solidFill>
                <a:schemeClr val="tx1"/>
              </a:solidFill>
              <a:prstDash val="solid"/>
              <a:headEnd type="none" w="med" len="med"/>
              <a:tailEnd type="none" w="med" len="med"/>
            </a:ln>
          </p:spPr>
        </p:sp>
        <p:sp>
          <p:nvSpPr>
            <p:cNvPr id="110671" name="Line 113"/>
            <p:cNvSpPr/>
            <p:nvPr/>
          </p:nvSpPr>
          <p:spPr>
            <a:xfrm>
              <a:off x="3854" y="1728"/>
              <a:ext cx="220" cy="0"/>
            </a:xfrm>
            <a:prstGeom prst="line">
              <a:avLst/>
            </a:prstGeom>
            <a:ln w="9525" cap="flat" cmpd="sng">
              <a:solidFill>
                <a:schemeClr val="tx1"/>
              </a:solidFill>
              <a:prstDash val="solid"/>
              <a:headEnd type="none" w="med" len="med"/>
              <a:tailEnd type="none" w="med" len="med"/>
            </a:ln>
          </p:spPr>
        </p:sp>
        <p:sp>
          <p:nvSpPr>
            <p:cNvPr id="110672" name="Line 114"/>
            <p:cNvSpPr/>
            <p:nvPr/>
          </p:nvSpPr>
          <p:spPr>
            <a:xfrm flipV="1">
              <a:off x="3795" y="1415"/>
              <a:ext cx="262" cy="254"/>
            </a:xfrm>
            <a:prstGeom prst="line">
              <a:avLst/>
            </a:prstGeom>
            <a:ln w="9525" cap="flat" cmpd="sng">
              <a:solidFill>
                <a:schemeClr val="tx1"/>
              </a:solidFill>
              <a:prstDash val="solid"/>
              <a:headEnd type="none" w="med" len="med"/>
              <a:tailEnd type="none" w="med" len="med"/>
            </a:ln>
          </p:spPr>
        </p:sp>
        <p:sp>
          <p:nvSpPr>
            <p:cNvPr id="110673" name="Line 115"/>
            <p:cNvSpPr/>
            <p:nvPr/>
          </p:nvSpPr>
          <p:spPr>
            <a:xfrm flipH="1" flipV="1">
              <a:off x="3244" y="1245"/>
              <a:ext cx="127" cy="203"/>
            </a:xfrm>
            <a:prstGeom prst="line">
              <a:avLst/>
            </a:prstGeom>
            <a:ln w="9525" cap="flat" cmpd="sng">
              <a:solidFill>
                <a:schemeClr val="tx1"/>
              </a:solidFill>
              <a:prstDash val="solid"/>
              <a:headEnd type="none" w="med" len="med"/>
              <a:tailEnd type="none" w="med" len="med"/>
            </a:ln>
          </p:spPr>
        </p:sp>
        <p:sp>
          <p:nvSpPr>
            <p:cNvPr id="110674" name="Line 116"/>
            <p:cNvSpPr/>
            <p:nvPr/>
          </p:nvSpPr>
          <p:spPr>
            <a:xfrm flipH="1" flipV="1">
              <a:off x="2931" y="1347"/>
              <a:ext cx="135" cy="186"/>
            </a:xfrm>
            <a:prstGeom prst="line">
              <a:avLst/>
            </a:prstGeom>
            <a:ln w="9525" cap="flat" cmpd="sng">
              <a:solidFill>
                <a:schemeClr val="tx1"/>
              </a:solidFill>
              <a:prstDash val="solid"/>
              <a:headEnd type="none" w="med" len="med"/>
              <a:tailEnd type="none" w="med" len="med"/>
            </a:ln>
          </p:spPr>
        </p:sp>
        <p:sp>
          <p:nvSpPr>
            <p:cNvPr id="110675" name="Line 117"/>
            <p:cNvSpPr/>
            <p:nvPr/>
          </p:nvSpPr>
          <p:spPr>
            <a:xfrm flipH="1">
              <a:off x="1042" y="2092"/>
              <a:ext cx="135" cy="119"/>
            </a:xfrm>
            <a:prstGeom prst="line">
              <a:avLst/>
            </a:prstGeom>
            <a:ln w="9525" cap="flat" cmpd="sng">
              <a:solidFill>
                <a:schemeClr val="tx1"/>
              </a:solidFill>
              <a:prstDash val="solid"/>
              <a:headEnd type="none" w="med" len="med"/>
              <a:tailEnd type="none" w="med" len="med"/>
            </a:ln>
          </p:spPr>
        </p:sp>
        <p:sp>
          <p:nvSpPr>
            <p:cNvPr id="110676" name="Line 118"/>
            <p:cNvSpPr/>
            <p:nvPr/>
          </p:nvSpPr>
          <p:spPr>
            <a:xfrm flipH="1" flipV="1">
              <a:off x="1008" y="1991"/>
              <a:ext cx="127" cy="8"/>
            </a:xfrm>
            <a:prstGeom prst="line">
              <a:avLst/>
            </a:prstGeom>
            <a:ln w="9525" cap="flat" cmpd="sng">
              <a:solidFill>
                <a:schemeClr val="tx1"/>
              </a:solidFill>
              <a:prstDash val="solid"/>
              <a:headEnd type="none" w="med" len="med"/>
              <a:tailEnd type="none" w="med" len="med"/>
            </a:ln>
          </p:spPr>
        </p:sp>
        <p:sp>
          <p:nvSpPr>
            <p:cNvPr id="110677" name="Line 119"/>
            <p:cNvSpPr/>
            <p:nvPr/>
          </p:nvSpPr>
          <p:spPr>
            <a:xfrm flipH="1">
              <a:off x="1279" y="2262"/>
              <a:ext cx="212" cy="17"/>
            </a:xfrm>
            <a:prstGeom prst="line">
              <a:avLst/>
            </a:prstGeom>
            <a:ln w="9525" cap="flat" cmpd="sng">
              <a:solidFill>
                <a:schemeClr val="tx1"/>
              </a:solidFill>
              <a:prstDash val="solid"/>
              <a:headEnd type="none" w="med" len="med"/>
              <a:tailEnd type="none" w="med" len="med"/>
            </a:ln>
          </p:spPr>
        </p:sp>
        <p:sp>
          <p:nvSpPr>
            <p:cNvPr id="110678" name="Line 120"/>
            <p:cNvSpPr/>
            <p:nvPr/>
          </p:nvSpPr>
          <p:spPr>
            <a:xfrm flipV="1">
              <a:off x="1762" y="1804"/>
              <a:ext cx="229" cy="9"/>
            </a:xfrm>
            <a:prstGeom prst="line">
              <a:avLst/>
            </a:prstGeom>
            <a:ln w="9525" cap="flat" cmpd="sng">
              <a:solidFill>
                <a:schemeClr val="tx1"/>
              </a:solidFill>
              <a:prstDash val="solid"/>
              <a:headEnd type="none" w="med" len="med"/>
              <a:tailEnd type="none" w="med" len="med"/>
            </a:ln>
          </p:spPr>
        </p:sp>
        <p:sp>
          <p:nvSpPr>
            <p:cNvPr id="110679" name="Line 121"/>
            <p:cNvSpPr/>
            <p:nvPr/>
          </p:nvSpPr>
          <p:spPr>
            <a:xfrm>
              <a:off x="2219" y="2177"/>
              <a:ext cx="119" cy="110"/>
            </a:xfrm>
            <a:prstGeom prst="line">
              <a:avLst/>
            </a:prstGeom>
            <a:ln w="9525" cap="flat" cmpd="sng">
              <a:solidFill>
                <a:schemeClr val="tx1"/>
              </a:solidFill>
              <a:prstDash val="solid"/>
              <a:headEnd type="none" w="med" len="med"/>
              <a:tailEnd type="none" w="med" len="med"/>
            </a:ln>
          </p:spPr>
        </p:sp>
        <p:sp>
          <p:nvSpPr>
            <p:cNvPr id="110680" name="Line 122"/>
            <p:cNvSpPr/>
            <p:nvPr/>
          </p:nvSpPr>
          <p:spPr>
            <a:xfrm>
              <a:off x="1736" y="1880"/>
              <a:ext cx="144" cy="77"/>
            </a:xfrm>
            <a:prstGeom prst="line">
              <a:avLst/>
            </a:prstGeom>
            <a:ln w="9525" cap="flat" cmpd="sng">
              <a:solidFill>
                <a:schemeClr val="tx1"/>
              </a:solidFill>
              <a:prstDash val="solid"/>
              <a:headEnd type="none" w="med" len="med"/>
              <a:tailEnd type="none" w="med" len="med"/>
            </a:ln>
          </p:spPr>
        </p:sp>
      </p:grpSp>
      <p:sp>
        <p:nvSpPr>
          <p:cNvPr id="110597" name="Rectangle 124"/>
          <p:cNvSpPr>
            <a:spLocks noGrp="1"/>
          </p:cNvSpPr>
          <p:nvPr>
            <p:ph type="title"/>
          </p:nvPr>
        </p:nvSpPr>
        <p:spPr/>
        <p:txBody>
          <a:bodyPr vert="horz" wrap="square" lIns="91440" tIns="45720" rIns="91440" bIns="45720" anchor="ctr" anchorCtr="0"/>
          <a:p>
            <a:r>
              <a:rPr lang="en-US" altLang="zh-CN" dirty="0">
                <a:ea typeface="宋体" panose="02010600030101010101" pitchFamily="2" charset="-122"/>
              </a:rPr>
              <a:t>Interconnected ASes</a:t>
            </a:r>
            <a:endParaRPr lang="en-US" altLang="zh-CN" dirty="0">
              <a:ea typeface="宋体" panose="02010600030101010101" pitchFamily="2" charset="-122"/>
            </a:endParaRPr>
          </a:p>
        </p:txBody>
      </p:sp>
      <p:sp>
        <p:nvSpPr>
          <p:cNvPr id="110598" name="Rectangle 127"/>
          <p:cNvSpPr>
            <a:spLocks noGrp="1"/>
          </p:cNvSpPr>
          <p:nvPr>
            <p:ph sz="half" idx="2"/>
          </p:nvPr>
        </p:nvSpPr>
        <p:spPr>
          <a:xfrm>
            <a:off x="5114925" y="3159125"/>
            <a:ext cx="3810000" cy="3400425"/>
          </a:xfrm>
        </p:spPr>
        <p:txBody>
          <a:bodyPr vert="horz" wrap="square" lIns="91440" tIns="45720" rIns="91440" bIns="45720" anchor="t" anchorCtr="0"/>
          <a:p>
            <a:pPr>
              <a:buClr>
                <a:schemeClr val="accent2"/>
              </a:buClr>
              <a:buSzPct val="85000"/>
              <a:buFont typeface="ZapfDingbats"/>
            </a:pPr>
            <a:r>
              <a:rPr lang="en-US" altLang="zh-CN" sz="2400" dirty="0">
                <a:ea typeface="宋体" panose="02010600030101010101" pitchFamily="2" charset="-122"/>
              </a:rPr>
              <a:t>forwarding table  configured by both intra- and inter-AS routing algorithm</a:t>
            </a:r>
            <a:endParaRPr lang="en-US" altLang="zh-CN" sz="24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intra-AS sets entries for internal dests</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inter-AS &amp; intra-As sets entries for external dests </a:t>
            </a:r>
            <a:endParaRPr lang="en-US" altLang="zh-CN" sz="2000" dirty="0">
              <a:ea typeface="宋体" panose="02010600030101010101" pitchFamily="2" charset="-122"/>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1618" name="页脚占位符 5"/>
          <p:cNvSpPr txBox="1">
            <a:spLocks noGrp="1"/>
          </p:cNvSpPr>
          <p:nvPr>
            <p:ph type="ftr" sz="quarter" idx="11"/>
          </p:nvPr>
        </p:nvSpPr>
        <p:spPr/>
        <p:txBody>
          <a:bodyPr/>
          <a:p>
            <a:pPr marL="0" indent="0" algn="r">
              <a:spcBef>
                <a:spcPct val="0"/>
              </a:spcBef>
              <a:buClrTx/>
              <a:buSzTx/>
              <a:buFontTx/>
              <a:buNone/>
            </a:pPr>
            <a:r>
              <a:rPr lang="en-US" altLang="zh-CN" sz="1400" dirty="0">
                <a:ea typeface="宋体" panose="02010600030101010101" pitchFamily="2" charset="-122"/>
              </a:rPr>
              <a:t>Network Layer</a:t>
            </a:r>
            <a:endParaRPr lang="en-US" altLang="zh-CN" sz="1400" dirty="0">
              <a:latin typeface="Times New Roman" panose="02020603050405020304" pitchFamily="18" charset="0"/>
              <a:ea typeface="宋体" panose="02010600030101010101" pitchFamily="2" charset="-122"/>
            </a:endParaRPr>
          </a:p>
        </p:txBody>
      </p:sp>
      <p:sp>
        <p:nvSpPr>
          <p:cNvPr id="111619" name="灯片编号占位符 6"/>
          <p:cNvSpPr txBox="1">
            <a:spLocks noGrp="1"/>
          </p:cNvSpPr>
          <p:nvPr>
            <p:ph type="sldNum" sz="quarter" idx="12"/>
          </p:nvPr>
        </p:nvSpPr>
        <p:spPr/>
        <p:txBody>
          <a:bodyPr/>
          <a:p>
            <a:pPr marL="0" indent="0" algn="r">
              <a:spcBef>
                <a:spcPct val="0"/>
              </a:spcBef>
              <a:buClrTx/>
              <a:buSzTx/>
              <a:buFontTx/>
              <a:buNone/>
            </a:pPr>
            <a:r>
              <a:rPr lang="en-US" altLang="zh-CN" sz="1400" dirty="0">
                <a:ea typeface="宋体" panose="02010600030101010101" pitchFamily="2" charset="-122"/>
              </a:rPr>
              <a:t>4-</a:t>
            </a: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grpSp>
        <p:nvGrpSpPr>
          <p:cNvPr id="111620" name="Group 126"/>
          <p:cNvGrpSpPr/>
          <p:nvPr/>
        </p:nvGrpSpPr>
        <p:grpSpPr>
          <a:xfrm>
            <a:off x="1031875" y="4178300"/>
            <a:ext cx="6178550" cy="2249488"/>
            <a:chOff x="171" y="846"/>
            <a:chExt cx="3892" cy="1417"/>
          </a:xfrm>
        </p:grpSpPr>
        <p:sp>
          <p:nvSpPr>
            <p:cNvPr id="111624" name="Freeform 3"/>
            <p:cNvSpPr/>
            <p:nvPr/>
          </p:nvSpPr>
          <p:spPr>
            <a:xfrm>
              <a:off x="2581" y="1006"/>
              <a:ext cx="1482" cy="952"/>
            </a:xfrm>
            <a:custGeom>
              <a:avLst/>
              <a:gdLst/>
              <a:ahLst/>
              <a:cxnLst>
                <a:cxn ang="0">
                  <a:pos x="392" y="14466"/>
                </a:cxn>
                <a:cxn ang="0">
                  <a:pos x="2575" y="1278"/>
                </a:cxn>
                <a:cxn ang="0">
                  <a:pos x="6581" y="7085"/>
                </a:cxn>
                <a:cxn ang="0">
                  <a:pos x="8006" y="21351"/>
                </a:cxn>
                <a:cxn ang="0">
                  <a:pos x="7340" y="40287"/>
                </a:cxn>
                <a:cxn ang="0">
                  <a:pos x="4100" y="48271"/>
                </a:cxn>
                <a:cxn ang="0">
                  <a:pos x="615" y="39209"/>
                </a:cxn>
                <a:cxn ang="0">
                  <a:pos x="392" y="14466"/>
                </a:cxn>
              </a:cxnLst>
              <a:pathLst>
                <a:path w="1162" h="543">
                  <a:moveTo>
                    <a:pt x="56" y="162"/>
                  </a:moveTo>
                  <a:cubicBezTo>
                    <a:pt x="115" y="100"/>
                    <a:pt x="221" y="28"/>
                    <a:pt x="368" y="14"/>
                  </a:cubicBezTo>
                  <a:cubicBezTo>
                    <a:pt x="515" y="0"/>
                    <a:pt x="811" y="42"/>
                    <a:pt x="940" y="79"/>
                  </a:cubicBezTo>
                  <a:cubicBezTo>
                    <a:pt x="1069" y="116"/>
                    <a:pt x="1126" y="177"/>
                    <a:pt x="1144" y="239"/>
                  </a:cubicBezTo>
                  <a:cubicBezTo>
                    <a:pt x="1162" y="301"/>
                    <a:pt x="1141" y="401"/>
                    <a:pt x="1048" y="451"/>
                  </a:cubicBezTo>
                  <a:cubicBezTo>
                    <a:pt x="955" y="501"/>
                    <a:pt x="746" y="543"/>
                    <a:pt x="586" y="541"/>
                  </a:cubicBezTo>
                  <a:cubicBezTo>
                    <a:pt x="426" y="539"/>
                    <a:pt x="176" y="502"/>
                    <a:pt x="88" y="439"/>
                  </a:cubicBezTo>
                  <a:cubicBezTo>
                    <a:pt x="0" y="376"/>
                    <a:pt x="63" y="220"/>
                    <a:pt x="56" y="162"/>
                  </a:cubicBezTo>
                  <a:close/>
                </a:path>
              </a:pathLst>
            </a:custGeom>
            <a:solidFill>
              <a:srgbClr val="66CCFF">
                <a:alpha val="100000"/>
              </a:srgbClr>
            </a:solidFill>
            <a:ln w="9525">
              <a:noFill/>
            </a:ln>
          </p:spPr>
          <p:txBody>
            <a:bodyPr/>
            <a:p>
              <a:endParaRPr lang="zh-CN" altLang="en-US"/>
            </a:p>
          </p:txBody>
        </p:sp>
        <p:sp>
          <p:nvSpPr>
            <p:cNvPr id="111625" name="Freeform 4"/>
            <p:cNvSpPr/>
            <p:nvPr/>
          </p:nvSpPr>
          <p:spPr>
            <a:xfrm>
              <a:off x="171" y="846"/>
              <a:ext cx="1154" cy="944"/>
            </a:xfrm>
            <a:custGeom>
              <a:avLst/>
              <a:gdLst/>
              <a:ahLst/>
              <a:cxnLst>
                <a:cxn ang="0">
                  <a:pos x="65" y="66704"/>
                </a:cxn>
                <a:cxn ang="0">
                  <a:pos x="134" y="32709"/>
                </a:cxn>
                <a:cxn ang="0">
                  <a:pos x="332" y="18156"/>
                </a:cxn>
                <a:cxn ang="0">
                  <a:pos x="733" y="9153"/>
                </a:cxn>
                <a:cxn ang="0">
                  <a:pos x="876" y="72483"/>
                </a:cxn>
                <a:cxn ang="0">
                  <a:pos x="660" y="152026"/>
                </a:cxn>
                <a:cxn ang="0">
                  <a:pos x="228" y="156650"/>
                </a:cxn>
                <a:cxn ang="0">
                  <a:pos x="28" y="124110"/>
                </a:cxn>
                <a:cxn ang="0">
                  <a:pos x="65" y="66704"/>
                </a:cxn>
              </a:cxnLst>
              <a:pathLst>
                <a:path w="1198" h="451">
                  <a:moveTo>
                    <a:pt x="88" y="181"/>
                  </a:moveTo>
                  <a:cubicBezTo>
                    <a:pt x="159" y="143"/>
                    <a:pt x="120" y="111"/>
                    <a:pt x="180" y="89"/>
                  </a:cubicBezTo>
                  <a:cubicBezTo>
                    <a:pt x="240" y="67"/>
                    <a:pt x="313" y="60"/>
                    <a:pt x="448" y="49"/>
                  </a:cubicBezTo>
                  <a:cubicBezTo>
                    <a:pt x="583" y="38"/>
                    <a:pt x="866" y="0"/>
                    <a:pt x="988" y="25"/>
                  </a:cubicBezTo>
                  <a:cubicBezTo>
                    <a:pt x="1110" y="50"/>
                    <a:pt x="1198" y="132"/>
                    <a:pt x="1181" y="197"/>
                  </a:cubicBezTo>
                  <a:cubicBezTo>
                    <a:pt x="1164" y="262"/>
                    <a:pt x="1034" y="375"/>
                    <a:pt x="889" y="413"/>
                  </a:cubicBezTo>
                  <a:cubicBezTo>
                    <a:pt x="744" y="451"/>
                    <a:pt x="449" y="438"/>
                    <a:pt x="307" y="425"/>
                  </a:cubicBezTo>
                  <a:cubicBezTo>
                    <a:pt x="165" y="412"/>
                    <a:pt x="72" y="378"/>
                    <a:pt x="36" y="337"/>
                  </a:cubicBezTo>
                  <a:cubicBezTo>
                    <a:pt x="0" y="296"/>
                    <a:pt x="77" y="213"/>
                    <a:pt x="88" y="181"/>
                  </a:cubicBezTo>
                  <a:close/>
                </a:path>
              </a:pathLst>
            </a:custGeom>
            <a:solidFill>
              <a:srgbClr val="66CCFF">
                <a:alpha val="100000"/>
              </a:srgbClr>
            </a:solidFill>
            <a:ln w="9525">
              <a:noFill/>
            </a:ln>
          </p:spPr>
          <p:txBody>
            <a:bodyPr/>
            <a:p>
              <a:endParaRPr lang="zh-CN" altLang="en-US"/>
            </a:p>
          </p:txBody>
        </p:sp>
        <p:sp>
          <p:nvSpPr>
            <p:cNvPr id="111626" name="Freeform 5"/>
            <p:cNvSpPr/>
            <p:nvPr/>
          </p:nvSpPr>
          <p:spPr>
            <a:xfrm>
              <a:off x="916" y="1527"/>
              <a:ext cx="1846" cy="736"/>
            </a:xfrm>
            <a:custGeom>
              <a:avLst/>
              <a:gdLst/>
              <a:ahLst/>
              <a:cxnLst>
                <a:cxn ang="0">
                  <a:pos x="532" y="412"/>
                </a:cxn>
                <a:cxn ang="0">
                  <a:pos x="1392" y="136"/>
                </a:cxn>
                <a:cxn ang="0">
                  <a:pos x="2683" y="38"/>
                </a:cxn>
                <a:cxn ang="0">
                  <a:pos x="3954" y="356"/>
                </a:cxn>
                <a:cxn ang="0">
                  <a:pos x="5347" y="790"/>
                </a:cxn>
                <a:cxn ang="0">
                  <a:pos x="4349" y="1185"/>
                </a:cxn>
                <a:cxn ang="0">
                  <a:pos x="2360" y="1205"/>
                </a:cxn>
                <a:cxn ang="0">
                  <a:pos x="303" y="1096"/>
                </a:cxn>
                <a:cxn ang="0">
                  <a:pos x="532" y="412"/>
                </a:cxn>
              </a:cxnLst>
              <a:pathLst>
                <a:path w="1583" h="682">
                  <a:moveTo>
                    <a:pt x="155" y="224"/>
                  </a:moveTo>
                  <a:cubicBezTo>
                    <a:pt x="208" y="137"/>
                    <a:pt x="302" y="108"/>
                    <a:pt x="407" y="74"/>
                  </a:cubicBezTo>
                  <a:cubicBezTo>
                    <a:pt x="512" y="40"/>
                    <a:pt x="660" y="0"/>
                    <a:pt x="785" y="20"/>
                  </a:cubicBezTo>
                  <a:cubicBezTo>
                    <a:pt x="910" y="40"/>
                    <a:pt x="1027" y="126"/>
                    <a:pt x="1157" y="194"/>
                  </a:cubicBezTo>
                  <a:cubicBezTo>
                    <a:pt x="1287" y="262"/>
                    <a:pt x="1545" y="353"/>
                    <a:pt x="1564" y="428"/>
                  </a:cubicBezTo>
                  <a:cubicBezTo>
                    <a:pt x="1583" y="503"/>
                    <a:pt x="1417" y="606"/>
                    <a:pt x="1272" y="644"/>
                  </a:cubicBezTo>
                  <a:cubicBezTo>
                    <a:pt x="1127" y="682"/>
                    <a:pt x="887" y="664"/>
                    <a:pt x="690" y="656"/>
                  </a:cubicBezTo>
                  <a:cubicBezTo>
                    <a:pt x="493" y="648"/>
                    <a:pt x="178" y="668"/>
                    <a:pt x="89" y="596"/>
                  </a:cubicBezTo>
                  <a:cubicBezTo>
                    <a:pt x="0" y="524"/>
                    <a:pt x="102" y="311"/>
                    <a:pt x="155" y="224"/>
                  </a:cubicBezTo>
                  <a:close/>
                </a:path>
              </a:pathLst>
            </a:custGeom>
            <a:solidFill>
              <a:srgbClr val="66CCFF">
                <a:alpha val="100000"/>
              </a:srgbClr>
            </a:solidFill>
            <a:ln w="9525">
              <a:noFill/>
            </a:ln>
          </p:spPr>
          <p:txBody>
            <a:bodyPr/>
            <a:p>
              <a:endParaRPr lang="zh-CN" altLang="en-US"/>
            </a:p>
          </p:txBody>
        </p:sp>
        <p:sp>
          <p:nvSpPr>
            <p:cNvPr id="111627" name="Oval 6"/>
            <p:cNvSpPr/>
            <p:nvPr/>
          </p:nvSpPr>
          <p:spPr>
            <a:xfrm>
              <a:off x="411" y="1526"/>
              <a:ext cx="288" cy="7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11628" name="Line 7"/>
            <p:cNvSpPr/>
            <p:nvPr/>
          </p:nvSpPr>
          <p:spPr>
            <a:xfrm>
              <a:off x="411" y="1519"/>
              <a:ext cx="0" cy="47"/>
            </a:xfrm>
            <a:prstGeom prst="line">
              <a:avLst/>
            </a:prstGeom>
            <a:ln w="12700" cap="flat" cmpd="sng">
              <a:solidFill>
                <a:schemeClr val="tx1"/>
              </a:solidFill>
              <a:prstDash val="solid"/>
              <a:headEnd type="none" w="med" len="med"/>
              <a:tailEnd type="none" w="med" len="med"/>
            </a:ln>
          </p:spPr>
        </p:sp>
        <p:sp>
          <p:nvSpPr>
            <p:cNvPr id="111629" name="Line 8"/>
            <p:cNvSpPr/>
            <p:nvPr/>
          </p:nvSpPr>
          <p:spPr>
            <a:xfrm>
              <a:off x="699" y="1519"/>
              <a:ext cx="0" cy="47"/>
            </a:xfrm>
            <a:prstGeom prst="line">
              <a:avLst/>
            </a:prstGeom>
            <a:ln w="12700" cap="flat" cmpd="sng">
              <a:solidFill>
                <a:schemeClr val="tx1"/>
              </a:solidFill>
              <a:prstDash val="solid"/>
              <a:headEnd type="none" w="med" len="med"/>
              <a:tailEnd type="none" w="med" len="med"/>
            </a:ln>
          </p:spPr>
        </p:sp>
        <p:sp>
          <p:nvSpPr>
            <p:cNvPr id="111630" name="Rectangle 9"/>
            <p:cNvSpPr/>
            <p:nvPr/>
          </p:nvSpPr>
          <p:spPr>
            <a:xfrm>
              <a:off x="411" y="1519"/>
              <a:ext cx="285" cy="46"/>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11631" name="Oval 10"/>
            <p:cNvSpPr/>
            <p:nvPr/>
          </p:nvSpPr>
          <p:spPr>
            <a:xfrm>
              <a:off x="408" y="1465"/>
              <a:ext cx="288" cy="88"/>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11632" name="Rectangle 11"/>
            <p:cNvSpPr/>
            <p:nvPr/>
          </p:nvSpPr>
          <p:spPr>
            <a:xfrm>
              <a:off x="488" y="1477"/>
              <a:ext cx="130" cy="115"/>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11633" name="Text Box 12"/>
            <p:cNvSpPr txBox="1"/>
            <p:nvPr/>
          </p:nvSpPr>
          <p:spPr>
            <a:xfrm>
              <a:off x="402" y="1420"/>
              <a:ext cx="309"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000" dirty="0">
                  <a:ea typeface="宋体" panose="02010600030101010101" pitchFamily="2" charset="-122"/>
                </a:rPr>
                <a:t>3b</a:t>
              </a:r>
              <a:endParaRPr lang="en-US" altLang="zh-CN" sz="2400" dirty="0">
                <a:latin typeface="Times New Roman" panose="02020603050405020304" pitchFamily="18" charset="0"/>
                <a:ea typeface="宋体" panose="02010600030101010101" pitchFamily="2" charset="-122"/>
              </a:endParaRPr>
            </a:p>
          </p:txBody>
        </p:sp>
        <p:sp>
          <p:nvSpPr>
            <p:cNvPr id="111634" name="Oval 13"/>
            <p:cNvSpPr/>
            <p:nvPr/>
          </p:nvSpPr>
          <p:spPr>
            <a:xfrm>
              <a:off x="1531" y="2089"/>
              <a:ext cx="288" cy="7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11635" name="Line 14"/>
            <p:cNvSpPr/>
            <p:nvPr/>
          </p:nvSpPr>
          <p:spPr>
            <a:xfrm>
              <a:off x="1531" y="2082"/>
              <a:ext cx="0" cy="47"/>
            </a:xfrm>
            <a:prstGeom prst="line">
              <a:avLst/>
            </a:prstGeom>
            <a:ln w="12700" cap="flat" cmpd="sng">
              <a:solidFill>
                <a:schemeClr val="tx1"/>
              </a:solidFill>
              <a:prstDash val="solid"/>
              <a:headEnd type="none" w="med" len="med"/>
              <a:tailEnd type="none" w="med" len="med"/>
            </a:ln>
          </p:spPr>
        </p:sp>
        <p:sp>
          <p:nvSpPr>
            <p:cNvPr id="111636" name="Line 15"/>
            <p:cNvSpPr/>
            <p:nvPr/>
          </p:nvSpPr>
          <p:spPr>
            <a:xfrm>
              <a:off x="1819" y="2082"/>
              <a:ext cx="0" cy="47"/>
            </a:xfrm>
            <a:prstGeom prst="line">
              <a:avLst/>
            </a:prstGeom>
            <a:ln w="12700" cap="flat" cmpd="sng">
              <a:solidFill>
                <a:schemeClr val="tx1"/>
              </a:solidFill>
              <a:prstDash val="solid"/>
              <a:headEnd type="none" w="med" len="med"/>
              <a:tailEnd type="none" w="med" len="med"/>
            </a:ln>
          </p:spPr>
        </p:sp>
        <p:sp>
          <p:nvSpPr>
            <p:cNvPr id="111637" name="Rectangle 16"/>
            <p:cNvSpPr/>
            <p:nvPr/>
          </p:nvSpPr>
          <p:spPr>
            <a:xfrm>
              <a:off x="1531" y="2082"/>
              <a:ext cx="285" cy="46"/>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11638" name="Oval 17"/>
            <p:cNvSpPr/>
            <p:nvPr/>
          </p:nvSpPr>
          <p:spPr>
            <a:xfrm>
              <a:off x="1528" y="2028"/>
              <a:ext cx="288" cy="88"/>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11639" name="Group 18"/>
            <p:cNvGrpSpPr/>
            <p:nvPr/>
          </p:nvGrpSpPr>
          <p:grpSpPr>
            <a:xfrm>
              <a:off x="1537" y="1977"/>
              <a:ext cx="282" cy="250"/>
              <a:chOff x="2904" y="2429"/>
              <a:chExt cx="309" cy="269"/>
            </a:xfrm>
          </p:grpSpPr>
          <p:sp>
            <p:nvSpPr>
              <p:cNvPr id="111731" name="Rectangle 19"/>
              <p:cNvSpPr/>
              <p:nvPr/>
            </p:nvSpPr>
            <p:spPr>
              <a:xfrm>
                <a:off x="2982" y="2490"/>
                <a:ext cx="144" cy="1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11732" name="Text Box 20"/>
              <p:cNvSpPr txBox="1"/>
              <p:nvPr/>
            </p:nvSpPr>
            <p:spPr>
              <a:xfrm>
                <a:off x="2904" y="2429"/>
                <a:ext cx="309" cy="269"/>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000" dirty="0">
                    <a:ea typeface="宋体" panose="02010600030101010101" pitchFamily="2" charset="-122"/>
                  </a:rPr>
                  <a:t>1d</a:t>
                </a:r>
                <a:endParaRPr lang="en-US" altLang="zh-CN" sz="2000" dirty="0">
                  <a:ea typeface="宋体" panose="02010600030101010101" pitchFamily="2" charset="-122"/>
                </a:endParaRPr>
              </a:p>
            </p:txBody>
          </p:sp>
        </p:grpSp>
        <p:sp>
          <p:nvSpPr>
            <p:cNvPr id="111640" name="Oval 21"/>
            <p:cNvSpPr/>
            <p:nvPr/>
          </p:nvSpPr>
          <p:spPr>
            <a:xfrm>
              <a:off x="927" y="1403"/>
              <a:ext cx="288" cy="76"/>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11641" name="Line 22"/>
            <p:cNvSpPr/>
            <p:nvPr/>
          </p:nvSpPr>
          <p:spPr>
            <a:xfrm>
              <a:off x="927" y="1397"/>
              <a:ext cx="0" cy="46"/>
            </a:xfrm>
            <a:prstGeom prst="line">
              <a:avLst/>
            </a:prstGeom>
            <a:ln w="12700" cap="flat" cmpd="sng">
              <a:solidFill>
                <a:schemeClr val="tx1"/>
              </a:solidFill>
              <a:prstDash val="solid"/>
              <a:headEnd type="none" w="med" len="med"/>
              <a:tailEnd type="none" w="med" len="med"/>
            </a:ln>
          </p:spPr>
        </p:sp>
        <p:sp>
          <p:nvSpPr>
            <p:cNvPr id="111642" name="Line 23"/>
            <p:cNvSpPr/>
            <p:nvPr/>
          </p:nvSpPr>
          <p:spPr>
            <a:xfrm>
              <a:off x="1215" y="1397"/>
              <a:ext cx="0" cy="46"/>
            </a:xfrm>
            <a:prstGeom prst="line">
              <a:avLst/>
            </a:prstGeom>
            <a:ln w="12700" cap="flat" cmpd="sng">
              <a:solidFill>
                <a:schemeClr val="tx1"/>
              </a:solidFill>
              <a:prstDash val="solid"/>
              <a:headEnd type="none" w="med" len="med"/>
              <a:tailEnd type="none" w="med" len="med"/>
            </a:ln>
          </p:spPr>
        </p:sp>
        <p:sp>
          <p:nvSpPr>
            <p:cNvPr id="111643" name="Rectangle 24"/>
            <p:cNvSpPr/>
            <p:nvPr/>
          </p:nvSpPr>
          <p:spPr>
            <a:xfrm>
              <a:off x="927" y="1397"/>
              <a:ext cx="285" cy="45"/>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11644" name="Oval 25"/>
            <p:cNvSpPr/>
            <p:nvPr/>
          </p:nvSpPr>
          <p:spPr>
            <a:xfrm>
              <a:off x="924" y="1342"/>
              <a:ext cx="288" cy="88"/>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11645" name="Rectangle 26"/>
            <p:cNvSpPr/>
            <p:nvPr/>
          </p:nvSpPr>
          <p:spPr>
            <a:xfrm>
              <a:off x="1004" y="1354"/>
              <a:ext cx="131" cy="10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11646" name="Text Box 27"/>
            <p:cNvSpPr txBox="1"/>
            <p:nvPr/>
          </p:nvSpPr>
          <p:spPr>
            <a:xfrm>
              <a:off x="925" y="1297"/>
              <a:ext cx="296"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000" dirty="0">
                  <a:ea typeface="宋体" panose="02010600030101010101" pitchFamily="2" charset="-122"/>
                </a:rPr>
                <a:t>3a</a:t>
              </a:r>
              <a:endParaRPr lang="en-US" altLang="zh-CN" sz="2400" dirty="0">
                <a:latin typeface="Times New Roman" panose="02020603050405020304" pitchFamily="18" charset="0"/>
                <a:ea typeface="宋体" panose="02010600030101010101" pitchFamily="2" charset="-122"/>
              </a:endParaRPr>
            </a:p>
          </p:txBody>
        </p:sp>
        <p:sp>
          <p:nvSpPr>
            <p:cNvPr id="111647" name="Oval 28"/>
            <p:cNvSpPr/>
            <p:nvPr/>
          </p:nvSpPr>
          <p:spPr>
            <a:xfrm>
              <a:off x="1498" y="1721"/>
              <a:ext cx="288" cy="7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11648" name="Line 29"/>
            <p:cNvSpPr/>
            <p:nvPr/>
          </p:nvSpPr>
          <p:spPr>
            <a:xfrm>
              <a:off x="1498" y="1715"/>
              <a:ext cx="0" cy="46"/>
            </a:xfrm>
            <a:prstGeom prst="line">
              <a:avLst/>
            </a:prstGeom>
            <a:ln w="12700" cap="flat" cmpd="sng">
              <a:solidFill>
                <a:schemeClr val="tx1"/>
              </a:solidFill>
              <a:prstDash val="solid"/>
              <a:headEnd type="none" w="med" len="med"/>
              <a:tailEnd type="none" w="med" len="med"/>
            </a:ln>
          </p:spPr>
        </p:sp>
        <p:sp>
          <p:nvSpPr>
            <p:cNvPr id="111649" name="Line 30"/>
            <p:cNvSpPr/>
            <p:nvPr/>
          </p:nvSpPr>
          <p:spPr>
            <a:xfrm>
              <a:off x="1786" y="1715"/>
              <a:ext cx="0" cy="46"/>
            </a:xfrm>
            <a:prstGeom prst="line">
              <a:avLst/>
            </a:prstGeom>
            <a:ln w="12700" cap="flat" cmpd="sng">
              <a:solidFill>
                <a:schemeClr val="tx1"/>
              </a:solidFill>
              <a:prstDash val="solid"/>
              <a:headEnd type="none" w="med" len="med"/>
              <a:tailEnd type="none" w="med" len="med"/>
            </a:ln>
          </p:spPr>
        </p:sp>
        <p:sp>
          <p:nvSpPr>
            <p:cNvPr id="111650" name="Rectangle 31"/>
            <p:cNvSpPr/>
            <p:nvPr/>
          </p:nvSpPr>
          <p:spPr>
            <a:xfrm>
              <a:off x="1498" y="1715"/>
              <a:ext cx="285" cy="45"/>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11651" name="Oval 32"/>
            <p:cNvSpPr/>
            <p:nvPr/>
          </p:nvSpPr>
          <p:spPr>
            <a:xfrm>
              <a:off x="1495" y="1660"/>
              <a:ext cx="288" cy="88"/>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11652" name="Group 33"/>
            <p:cNvGrpSpPr/>
            <p:nvPr/>
          </p:nvGrpSpPr>
          <p:grpSpPr>
            <a:xfrm>
              <a:off x="1507" y="1610"/>
              <a:ext cx="269" cy="249"/>
              <a:chOff x="2907" y="2429"/>
              <a:chExt cx="301" cy="269"/>
            </a:xfrm>
          </p:grpSpPr>
          <p:sp>
            <p:nvSpPr>
              <p:cNvPr id="111729" name="Rectangle 34"/>
              <p:cNvSpPr/>
              <p:nvPr/>
            </p:nvSpPr>
            <p:spPr>
              <a:xfrm>
                <a:off x="2982" y="2490"/>
                <a:ext cx="144" cy="1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11730" name="Text Box 35"/>
              <p:cNvSpPr txBox="1"/>
              <p:nvPr/>
            </p:nvSpPr>
            <p:spPr>
              <a:xfrm>
                <a:off x="2907" y="2429"/>
                <a:ext cx="301" cy="269"/>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000" dirty="0">
                    <a:ea typeface="宋体" panose="02010600030101010101" pitchFamily="2" charset="-122"/>
                  </a:rPr>
                  <a:t>1c</a:t>
                </a:r>
                <a:endParaRPr lang="en-US" altLang="zh-CN" sz="2000" dirty="0">
                  <a:ea typeface="宋体" panose="02010600030101010101" pitchFamily="2" charset="-122"/>
                </a:endParaRPr>
              </a:p>
            </p:txBody>
          </p:sp>
        </p:grpSp>
        <p:sp>
          <p:nvSpPr>
            <p:cNvPr id="111653" name="Line 36"/>
            <p:cNvSpPr/>
            <p:nvPr/>
          </p:nvSpPr>
          <p:spPr>
            <a:xfrm>
              <a:off x="3149" y="1546"/>
              <a:ext cx="283" cy="90"/>
            </a:xfrm>
            <a:prstGeom prst="line">
              <a:avLst/>
            </a:prstGeom>
            <a:ln w="28575" cap="flat" cmpd="sng">
              <a:solidFill>
                <a:schemeClr val="tx1"/>
              </a:solidFill>
              <a:prstDash val="solid"/>
              <a:headEnd type="none" w="med" len="med"/>
              <a:tailEnd type="none" w="med" len="med"/>
            </a:ln>
          </p:spPr>
        </p:sp>
        <p:sp>
          <p:nvSpPr>
            <p:cNvPr id="111654" name="Line 37"/>
            <p:cNvSpPr/>
            <p:nvPr/>
          </p:nvSpPr>
          <p:spPr>
            <a:xfrm>
              <a:off x="3447" y="1476"/>
              <a:ext cx="84" cy="108"/>
            </a:xfrm>
            <a:prstGeom prst="line">
              <a:avLst/>
            </a:prstGeom>
            <a:ln w="28575" cap="flat" cmpd="sng">
              <a:solidFill>
                <a:schemeClr val="tx1"/>
              </a:solidFill>
              <a:prstDash val="solid"/>
              <a:headEnd type="none" w="med" len="med"/>
              <a:tailEnd type="none" w="med" len="med"/>
            </a:ln>
          </p:spPr>
        </p:sp>
        <p:sp>
          <p:nvSpPr>
            <p:cNvPr id="111655" name="Line 38"/>
            <p:cNvSpPr/>
            <p:nvPr/>
          </p:nvSpPr>
          <p:spPr>
            <a:xfrm flipV="1">
              <a:off x="3086" y="1435"/>
              <a:ext cx="105" cy="71"/>
            </a:xfrm>
            <a:prstGeom prst="line">
              <a:avLst/>
            </a:prstGeom>
            <a:ln w="28575" cap="flat" cmpd="sng">
              <a:solidFill>
                <a:schemeClr val="tx1"/>
              </a:solidFill>
              <a:prstDash val="solid"/>
              <a:headEnd type="none" w="med" len="med"/>
              <a:tailEnd type="none" w="med" len="med"/>
            </a:ln>
          </p:spPr>
        </p:sp>
        <p:sp>
          <p:nvSpPr>
            <p:cNvPr id="111656" name="Freeform 39"/>
            <p:cNvSpPr/>
            <p:nvPr/>
          </p:nvSpPr>
          <p:spPr>
            <a:xfrm>
              <a:off x="1817" y="2024"/>
              <a:ext cx="243" cy="76"/>
            </a:xfrm>
            <a:custGeom>
              <a:avLst/>
              <a:gdLst/>
              <a:ahLst/>
              <a:cxnLst>
                <a:cxn ang="0">
                  <a:pos x="0" y="44"/>
                </a:cxn>
                <a:cxn ang="0">
                  <a:pos x="136" y="0"/>
                </a:cxn>
              </a:cxnLst>
              <a:pathLst>
                <a:path w="264" h="82">
                  <a:moveTo>
                    <a:pt x="0" y="82"/>
                  </a:moveTo>
                  <a:lnTo>
                    <a:pt x="264" y="0"/>
                  </a:lnTo>
                </a:path>
              </a:pathLst>
            </a:custGeom>
            <a:noFill/>
            <a:ln w="28575" cap="flat" cmpd="sng">
              <a:solidFill>
                <a:schemeClr val="tx1">
                  <a:alpha val="100000"/>
                </a:schemeClr>
              </a:solidFill>
              <a:prstDash val="solid"/>
              <a:round/>
              <a:headEnd type="none" w="med" len="med"/>
              <a:tailEnd type="none" w="med" len="med"/>
            </a:ln>
          </p:spPr>
          <p:txBody>
            <a:bodyPr/>
            <a:p>
              <a:endParaRPr lang="zh-CN" altLang="en-US"/>
            </a:p>
          </p:txBody>
        </p:sp>
        <p:sp>
          <p:nvSpPr>
            <p:cNvPr id="111657" name="Freeform 40"/>
            <p:cNvSpPr/>
            <p:nvPr/>
          </p:nvSpPr>
          <p:spPr>
            <a:xfrm>
              <a:off x="1394" y="1990"/>
              <a:ext cx="140" cy="110"/>
            </a:xfrm>
            <a:custGeom>
              <a:avLst/>
              <a:gdLst/>
              <a:ahLst/>
              <a:cxnLst>
                <a:cxn ang="0">
                  <a:pos x="0" y="0"/>
                </a:cxn>
                <a:cxn ang="0">
                  <a:pos x="79" y="67"/>
                </a:cxn>
              </a:cxnLst>
              <a:pathLst>
                <a:path w="152" h="118">
                  <a:moveTo>
                    <a:pt x="0" y="0"/>
                  </a:moveTo>
                  <a:lnTo>
                    <a:pt x="152" y="118"/>
                  </a:lnTo>
                </a:path>
              </a:pathLst>
            </a:custGeom>
            <a:noFill/>
            <a:ln w="28575" cap="flat" cmpd="sng">
              <a:solidFill>
                <a:schemeClr val="tx1">
                  <a:alpha val="100000"/>
                </a:schemeClr>
              </a:solidFill>
              <a:prstDash val="solid"/>
              <a:round/>
              <a:headEnd type="none" w="med" len="med"/>
              <a:tailEnd type="none" w="med" len="med"/>
            </a:ln>
          </p:spPr>
          <p:txBody>
            <a:bodyPr/>
            <a:p>
              <a:endParaRPr lang="zh-CN" altLang="en-US"/>
            </a:p>
          </p:txBody>
        </p:sp>
        <p:sp>
          <p:nvSpPr>
            <p:cNvPr id="111658" name="Freeform 41"/>
            <p:cNvSpPr/>
            <p:nvPr/>
          </p:nvSpPr>
          <p:spPr>
            <a:xfrm>
              <a:off x="1508" y="1925"/>
              <a:ext cx="519" cy="77"/>
            </a:xfrm>
            <a:custGeom>
              <a:avLst/>
              <a:gdLst/>
              <a:ahLst/>
              <a:cxnLst>
                <a:cxn ang="0">
                  <a:pos x="0" y="0"/>
                </a:cxn>
                <a:cxn ang="0">
                  <a:pos x="291" y="50"/>
                </a:cxn>
              </a:cxnLst>
              <a:pathLst>
                <a:path w="564" h="82">
                  <a:moveTo>
                    <a:pt x="0" y="0"/>
                  </a:moveTo>
                  <a:lnTo>
                    <a:pt x="564" y="82"/>
                  </a:lnTo>
                </a:path>
              </a:pathLst>
            </a:custGeom>
            <a:noFill/>
            <a:ln w="28575" cap="flat" cmpd="sng">
              <a:solidFill>
                <a:schemeClr val="tx1">
                  <a:alpha val="100000"/>
                </a:schemeClr>
              </a:solidFill>
              <a:prstDash val="solid"/>
              <a:round/>
              <a:headEnd type="none" w="med" len="med"/>
              <a:tailEnd type="none" w="med" len="med"/>
            </a:ln>
          </p:spPr>
          <p:txBody>
            <a:bodyPr/>
            <a:p>
              <a:endParaRPr lang="zh-CN" altLang="en-US"/>
            </a:p>
          </p:txBody>
        </p:sp>
        <p:sp>
          <p:nvSpPr>
            <p:cNvPr id="111659" name="Freeform 42"/>
            <p:cNvSpPr/>
            <p:nvPr/>
          </p:nvSpPr>
          <p:spPr>
            <a:xfrm>
              <a:off x="1451" y="1775"/>
              <a:ext cx="70" cy="87"/>
            </a:xfrm>
            <a:custGeom>
              <a:avLst/>
              <a:gdLst/>
              <a:ahLst/>
              <a:cxnLst>
                <a:cxn ang="0">
                  <a:pos x="0" y="51"/>
                </a:cxn>
                <a:cxn ang="0">
                  <a:pos x="39" y="0"/>
                </a:cxn>
              </a:cxnLst>
              <a:pathLst>
                <a:path w="76" h="94">
                  <a:moveTo>
                    <a:pt x="0" y="94"/>
                  </a:moveTo>
                  <a:lnTo>
                    <a:pt x="76" y="0"/>
                  </a:lnTo>
                </a:path>
              </a:pathLst>
            </a:custGeom>
            <a:noFill/>
            <a:ln w="28575" cap="flat" cmpd="sng">
              <a:solidFill>
                <a:schemeClr val="tx1">
                  <a:alpha val="100000"/>
                </a:schemeClr>
              </a:solidFill>
              <a:prstDash val="solid"/>
              <a:round/>
              <a:headEnd type="none" w="med" len="med"/>
              <a:tailEnd type="none" w="med" len="med"/>
            </a:ln>
          </p:spPr>
          <p:txBody>
            <a:bodyPr/>
            <a:p>
              <a:endParaRPr lang="zh-CN" altLang="en-US"/>
            </a:p>
          </p:txBody>
        </p:sp>
        <p:sp>
          <p:nvSpPr>
            <p:cNvPr id="111660" name="Freeform 43"/>
            <p:cNvSpPr/>
            <p:nvPr/>
          </p:nvSpPr>
          <p:spPr>
            <a:xfrm>
              <a:off x="692" y="1426"/>
              <a:ext cx="231" cy="106"/>
            </a:xfrm>
            <a:custGeom>
              <a:avLst/>
              <a:gdLst/>
              <a:ahLst/>
              <a:cxnLst>
                <a:cxn ang="0">
                  <a:pos x="0" y="64"/>
                </a:cxn>
                <a:cxn ang="0">
                  <a:pos x="126" y="0"/>
                </a:cxn>
              </a:cxnLst>
              <a:pathLst>
                <a:path w="252" h="114">
                  <a:moveTo>
                    <a:pt x="0" y="114"/>
                  </a:moveTo>
                  <a:lnTo>
                    <a:pt x="252" y="0"/>
                  </a:lnTo>
                </a:path>
              </a:pathLst>
            </a:custGeom>
            <a:noFill/>
            <a:ln w="28575" cap="flat" cmpd="sng">
              <a:solidFill>
                <a:schemeClr val="tx1">
                  <a:alpha val="100000"/>
                </a:schemeClr>
              </a:solidFill>
              <a:prstDash val="solid"/>
              <a:round/>
              <a:headEnd type="none" w="med" len="med"/>
              <a:tailEnd type="none" w="med" len="med"/>
            </a:ln>
          </p:spPr>
          <p:txBody>
            <a:bodyPr/>
            <a:p>
              <a:endParaRPr lang="zh-CN" altLang="en-US"/>
            </a:p>
          </p:txBody>
        </p:sp>
        <p:sp>
          <p:nvSpPr>
            <p:cNvPr id="111661" name="Freeform 44"/>
            <p:cNvSpPr/>
            <p:nvPr/>
          </p:nvSpPr>
          <p:spPr>
            <a:xfrm>
              <a:off x="1092" y="1481"/>
              <a:ext cx="409" cy="240"/>
            </a:xfrm>
            <a:custGeom>
              <a:avLst/>
              <a:gdLst/>
              <a:ahLst/>
              <a:cxnLst>
                <a:cxn ang="0">
                  <a:pos x="0" y="0"/>
                </a:cxn>
                <a:cxn ang="0">
                  <a:pos x="231" y="144"/>
                </a:cxn>
              </a:cxnLst>
              <a:pathLst>
                <a:path w="444" h="258">
                  <a:moveTo>
                    <a:pt x="0" y="0"/>
                  </a:moveTo>
                  <a:lnTo>
                    <a:pt x="444" y="258"/>
                  </a:lnTo>
                </a:path>
              </a:pathLst>
            </a:custGeom>
            <a:noFill/>
            <a:ln w="28575" cap="flat" cmpd="sng">
              <a:solidFill>
                <a:schemeClr val="tx1">
                  <a:alpha val="100000"/>
                </a:schemeClr>
              </a:solidFill>
              <a:prstDash val="solid"/>
              <a:round/>
              <a:headEnd type="none" w="med" len="med"/>
              <a:tailEnd type="none" w="med" len="med"/>
            </a:ln>
          </p:spPr>
          <p:txBody>
            <a:bodyPr/>
            <a:p>
              <a:endParaRPr lang="zh-CN" altLang="en-US"/>
            </a:p>
          </p:txBody>
        </p:sp>
        <p:sp>
          <p:nvSpPr>
            <p:cNvPr id="111662" name="Freeform 45"/>
            <p:cNvSpPr/>
            <p:nvPr/>
          </p:nvSpPr>
          <p:spPr>
            <a:xfrm>
              <a:off x="2310" y="1591"/>
              <a:ext cx="602" cy="390"/>
            </a:xfrm>
            <a:custGeom>
              <a:avLst/>
              <a:gdLst/>
              <a:ahLst/>
              <a:cxnLst>
                <a:cxn ang="0">
                  <a:pos x="0" y="232"/>
                </a:cxn>
                <a:cxn ang="0">
                  <a:pos x="337" y="0"/>
                </a:cxn>
              </a:cxnLst>
              <a:pathLst>
                <a:path w="654" h="420">
                  <a:moveTo>
                    <a:pt x="0" y="420"/>
                  </a:moveTo>
                  <a:lnTo>
                    <a:pt x="654" y="0"/>
                  </a:lnTo>
                </a:path>
              </a:pathLst>
            </a:custGeom>
            <a:noFill/>
            <a:ln w="28575" cap="flat" cmpd="sng">
              <a:solidFill>
                <a:schemeClr val="tx1">
                  <a:alpha val="100000"/>
                </a:schemeClr>
              </a:solidFill>
              <a:prstDash val="solid"/>
              <a:round/>
              <a:headEnd type="none" w="med" len="med"/>
              <a:tailEnd type="none" w="med" len="med"/>
            </a:ln>
          </p:spPr>
          <p:txBody>
            <a:bodyPr/>
            <a:p>
              <a:endParaRPr lang="zh-CN" altLang="en-US"/>
            </a:p>
          </p:txBody>
        </p:sp>
        <p:sp>
          <p:nvSpPr>
            <p:cNvPr id="111663" name="Oval 46"/>
            <p:cNvSpPr/>
            <p:nvPr/>
          </p:nvSpPr>
          <p:spPr>
            <a:xfrm>
              <a:off x="2861" y="1532"/>
              <a:ext cx="288" cy="7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11664" name="Line 47"/>
            <p:cNvSpPr/>
            <p:nvPr/>
          </p:nvSpPr>
          <p:spPr>
            <a:xfrm>
              <a:off x="2861" y="1525"/>
              <a:ext cx="0" cy="46"/>
            </a:xfrm>
            <a:prstGeom prst="line">
              <a:avLst/>
            </a:prstGeom>
            <a:ln w="12700" cap="flat" cmpd="sng">
              <a:solidFill>
                <a:schemeClr val="tx1"/>
              </a:solidFill>
              <a:prstDash val="solid"/>
              <a:headEnd type="none" w="med" len="med"/>
              <a:tailEnd type="none" w="med" len="med"/>
            </a:ln>
          </p:spPr>
        </p:sp>
        <p:sp>
          <p:nvSpPr>
            <p:cNvPr id="111665" name="Line 48"/>
            <p:cNvSpPr/>
            <p:nvPr/>
          </p:nvSpPr>
          <p:spPr>
            <a:xfrm>
              <a:off x="3149" y="1525"/>
              <a:ext cx="0" cy="46"/>
            </a:xfrm>
            <a:prstGeom prst="line">
              <a:avLst/>
            </a:prstGeom>
            <a:ln w="12700" cap="flat" cmpd="sng">
              <a:solidFill>
                <a:schemeClr val="tx1"/>
              </a:solidFill>
              <a:prstDash val="solid"/>
              <a:headEnd type="none" w="med" len="med"/>
              <a:tailEnd type="none" w="med" len="med"/>
            </a:ln>
          </p:spPr>
        </p:sp>
        <p:sp>
          <p:nvSpPr>
            <p:cNvPr id="111666" name="Rectangle 49"/>
            <p:cNvSpPr/>
            <p:nvPr/>
          </p:nvSpPr>
          <p:spPr>
            <a:xfrm>
              <a:off x="2861" y="1525"/>
              <a:ext cx="285" cy="46"/>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11667" name="Oval 50"/>
            <p:cNvSpPr/>
            <p:nvPr/>
          </p:nvSpPr>
          <p:spPr>
            <a:xfrm>
              <a:off x="2858" y="1470"/>
              <a:ext cx="288" cy="88"/>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11668" name="Rectangle 51"/>
            <p:cNvSpPr/>
            <p:nvPr/>
          </p:nvSpPr>
          <p:spPr>
            <a:xfrm>
              <a:off x="2938" y="1482"/>
              <a:ext cx="130" cy="11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11669" name="Text Box 52"/>
            <p:cNvSpPr txBox="1"/>
            <p:nvPr/>
          </p:nvSpPr>
          <p:spPr>
            <a:xfrm>
              <a:off x="2858" y="1426"/>
              <a:ext cx="296"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000" dirty="0">
                  <a:ea typeface="宋体" panose="02010600030101010101" pitchFamily="2" charset="-122"/>
                </a:rPr>
                <a:t>2a</a:t>
              </a:r>
              <a:endParaRPr lang="en-US" altLang="zh-CN" sz="2400" dirty="0">
                <a:latin typeface="Times New Roman" panose="02020603050405020304" pitchFamily="18" charset="0"/>
                <a:ea typeface="宋体" panose="02010600030101010101" pitchFamily="2" charset="-122"/>
              </a:endParaRPr>
            </a:p>
          </p:txBody>
        </p:sp>
        <p:sp>
          <p:nvSpPr>
            <p:cNvPr id="111670" name="Text Box 53"/>
            <p:cNvSpPr txBox="1"/>
            <p:nvPr/>
          </p:nvSpPr>
          <p:spPr>
            <a:xfrm>
              <a:off x="720" y="1507"/>
              <a:ext cx="442"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2000" dirty="0">
                  <a:ea typeface="宋体" panose="02010600030101010101" pitchFamily="2" charset="-122"/>
                </a:rPr>
                <a:t>AS3</a:t>
              </a:r>
              <a:endParaRPr lang="en-US" altLang="zh-CN" sz="1800" dirty="0">
                <a:ea typeface="宋体" panose="02010600030101010101" pitchFamily="2" charset="-122"/>
              </a:endParaRPr>
            </a:p>
          </p:txBody>
        </p:sp>
        <p:sp>
          <p:nvSpPr>
            <p:cNvPr id="111671" name="Text Box 54"/>
            <p:cNvSpPr txBox="1"/>
            <p:nvPr/>
          </p:nvSpPr>
          <p:spPr>
            <a:xfrm>
              <a:off x="2360" y="1931"/>
              <a:ext cx="416"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2000" dirty="0">
                  <a:ea typeface="宋体" panose="02010600030101010101" pitchFamily="2" charset="-122"/>
                </a:rPr>
                <a:t>AS1</a:t>
              </a:r>
              <a:endParaRPr lang="en-US" altLang="zh-CN" sz="1800" dirty="0">
                <a:ea typeface="宋体" panose="02010600030101010101" pitchFamily="2" charset="-122"/>
              </a:endParaRPr>
            </a:p>
          </p:txBody>
        </p:sp>
        <p:sp>
          <p:nvSpPr>
            <p:cNvPr id="111672" name="Text Box 55"/>
            <p:cNvSpPr txBox="1"/>
            <p:nvPr/>
          </p:nvSpPr>
          <p:spPr>
            <a:xfrm>
              <a:off x="3120" y="1693"/>
              <a:ext cx="409"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AS2</a:t>
              </a:r>
              <a:endParaRPr lang="en-US" altLang="zh-CN" sz="1800" dirty="0">
                <a:ea typeface="宋体" panose="02010600030101010101" pitchFamily="2" charset="-122"/>
              </a:endParaRPr>
            </a:p>
          </p:txBody>
        </p:sp>
        <p:sp>
          <p:nvSpPr>
            <p:cNvPr id="111673" name="Oval 56"/>
            <p:cNvSpPr/>
            <p:nvPr/>
          </p:nvSpPr>
          <p:spPr>
            <a:xfrm>
              <a:off x="1217" y="1916"/>
              <a:ext cx="288" cy="7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11674" name="Line 57"/>
            <p:cNvSpPr/>
            <p:nvPr/>
          </p:nvSpPr>
          <p:spPr>
            <a:xfrm>
              <a:off x="1217" y="1910"/>
              <a:ext cx="0" cy="46"/>
            </a:xfrm>
            <a:prstGeom prst="line">
              <a:avLst/>
            </a:prstGeom>
            <a:ln w="12700" cap="flat" cmpd="sng">
              <a:solidFill>
                <a:schemeClr val="tx1"/>
              </a:solidFill>
              <a:prstDash val="solid"/>
              <a:headEnd type="none" w="med" len="med"/>
              <a:tailEnd type="none" w="med" len="med"/>
            </a:ln>
          </p:spPr>
        </p:sp>
        <p:sp>
          <p:nvSpPr>
            <p:cNvPr id="111675" name="Line 58"/>
            <p:cNvSpPr/>
            <p:nvPr/>
          </p:nvSpPr>
          <p:spPr>
            <a:xfrm>
              <a:off x="1505" y="1910"/>
              <a:ext cx="0" cy="46"/>
            </a:xfrm>
            <a:prstGeom prst="line">
              <a:avLst/>
            </a:prstGeom>
            <a:ln w="12700" cap="flat" cmpd="sng">
              <a:solidFill>
                <a:schemeClr val="tx1"/>
              </a:solidFill>
              <a:prstDash val="solid"/>
              <a:headEnd type="none" w="med" len="med"/>
              <a:tailEnd type="none" w="med" len="med"/>
            </a:ln>
          </p:spPr>
        </p:sp>
        <p:sp>
          <p:nvSpPr>
            <p:cNvPr id="111676" name="Rectangle 59"/>
            <p:cNvSpPr/>
            <p:nvPr/>
          </p:nvSpPr>
          <p:spPr>
            <a:xfrm>
              <a:off x="1217" y="1910"/>
              <a:ext cx="285" cy="45"/>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11677" name="Oval 60"/>
            <p:cNvSpPr/>
            <p:nvPr/>
          </p:nvSpPr>
          <p:spPr>
            <a:xfrm>
              <a:off x="1214" y="1859"/>
              <a:ext cx="288" cy="88"/>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11678" name="Rectangle 61"/>
            <p:cNvSpPr/>
            <p:nvPr/>
          </p:nvSpPr>
          <p:spPr>
            <a:xfrm>
              <a:off x="1292" y="1884"/>
              <a:ext cx="131" cy="89"/>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11679" name="Text Box 62"/>
            <p:cNvSpPr txBox="1"/>
            <p:nvPr/>
          </p:nvSpPr>
          <p:spPr>
            <a:xfrm>
              <a:off x="1229" y="1808"/>
              <a:ext cx="270"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000" dirty="0">
                  <a:ea typeface="宋体" panose="02010600030101010101" pitchFamily="2" charset="-122"/>
                </a:rPr>
                <a:t>1a</a:t>
              </a:r>
              <a:endParaRPr lang="en-US" altLang="zh-CN" sz="2400" dirty="0">
                <a:latin typeface="Times New Roman" panose="02020603050405020304" pitchFamily="18" charset="0"/>
                <a:ea typeface="宋体" panose="02010600030101010101" pitchFamily="2" charset="-122"/>
              </a:endParaRPr>
            </a:p>
          </p:txBody>
        </p:sp>
        <p:grpSp>
          <p:nvGrpSpPr>
            <p:cNvPr id="111680" name="Group 63"/>
            <p:cNvGrpSpPr/>
            <p:nvPr/>
          </p:nvGrpSpPr>
          <p:grpSpPr>
            <a:xfrm>
              <a:off x="3178" y="1320"/>
              <a:ext cx="297" cy="250"/>
              <a:chOff x="4320" y="1940"/>
              <a:chExt cx="323" cy="269"/>
            </a:xfrm>
          </p:grpSpPr>
          <p:sp>
            <p:nvSpPr>
              <p:cNvPr id="111722" name="Oval 64"/>
              <p:cNvSpPr/>
              <p:nvPr/>
            </p:nvSpPr>
            <p:spPr>
              <a:xfrm>
                <a:off x="4323" y="2054"/>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11723" name="Line 65"/>
              <p:cNvSpPr/>
              <p:nvPr/>
            </p:nvSpPr>
            <p:spPr>
              <a:xfrm>
                <a:off x="4323" y="2047"/>
                <a:ext cx="0" cy="50"/>
              </a:xfrm>
              <a:prstGeom prst="line">
                <a:avLst/>
              </a:prstGeom>
              <a:ln w="12700" cap="flat" cmpd="sng">
                <a:solidFill>
                  <a:schemeClr val="tx1"/>
                </a:solidFill>
                <a:prstDash val="solid"/>
                <a:headEnd type="none" w="med" len="med"/>
                <a:tailEnd type="none" w="med" len="med"/>
              </a:ln>
            </p:spPr>
          </p:sp>
          <p:sp>
            <p:nvSpPr>
              <p:cNvPr id="111724" name="Line 66"/>
              <p:cNvSpPr/>
              <p:nvPr/>
            </p:nvSpPr>
            <p:spPr>
              <a:xfrm>
                <a:off x="4636" y="2047"/>
                <a:ext cx="0" cy="50"/>
              </a:xfrm>
              <a:prstGeom prst="line">
                <a:avLst/>
              </a:prstGeom>
              <a:ln w="12700" cap="flat" cmpd="sng">
                <a:solidFill>
                  <a:schemeClr val="tx1"/>
                </a:solidFill>
                <a:prstDash val="solid"/>
                <a:headEnd type="none" w="med" len="med"/>
                <a:tailEnd type="none" w="med" len="med"/>
              </a:ln>
            </p:spPr>
          </p:sp>
          <p:sp>
            <p:nvSpPr>
              <p:cNvPr id="111725" name="Rectangle 67"/>
              <p:cNvSpPr/>
              <p:nvPr/>
            </p:nvSpPr>
            <p:spPr>
              <a:xfrm>
                <a:off x="4323" y="2047"/>
                <a:ext cx="310"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11726" name="Oval 68"/>
              <p:cNvSpPr/>
              <p:nvPr/>
            </p:nvSpPr>
            <p:spPr>
              <a:xfrm>
                <a:off x="4320" y="1988"/>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11727" name="Rectangle 69"/>
              <p:cNvSpPr/>
              <p:nvPr/>
            </p:nvSpPr>
            <p:spPr>
              <a:xfrm>
                <a:off x="4407" y="2001"/>
                <a:ext cx="141" cy="118"/>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11728" name="Text Box 70"/>
              <p:cNvSpPr txBox="1"/>
              <p:nvPr/>
            </p:nvSpPr>
            <p:spPr>
              <a:xfrm>
                <a:off x="4320" y="1940"/>
                <a:ext cx="323" cy="269"/>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000" dirty="0">
                    <a:ea typeface="宋体" panose="02010600030101010101" pitchFamily="2" charset="-122"/>
                  </a:rPr>
                  <a:t>2c</a:t>
                </a:r>
                <a:endParaRPr lang="en-US" altLang="zh-CN" sz="2400" dirty="0">
                  <a:latin typeface="Times New Roman" panose="02020603050405020304" pitchFamily="18" charset="0"/>
                  <a:ea typeface="宋体" panose="02010600030101010101" pitchFamily="2" charset="-122"/>
                </a:endParaRPr>
              </a:p>
            </p:txBody>
          </p:sp>
        </p:grpSp>
        <p:grpSp>
          <p:nvGrpSpPr>
            <p:cNvPr id="111681" name="Group 71"/>
            <p:cNvGrpSpPr/>
            <p:nvPr/>
          </p:nvGrpSpPr>
          <p:grpSpPr>
            <a:xfrm>
              <a:off x="3427" y="1526"/>
              <a:ext cx="310" cy="250"/>
              <a:chOff x="4590" y="2162"/>
              <a:chExt cx="337" cy="269"/>
            </a:xfrm>
          </p:grpSpPr>
          <p:sp>
            <p:nvSpPr>
              <p:cNvPr id="111715" name="Oval 72"/>
              <p:cNvSpPr/>
              <p:nvPr/>
            </p:nvSpPr>
            <p:spPr>
              <a:xfrm>
                <a:off x="4599" y="2276"/>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11716" name="Line 73"/>
              <p:cNvSpPr/>
              <p:nvPr/>
            </p:nvSpPr>
            <p:spPr>
              <a:xfrm>
                <a:off x="4599" y="2269"/>
                <a:ext cx="0" cy="50"/>
              </a:xfrm>
              <a:prstGeom prst="line">
                <a:avLst/>
              </a:prstGeom>
              <a:ln w="12700" cap="flat" cmpd="sng">
                <a:solidFill>
                  <a:schemeClr val="tx1"/>
                </a:solidFill>
                <a:prstDash val="solid"/>
                <a:headEnd type="none" w="med" len="med"/>
                <a:tailEnd type="none" w="med" len="med"/>
              </a:ln>
            </p:spPr>
          </p:sp>
          <p:sp>
            <p:nvSpPr>
              <p:cNvPr id="111717" name="Line 74"/>
              <p:cNvSpPr/>
              <p:nvPr/>
            </p:nvSpPr>
            <p:spPr>
              <a:xfrm>
                <a:off x="4912" y="2269"/>
                <a:ext cx="0" cy="50"/>
              </a:xfrm>
              <a:prstGeom prst="line">
                <a:avLst/>
              </a:prstGeom>
              <a:ln w="12700" cap="flat" cmpd="sng">
                <a:solidFill>
                  <a:schemeClr val="tx1"/>
                </a:solidFill>
                <a:prstDash val="solid"/>
                <a:headEnd type="none" w="med" len="med"/>
                <a:tailEnd type="none" w="med" len="med"/>
              </a:ln>
            </p:spPr>
          </p:sp>
          <p:sp>
            <p:nvSpPr>
              <p:cNvPr id="111718" name="Rectangle 75"/>
              <p:cNvSpPr/>
              <p:nvPr/>
            </p:nvSpPr>
            <p:spPr>
              <a:xfrm>
                <a:off x="4599" y="2269"/>
                <a:ext cx="310"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11719" name="Oval 76"/>
              <p:cNvSpPr/>
              <p:nvPr/>
            </p:nvSpPr>
            <p:spPr>
              <a:xfrm>
                <a:off x="4596" y="2210"/>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11720" name="Rectangle 77"/>
              <p:cNvSpPr/>
              <p:nvPr/>
            </p:nvSpPr>
            <p:spPr>
              <a:xfrm>
                <a:off x="4683" y="2223"/>
                <a:ext cx="142" cy="110"/>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11721" name="Text Box 78"/>
              <p:cNvSpPr txBox="1"/>
              <p:nvPr/>
            </p:nvSpPr>
            <p:spPr>
              <a:xfrm>
                <a:off x="4590" y="2162"/>
                <a:ext cx="337" cy="269"/>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000" dirty="0">
                    <a:ea typeface="宋体" panose="02010600030101010101" pitchFamily="2" charset="-122"/>
                  </a:rPr>
                  <a:t>2b</a:t>
                </a:r>
                <a:endParaRPr lang="en-US" altLang="zh-CN" sz="2400" dirty="0">
                  <a:latin typeface="Times New Roman" panose="02020603050405020304" pitchFamily="18" charset="0"/>
                  <a:ea typeface="宋体" panose="02010600030101010101" pitchFamily="2" charset="-122"/>
                </a:endParaRPr>
              </a:p>
            </p:txBody>
          </p:sp>
        </p:grpSp>
        <p:grpSp>
          <p:nvGrpSpPr>
            <p:cNvPr id="111682" name="Group 79"/>
            <p:cNvGrpSpPr/>
            <p:nvPr/>
          </p:nvGrpSpPr>
          <p:grpSpPr>
            <a:xfrm>
              <a:off x="2025" y="1870"/>
              <a:ext cx="291" cy="250"/>
              <a:chOff x="2016" y="1980"/>
              <a:chExt cx="316" cy="269"/>
            </a:xfrm>
          </p:grpSpPr>
          <p:sp>
            <p:nvSpPr>
              <p:cNvPr id="111707" name="Oval 80"/>
              <p:cNvSpPr/>
              <p:nvPr/>
            </p:nvSpPr>
            <p:spPr>
              <a:xfrm>
                <a:off x="2019" y="2102"/>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11708" name="Line 81"/>
              <p:cNvSpPr/>
              <p:nvPr/>
            </p:nvSpPr>
            <p:spPr>
              <a:xfrm>
                <a:off x="2019" y="2095"/>
                <a:ext cx="0" cy="50"/>
              </a:xfrm>
              <a:prstGeom prst="line">
                <a:avLst/>
              </a:prstGeom>
              <a:ln w="12700" cap="flat" cmpd="sng">
                <a:solidFill>
                  <a:schemeClr val="tx1"/>
                </a:solidFill>
                <a:prstDash val="solid"/>
                <a:headEnd type="none" w="med" len="med"/>
                <a:tailEnd type="none" w="med" len="med"/>
              </a:ln>
            </p:spPr>
          </p:sp>
          <p:sp>
            <p:nvSpPr>
              <p:cNvPr id="111709" name="Line 82"/>
              <p:cNvSpPr/>
              <p:nvPr/>
            </p:nvSpPr>
            <p:spPr>
              <a:xfrm>
                <a:off x="2332" y="2095"/>
                <a:ext cx="0" cy="50"/>
              </a:xfrm>
              <a:prstGeom prst="line">
                <a:avLst/>
              </a:prstGeom>
              <a:ln w="12700" cap="flat" cmpd="sng">
                <a:solidFill>
                  <a:schemeClr val="tx1"/>
                </a:solidFill>
                <a:prstDash val="solid"/>
                <a:headEnd type="none" w="med" len="med"/>
                <a:tailEnd type="none" w="med" len="med"/>
              </a:ln>
            </p:spPr>
          </p:sp>
          <p:sp>
            <p:nvSpPr>
              <p:cNvPr id="111710" name="Rectangle 83"/>
              <p:cNvSpPr/>
              <p:nvPr/>
            </p:nvSpPr>
            <p:spPr>
              <a:xfrm>
                <a:off x="2019" y="2095"/>
                <a:ext cx="310"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11711" name="Oval 84"/>
              <p:cNvSpPr/>
              <p:nvPr/>
            </p:nvSpPr>
            <p:spPr>
              <a:xfrm>
                <a:off x="2016" y="2036"/>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11712" name="Group 85"/>
              <p:cNvGrpSpPr/>
              <p:nvPr/>
            </p:nvGrpSpPr>
            <p:grpSpPr>
              <a:xfrm>
                <a:off x="2022" y="1980"/>
                <a:ext cx="306" cy="269"/>
                <a:chOff x="2901" y="2429"/>
                <a:chExt cx="313" cy="269"/>
              </a:xfrm>
            </p:grpSpPr>
            <p:sp>
              <p:nvSpPr>
                <p:cNvPr id="111713" name="Rectangle 86"/>
                <p:cNvSpPr/>
                <p:nvPr/>
              </p:nvSpPr>
              <p:spPr>
                <a:xfrm>
                  <a:off x="2982" y="2490"/>
                  <a:ext cx="144" cy="1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11714" name="Text Box 87"/>
                <p:cNvSpPr txBox="1"/>
                <p:nvPr/>
              </p:nvSpPr>
              <p:spPr>
                <a:xfrm>
                  <a:off x="2901" y="2429"/>
                  <a:ext cx="313" cy="269"/>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000" dirty="0">
                      <a:ea typeface="宋体" panose="02010600030101010101" pitchFamily="2" charset="-122"/>
                    </a:rPr>
                    <a:t>1b</a:t>
                  </a:r>
                  <a:endParaRPr lang="en-US" altLang="zh-CN" sz="2400" dirty="0">
                    <a:latin typeface="Times New Roman" panose="02020603050405020304" pitchFamily="18" charset="0"/>
                    <a:ea typeface="宋体" panose="02010600030101010101" pitchFamily="2" charset="-122"/>
                  </a:endParaRPr>
                </a:p>
              </p:txBody>
            </p:sp>
          </p:grpSp>
        </p:grpSp>
        <p:grpSp>
          <p:nvGrpSpPr>
            <p:cNvPr id="111683" name="Group 99"/>
            <p:cNvGrpSpPr/>
            <p:nvPr/>
          </p:nvGrpSpPr>
          <p:grpSpPr>
            <a:xfrm>
              <a:off x="554" y="1169"/>
              <a:ext cx="296" cy="250"/>
              <a:chOff x="2014" y="1980"/>
              <a:chExt cx="321" cy="269"/>
            </a:xfrm>
          </p:grpSpPr>
          <p:sp>
            <p:nvSpPr>
              <p:cNvPr id="111699" name="Oval 100"/>
              <p:cNvSpPr/>
              <p:nvPr/>
            </p:nvSpPr>
            <p:spPr>
              <a:xfrm>
                <a:off x="2019" y="2102"/>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11700" name="Line 101"/>
              <p:cNvSpPr/>
              <p:nvPr/>
            </p:nvSpPr>
            <p:spPr>
              <a:xfrm>
                <a:off x="2019" y="2095"/>
                <a:ext cx="0" cy="50"/>
              </a:xfrm>
              <a:prstGeom prst="line">
                <a:avLst/>
              </a:prstGeom>
              <a:ln w="12700" cap="flat" cmpd="sng">
                <a:solidFill>
                  <a:schemeClr val="tx1"/>
                </a:solidFill>
                <a:prstDash val="solid"/>
                <a:headEnd type="none" w="med" len="med"/>
                <a:tailEnd type="none" w="med" len="med"/>
              </a:ln>
            </p:spPr>
          </p:sp>
          <p:sp>
            <p:nvSpPr>
              <p:cNvPr id="111701" name="Line 102"/>
              <p:cNvSpPr/>
              <p:nvPr/>
            </p:nvSpPr>
            <p:spPr>
              <a:xfrm>
                <a:off x="2332" y="2095"/>
                <a:ext cx="0" cy="50"/>
              </a:xfrm>
              <a:prstGeom prst="line">
                <a:avLst/>
              </a:prstGeom>
              <a:ln w="12700" cap="flat" cmpd="sng">
                <a:solidFill>
                  <a:schemeClr val="tx1"/>
                </a:solidFill>
                <a:prstDash val="solid"/>
                <a:headEnd type="none" w="med" len="med"/>
                <a:tailEnd type="none" w="med" len="med"/>
              </a:ln>
            </p:spPr>
          </p:sp>
          <p:sp>
            <p:nvSpPr>
              <p:cNvPr id="111702" name="Rectangle 103"/>
              <p:cNvSpPr/>
              <p:nvPr/>
            </p:nvSpPr>
            <p:spPr>
              <a:xfrm>
                <a:off x="2019" y="2095"/>
                <a:ext cx="310"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11703" name="Oval 104"/>
              <p:cNvSpPr/>
              <p:nvPr/>
            </p:nvSpPr>
            <p:spPr>
              <a:xfrm>
                <a:off x="2016" y="2036"/>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11704" name="Group 105"/>
              <p:cNvGrpSpPr/>
              <p:nvPr/>
            </p:nvGrpSpPr>
            <p:grpSpPr>
              <a:xfrm>
                <a:off x="2014" y="1980"/>
                <a:ext cx="321" cy="269"/>
                <a:chOff x="2893" y="2429"/>
                <a:chExt cx="328" cy="269"/>
              </a:xfrm>
            </p:grpSpPr>
            <p:sp>
              <p:nvSpPr>
                <p:cNvPr id="111705" name="Rectangle 106"/>
                <p:cNvSpPr/>
                <p:nvPr/>
              </p:nvSpPr>
              <p:spPr>
                <a:xfrm>
                  <a:off x="2982" y="2490"/>
                  <a:ext cx="144" cy="1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11706" name="Text Box 107"/>
                <p:cNvSpPr txBox="1"/>
                <p:nvPr/>
              </p:nvSpPr>
              <p:spPr>
                <a:xfrm>
                  <a:off x="2893" y="2429"/>
                  <a:ext cx="328" cy="269"/>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000" dirty="0">
                      <a:ea typeface="宋体" panose="02010600030101010101" pitchFamily="2" charset="-122"/>
                    </a:rPr>
                    <a:t>3c</a:t>
                  </a:r>
                  <a:endParaRPr lang="en-US" altLang="zh-CN" sz="2400" dirty="0">
                    <a:latin typeface="Times New Roman" panose="02020603050405020304" pitchFamily="18" charset="0"/>
                    <a:ea typeface="宋体" panose="02010600030101010101" pitchFamily="2" charset="-122"/>
                  </a:endParaRPr>
                </a:p>
              </p:txBody>
            </p:sp>
          </p:grpSp>
        </p:grpSp>
        <p:sp>
          <p:nvSpPr>
            <p:cNvPr id="111684" name="Line 108"/>
            <p:cNvSpPr/>
            <p:nvPr/>
          </p:nvSpPr>
          <p:spPr>
            <a:xfrm flipH="1">
              <a:off x="578" y="1364"/>
              <a:ext cx="57" cy="99"/>
            </a:xfrm>
            <a:prstGeom prst="line">
              <a:avLst/>
            </a:prstGeom>
            <a:ln w="28575" cap="flat" cmpd="sng">
              <a:solidFill>
                <a:schemeClr val="tx1"/>
              </a:solidFill>
              <a:prstDash val="solid"/>
              <a:headEnd type="none" w="med" len="med"/>
              <a:tailEnd type="none" w="med" len="med"/>
            </a:ln>
          </p:spPr>
        </p:sp>
        <p:sp>
          <p:nvSpPr>
            <p:cNvPr id="111685" name="Line 109"/>
            <p:cNvSpPr/>
            <p:nvPr/>
          </p:nvSpPr>
          <p:spPr>
            <a:xfrm>
              <a:off x="296" y="1407"/>
              <a:ext cx="133" cy="102"/>
            </a:xfrm>
            <a:prstGeom prst="line">
              <a:avLst/>
            </a:prstGeom>
            <a:ln w="9525" cap="flat" cmpd="sng">
              <a:solidFill>
                <a:schemeClr val="tx1"/>
              </a:solidFill>
              <a:prstDash val="solid"/>
              <a:headEnd type="none" w="med" len="med"/>
              <a:tailEnd type="none" w="med" len="med"/>
            </a:ln>
          </p:spPr>
        </p:sp>
        <p:sp>
          <p:nvSpPr>
            <p:cNvPr id="111686" name="Line 110"/>
            <p:cNvSpPr/>
            <p:nvPr/>
          </p:nvSpPr>
          <p:spPr>
            <a:xfrm flipH="1">
              <a:off x="755" y="1077"/>
              <a:ext cx="125" cy="141"/>
            </a:xfrm>
            <a:prstGeom prst="line">
              <a:avLst/>
            </a:prstGeom>
            <a:ln w="9525" cap="flat" cmpd="sng">
              <a:solidFill>
                <a:schemeClr val="tx1"/>
              </a:solidFill>
              <a:prstDash val="solid"/>
              <a:headEnd type="none" w="med" len="med"/>
              <a:tailEnd type="none" w="med" len="med"/>
            </a:ln>
          </p:spPr>
        </p:sp>
        <p:sp>
          <p:nvSpPr>
            <p:cNvPr id="111687" name="Line 111"/>
            <p:cNvSpPr/>
            <p:nvPr/>
          </p:nvSpPr>
          <p:spPr>
            <a:xfrm>
              <a:off x="498" y="1069"/>
              <a:ext cx="109" cy="165"/>
            </a:xfrm>
            <a:prstGeom prst="line">
              <a:avLst/>
            </a:prstGeom>
            <a:ln w="9525" cap="flat" cmpd="sng">
              <a:solidFill>
                <a:schemeClr val="tx1"/>
              </a:solidFill>
              <a:prstDash val="solid"/>
              <a:headEnd type="none" w="med" len="med"/>
              <a:tailEnd type="none" w="med" len="med"/>
            </a:ln>
          </p:spPr>
        </p:sp>
        <p:sp>
          <p:nvSpPr>
            <p:cNvPr id="111688" name="Line 112"/>
            <p:cNvSpPr/>
            <p:nvPr/>
          </p:nvSpPr>
          <p:spPr>
            <a:xfrm flipH="1">
              <a:off x="1105" y="1155"/>
              <a:ext cx="63" cy="190"/>
            </a:xfrm>
            <a:prstGeom prst="line">
              <a:avLst/>
            </a:prstGeom>
            <a:ln w="9525" cap="flat" cmpd="sng">
              <a:solidFill>
                <a:schemeClr val="tx1"/>
              </a:solidFill>
              <a:prstDash val="solid"/>
              <a:headEnd type="none" w="med" len="med"/>
              <a:tailEnd type="none" w="med" len="med"/>
            </a:ln>
          </p:spPr>
        </p:sp>
        <p:sp>
          <p:nvSpPr>
            <p:cNvPr id="111689" name="Line 113"/>
            <p:cNvSpPr/>
            <p:nvPr/>
          </p:nvSpPr>
          <p:spPr>
            <a:xfrm>
              <a:off x="3715" y="1636"/>
              <a:ext cx="203" cy="0"/>
            </a:xfrm>
            <a:prstGeom prst="line">
              <a:avLst/>
            </a:prstGeom>
            <a:ln w="9525" cap="flat" cmpd="sng">
              <a:solidFill>
                <a:schemeClr val="tx1"/>
              </a:solidFill>
              <a:prstDash val="solid"/>
              <a:headEnd type="none" w="med" len="med"/>
              <a:tailEnd type="none" w="med" len="med"/>
            </a:ln>
          </p:spPr>
        </p:sp>
        <p:sp>
          <p:nvSpPr>
            <p:cNvPr id="111690" name="Line 114"/>
            <p:cNvSpPr/>
            <p:nvPr/>
          </p:nvSpPr>
          <p:spPr>
            <a:xfrm flipV="1">
              <a:off x="3661" y="1345"/>
              <a:ext cx="241" cy="236"/>
            </a:xfrm>
            <a:prstGeom prst="line">
              <a:avLst/>
            </a:prstGeom>
            <a:ln w="9525" cap="flat" cmpd="sng">
              <a:solidFill>
                <a:schemeClr val="tx1"/>
              </a:solidFill>
              <a:prstDash val="solid"/>
              <a:headEnd type="none" w="med" len="med"/>
              <a:tailEnd type="none" w="med" len="med"/>
            </a:ln>
          </p:spPr>
        </p:sp>
        <p:sp>
          <p:nvSpPr>
            <p:cNvPr id="111691" name="Line 115"/>
            <p:cNvSpPr/>
            <p:nvPr/>
          </p:nvSpPr>
          <p:spPr>
            <a:xfrm flipH="1" flipV="1">
              <a:off x="3154" y="1187"/>
              <a:ext cx="117" cy="188"/>
            </a:xfrm>
            <a:prstGeom prst="line">
              <a:avLst/>
            </a:prstGeom>
            <a:ln w="9525" cap="flat" cmpd="sng">
              <a:solidFill>
                <a:schemeClr val="tx1"/>
              </a:solidFill>
              <a:prstDash val="solid"/>
              <a:headEnd type="none" w="med" len="med"/>
              <a:tailEnd type="none" w="med" len="med"/>
            </a:ln>
          </p:spPr>
        </p:sp>
        <p:sp>
          <p:nvSpPr>
            <p:cNvPr id="111692" name="Line 116"/>
            <p:cNvSpPr/>
            <p:nvPr/>
          </p:nvSpPr>
          <p:spPr>
            <a:xfrm flipH="1" flipV="1">
              <a:off x="2867" y="1282"/>
              <a:ext cx="124" cy="172"/>
            </a:xfrm>
            <a:prstGeom prst="line">
              <a:avLst/>
            </a:prstGeom>
            <a:ln w="9525" cap="flat" cmpd="sng">
              <a:solidFill>
                <a:schemeClr val="tx1"/>
              </a:solidFill>
              <a:prstDash val="solid"/>
              <a:headEnd type="none" w="med" len="med"/>
              <a:tailEnd type="none" w="med" len="med"/>
            </a:ln>
          </p:spPr>
        </p:sp>
        <p:sp>
          <p:nvSpPr>
            <p:cNvPr id="111693" name="Line 117"/>
            <p:cNvSpPr/>
            <p:nvPr/>
          </p:nvSpPr>
          <p:spPr>
            <a:xfrm flipH="1">
              <a:off x="1129" y="1974"/>
              <a:ext cx="124" cy="110"/>
            </a:xfrm>
            <a:prstGeom prst="line">
              <a:avLst/>
            </a:prstGeom>
            <a:ln w="9525" cap="flat" cmpd="sng">
              <a:solidFill>
                <a:schemeClr val="tx1"/>
              </a:solidFill>
              <a:prstDash val="solid"/>
              <a:headEnd type="none" w="med" len="med"/>
              <a:tailEnd type="none" w="med" len="med"/>
            </a:ln>
          </p:spPr>
        </p:sp>
        <p:sp>
          <p:nvSpPr>
            <p:cNvPr id="111694" name="Line 118"/>
            <p:cNvSpPr/>
            <p:nvPr/>
          </p:nvSpPr>
          <p:spPr>
            <a:xfrm flipH="1" flipV="1">
              <a:off x="1098" y="1880"/>
              <a:ext cx="117" cy="7"/>
            </a:xfrm>
            <a:prstGeom prst="line">
              <a:avLst/>
            </a:prstGeom>
            <a:ln w="9525" cap="flat" cmpd="sng">
              <a:solidFill>
                <a:schemeClr val="tx1"/>
              </a:solidFill>
              <a:prstDash val="solid"/>
              <a:headEnd type="none" w="med" len="med"/>
              <a:tailEnd type="none" w="med" len="med"/>
            </a:ln>
          </p:spPr>
        </p:sp>
        <p:sp>
          <p:nvSpPr>
            <p:cNvPr id="111695" name="Line 119"/>
            <p:cNvSpPr/>
            <p:nvPr/>
          </p:nvSpPr>
          <p:spPr>
            <a:xfrm flipH="1">
              <a:off x="1347" y="2132"/>
              <a:ext cx="195" cy="15"/>
            </a:xfrm>
            <a:prstGeom prst="line">
              <a:avLst/>
            </a:prstGeom>
            <a:ln w="9525" cap="flat" cmpd="sng">
              <a:solidFill>
                <a:schemeClr val="tx1"/>
              </a:solidFill>
              <a:prstDash val="solid"/>
              <a:headEnd type="none" w="med" len="med"/>
              <a:tailEnd type="none" w="med" len="med"/>
            </a:ln>
          </p:spPr>
        </p:sp>
        <p:sp>
          <p:nvSpPr>
            <p:cNvPr id="111696" name="Line 120"/>
            <p:cNvSpPr/>
            <p:nvPr/>
          </p:nvSpPr>
          <p:spPr>
            <a:xfrm flipV="1">
              <a:off x="1791" y="1706"/>
              <a:ext cx="211" cy="9"/>
            </a:xfrm>
            <a:prstGeom prst="line">
              <a:avLst/>
            </a:prstGeom>
            <a:ln w="9525" cap="flat" cmpd="sng">
              <a:solidFill>
                <a:schemeClr val="tx1"/>
              </a:solidFill>
              <a:prstDash val="solid"/>
              <a:headEnd type="none" w="med" len="med"/>
              <a:tailEnd type="none" w="med" len="med"/>
            </a:ln>
          </p:spPr>
        </p:sp>
        <p:sp>
          <p:nvSpPr>
            <p:cNvPr id="111697" name="Line 121"/>
            <p:cNvSpPr/>
            <p:nvPr/>
          </p:nvSpPr>
          <p:spPr>
            <a:xfrm>
              <a:off x="2212" y="2053"/>
              <a:ext cx="109" cy="102"/>
            </a:xfrm>
            <a:prstGeom prst="line">
              <a:avLst/>
            </a:prstGeom>
            <a:ln w="9525" cap="flat" cmpd="sng">
              <a:solidFill>
                <a:schemeClr val="tx1"/>
              </a:solidFill>
              <a:prstDash val="solid"/>
              <a:headEnd type="none" w="med" len="med"/>
              <a:tailEnd type="none" w="med" len="med"/>
            </a:ln>
          </p:spPr>
        </p:sp>
        <p:sp>
          <p:nvSpPr>
            <p:cNvPr id="111698" name="Line 122"/>
            <p:cNvSpPr/>
            <p:nvPr/>
          </p:nvSpPr>
          <p:spPr>
            <a:xfrm>
              <a:off x="1768" y="1777"/>
              <a:ext cx="132" cy="71"/>
            </a:xfrm>
            <a:prstGeom prst="line">
              <a:avLst/>
            </a:prstGeom>
            <a:ln w="9525" cap="flat" cmpd="sng">
              <a:solidFill>
                <a:schemeClr val="tx1"/>
              </a:solidFill>
              <a:prstDash val="solid"/>
              <a:headEnd type="none" w="med" len="med"/>
              <a:tailEnd type="none" w="med" len="med"/>
            </a:ln>
          </p:spPr>
        </p:sp>
      </p:grpSp>
      <p:sp>
        <p:nvSpPr>
          <p:cNvPr id="111621" name="Rectangle 123"/>
          <p:cNvSpPr>
            <a:spLocks noGrp="1"/>
          </p:cNvSpPr>
          <p:nvPr>
            <p:ph type="title"/>
          </p:nvPr>
        </p:nvSpPr>
        <p:spPr>
          <a:xfrm>
            <a:off x="0" y="0"/>
            <a:ext cx="7772400" cy="1143000"/>
          </a:xfrm>
        </p:spPr>
        <p:txBody>
          <a:bodyPr vert="horz" wrap="square" lIns="91440" tIns="45720" rIns="91440" bIns="45720" anchor="ctr" anchorCtr="0"/>
          <a:p>
            <a:r>
              <a:rPr lang="en-US" altLang="zh-CN" dirty="0">
                <a:ea typeface="宋体" panose="02010600030101010101" pitchFamily="2" charset="-122"/>
              </a:rPr>
              <a:t>Inter-AS tasks</a:t>
            </a:r>
            <a:endParaRPr lang="en-US" altLang="zh-CN" dirty="0">
              <a:ea typeface="宋体" panose="02010600030101010101" pitchFamily="2" charset="-122"/>
            </a:endParaRPr>
          </a:p>
        </p:txBody>
      </p:sp>
      <p:sp>
        <p:nvSpPr>
          <p:cNvPr id="111622" name="Rectangle 127"/>
          <p:cNvSpPr>
            <a:spLocks noGrp="1"/>
          </p:cNvSpPr>
          <p:nvPr>
            <p:ph sz="half" idx="1"/>
          </p:nvPr>
        </p:nvSpPr>
        <p:spPr>
          <a:xfrm>
            <a:off x="263525" y="993775"/>
            <a:ext cx="3810000" cy="2921000"/>
          </a:xfrm>
        </p:spPr>
        <p:txBody>
          <a:bodyPr vert="horz" wrap="square" lIns="91440" tIns="45720" rIns="91440" bIns="45720" anchor="t" anchorCtr="0"/>
          <a:p>
            <a:pPr>
              <a:lnSpc>
                <a:spcPct val="90000"/>
              </a:lnSpc>
              <a:buClr>
                <a:schemeClr val="accent2"/>
              </a:buClr>
              <a:buSzPct val="85000"/>
              <a:buFont typeface="ZapfDingbats"/>
            </a:pPr>
            <a:r>
              <a:rPr lang="en-US" altLang="zh-CN" sz="2400" dirty="0">
                <a:ea typeface="宋体" panose="02010600030101010101" pitchFamily="2" charset="-122"/>
              </a:rPr>
              <a:t>suppose router in AS1 receives datagram destined outside of AS1:</a:t>
            </a:r>
            <a:endParaRPr lang="en-US" altLang="zh-CN" sz="2400" dirty="0">
              <a:ea typeface="宋体" panose="02010600030101010101" pitchFamily="2" charset="-122"/>
            </a:endParaRPr>
          </a:p>
          <a:p>
            <a:pPr lvl="1">
              <a:lnSpc>
                <a:spcPct val="90000"/>
              </a:lnSpc>
              <a:buClr>
                <a:schemeClr val="accent2"/>
              </a:buClr>
              <a:buSzPct val="75000"/>
              <a:buFont typeface="ZapfDingbats"/>
            </a:pPr>
            <a:r>
              <a:rPr lang="en-US" altLang="zh-CN" dirty="0">
                <a:ea typeface="宋体" panose="02010600030101010101" pitchFamily="2" charset="-122"/>
              </a:rPr>
              <a:t>router should forward packet to gateway router, but which one?</a:t>
            </a:r>
            <a:endParaRPr lang="en-US" altLang="zh-CN" dirty="0">
              <a:ea typeface="宋体" panose="02010600030101010101" pitchFamily="2" charset="-122"/>
            </a:endParaRPr>
          </a:p>
        </p:txBody>
      </p:sp>
      <p:sp>
        <p:nvSpPr>
          <p:cNvPr id="111623" name="Rectangle 128"/>
          <p:cNvSpPr>
            <a:spLocks noGrp="1"/>
          </p:cNvSpPr>
          <p:nvPr>
            <p:ph sz="half" idx="2"/>
          </p:nvPr>
        </p:nvSpPr>
        <p:spPr>
          <a:xfrm>
            <a:off x="4483100" y="569913"/>
            <a:ext cx="3810000" cy="4648200"/>
          </a:xfrm>
        </p:spPr>
        <p:txBody>
          <a:bodyPr vert="horz" wrap="square" lIns="91440" tIns="45720" rIns="91440" bIns="45720" anchor="t" anchorCtr="0"/>
          <a:p>
            <a:pPr marL="457200" indent="-457200">
              <a:lnSpc>
                <a:spcPct val="90000"/>
              </a:lnSpc>
              <a:buClr>
                <a:schemeClr val="accent2"/>
              </a:buClr>
              <a:buSzPct val="85000"/>
              <a:buFont typeface="ZapfDingbats"/>
              <a:buNone/>
            </a:pPr>
            <a:r>
              <a:rPr lang="en-US" altLang="zh-CN" sz="2400" u="sng" dirty="0">
                <a:solidFill>
                  <a:srgbClr val="FF0000"/>
                </a:solidFill>
                <a:ea typeface="宋体" panose="02010600030101010101" pitchFamily="2" charset="-122"/>
              </a:rPr>
              <a:t>AS1 must:</a:t>
            </a:r>
            <a:endParaRPr lang="en-US" altLang="zh-CN" sz="2400" u="sng" dirty="0">
              <a:solidFill>
                <a:srgbClr val="FF0000"/>
              </a:solidFill>
              <a:ea typeface="宋体" panose="02010600030101010101" pitchFamily="2" charset="-122"/>
            </a:endParaRPr>
          </a:p>
          <a:p>
            <a:pPr marL="457200" indent="-457200">
              <a:lnSpc>
                <a:spcPct val="90000"/>
              </a:lnSpc>
              <a:buClr>
                <a:schemeClr val="accent2"/>
              </a:buClr>
              <a:buSzPct val="85000"/>
              <a:buFont typeface="ZapfDingbats"/>
              <a:buAutoNum type="arabicPeriod"/>
            </a:pPr>
            <a:r>
              <a:rPr lang="en-US" altLang="zh-CN" sz="2400" dirty="0">
                <a:ea typeface="宋体" panose="02010600030101010101" pitchFamily="2" charset="-122"/>
              </a:rPr>
              <a:t>learn which dests are reachable through AS2, which through AS3</a:t>
            </a:r>
            <a:endParaRPr lang="en-US" altLang="zh-CN" sz="2400" dirty="0">
              <a:ea typeface="宋体" panose="02010600030101010101" pitchFamily="2" charset="-122"/>
            </a:endParaRPr>
          </a:p>
          <a:p>
            <a:pPr marL="457200" indent="-457200">
              <a:lnSpc>
                <a:spcPct val="90000"/>
              </a:lnSpc>
              <a:buClr>
                <a:schemeClr val="accent2"/>
              </a:buClr>
              <a:buSzPct val="85000"/>
              <a:buFont typeface="ZapfDingbats"/>
              <a:buAutoNum type="arabicPeriod"/>
            </a:pPr>
            <a:r>
              <a:rPr lang="en-US" altLang="zh-CN" sz="2400" dirty="0">
                <a:ea typeface="宋体" panose="02010600030101010101" pitchFamily="2" charset="-122"/>
              </a:rPr>
              <a:t>propagate this reachability info to all routers in AS1</a:t>
            </a:r>
            <a:endParaRPr lang="en-US" altLang="zh-CN" sz="2400" dirty="0">
              <a:ea typeface="宋体" panose="02010600030101010101" pitchFamily="2" charset="-122"/>
            </a:endParaRPr>
          </a:p>
          <a:p>
            <a:pPr marL="457200" indent="-457200">
              <a:lnSpc>
                <a:spcPct val="90000"/>
              </a:lnSpc>
              <a:buClr>
                <a:schemeClr val="accent2"/>
              </a:buClr>
              <a:buSzPct val="85000"/>
              <a:buFont typeface="ZapfDingbats"/>
              <a:buNone/>
            </a:pPr>
            <a:r>
              <a:rPr lang="en-US" altLang="zh-CN" sz="2400" dirty="0">
                <a:solidFill>
                  <a:srgbClr val="FF0000"/>
                </a:solidFill>
                <a:ea typeface="宋体" panose="02010600030101010101" pitchFamily="2" charset="-122"/>
              </a:rPr>
              <a:t>Job of inter-AS routing!</a:t>
            </a:r>
            <a:endParaRPr lang="en-US" altLang="zh-CN" sz="2400" dirty="0">
              <a:solidFill>
                <a:srgbClr val="FF0000"/>
              </a:solidFill>
              <a:ea typeface="宋体" panose="02010600030101010101" pitchFamily="2" charset="-122"/>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42" name="页脚占位符 4"/>
          <p:cNvSpPr txBox="1">
            <a:spLocks noGrp="1"/>
          </p:cNvSpPr>
          <p:nvPr>
            <p:ph type="ftr" sz="quarter" idx="11"/>
          </p:nvPr>
        </p:nvSpPr>
        <p:spPr/>
        <p:txBody>
          <a:bodyPr/>
          <a:p>
            <a:pPr marL="0" indent="0" algn="r">
              <a:spcBef>
                <a:spcPct val="0"/>
              </a:spcBef>
              <a:buClrTx/>
              <a:buSzTx/>
              <a:buFontTx/>
              <a:buNone/>
            </a:pPr>
            <a:r>
              <a:rPr lang="en-US" altLang="zh-CN" sz="1400" dirty="0">
                <a:ea typeface="宋体" panose="02010600030101010101" pitchFamily="2" charset="-122"/>
              </a:rPr>
              <a:t>Network Layer</a:t>
            </a:r>
            <a:endParaRPr lang="en-US" altLang="zh-CN" sz="1400" dirty="0">
              <a:latin typeface="Times New Roman" panose="02020603050405020304" pitchFamily="18" charset="0"/>
              <a:ea typeface="宋体" panose="02010600030101010101" pitchFamily="2" charset="-122"/>
            </a:endParaRPr>
          </a:p>
        </p:txBody>
      </p:sp>
      <p:sp>
        <p:nvSpPr>
          <p:cNvPr id="112643" name="灯片编号占位符 5"/>
          <p:cNvSpPr txBox="1">
            <a:spLocks noGrp="1"/>
          </p:cNvSpPr>
          <p:nvPr>
            <p:ph type="sldNum" sz="quarter" idx="12"/>
          </p:nvPr>
        </p:nvSpPr>
        <p:spPr/>
        <p:txBody>
          <a:bodyPr/>
          <a:p>
            <a:pPr marL="0" indent="0" algn="r">
              <a:spcBef>
                <a:spcPct val="0"/>
              </a:spcBef>
              <a:buClrTx/>
              <a:buSzTx/>
              <a:buFontTx/>
              <a:buNone/>
            </a:pPr>
            <a:r>
              <a:rPr lang="en-US" altLang="zh-CN" sz="1400" dirty="0">
                <a:ea typeface="宋体" panose="02010600030101010101" pitchFamily="2" charset="-122"/>
              </a:rPr>
              <a:t>4-</a:t>
            </a: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112644" name="Rectangle 4"/>
          <p:cNvSpPr>
            <a:spLocks noGrp="1"/>
          </p:cNvSpPr>
          <p:nvPr>
            <p:ph type="title"/>
          </p:nvPr>
        </p:nvSpPr>
        <p:spPr>
          <a:xfrm>
            <a:off x="533400" y="0"/>
            <a:ext cx="8212138" cy="1143000"/>
          </a:xfrm>
        </p:spPr>
        <p:txBody>
          <a:bodyPr vert="horz" wrap="square" lIns="91440" tIns="45720" rIns="91440" bIns="45720" anchor="ctr" anchorCtr="0"/>
          <a:p>
            <a:r>
              <a:rPr lang="en-US" altLang="zh-CN" sz="2800" dirty="0">
                <a:ea typeface="宋体" panose="02010600030101010101" pitchFamily="2" charset="-122"/>
              </a:rPr>
              <a:t>Example: Setting forwarding table in router 1d</a:t>
            </a:r>
            <a:endParaRPr lang="en-US" altLang="zh-CN" sz="2800" dirty="0">
              <a:ea typeface="宋体" panose="02010600030101010101" pitchFamily="2" charset="-122"/>
            </a:endParaRPr>
          </a:p>
        </p:txBody>
      </p:sp>
      <p:sp>
        <p:nvSpPr>
          <p:cNvPr id="112645" name="Rectangle 5"/>
          <p:cNvSpPr>
            <a:spLocks noGrp="1"/>
          </p:cNvSpPr>
          <p:nvPr>
            <p:ph idx="1"/>
          </p:nvPr>
        </p:nvSpPr>
        <p:spPr>
          <a:xfrm>
            <a:off x="325438" y="1362075"/>
            <a:ext cx="8505825" cy="3346450"/>
          </a:xfrm>
        </p:spPr>
        <p:txBody>
          <a:bodyPr vert="horz" wrap="square" lIns="91440" tIns="45720" rIns="91440" bIns="45720" anchor="t" anchorCtr="0"/>
          <a:p>
            <a:r>
              <a:rPr lang="en-US" altLang="zh-CN" sz="2400" dirty="0">
                <a:ea typeface="宋体" panose="02010600030101010101" pitchFamily="2" charset="-122"/>
              </a:rPr>
              <a:t>suppose AS1 learns (via inter-AS protocol) that subnet </a:t>
            </a:r>
            <a:r>
              <a:rPr lang="en-US" altLang="zh-CN" sz="2400" i="1" dirty="0">
                <a:solidFill>
                  <a:srgbClr val="FF0000"/>
                </a:solidFill>
                <a:ea typeface="宋体" panose="02010600030101010101" pitchFamily="2" charset="-122"/>
              </a:rPr>
              <a:t>x</a:t>
            </a:r>
            <a:r>
              <a:rPr lang="en-US" altLang="zh-CN" sz="2400" dirty="0">
                <a:ea typeface="宋体" panose="02010600030101010101" pitchFamily="2" charset="-122"/>
              </a:rPr>
              <a:t> reachable via AS3 (gateway 1c) but not via AS2.</a:t>
            </a:r>
            <a:endParaRPr lang="en-US" altLang="zh-CN" sz="2400" dirty="0">
              <a:ea typeface="宋体" panose="02010600030101010101" pitchFamily="2" charset="-122"/>
            </a:endParaRPr>
          </a:p>
          <a:p>
            <a:r>
              <a:rPr lang="en-US" altLang="zh-CN" sz="2400" dirty="0">
                <a:ea typeface="宋体" panose="02010600030101010101" pitchFamily="2" charset="-122"/>
              </a:rPr>
              <a:t>inter-AS protocol propagates reachability info to all internal routers.</a:t>
            </a:r>
            <a:endParaRPr lang="en-US" altLang="zh-CN" sz="2400" dirty="0">
              <a:ea typeface="宋体" panose="02010600030101010101" pitchFamily="2" charset="-122"/>
            </a:endParaRPr>
          </a:p>
          <a:p>
            <a:r>
              <a:rPr lang="en-US" altLang="zh-CN" sz="2400" dirty="0">
                <a:ea typeface="宋体" panose="02010600030101010101" pitchFamily="2" charset="-122"/>
              </a:rPr>
              <a:t>router 1d determines from intra-AS routing info that its interface </a:t>
            </a:r>
            <a:r>
              <a:rPr lang="en-US" altLang="zh-CN" sz="2400" i="1" dirty="0">
                <a:solidFill>
                  <a:srgbClr val="FF0000"/>
                </a:solidFill>
                <a:ea typeface="宋体" panose="02010600030101010101" pitchFamily="2" charset="-122"/>
              </a:rPr>
              <a:t>I</a:t>
            </a:r>
            <a:r>
              <a:rPr lang="en-US" altLang="zh-CN" sz="2400" dirty="0">
                <a:ea typeface="宋体" panose="02010600030101010101" pitchFamily="2" charset="-122"/>
              </a:rPr>
              <a:t>  is on the least cost path to 1c.</a:t>
            </a:r>
            <a:endParaRPr lang="en-US" altLang="zh-CN" sz="2400" dirty="0">
              <a:ea typeface="宋体" panose="02010600030101010101" pitchFamily="2" charset="-122"/>
            </a:endParaRPr>
          </a:p>
          <a:p>
            <a:pPr lvl="1"/>
            <a:r>
              <a:rPr lang="en-US" altLang="zh-CN" dirty="0">
                <a:ea typeface="宋体" panose="02010600030101010101" pitchFamily="2" charset="-122"/>
              </a:rPr>
              <a:t>installs forwarding table entry </a:t>
            </a:r>
            <a:r>
              <a:rPr lang="en-US" altLang="zh-CN" i="1" dirty="0">
                <a:solidFill>
                  <a:srgbClr val="FF0000"/>
                </a:solidFill>
                <a:ea typeface="宋体" panose="02010600030101010101" pitchFamily="2" charset="-122"/>
              </a:rPr>
              <a:t>(x,I)</a:t>
            </a:r>
            <a:endParaRPr lang="en-US" altLang="zh-CN" dirty="0">
              <a:ea typeface="宋体" panose="02010600030101010101" pitchFamily="2" charset="-122"/>
            </a:endParaRPr>
          </a:p>
        </p:txBody>
      </p:sp>
      <p:sp>
        <p:nvSpPr>
          <p:cNvPr id="112646" name="Freeform 8"/>
          <p:cNvSpPr/>
          <p:nvPr/>
        </p:nvSpPr>
        <p:spPr>
          <a:xfrm>
            <a:off x="5157788" y="4581525"/>
            <a:ext cx="2352675" cy="1511300"/>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1162" h="543">
                <a:moveTo>
                  <a:pt x="56" y="162"/>
                </a:moveTo>
                <a:cubicBezTo>
                  <a:pt x="115" y="100"/>
                  <a:pt x="221" y="28"/>
                  <a:pt x="368" y="14"/>
                </a:cubicBezTo>
                <a:cubicBezTo>
                  <a:pt x="515" y="0"/>
                  <a:pt x="811" y="42"/>
                  <a:pt x="940" y="79"/>
                </a:cubicBezTo>
                <a:cubicBezTo>
                  <a:pt x="1069" y="116"/>
                  <a:pt x="1126" y="177"/>
                  <a:pt x="1144" y="239"/>
                </a:cubicBezTo>
                <a:cubicBezTo>
                  <a:pt x="1162" y="301"/>
                  <a:pt x="1141" y="401"/>
                  <a:pt x="1048" y="451"/>
                </a:cubicBezTo>
                <a:cubicBezTo>
                  <a:pt x="955" y="501"/>
                  <a:pt x="746" y="543"/>
                  <a:pt x="586" y="541"/>
                </a:cubicBezTo>
                <a:cubicBezTo>
                  <a:pt x="426" y="539"/>
                  <a:pt x="176" y="502"/>
                  <a:pt x="88" y="439"/>
                </a:cubicBezTo>
                <a:cubicBezTo>
                  <a:pt x="0" y="376"/>
                  <a:pt x="63" y="220"/>
                  <a:pt x="56" y="162"/>
                </a:cubicBezTo>
                <a:close/>
              </a:path>
            </a:pathLst>
          </a:custGeom>
          <a:solidFill>
            <a:srgbClr val="66CCFF">
              <a:alpha val="100000"/>
            </a:srgbClr>
          </a:solidFill>
          <a:ln w="9525">
            <a:noFill/>
          </a:ln>
        </p:spPr>
        <p:txBody>
          <a:bodyPr/>
          <a:p>
            <a:endParaRPr lang="zh-CN" altLang="en-US"/>
          </a:p>
        </p:txBody>
      </p:sp>
      <p:sp>
        <p:nvSpPr>
          <p:cNvPr id="112647" name="Freeform 9"/>
          <p:cNvSpPr/>
          <p:nvPr/>
        </p:nvSpPr>
        <p:spPr>
          <a:xfrm>
            <a:off x="1331913" y="4327525"/>
            <a:ext cx="1831975" cy="1498600"/>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1198" h="451">
                <a:moveTo>
                  <a:pt x="88" y="181"/>
                </a:moveTo>
                <a:cubicBezTo>
                  <a:pt x="159" y="143"/>
                  <a:pt x="120" y="111"/>
                  <a:pt x="180" y="89"/>
                </a:cubicBezTo>
                <a:cubicBezTo>
                  <a:pt x="240" y="67"/>
                  <a:pt x="313" y="60"/>
                  <a:pt x="448" y="49"/>
                </a:cubicBezTo>
                <a:cubicBezTo>
                  <a:pt x="583" y="38"/>
                  <a:pt x="866" y="0"/>
                  <a:pt x="988" y="25"/>
                </a:cubicBezTo>
                <a:cubicBezTo>
                  <a:pt x="1110" y="50"/>
                  <a:pt x="1198" y="132"/>
                  <a:pt x="1181" y="197"/>
                </a:cubicBezTo>
                <a:cubicBezTo>
                  <a:pt x="1164" y="262"/>
                  <a:pt x="1034" y="375"/>
                  <a:pt x="889" y="413"/>
                </a:cubicBezTo>
                <a:cubicBezTo>
                  <a:pt x="744" y="451"/>
                  <a:pt x="449" y="438"/>
                  <a:pt x="307" y="425"/>
                </a:cubicBezTo>
                <a:cubicBezTo>
                  <a:pt x="165" y="412"/>
                  <a:pt x="72" y="378"/>
                  <a:pt x="36" y="337"/>
                </a:cubicBezTo>
                <a:cubicBezTo>
                  <a:pt x="0" y="296"/>
                  <a:pt x="77" y="213"/>
                  <a:pt x="88" y="181"/>
                </a:cubicBezTo>
                <a:close/>
              </a:path>
            </a:pathLst>
          </a:custGeom>
          <a:solidFill>
            <a:srgbClr val="66CCFF">
              <a:alpha val="100000"/>
            </a:srgbClr>
          </a:solidFill>
          <a:ln w="9525">
            <a:noFill/>
          </a:ln>
        </p:spPr>
        <p:txBody>
          <a:bodyPr/>
          <a:p>
            <a:endParaRPr lang="zh-CN" altLang="en-US"/>
          </a:p>
        </p:txBody>
      </p:sp>
      <p:sp>
        <p:nvSpPr>
          <p:cNvPr id="112648" name="Freeform 10"/>
          <p:cNvSpPr/>
          <p:nvPr/>
        </p:nvSpPr>
        <p:spPr>
          <a:xfrm>
            <a:off x="2514600" y="5408613"/>
            <a:ext cx="2930525" cy="1168400"/>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1583" h="682">
                <a:moveTo>
                  <a:pt x="155" y="224"/>
                </a:moveTo>
                <a:cubicBezTo>
                  <a:pt x="208" y="137"/>
                  <a:pt x="302" y="108"/>
                  <a:pt x="407" y="74"/>
                </a:cubicBezTo>
                <a:cubicBezTo>
                  <a:pt x="512" y="40"/>
                  <a:pt x="660" y="0"/>
                  <a:pt x="785" y="20"/>
                </a:cubicBezTo>
                <a:cubicBezTo>
                  <a:pt x="910" y="40"/>
                  <a:pt x="1027" y="126"/>
                  <a:pt x="1157" y="194"/>
                </a:cubicBezTo>
                <a:cubicBezTo>
                  <a:pt x="1287" y="262"/>
                  <a:pt x="1545" y="353"/>
                  <a:pt x="1564" y="428"/>
                </a:cubicBezTo>
                <a:cubicBezTo>
                  <a:pt x="1583" y="503"/>
                  <a:pt x="1417" y="606"/>
                  <a:pt x="1272" y="644"/>
                </a:cubicBezTo>
                <a:cubicBezTo>
                  <a:pt x="1127" y="682"/>
                  <a:pt x="887" y="664"/>
                  <a:pt x="690" y="656"/>
                </a:cubicBezTo>
                <a:cubicBezTo>
                  <a:pt x="493" y="648"/>
                  <a:pt x="178" y="668"/>
                  <a:pt x="89" y="596"/>
                </a:cubicBezTo>
                <a:cubicBezTo>
                  <a:pt x="0" y="524"/>
                  <a:pt x="102" y="311"/>
                  <a:pt x="155" y="224"/>
                </a:cubicBezTo>
                <a:close/>
              </a:path>
            </a:pathLst>
          </a:custGeom>
          <a:solidFill>
            <a:srgbClr val="66CCFF">
              <a:alpha val="100000"/>
            </a:srgbClr>
          </a:solidFill>
          <a:ln w="9525">
            <a:noFill/>
          </a:ln>
        </p:spPr>
        <p:txBody>
          <a:bodyPr/>
          <a:p>
            <a:endParaRPr lang="zh-CN" altLang="en-US"/>
          </a:p>
        </p:txBody>
      </p:sp>
      <p:sp>
        <p:nvSpPr>
          <p:cNvPr id="112649" name="Oval 11"/>
          <p:cNvSpPr/>
          <p:nvPr/>
        </p:nvSpPr>
        <p:spPr>
          <a:xfrm>
            <a:off x="1712913" y="5407025"/>
            <a:ext cx="457200" cy="11906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12650" name="Line 12"/>
          <p:cNvSpPr/>
          <p:nvPr/>
        </p:nvSpPr>
        <p:spPr>
          <a:xfrm>
            <a:off x="1712913" y="5395913"/>
            <a:ext cx="0" cy="74612"/>
          </a:xfrm>
          <a:prstGeom prst="line">
            <a:avLst/>
          </a:prstGeom>
          <a:ln w="12700" cap="flat" cmpd="sng">
            <a:solidFill>
              <a:schemeClr val="tx1"/>
            </a:solidFill>
            <a:prstDash val="solid"/>
            <a:headEnd type="none" w="med" len="med"/>
            <a:tailEnd type="none" w="med" len="med"/>
          </a:ln>
        </p:spPr>
      </p:sp>
      <p:sp>
        <p:nvSpPr>
          <p:cNvPr id="112651" name="Line 13"/>
          <p:cNvSpPr/>
          <p:nvPr/>
        </p:nvSpPr>
        <p:spPr>
          <a:xfrm>
            <a:off x="2170113" y="5395913"/>
            <a:ext cx="0" cy="74612"/>
          </a:xfrm>
          <a:prstGeom prst="line">
            <a:avLst/>
          </a:prstGeom>
          <a:ln w="12700" cap="flat" cmpd="sng">
            <a:solidFill>
              <a:schemeClr val="tx1"/>
            </a:solidFill>
            <a:prstDash val="solid"/>
            <a:headEnd type="none" w="med" len="med"/>
            <a:tailEnd type="none" w="med" len="med"/>
          </a:ln>
        </p:spPr>
      </p:sp>
      <p:sp>
        <p:nvSpPr>
          <p:cNvPr id="112652" name="Rectangle 14"/>
          <p:cNvSpPr/>
          <p:nvPr/>
        </p:nvSpPr>
        <p:spPr>
          <a:xfrm>
            <a:off x="1712913" y="5395913"/>
            <a:ext cx="452437" cy="73025"/>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12653" name="Oval 15"/>
          <p:cNvSpPr/>
          <p:nvPr/>
        </p:nvSpPr>
        <p:spPr>
          <a:xfrm>
            <a:off x="1708150" y="5310188"/>
            <a:ext cx="457200" cy="139700"/>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12654" name="Rectangle 16"/>
          <p:cNvSpPr/>
          <p:nvPr/>
        </p:nvSpPr>
        <p:spPr>
          <a:xfrm>
            <a:off x="1835150" y="5329238"/>
            <a:ext cx="206375" cy="18256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12655" name="Text Box 17"/>
          <p:cNvSpPr txBox="1"/>
          <p:nvPr/>
        </p:nvSpPr>
        <p:spPr>
          <a:xfrm>
            <a:off x="1698625" y="5238750"/>
            <a:ext cx="490538"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000" dirty="0">
                <a:ea typeface="宋体" panose="02010600030101010101" pitchFamily="2" charset="-122"/>
              </a:rPr>
              <a:t>3b</a:t>
            </a:r>
            <a:endParaRPr lang="en-US" altLang="zh-CN" sz="2400" dirty="0">
              <a:latin typeface="Times New Roman" panose="02020603050405020304" pitchFamily="18" charset="0"/>
              <a:ea typeface="宋体" panose="02010600030101010101" pitchFamily="2" charset="-122"/>
            </a:endParaRPr>
          </a:p>
        </p:txBody>
      </p:sp>
      <p:sp>
        <p:nvSpPr>
          <p:cNvPr id="112656" name="Oval 18"/>
          <p:cNvSpPr/>
          <p:nvPr/>
        </p:nvSpPr>
        <p:spPr>
          <a:xfrm>
            <a:off x="3490913" y="6300788"/>
            <a:ext cx="457200" cy="119062"/>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12657" name="Line 19"/>
          <p:cNvSpPr/>
          <p:nvPr/>
        </p:nvSpPr>
        <p:spPr>
          <a:xfrm>
            <a:off x="3490913" y="6289675"/>
            <a:ext cx="0" cy="74613"/>
          </a:xfrm>
          <a:prstGeom prst="line">
            <a:avLst/>
          </a:prstGeom>
          <a:ln w="12700" cap="flat" cmpd="sng">
            <a:solidFill>
              <a:schemeClr val="tx1"/>
            </a:solidFill>
            <a:prstDash val="solid"/>
            <a:headEnd type="none" w="med" len="med"/>
            <a:tailEnd type="none" w="med" len="med"/>
          </a:ln>
        </p:spPr>
      </p:sp>
      <p:sp>
        <p:nvSpPr>
          <p:cNvPr id="112658" name="Line 20"/>
          <p:cNvSpPr/>
          <p:nvPr/>
        </p:nvSpPr>
        <p:spPr>
          <a:xfrm>
            <a:off x="3948113" y="6289675"/>
            <a:ext cx="0" cy="74613"/>
          </a:xfrm>
          <a:prstGeom prst="line">
            <a:avLst/>
          </a:prstGeom>
          <a:ln w="12700" cap="flat" cmpd="sng">
            <a:solidFill>
              <a:schemeClr val="tx1"/>
            </a:solidFill>
            <a:prstDash val="solid"/>
            <a:headEnd type="none" w="med" len="med"/>
            <a:tailEnd type="none" w="med" len="med"/>
          </a:ln>
        </p:spPr>
      </p:sp>
      <p:sp>
        <p:nvSpPr>
          <p:cNvPr id="112659" name="Rectangle 21"/>
          <p:cNvSpPr/>
          <p:nvPr/>
        </p:nvSpPr>
        <p:spPr>
          <a:xfrm>
            <a:off x="3490913" y="6289675"/>
            <a:ext cx="452437" cy="73025"/>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12660" name="Oval 22"/>
          <p:cNvSpPr/>
          <p:nvPr/>
        </p:nvSpPr>
        <p:spPr>
          <a:xfrm>
            <a:off x="3486150" y="6203950"/>
            <a:ext cx="457200" cy="139700"/>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12661" name="Group 23"/>
          <p:cNvGrpSpPr/>
          <p:nvPr/>
        </p:nvGrpSpPr>
        <p:grpSpPr>
          <a:xfrm>
            <a:off x="3500438" y="6122988"/>
            <a:ext cx="447675" cy="396875"/>
            <a:chOff x="2904" y="2429"/>
            <a:chExt cx="309" cy="269"/>
          </a:xfrm>
        </p:grpSpPr>
        <p:sp>
          <p:nvSpPr>
            <p:cNvPr id="112756" name="Rectangle 24"/>
            <p:cNvSpPr/>
            <p:nvPr/>
          </p:nvSpPr>
          <p:spPr>
            <a:xfrm>
              <a:off x="2982" y="2490"/>
              <a:ext cx="144" cy="1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12757" name="Text Box 25"/>
            <p:cNvSpPr txBox="1"/>
            <p:nvPr/>
          </p:nvSpPr>
          <p:spPr>
            <a:xfrm>
              <a:off x="2904" y="2429"/>
              <a:ext cx="309" cy="269"/>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000" dirty="0">
                  <a:ea typeface="宋体" panose="02010600030101010101" pitchFamily="2" charset="-122"/>
                </a:rPr>
                <a:t>1d</a:t>
              </a:r>
              <a:endParaRPr lang="en-US" altLang="zh-CN" sz="2000" dirty="0">
                <a:ea typeface="宋体" panose="02010600030101010101" pitchFamily="2" charset="-122"/>
              </a:endParaRPr>
            </a:p>
          </p:txBody>
        </p:sp>
      </p:grpSp>
      <p:sp>
        <p:nvSpPr>
          <p:cNvPr id="112662" name="Oval 26"/>
          <p:cNvSpPr/>
          <p:nvPr/>
        </p:nvSpPr>
        <p:spPr>
          <a:xfrm>
            <a:off x="2532063" y="5211763"/>
            <a:ext cx="457200" cy="120650"/>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12663" name="Line 27"/>
          <p:cNvSpPr/>
          <p:nvPr/>
        </p:nvSpPr>
        <p:spPr>
          <a:xfrm>
            <a:off x="2532063" y="5202238"/>
            <a:ext cx="0" cy="73025"/>
          </a:xfrm>
          <a:prstGeom prst="line">
            <a:avLst/>
          </a:prstGeom>
          <a:ln w="12700" cap="flat" cmpd="sng">
            <a:solidFill>
              <a:schemeClr val="tx1"/>
            </a:solidFill>
            <a:prstDash val="solid"/>
            <a:headEnd type="none" w="med" len="med"/>
            <a:tailEnd type="none" w="med" len="med"/>
          </a:ln>
        </p:spPr>
      </p:sp>
      <p:sp>
        <p:nvSpPr>
          <p:cNvPr id="112664" name="Line 28"/>
          <p:cNvSpPr/>
          <p:nvPr/>
        </p:nvSpPr>
        <p:spPr>
          <a:xfrm>
            <a:off x="2989263" y="5202238"/>
            <a:ext cx="0" cy="73025"/>
          </a:xfrm>
          <a:prstGeom prst="line">
            <a:avLst/>
          </a:prstGeom>
          <a:ln w="12700" cap="flat" cmpd="sng">
            <a:solidFill>
              <a:schemeClr val="tx1"/>
            </a:solidFill>
            <a:prstDash val="solid"/>
            <a:headEnd type="none" w="med" len="med"/>
            <a:tailEnd type="none" w="med" len="med"/>
          </a:ln>
        </p:spPr>
      </p:sp>
      <p:sp>
        <p:nvSpPr>
          <p:cNvPr id="112665" name="Rectangle 29"/>
          <p:cNvSpPr/>
          <p:nvPr/>
        </p:nvSpPr>
        <p:spPr>
          <a:xfrm>
            <a:off x="2532063" y="5202238"/>
            <a:ext cx="452437" cy="71437"/>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12666" name="Oval 30"/>
          <p:cNvSpPr/>
          <p:nvPr/>
        </p:nvSpPr>
        <p:spPr>
          <a:xfrm>
            <a:off x="2527300" y="5114925"/>
            <a:ext cx="457200" cy="139700"/>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12667" name="Rectangle 31"/>
          <p:cNvSpPr/>
          <p:nvPr/>
        </p:nvSpPr>
        <p:spPr>
          <a:xfrm>
            <a:off x="2654300" y="5133975"/>
            <a:ext cx="207963" cy="161925"/>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12668" name="Text Box 32"/>
          <p:cNvSpPr txBox="1"/>
          <p:nvPr/>
        </p:nvSpPr>
        <p:spPr>
          <a:xfrm>
            <a:off x="2528888" y="5043488"/>
            <a:ext cx="469900"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000" dirty="0">
                <a:ea typeface="宋体" panose="02010600030101010101" pitchFamily="2" charset="-122"/>
              </a:rPr>
              <a:t>3a</a:t>
            </a:r>
            <a:endParaRPr lang="en-US" altLang="zh-CN" sz="2400" dirty="0">
              <a:latin typeface="Times New Roman" panose="02020603050405020304" pitchFamily="18" charset="0"/>
              <a:ea typeface="宋体" panose="02010600030101010101" pitchFamily="2" charset="-122"/>
            </a:endParaRPr>
          </a:p>
        </p:txBody>
      </p:sp>
      <p:sp>
        <p:nvSpPr>
          <p:cNvPr id="112669" name="Oval 33"/>
          <p:cNvSpPr/>
          <p:nvPr/>
        </p:nvSpPr>
        <p:spPr>
          <a:xfrm>
            <a:off x="3438525" y="5716588"/>
            <a:ext cx="457200" cy="119062"/>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12670" name="Line 34"/>
          <p:cNvSpPr/>
          <p:nvPr/>
        </p:nvSpPr>
        <p:spPr>
          <a:xfrm>
            <a:off x="3438525" y="5707063"/>
            <a:ext cx="0" cy="73025"/>
          </a:xfrm>
          <a:prstGeom prst="line">
            <a:avLst/>
          </a:prstGeom>
          <a:ln w="12700" cap="flat" cmpd="sng">
            <a:solidFill>
              <a:schemeClr val="tx1"/>
            </a:solidFill>
            <a:prstDash val="solid"/>
            <a:headEnd type="none" w="med" len="med"/>
            <a:tailEnd type="none" w="med" len="med"/>
          </a:ln>
        </p:spPr>
      </p:sp>
      <p:sp>
        <p:nvSpPr>
          <p:cNvPr id="112671" name="Line 35"/>
          <p:cNvSpPr/>
          <p:nvPr/>
        </p:nvSpPr>
        <p:spPr>
          <a:xfrm>
            <a:off x="3895725" y="5707063"/>
            <a:ext cx="0" cy="73025"/>
          </a:xfrm>
          <a:prstGeom prst="line">
            <a:avLst/>
          </a:prstGeom>
          <a:ln w="12700" cap="flat" cmpd="sng">
            <a:solidFill>
              <a:schemeClr val="tx1"/>
            </a:solidFill>
            <a:prstDash val="solid"/>
            <a:headEnd type="none" w="med" len="med"/>
            <a:tailEnd type="none" w="med" len="med"/>
          </a:ln>
        </p:spPr>
      </p:sp>
      <p:sp>
        <p:nvSpPr>
          <p:cNvPr id="112672" name="Rectangle 36"/>
          <p:cNvSpPr/>
          <p:nvPr/>
        </p:nvSpPr>
        <p:spPr>
          <a:xfrm>
            <a:off x="3438525" y="5707063"/>
            <a:ext cx="452438" cy="71437"/>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12673" name="Oval 37"/>
          <p:cNvSpPr/>
          <p:nvPr/>
        </p:nvSpPr>
        <p:spPr>
          <a:xfrm>
            <a:off x="3433763" y="5619750"/>
            <a:ext cx="457200" cy="139700"/>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12674" name="Group 38"/>
          <p:cNvGrpSpPr/>
          <p:nvPr/>
        </p:nvGrpSpPr>
        <p:grpSpPr>
          <a:xfrm>
            <a:off x="3452813" y="5540375"/>
            <a:ext cx="427037" cy="395288"/>
            <a:chOff x="2907" y="2429"/>
            <a:chExt cx="301" cy="269"/>
          </a:xfrm>
        </p:grpSpPr>
        <p:sp>
          <p:nvSpPr>
            <p:cNvPr id="112754" name="Rectangle 39"/>
            <p:cNvSpPr/>
            <p:nvPr/>
          </p:nvSpPr>
          <p:spPr>
            <a:xfrm>
              <a:off x="2982" y="2490"/>
              <a:ext cx="144" cy="1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12755" name="Text Box 40"/>
            <p:cNvSpPr txBox="1"/>
            <p:nvPr/>
          </p:nvSpPr>
          <p:spPr>
            <a:xfrm>
              <a:off x="2907" y="2429"/>
              <a:ext cx="301" cy="269"/>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000" dirty="0">
                  <a:ea typeface="宋体" panose="02010600030101010101" pitchFamily="2" charset="-122"/>
                </a:rPr>
                <a:t>1c</a:t>
              </a:r>
              <a:endParaRPr lang="en-US" altLang="zh-CN" sz="2000" dirty="0">
                <a:ea typeface="宋体" panose="02010600030101010101" pitchFamily="2" charset="-122"/>
              </a:endParaRPr>
            </a:p>
          </p:txBody>
        </p:sp>
      </p:grpSp>
      <p:sp>
        <p:nvSpPr>
          <p:cNvPr id="112675" name="Line 41"/>
          <p:cNvSpPr/>
          <p:nvPr/>
        </p:nvSpPr>
        <p:spPr>
          <a:xfrm>
            <a:off x="6059488" y="5438775"/>
            <a:ext cx="449262" cy="142875"/>
          </a:xfrm>
          <a:prstGeom prst="line">
            <a:avLst/>
          </a:prstGeom>
          <a:ln w="28575" cap="flat" cmpd="sng">
            <a:solidFill>
              <a:schemeClr val="tx1"/>
            </a:solidFill>
            <a:prstDash val="solid"/>
            <a:headEnd type="none" w="med" len="med"/>
            <a:tailEnd type="none" w="med" len="med"/>
          </a:ln>
        </p:spPr>
      </p:sp>
      <p:sp>
        <p:nvSpPr>
          <p:cNvPr id="112676" name="Line 42"/>
          <p:cNvSpPr/>
          <p:nvPr/>
        </p:nvSpPr>
        <p:spPr>
          <a:xfrm>
            <a:off x="6532563" y="5327650"/>
            <a:ext cx="133350" cy="171450"/>
          </a:xfrm>
          <a:prstGeom prst="line">
            <a:avLst/>
          </a:prstGeom>
          <a:ln w="28575" cap="flat" cmpd="sng">
            <a:solidFill>
              <a:schemeClr val="tx1"/>
            </a:solidFill>
            <a:prstDash val="solid"/>
            <a:headEnd type="none" w="med" len="med"/>
            <a:tailEnd type="none" w="med" len="med"/>
          </a:ln>
        </p:spPr>
      </p:sp>
      <p:sp>
        <p:nvSpPr>
          <p:cNvPr id="112677" name="Line 43"/>
          <p:cNvSpPr/>
          <p:nvPr/>
        </p:nvSpPr>
        <p:spPr>
          <a:xfrm flipV="1">
            <a:off x="5959475" y="5262563"/>
            <a:ext cx="166688" cy="112712"/>
          </a:xfrm>
          <a:prstGeom prst="line">
            <a:avLst/>
          </a:prstGeom>
          <a:ln w="28575" cap="flat" cmpd="sng">
            <a:solidFill>
              <a:schemeClr val="tx1"/>
            </a:solidFill>
            <a:prstDash val="solid"/>
            <a:headEnd type="none" w="med" len="med"/>
            <a:tailEnd type="none" w="med" len="med"/>
          </a:ln>
        </p:spPr>
      </p:sp>
      <p:sp>
        <p:nvSpPr>
          <p:cNvPr id="112678" name="Freeform 44"/>
          <p:cNvSpPr/>
          <p:nvPr/>
        </p:nvSpPr>
        <p:spPr>
          <a:xfrm>
            <a:off x="3944938" y="6197600"/>
            <a:ext cx="385762" cy="120650"/>
          </a:xfrm>
          <a:custGeom>
            <a:avLst/>
            <a:gdLst/>
            <a:ahLst/>
            <a:cxnLst>
              <a:cxn ang="0">
                <a:pos x="0" y="2147483646"/>
              </a:cxn>
              <a:cxn ang="0">
                <a:pos x="2147483646" y="0"/>
              </a:cxn>
            </a:cxnLst>
            <a:pathLst>
              <a:path w="264" h="82">
                <a:moveTo>
                  <a:pt x="0" y="82"/>
                </a:moveTo>
                <a:lnTo>
                  <a:pt x="264" y="0"/>
                </a:lnTo>
              </a:path>
            </a:pathLst>
          </a:custGeom>
          <a:noFill/>
          <a:ln w="28575" cap="flat" cmpd="sng">
            <a:solidFill>
              <a:schemeClr val="tx1">
                <a:alpha val="100000"/>
              </a:schemeClr>
            </a:solidFill>
            <a:prstDash val="solid"/>
            <a:round/>
            <a:headEnd type="none" w="med" len="med"/>
            <a:tailEnd type="none" w="med" len="med"/>
          </a:ln>
        </p:spPr>
        <p:txBody>
          <a:bodyPr/>
          <a:p>
            <a:endParaRPr lang="zh-CN" altLang="en-US"/>
          </a:p>
        </p:txBody>
      </p:sp>
      <p:sp>
        <p:nvSpPr>
          <p:cNvPr id="112679" name="Freeform 45"/>
          <p:cNvSpPr/>
          <p:nvPr/>
        </p:nvSpPr>
        <p:spPr>
          <a:xfrm>
            <a:off x="3273425" y="6143625"/>
            <a:ext cx="222250" cy="174625"/>
          </a:xfrm>
          <a:custGeom>
            <a:avLst/>
            <a:gdLst/>
            <a:ahLst/>
            <a:cxnLst>
              <a:cxn ang="0">
                <a:pos x="0" y="0"/>
              </a:cxn>
              <a:cxn ang="0">
                <a:pos x="2147483646" y="2147483646"/>
              </a:cxn>
            </a:cxnLst>
            <a:pathLst>
              <a:path w="152" h="118">
                <a:moveTo>
                  <a:pt x="0" y="0"/>
                </a:moveTo>
                <a:lnTo>
                  <a:pt x="152" y="118"/>
                </a:lnTo>
              </a:path>
            </a:pathLst>
          </a:custGeom>
          <a:noFill/>
          <a:ln w="28575" cap="flat" cmpd="sng">
            <a:solidFill>
              <a:schemeClr val="tx1">
                <a:alpha val="100000"/>
              </a:schemeClr>
            </a:solidFill>
            <a:prstDash val="solid"/>
            <a:round/>
            <a:headEnd type="none" w="med" len="med"/>
            <a:tailEnd type="none" w="med" len="med"/>
          </a:ln>
        </p:spPr>
        <p:txBody>
          <a:bodyPr/>
          <a:p>
            <a:endParaRPr lang="zh-CN" altLang="en-US"/>
          </a:p>
        </p:txBody>
      </p:sp>
      <p:sp>
        <p:nvSpPr>
          <p:cNvPr id="112680" name="Freeform 46"/>
          <p:cNvSpPr/>
          <p:nvPr/>
        </p:nvSpPr>
        <p:spPr>
          <a:xfrm>
            <a:off x="3454400" y="6040438"/>
            <a:ext cx="823913" cy="122237"/>
          </a:xfrm>
          <a:custGeom>
            <a:avLst/>
            <a:gdLst/>
            <a:ahLst/>
            <a:cxnLst>
              <a:cxn ang="0">
                <a:pos x="0" y="0"/>
              </a:cxn>
              <a:cxn ang="0">
                <a:pos x="2147483646" y="2147483646"/>
              </a:cxn>
            </a:cxnLst>
            <a:pathLst>
              <a:path w="564" h="82">
                <a:moveTo>
                  <a:pt x="0" y="0"/>
                </a:moveTo>
                <a:lnTo>
                  <a:pt x="564" y="82"/>
                </a:lnTo>
              </a:path>
            </a:pathLst>
          </a:custGeom>
          <a:noFill/>
          <a:ln w="28575" cap="flat" cmpd="sng">
            <a:solidFill>
              <a:schemeClr val="tx1">
                <a:alpha val="100000"/>
              </a:schemeClr>
            </a:solidFill>
            <a:prstDash val="solid"/>
            <a:round/>
            <a:headEnd type="none" w="med" len="med"/>
            <a:tailEnd type="none" w="med" len="med"/>
          </a:ln>
        </p:spPr>
        <p:txBody>
          <a:bodyPr/>
          <a:p>
            <a:endParaRPr lang="zh-CN" altLang="en-US"/>
          </a:p>
        </p:txBody>
      </p:sp>
      <p:sp>
        <p:nvSpPr>
          <p:cNvPr id="112681" name="Freeform 47"/>
          <p:cNvSpPr/>
          <p:nvPr/>
        </p:nvSpPr>
        <p:spPr>
          <a:xfrm>
            <a:off x="3363913" y="5802313"/>
            <a:ext cx="111125" cy="138112"/>
          </a:xfrm>
          <a:custGeom>
            <a:avLst/>
            <a:gdLst/>
            <a:ahLst/>
            <a:cxnLst>
              <a:cxn ang="0">
                <a:pos x="0" y="2147483646"/>
              </a:cxn>
              <a:cxn ang="0">
                <a:pos x="2147483646" y="0"/>
              </a:cxn>
            </a:cxnLst>
            <a:pathLst>
              <a:path w="76" h="94">
                <a:moveTo>
                  <a:pt x="0" y="94"/>
                </a:moveTo>
                <a:lnTo>
                  <a:pt x="76" y="0"/>
                </a:lnTo>
              </a:path>
            </a:pathLst>
          </a:custGeom>
          <a:noFill/>
          <a:ln w="28575" cap="flat" cmpd="sng">
            <a:solidFill>
              <a:schemeClr val="tx1">
                <a:alpha val="100000"/>
              </a:schemeClr>
            </a:solidFill>
            <a:prstDash val="solid"/>
            <a:round/>
            <a:headEnd type="none" w="med" len="med"/>
            <a:tailEnd type="none" w="med" len="med"/>
          </a:ln>
        </p:spPr>
        <p:txBody>
          <a:bodyPr/>
          <a:p>
            <a:endParaRPr lang="zh-CN" altLang="en-US"/>
          </a:p>
        </p:txBody>
      </p:sp>
      <p:sp>
        <p:nvSpPr>
          <p:cNvPr id="112682" name="Freeform 48"/>
          <p:cNvSpPr/>
          <p:nvPr/>
        </p:nvSpPr>
        <p:spPr>
          <a:xfrm>
            <a:off x="2159000" y="5248275"/>
            <a:ext cx="366713" cy="168275"/>
          </a:xfrm>
          <a:custGeom>
            <a:avLst/>
            <a:gdLst/>
            <a:ahLst/>
            <a:cxnLst>
              <a:cxn ang="0">
                <a:pos x="0" y="2147483646"/>
              </a:cxn>
              <a:cxn ang="0">
                <a:pos x="2147483646" y="0"/>
              </a:cxn>
            </a:cxnLst>
            <a:pathLst>
              <a:path w="252" h="114">
                <a:moveTo>
                  <a:pt x="0" y="114"/>
                </a:moveTo>
                <a:lnTo>
                  <a:pt x="252" y="0"/>
                </a:lnTo>
              </a:path>
            </a:pathLst>
          </a:custGeom>
          <a:noFill/>
          <a:ln w="28575" cap="flat" cmpd="sng">
            <a:solidFill>
              <a:schemeClr val="tx1">
                <a:alpha val="100000"/>
              </a:schemeClr>
            </a:solidFill>
            <a:prstDash val="solid"/>
            <a:round/>
            <a:headEnd type="none" w="med" len="med"/>
            <a:tailEnd type="none" w="med" len="med"/>
          </a:ln>
        </p:spPr>
        <p:txBody>
          <a:bodyPr/>
          <a:p>
            <a:endParaRPr lang="zh-CN" altLang="en-US"/>
          </a:p>
        </p:txBody>
      </p:sp>
      <p:sp>
        <p:nvSpPr>
          <p:cNvPr id="112683" name="Freeform 49"/>
          <p:cNvSpPr/>
          <p:nvPr/>
        </p:nvSpPr>
        <p:spPr>
          <a:xfrm>
            <a:off x="2794000" y="5335588"/>
            <a:ext cx="649288" cy="381000"/>
          </a:xfrm>
          <a:custGeom>
            <a:avLst/>
            <a:gdLst/>
            <a:ahLst/>
            <a:cxnLst>
              <a:cxn ang="0">
                <a:pos x="0" y="0"/>
              </a:cxn>
              <a:cxn ang="0">
                <a:pos x="2147483646" y="2147483646"/>
              </a:cxn>
            </a:cxnLst>
            <a:pathLst>
              <a:path w="444" h="258">
                <a:moveTo>
                  <a:pt x="0" y="0"/>
                </a:moveTo>
                <a:lnTo>
                  <a:pt x="444" y="258"/>
                </a:lnTo>
              </a:path>
            </a:pathLst>
          </a:custGeom>
          <a:noFill/>
          <a:ln w="28575" cap="flat" cmpd="sng">
            <a:solidFill>
              <a:schemeClr val="tx1">
                <a:alpha val="100000"/>
              </a:schemeClr>
            </a:solidFill>
            <a:prstDash val="solid"/>
            <a:round/>
            <a:headEnd type="none" w="med" len="med"/>
            <a:tailEnd type="none" w="med" len="med"/>
          </a:ln>
        </p:spPr>
        <p:txBody>
          <a:bodyPr/>
          <a:p>
            <a:endParaRPr lang="zh-CN" altLang="en-US"/>
          </a:p>
        </p:txBody>
      </p:sp>
      <p:sp>
        <p:nvSpPr>
          <p:cNvPr id="112684" name="Freeform 50"/>
          <p:cNvSpPr/>
          <p:nvPr/>
        </p:nvSpPr>
        <p:spPr>
          <a:xfrm>
            <a:off x="4727575" y="5510213"/>
            <a:ext cx="955675" cy="619125"/>
          </a:xfrm>
          <a:custGeom>
            <a:avLst/>
            <a:gdLst/>
            <a:ahLst/>
            <a:cxnLst>
              <a:cxn ang="0">
                <a:pos x="0" y="2147483646"/>
              </a:cxn>
              <a:cxn ang="0">
                <a:pos x="2147483646" y="0"/>
              </a:cxn>
            </a:cxnLst>
            <a:pathLst>
              <a:path w="654" h="420">
                <a:moveTo>
                  <a:pt x="0" y="420"/>
                </a:moveTo>
                <a:lnTo>
                  <a:pt x="654" y="0"/>
                </a:lnTo>
              </a:path>
            </a:pathLst>
          </a:custGeom>
          <a:noFill/>
          <a:ln w="28575" cap="flat" cmpd="sng">
            <a:solidFill>
              <a:schemeClr val="tx1">
                <a:alpha val="100000"/>
              </a:schemeClr>
            </a:solidFill>
            <a:prstDash val="solid"/>
            <a:round/>
            <a:headEnd type="none" w="med" len="med"/>
            <a:tailEnd type="none" w="med" len="med"/>
          </a:ln>
        </p:spPr>
        <p:txBody>
          <a:bodyPr/>
          <a:p>
            <a:endParaRPr lang="zh-CN" altLang="en-US"/>
          </a:p>
        </p:txBody>
      </p:sp>
      <p:sp>
        <p:nvSpPr>
          <p:cNvPr id="112685" name="Oval 51"/>
          <p:cNvSpPr/>
          <p:nvPr/>
        </p:nvSpPr>
        <p:spPr>
          <a:xfrm>
            <a:off x="5602288" y="5416550"/>
            <a:ext cx="457200" cy="11906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12686" name="Line 52"/>
          <p:cNvSpPr/>
          <p:nvPr/>
        </p:nvSpPr>
        <p:spPr>
          <a:xfrm>
            <a:off x="5602288" y="5405438"/>
            <a:ext cx="0" cy="73025"/>
          </a:xfrm>
          <a:prstGeom prst="line">
            <a:avLst/>
          </a:prstGeom>
          <a:ln w="12700" cap="flat" cmpd="sng">
            <a:solidFill>
              <a:schemeClr val="tx1"/>
            </a:solidFill>
            <a:prstDash val="solid"/>
            <a:headEnd type="none" w="med" len="med"/>
            <a:tailEnd type="none" w="med" len="med"/>
          </a:ln>
        </p:spPr>
      </p:sp>
      <p:sp>
        <p:nvSpPr>
          <p:cNvPr id="112687" name="Line 53"/>
          <p:cNvSpPr/>
          <p:nvPr/>
        </p:nvSpPr>
        <p:spPr>
          <a:xfrm>
            <a:off x="6059488" y="5405438"/>
            <a:ext cx="0" cy="73025"/>
          </a:xfrm>
          <a:prstGeom prst="line">
            <a:avLst/>
          </a:prstGeom>
          <a:ln w="12700" cap="flat" cmpd="sng">
            <a:solidFill>
              <a:schemeClr val="tx1"/>
            </a:solidFill>
            <a:prstDash val="solid"/>
            <a:headEnd type="none" w="med" len="med"/>
            <a:tailEnd type="none" w="med" len="med"/>
          </a:ln>
        </p:spPr>
      </p:sp>
      <p:sp>
        <p:nvSpPr>
          <p:cNvPr id="112688" name="Rectangle 54"/>
          <p:cNvSpPr/>
          <p:nvPr/>
        </p:nvSpPr>
        <p:spPr>
          <a:xfrm>
            <a:off x="5602288" y="5405438"/>
            <a:ext cx="452437" cy="73025"/>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12689" name="Oval 55"/>
          <p:cNvSpPr/>
          <p:nvPr/>
        </p:nvSpPr>
        <p:spPr>
          <a:xfrm>
            <a:off x="5597525" y="5318125"/>
            <a:ext cx="457200" cy="139700"/>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12690" name="Rectangle 56"/>
          <p:cNvSpPr/>
          <p:nvPr/>
        </p:nvSpPr>
        <p:spPr>
          <a:xfrm>
            <a:off x="5724525" y="5337175"/>
            <a:ext cx="206375" cy="177800"/>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12691" name="Text Box 57"/>
          <p:cNvSpPr txBox="1"/>
          <p:nvPr/>
        </p:nvSpPr>
        <p:spPr>
          <a:xfrm>
            <a:off x="5597525" y="5248275"/>
            <a:ext cx="469900"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000" dirty="0">
                <a:ea typeface="宋体" panose="02010600030101010101" pitchFamily="2" charset="-122"/>
              </a:rPr>
              <a:t>2a</a:t>
            </a:r>
            <a:endParaRPr lang="en-US" altLang="zh-CN" sz="2400" dirty="0">
              <a:latin typeface="Times New Roman" panose="02020603050405020304" pitchFamily="18" charset="0"/>
              <a:ea typeface="宋体" panose="02010600030101010101" pitchFamily="2" charset="-122"/>
            </a:endParaRPr>
          </a:p>
        </p:txBody>
      </p:sp>
      <p:sp>
        <p:nvSpPr>
          <p:cNvPr id="112692" name="Text Box 58"/>
          <p:cNvSpPr txBox="1"/>
          <p:nvPr/>
        </p:nvSpPr>
        <p:spPr>
          <a:xfrm>
            <a:off x="2146300" y="5376863"/>
            <a:ext cx="701675"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2000" dirty="0">
                <a:solidFill>
                  <a:schemeClr val="bg1"/>
                </a:solidFill>
                <a:ea typeface="宋体" panose="02010600030101010101" pitchFamily="2" charset="-122"/>
              </a:rPr>
              <a:t>AS3</a:t>
            </a:r>
            <a:endParaRPr lang="en-US" altLang="zh-CN" sz="1800" dirty="0">
              <a:solidFill>
                <a:schemeClr val="bg1"/>
              </a:solidFill>
              <a:ea typeface="宋体" panose="02010600030101010101" pitchFamily="2" charset="-122"/>
            </a:endParaRPr>
          </a:p>
        </p:txBody>
      </p:sp>
      <p:sp>
        <p:nvSpPr>
          <p:cNvPr id="112693" name="Text Box 59"/>
          <p:cNvSpPr txBox="1"/>
          <p:nvPr/>
        </p:nvSpPr>
        <p:spPr>
          <a:xfrm>
            <a:off x="4721225" y="6049963"/>
            <a:ext cx="660400"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2000" dirty="0">
                <a:solidFill>
                  <a:schemeClr val="bg1"/>
                </a:solidFill>
                <a:ea typeface="宋体" panose="02010600030101010101" pitchFamily="2" charset="-122"/>
              </a:rPr>
              <a:t>AS1</a:t>
            </a:r>
            <a:endParaRPr lang="en-US" altLang="zh-CN" sz="1800" dirty="0">
              <a:solidFill>
                <a:schemeClr val="bg1"/>
              </a:solidFill>
              <a:ea typeface="宋体" panose="02010600030101010101" pitchFamily="2" charset="-122"/>
            </a:endParaRPr>
          </a:p>
        </p:txBody>
      </p:sp>
      <p:sp>
        <p:nvSpPr>
          <p:cNvPr id="112694" name="Text Box 60"/>
          <p:cNvSpPr txBox="1"/>
          <p:nvPr/>
        </p:nvSpPr>
        <p:spPr>
          <a:xfrm>
            <a:off x="6013450" y="5648325"/>
            <a:ext cx="701675"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2000" dirty="0">
                <a:solidFill>
                  <a:schemeClr val="bg1"/>
                </a:solidFill>
                <a:ea typeface="宋体" panose="02010600030101010101" pitchFamily="2" charset="-122"/>
              </a:rPr>
              <a:t>AS2</a:t>
            </a:r>
            <a:endParaRPr lang="en-US" altLang="zh-CN" sz="2000" dirty="0">
              <a:solidFill>
                <a:schemeClr val="bg1"/>
              </a:solidFill>
              <a:ea typeface="宋体" panose="02010600030101010101" pitchFamily="2" charset="-122"/>
            </a:endParaRPr>
          </a:p>
        </p:txBody>
      </p:sp>
      <p:sp>
        <p:nvSpPr>
          <p:cNvPr id="112695" name="Oval 61"/>
          <p:cNvSpPr/>
          <p:nvPr/>
        </p:nvSpPr>
        <p:spPr>
          <a:xfrm>
            <a:off x="2992438" y="6026150"/>
            <a:ext cx="457200" cy="11906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12696" name="Line 62"/>
          <p:cNvSpPr/>
          <p:nvPr/>
        </p:nvSpPr>
        <p:spPr>
          <a:xfrm>
            <a:off x="2992438" y="6016625"/>
            <a:ext cx="0" cy="73025"/>
          </a:xfrm>
          <a:prstGeom prst="line">
            <a:avLst/>
          </a:prstGeom>
          <a:ln w="12700" cap="flat" cmpd="sng">
            <a:solidFill>
              <a:schemeClr val="tx1"/>
            </a:solidFill>
            <a:prstDash val="solid"/>
            <a:headEnd type="none" w="med" len="med"/>
            <a:tailEnd type="none" w="med" len="med"/>
          </a:ln>
        </p:spPr>
      </p:sp>
      <p:sp>
        <p:nvSpPr>
          <p:cNvPr id="112697" name="Line 63"/>
          <p:cNvSpPr/>
          <p:nvPr/>
        </p:nvSpPr>
        <p:spPr>
          <a:xfrm>
            <a:off x="3449638" y="6016625"/>
            <a:ext cx="0" cy="73025"/>
          </a:xfrm>
          <a:prstGeom prst="line">
            <a:avLst/>
          </a:prstGeom>
          <a:ln w="12700" cap="flat" cmpd="sng">
            <a:solidFill>
              <a:schemeClr val="tx1"/>
            </a:solidFill>
            <a:prstDash val="solid"/>
            <a:headEnd type="none" w="med" len="med"/>
            <a:tailEnd type="none" w="med" len="med"/>
          </a:ln>
        </p:spPr>
      </p:sp>
      <p:sp>
        <p:nvSpPr>
          <p:cNvPr id="112698" name="Rectangle 64"/>
          <p:cNvSpPr/>
          <p:nvPr/>
        </p:nvSpPr>
        <p:spPr>
          <a:xfrm>
            <a:off x="2992438" y="6016625"/>
            <a:ext cx="452437" cy="71438"/>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12699" name="Oval 65"/>
          <p:cNvSpPr/>
          <p:nvPr/>
        </p:nvSpPr>
        <p:spPr>
          <a:xfrm>
            <a:off x="2987675" y="5935663"/>
            <a:ext cx="457200" cy="139700"/>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12700" name="Rectangle 66"/>
          <p:cNvSpPr/>
          <p:nvPr/>
        </p:nvSpPr>
        <p:spPr>
          <a:xfrm>
            <a:off x="3111500" y="5975350"/>
            <a:ext cx="207963" cy="141288"/>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12701" name="Text Box 67"/>
          <p:cNvSpPr txBox="1"/>
          <p:nvPr/>
        </p:nvSpPr>
        <p:spPr>
          <a:xfrm>
            <a:off x="3011488" y="5854700"/>
            <a:ext cx="428625"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000" dirty="0">
                <a:ea typeface="宋体" panose="02010600030101010101" pitchFamily="2" charset="-122"/>
              </a:rPr>
              <a:t>1a</a:t>
            </a:r>
            <a:endParaRPr lang="en-US" altLang="zh-CN" sz="2400" dirty="0">
              <a:latin typeface="Times New Roman" panose="02020603050405020304" pitchFamily="18" charset="0"/>
              <a:ea typeface="宋体" panose="02010600030101010101" pitchFamily="2" charset="-122"/>
            </a:endParaRPr>
          </a:p>
        </p:txBody>
      </p:sp>
      <p:grpSp>
        <p:nvGrpSpPr>
          <p:cNvPr id="112702" name="Group 68"/>
          <p:cNvGrpSpPr/>
          <p:nvPr/>
        </p:nvGrpSpPr>
        <p:grpSpPr>
          <a:xfrm>
            <a:off x="6105525" y="5080000"/>
            <a:ext cx="471488" cy="396875"/>
            <a:chOff x="4320" y="1940"/>
            <a:chExt cx="323" cy="269"/>
          </a:xfrm>
        </p:grpSpPr>
        <p:sp>
          <p:nvSpPr>
            <p:cNvPr id="112747" name="Oval 69"/>
            <p:cNvSpPr/>
            <p:nvPr/>
          </p:nvSpPr>
          <p:spPr>
            <a:xfrm>
              <a:off x="4323" y="2054"/>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12748" name="Line 70"/>
            <p:cNvSpPr/>
            <p:nvPr/>
          </p:nvSpPr>
          <p:spPr>
            <a:xfrm>
              <a:off x="4323" y="2047"/>
              <a:ext cx="0" cy="50"/>
            </a:xfrm>
            <a:prstGeom prst="line">
              <a:avLst/>
            </a:prstGeom>
            <a:ln w="12700" cap="flat" cmpd="sng">
              <a:solidFill>
                <a:schemeClr val="tx1"/>
              </a:solidFill>
              <a:prstDash val="solid"/>
              <a:headEnd type="none" w="med" len="med"/>
              <a:tailEnd type="none" w="med" len="med"/>
            </a:ln>
          </p:spPr>
        </p:sp>
        <p:sp>
          <p:nvSpPr>
            <p:cNvPr id="112749" name="Line 71"/>
            <p:cNvSpPr/>
            <p:nvPr/>
          </p:nvSpPr>
          <p:spPr>
            <a:xfrm>
              <a:off x="4636" y="2047"/>
              <a:ext cx="0" cy="50"/>
            </a:xfrm>
            <a:prstGeom prst="line">
              <a:avLst/>
            </a:prstGeom>
            <a:ln w="12700" cap="flat" cmpd="sng">
              <a:solidFill>
                <a:schemeClr val="tx1"/>
              </a:solidFill>
              <a:prstDash val="solid"/>
              <a:headEnd type="none" w="med" len="med"/>
              <a:tailEnd type="none" w="med" len="med"/>
            </a:ln>
          </p:spPr>
        </p:sp>
        <p:sp>
          <p:nvSpPr>
            <p:cNvPr id="112750" name="Rectangle 72"/>
            <p:cNvSpPr/>
            <p:nvPr/>
          </p:nvSpPr>
          <p:spPr>
            <a:xfrm>
              <a:off x="4323" y="2047"/>
              <a:ext cx="310"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12751" name="Oval 73"/>
            <p:cNvSpPr/>
            <p:nvPr/>
          </p:nvSpPr>
          <p:spPr>
            <a:xfrm>
              <a:off x="4320" y="1988"/>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12752" name="Rectangle 74"/>
            <p:cNvSpPr/>
            <p:nvPr/>
          </p:nvSpPr>
          <p:spPr>
            <a:xfrm>
              <a:off x="4407" y="2001"/>
              <a:ext cx="141" cy="118"/>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12753" name="Text Box 75"/>
            <p:cNvSpPr txBox="1"/>
            <p:nvPr/>
          </p:nvSpPr>
          <p:spPr>
            <a:xfrm>
              <a:off x="4320" y="1940"/>
              <a:ext cx="323" cy="269"/>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000" dirty="0">
                  <a:ea typeface="宋体" panose="02010600030101010101" pitchFamily="2" charset="-122"/>
                </a:rPr>
                <a:t>2c</a:t>
              </a:r>
              <a:endParaRPr lang="en-US" altLang="zh-CN" sz="2400" dirty="0">
                <a:latin typeface="Times New Roman" panose="02020603050405020304" pitchFamily="18" charset="0"/>
                <a:ea typeface="宋体" panose="02010600030101010101" pitchFamily="2" charset="-122"/>
              </a:endParaRPr>
            </a:p>
          </p:txBody>
        </p:sp>
      </p:grpSp>
      <p:grpSp>
        <p:nvGrpSpPr>
          <p:cNvPr id="112703" name="Group 76"/>
          <p:cNvGrpSpPr/>
          <p:nvPr/>
        </p:nvGrpSpPr>
        <p:grpSpPr>
          <a:xfrm>
            <a:off x="6500813" y="5407025"/>
            <a:ext cx="492125" cy="396875"/>
            <a:chOff x="4590" y="2162"/>
            <a:chExt cx="337" cy="269"/>
          </a:xfrm>
        </p:grpSpPr>
        <p:sp>
          <p:nvSpPr>
            <p:cNvPr id="112740" name="Oval 77"/>
            <p:cNvSpPr/>
            <p:nvPr/>
          </p:nvSpPr>
          <p:spPr>
            <a:xfrm>
              <a:off x="4599" y="2276"/>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12741" name="Line 78"/>
            <p:cNvSpPr/>
            <p:nvPr/>
          </p:nvSpPr>
          <p:spPr>
            <a:xfrm>
              <a:off x="4599" y="2269"/>
              <a:ext cx="0" cy="50"/>
            </a:xfrm>
            <a:prstGeom prst="line">
              <a:avLst/>
            </a:prstGeom>
            <a:ln w="12700" cap="flat" cmpd="sng">
              <a:solidFill>
                <a:schemeClr val="tx1"/>
              </a:solidFill>
              <a:prstDash val="solid"/>
              <a:headEnd type="none" w="med" len="med"/>
              <a:tailEnd type="none" w="med" len="med"/>
            </a:ln>
          </p:spPr>
        </p:sp>
        <p:sp>
          <p:nvSpPr>
            <p:cNvPr id="112742" name="Line 79"/>
            <p:cNvSpPr/>
            <p:nvPr/>
          </p:nvSpPr>
          <p:spPr>
            <a:xfrm>
              <a:off x="4912" y="2269"/>
              <a:ext cx="0" cy="50"/>
            </a:xfrm>
            <a:prstGeom prst="line">
              <a:avLst/>
            </a:prstGeom>
            <a:ln w="12700" cap="flat" cmpd="sng">
              <a:solidFill>
                <a:schemeClr val="tx1"/>
              </a:solidFill>
              <a:prstDash val="solid"/>
              <a:headEnd type="none" w="med" len="med"/>
              <a:tailEnd type="none" w="med" len="med"/>
            </a:ln>
          </p:spPr>
        </p:sp>
        <p:sp>
          <p:nvSpPr>
            <p:cNvPr id="112743" name="Rectangle 80"/>
            <p:cNvSpPr/>
            <p:nvPr/>
          </p:nvSpPr>
          <p:spPr>
            <a:xfrm>
              <a:off x="4599" y="2269"/>
              <a:ext cx="310"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12744" name="Oval 81"/>
            <p:cNvSpPr/>
            <p:nvPr/>
          </p:nvSpPr>
          <p:spPr>
            <a:xfrm>
              <a:off x="4596" y="2210"/>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12745" name="Rectangle 82"/>
            <p:cNvSpPr/>
            <p:nvPr/>
          </p:nvSpPr>
          <p:spPr>
            <a:xfrm>
              <a:off x="4683" y="2223"/>
              <a:ext cx="142" cy="110"/>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12746" name="Text Box 83"/>
            <p:cNvSpPr txBox="1"/>
            <p:nvPr/>
          </p:nvSpPr>
          <p:spPr>
            <a:xfrm>
              <a:off x="4590" y="2162"/>
              <a:ext cx="337" cy="269"/>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000" dirty="0">
                  <a:ea typeface="宋体" panose="02010600030101010101" pitchFamily="2" charset="-122"/>
                </a:rPr>
                <a:t>2b</a:t>
              </a:r>
              <a:endParaRPr lang="en-US" altLang="zh-CN" sz="2400" dirty="0">
                <a:latin typeface="Times New Roman" panose="02020603050405020304" pitchFamily="18" charset="0"/>
                <a:ea typeface="宋体" panose="02010600030101010101" pitchFamily="2" charset="-122"/>
              </a:endParaRPr>
            </a:p>
          </p:txBody>
        </p:sp>
      </p:grpSp>
      <p:grpSp>
        <p:nvGrpSpPr>
          <p:cNvPr id="112704" name="Group 84"/>
          <p:cNvGrpSpPr/>
          <p:nvPr/>
        </p:nvGrpSpPr>
        <p:grpSpPr>
          <a:xfrm>
            <a:off x="4275138" y="5953125"/>
            <a:ext cx="461962" cy="396875"/>
            <a:chOff x="2016" y="1980"/>
            <a:chExt cx="316" cy="269"/>
          </a:xfrm>
        </p:grpSpPr>
        <p:sp>
          <p:nvSpPr>
            <p:cNvPr id="112732" name="Oval 85"/>
            <p:cNvSpPr/>
            <p:nvPr/>
          </p:nvSpPr>
          <p:spPr>
            <a:xfrm>
              <a:off x="2019" y="2102"/>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12733" name="Line 86"/>
            <p:cNvSpPr/>
            <p:nvPr/>
          </p:nvSpPr>
          <p:spPr>
            <a:xfrm>
              <a:off x="2019" y="2095"/>
              <a:ext cx="0" cy="50"/>
            </a:xfrm>
            <a:prstGeom prst="line">
              <a:avLst/>
            </a:prstGeom>
            <a:ln w="12700" cap="flat" cmpd="sng">
              <a:solidFill>
                <a:schemeClr val="tx1"/>
              </a:solidFill>
              <a:prstDash val="solid"/>
              <a:headEnd type="none" w="med" len="med"/>
              <a:tailEnd type="none" w="med" len="med"/>
            </a:ln>
          </p:spPr>
        </p:sp>
        <p:sp>
          <p:nvSpPr>
            <p:cNvPr id="112734" name="Line 87"/>
            <p:cNvSpPr/>
            <p:nvPr/>
          </p:nvSpPr>
          <p:spPr>
            <a:xfrm>
              <a:off x="2332" y="2095"/>
              <a:ext cx="0" cy="50"/>
            </a:xfrm>
            <a:prstGeom prst="line">
              <a:avLst/>
            </a:prstGeom>
            <a:ln w="12700" cap="flat" cmpd="sng">
              <a:solidFill>
                <a:schemeClr val="tx1"/>
              </a:solidFill>
              <a:prstDash val="solid"/>
              <a:headEnd type="none" w="med" len="med"/>
              <a:tailEnd type="none" w="med" len="med"/>
            </a:ln>
          </p:spPr>
        </p:sp>
        <p:sp>
          <p:nvSpPr>
            <p:cNvPr id="112735" name="Rectangle 88"/>
            <p:cNvSpPr/>
            <p:nvPr/>
          </p:nvSpPr>
          <p:spPr>
            <a:xfrm>
              <a:off x="2019" y="2095"/>
              <a:ext cx="310"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12736" name="Oval 89"/>
            <p:cNvSpPr/>
            <p:nvPr/>
          </p:nvSpPr>
          <p:spPr>
            <a:xfrm>
              <a:off x="2016" y="2036"/>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12737" name="Group 90"/>
            <p:cNvGrpSpPr/>
            <p:nvPr/>
          </p:nvGrpSpPr>
          <p:grpSpPr>
            <a:xfrm>
              <a:off x="2022" y="1980"/>
              <a:ext cx="306" cy="269"/>
              <a:chOff x="2901" y="2429"/>
              <a:chExt cx="313" cy="269"/>
            </a:xfrm>
          </p:grpSpPr>
          <p:sp>
            <p:nvSpPr>
              <p:cNvPr id="112738" name="Rectangle 91"/>
              <p:cNvSpPr/>
              <p:nvPr/>
            </p:nvSpPr>
            <p:spPr>
              <a:xfrm>
                <a:off x="2982" y="2490"/>
                <a:ext cx="144" cy="1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12739" name="Text Box 92"/>
              <p:cNvSpPr txBox="1"/>
              <p:nvPr/>
            </p:nvSpPr>
            <p:spPr>
              <a:xfrm>
                <a:off x="2901" y="2429"/>
                <a:ext cx="313" cy="269"/>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000" dirty="0">
                    <a:ea typeface="宋体" panose="02010600030101010101" pitchFamily="2" charset="-122"/>
                  </a:rPr>
                  <a:t>1b</a:t>
                </a:r>
                <a:endParaRPr lang="en-US" altLang="zh-CN" sz="2400" dirty="0">
                  <a:latin typeface="Times New Roman" panose="02020603050405020304" pitchFamily="18" charset="0"/>
                  <a:ea typeface="宋体" panose="02010600030101010101" pitchFamily="2" charset="-122"/>
                </a:endParaRPr>
              </a:p>
            </p:txBody>
          </p:sp>
        </p:grpSp>
      </p:grpSp>
      <p:grpSp>
        <p:nvGrpSpPr>
          <p:cNvPr id="112705" name="Group 93"/>
          <p:cNvGrpSpPr/>
          <p:nvPr/>
        </p:nvGrpSpPr>
        <p:grpSpPr>
          <a:xfrm>
            <a:off x="1939925" y="4840288"/>
            <a:ext cx="469900" cy="396875"/>
            <a:chOff x="2014" y="1980"/>
            <a:chExt cx="321" cy="269"/>
          </a:xfrm>
        </p:grpSpPr>
        <p:sp>
          <p:nvSpPr>
            <p:cNvPr id="112724" name="Oval 94"/>
            <p:cNvSpPr/>
            <p:nvPr/>
          </p:nvSpPr>
          <p:spPr>
            <a:xfrm>
              <a:off x="2019" y="2102"/>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12725" name="Line 95"/>
            <p:cNvSpPr/>
            <p:nvPr/>
          </p:nvSpPr>
          <p:spPr>
            <a:xfrm>
              <a:off x="2019" y="2095"/>
              <a:ext cx="0" cy="50"/>
            </a:xfrm>
            <a:prstGeom prst="line">
              <a:avLst/>
            </a:prstGeom>
            <a:ln w="12700" cap="flat" cmpd="sng">
              <a:solidFill>
                <a:schemeClr val="tx1"/>
              </a:solidFill>
              <a:prstDash val="solid"/>
              <a:headEnd type="none" w="med" len="med"/>
              <a:tailEnd type="none" w="med" len="med"/>
            </a:ln>
          </p:spPr>
        </p:sp>
        <p:sp>
          <p:nvSpPr>
            <p:cNvPr id="112726" name="Line 96"/>
            <p:cNvSpPr/>
            <p:nvPr/>
          </p:nvSpPr>
          <p:spPr>
            <a:xfrm>
              <a:off x="2332" y="2095"/>
              <a:ext cx="0" cy="50"/>
            </a:xfrm>
            <a:prstGeom prst="line">
              <a:avLst/>
            </a:prstGeom>
            <a:ln w="12700" cap="flat" cmpd="sng">
              <a:solidFill>
                <a:schemeClr val="tx1"/>
              </a:solidFill>
              <a:prstDash val="solid"/>
              <a:headEnd type="none" w="med" len="med"/>
              <a:tailEnd type="none" w="med" len="med"/>
            </a:ln>
          </p:spPr>
        </p:sp>
        <p:sp>
          <p:nvSpPr>
            <p:cNvPr id="112727" name="Rectangle 97"/>
            <p:cNvSpPr/>
            <p:nvPr/>
          </p:nvSpPr>
          <p:spPr>
            <a:xfrm>
              <a:off x="2019" y="2095"/>
              <a:ext cx="310"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12728" name="Oval 98"/>
            <p:cNvSpPr/>
            <p:nvPr/>
          </p:nvSpPr>
          <p:spPr>
            <a:xfrm>
              <a:off x="2016" y="2036"/>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12729" name="Group 99"/>
            <p:cNvGrpSpPr/>
            <p:nvPr/>
          </p:nvGrpSpPr>
          <p:grpSpPr>
            <a:xfrm>
              <a:off x="2014" y="1980"/>
              <a:ext cx="321" cy="269"/>
              <a:chOff x="2893" y="2429"/>
              <a:chExt cx="328" cy="269"/>
            </a:xfrm>
          </p:grpSpPr>
          <p:sp>
            <p:nvSpPr>
              <p:cNvPr id="112730" name="Rectangle 100"/>
              <p:cNvSpPr/>
              <p:nvPr/>
            </p:nvSpPr>
            <p:spPr>
              <a:xfrm>
                <a:off x="2982" y="2490"/>
                <a:ext cx="144" cy="1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12731" name="Text Box 101"/>
              <p:cNvSpPr txBox="1"/>
              <p:nvPr/>
            </p:nvSpPr>
            <p:spPr>
              <a:xfrm>
                <a:off x="2893" y="2429"/>
                <a:ext cx="328" cy="269"/>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000" dirty="0">
                    <a:ea typeface="宋体" panose="02010600030101010101" pitchFamily="2" charset="-122"/>
                  </a:rPr>
                  <a:t>3c</a:t>
                </a:r>
                <a:endParaRPr lang="en-US" altLang="zh-CN" sz="2400" dirty="0">
                  <a:latin typeface="Times New Roman" panose="02020603050405020304" pitchFamily="18" charset="0"/>
                  <a:ea typeface="宋体" panose="02010600030101010101" pitchFamily="2" charset="-122"/>
                </a:endParaRPr>
              </a:p>
            </p:txBody>
          </p:sp>
        </p:grpSp>
      </p:grpSp>
      <p:sp>
        <p:nvSpPr>
          <p:cNvPr id="112706" name="Line 102"/>
          <p:cNvSpPr/>
          <p:nvPr/>
        </p:nvSpPr>
        <p:spPr>
          <a:xfrm flipH="1">
            <a:off x="1978025" y="5149850"/>
            <a:ext cx="90488" cy="157163"/>
          </a:xfrm>
          <a:prstGeom prst="line">
            <a:avLst/>
          </a:prstGeom>
          <a:ln w="28575" cap="flat" cmpd="sng">
            <a:solidFill>
              <a:schemeClr val="tx1"/>
            </a:solidFill>
            <a:prstDash val="solid"/>
            <a:headEnd type="none" w="med" len="med"/>
            <a:tailEnd type="none" w="med" len="med"/>
          </a:ln>
        </p:spPr>
      </p:sp>
      <p:sp>
        <p:nvSpPr>
          <p:cNvPr id="112707" name="Line 103"/>
          <p:cNvSpPr/>
          <p:nvPr/>
        </p:nvSpPr>
        <p:spPr>
          <a:xfrm>
            <a:off x="1530350" y="5218113"/>
            <a:ext cx="211138" cy="161925"/>
          </a:xfrm>
          <a:prstGeom prst="line">
            <a:avLst/>
          </a:prstGeom>
          <a:ln w="9525" cap="flat" cmpd="sng">
            <a:solidFill>
              <a:schemeClr val="tx1"/>
            </a:solidFill>
            <a:prstDash val="solid"/>
            <a:headEnd type="none" w="med" len="med"/>
            <a:tailEnd type="none" w="med" len="med"/>
          </a:ln>
        </p:spPr>
      </p:sp>
      <p:sp>
        <p:nvSpPr>
          <p:cNvPr id="112708" name="Line 104"/>
          <p:cNvSpPr/>
          <p:nvPr/>
        </p:nvSpPr>
        <p:spPr>
          <a:xfrm flipH="1">
            <a:off x="2259013" y="4694238"/>
            <a:ext cx="198437" cy="223837"/>
          </a:xfrm>
          <a:prstGeom prst="line">
            <a:avLst/>
          </a:prstGeom>
          <a:ln w="9525" cap="flat" cmpd="sng">
            <a:solidFill>
              <a:schemeClr val="tx1"/>
            </a:solidFill>
            <a:prstDash val="solid"/>
            <a:headEnd type="none" w="med" len="med"/>
            <a:tailEnd type="none" w="med" len="med"/>
          </a:ln>
        </p:spPr>
      </p:sp>
      <p:sp>
        <p:nvSpPr>
          <p:cNvPr id="112709" name="Line 105"/>
          <p:cNvSpPr/>
          <p:nvPr/>
        </p:nvSpPr>
        <p:spPr>
          <a:xfrm>
            <a:off x="1851025" y="4681538"/>
            <a:ext cx="173038" cy="261937"/>
          </a:xfrm>
          <a:prstGeom prst="line">
            <a:avLst/>
          </a:prstGeom>
          <a:ln w="9525" cap="flat" cmpd="sng">
            <a:solidFill>
              <a:schemeClr val="tx1"/>
            </a:solidFill>
            <a:prstDash val="solid"/>
            <a:headEnd type="none" w="med" len="med"/>
            <a:tailEnd type="none" w="med" len="med"/>
          </a:ln>
        </p:spPr>
      </p:sp>
      <p:sp>
        <p:nvSpPr>
          <p:cNvPr id="112710" name="Line 106"/>
          <p:cNvSpPr/>
          <p:nvPr/>
        </p:nvSpPr>
        <p:spPr>
          <a:xfrm flipH="1">
            <a:off x="2814638" y="4818063"/>
            <a:ext cx="100012" cy="301625"/>
          </a:xfrm>
          <a:prstGeom prst="line">
            <a:avLst/>
          </a:prstGeom>
          <a:ln w="9525" cap="flat" cmpd="sng">
            <a:solidFill>
              <a:schemeClr val="tx1"/>
            </a:solidFill>
            <a:prstDash val="solid"/>
            <a:headEnd type="none" w="med" len="med"/>
            <a:tailEnd type="none" w="med" len="med"/>
          </a:ln>
        </p:spPr>
      </p:sp>
      <p:sp>
        <p:nvSpPr>
          <p:cNvPr id="112711" name="Line 107"/>
          <p:cNvSpPr/>
          <p:nvPr/>
        </p:nvSpPr>
        <p:spPr>
          <a:xfrm>
            <a:off x="6958013" y="5581650"/>
            <a:ext cx="322262" cy="0"/>
          </a:xfrm>
          <a:prstGeom prst="line">
            <a:avLst/>
          </a:prstGeom>
          <a:ln w="9525" cap="flat" cmpd="sng">
            <a:solidFill>
              <a:schemeClr val="tx1"/>
            </a:solidFill>
            <a:prstDash val="solid"/>
            <a:headEnd type="none" w="med" len="med"/>
            <a:tailEnd type="none" w="med" len="med"/>
          </a:ln>
        </p:spPr>
      </p:sp>
      <p:sp>
        <p:nvSpPr>
          <p:cNvPr id="112712" name="Line 108"/>
          <p:cNvSpPr/>
          <p:nvPr/>
        </p:nvSpPr>
        <p:spPr>
          <a:xfrm flipV="1">
            <a:off x="6872288" y="5119688"/>
            <a:ext cx="382587" cy="374650"/>
          </a:xfrm>
          <a:prstGeom prst="line">
            <a:avLst/>
          </a:prstGeom>
          <a:ln w="9525" cap="flat" cmpd="sng">
            <a:solidFill>
              <a:schemeClr val="tx1"/>
            </a:solidFill>
            <a:prstDash val="solid"/>
            <a:headEnd type="none" w="med" len="med"/>
            <a:tailEnd type="none" w="med" len="med"/>
          </a:ln>
        </p:spPr>
      </p:sp>
      <p:sp>
        <p:nvSpPr>
          <p:cNvPr id="112713" name="Line 109"/>
          <p:cNvSpPr/>
          <p:nvPr/>
        </p:nvSpPr>
        <p:spPr>
          <a:xfrm flipH="1" flipV="1">
            <a:off x="6067425" y="4868863"/>
            <a:ext cx="185738" cy="298450"/>
          </a:xfrm>
          <a:prstGeom prst="line">
            <a:avLst/>
          </a:prstGeom>
          <a:ln w="9525" cap="flat" cmpd="sng">
            <a:solidFill>
              <a:schemeClr val="tx1"/>
            </a:solidFill>
            <a:prstDash val="solid"/>
            <a:headEnd type="none" w="med" len="med"/>
            <a:tailEnd type="none" w="med" len="med"/>
          </a:ln>
        </p:spPr>
      </p:sp>
      <p:sp>
        <p:nvSpPr>
          <p:cNvPr id="112714" name="Line 110"/>
          <p:cNvSpPr/>
          <p:nvPr/>
        </p:nvSpPr>
        <p:spPr>
          <a:xfrm flipH="1" flipV="1">
            <a:off x="5611813" y="5019675"/>
            <a:ext cx="196850" cy="273050"/>
          </a:xfrm>
          <a:prstGeom prst="line">
            <a:avLst/>
          </a:prstGeom>
          <a:ln w="9525" cap="flat" cmpd="sng">
            <a:solidFill>
              <a:schemeClr val="tx1"/>
            </a:solidFill>
            <a:prstDash val="solid"/>
            <a:headEnd type="none" w="med" len="med"/>
            <a:tailEnd type="none" w="med" len="med"/>
          </a:ln>
        </p:spPr>
      </p:sp>
      <p:sp>
        <p:nvSpPr>
          <p:cNvPr id="112715" name="Line 111"/>
          <p:cNvSpPr/>
          <p:nvPr/>
        </p:nvSpPr>
        <p:spPr>
          <a:xfrm flipH="1">
            <a:off x="2852738" y="6118225"/>
            <a:ext cx="196850" cy="174625"/>
          </a:xfrm>
          <a:prstGeom prst="line">
            <a:avLst/>
          </a:prstGeom>
          <a:ln w="9525" cap="flat" cmpd="sng">
            <a:solidFill>
              <a:schemeClr val="tx1"/>
            </a:solidFill>
            <a:prstDash val="solid"/>
            <a:headEnd type="none" w="med" len="med"/>
            <a:tailEnd type="none" w="med" len="med"/>
          </a:ln>
        </p:spPr>
      </p:sp>
      <p:sp>
        <p:nvSpPr>
          <p:cNvPr id="112716" name="Line 112"/>
          <p:cNvSpPr/>
          <p:nvPr/>
        </p:nvSpPr>
        <p:spPr>
          <a:xfrm flipH="1" flipV="1">
            <a:off x="2803525" y="5969000"/>
            <a:ext cx="185738" cy="11113"/>
          </a:xfrm>
          <a:prstGeom prst="line">
            <a:avLst/>
          </a:prstGeom>
          <a:ln w="9525" cap="flat" cmpd="sng">
            <a:solidFill>
              <a:schemeClr val="tx1"/>
            </a:solidFill>
            <a:prstDash val="solid"/>
            <a:headEnd type="none" w="med" len="med"/>
            <a:tailEnd type="none" w="med" len="med"/>
          </a:ln>
        </p:spPr>
      </p:sp>
      <p:sp>
        <p:nvSpPr>
          <p:cNvPr id="112717" name="Line 113"/>
          <p:cNvSpPr/>
          <p:nvPr/>
        </p:nvSpPr>
        <p:spPr>
          <a:xfrm flipH="1">
            <a:off x="3198813" y="6369050"/>
            <a:ext cx="309562" cy="23813"/>
          </a:xfrm>
          <a:prstGeom prst="line">
            <a:avLst/>
          </a:prstGeom>
          <a:ln w="9525" cap="flat" cmpd="sng">
            <a:solidFill>
              <a:schemeClr val="tx1"/>
            </a:solidFill>
            <a:prstDash val="solid"/>
            <a:headEnd type="none" w="med" len="med"/>
            <a:tailEnd type="none" w="med" len="med"/>
          </a:ln>
        </p:spPr>
      </p:sp>
      <p:sp>
        <p:nvSpPr>
          <p:cNvPr id="112718" name="Line 114"/>
          <p:cNvSpPr/>
          <p:nvPr/>
        </p:nvSpPr>
        <p:spPr>
          <a:xfrm flipV="1">
            <a:off x="3903663" y="5692775"/>
            <a:ext cx="334962" cy="14288"/>
          </a:xfrm>
          <a:prstGeom prst="line">
            <a:avLst/>
          </a:prstGeom>
          <a:ln w="9525" cap="flat" cmpd="sng">
            <a:solidFill>
              <a:schemeClr val="tx1"/>
            </a:solidFill>
            <a:prstDash val="solid"/>
            <a:headEnd type="none" w="med" len="med"/>
            <a:tailEnd type="none" w="med" len="med"/>
          </a:ln>
        </p:spPr>
      </p:sp>
      <p:sp>
        <p:nvSpPr>
          <p:cNvPr id="112719" name="Line 115"/>
          <p:cNvSpPr/>
          <p:nvPr/>
        </p:nvSpPr>
        <p:spPr>
          <a:xfrm>
            <a:off x="4572000" y="6243638"/>
            <a:ext cx="173038" cy="161925"/>
          </a:xfrm>
          <a:prstGeom prst="line">
            <a:avLst/>
          </a:prstGeom>
          <a:ln w="9525" cap="flat" cmpd="sng">
            <a:solidFill>
              <a:schemeClr val="tx1"/>
            </a:solidFill>
            <a:prstDash val="solid"/>
            <a:headEnd type="none" w="med" len="med"/>
            <a:tailEnd type="none" w="med" len="med"/>
          </a:ln>
        </p:spPr>
      </p:sp>
      <p:sp>
        <p:nvSpPr>
          <p:cNvPr id="112720" name="Line 116"/>
          <p:cNvSpPr/>
          <p:nvPr/>
        </p:nvSpPr>
        <p:spPr>
          <a:xfrm>
            <a:off x="3867150" y="5805488"/>
            <a:ext cx="209550" cy="112712"/>
          </a:xfrm>
          <a:prstGeom prst="line">
            <a:avLst/>
          </a:prstGeom>
          <a:ln w="9525" cap="flat" cmpd="sng">
            <a:solidFill>
              <a:schemeClr val="tx1"/>
            </a:solidFill>
            <a:prstDash val="solid"/>
            <a:headEnd type="none" w="med" len="med"/>
            <a:tailEnd type="none" w="med" len="med"/>
          </a:ln>
        </p:spPr>
      </p:sp>
      <p:sp>
        <p:nvSpPr>
          <p:cNvPr id="112721" name="Freeform 117"/>
          <p:cNvSpPr/>
          <p:nvPr/>
        </p:nvSpPr>
        <p:spPr>
          <a:xfrm>
            <a:off x="3641725" y="4198938"/>
            <a:ext cx="973138" cy="795337"/>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1198" h="451">
                <a:moveTo>
                  <a:pt x="88" y="181"/>
                </a:moveTo>
                <a:cubicBezTo>
                  <a:pt x="159" y="143"/>
                  <a:pt x="120" y="111"/>
                  <a:pt x="180" y="89"/>
                </a:cubicBezTo>
                <a:cubicBezTo>
                  <a:pt x="240" y="67"/>
                  <a:pt x="313" y="60"/>
                  <a:pt x="448" y="49"/>
                </a:cubicBezTo>
                <a:cubicBezTo>
                  <a:pt x="583" y="38"/>
                  <a:pt x="866" y="0"/>
                  <a:pt x="988" y="25"/>
                </a:cubicBezTo>
                <a:cubicBezTo>
                  <a:pt x="1110" y="50"/>
                  <a:pt x="1198" y="132"/>
                  <a:pt x="1181" y="197"/>
                </a:cubicBezTo>
                <a:cubicBezTo>
                  <a:pt x="1164" y="262"/>
                  <a:pt x="1034" y="375"/>
                  <a:pt x="889" y="413"/>
                </a:cubicBezTo>
                <a:cubicBezTo>
                  <a:pt x="744" y="451"/>
                  <a:pt x="449" y="438"/>
                  <a:pt x="307" y="425"/>
                </a:cubicBezTo>
                <a:cubicBezTo>
                  <a:pt x="165" y="412"/>
                  <a:pt x="72" y="378"/>
                  <a:pt x="36" y="337"/>
                </a:cubicBezTo>
                <a:cubicBezTo>
                  <a:pt x="0" y="296"/>
                  <a:pt x="77" y="213"/>
                  <a:pt x="88" y="181"/>
                </a:cubicBezTo>
                <a:close/>
              </a:path>
            </a:pathLst>
          </a:custGeom>
          <a:solidFill>
            <a:srgbClr val="66CCFF">
              <a:alpha val="100000"/>
            </a:srgbClr>
          </a:solidFill>
          <a:ln w="9525">
            <a:noFill/>
          </a:ln>
        </p:spPr>
        <p:txBody>
          <a:bodyPr/>
          <a:p>
            <a:endParaRPr lang="zh-CN" altLang="en-US"/>
          </a:p>
        </p:txBody>
      </p:sp>
      <p:sp>
        <p:nvSpPr>
          <p:cNvPr id="112722" name="Text Box 118"/>
          <p:cNvSpPr txBox="1"/>
          <p:nvPr/>
        </p:nvSpPr>
        <p:spPr>
          <a:xfrm>
            <a:off x="3963988" y="4362450"/>
            <a:ext cx="363537"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2400" dirty="0">
                <a:solidFill>
                  <a:schemeClr val="bg1"/>
                </a:solidFill>
                <a:ea typeface="宋体" panose="02010600030101010101" pitchFamily="2" charset="-122"/>
              </a:rPr>
              <a:t>x</a:t>
            </a:r>
            <a:endParaRPr lang="en-US" altLang="zh-CN" sz="2400" dirty="0">
              <a:solidFill>
                <a:schemeClr val="bg1"/>
              </a:solidFill>
              <a:ea typeface="宋体" panose="02010600030101010101" pitchFamily="2" charset="-122"/>
            </a:endParaRPr>
          </a:p>
        </p:txBody>
      </p:sp>
      <p:sp>
        <p:nvSpPr>
          <p:cNvPr id="112723" name="Text Box 120"/>
          <p:cNvSpPr txBox="1"/>
          <p:nvPr/>
        </p:nvSpPr>
        <p:spPr>
          <a:xfrm rot="-1061543">
            <a:off x="3009900" y="4089400"/>
            <a:ext cx="647700" cy="9144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5400" dirty="0">
                <a:ea typeface="宋体" panose="02010600030101010101" pitchFamily="2" charset="-122"/>
              </a:rPr>
              <a:t>…</a:t>
            </a:r>
            <a:endParaRPr lang="en-US" altLang="zh-CN" sz="5400" dirty="0">
              <a:ea typeface="宋体" panose="02010600030101010101" pitchFamily="2" charset="-122"/>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3666" name="页脚占位符 4"/>
          <p:cNvSpPr txBox="1">
            <a:spLocks noGrp="1"/>
          </p:cNvSpPr>
          <p:nvPr>
            <p:ph type="ftr" sz="quarter" idx="11"/>
          </p:nvPr>
        </p:nvSpPr>
        <p:spPr/>
        <p:txBody>
          <a:bodyPr/>
          <a:p>
            <a:pPr marL="0" indent="0" algn="r">
              <a:spcBef>
                <a:spcPct val="0"/>
              </a:spcBef>
              <a:buClrTx/>
              <a:buSzTx/>
              <a:buFontTx/>
              <a:buNone/>
            </a:pPr>
            <a:r>
              <a:rPr lang="en-US" altLang="zh-CN" sz="1400" dirty="0">
                <a:ea typeface="宋体" panose="02010600030101010101" pitchFamily="2" charset="-122"/>
              </a:rPr>
              <a:t>Network Layer</a:t>
            </a:r>
            <a:endParaRPr lang="en-US" altLang="zh-CN" sz="1400" dirty="0">
              <a:latin typeface="Times New Roman" panose="02020603050405020304" pitchFamily="18" charset="0"/>
              <a:ea typeface="宋体" panose="02010600030101010101" pitchFamily="2" charset="-122"/>
            </a:endParaRPr>
          </a:p>
        </p:txBody>
      </p:sp>
      <p:sp>
        <p:nvSpPr>
          <p:cNvPr id="113667" name="灯片编号占位符 5"/>
          <p:cNvSpPr txBox="1">
            <a:spLocks noGrp="1"/>
          </p:cNvSpPr>
          <p:nvPr>
            <p:ph type="sldNum" sz="quarter" idx="12"/>
          </p:nvPr>
        </p:nvSpPr>
        <p:spPr/>
        <p:txBody>
          <a:bodyPr/>
          <a:p>
            <a:pPr marL="0" indent="0" algn="r">
              <a:spcBef>
                <a:spcPct val="0"/>
              </a:spcBef>
              <a:buClrTx/>
              <a:buSzTx/>
              <a:buFontTx/>
              <a:buNone/>
            </a:pPr>
            <a:r>
              <a:rPr lang="en-US" altLang="zh-CN" sz="1400" dirty="0">
                <a:ea typeface="宋体" panose="02010600030101010101" pitchFamily="2" charset="-122"/>
              </a:rPr>
              <a:t>4-</a:t>
            </a: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113668" name="Rectangle 15"/>
          <p:cNvSpPr>
            <a:spLocks noGrp="1"/>
          </p:cNvSpPr>
          <p:nvPr>
            <p:ph type="title"/>
          </p:nvPr>
        </p:nvSpPr>
        <p:spPr>
          <a:xfrm>
            <a:off x="173038" y="0"/>
            <a:ext cx="8764587" cy="1143000"/>
          </a:xfrm>
        </p:spPr>
        <p:txBody>
          <a:bodyPr vert="horz" wrap="square" lIns="91440" tIns="45720" rIns="91440" bIns="45720" anchor="ctr" anchorCtr="0"/>
          <a:p>
            <a:r>
              <a:rPr lang="en-US" altLang="zh-CN" sz="3200" dirty="0">
                <a:ea typeface="宋体" panose="02010600030101010101" pitchFamily="2" charset="-122"/>
              </a:rPr>
              <a:t>Example: Choosing among multiple ASes</a:t>
            </a:r>
            <a:endParaRPr lang="en-US" altLang="zh-CN" sz="3200" dirty="0">
              <a:ea typeface="宋体" panose="02010600030101010101" pitchFamily="2" charset="-122"/>
            </a:endParaRPr>
          </a:p>
        </p:txBody>
      </p:sp>
      <p:sp>
        <p:nvSpPr>
          <p:cNvPr id="113669" name="Rectangle 16"/>
          <p:cNvSpPr>
            <a:spLocks noGrp="1"/>
          </p:cNvSpPr>
          <p:nvPr>
            <p:ph idx="1"/>
          </p:nvPr>
        </p:nvSpPr>
        <p:spPr>
          <a:xfrm>
            <a:off x="411163" y="1250950"/>
            <a:ext cx="7991475" cy="2754313"/>
          </a:xfrm>
        </p:spPr>
        <p:txBody>
          <a:bodyPr vert="horz" wrap="square" lIns="91440" tIns="45720" rIns="91440" bIns="45720" anchor="t" anchorCtr="0"/>
          <a:p>
            <a:pPr>
              <a:lnSpc>
                <a:spcPct val="80000"/>
              </a:lnSpc>
            </a:pPr>
            <a:r>
              <a:rPr lang="en-US" altLang="zh-CN" sz="2400" dirty="0">
                <a:ea typeface="宋体" panose="02010600030101010101" pitchFamily="2" charset="-122"/>
              </a:rPr>
              <a:t>now suppose AS1 learns from inter-AS protocol that subnet </a:t>
            </a:r>
            <a:r>
              <a:rPr lang="en-US" altLang="zh-CN" sz="2400" i="1" dirty="0">
                <a:solidFill>
                  <a:srgbClr val="FF0000"/>
                </a:solidFill>
                <a:ea typeface="宋体" panose="02010600030101010101" pitchFamily="2" charset="-122"/>
              </a:rPr>
              <a:t>x</a:t>
            </a:r>
            <a:r>
              <a:rPr lang="en-US" altLang="zh-CN" sz="2400" dirty="0">
                <a:ea typeface="宋体" panose="02010600030101010101" pitchFamily="2" charset="-122"/>
              </a:rPr>
              <a:t> is reachable from AS3 </a:t>
            </a:r>
            <a:r>
              <a:rPr lang="en-US" altLang="zh-CN" sz="2400" i="1" dirty="0">
                <a:ea typeface="宋体" panose="02010600030101010101" pitchFamily="2" charset="-122"/>
              </a:rPr>
              <a:t>and</a:t>
            </a:r>
            <a:r>
              <a:rPr lang="en-US" altLang="zh-CN" sz="2400" dirty="0">
                <a:ea typeface="宋体" panose="02010600030101010101" pitchFamily="2" charset="-122"/>
              </a:rPr>
              <a:t> from AS2.</a:t>
            </a:r>
            <a:endParaRPr lang="en-US" altLang="zh-CN" sz="2400" dirty="0">
              <a:ea typeface="宋体" panose="02010600030101010101" pitchFamily="2" charset="-122"/>
            </a:endParaRPr>
          </a:p>
          <a:p>
            <a:pPr>
              <a:lnSpc>
                <a:spcPct val="80000"/>
              </a:lnSpc>
            </a:pPr>
            <a:r>
              <a:rPr lang="en-US" altLang="zh-CN" sz="2400" dirty="0">
                <a:ea typeface="宋体" panose="02010600030101010101" pitchFamily="2" charset="-122"/>
              </a:rPr>
              <a:t>to configure forwarding table, router 1d must determine towards which gateway it should forward packets for dest </a:t>
            </a:r>
            <a:r>
              <a:rPr lang="en-US" altLang="zh-CN" sz="2400" dirty="0">
                <a:solidFill>
                  <a:srgbClr val="FF0000"/>
                </a:solidFill>
                <a:ea typeface="宋体" panose="02010600030101010101" pitchFamily="2" charset="-122"/>
              </a:rPr>
              <a:t>x</a:t>
            </a:r>
            <a:r>
              <a:rPr lang="en-US" altLang="zh-CN" sz="2400" dirty="0">
                <a:ea typeface="宋体" panose="02010600030101010101" pitchFamily="2" charset="-122"/>
              </a:rPr>
              <a:t>. </a:t>
            </a:r>
            <a:endParaRPr lang="en-US" altLang="zh-CN" sz="2400" dirty="0">
              <a:ea typeface="宋体" panose="02010600030101010101" pitchFamily="2" charset="-122"/>
            </a:endParaRPr>
          </a:p>
          <a:p>
            <a:pPr lvl="1">
              <a:lnSpc>
                <a:spcPct val="80000"/>
              </a:lnSpc>
            </a:pPr>
            <a:r>
              <a:rPr lang="en-US" altLang="zh-CN" dirty="0">
                <a:ea typeface="宋体" panose="02010600030101010101" pitchFamily="2" charset="-122"/>
              </a:rPr>
              <a:t>this is also job of inter-AS routing protocol!</a:t>
            </a:r>
            <a:endParaRPr lang="en-US" altLang="zh-CN" dirty="0">
              <a:ea typeface="宋体" panose="02010600030101010101" pitchFamily="2" charset="-122"/>
            </a:endParaRPr>
          </a:p>
          <a:p>
            <a:endParaRPr lang="en-US" altLang="zh-CN" sz="2400" dirty="0">
              <a:ea typeface="宋体" panose="02010600030101010101" pitchFamily="2" charset="-122"/>
            </a:endParaRPr>
          </a:p>
        </p:txBody>
      </p:sp>
      <p:grpSp>
        <p:nvGrpSpPr>
          <p:cNvPr id="113670" name="Group 17"/>
          <p:cNvGrpSpPr/>
          <p:nvPr/>
        </p:nvGrpSpPr>
        <p:grpSpPr>
          <a:xfrm>
            <a:off x="1298575" y="3811588"/>
            <a:ext cx="6178550" cy="2249487"/>
            <a:chOff x="171" y="846"/>
            <a:chExt cx="3892" cy="1417"/>
          </a:xfrm>
        </p:grpSpPr>
        <p:sp>
          <p:nvSpPr>
            <p:cNvPr id="113675" name="Freeform 18"/>
            <p:cNvSpPr/>
            <p:nvPr/>
          </p:nvSpPr>
          <p:spPr>
            <a:xfrm>
              <a:off x="2581" y="1006"/>
              <a:ext cx="1482" cy="952"/>
            </a:xfrm>
            <a:custGeom>
              <a:avLst/>
              <a:gdLst/>
              <a:ahLst/>
              <a:cxnLst>
                <a:cxn ang="0">
                  <a:pos x="392" y="14466"/>
                </a:cxn>
                <a:cxn ang="0">
                  <a:pos x="2575" y="1278"/>
                </a:cxn>
                <a:cxn ang="0">
                  <a:pos x="6581" y="7085"/>
                </a:cxn>
                <a:cxn ang="0">
                  <a:pos x="8006" y="21351"/>
                </a:cxn>
                <a:cxn ang="0">
                  <a:pos x="7340" y="40287"/>
                </a:cxn>
                <a:cxn ang="0">
                  <a:pos x="4100" y="48271"/>
                </a:cxn>
                <a:cxn ang="0">
                  <a:pos x="615" y="39209"/>
                </a:cxn>
                <a:cxn ang="0">
                  <a:pos x="392" y="14466"/>
                </a:cxn>
              </a:cxnLst>
              <a:pathLst>
                <a:path w="1162" h="543">
                  <a:moveTo>
                    <a:pt x="56" y="162"/>
                  </a:moveTo>
                  <a:cubicBezTo>
                    <a:pt x="115" y="100"/>
                    <a:pt x="221" y="28"/>
                    <a:pt x="368" y="14"/>
                  </a:cubicBezTo>
                  <a:cubicBezTo>
                    <a:pt x="515" y="0"/>
                    <a:pt x="811" y="42"/>
                    <a:pt x="940" y="79"/>
                  </a:cubicBezTo>
                  <a:cubicBezTo>
                    <a:pt x="1069" y="116"/>
                    <a:pt x="1126" y="177"/>
                    <a:pt x="1144" y="239"/>
                  </a:cubicBezTo>
                  <a:cubicBezTo>
                    <a:pt x="1162" y="301"/>
                    <a:pt x="1141" y="401"/>
                    <a:pt x="1048" y="451"/>
                  </a:cubicBezTo>
                  <a:cubicBezTo>
                    <a:pt x="955" y="501"/>
                    <a:pt x="746" y="543"/>
                    <a:pt x="586" y="541"/>
                  </a:cubicBezTo>
                  <a:cubicBezTo>
                    <a:pt x="426" y="539"/>
                    <a:pt x="176" y="502"/>
                    <a:pt x="88" y="439"/>
                  </a:cubicBezTo>
                  <a:cubicBezTo>
                    <a:pt x="0" y="376"/>
                    <a:pt x="63" y="220"/>
                    <a:pt x="56" y="162"/>
                  </a:cubicBezTo>
                  <a:close/>
                </a:path>
              </a:pathLst>
            </a:custGeom>
            <a:solidFill>
              <a:srgbClr val="66CCFF">
                <a:alpha val="100000"/>
              </a:srgbClr>
            </a:solidFill>
            <a:ln w="9525">
              <a:noFill/>
            </a:ln>
          </p:spPr>
          <p:txBody>
            <a:bodyPr/>
            <a:p>
              <a:endParaRPr lang="zh-CN" altLang="en-US"/>
            </a:p>
          </p:txBody>
        </p:sp>
        <p:sp>
          <p:nvSpPr>
            <p:cNvPr id="113676" name="Freeform 19"/>
            <p:cNvSpPr/>
            <p:nvPr/>
          </p:nvSpPr>
          <p:spPr>
            <a:xfrm>
              <a:off x="171" y="846"/>
              <a:ext cx="1154" cy="944"/>
            </a:xfrm>
            <a:custGeom>
              <a:avLst/>
              <a:gdLst/>
              <a:ahLst/>
              <a:cxnLst>
                <a:cxn ang="0">
                  <a:pos x="65" y="66704"/>
                </a:cxn>
                <a:cxn ang="0">
                  <a:pos x="134" y="32709"/>
                </a:cxn>
                <a:cxn ang="0">
                  <a:pos x="332" y="18156"/>
                </a:cxn>
                <a:cxn ang="0">
                  <a:pos x="733" y="9153"/>
                </a:cxn>
                <a:cxn ang="0">
                  <a:pos x="876" y="72483"/>
                </a:cxn>
                <a:cxn ang="0">
                  <a:pos x="660" y="152026"/>
                </a:cxn>
                <a:cxn ang="0">
                  <a:pos x="228" y="156650"/>
                </a:cxn>
                <a:cxn ang="0">
                  <a:pos x="28" y="124110"/>
                </a:cxn>
                <a:cxn ang="0">
                  <a:pos x="65" y="66704"/>
                </a:cxn>
              </a:cxnLst>
              <a:pathLst>
                <a:path w="1198" h="451">
                  <a:moveTo>
                    <a:pt x="88" y="181"/>
                  </a:moveTo>
                  <a:cubicBezTo>
                    <a:pt x="159" y="143"/>
                    <a:pt x="120" y="111"/>
                    <a:pt x="180" y="89"/>
                  </a:cubicBezTo>
                  <a:cubicBezTo>
                    <a:pt x="240" y="67"/>
                    <a:pt x="313" y="60"/>
                    <a:pt x="448" y="49"/>
                  </a:cubicBezTo>
                  <a:cubicBezTo>
                    <a:pt x="583" y="38"/>
                    <a:pt x="866" y="0"/>
                    <a:pt x="988" y="25"/>
                  </a:cubicBezTo>
                  <a:cubicBezTo>
                    <a:pt x="1110" y="50"/>
                    <a:pt x="1198" y="132"/>
                    <a:pt x="1181" y="197"/>
                  </a:cubicBezTo>
                  <a:cubicBezTo>
                    <a:pt x="1164" y="262"/>
                    <a:pt x="1034" y="375"/>
                    <a:pt x="889" y="413"/>
                  </a:cubicBezTo>
                  <a:cubicBezTo>
                    <a:pt x="744" y="451"/>
                    <a:pt x="449" y="438"/>
                    <a:pt x="307" y="425"/>
                  </a:cubicBezTo>
                  <a:cubicBezTo>
                    <a:pt x="165" y="412"/>
                    <a:pt x="72" y="378"/>
                    <a:pt x="36" y="337"/>
                  </a:cubicBezTo>
                  <a:cubicBezTo>
                    <a:pt x="0" y="296"/>
                    <a:pt x="77" y="213"/>
                    <a:pt x="88" y="181"/>
                  </a:cubicBezTo>
                  <a:close/>
                </a:path>
              </a:pathLst>
            </a:custGeom>
            <a:solidFill>
              <a:srgbClr val="66CCFF">
                <a:alpha val="100000"/>
              </a:srgbClr>
            </a:solidFill>
            <a:ln w="9525">
              <a:noFill/>
            </a:ln>
          </p:spPr>
          <p:txBody>
            <a:bodyPr/>
            <a:p>
              <a:endParaRPr lang="zh-CN" altLang="en-US"/>
            </a:p>
          </p:txBody>
        </p:sp>
        <p:sp>
          <p:nvSpPr>
            <p:cNvPr id="113677" name="Freeform 20"/>
            <p:cNvSpPr/>
            <p:nvPr/>
          </p:nvSpPr>
          <p:spPr>
            <a:xfrm>
              <a:off x="916" y="1527"/>
              <a:ext cx="1846" cy="736"/>
            </a:xfrm>
            <a:custGeom>
              <a:avLst/>
              <a:gdLst/>
              <a:ahLst/>
              <a:cxnLst>
                <a:cxn ang="0">
                  <a:pos x="532" y="412"/>
                </a:cxn>
                <a:cxn ang="0">
                  <a:pos x="1392" y="136"/>
                </a:cxn>
                <a:cxn ang="0">
                  <a:pos x="2683" y="38"/>
                </a:cxn>
                <a:cxn ang="0">
                  <a:pos x="3954" y="356"/>
                </a:cxn>
                <a:cxn ang="0">
                  <a:pos x="5347" y="790"/>
                </a:cxn>
                <a:cxn ang="0">
                  <a:pos x="4349" y="1185"/>
                </a:cxn>
                <a:cxn ang="0">
                  <a:pos x="2360" y="1205"/>
                </a:cxn>
                <a:cxn ang="0">
                  <a:pos x="303" y="1096"/>
                </a:cxn>
                <a:cxn ang="0">
                  <a:pos x="532" y="412"/>
                </a:cxn>
              </a:cxnLst>
              <a:pathLst>
                <a:path w="1583" h="682">
                  <a:moveTo>
                    <a:pt x="155" y="224"/>
                  </a:moveTo>
                  <a:cubicBezTo>
                    <a:pt x="208" y="137"/>
                    <a:pt x="302" y="108"/>
                    <a:pt x="407" y="74"/>
                  </a:cubicBezTo>
                  <a:cubicBezTo>
                    <a:pt x="512" y="40"/>
                    <a:pt x="660" y="0"/>
                    <a:pt x="785" y="20"/>
                  </a:cubicBezTo>
                  <a:cubicBezTo>
                    <a:pt x="910" y="40"/>
                    <a:pt x="1027" y="126"/>
                    <a:pt x="1157" y="194"/>
                  </a:cubicBezTo>
                  <a:cubicBezTo>
                    <a:pt x="1287" y="262"/>
                    <a:pt x="1545" y="353"/>
                    <a:pt x="1564" y="428"/>
                  </a:cubicBezTo>
                  <a:cubicBezTo>
                    <a:pt x="1583" y="503"/>
                    <a:pt x="1417" y="606"/>
                    <a:pt x="1272" y="644"/>
                  </a:cubicBezTo>
                  <a:cubicBezTo>
                    <a:pt x="1127" y="682"/>
                    <a:pt x="887" y="664"/>
                    <a:pt x="690" y="656"/>
                  </a:cubicBezTo>
                  <a:cubicBezTo>
                    <a:pt x="493" y="648"/>
                    <a:pt x="178" y="668"/>
                    <a:pt x="89" y="596"/>
                  </a:cubicBezTo>
                  <a:cubicBezTo>
                    <a:pt x="0" y="524"/>
                    <a:pt x="102" y="311"/>
                    <a:pt x="155" y="224"/>
                  </a:cubicBezTo>
                  <a:close/>
                </a:path>
              </a:pathLst>
            </a:custGeom>
            <a:solidFill>
              <a:srgbClr val="66CCFF">
                <a:alpha val="100000"/>
              </a:srgbClr>
            </a:solidFill>
            <a:ln w="9525">
              <a:noFill/>
            </a:ln>
          </p:spPr>
          <p:txBody>
            <a:bodyPr/>
            <a:p>
              <a:endParaRPr lang="zh-CN" altLang="en-US"/>
            </a:p>
          </p:txBody>
        </p:sp>
        <p:sp>
          <p:nvSpPr>
            <p:cNvPr id="113678" name="Oval 21"/>
            <p:cNvSpPr/>
            <p:nvPr/>
          </p:nvSpPr>
          <p:spPr>
            <a:xfrm>
              <a:off x="411" y="1526"/>
              <a:ext cx="288" cy="7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13679" name="Line 22"/>
            <p:cNvSpPr/>
            <p:nvPr/>
          </p:nvSpPr>
          <p:spPr>
            <a:xfrm>
              <a:off x="411" y="1519"/>
              <a:ext cx="0" cy="47"/>
            </a:xfrm>
            <a:prstGeom prst="line">
              <a:avLst/>
            </a:prstGeom>
            <a:ln w="12700" cap="flat" cmpd="sng">
              <a:solidFill>
                <a:schemeClr val="tx1"/>
              </a:solidFill>
              <a:prstDash val="solid"/>
              <a:headEnd type="none" w="med" len="med"/>
              <a:tailEnd type="none" w="med" len="med"/>
            </a:ln>
          </p:spPr>
        </p:sp>
        <p:sp>
          <p:nvSpPr>
            <p:cNvPr id="113680" name="Line 23"/>
            <p:cNvSpPr/>
            <p:nvPr/>
          </p:nvSpPr>
          <p:spPr>
            <a:xfrm>
              <a:off x="699" y="1519"/>
              <a:ext cx="0" cy="47"/>
            </a:xfrm>
            <a:prstGeom prst="line">
              <a:avLst/>
            </a:prstGeom>
            <a:ln w="12700" cap="flat" cmpd="sng">
              <a:solidFill>
                <a:schemeClr val="tx1"/>
              </a:solidFill>
              <a:prstDash val="solid"/>
              <a:headEnd type="none" w="med" len="med"/>
              <a:tailEnd type="none" w="med" len="med"/>
            </a:ln>
          </p:spPr>
        </p:sp>
        <p:sp>
          <p:nvSpPr>
            <p:cNvPr id="113681" name="Rectangle 24"/>
            <p:cNvSpPr/>
            <p:nvPr/>
          </p:nvSpPr>
          <p:spPr>
            <a:xfrm>
              <a:off x="411" y="1519"/>
              <a:ext cx="285" cy="46"/>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13682" name="Oval 25"/>
            <p:cNvSpPr/>
            <p:nvPr/>
          </p:nvSpPr>
          <p:spPr>
            <a:xfrm>
              <a:off x="408" y="1465"/>
              <a:ext cx="288" cy="88"/>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13683" name="Rectangle 26"/>
            <p:cNvSpPr/>
            <p:nvPr/>
          </p:nvSpPr>
          <p:spPr>
            <a:xfrm>
              <a:off x="488" y="1477"/>
              <a:ext cx="130" cy="115"/>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13684" name="Text Box 27"/>
            <p:cNvSpPr txBox="1"/>
            <p:nvPr/>
          </p:nvSpPr>
          <p:spPr>
            <a:xfrm>
              <a:off x="402" y="1420"/>
              <a:ext cx="309"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000" dirty="0">
                  <a:ea typeface="宋体" panose="02010600030101010101" pitchFamily="2" charset="-122"/>
                </a:rPr>
                <a:t>3b</a:t>
              </a:r>
              <a:endParaRPr lang="en-US" altLang="zh-CN" sz="2400" dirty="0">
                <a:latin typeface="Times New Roman" panose="02020603050405020304" pitchFamily="18" charset="0"/>
                <a:ea typeface="宋体" panose="02010600030101010101" pitchFamily="2" charset="-122"/>
              </a:endParaRPr>
            </a:p>
          </p:txBody>
        </p:sp>
        <p:sp>
          <p:nvSpPr>
            <p:cNvPr id="113685" name="Oval 28"/>
            <p:cNvSpPr/>
            <p:nvPr/>
          </p:nvSpPr>
          <p:spPr>
            <a:xfrm>
              <a:off x="1531" y="2089"/>
              <a:ext cx="288" cy="7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13686" name="Line 29"/>
            <p:cNvSpPr/>
            <p:nvPr/>
          </p:nvSpPr>
          <p:spPr>
            <a:xfrm>
              <a:off x="1531" y="2082"/>
              <a:ext cx="0" cy="47"/>
            </a:xfrm>
            <a:prstGeom prst="line">
              <a:avLst/>
            </a:prstGeom>
            <a:ln w="12700" cap="flat" cmpd="sng">
              <a:solidFill>
                <a:schemeClr val="tx1"/>
              </a:solidFill>
              <a:prstDash val="solid"/>
              <a:headEnd type="none" w="med" len="med"/>
              <a:tailEnd type="none" w="med" len="med"/>
            </a:ln>
          </p:spPr>
        </p:sp>
        <p:sp>
          <p:nvSpPr>
            <p:cNvPr id="113687" name="Line 30"/>
            <p:cNvSpPr/>
            <p:nvPr/>
          </p:nvSpPr>
          <p:spPr>
            <a:xfrm>
              <a:off x="1819" y="2082"/>
              <a:ext cx="0" cy="47"/>
            </a:xfrm>
            <a:prstGeom prst="line">
              <a:avLst/>
            </a:prstGeom>
            <a:ln w="12700" cap="flat" cmpd="sng">
              <a:solidFill>
                <a:schemeClr val="tx1"/>
              </a:solidFill>
              <a:prstDash val="solid"/>
              <a:headEnd type="none" w="med" len="med"/>
              <a:tailEnd type="none" w="med" len="med"/>
            </a:ln>
          </p:spPr>
        </p:sp>
        <p:sp>
          <p:nvSpPr>
            <p:cNvPr id="113688" name="Rectangle 31"/>
            <p:cNvSpPr/>
            <p:nvPr/>
          </p:nvSpPr>
          <p:spPr>
            <a:xfrm>
              <a:off x="1531" y="2082"/>
              <a:ext cx="285" cy="46"/>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13689" name="Oval 32"/>
            <p:cNvSpPr/>
            <p:nvPr/>
          </p:nvSpPr>
          <p:spPr>
            <a:xfrm>
              <a:off x="1528" y="2028"/>
              <a:ext cx="288" cy="88"/>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13690" name="Group 33"/>
            <p:cNvGrpSpPr/>
            <p:nvPr/>
          </p:nvGrpSpPr>
          <p:grpSpPr>
            <a:xfrm>
              <a:off x="1537" y="1977"/>
              <a:ext cx="282" cy="250"/>
              <a:chOff x="2904" y="2429"/>
              <a:chExt cx="309" cy="269"/>
            </a:xfrm>
          </p:grpSpPr>
          <p:sp>
            <p:nvSpPr>
              <p:cNvPr id="113782" name="Rectangle 34"/>
              <p:cNvSpPr/>
              <p:nvPr/>
            </p:nvSpPr>
            <p:spPr>
              <a:xfrm>
                <a:off x="2982" y="2490"/>
                <a:ext cx="144" cy="1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13783" name="Text Box 35"/>
              <p:cNvSpPr txBox="1"/>
              <p:nvPr/>
            </p:nvSpPr>
            <p:spPr>
              <a:xfrm>
                <a:off x="2904" y="2429"/>
                <a:ext cx="309" cy="269"/>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000" dirty="0">
                    <a:ea typeface="宋体" panose="02010600030101010101" pitchFamily="2" charset="-122"/>
                  </a:rPr>
                  <a:t>1d</a:t>
                </a:r>
                <a:endParaRPr lang="en-US" altLang="zh-CN" sz="2000" dirty="0">
                  <a:ea typeface="宋体" panose="02010600030101010101" pitchFamily="2" charset="-122"/>
                </a:endParaRPr>
              </a:p>
            </p:txBody>
          </p:sp>
        </p:grpSp>
        <p:sp>
          <p:nvSpPr>
            <p:cNvPr id="113691" name="Oval 36"/>
            <p:cNvSpPr/>
            <p:nvPr/>
          </p:nvSpPr>
          <p:spPr>
            <a:xfrm>
              <a:off x="927" y="1403"/>
              <a:ext cx="288" cy="76"/>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13692" name="Line 37"/>
            <p:cNvSpPr/>
            <p:nvPr/>
          </p:nvSpPr>
          <p:spPr>
            <a:xfrm>
              <a:off x="927" y="1397"/>
              <a:ext cx="0" cy="46"/>
            </a:xfrm>
            <a:prstGeom prst="line">
              <a:avLst/>
            </a:prstGeom>
            <a:ln w="12700" cap="flat" cmpd="sng">
              <a:solidFill>
                <a:schemeClr val="tx1"/>
              </a:solidFill>
              <a:prstDash val="solid"/>
              <a:headEnd type="none" w="med" len="med"/>
              <a:tailEnd type="none" w="med" len="med"/>
            </a:ln>
          </p:spPr>
        </p:sp>
        <p:sp>
          <p:nvSpPr>
            <p:cNvPr id="113693" name="Line 38"/>
            <p:cNvSpPr/>
            <p:nvPr/>
          </p:nvSpPr>
          <p:spPr>
            <a:xfrm>
              <a:off x="1215" y="1397"/>
              <a:ext cx="0" cy="46"/>
            </a:xfrm>
            <a:prstGeom prst="line">
              <a:avLst/>
            </a:prstGeom>
            <a:ln w="12700" cap="flat" cmpd="sng">
              <a:solidFill>
                <a:schemeClr val="tx1"/>
              </a:solidFill>
              <a:prstDash val="solid"/>
              <a:headEnd type="none" w="med" len="med"/>
              <a:tailEnd type="none" w="med" len="med"/>
            </a:ln>
          </p:spPr>
        </p:sp>
        <p:sp>
          <p:nvSpPr>
            <p:cNvPr id="113694" name="Rectangle 39"/>
            <p:cNvSpPr/>
            <p:nvPr/>
          </p:nvSpPr>
          <p:spPr>
            <a:xfrm>
              <a:off x="927" y="1397"/>
              <a:ext cx="285" cy="45"/>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13695" name="Oval 40"/>
            <p:cNvSpPr/>
            <p:nvPr/>
          </p:nvSpPr>
          <p:spPr>
            <a:xfrm>
              <a:off x="924" y="1342"/>
              <a:ext cx="288" cy="88"/>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13696" name="Rectangle 41"/>
            <p:cNvSpPr/>
            <p:nvPr/>
          </p:nvSpPr>
          <p:spPr>
            <a:xfrm>
              <a:off x="1004" y="1354"/>
              <a:ext cx="131" cy="10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13697" name="Text Box 42"/>
            <p:cNvSpPr txBox="1"/>
            <p:nvPr/>
          </p:nvSpPr>
          <p:spPr>
            <a:xfrm>
              <a:off x="925" y="1297"/>
              <a:ext cx="296"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000" dirty="0">
                  <a:ea typeface="宋体" panose="02010600030101010101" pitchFamily="2" charset="-122"/>
                </a:rPr>
                <a:t>3a</a:t>
              </a:r>
              <a:endParaRPr lang="en-US" altLang="zh-CN" sz="2400" dirty="0">
                <a:latin typeface="Times New Roman" panose="02020603050405020304" pitchFamily="18" charset="0"/>
                <a:ea typeface="宋体" panose="02010600030101010101" pitchFamily="2" charset="-122"/>
              </a:endParaRPr>
            </a:p>
          </p:txBody>
        </p:sp>
        <p:sp>
          <p:nvSpPr>
            <p:cNvPr id="113698" name="Oval 43"/>
            <p:cNvSpPr/>
            <p:nvPr/>
          </p:nvSpPr>
          <p:spPr>
            <a:xfrm>
              <a:off x="1498" y="1721"/>
              <a:ext cx="288" cy="7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13699" name="Line 44"/>
            <p:cNvSpPr/>
            <p:nvPr/>
          </p:nvSpPr>
          <p:spPr>
            <a:xfrm>
              <a:off x="1498" y="1715"/>
              <a:ext cx="0" cy="46"/>
            </a:xfrm>
            <a:prstGeom prst="line">
              <a:avLst/>
            </a:prstGeom>
            <a:ln w="12700" cap="flat" cmpd="sng">
              <a:solidFill>
                <a:schemeClr val="tx1"/>
              </a:solidFill>
              <a:prstDash val="solid"/>
              <a:headEnd type="none" w="med" len="med"/>
              <a:tailEnd type="none" w="med" len="med"/>
            </a:ln>
          </p:spPr>
        </p:sp>
        <p:sp>
          <p:nvSpPr>
            <p:cNvPr id="113700" name="Line 45"/>
            <p:cNvSpPr/>
            <p:nvPr/>
          </p:nvSpPr>
          <p:spPr>
            <a:xfrm>
              <a:off x="1786" y="1715"/>
              <a:ext cx="0" cy="46"/>
            </a:xfrm>
            <a:prstGeom prst="line">
              <a:avLst/>
            </a:prstGeom>
            <a:ln w="12700" cap="flat" cmpd="sng">
              <a:solidFill>
                <a:schemeClr val="tx1"/>
              </a:solidFill>
              <a:prstDash val="solid"/>
              <a:headEnd type="none" w="med" len="med"/>
              <a:tailEnd type="none" w="med" len="med"/>
            </a:ln>
          </p:spPr>
        </p:sp>
        <p:sp>
          <p:nvSpPr>
            <p:cNvPr id="113701" name="Rectangle 46"/>
            <p:cNvSpPr/>
            <p:nvPr/>
          </p:nvSpPr>
          <p:spPr>
            <a:xfrm>
              <a:off x="1498" y="1715"/>
              <a:ext cx="285" cy="45"/>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13702" name="Oval 47"/>
            <p:cNvSpPr/>
            <p:nvPr/>
          </p:nvSpPr>
          <p:spPr>
            <a:xfrm>
              <a:off x="1495" y="1660"/>
              <a:ext cx="288" cy="88"/>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13703" name="Group 48"/>
            <p:cNvGrpSpPr/>
            <p:nvPr/>
          </p:nvGrpSpPr>
          <p:grpSpPr>
            <a:xfrm>
              <a:off x="1507" y="1610"/>
              <a:ext cx="269" cy="249"/>
              <a:chOff x="2907" y="2429"/>
              <a:chExt cx="301" cy="269"/>
            </a:xfrm>
          </p:grpSpPr>
          <p:sp>
            <p:nvSpPr>
              <p:cNvPr id="113780" name="Rectangle 49"/>
              <p:cNvSpPr/>
              <p:nvPr/>
            </p:nvSpPr>
            <p:spPr>
              <a:xfrm>
                <a:off x="2982" y="2490"/>
                <a:ext cx="144" cy="1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13781" name="Text Box 50"/>
              <p:cNvSpPr txBox="1"/>
              <p:nvPr/>
            </p:nvSpPr>
            <p:spPr>
              <a:xfrm>
                <a:off x="2907" y="2429"/>
                <a:ext cx="301" cy="269"/>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000" dirty="0">
                    <a:ea typeface="宋体" panose="02010600030101010101" pitchFamily="2" charset="-122"/>
                  </a:rPr>
                  <a:t>1c</a:t>
                </a:r>
                <a:endParaRPr lang="en-US" altLang="zh-CN" sz="2000" dirty="0">
                  <a:ea typeface="宋体" panose="02010600030101010101" pitchFamily="2" charset="-122"/>
                </a:endParaRPr>
              </a:p>
            </p:txBody>
          </p:sp>
        </p:grpSp>
        <p:sp>
          <p:nvSpPr>
            <p:cNvPr id="113704" name="Line 51"/>
            <p:cNvSpPr/>
            <p:nvPr/>
          </p:nvSpPr>
          <p:spPr>
            <a:xfrm>
              <a:off x="3149" y="1546"/>
              <a:ext cx="283" cy="90"/>
            </a:xfrm>
            <a:prstGeom prst="line">
              <a:avLst/>
            </a:prstGeom>
            <a:ln w="28575" cap="flat" cmpd="sng">
              <a:solidFill>
                <a:schemeClr val="tx1"/>
              </a:solidFill>
              <a:prstDash val="solid"/>
              <a:headEnd type="none" w="med" len="med"/>
              <a:tailEnd type="none" w="med" len="med"/>
            </a:ln>
          </p:spPr>
        </p:sp>
        <p:sp>
          <p:nvSpPr>
            <p:cNvPr id="113705" name="Line 52"/>
            <p:cNvSpPr/>
            <p:nvPr/>
          </p:nvSpPr>
          <p:spPr>
            <a:xfrm>
              <a:off x="3447" y="1476"/>
              <a:ext cx="84" cy="108"/>
            </a:xfrm>
            <a:prstGeom prst="line">
              <a:avLst/>
            </a:prstGeom>
            <a:ln w="28575" cap="flat" cmpd="sng">
              <a:solidFill>
                <a:schemeClr val="tx1"/>
              </a:solidFill>
              <a:prstDash val="solid"/>
              <a:headEnd type="none" w="med" len="med"/>
              <a:tailEnd type="none" w="med" len="med"/>
            </a:ln>
          </p:spPr>
        </p:sp>
        <p:sp>
          <p:nvSpPr>
            <p:cNvPr id="113706" name="Line 53"/>
            <p:cNvSpPr/>
            <p:nvPr/>
          </p:nvSpPr>
          <p:spPr>
            <a:xfrm flipV="1">
              <a:off x="3086" y="1435"/>
              <a:ext cx="105" cy="71"/>
            </a:xfrm>
            <a:prstGeom prst="line">
              <a:avLst/>
            </a:prstGeom>
            <a:ln w="28575" cap="flat" cmpd="sng">
              <a:solidFill>
                <a:schemeClr val="tx1"/>
              </a:solidFill>
              <a:prstDash val="solid"/>
              <a:headEnd type="none" w="med" len="med"/>
              <a:tailEnd type="none" w="med" len="med"/>
            </a:ln>
          </p:spPr>
        </p:sp>
        <p:sp>
          <p:nvSpPr>
            <p:cNvPr id="113707" name="Freeform 54"/>
            <p:cNvSpPr/>
            <p:nvPr/>
          </p:nvSpPr>
          <p:spPr>
            <a:xfrm>
              <a:off x="1817" y="2024"/>
              <a:ext cx="243" cy="76"/>
            </a:xfrm>
            <a:custGeom>
              <a:avLst/>
              <a:gdLst/>
              <a:ahLst/>
              <a:cxnLst>
                <a:cxn ang="0">
                  <a:pos x="0" y="44"/>
                </a:cxn>
                <a:cxn ang="0">
                  <a:pos x="136" y="0"/>
                </a:cxn>
              </a:cxnLst>
              <a:pathLst>
                <a:path w="264" h="82">
                  <a:moveTo>
                    <a:pt x="0" y="82"/>
                  </a:moveTo>
                  <a:lnTo>
                    <a:pt x="264" y="0"/>
                  </a:lnTo>
                </a:path>
              </a:pathLst>
            </a:custGeom>
            <a:noFill/>
            <a:ln w="28575" cap="flat" cmpd="sng">
              <a:solidFill>
                <a:schemeClr val="tx1">
                  <a:alpha val="100000"/>
                </a:schemeClr>
              </a:solidFill>
              <a:prstDash val="solid"/>
              <a:round/>
              <a:headEnd type="none" w="med" len="med"/>
              <a:tailEnd type="none" w="med" len="med"/>
            </a:ln>
          </p:spPr>
          <p:txBody>
            <a:bodyPr/>
            <a:p>
              <a:endParaRPr lang="zh-CN" altLang="en-US"/>
            </a:p>
          </p:txBody>
        </p:sp>
        <p:sp>
          <p:nvSpPr>
            <p:cNvPr id="113708" name="Freeform 55"/>
            <p:cNvSpPr/>
            <p:nvPr/>
          </p:nvSpPr>
          <p:spPr>
            <a:xfrm>
              <a:off x="1394" y="1990"/>
              <a:ext cx="140" cy="110"/>
            </a:xfrm>
            <a:custGeom>
              <a:avLst/>
              <a:gdLst/>
              <a:ahLst/>
              <a:cxnLst>
                <a:cxn ang="0">
                  <a:pos x="0" y="0"/>
                </a:cxn>
                <a:cxn ang="0">
                  <a:pos x="79" y="67"/>
                </a:cxn>
              </a:cxnLst>
              <a:pathLst>
                <a:path w="152" h="118">
                  <a:moveTo>
                    <a:pt x="0" y="0"/>
                  </a:moveTo>
                  <a:lnTo>
                    <a:pt x="152" y="118"/>
                  </a:lnTo>
                </a:path>
              </a:pathLst>
            </a:custGeom>
            <a:noFill/>
            <a:ln w="28575" cap="flat" cmpd="sng">
              <a:solidFill>
                <a:schemeClr val="tx1">
                  <a:alpha val="100000"/>
                </a:schemeClr>
              </a:solidFill>
              <a:prstDash val="solid"/>
              <a:round/>
              <a:headEnd type="none" w="med" len="med"/>
              <a:tailEnd type="none" w="med" len="med"/>
            </a:ln>
          </p:spPr>
          <p:txBody>
            <a:bodyPr/>
            <a:p>
              <a:endParaRPr lang="zh-CN" altLang="en-US"/>
            </a:p>
          </p:txBody>
        </p:sp>
        <p:sp>
          <p:nvSpPr>
            <p:cNvPr id="113709" name="Freeform 56"/>
            <p:cNvSpPr/>
            <p:nvPr/>
          </p:nvSpPr>
          <p:spPr>
            <a:xfrm>
              <a:off x="1508" y="1925"/>
              <a:ext cx="519" cy="77"/>
            </a:xfrm>
            <a:custGeom>
              <a:avLst/>
              <a:gdLst/>
              <a:ahLst/>
              <a:cxnLst>
                <a:cxn ang="0">
                  <a:pos x="0" y="0"/>
                </a:cxn>
                <a:cxn ang="0">
                  <a:pos x="291" y="50"/>
                </a:cxn>
              </a:cxnLst>
              <a:pathLst>
                <a:path w="564" h="82">
                  <a:moveTo>
                    <a:pt x="0" y="0"/>
                  </a:moveTo>
                  <a:lnTo>
                    <a:pt x="564" y="82"/>
                  </a:lnTo>
                </a:path>
              </a:pathLst>
            </a:custGeom>
            <a:noFill/>
            <a:ln w="28575" cap="flat" cmpd="sng">
              <a:solidFill>
                <a:schemeClr val="tx1">
                  <a:alpha val="100000"/>
                </a:schemeClr>
              </a:solidFill>
              <a:prstDash val="solid"/>
              <a:round/>
              <a:headEnd type="none" w="med" len="med"/>
              <a:tailEnd type="none" w="med" len="med"/>
            </a:ln>
          </p:spPr>
          <p:txBody>
            <a:bodyPr/>
            <a:p>
              <a:endParaRPr lang="zh-CN" altLang="en-US"/>
            </a:p>
          </p:txBody>
        </p:sp>
        <p:sp>
          <p:nvSpPr>
            <p:cNvPr id="113710" name="Freeform 57"/>
            <p:cNvSpPr/>
            <p:nvPr/>
          </p:nvSpPr>
          <p:spPr>
            <a:xfrm>
              <a:off x="1451" y="1775"/>
              <a:ext cx="70" cy="87"/>
            </a:xfrm>
            <a:custGeom>
              <a:avLst/>
              <a:gdLst/>
              <a:ahLst/>
              <a:cxnLst>
                <a:cxn ang="0">
                  <a:pos x="0" y="51"/>
                </a:cxn>
                <a:cxn ang="0">
                  <a:pos x="39" y="0"/>
                </a:cxn>
              </a:cxnLst>
              <a:pathLst>
                <a:path w="76" h="94">
                  <a:moveTo>
                    <a:pt x="0" y="94"/>
                  </a:moveTo>
                  <a:lnTo>
                    <a:pt x="76" y="0"/>
                  </a:lnTo>
                </a:path>
              </a:pathLst>
            </a:custGeom>
            <a:noFill/>
            <a:ln w="28575" cap="flat" cmpd="sng">
              <a:solidFill>
                <a:schemeClr val="tx1">
                  <a:alpha val="100000"/>
                </a:schemeClr>
              </a:solidFill>
              <a:prstDash val="solid"/>
              <a:round/>
              <a:headEnd type="none" w="med" len="med"/>
              <a:tailEnd type="none" w="med" len="med"/>
            </a:ln>
          </p:spPr>
          <p:txBody>
            <a:bodyPr/>
            <a:p>
              <a:endParaRPr lang="zh-CN" altLang="en-US"/>
            </a:p>
          </p:txBody>
        </p:sp>
        <p:sp>
          <p:nvSpPr>
            <p:cNvPr id="113711" name="Freeform 58"/>
            <p:cNvSpPr/>
            <p:nvPr/>
          </p:nvSpPr>
          <p:spPr>
            <a:xfrm>
              <a:off x="692" y="1426"/>
              <a:ext cx="231" cy="106"/>
            </a:xfrm>
            <a:custGeom>
              <a:avLst/>
              <a:gdLst/>
              <a:ahLst/>
              <a:cxnLst>
                <a:cxn ang="0">
                  <a:pos x="0" y="64"/>
                </a:cxn>
                <a:cxn ang="0">
                  <a:pos x="126" y="0"/>
                </a:cxn>
              </a:cxnLst>
              <a:pathLst>
                <a:path w="252" h="114">
                  <a:moveTo>
                    <a:pt x="0" y="114"/>
                  </a:moveTo>
                  <a:lnTo>
                    <a:pt x="252" y="0"/>
                  </a:lnTo>
                </a:path>
              </a:pathLst>
            </a:custGeom>
            <a:noFill/>
            <a:ln w="28575" cap="flat" cmpd="sng">
              <a:solidFill>
                <a:schemeClr val="tx1">
                  <a:alpha val="100000"/>
                </a:schemeClr>
              </a:solidFill>
              <a:prstDash val="solid"/>
              <a:round/>
              <a:headEnd type="none" w="med" len="med"/>
              <a:tailEnd type="none" w="med" len="med"/>
            </a:ln>
          </p:spPr>
          <p:txBody>
            <a:bodyPr/>
            <a:p>
              <a:endParaRPr lang="zh-CN" altLang="en-US"/>
            </a:p>
          </p:txBody>
        </p:sp>
        <p:sp>
          <p:nvSpPr>
            <p:cNvPr id="113712" name="Freeform 59"/>
            <p:cNvSpPr/>
            <p:nvPr/>
          </p:nvSpPr>
          <p:spPr>
            <a:xfrm>
              <a:off x="1092" y="1481"/>
              <a:ext cx="409" cy="240"/>
            </a:xfrm>
            <a:custGeom>
              <a:avLst/>
              <a:gdLst/>
              <a:ahLst/>
              <a:cxnLst>
                <a:cxn ang="0">
                  <a:pos x="0" y="0"/>
                </a:cxn>
                <a:cxn ang="0">
                  <a:pos x="231" y="144"/>
                </a:cxn>
              </a:cxnLst>
              <a:pathLst>
                <a:path w="444" h="258">
                  <a:moveTo>
                    <a:pt x="0" y="0"/>
                  </a:moveTo>
                  <a:lnTo>
                    <a:pt x="444" y="258"/>
                  </a:lnTo>
                </a:path>
              </a:pathLst>
            </a:custGeom>
            <a:noFill/>
            <a:ln w="28575" cap="flat" cmpd="sng">
              <a:solidFill>
                <a:schemeClr val="tx1">
                  <a:alpha val="100000"/>
                </a:schemeClr>
              </a:solidFill>
              <a:prstDash val="solid"/>
              <a:round/>
              <a:headEnd type="none" w="med" len="med"/>
              <a:tailEnd type="none" w="med" len="med"/>
            </a:ln>
          </p:spPr>
          <p:txBody>
            <a:bodyPr/>
            <a:p>
              <a:endParaRPr lang="zh-CN" altLang="en-US"/>
            </a:p>
          </p:txBody>
        </p:sp>
        <p:sp>
          <p:nvSpPr>
            <p:cNvPr id="113713" name="Freeform 60"/>
            <p:cNvSpPr/>
            <p:nvPr/>
          </p:nvSpPr>
          <p:spPr>
            <a:xfrm>
              <a:off x="2310" y="1591"/>
              <a:ext cx="602" cy="390"/>
            </a:xfrm>
            <a:custGeom>
              <a:avLst/>
              <a:gdLst/>
              <a:ahLst/>
              <a:cxnLst>
                <a:cxn ang="0">
                  <a:pos x="0" y="232"/>
                </a:cxn>
                <a:cxn ang="0">
                  <a:pos x="337" y="0"/>
                </a:cxn>
              </a:cxnLst>
              <a:pathLst>
                <a:path w="654" h="420">
                  <a:moveTo>
                    <a:pt x="0" y="420"/>
                  </a:moveTo>
                  <a:lnTo>
                    <a:pt x="654" y="0"/>
                  </a:lnTo>
                </a:path>
              </a:pathLst>
            </a:custGeom>
            <a:noFill/>
            <a:ln w="28575" cap="flat" cmpd="sng">
              <a:solidFill>
                <a:schemeClr val="tx1">
                  <a:alpha val="100000"/>
                </a:schemeClr>
              </a:solidFill>
              <a:prstDash val="solid"/>
              <a:round/>
              <a:headEnd type="none" w="med" len="med"/>
              <a:tailEnd type="none" w="med" len="med"/>
            </a:ln>
          </p:spPr>
          <p:txBody>
            <a:bodyPr/>
            <a:p>
              <a:endParaRPr lang="zh-CN" altLang="en-US"/>
            </a:p>
          </p:txBody>
        </p:sp>
        <p:sp>
          <p:nvSpPr>
            <p:cNvPr id="113714" name="Oval 61"/>
            <p:cNvSpPr/>
            <p:nvPr/>
          </p:nvSpPr>
          <p:spPr>
            <a:xfrm>
              <a:off x="2861" y="1532"/>
              <a:ext cx="288" cy="7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13715" name="Line 62"/>
            <p:cNvSpPr/>
            <p:nvPr/>
          </p:nvSpPr>
          <p:spPr>
            <a:xfrm>
              <a:off x="2861" y="1525"/>
              <a:ext cx="0" cy="46"/>
            </a:xfrm>
            <a:prstGeom prst="line">
              <a:avLst/>
            </a:prstGeom>
            <a:ln w="12700" cap="flat" cmpd="sng">
              <a:solidFill>
                <a:schemeClr val="tx1"/>
              </a:solidFill>
              <a:prstDash val="solid"/>
              <a:headEnd type="none" w="med" len="med"/>
              <a:tailEnd type="none" w="med" len="med"/>
            </a:ln>
          </p:spPr>
        </p:sp>
        <p:sp>
          <p:nvSpPr>
            <p:cNvPr id="113716" name="Line 63"/>
            <p:cNvSpPr/>
            <p:nvPr/>
          </p:nvSpPr>
          <p:spPr>
            <a:xfrm>
              <a:off x="3149" y="1525"/>
              <a:ext cx="0" cy="46"/>
            </a:xfrm>
            <a:prstGeom prst="line">
              <a:avLst/>
            </a:prstGeom>
            <a:ln w="12700" cap="flat" cmpd="sng">
              <a:solidFill>
                <a:schemeClr val="tx1"/>
              </a:solidFill>
              <a:prstDash val="solid"/>
              <a:headEnd type="none" w="med" len="med"/>
              <a:tailEnd type="none" w="med" len="med"/>
            </a:ln>
          </p:spPr>
        </p:sp>
        <p:sp>
          <p:nvSpPr>
            <p:cNvPr id="113717" name="Rectangle 64"/>
            <p:cNvSpPr/>
            <p:nvPr/>
          </p:nvSpPr>
          <p:spPr>
            <a:xfrm>
              <a:off x="2861" y="1525"/>
              <a:ext cx="285" cy="46"/>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13718" name="Oval 65"/>
            <p:cNvSpPr/>
            <p:nvPr/>
          </p:nvSpPr>
          <p:spPr>
            <a:xfrm>
              <a:off x="2858" y="1470"/>
              <a:ext cx="288" cy="88"/>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13719" name="Rectangle 66"/>
            <p:cNvSpPr/>
            <p:nvPr/>
          </p:nvSpPr>
          <p:spPr>
            <a:xfrm>
              <a:off x="2938" y="1482"/>
              <a:ext cx="130" cy="11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13720" name="Text Box 67"/>
            <p:cNvSpPr txBox="1"/>
            <p:nvPr/>
          </p:nvSpPr>
          <p:spPr>
            <a:xfrm>
              <a:off x="2858" y="1426"/>
              <a:ext cx="296"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000" dirty="0">
                  <a:ea typeface="宋体" panose="02010600030101010101" pitchFamily="2" charset="-122"/>
                </a:rPr>
                <a:t>2a</a:t>
              </a:r>
              <a:endParaRPr lang="en-US" altLang="zh-CN" sz="2400" dirty="0">
                <a:latin typeface="Times New Roman" panose="02020603050405020304" pitchFamily="18" charset="0"/>
                <a:ea typeface="宋体" panose="02010600030101010101" pitchFamily="2" charset="-122"/>
              </a:endParaRPr>
            </a:p>
          </p:txBody>
        </p:sp>
        <p:sp>
          <p:nvSpPr>
            <p:cNvPr id="113721" name="Text Box 68"/>
            <p:cNvSpPr txBox="1"/>
            <p:nvPr/>
          </p:nvSpPr>
          <p:spPr>
            <a:xfrm>
              <a:off x="720" y="1507"/>
              <a:ext cx="442"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2000" dirty="0">
                  <a:ea typeface="宋体" panose="02010600030101010101" pitchFamily="2" charset="-122"/>
                </a:rPr>
                <a:t>AS3</a:t>
              </a:r>
              <a:endParaRPr lang="en-US" altLang="zh-CN" sz="1800" dirty="0">
                <a:ea typeface="宋体" panose="02010600030101010101" pitchFamily="2" charset="-122"/>
              </a:endParaRPr>
            </a:p>
          </p:txBody>
        </p:sp>
        <p:sp>
          <p:nvSpPr>
            <p:cNvPr id="113722" name="Text Box 69"/>
            <p:cNvSpPr txBox="1"/>
            <p:nvPr/>
          </p:nvSpPr>
          <p:spPr>
            <a:xfrm>
              <a:off x="2360" y="1931"/>
              <a:ext cx="416"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2000" dirty="0">
                  <a:ea typeface="宋体" panose="02010600030101010101" pitchFamily="2" charset="-122"/>
                </a:rPr>
                <a:t>AS1</a:t>
              </a:r>
              <a:endParaRPr lang="en-US" altLang="zh-CN" sz="1800" dirty="0">
                <a:ea typeface="宋体" panose="02010600030101010101" pitchFamily="2" charset="-122"/>
              </a:endParaRPr>
            </a:p>
          </p:txBody>
        </p:sp>
        <p:sp>
          <p:nvSpPr>
            <p:cNvPr id="113723" name="Text Box 70"/>
            <p:cNvSpPr txBox="1"/>
            <p:nvPr/>
          </p:nvSpPr>
          <p:spPr>
            <a:xfrm>
              <a:off x="3120" y="1693"/>
              <a:ext cx="409"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AS2</a:t>
              </a:r>
              <a:endParaRPr lang="en-US" altLang="zh-CN" sz="1800" dirty="0">
                <a:ea typeface="宋体" panose="02010600030101010101" pitchFamily="2" charset="-122"/>
              </a:endParaRPr>
            </a:p>
          </p:txBody>
        </p:sp>
        <p:sp>
          <p:nvSpPr>
            <p:cNvPr id="113724" name="Oval 71"/>
            <p:cNvSpPr/>
            <p:nvPr/>
          </p:nvSpPr>
          <p:spPr>
            <a:xfrm>
              <a:off x="1217" y="1916"/>
              <a:ext cx="288" cy="7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13725" name="Line 72"/>
            <p:cNvSpPr/>
            <p:nvPr/>
          </p:nvSpPr>
          <p:spPr>
            <a:xfrm>
              <a:off x="1217" y="1910"/>
              <a:ext cx="0" cy="46"/>
            </a:xfrm>
            <a:prstGeom prst="line">
              <a:avLst/>
            </a:prstGeom>
            <a:ln w="12700" cap="flat" cmpd="sng">
              <a:solidFill>
                <a:schemeClr val="tx1"/>
              </a:solidFill>
              <a:prstDash val="solid"/>
              <a:headEnd type="none" w="med" len="med"/>
              <a:tailEnd type="none" w="med" len="med"/>
            </a:ln>
          </p:spPr>
        </p:sp>
        <p:sp>
          <p:nvSpPr>
            <p:cNvPr id="113726" name="Line 73"/>
            <p:cNvSpPr/>
            <p:nvPr/>
          </p:nvSpPr>
          <p:spPr>
            <a:xfrm>
              <a:off x="1505" y="1910"/>
              <a:ext cx="0" cy="46"/>
            </a:xfrm>
            <a:prstGeom prst="line">
              <a:avLst/>
            </a:prstGeom>
            <a:ln w="12700" cap="flat" cmpd="sng">
              <a:solidFill>
                <a:schemeClr val="tx1"/>
              </a:solidFill>
              <a:prstDash val="solid"/>
              <a:headEnd type="none" w="med" len="med"/>
              <a:tailEnd type="none" w="med" len="med"/>
            </a:ln>
          </p:spPr>
        </p:sp>
        <p:sp>
          <p:nvSpPr>
            <p:cNvPr id="113727" name="Rectangle 74"/>
            <p:cNvSpPr/>
            <p:nvPr/>
          </p:nvSpPr>
          <p:spPr>
            <a:xfrm>
              <a:off x="1217" y="1910"/>
              <a:ext cx="285" cy="45"/>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13728" name="Oval 75"/>
            <p:cNvSpPr/>
            <p:nvPr/>
          </p:nvSpPr>
          <p:spPr>
            <a:xfrm>
              <a:off x="1214" y="1859"/>
              <a:ext cx="288" cy="88"/>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13729" name="Rectangle 76"/>
            <p:cNvSpPr/>
            <p:nvPr/>
          </p:nvSpPr>
          <p:spPr>
            <a:xfrm>
              <a:off x="1292" y="1884"/>
              <a:ext cx="131" cy="89"/>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13730" name="Text Box 77"/>
            <p:cNvSpPr txBox="1"/>
            <p:nvPr/>
          </p:nvSpPr>
          <p:spPr>
            <a:xfrm>
              <a:off x="1229" y="1808"/>
              <a:ext cx="270"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000" dirty="0">
                  <a:ea typeface="宋体" panose="02010600030101010101" pitchFamily="2" charset="-122"/>
                </a:rPr>
                <a:t>1a</a:t>
              </a:r>
              <a:endParaRPr lang="en-US" altLang="zh-CN" sz="2400" dirty="0">
                <a:latin typeface="Times New Roman" panose="02020603050405020304" pitchFamily="18" charset="0"/>
                <a:ea typeface="宋体" panose="02010600030101010101" pitchFamily="2" charset="-122"/>
              </a:endParaRPr>
            </a:p>
          </p:txBody>
        </p:sp>
        <p:grpSp>
          <p:nvGrpSpPr>
            <p:cNvPr id="113731" name="Group 78"/>
            <p:cNvGrpSpPr/>
            <p:nvPr/>
          </p:nvGrpSpPr>
          <p:grpSpPr>
            <a:xfrm>
              <a:off x="3178" y="1320"/>
              <a:ext cx="297" cy="250"/>
              <a:chOff x="4320" y="1940"/>
              <a:chExt cx="323" cy="269"/>
            </a:xfrm>
          </p:grpSpPr>
          <p:sp>
            <p:nvSpPr>
              <p:cNvPr id="113773" name="Oval 79"/>
              <p:cNvSpPr/>
              <p:nvPr/>
            </p:nvSpPr>
            <p:spPr>
              <a:xfrm>
                <a:off x="4323" y="2054"/>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13774" name="Line 80"/>
              <p:cNvSpPr/>
              <p:nvPr/>
            </p:nvSpPr>
            <p:spPr>
              <a:xfrm>
                <a:off x="4323" y="2047"/>
                <a:ext cx="0" cy="50"/>
              </a:xfrm>
              <a:prstGeom prst="line">
                <a:avLst/>
              </a:prstGeom>
              <a:ln w="12700" cap="flat" cmpd="sng">
                <a:solidFill>
                  <a:schemeClr val="tx1"/>
                </a:solidFill>
                <a:prstDash val="solid"/>
                <a:headEnd type="none" w="med" len="med"/>
                <a:tailEnd type="none" w="med" len="med"/>
              </a:ln>
            </p:spPr>
          </p:sp>
          <p:sp>
            <p:nvSpPr>
              <p:cNvPr id="113775" name="Line 81"/>
              <p:cNvSpPr/>
              <p:nvPr/>
            </p:nvSpPr>
            <p:spPr>
              <a:xfrm>
                <a:off x="4636" y="2047"/>
                <a:ext cx="0" cy="50"/>
              </a:xfrm>
              <a:prstGeom prst="line">
                <a:avLst/>
              </a:prstGeom>
              <a:ln w="12700" cap="flat" cmpd="sng">
                <a:solidFill>
                  <a:schemeClr val="tx1"/>
                </a:solidFill>
                <a:prstDash val="solid"/>
                <a:headEnd type="none" w="med" len="med"/>
                <a:tailEnd type="none" w="med" len="med"/>
              </a:ln>
            </p:spPr>
          </p:sp>
          <p:sp>
            <p:nvSpPr>
              <p:cNvPr id="113776" name="Rectangle 82"/>
              <p:cNvSpPr/>
              <p:nvPr/>
            </p:nvSpPr>
            <p:spPr>
              <a:xfrm>
                <a:off x="4323" y="2047"/>
                <a:ext cx="310"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13777" name="Oval 83"/>
              <p:cNvSpPr/>
              <p:nvPr/>
            </p:nvSpPr>
            <p:spPr>
              <a:xfrm>
                <a:off x="4320" y="1988"/>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13778" name="Rectangle 84"/>
              <p:cNvSpPr/>
              <p:nvPr/>
            </p:nvSpPr>
            <p:spPr>
              <a:xfrm>
                <a:off x="4407" y="2001"/>
                <a:ext cx="141" cy="118"/>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13779" name="Text Box 85"/>
              <p:cNvSpPr txBox="1"/>
              <p:nvPr/>
            </p:nvSpPr>
            <p:spPr>
              <a:xfrm>
                <a:off x="4320" y="1940"/>
                <a:ext cx="323" cy="269"/>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000" dirty="0">
                    <a:ea typeface="宋体" panose="02010600030101010101" pitchFamily="2" charset="-122"/>
                  </a:rPr>
                  <a:t>2c</a:t>
                </a:r>
                <a:endParaRPr lang="en-US" altLang="zh-CN" sz="2400" dirty="0">
                  <a:latin typeface="Times New Roman" panose="02020603050405020304" pitchFamily="18" charset="0"/>
                  <a:ea typeface="宋体" panose="02010600030101010101" pitchFamily="2" charset="-122"/>
                </a:endParaRPr>
              </a:p>
            </p:txBody>
          </p:sp>
        </p:grpSp>
        <p:grpSp>
          <p:nvGrpSpPr>
            <p:cNvPr id="113732" name="Group 86"/>
            <p:cNvGrpSpPr/>
            <p:nvPr/>
          </p:nvGrpSpPr>
          <p:grpSpPr>
            <a:xfrm>
              <a:off x="3427" y="1526"/>
              <a:ext cx="310" cy="250"/>
              <a:chOff x="4590" y="2162"/>
              <a:chExt cx="337" cy="269"/>
            </a:xfrm>
          </p:grpSpPr>
          <p:sp>
            <p:nvSpPr>
              <p:cNvPr id="113766" name="Oval 87"/>
              <p:cNvSpPr/>
              <p:nvPr/>
            </p:nvSpPr>
            <p:spPr>
              <a:xfrm>
                <a:off x="4599" y="2276"/>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13767" name="Line 88"/>
              <p:cNvSpPr/>
              <p:nvPr/>
            </p:nvSpPr>
            <p:spPr>
              <a:xfrm>
                <a:off x="4599" y="2269"/>
                <a:ext cx="0" cy="50"/>
              </a:xfrm>
              <a:prstGeom prst="line">
                <a:avLst/>
              </a:prstGeom>
              <a:ln w="12700" cap="flat" cmpd="sng">
                <a:solidFill>
                  <a:schemeClr val="tx1"/>
                </a:solidFill>
                <a:prstDash val="solid"/>
                <a:headEnd type="none" w="med" len="med"/>
                <a:tailEnd type="none" w="med" len="med"/>
              </a:ln>
            </p:spPr>
          </p:sp>
          <p:sp>
            <p:nvSpPr>
              <p:cNvPr id="113768" name="Line 89"/>
              <p:cNvSpPr/>
              <p:nvPr/>
            </p:nvSpPr>
            <p:spPr>
              <a:xfrm>
                <a:off x="4912" y="2269"/>
                <a:ext cx="0" cy="50"/>
              </a:xfrm>
              <a:prstGeom prst="line">
                <a:avLst/>
              </a:prstGeom>
              <a:ln w="12700" cap="flat" cmpd="sng">
                <a:solidFill>
                  <a:schemeClr val="tx1"/>
                </a:solidFill>
                <a:prstDash val="solid"/>
                <a:headEnd type="none" w="med" len="med"/>
                <a:tailEnd type="none" w="med" len="med"/>
              </a:ln>
            </p:spPr>
          </p:sp>
          <p:sp>
            <p:nvSpPr>
              <p:cNvPr id="113769" name="Rectangle 90"/>
              <p:cNvSpPr/>
              <p:nvPr/>
            </p:nvSpPr>
            <p:spPr>
              <a:xfrm>
                <a:off x="4599" y="2269"/>
                <a:ext cx="310"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13770" name="Oval 91"/>
              <p:cNvSpPr/>
              <p:nvPr/>
            </p:nvSpPr>
            <p:spPr>
              <a:xfrm>
                <a:off x="4596" y="2210"/>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13771" name="Rectangle 92"/>
              <p:cNvSpPr/>
              <p:nvPr/>
            </p:nvSpPr>
            <p:spPr>
              <a:xfrm>
                <a:off x="4683" y="2223"/>
                <a:ext cx="142" cy="110"/>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13772" name="Text Box 93"/>
              <p:cNvSpPr txBox="1"/>
              <p:nvPr/>
            </p:nvSpPr>
            <p:spPr>
              <a:xfrm>
                <a:off x="4590" y="2162"/>
                <a:ext cx="337" cy="269"/>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000" dirty="0">
                    <a:ea typeface="宋体" panose="02010600030101010101" pitchFamily="2" charset="-122"/>
                  </a:rPr>
                  <a:t>2b</a:t>
                </a:r>
                <a:endParaRPr lang="en-US" altLang="zh-CN" sz="2400" dirty="0">
                  <a:latin typeface="Times New Roman" panose="02020603050405020304" pitchFamily="18" charset="0"/>
                  <a:ea typeface="宋体" panose="02010600030101010101" pitchFamily="2" charset="-122"/>
                </a:endParaRPr>
              </a:p>
            </p:txBody>
          </p:sp>
        </p:grpSp>
        <p:grpSp>
          <p:nvGrpSpPr>
            <p:cNvPr id="113733" name="Group 94"/>
            <p:cNvGrpSpPr/>
            <p:nvPr/>
          </p:nvGrpSpPr>
          <p:grpSpPr>
            <a:xfrm>
              <a:off x="2025" y="1870"/>
              <a:ext cx="291" cy="250"/>
              <a:chOff x="2016" y="1980"/>
              <a:chExt cx="316" cy="269"/>
            </a:xfrm>
          </p:grpSpPr>
          <p:sp>
            <p:nvSpPr>
              <p:cNvPr id="113758" name="Oval 95"/>
              <p:cNvSpPr/>
              <p:nvPr/>
            </p:nvSpPr>
            <p:spPr>
              <a:xfrm>
                <a:off x="2019" y="2102"/>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13759" name="Line 96"/>
              <p:cNvSpPr/>
              <p:nvPr/>
            </p:nvSpPr>
            <p:spPr>
              <a:xfrm>
                <a:off x="2019" y="2095"/>
                <a:ext cx="0" cy="50"/>
              </a:xfrm>
              <a:prstGeom prst="line">
                <a:avLst/>
              </a:prstGeom>
              <a:ln w="12700" cap="flat" cmpd="sng">
                <a:solidFill>
                  <a:schemeClr val="tx1"/>
                </a:solidFill>
                <a:prstDash val="solid"/>
                <a:headEnd type="none" w="med" len="med"/>
                <a:tailEnd type="none" w="med" len="med"/>
              </a:ln>
            </p:spPr>
          </p:sp>
          <p:sp>
            <p:nvSpPr>
              <p:cNvPr id="113760" name="Line 97"/>
              <p:cNvSpPr/>
              <p:nvPr/>
            </p:nvSpPr>
            <p:spPr>
              <a:xfrm>
                <a:off x="2332" y="2095"/>
                <a:ext cx="0" cy="50"/>
              </a:xfrm>
              <a:prstGeom prst="line">
                <a:avLst/>
              </a:prstGeom>
              <a:ln w="12700" cap="flat" cmpd="sng">
                <a:solidFill>
                  <a:schemeClr val="tx1"/>
                </a:solidFill>
                <a:prstDash val="solid"/>
                <a:headEnd type="none" w="med" len="med"/>
                <a:tailEnd type="none" w="med" len="med"/>
              </a:ln>
            </p:spPr>
          </p:sp>
          <p:sp>
            <p:nvSpPr>
              <p:cNvPr id="113761" name="Rectangle 98"/>
              <p:cNvSpPr/>
              <p:nvPr/>
            </p:nvSpPr>
            <p:spPr>
              <a:xfrm>
                <a:off x="2019" y="2095"/>
                <a:ext cx="310"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13762" name="Oval 99"/>
              <p:cNvSpPr/>
              <p:nvPr/>
            </p:nvSpPr>
            <p:spPr>
              <a:xfrm>
                <a:off x="2016" y="2036"/>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13763" name="Group 100"/>
              <p:cNvGrpSpPr/>
              <p:nvPr/>
            </p:nvGrpSpPr>
            <p:grpSpPr>
              <a:xfrm>
                <a:off x="2022" y="1980"/>
                <a:ext cx="306" cy="269"/>
                <a:chOff x="2901" y="2429"/>
                <a:chExt cx="313" cy="269"/>
              </a:xfrm>
            </p:grpSpPr>
            <p:sp>
              <p:nvSpPr>
                <p:cNvPr id="113764" name="Rectangle 101"/>
                <p:cNvSpPr/>
                <p:nvPr/>
              </p:nvSpPr>
              <p:spPr>
                <a:xfrm>
                  <a:off x="2982" y="2490"/>
                  <a:ext cx="144" cy="1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13765" name="Text Box 102"/>
                <p:cNvSpPr txBox="1"/>
                <p:nvPr/>
              </p:nvSpPr>
              <p:spPr>
                <a:xfrm>
                  <a:off x="2901" y="2429"/>
                  <a:ext cx="313" cy="269"/>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000" dirty="0">
                      <a:ea typeface="宋体" panose="02010600030101010101" pitchFamily="2" charset="-122"/>
                    </a:rPr>
                    <a:t>1b</a:t>
                  </a:r>
                  <a:endParaRPr lang="en-US" altLang="zh-CN" sz="2400" dirty="0">
                    <a:latin typeface="Times New Roman" panose="02020603050405020304" pitchFamily="18" charset="0"/>
                    <a:ea typeface="宋体" panose="02010600030101010101" pitchFamily="2" charset="-122"/>
                  </a:endParaRPr>
                </a:p>
              </p:txBody>
            </p:sp>
          </p:grpSp>
        </p:grpSp>
        <p:grpSp>
          <p:nvGrpSpPr>
            <p:cNvPr id="113734" name="Group 103"/>
            <p:cNvGrpSpPr/>
            <p:nvPr/>
          </p:nvGrpSpPr>
          <p:grpSpPr>
            <a:xfrm>
              <a:off x="554" y="1169"/>
              <a:ext cx="296" cy="250"/>
              <a:chOff x="2014" y="1980"/>
              <a:chExt cx="321" cy="269"/>
            </a:xfrm>
          </p:grpSpPr>
          <p:sp>
            <p:nvSpPr>
              <p:cNvPr id="113750" name="Oval 104"/>
              <p:cNvSpPr/>
              <p:nvPr/>
            </p:nvSpPr>
            <p:spPr>
              <a:xfrm>
                <a:off x="2019" y="2102"/>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13751" name="Line 105"/>
              <p:cNvSpPr/>
              <p:nvPr/>
            </p:nvSpPr>
            <p:spPr>
              <a:xfrm>
                <a:off x="2019" y="2095"/>
                <a:ext cx="0" cy="50"/>
              </a:xfrm>
              <a:prstGeom prst="line">
                <a:avLst/>
              </a:prstGeom>
              <a:ln w="12700" cap="flat" cmpd="sng">
                <a:solidFill>
                  <a:schemeClr val="tx1"/>
                </a:solidFill>
                <a:prstDash val="solid"/>
                <a:headEnd type="none" w="med" len="med"/>
                <a:tailEnd type="none" w="med" len="med"/>
              </a:ln>
            </p:spPr>
          </p:sp>
          <p:sp>
            <p:nvSpPr>
              <p:cNvPr id="113752" name="Line 106"/>
              <p:cNvSpPr/>
              <p:nvPr/>
            </p:nvSpPr>
            <p:spPr>
              <a:xfrm>
                <a:off x="2332" y="2095"/>
                <a:ext cx="0" cy="50"/>
              </a:xfrm>
              <a:prstGeom prst="line">
                <a:avLst/>
              </a:prstGeom>
              <a:ln w="12700" cap="flat" cmpd="sng">
                <a:solidFill>
                  <a:schemeClr val="tx1"/>
                </a:solidFill>
                <a:prstDash val="solid"/>
                <a:headEnd type="none" w="med" len="med"/>
                <a:tailEnd type="none" w="med" len="med"/>
              </a:ln>
            </p:spPr>
          </p:sp>
          <p:sp>
            <p:nvSpPr>
              <p:cNvPr id="113753" name="Rectangle 107"/>
              <p:cNvSpPr/>
              <p:nvPr/>
            </p:nvSpPr>
            <p:spPr>
              <a:xfrm>
                <a:off x="2019" y="2095"/>
                <a:ext cx="310"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13754" name="Oval 108"/>
              <p:cNvSpPr/>
              <p:nvPr/>
            </p:nvSpPr>
            <p:spPr>
              <a:xfrm>
                <a:off x="2016" y="2036"/>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13755" name="Group 109"/>
              <p:cNvGrpSpPr/>
              <p:nvPr/>
            </p:nvGrpSpPr>
            <p:grpSpPr>
              <a:xfrm>
                <a:off x="2014" y="1980"/>
                <a:ext cx="321" cy="269"/>
                <a:chOff x="2893" y="2429"/>
                <a:chExt cx="328" cy="269"/>
              </a:xfrm>
            </p:grpSpPr>
            <p:sp>
              <p:nvSpPr>
                <p:cNvPr id="113756" name="Rectangle 110"/>
                <p:cNvSpPr/>
                <p:nvPr/>
              </p:nvSpPr>
              <p:spPr>
                <a:xfrm>
                  <a:off x="2982" y="2490"/>
                  <a:ext cx="144" cy="1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13757" name="Text Box 111"/>
                <p:cNvSpPr txBox="1"/>
                <p:nvPr/>
              </p:nvSpPr>
              <p:spPr>
                <a:xfrm>
                  <a:off x="2893" y="2429"/>
                  <a:ext cx="328" cy="269"/>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000" dirty="0">
                      <a:ea typeface="宋体" panose="02010600030101010101" pitchFamily="2" charset="-122"/>
                    </a:rPr>
                    <a:t>3c</a:t>
                  </a:r>
                  <a:endParaRPr lang="en-US" altLang="zh-CN" sz="2400" dirty="0">
                    <a:latin typeface="Times New Roman" panose="02020603050405020304" pitchFamily="18" charset="0"/>
                    <a:ea typeface="宋体" panose="02010600030101010101" pitchFamily="2" charset="-122"/>
                  </a:endParaRPr>
                </a:p>
              </p:txBody>
            </p:sp>
          </p:grpSp>
        </p:grpSp>
        <p:sp>
          <p:nvSpPr>
            <p:cNvPr id="113735" name="Line 112"/>
            <p:cNvSpPr/>
            <p:nvPr/>
          </p:nvSpPr>
          <p:spPr>
            <a:xfrm flipH="1">
              <a:off x="578" y="1364"/>
              <a:ext cx="57" cy="99"/>
            </a:xfrm>
            <a:prstGeom prst="line">
              <a:avLst/>
            </a:prstGeom>
            <a:ln w="28575" cap="flat" cmpd="sng">
              <a:solidFill>
                <a:schemeClr val="tx1"/>
              </a:solidFill>
              <a:prstDash val="solid"/>
              <a:headEnd type="none" w="med" len="med"/>
              <a:tailEnd type="none" w="med" len="med"/>
            </a:ln>
          </p:spPr>
        </p:sp>
        <p:sp>
          <p:nvSpPr>
            <p:cNvPr id="113736" name="Line 113"/>
            <p:cNvSpPr/>
            <p:nvPr/>
          </p:nvSpPr>
          <p:spPr>
            <a:xfrm>
              <a:off x="296" y="1407"/>
              <a:ext cx="133" cy="102"/>
            </a:xfrm>
            <a:prstGeom prst="line">
              <a:avLst/>
            </a:prstGeom>
            <a:ln w="9525" cap="flat" cmpd="sng">
              <a:solidFill>
                <a:schemeClr val="tx1"/>
              </a:solidFill>
              <a:prstDash val="solid"/>
              <a:headEnd type="none" w="med" len="med"/>
              <a:tailEnd type="none" w="med" len="med"/>
            </a:ln>
          </p:spPr>
        </p:sp>
        <p:sp>
          <p:nvSpPr>
            <p:cNvPr id="113737" name="Line 114"/>
            <p:cNvSpPr/>
            <p:nvPr/>
          </p:nvSpPr>
          <p:spPr>
            <a:xfrm flipH="1">
              <a:off x="755" y="1077"/>
              <a:ext cx="125" cy="141"/>
            </a:xfrm>
            <a:prstGeom prst="line">
              <a:avLst/>
            </a:prstGeom>
            <a:ln w="9525" cap="flat" cmpd="sng">
              <a:solidFill>
                <a:schemeClr val="tx1"/>
              </a:solidFill>
              <a:prstDash val="solid"/>
              <a:headEnd type="none" w="med" len="med"/>
              <a:tailEnd type="none" w="med" len="med"/>
            </a:ln>
          </p:spPr>
        </p:sp>
        <p:sp>
          <p:nvSpPr>
            <p:cNvPr id="113738" name="Line 115"/>
            <p:cNvSpPr/>
            <p:nvPr/>
          </p:nvSpPr>
          <p:spPr>
            <a:xfrm>
              <a:off x="498" y="1069"/>
              <a:ext cx="109" cy="165"/>
            </a:xfrm>
            <a:prstGeom prst="line">
              <a:avLst/>
            </a:prstGeom>
            <a:ln w="9525" cap="flat" cmpd="sng">
              <a:solidFill>
                <a:schemeClr val="tx1"/>
              </a:solidFill>
              <a:prstDash val="solid"/>
              <a:headEnd type="none" w="med" len="med"/>
              <a:tailEnd type="none" w="med" len="med"/>
            </a:ln>
          </p:spPr>
        </p:sp>
        <p:sp>
          <p:nvSpPr>
            <p:cNvPr id="113739" name="Line 116"/>
            <p:cNvSpPr/>
            <p:nvPr/>
          </p:nvSpPr>
          <p:spPr>
            <a:xfrm flipH="1">
              <a:off x="1105" y="1155"/>
              <a:ext cx="63" cy="190"/>
            </a:xfrm>
            <a:prstGeom prst="line">
              <a:avLst/>
            </a:prstGeom>
            <a:ln w="9525" cap="flat" cmpd="sng">
              <a:solidFill>
                <a:schemeClr val="tx1"/>
              </a:solidFill>
              <a:prstDash val="solid"/>
              <a:headEnd type="none" w="med" len="med"/>
              <a:tailEnd type="none" w="med" len="med"/>
            </a:ln>
          </p:spPr>
        </p:sp>
        <p:sp>
          <p:nvSpPr>
            <p:cNvPr id="113740" name="Line 117"/>
            <p:cNvSpPr/>
            <p:nvPr/>
          </p:nvSpPr>
          <p:spPr>
            <a:xfrm>
              <a:off x="3715" y="1636"/>
              <a:ext cx="203" cy="0"/>
            </a:xfrm>
            <a:prstGeom prst="line">
              <a:avLst/>
            </a:prstGeom>
            <a:ln w="9525" cap="flat" cmpd="sng">
              <a:solidFill>
                <a:schemeClr val="tx1"/>
              </a:solidFill>
              <a:prstDash val="solid"/>
              <a:headEnd type="none" w="med" len="med"/>
              <a:tailEnd type="none" w="med" len="med"/>
            </a:ln>
          </p:spPr>
        </p:sp>
        <p:sp>
          <p:nvSpPr>
            <p:cNvPr id="113741" name="Line 118"/>
            <p:cNvSpPr/>
            <p:nvPr/>
          </p:nvSpPr>
          <p:spPr>
            <a:xfrm flipV="1">
              <a:off x="3661" y="1345"/>
              <a:ext cx="241" cy="236"/>
            </a:xfrm>
            <a:prstGeom prst="line">
              <a:avLst/>
            </a:prstGeom>
            <a:ln w="9525" cap="flat" cmpd="sng">
              <a:solidFill>
                <a:schemeClr val="tx1"/>
              </a:solidFill>
              <a:prstDash val="solid"/>
              <a:headEnd type="none" w="med" len="med"/>
              <a:tailEnd type="none" w="med" len="med"/>
            </a:ln>
          </p:spPr>
        </p:sp>
        <p:sp>
          <p:nvSpPr>
            <p:cNvPr id="113742" name="Line 119"/>
            <p:cNvSpPr/>
            <p:nvPr/>
          </p:nvSpPr>
          <p:spPr>
            <a:xfrm flipH="1" flipV="1">
              <a:off x="3154" y="1187"/>
              <a:ext cx="117" cy="188"/>
            </a:xfrm>
            <a:prstGeom prst="line">
              <a:avLst/>
            </a:prstGeom>
            <a:ln w="9525" cap="flat" cmpd="sng">
              <a:solidFill>
                <a:schemeClr val="tx1"/>
              </a:solidFill>
              <a:prstDash val="solid"/>
              <a:headEnd type="none" w="med" len="med"/>
              <a:tailEnd type="none" w="med" len="med"/>
            </a:ln>
          </p:spPr>
        </p:sp>
        <p:sp>
          <p:nvSpPr>
            <p:cNvPr id="113743" name="Line 120"/>
            <p:cNvSpPr/>
            <p:nvPr/>
          </p:nvSpPr>
          <p:spPr>
            <a:xfrm flipH="1" flipV="1">
              <a:off x="2867" y="1282"/>
              <a:ext cx="124" cy="172"/>
            </a:xfrm>
            <a:prstGeom prst="line">
              <a:avLst/>
            </a:prstGeom>
            <a:ln w="9525" cap="flat" cmpd="sng">
              <a:solidFill>
                <a:schemeClr val="tx1"/>
              </a:solidFill>
              <a:prstDash val="solid"/>
              <a:headEnd type="none" w="med" len="med"/>
              <a:tailEnd type="none" w="med" len="med"/>
            </a:ln>
          </p:spPr>
        </p:sp>
        <p:sp>
          <p:nvSpPr>
            <p:cNvPr id="113744" name="Line 121"/>
            <p:cNvSpPr/>
            <p:nvPr/>
          </p:nvSpPr>
          <p:spPr>
            <a:xfrm flipH="1">
              <a:off x="1129" y="1974"/>
              <a:ext cx="124" cy="110"/>
            </a:xfrm>
            <a:prstGeom prst="line">
              <a:avLst/>
            </a:prstGeom>
            <a:ln w="9525" cap="flat" cmpd="sng">
              <a:solidFill>
                <a:schemeClr val="tx1"/>
              </a:solidFill>
              <a:prstDash val="solid"/>
              <a:headEnd type="none" w="med" len="med"/>
              <a:tailEnd type="none" w="med" len="med"/>
            </a:ln>
          </p:spPr>
        </p:sp>
        <p:sp>
          <p:nvSpPr>
            <p:cNvPr id="113745" name="Line 122"/>
            <p:cNvSpPr/>
            <p:nvPr/>
          </p:nvSpPr>
          <p:spPr>
            <a:xfrm flipH="1" flipV="1">
              <a:off x="1098" y="1880"/>
              <a:ext cx="117" cy="7"/>
            </a:xfrm>
            <a:prstGeom prst="line">
              <a:avLst/>
            </a:prstGeom>
            <a:ln w="9525" cap="flat" cmpd="sng">
              <a:solidFill>
                <a:schemeClr val="tx1"/>
              </a:solidFill>
              <a:prstDash val="solid"/>
              <a:headEnd type="none" w="med" len="med"/>
              <a:tailEnd type="none" w="med" len="med"/>
            </a:ln>
          </p:spPr>
        </p:sp>
        <p:sp>
          <p:nvSpPr>
            <p:cNvPr id="113746" name="Line 123"/>
            <p:cNvSpPr/>
            <p:nvPr/>
          </p:nvSpPr>
          <p:spPr>
            <a:xfrm flipH="1">
              <a:off x="1347" y="2132"/>
              <a:ext cx="195" cy="15"/>
            </a:xfrm>
            <a:prstGeom prst="line">
              <a:avLst/>
            </a:prstGeom>
            <a:ln w="9525" cap="flat" cmpd="sng">
              <a:solidFill>
                <a:schemeClr val="tx1"/>
              </a:solidFill>
              <a:prstDash val="solid"/>
              <a:headEnd type="none" w="med" len="med"/>
              <a:tailEnd type="none" w="med" len="med"/>
            </a:ln>
          </p:spPr>
        </p:sp>
        <p:sp>
          <p:nvSpPr>
            <p:cNvPr id="113747" name="Line 124"/>
            <p:cNvSpPr/>
            <p:nvPr/>
          </p:nvSpPr>
          <p:spPr>
            <a:xfrm flipV="1">
              <a:off x="1791" y="1706"/>
              <a:ext cx="211" cy="9"/>
            </a:xfrm>
            <a:prstGeom prst="line">
              <a:avLst/>
            </a:prstGeom>
            <a:ln w="9525" cap="flat" cmpd="sng">
              <a:solidFill>
                <a:schemeClr val="tx1"/>
              </a:solidFill>
              <a:prstDash val="solid"/>
              <a:headEnd type="none" w="med" len="med"/>
              <a:tailEnd type="none" w="med" len="med"/>
            </a:ln>
          </p:spPr>
        </p:sp>
        <p:sp>
          <p:nvSpPr>
            <p:cNvPr id="113748" name="Line 125"/>
            <p:cNvSpPr/>
            <p:nvPr/>
          </p:nvSpPr>
          <p:spPr>
            <a:xfrm>
              <a:off x="2212" y="2053"/>
              <a:ext cx="109" cy="102"/>
            </a:xfrm>
            <a:prstGeom prst="line">
              <a:avLst/>
            </a:prstGeom>
            <a:ln w="9525" cap="flat" cmpd="sng">
              <a:solidFill>
                <a:schemeClr val="tx1"/>
              </a:solidFill>
              <a:prstDash val="solid"/>
              <a:headEnd type="none" w="med" len="med"/>
              <a:tailEnd type="none" w="med" len="med"/>
            </a:ln>
          </p:spPr>
        </p:sp>
        <p:sp>
          <p:nvSpPr>
            <p:cNvPr id="113749" name="Line 126"/>
            <p:cNvSpPr/>
            <p:nvPr/>
          </p:nvSpPr>
          <p:spPr>
            <a:xfrm>
              <a:off x="1768" y="1777"/>
              <a:ext cx="132" cy="71"/>
            </a:xfrm>
            <a:prstGeom prst="line">
              <a:avLst/>
            </a:prstGeom>
            <a:ln w="9525" cap="flat" cmpd="sng">
              <a:solidFill>
                <a:schemeClr val="tx1"/>
              </a:solidFill>
              <a:prstDash val="solid"/>
              <a:headEnd type="none" w="med" len="med"/>
              <a:tailEnd type="none" w="med" len="med"/>
            </a:ln>
          </p:spPr>
        </p:sp>
      </p:grpSp>
      <p:sp>
        <p:nvSpPr>
          <p:cNvPr id="113671" name="Freeform 127"/>
          <p:cNvSpPr/>
          <p:nvPr/>
        </p:nvSpPr>
        <p:spPr>
          <a:xfrm>
            <a:off x="3641725" y="3856038"/>
            <a:ext cx="973138" cy="795337"/>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1198" h="451">
                <a:moveTo>
                  <a:pt x="88" y="181"/>
                </a:moveTo>
                <a:cubicBezTo>
                  <a:pt x="159" y="143"/>
                  <a:pt x="120" y="111"/>
                  <a:pt x="180" y="89"/>
                </a:cubicBezTo>
                <a:cubicBezTo>
                  <a:pt x="240" y="67"/>
                  <a:pt x="313" y="60"/>
                  <a:pt x="448" y="49"/>
                </a:cubicBezTo>
                <a:cubicBezTo>
                  <a:pt x="583" y="38"/>
                  <a:pt x="866" y="0"/>
                  <a:pt x="988" y="25"/>
                </a:cubicBezTo>
                <a:cubicBezTo>
                  <a:pt x="1110" y="50"/>
                  <a:pt x="1198" y="132"/>
                  <a:pt x="1181" y="197"/>
                </a:cubicBezTo>
                <a:cubicBezTo>
                  <a:pt x="1164" y="262"/>
                  <a:pt x="1034" y="375"/>
                  <a:pt x="889" y="413"/>
                </a:cubicBezTo>
                <a:cubicBezTo>
                  <a:pt x="744" y="451"/>
                  <a:pt x="449" y="438"/>
                  <a:pt x="307" y="425"/>
                </a:cubicBezTo>
                <a:cubicBezTo>
                  <a:pt x="165" y="412"/>
                  <a:pt x="72" y="378"/>
                  <a:pt x="36" y="337"/>
                </a:cubicBezTo>
                <a:cubicBezTo>
                  <a:pt x="0" y="296"/>
                  <a:pt x="77" y="213"/>
                  <a:pt x="88" y="181"/>
                </a:cubicBezTo>
                <a:close/>
              </a:path>
            </a:pathLst>
          </a:custGeom>
          <a:solidFill>
            <a:srgbClr val="66CCFF">
              <a:alpha val="100000"/>
            </a:srgbClr>
          </a:solidFill>
          <a:ln w="9525">
            <a:noFill/>
          </a:ln>
        </p:spPr>
        <p:txBody>
          <a:bodyPr/>
          <a:p>
            <a:endParaRPr lang="zh-CN" altLang="en-US"/>
          </a:p>
        </p:txBody>
      </p:sp>
      <p:sp>
        <p:nvSpPr>
          <p:cNvPr id="113672" name="Text Box 128"/>
          <p:cNvSpPr txBox="1"/>
          <p:nvPr/>
        </p:nvSpPr>
        <p:spPr>
          <a:xfrm>
            <a:off x="3963988" y="4019550"/>
            <a:ext cx="363537"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2400" dirty="0">
                <a:solidFill>
                  <a:schemeClr val="bg1"/>
                </a:solidFill>
                <a:ea typeface="宋体" panose="02010600030101010101" pitchFamily="2" charset="-122"/>
              </a:rPr>
              <a:t>x</a:t>
            </a:r>
            <a:endParaRPr lang="en-US" altLang="zh-CN" sz="2400" dirty="0">
              <a:solidFill>
                <a:schemeClr val="bg1"/>
              </a:solidFill>
              <a:ea typeface="宋体" panose="02010600030101010101" pitchFamily="2" charset="-122"/>
            </a:endParaRPr>
          </a:p>
        </p:txBody>
      </p:sp>
      <p:sp>
        <p:nvSpPr>
          <p:cNvPr id="113673" name="Text Box 129"/>
          <p:cNvSpPr txBox="1"/>
          <p:nvPr/>
        </p:nvSpPr>
        <p:spPr>
          <a:xfrm rot="-1061543">
            <a:off x="3009900" y="3746500"/>
            <a:ext cx="647700" cy="9144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5400" dirty="0">
                <a:ea typeface="宋体" panose="02010600030101010101" pitchFamily="2" charset="-122"/>
              </a:rPr>
              <a:t>…</a:t>
            </a:r>
            <a:endParaRPr lang="en-US" altLang="zh-CN" sz="5400" dirty="0">
              <a:ea typeface="宋体" panose="02010600030101010101" pitchFamily="2" charset="-122"/>
            </a:endParaRPr>
          </a:p>
        </p:txBody>
      </p:sp>
      <p:sp>
        <p:nvSpPr>
          <p:cNvPr id="113674" name="Text Box 133"/>
          <p:cNvSpPr txBox="1"/>
          <p:nvPr/>
        </p:nvSpPr>
        <p:spPr>
          <a:xfrm rot="1644044">
            <a:off x="4684713" y="3773488"/>
            <a:ext cx="647700" cy="9144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5400" dirty="0">
                <a:ea typeface="宋体" panose="02010600030101010101" pitchFamily="2" charset="-122"/>
              </a:rPr>
              <a:t>…</a:t>
            </a:r>
            <a:endParaRPr lang="en-US" altLang="zh-CN" sz="5400" dirty="0">
              <a:ea typeface="宋体" panose="02010600030101010101" pitchFamily="2" charset="-122"/>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4690" name="页脚占位符 4"/>
          <p:cNvSpPr txBox="1">
            <a:spLocks noGrp="1"/>
          </p:cNvSpPr>
          <p:nvPr>
            <p:ph type="ftr" sz="quarter" idx="11"/>
          </p:nvPr>
        </p:nvSpPr>
        <p:spPr/>
        <p:txBody>
          <a:bodyPr/>
          <a:p>
            <a:pPr marL="0" indent="0" algn="r">
              <a:spcBef>
                <a:spcPct val="0"/>
              </a:spcBef>
              <a:buClrTx/>
              <a:buSzTx/>
              <a:buFontTx/>
              <a:buNone/>
            </a:pPr>
            <a:r>
              <a:rPr lang="en-US" altLang="zh-CN" sz="1400" dirty="0">
                <a:ea typeface="宋体" panose="02010600030101010101" pitchFamily="2" charset="-122"/>
              </a:rPr>
              <a:t>Network Layer</a:t>
            </a:r>
            <a:endParaRPr lang="en-US" altLang="zh-CN" sz="1400" dirty="0">
              <a:latin typeface="Times New Roman" panose="02020603050405020304" pitchFamily="18" charset="0"/>
              <a:ea typeface="宋体" panose="02010600030101010101" pitchFamily="2" charset="-122"/>
            </a:endParaRPr>
          </a:p>
        </p:txBody>
      </p:sp>
      <p:sp>
        <p:nvSpPr>
          <p:cNvPr id="114691" name="灯片编号占位符 5"/>
          <p:cNvSpPr txBox="1">
            <a:spLocks noGrp="1"/>
          </p:cNvSpPr>
          <p:nvPr>
            <p:ph type="sldNum" sz="quarter" idx="12"/>
          </p:nvPr>
        </p:nvSpPr>
        <p:spPr/>
        <p:txBody>
          <a:bodyPr/>
          <a:p>
            <a:pPr marL="0" indent="0" algn="r">
              <a:spcBef>
                <a:spcPct val="0"/>
              </a:spcBef>
              <a:buClrTx/>
              <a:buSzTx/>
              <a:buFontTx/>
              <a:buNone/>
            </a:pPr>
            <a:r>
              <a:rPr lang="en-US" altLang="zh-CN" sz="1400" dirty="0">
                <a:ea typeface="宋体" panose="02010600030101010101" pitchFamily="2" charset="-122"/>
              </a:rPr>
              <a:t>4-</a:t>
            </a: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grpSp>
        <p:nvGrpSpPr>
          <p:cNvPr id="114692" name="Group 17"/>
          <p:cNvGrpSpPr/>
          <p:nvPr/>
        </p:nvGrpSpPr>
        <p:grpSpPr>
          <a:xfrm>
            <a:off x="265113" y="4508500"/>
            <a:ext cx="8408987" cy="1435100"/>
            <a:chOff x="248" y="1396"/>
            <a:chExt cx="5297" cy="904"/>
          </a:xfrm>
        </p:grpSpPr>
        <p:sp>
          <p:nvSpPr>
            <p:cNvPr id="114695" name="Rectangle 2"/>
            <p:cNvSpPr/>
            <p:nvPr/>
          </p:nvSpPr>
          <p:spPr>
            <a:xfrm>
              <a:off x="248" y="1400"/>
              <a:ext cx="1134" cy="893"/>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14696" name="Text Box 3"/>
            <p:cNvSpPr txBox="1"/>
            <p:nvPr/>
          </p:nvSpPr>
          <p:spPr>
            <a:xfrm>
              <a:off x="411" y="1528"/>
              <a:ext cx="116" cy="19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eaLnBrk="1" hangingPunct="1">
                <a:spcBef>
                  <a:spcPct val="0"/>
                </a:spcBef>
                <a:buClrTx/>
                <a:buSzTx/>
                <a:buFontTx/>
                <a:buNone/>
              </a:pPr>
              <a:endParaRPr lang="zh-CN" altLang="zh-CN" sz="1400" dirty="0">
                <a:latin typeface="Arial" panose="020B0604020202020204" pitchFamily="34" charset="0"/>
                <a:ea typeface="宋体" panose="02010600030101010101" pitchFamily="2" charset="-122"/>
              </a:endParaRPr>
            </a:p>
          </p:txBody>
        </p:sp>
        <p:sp>
          <p:nvSpPr>
            <p:cNvPr id="114697" name="Text Box 4"/>
            <p:cNvSpPr txBox="1"/>
            <p:nvPr/>
          </p:nvSpPr>
          <p:spPr>
            <a:xfrm>
              <a:off x="250" y="1492"/>
              <a:ext cx="1127" cy="59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eaLnBrk="1" hangingPunct="1">
                <a:spcBef>
                  <a:spcPct val="0"/>
                </a:spcBef>
                <a:buClrTx/>
                <a:buSzTx/>
                <a:buFontTx/>
                <a:buNone/>
              </a:pPr>
              <a:r>
                <a:rPr lang="en-US" altLang="zh-CN" sz="1400" dirty="0">
                  <a:latin typeface="Arial" panose="020B0604020202020204" pitchFamily="34" charset="0"/>
                  <a:ea typeface="宋体" panose="02010600030101010101" pitchFamily="2" charset="-122"/>
                </a:rPr>
                <a:t>Learn from inter-AS </a:t>
              </a:r>
              <a:endParaRPr lang="en-US" altLang="zh-CN" sz="1400" dirty="0">
                <a:latin typeface="Arial" panose="020B0604020202020204" pitchFamily="34" charset="0"/>
                <a:ea typeface="宋体" panose="02010600030101010101" pitchFamily="2" charset="-122"/>
              </a:endParaRPr>
            </a:p>
            <a:p>
              <a:pPr marL="0" lvl="0" indent="0" algn="ctr" eaLnBrk="1" hangingPunct="1">
                <a:spcBef>
                  <a:spcPct val="0"/>
                </a:spcBef>
                <a:buClrTx/>
                <a:buSzTx/>
                <a:buFontTx/>
                <a:buNone/>
              </a:pPr>
              <a:r>
                <a:rPr lang="en-US" altLang="zh-CN" sz="1400" dirty="0">
                  <a:latin typeface="Arial" panose="020B0604020202020204" pitchFamily="34" charset="0"/>
                  <a:ea typeface="宋体" panose="02010600030101010101" pitchFamily="2" charset="-122"/>
                </a:rPr>
                <a:t>protocol that subnet </a:t>
              </a:r>
              <a:endParaRPr lang="en-US" altLang="zh-CN" sz="1400" dirty="0">
                <a:latin typeface="Arial" panose="020B0604020202020204" pitchFamily="34" charset="0"/>
                <a:ea typeface="宋体" panose="02010600030101010101" pitchFamily="2" charset="-122"/>
              </a:endParaRPr>
            </a:p>
            <a:p>
              <a:pPr marL="0" lvl="0" indent="0" algn="ctr" eaLnBrk="1" hangingPunct="1">
                <a:spcBef>
                  <a:spcPct val="0"/>
                </a:spcBef>
                <a:buClrTx/>
                <a:buSzTx/>
                <a:buFontTx/>
                <a:buNone/>
              </a:pPr>
              <a:r>
                <a:rPr lang="en-US" altLang="zh-CN" sz="1400" dirty="0">
                  <a:latin typeface="Arial" panose="020B0604020202020204" pitchFamily="34" charset="0"/>
                  <a:ea typeface="宋体" panose="02010600030101010101" pitchFamily="2" charset="-122"/>
                </a:rPr>
                <a:t>x is reachable via </a:t>
              </a:r>
              <a:endParaRPr lang="en-US" altLang="zh-CN" sz="1400" dirty="0">
                <a:latin typeface="Arial" panose="020B0604020202020204" pitchFamily="34" charset="0"/>
                <a:ea typeface="宋体" panose="02010600030101010101" pitchFamily="2" charset="-122"/>
              </a:endParaRPr>
            </a:p>
            <a:p>
              <a:pPr marL="0" lvl="0" indent="0" algn="ctr" eaLnBrk="1" hangingPunct="1">
                <a:spcBef>
                  <a:spcPct val="0"/>
                </a:spcBef>
                <a:buClrTx/>
                <a:buSzTx/>
                <a:buFontTx/>
                <a:buNone/>
              </a:pPr>
              <a:r>
                <a:rPr lang="en-US" altLang="zh-CN" sz="1400" dirty="0">
                  <a:latin typeface="Arial" panose="020B0604020202020204" pitchFamily="34" charset="0"/>
                  <a:ea typeface="宋体" panose="02010600030101010101" pitchFamily="2" charset="-122"/>
                </a:rPr>
                <a:t>multiple gateways</a:t>
              </a:r>
              <a:endParaRPr lang="en-US" altLang="zh-CN" sz="1400" dirty="0">
                <a:latin typeface="Arial" panose="020B0604020202020204" pitchFamily="34" charset="0"/>
                <a:ea typeface="宋体" panose="02010600030101010101" pitchFamily="2" charset="-122"/>
              </a:endParaRPr>
            </a:p>
          </p:txBody>
        </p:sp>
        <p:sp>
          <p:nvSpPr>
            <p:cNvPr id="114698" name="Rectangle 5"/>
            <p:cNvSpPr/>
            <p:nvPr/>
          </p:nvSpPr>
          <p:spPr>
            <a:xfrm>
              <a:off x="2958" y="1408"/>
              <a:ext cx="1134" cy="884"/>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14699" name="Rectangle 6"/>
            <p:cNvSpPr/>
            <p:nvPr/>
          </p:nvSpPr>
          <p:spPr>
            <a:xfrm>
              <a:off x="1574" y="1415"/>
              <a:ext cx="1134" cy="885"/>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14700" name="Rectangle 7"/>
            <p:cNvSpPr/>
            <p:nvPr/>
          </p:nvSpPr>
          <p:spPr>
            <a:xfrm>
              <a:off x="4341" y="1399"/>
              <a:ext cx="1134" cy="885"/>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14701" name="Text Box 8"/>
            <p:cNvSpPr txBox="1"/>
            <p:nvPr/>
          </p:nvSpPr>
          <p:spPr>
            <a:xfrm>
              <a:off x="1555" y="1433"/>
              <a:ext cx="1164" cy="86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eaLnBrk="1" hangingPunct="1">
                <a:spcBef>
                  <a:spcPct val="0"/>
                </a:spcBef>
                <a:buClrTx/>
                <a:buSzTx/>
                <a:buFontTx/>
                <a:buNone/>
              </a:pPr>
              <a:r>
                <a:rPr lang="en-US" altLang="zh-CN" sz="1400" dirty="0">
                  <a:latin typeface="Arial" panose="020B0604020202020204" pitchFamily="34" charset="0"/>
                  <a:ea typeface="宋体" panose="02010600030101010101" pitchFamily="2" charset="-122"/>
                </a:rPr>
                <a:t>Use routing info</a:t>
              </a:r>
              <a:endParaRPr lang="en-US" altLang="zh-CN" sz="1400" dirty="0">
                <a:latin typeface="Arial" panose="020B0604020202020204" pitchFamily="34" charset="0"/>
                <a:ea typeface="宋体" panose="02010600030101010101" pitchFamily="2" charset="-122"/>
              </a:endParaRPr>
            </a:p>
            <a:p>
              <a:pPr marL="0" lvl="0" indent="0" algn="ctr" eaLnBrk="1" hangingPunct="1">
                <a:spcBef>
                  <a:spcPct val="0"/>
                </a:spcBef>
                <a:buClrTx/>
                <a:buSzTx/>
                <a:buFontTx/>
                <a:buNone/>
              </a:pPr>
              <a:r>
                <a:rPr lang="en-US" altLang="zh-CN" sz="1400" dirty="0">
                  <a:latin typeface="Arial" panose="020B0604020202020204" pitchFamily="34" charset="0"/>
                  <a:ea typeface="宋体" panose="02010600030101010101" pitchFamily="2" charset="-122"/>
                </a:rPr>
                <a:t>from intra-AS </a:t>
              </a:r>
              <a:endParaRPr lang="en-US" altLang="zh-CN" sz="1400" dirty="0">
                <a:latin typeface="Arial" panose="020B0604020202020204" pitchFamily="34" charset="0"/>
                <a:ea typeface="宋体" panose="02010600030101010101" pitchFamily="2" charset="-122"/>
              </a:endParaRPr>
            </a:p>
            <a:p>
              <a:pPr marL="0" lvl="0" indent="0" algn="ctr" eaLnBrk="1" hangingPunct="1">
                <a:spcBef>
                  <a:spcPct val="0"/>
                </a:spcBef>
                <a:buClrTx/>
                <a:buSzTx/>
                <a:buFontTx/>
                <a:buNone/>
              </a:pPr>
              <a:r>
                <a:rPr lang="en-US" altLang="zh-CN" sz="1400" dirty="0">
                  <a:latin typeface="Arial" panose="020B0604020202020204" pitchFamily="34" charset="0"/>
                  <a:ea typeface="宋体" panose="02010600030101010101" pitchFamily="2" charset="-122"/>
                </a:rPr>
                <a:t>protocol to determine</a:t>
              </a:r>
              <a:endParaRPr lang="en-US" altLang="zh-CN" sz="1400" dirty="0">
                <a:latin typeface="Arial" panose="020B0604020202020204" pitchFamily="34" charset="0"/>
                <a:ea typeface="宋体" panose="02010600030101010101" pitchFamily="2" charset="-122"/>
              </a:endParaRPr>
            </a:p>
            <a:p>
              <a:pPr marL="0" lvl="0" indent="0" algn="ctr" eaLnBrk="1" hangingPunct="1">
                <a:spcBef>
                  <a:spcPct val="0"/>
                </a:spcBef>
                <a:buClrTx/>
                <a:buSzTx/>
                <a:buFontTx/>
                <a:buNone/>
              </a:pPr>
              <a:r>
                <a:rPr lang="en-US" altLang="zh-CN" sz="1400" dirty="0">
                  <a:latin typeface="Arial" panose="020B0604020202020204" pitchFamily="34" charset="0"/>
                  <a:ea typeface="宋体" panose="02010600030101010101" pitchFamily="2" charset="-122"/>
                </a:rPr>
                <a:t>costs of least-cost </a:t>
              </a:r>
              <a:endParaRPr lang="en-US" altLang="zh-CN" sz="1400" dirty="0">
                <a:latin typeface="Arial" panose="020B0604020202020204" pitchFamily="34" charset="0"/>
                <a:ea typeface="宋体" panose="02010600030101010101" pitchFamily="2" charset="-122"/>
              </a:endParaRPr>
            </a:p>
            <a:p>
              <a:pPr marL="0" lvl="0" indent="0" algn="ctr" eaLnBrk="1" hangingPunct="1">
                <a:spcBef>
                  <a:spcPct val="0"/>
                </a:spcBef>
                <a:buClrTx/>
                <a:buSzTx/>
                <a:buFontTx/>
                <a:buNone/>
              </a:pPr>
              <a:r>
                <a:rPr lang="en-US" altLang="zh-CN" sz="1400" dirty="0">
                  <a:latin typeface="Arial" panose="020B0604020202020204" pitchFamily="34" charset="0"/>
                  <a:ea typeface="宋体" panose="02010600030101010101" pitchFamily="2" charset="-122"/>
                </a:rPr>
                <a:t>paths to each</a:t>
              </a:r>
              <a:endParaRPr lang="en-US" altLang="zh-CN" sz="1400" dirty="0">
                <a:latin typeface="Arial" panose="020B0604020202020204" pitchFamily="34" charset="0"/>
                <a:ea typeface="宋体" panose="02010600030101010101" pitchFamily="2" charset="-122"/>
              </a:endParaRPr>
            </a:p>
            <a:p>
              <a:pPr marL="0" lvl="0" indent="0" algn="ctr" eaLnBrk="1" hangingPunct="1">
                <a:spcBef>
                  <a:spcPct val="0"/>
                </a:spcBef>
                <a:buClrTx/>
                <a:buSzTx/>
                <a:buFontTx/>
                <a:buNone/>
              </a:pPr>
              <a:r>
                <a:rPr lang="en-US" altLang="zh-CN" sz="1400" dirty="0">
                  <a:latin typeface="Arial" panose="020B0604020202020204" pitchFamily="34" charset="0"/>
                  <a:ea typeface="宋体" panose="02010600030101010101" pitchFamily="2" charset="-122"/>
                </a:rPr>
                <a:t>of the gateways</a:t>
              </a:r>
              <a:endParaRPr lang="en-US" altLang="zh-CN" sz="1400" dirty="0">
                <a:latin typeface="Arial" panose="020B0604020202020204" pitchFamily="34" charset="0"/>
                <a:ea typeface="宋体" panose="02010600030101010101" pitchFamily="2" charset="-122"/>
              </a:endParaRPr>
            </a:p>
          </p:txBody>
        </p:sp>
        <p:sp>
          <p:nvSpPr>
            <p:cNvPr id="114702" name="Text Box 9"/>
            <p:cNvSpPr txBox="1"/>
            <p:nvPr/>
          </p:nvSpPr>
          <p:spPr>
            <a:xfrm>
              <a:off x="2964" y="1493"/>
              <a:ext cx="1134" cy="594"/>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eaLnBrk="1" hangingPunct="1">
                <a:spcBef>
                  <a:spcPct val="0"/>
                </a:spcBef>
                <a:buClrTx/>
                <a:buSzTx/>
                <a:buFontTx/>
                <a:buNone/>
              </a:pPr>
              <a:r>
                <a:rPr lang="en-US" altLang="zh-CN" sz="1400" dirty="0">
                  <a:latin typeface="Arial" panose="020B0604020202020204" pitchFamily="34" charset="0"/>
                  <a:ea typeface="宋体" panose="02010600030101010101" pitchFamily="2" charset="-122"/>
                </a:rPr>
                <a:t>Hot potato routing:</a:t>
              </a:r>
              <a:endParaRPr lang="en-US" altLang="zh-CN" sz="1400" dirty="0">
                <a:latin typeface="Arial" panose="020B0604020202020204" pitchFamily="34" charset="0"/>
                <a:ea typeface="宋体" panose="02010600030101010101" pitchFamily="2" charset="-122"/>
              </a:endParaRPr>
            </a:p>
            <a:p>
              <a:pPr marL="0" lvl="0" indent="0" algn="ctr" eaLnBrk="1" hangingPunct="1">
                <a:spcBef>
                  <a:spcPct val="0"/>
                </a:spcBef>
                <a:buClrTx/>
                <a:buSzTx/>
                <a:buFontTx/>
                <a:buNone/>
              </a:pPr>
              <a:r>
                <a:rPr lang="en-US" altLang="zh-CN" sz="1400" dirty="0">
                  <a:latin typeface="Arial" panose="020B0604020202020204" pitchFamily="34" charset="0"/>
                  <a:ea typeface="宋体" panose="02010600030101010101" pitchFamily="2" charset="-122"/>
                </a:rPr>
                <a:t>Choose the gateway</a:t>
              </a:r>
              <a:endParaRPr lang="en-US" altLang="zh-CN" sz="1400" dirty="0">
                <a:latin typeface="Arial" panose="020B0604020202020204" pitchFamily="34" charset="0"/>
                <a:ea typeface="宋体" panose="02010600030101010101" pitchFamily="2" charset="-122"/>
              </a:endParaRPr>
            </a:p>
            <a:p>
              <a:pPr marL="0" lvl="0" indent="0" algn="ctr" eaLnBrk="1" hangingPunct="1">
                <a:spcBef>
                  <a:spcPct val="0"/>
                </a:spcBef>
                <a:buClrTx/>
                <a:buSzTx/>
                <a:buFontTx/>
                <a:buNone/>
              </a:pPr>
              <a:r>
                <a:rPr lang="en-US" altLang="zh-CN" sz="1400" dirty="0">
                  <a:latin typeface="Arial" panose="020B0604020202020204" pitchFamily="34" charset="0"/>
                  <a:ea typeface="宋体" panose="02010600030101010101" pitchFamily="2" charset="-122"/>
                </a:rPr>
                <a:t>that has the </a:t>
              </a:r>
              <a:endParaRPr lang="en-US" altLang="zh-CN" sz="1400" dirty="0">
                <a:latin typeface="Arial" panose="020B0604020202020204" pitchFamily="34" charset="0"/>
                <a:ea typeface="宋体" panose="02010600030101010101" pitchFamily="2" charset="-122"/>
              </a:endParaRPr>
            </a:p>
            <a:p>
              <a:pPr marL="0" lvl="0" indent="0" algn="ctr" eaLnBrk="1" hangingPunct="1">
                <a:spcBef>
                  <a:spcPct val="0"/>
                </a:spcBef>
                <a:buClrTx/>
                <a:buSzTx/>
                <a:buFontTx/>
                <a:buNone/>
              </a:pPr>
              <a:r>
                <a:rPr lang="en-US" altLang="zh-CN" sz="1400" dirty="0">
                  <a:latin typeface="Arial" panose="020B0604020202020204" pitchFamily="34" charset="0"/>
                  <a:ea typeface="宋体" panose="02010600030101010101" pitchFamily="2" charset="-122"/>
                </a:rPr>
                <a:t>smallest least cost</a:t>
              </a:r>
              <a:endParaRPr lang="en-US" altLang="zh-CN" sz="1400" dirty="0">
                <a:latin typeface="Arial" panose="020B0604020202020204" pitchFamily="34" charset="0"/>
                <a:ea typeface="宋体" panose="02010600030101010101" pitchFamily="2" charset="-122"/>
              </a:endParaRPr>
            </a:p>
          </p:txBody>
        </p:sp>
        <p:sp>
          <p:nvSpPr>
            <p:cNvPr id="114703" name="Text Box 10"/>
            <p:cNvSpPr txBox="1"/>
            <p:nvPr/>
          </p:nvSpPr>
          <p:spPr>
            <a:xfrm>
              <a:off x="4318" y="1396"/>
              <a:ext cx="1227" cy="86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eaLnBrk="1" hangingPunct="1">
                <a:spcBef>
                  <a:spcPct val="0"/>
                </a:spcBef>
                <a:buClrTx/>
                <a:buSzTx/>
                <a:buFontTx/>
                <a:buNone/>
              </a:pPr>
              <a:r>
                <a:rPr lang="en-US" altLang="zh-CN" sz="1400" dirty="0">
                  <a:latin typeface="Arial" panose="020B0604020202020204" pitchFamily="34" charset="0"/>
                  <a:ea typeface="宋体" panose="02010600030101010101" pitchFamily="2" charset="-122"/>
                </a:rPr>
                <a:t>Determine from</a:t>
              </a:r>
              <a:endParaRPr lang="en-US" altLang="zh-CN" sz="1400" dirty="0">
                <a:latin typeface="Arial" panose="020B0604020202020204" pitchFamily="34" charset="0"/>
                <a:ea typeface="宋体" panose="02010600030101010101" pitchFamily="2" charset="-122"/>
              </a:endParaRPr>
            </a:p>
            <a:p>
              <a:pPr marL="0" lvl="0" indent="0" algn="ctr" eaLnBrk="1" hangingPunct="1">
                <a:spcBef>
                  <a:spcPct val="0"/>
                </a:spcBef>
                <a:buClrTx/>
                <a:buSzTx/>
                <a:buFontTx/>
                <a:buNone/>
              </a:pPr>
              <a:r>
                <a:rPr lang="en-US" altLang="zh-CN" sz="1400" dirty="0">
                  <a:latin typeface="Arial" panose="020B0604020202020204" pitchFamily="34" charset="0"/>
                  <a:ea typeface="宋体" panose="02010600030101010101" pitchFamily="2" charset="-122"/>
                </a:rPr>
                <a:t>forwarding table the </a:t>
              </a:r>
              <a:endParaRPr lang="en-US" altLang="zh-CN" sz="1400" dirty="0">
                <a:latin typeface="Arial" panose="020B0604020202020204" pitchFamily="34" charset="0"/>
                <a:ea typeface="宋体" panose="02010600030101010101" pitchFamily="2" charset="-122"/>
              </a:endParaRPr>
            </a:p>
            <a:p>
              <a:pPr marL="0" lvl="0" indent="0" algn="ctr" eaLnBrk="1" hangingPunct="1">
                <a:spcBef>
                  <a:spcPct val="0"/>
                </a:spcBef>
                <a:buClrTx/>
                <a:buSzTx/>
                <a:buFontTx/>
                <a:buNone/>
              </a:pPr>
              <a:r>
                <a:rPr lang="en-US" altLang="zh-CN" sz="1400" dirty="0">
                  <a:latin typeface="Arial" panose="020B0604020202020204" pitchFamily="34" charset="0"/>
                  <a:ea typeface="宋体" panose="02010600030101010101" pitchFamily="2" charset="-122"/>
                </a:rPr>
                <a:t>interface I that leads </a:t>
              </a:r>
              <a:endParaRPr lang="en-US" altLang="zh-CN" sz="1400" dirty="0">
                <a:latin typeface="Arial" panose="020B0604020202020204" pitchFamily="34" charset="0"/>
                <a:ea typeface="宋体" panose="02010600030101010101" pitchFamily="2" charset="-122"/>
              </a:endParaRPr>
            </a:p>
            <a:p>
              <a:pPr marL="0" lvl="0" indent="0" algn="ctr" eaLnBrk="1" hangingPunct="1">
                <a:spcBef>
                  <a:spcPct val="0"/>
                </a:spcBef>
                <a:buClrTx/>
                <a:buSzTx/>
                <a:buFontTx/>
                <a:buNone/>
              </a:pPr>
              <a:r>
                <a:rPr lang="en-US" altLang="zh-CN" sz="1400" dirty="0">
                  <a:latin typeface="Arial" panose="020B0604020202020204" pitchFamily="34" charset="0"/>
                  <a:ea typeface="宋体" panose="02010600030101010101" pitchFamily="2" charset="-122"/>
                </a:rPr>
                <a:t>to least-cost gateway. </a:t>
              </a:r>
              <a:endParaRPr lang="en-US" altLang="zh-CN" sz="1400" dirty="0">
                <a:latin typeface="Arial" panose="020B0604020202020204" pitchFamily="34" charset="0"/>
                <a:ea typeface="宋体" panose="02010600030101010101" pitchFamily="2" charset="-122"/>
              </a:endParaRPr>
            </a:p>
            <a:p>
              <a:pPr marL="0" lvl="0" indent="0" algn="ctr" eaLnBrk="1" hangingPunct="1">
                <a:spcBef>
                  <a:spcPct val="0"/>
                </a:spcBef>
                <a:buClrTx/>
                <a:buSzTx/>
                <a:buFontTx/>
                <a:buNone/>
              </a:pPr>
              <a:r>
                <a:rPr lang="en-US" altLang="zh-CN" sz="1400" dirty="0">
                  <a:latin typeface="Arial" panose="020B0604020202020204" pitchFamily="34" charset="0"/>
                  <a:ea typeface="宋体" panose="02010600030101010101" pitchFamily="2" charset="-122"/>
                </a:rPr>
                <a:t>Enter (x,I) in </a:t>
              </a:r>
              <a:endParaRPr lang="en-US" altLang="zh-CN" sz="1400" dirty="0">
                <a:latin typeface="Arial" panose="020B0604020202020204" pitchFamily="34" charset="0"/>
                <a:ea typeface="宋体" panose="02010600030101010101" pitchFamily="2" charset="-122"/>
              </a:endParaRPr>
            </a:p>
            <a:p>
              <a:pPr marL="0" lvl="0" indent="0" algn="ctr" eaLnBrk="1" hangingPunct="1">
                <a:spcBef>
                  <a:spcPct val="0"/>
                </a:spcBef>
                <a:buClrTx/>
                <a:buSzTx/>
                <a:buFontTx/>
                <a:buNone/>
              </a:pPr>
              <a:r>
                <a:rPr lang="en-US" altLang="zh-CN" sz="1400" dirty="0">
                  <a:latin typeface="Arial" panose="020B0604020202020204" pitchFamily="34" charset="0"/>
                  <a:ea typeface="宋体" panose="02010600030101010101" pitchFamily="2" charset="-122"/>
                </a:rPr>
                <a:t>forwarding table</a:t>
              </a:r>
              <a:endParaRPr lang="en-US" altLang="zh-CN" sz="1400" dirty="0">
                <a:latin typeface="Arial" panose="020B0604020202020204" pitchFamily="34" charset="0"/>
                <a:ea typeface="宋体" panose="02010600030101010101" pitchFamily="2" charset="-122"/>
              </a:endParaRPr>
            </a:p>
          </p:txBody>
        </p:sp>
        <p:sp>
          <p:nvSpPr>
            <p:cNvPr id="114704" name="Line 11"/>
            <p:cNvSpPr/>
            <p:nvPr/>
          </p:nvSpPr>
          <p:spPr>
            <a:xfrm flipV="1">
              <a:off x="1382" y="1817"/>
              <a:ext cx="186" cy="8"/>
            </a:xfrm>
            <a:prstGeom prst="line">
              <a:avLst/>
            </a:prstGeom>
            <a:ln w="9525" cap="flat" cmpd="sng">
              <a:solidFill>
                <a:schemeClr val="tx1"/>
              </a:solidFill>
              <a:prstDash val="solid"/>
              <a:headEnd type="none" w="med" len="med"/>
              <a:tailEnd type="triangle" w="med" len="med"/>
            </a:ln>
          </p:spPr>
        </p:sp>
        <p:sp>
          <p:nvSpPr>
            <p:cNvPr id="114705" name="Line 12"/>
            <p:cNvSpPr/>
            <p:nvPr/>
          </p:nvSpPr>
          <p:spPr>
            <a:xfrm>
              <a:off x="2712" y="1817"/>
              <a:ext cx="239" cy="0"/>
            </a:xfrm>
            <a:prstGeom prst="line">
              <a:avLst/>
            </a:prstGeom>
            <a:ln w="9525" cap="flat" cmpd="sng">
              <a:solidFill>
                <a:schemeClr val="tx1"/>
              </a:solidFill>
              <a:prstDash val="solid"/>
              <a:headEnd type="none" w="med" len="med"/>
              <a:tailEnd type="triangle" w="med" len="med"/>
            </a:ln>
          </p:spPr>
        </p:sp>
        <p:sp>
          <p:nvSpPr>
            <p:cNvPr id="114706" name="Line 13"/>
            <p:cNvSpPr/>
            <p:nvPr/>
          </p:nvSpPr>
          <p:spPr>
            <a:xfrm>
              <a:off x="4094" y="1834"/>
              <a:ext cx="257" cy="0"/>
            </a:xfrm>
            <a:prstGeom prst="line">
              <a:avLst/>
            </a:prstGeom>
            <a:ln w="9525" cap="flat" cmpd="sng">
              <a:solidFill>
                <a:schemeClr val="tx1"/>
              </a:solidFill>
              <a:prstDash val="solid"/>
              <a:headEnd type="none" w="med" len="med"/>
              <a:tailEnd type="triangle" w="med" len="med"/>
            </a:ln>
          </p:spPr>
        </p:sp>
      </p:grpSp>
      <p:sp>
        <p:nvSpPr>
          <p:cNvPr id="114693" name="Rectangle 15"/>
          <p:cNvSpPr>
            <a:spLocks noGrp="1"/>
          </p:cNvSpPr>
          <p:nvPr>
            <p:ph type="title"/>
          </p:nvPr>
        </p:nvSpPr>
        <p:spPr>
          <a:xfrm>
            <a:off x="173038" y="0"/>
            <a:ext cx="8764587" cy="1143000"/>
          </a:xfrm>
        </p:spPr>
        <p:txBody>
          <a:bodyPr vert="horz" wrap="square" lIns="91440" tIns="45720" rIns="91440" bIns="45720" anchor="ctr" anchorCtr="0"/>
          <a:p>
            <a:r>
              <a:rPr lang="en-US" altLang="zh-CN" sz="3200" dirty="0">
                <a:ea typeface="宋体" panose="02010600030101010101" pitchFamily="2" charset="-122"/>
              </a:rPr>
              <a:t>Example: Choosing among multiple ASes</a:t>
            </a:r>
            <a:endParaRPr lang="en-US" altLang="zh-CN" sz="3200" dirty="0">
              <a:ea typeface="宋体" panose="02010600030101010101" pitchFamily="2" charset="-122"/>
            </a:endParaRPr>
          </a:p>
        </p:txBody>
      </p:sp>
      <p:sp>
        <p:nvSpPr>
          <p:cNvPr id="114694" name="Rectangle 16"/>
          <p:cNvSpPr>
            <a:spLocks noGrp="1"/>
          </p:cNvSpPr>
          <p:nvPr>
            <p:ph idx="1"/>
          </p:nvPr>
        </p:nvSpPr>
        <p:spPr>
          <a:xfrm>
            <a:off x="409575" y="1250950"/>
            <a:ext cx="7991475" cy="2754313"/>
          </a:xfrm>
        </p:spPr>
        <p:txBody>
          <a:bodyPr vert="horz" wrap="square" lIns="91440" tIns="45720" rIns="91440" bIns="45720" anchor="t" anchorCtr="0"/>
          <a:p>
            <a:pPr>
              <a:lnSpc>
                <a:spcPct val="80000"/>
              </a:lnSpc>
            </a:pPr>
            <a:r>
              <a:rPr lang="en-US" altLang="zh-CN" sz="2400" dirty="0">
                <a:ea typeface="宋体" panose="02010600030101010101" pitchFamily="2" charset="-122"/>
              </a:rPr>
              <a:t>now suppose AS1 learns from inter-AS protocol that subnet </a:t>
            </a:r>
            <a:r>
              <a:rPr lang="en-US" altLang="zh-CN" sz="2400" i="1" dirty="0">
                <a:solidFill>
                  <a:srgbClr val="FF0000"/>
                </a:solidFill>
                <a:ea typeface="宋体" panose="02010600030101010101" pitchFamily="2" charset="-122"/>
              </a:rPr>
              <a:t>x</a:t>
            </a:r>
            <a:r>
              <a:rPr lang="en-US" altLang="zh-CN" sz="2400" dirty="0">
                <a:ea typeface="宋体" panose="02010600030101010101" pitchFamily="2" charset="-122"/>
              </a:rPr>
              <a:t> is reachable from AS3 </a:t>
            </a:r>
            <a:r>
              <a:rPr lang="en-US" altLang="zh-CN" sz="2400" i="1" dirty="0">
                <a:ea typeface="宋体" panose="02010600030101010101" pitchFamily="2" charset="-122"/>
              </a:rPr>
              <a:t>and</a:t>
            </a:r>
            <a:r>
              <a:rPr lang="en-US" altLang="zh-CN" sz="2400" dirty="0">
                <a:ea typeface="宋体" panose="02010600030101010101" pitchFamily="2" charset="-122"/>
              </a:rPr>
              <a:t> from AS2.</a:t>
            </a:r>
            <a:endParaRPr lang="en-US" altLang="zh-CN" sz="2400" dirty="0">
              <a:ea typeface="宋体" panose="02010600030101010101" pitchFamily="2" charset="-122"/>
            </a:endParaRPr>
          </a:p>
          <a:p>
            <a:pPr>
              <a:lnSpc>
                <a:spcPct val="80000"/>
              </a:lnSpc>
            </a:pPr>
            <a:r>
              <a:rPr lang="en-US" altLang="zh-CN" sz="2400" dirty="0">
                <a:ea typeface="宋体" panose="02010600030101010101" pitchFamily="2" charset="-122"/>
              </a:rPr>
              <a:t>to configure forwarding table, router 1d must determine towards which gateway it should forward packets for dest </a:t>
            </a:r>
            <a:r>
              <a:rPr lang="en-US" altLang="zh-CN" sz="2400" dirty="0">
                <a:solidFill>
                  <a:srgbClr val="FF0000"/>
                </a:solidFill>
                <a:ea typeface="宋体" panose="02010600030101010101" pitchFamily="2" charset="-122"/>
              </a:rPr>
              <a:t>x</a:t>
            </a:r>
            <a:r>
              <a:rPr lang="en-US" altLang="zh-CN" sz="2400" dirty="0">
                <a:ea typeface="宋体" panose="02010600030101010101" pitchFamily="2" charset="-122"/>
              </a:rPr>
              <a:t>. </a:t>
            </a:r>
            <a:endParaRPr lang="en-US" altLang="zh-CN" sz="2400" dirty="0">
              <a:ea typeface="宋体" panose="02010600030101010101" pitchFamily="2" charset="-122"/>
            </a:endParaRPr>
          </a:p>
          <a:p>
            <a:pPr lvl="1">
              <a:lnSpc>
                <a:spcPct val="80000"/>
              </a:lnSpc>
            </a:pPr>
            <a:r>
              <a:rPr lang="en-US" altLang="zh-CN" dirty="0">
                <a:ea typeface="宋体" panose="02010600030101010101" pitchFamily="2" charset="-122"/>
              </a:rPr>
              <a:t>this is also job of inter-AS routing protocol!</a:t>
            </a:r>
            <a:endParaRPr lang="en-US" altLang="zh-CN" dirty="0">
              <a:ea typeface="宋体" panose="02010600030101010101" pitchFamily="2" charset="-122"/>
            </a:endParaRPr>
          </a:p>
          <a:p>
            <a:pPr>
              <a:lnSpc>
                <a:spcPct val="80000"/>
              </a:lnSpc>
            </a:pPr>
            <a:r>
              <a:rPr lang="en-US" altLang="zh-CN" sz="2400" dirty="0">
                <a:solidFill>
                  <a:srgbClr val="FF0000"/>
                </a:solidFill>
                <a:ea typeface="宋体" panose="02010600030101010101" pitchFamily="2" charset="-122"/>
              </a:rPr>
              <a:t>hot potato routing:</a:t>
            </a:r>
            <a:r>
              <a:rPr lang="en-US" altLang="zh-CN" sz="2400" dirty="0">
                <a:ea typeface="宋体" panose="02010600030101010101" pitchFamily="2" charset="-122"/>
              </a:rPr>
              <a:t> send packet towards closest of two routers.</a:t>
            </a:r>
            <a:endParaRPr lang="en-US" altLang="zh-CN" sz="2400" dirty="0">
              <a:ea typeface="宋体" panose="02010600030101010101" pitchFamily="2" charset="-122"/>
            </a:endParaRPr>
          </a:p>
          <a:p>
            <a:pPr>
              <a:lnSpc>
                <a:spcPct val="80000"/>
              </a:lnSpc>
            </a:pPr>
            <a:endParaRPr lang="en-US" altLang="zh-CN" sz="2400" dirty="0">
              <a:ea typeface="宋体" panose="02010600030101010101" pitchFamily="2" charset="-122"/>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5714" name="页脚占位符 5"/>
          <p:cNvSpPr txBox="1">
            <a:spLocks noGrp="1"/>
          </p:cNvSpPr>
          <p:nvPr>
            <p:ph type="ftr" sz="quarter" idx="11"/>
          </p:nvPr>
        </p:nvSpPr>
        <p:spPr/>
        <p:txBody>
          <a:bodyPr/>
          <a:p>
            <a:pPr marL="0" indent="0" algn="r">
              <a:spcBef>
                <a:spcPct val="0"/>
              </a:spcBef>
              <a:buClrTx/>
              <a:buSzTx/>
              <a:buFontTx/>
              <a:buNone/>
            </a:pPr>
            <a:r>
              <a:rPr lang="en-US" altLang="zh-CN" sz="1400" dirty="0">
                <a:ea typeface="宋体" panose="02010600030101010101" pitchFamily="2" charset="-122"/>
              </a:rPr>
              <a:t>Network Layer</a:t>
            </a:r>
            <a:endParaRPr lang="en-US" altLang="zh-CN" sz="1400" dirty="0">
              <a:latin typeface="Times New Roman" panose="02020603050405020304" pitchFamily="18" charset="0"/>
              <a:ea typeface="宋体" panose="02010600030101010101" pitchFamily="2" charset="-122"/>
            </a:endParaRPr>
          </a:p>
        </p:txBody>
      </p:sp>
      <p:sp>
        <p:nvSpPr>
          <p:cNvPr id="115715" name="灯片编号占位符 6"/>
          <p:cNvSpPr txBox="1">
            <a:spLocks noGrp="1"/>
          </p:cNvSpPr>
          <p:nvPr>
            <p:ph type="sldNum" sz="quarter" idx="12"/>
          </p:nvPr>
        </p:nvSpPr>
        <p:spPr/>
        <p:txBody>
          <a:bodyPr/>
          <a:p>
            <a:pPr marL="0" indent="0" algn="r">
              <a:spcBef>
                <a:spcPct val="0"/>
              </a:spcBef>
              <a:buClrTx/>
              <a:buSzTx/>
              <a:buFontTx/>
              <a:buNone/>
            </a:pPr>
            <a:r>
              <a:rPr lang="en-US" altLang="zh-CN" sz="1400" dirty="0">
                <a:ea typeface="宋体" panose="02010600030101010101" pitchFamily="2" charset="-122"/>
              </a:rPr>
              <a:t>4-</a:t>
            </a: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115716" name="Rectangle 2"/>
          <p:cNvSpPr>
            <a:spLocks noGrp="1"/>
          </p:cNvSpPr>
          <p:nvPr>
            <p:ph type="title"/>
          </p:nvPr>
        </p:nvSpPr>
        <p:spPr/>
        <p:txBody>
          <a:bodyPr vert="horz" wrap="square" lIns="91440" tIns="45720" rIns="91440" bIns="45720" anchor="ctr" anchorCtr="0"/>
          <a:p>
            <a:r>
              <a:rPr lang="en-US" altLang="zh-CN" dirty="0">
                <a:ea typeface="宋体" panose="02010600030101010101" pitchFamily="2" charset="-122"/>
              </a:rPr>
              <a:t>Chapter 4: Network Layer</a:t>
            </a:r>
            <a:endParaRPr lang="en-US" altLang="zh-CN" dirty="0">
              <a:ea typeface="宋体" panose="02010600030101010101" pitchFamily="2" charset="-122"/>
            </a:endParaRPr>
          </a:p>
        </p:txBody>
      </p:sp>
      <p:sp>
        <p:nvSpPr>
          <p:cNvPr id="115717" name="Rectangle 3"/>
          <p:cNvSpPr>
            <a:spLocks noGrp="1"/>
          </p:cNvSpPr>
          <p:nvPr>
            <p:ph sz="half" idx="1"/>
          </p:nvPr>
        </p:nvSpPr>
        <p:spPr/>
        <p:txBody>
          <a:bodyPr vert="horz" wrap="square" lIns="91440" tIns="45720" rIns="91440" bIns="45720" anchor="t" anchorCtr="0"/>
          <a:p>
            <a:pPr>
              <a:buClr>
                <a:schemeClr val="accent2"/>
              </a:buClr>
              <a:buSzPct val="85000"/>
              <a:buFont typeface="ZapfDingbats"/>
            </a:pPr>
            <a:r>
              <a:rPr lang="en-US" altLang="zh-CN" sz="2400" dirty="0">
                <a:ea typeface="宋体" panose="02010600030101010101" pitchFamily="2" charset="-122"/>
              </a:rPr>
              <a:t>4. 1 Introduction</a:t>
            </a:r>
            <a:endParaRPr lang="en-US" altLang="zh-CN" sz="2400" dirty="0">
              <a:ea typeface="宋体" panose="02010600030101010101" pitchFamily="2" charset="-122"/>
            </a:endParaRPr>
          </a:p>
          <a:p>
            <a:pPr>
              <a:buClr>
                <a:schemeClr val="accent2"/>
              </a:buClr>
              <a:buSzPct val="85000"/>
              <a:buFont typeface="ZapfDingbats"/>
            </a:pPr>
            <a:r>
              <a:rPr lang="en-US" altLang="zh-CN" sz="2400" dirty="0">
                <a:ea typeface="宋体" panose="02010600030101010101" pitchFamily="2" charset="-122"/>
              </a:rPr>
              <a:t>4.2 Virtual circuit and datagram networks</a:t>
            </a:r>
            <a:endParaRPr lang="en-US" altLang="zh-CN" sz="2400" dirty="0">
              <a:ea typeface="宋体" panose="02010600030101010101" pitchFamily="2" charset="-122"/>
            </a:endParaRPr>
          </a:p>
          <a:p>
            <a:pPr>
              <a:buClr>
                <a:schemeClr val="accent2"/>
              </a:buClr>
              <a:buSzPct val="85000"/>
              <a:buFont typeface="ZapfDingbats"/>
            </a:pPr>
            <a:r>
              <a:rPr lang="en-US" altLang="zh-CN" sz="2400" dirty="0">
                <a:ea typeface="宋体" panose="02010600030101010101" pitchFamily="2" charset="-122"/>
              </a:rPr>
              <a:t>4.3 What’s inside a router</a:t>
            </a:r>
            <a:endParaRPr lang="en-US" altLang="zh-CN" sz="2400" dirty="0">
              <a:ea typeface="宋体" panose="02010600030101010101" pitchFamily="2" charset="-122"/>
            </a:endParaRPr>
          </a:p>
          <a:p>
            <a:pPr>
              <a:buClr>
                <a:schemeClr val="accent2"/>
              </a:buClr>
              <a:buSzPct val="85000"/>
              <a:buFont typeface="ZapfDingbats"/>
            </a:pPr>
            <a:r>
              <a:rPr lang="en-US" altLang="zh-CN" sz="2400" dirty="0">
                <a:ea typeface="宋体" panose="02010600030101010101" pitchFamily="2" charset="-122"/>
              </a:rPr>
              <a:t>4.4 IP: Internet Protocol</a:t>
            </a:r>
            <a:endParaRPr lang="en-US" altLang="zh-CN" sz="24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Datagram format</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IPv4 addressing</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ICMP</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IPv6</a:t>
            </a:r>
            <a:endParaRPr lang="en-US" altLang="zh-CN" sz="2000" dirty="0">
              <a:ea typeface="宋体" panose="02010600030101010101" pitchFamily="2" charset="-122"/>
            </a:endParaRPr>
          </a:p>
        </p:txBody>
      </p:sp>
      <p:sp>
        <p:nvSpPr>
          <p:cNvPr id="115718" name="Rectangle 4"/>
          <p:cNvSpPr>
            <a:spLocks noGrp="1"/>
          </p:cNvSpPr>
          <p:nvPr>
            <p:ph sz="half" idx="2"/>
          </p:nvPr>
        </p:nvSpPr>
        <p:spPr/>
        <p:txBody>
          <a:bodyPr vert="horz" wrap="square" lIns="91440" tIns="45720" rIns="91440" bIns="45720" anchor="t" anchorCtr="0"/>
          <a:p>
            <a:pPr>
              <a:buClr>
                <a:schemeClr val="accent2"/>
              </a:buClr>
              <a:buSzPct val="85000"/>
              <a:buFont typeface="ZapfDingbats"/>
            </a:pPr>
            <a:r>
              <a:rPr lang="en-US" altLang="zh-CN" sz="2400" dirty="0">
                <a:ea typeface="宋体" panose="02010600030101010101" pitchFamily="2" charset="-122"/>
              </a:rPr>
              <a:t>4.5 Routing algorithms</a:t>
            </a:r>
            <a:endParaRPr lang="en-US" altLang="zh-CN" sz="24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Link state</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Distance Vector</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Hierarchical routing</a:t>
            </a:r>
            <a:endParaRPr lang="en-US" altLang="zh-CN" sz="2000" dirty="0">
              <a:ea typeface="宋体" panose="02010600030101010101" pitchFamily="2" charset="-122"/>
            </a:endParaRPr>
          </a:p>
          <a:p>
            <a:pPr>
              <a:buClr>
                <a:schemeClr val="accent2"/>
              </a:buClr>
              <a:buSzPct val="85000"/>
              <a:buFont typeface="ZapfDingbats"/>
            </a:pPr>
            <a:r>
              <a:rPr lang="en-US" altLang="zh-CN" sz="2400" dirty="0">
                <a:solidFill>
                  <a:srgbClr val="FF0000"/>
                </a:solidFill>
                <a:ea typeface="宋体" panose="02010600030101010101" pitchFamily="2" charset="-122"/>
              </a:rPr>
              <a:t>4.6 Routing in the Internet</a:t>
            </a:r>
            <a:endParaRPr lang="en-US" altLang="zh-CN" sz="2400" dirty="0">
              <a:solidFill>
                <a:srgbClr val="FF0000"/>
              </a:solidFill>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RIP</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OSPF</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BGP</a:t>
            </a:r>
            <a:endParaRPr lang="en-US" altLang="zh-CN" sz="2000" dirty="0">
              <a:ea typeface="宋体" panose="02010600030101010101" pitchFamily="2" charset="-122"/>
            </a:endParaRPr>
          </a:p>
          <a:p>
            <a:pPr>
              <a:buClr>
                <a:schemeClr val="accent2"/>
              </a:buClr>
              <a:buSzPct val="85000"/>
              <a:buFont typeface="ZapfDingbats"/>
            </a:pPr>
            <a:r>
              <a:rPr lang="en-US" altLang="zh-CN" sz="2400" dirty="0">
                <a:ea typeface="宋体" panose="02010600030101010101" pitchFamily="2" charset="-122"/>
              </a:rPr>
              <a:t>4.7 Broadcast and multicast routing</a:t>
            </a:r>
            <a:endParaRPr lang="en-US" altLang="zh-CN" sz="2400" dirty="0">
              <a:ea typeface="宋体" panose="02010600030101010101" pitchFamily="2" charset="-122"/>
            </a:endParaRPr>
          </a:p>
          <a:p>
            <a:pPr>
              <a:buClr>
                <a:schemeClr val="accent2"/>
              </a:buClr>
              <a:buSzPct val="85000"/>
              <a:buFont typeface="ZapfDingbats"/>
            </a:pPr>
            <a:endParaRPr lang="en-US" altLang="zh-CN" sz="2400" dirty="0">
              <a:ea typeface="宋体" panose="02010600030101010101" pitchFamily="2" charset="-122"/>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6738" name="页脚占位符 4"/>
          <p:cNvSpPr txBox="1">
            <a:spLocks noGrp="1"/>
          </p:cNvSpPr>
          <p:nvPr>
            <p:ph type="ftr" sz="quarter" idx="11"/>
          </p:nvPr>
        </p:nvSpPr>
        <p:spPr/>
        <p:txBody>
          <a:bodyPr/>
          <a:p>
            <a:pPr marL="0" indent="0" algn="r">
              <a:spcBef>
                <a:spcPct val="0"/>
              </a:spcBef>
              <a:buClrTx/>
              <a:buSzTx/>
              <a:buFontTx/>
              <a:buNone/>
            </a:pPr>
            <a:r>
              <a:rPr lang="en-US" altLang="zh-CN" sz="1400" dirty="0">
                <a:ea typeface="宋体" panose="02010600030101010101" pitchFamily="2" charset="-122"/>
              </a:rPr>
              <a:t>Network Layer</a:t>
            </a:r>
            <a:endParaRPr lang="en-US" altLang="zh-CN" sz="1400" dirty="0">
              <a:latin typeface="Times New Roman" panose="02020603050405020304" pitchFamily="18" charset="0"/>
              <a:ea typeface="宋体" panose="02010600030101010101" pitchFamily="2" charset="-122"/>
            </a:endParaRPr>
          </a:p>
        </p:txBody>
      </p:sp>
      <p:sp>
        <p:nvSpPr>
          <p:cNvPr id="116739" name="灯片编号占位符 5"/>
          <p:cNvSpPr txBox="1">
            <a:spLocks noGrp="1"/>
          </p:cNvSpPr>
          <p:nvPr>
            <p:ph type="sldNum" sz="quarter" idx="12"/>
          </p:nvPr>
        </p:nvSpPr>
        <p:spPr/>
        <p:txBody>
          <a:bodyPr/>
          <a:p>
            <a:pPr marL="0" indent="0" algn="r">
              <a:spcBef>
                <a:spcPct val="0"/>
              </a:spcBef>
              <a:buClrTx/>
              <a:buSzTx/>
              <a:buFontTx/>
              <a:buNone/>
            </a:pPr>
            <a:r>
              <a:rPr lang="en-US" altLang="zh-CN" sz="1400" dirty="0">
                <a:ea typeface="宋体" panose="02010600030101010101" pitchFamily="2" charset="-122"/>
              </a:rPr>
              <a:t>4-</a:t>
            </a: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116740" name="Rectangle 2"/>
          <p:cNvSpPr>
            <a:spLocks noGrp="1"/>
          </p:cNvSpPr>
          <p:nvPr>
            <p:ph type="title"/>
          </p:nvPr>
        </p:nvSpPr>
        <p:spPr/>
        <p:txBody>
          <a:bodyPr vert="horz" wrap="square" lIns="91440" tIns="45720" rIns="91440" bIns="45720" anchor="ctr" anchorCtr="0"/>
          <a:p>
            <a:r>
              <a:rPr lang="en-US" altLang="zh-CN" sz="3600" dirty="0">
                <a:ea typeface="宋体" panose="02010600030101010101" pitchFamily="2" charset="-122"/>
              </a:rPr>
              <a:t>Intra-AS Routing</a:t>
            </a:r>
            <a:endParaRPr lang="en-US" altLang="zh-CN" sz="3600" dirty="0">
              <a:ea typeface="宋体" panose="02010600030101010101" pitchFamily="2" charset="-122"/>
            </a:endParaRPr>
          </a:p>
        </p:txBody>
      </p:sp>
      <p:sp>
        <p:nvSpPr>
          <p:cNvPr id="116741" name="Rectangle 3"/>
          <p:cNvSpPr>
            <a:spLocks noGrp="1"/>
          </p:cNvSpPr>
          <p:nvPr>
            <p:ph idx="1"/>
          </p:nvPr>
        </p:nvSpPr>
        <p:spPr/>
        <p:txBody>
          <a:bodyPr vert="horz" wrap="square" lIns="91440" tIns="45720" rIns="91440" bIns="45720" anchor="t" anchorCtr="0"/>
          <a:p>
            <a:r>
              <a:rPr lang="en-US" altLang="zh-CN" sz="2400" dirty="0">
                <a:ea typeface="宋体" panose="02010600030101010101" pitchFamily="2" charset="-122"/>
              </a:rPr>
              <a:t>also known as </a:t>
            </a:r>
            <a:r>
              <a:rPr lang="en-US" altLang="zh-CN" sz="2400" dirty="0">
                <a:solidFill>
                  <a:srgbClr val="FF0000"/>
                </a:solidFill>
                <a:ea typeface="宋体" panose="02010600030101010101" pitchFamily="2" charset="-122"/>
              </a:rPr>
              <a:t>Interior Gateway Protocols (IGP)</a:t>
            </a:r>
            <a:endParaRPr lang="en-US" altLang="zh-CN" sz="2400" dirty="0">
              <a:solidFill>
                <a:srgbClr val="CC0000"/>
              </a:solidFill>
              <a:ea typeface="宋体" panose="02010600030101010101" pitchFamily="2" charset="-122"/>
            </a:endParaRPr>
          </a:p>
          <a:p>
            <a:r>
              <a:rPr lang="en-US" altLang="zh-CN" sz="2400" dirty="0">
                <a:ea typeface="宋体" panose="02010600030101010101" pitchFamily="2" charset="-122"/>
              </a:rPr>
              <a:t>most common Intra-AS routing protocols:</a:t>
            </a:r>
            <a:endParaRPr lang="en-US" altLang="zh-CN" sz="2400" dirty="0">
              <a:ea typeface="宋体" panose="02010600030101010101" pitchFamily="2" charset="-122"/>
            </a:endParaRPr>
          </a:p>
          <a:p>
            <a:pPr lvl="1">
              <a:lnSpc>
                <a:spcPct val="60000"/>
              </a:lnSpc>
            </a:pPr>
            <a:endParaRPr lang="en-US" altLang="zh-CN" sz="2000" dirty="0">
              <a:ea typeface="宋体" panose="02010600030101010101" pitchFamily="2" charset="-122"/>
            </a:endParaRPr>
          </a:p>
          <a:p>
            <a:pPr lvl="1"/>
            <a:r>
              <a:rPr lang="en-US" altLang="zh-CN" dirty="0">
                <a:ea typeface="宋体" panose="02010600030101010101" pitchFamily="2" charset="-122"/>
              </a:rPr>
              <a:t>RIP: Routing Information Protocol</a:t>
            </a:r>
            <a:endParaRPr lang="en-US" altLang="zh-CN" sz="2000" dirty="0">
              <a:ea typeface="宋体" panose="02010600030101010101" pitchFamily="2" charset="-122"/>
            </a:endParaRPr>
          </a:p>
          <a:p>
            <a:pPr lvl="1">
              <a:lnSpc>
                <a:spcPct val="20000"/>
              </a:lnSpc>
            </a:pPr>
            <a:endParaRPr lang="en-US" altLang="zh-CN" sz="2000" dirty="0">
              <a:ea typeface="宋体" panose="02010600030101010101" pitchFamily="2" charset="-122"/>
            </a:endParaRPr>
          </a:p>
          <a:p>
            <a:pPr lvl="1"/>
            <a:r>
              <a:rPr lang="en-US" altLang="zh-CN" dirty="0">
                <a:ea typeface="宋体" panose="02010600030101010101" pitchFamily="2" charset="-122"/>
              </a:rPr>
              <a:t>OSPF: Open Shortest Path First</a:t>
            </a:r>
            <a:endParaRPr lang="en-US" altLang="zh-CN" sz="2000" dirty="0">
              <a:ea typeface="宋体" panose="02010600030101010101" pitchFamily="2" charset="-122"/>
            </a:endParaRPr>
          </a:p>
          <a:p>
            <a:pPr lvl="1">
              <a:lnSpc>
                <a:spcPct val="40000"/>
              </a:lnSpc>
            </a:pPr>
            <a:endParaRPr lang="en-US" altLang="zh-CN" sz="2000" dirty="0">
              <a:ea typeface="宋体" panose="02010600030101010101" pitchFamily="2" charset="-122"/>
            </a:endParaRPr>
          </a:p>
          <a:p>
            <a:pPr lvl="1"/>
            <a:r>
              <a:rPr lang="en-US" altLang="zh-CN" dirty="0">
                <a:ea typeface="宋体" panose="02010600030101010101" pitchFamily="2" charset="-122"/>
              </a:rPr>
              <a:t>IGRP: Interior Gateway Routing Protocol (Cisco proprietary)</a:t>
            </a:r>
            <a:endParaRPr lang="en-US" altLang="zh-CN" dirty="0">
              <a:ea typeface="宋体" panose="02010600030101010101" pitchFamily="2" charset="-122"/>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7762" name="页脚占位符 5"/>
          <p:cNvSpPr txBox="1">
            <a:spLocks noGrp="1"/>
          </p:cNvSpPr>
          <p:nvPr>
            <p:ph type="ftr" sz="quarter" idx="11"/>
          </p:nvPr>
        </p:nvSpPr>
        <p:spPr/>
        <p:txBody>
          <a:bodyPr/>
          <a:p>
            <a:pPr marL="0" indent="0" algn="r">
              <a:spcBef>
                <a:spcPct val="0"/>
              </a:spcBef>
              <a:buClrTx/>
              <a:buSzTx/>
              <a:buFontTx/>
              <a:buNone/>
            </a:pPr>
            <a:r>
              <a:rPr lang="en-US" altLang="zh-CN" sz="1400" dirty="0">
                <a:ea typeface="宋体" panose="02010600030101010101" pitchFamily="2" charset="-122"/>
              </a:rPr>
              <a:t>Network Layer</a:t>
            </a:r>
            <a:endParaRPr lang="en-US" altLang="zh-CN" sz="1400" dirty="0">
              <a:latin typeface="Times New Roman" panose="02020603050405020304" pitchFamily="18" charset="0"/>
              <a:ea typeface="宋体" panose="02010600030101010101" pitchFamily="2" charset="-122"/>
            </a:endParaRPr>
          </a:p>
        </p:txBody>
      </p:sp>
      <p:sp>
        <p:nvSpPr>
          <p:cNvPr id="117763" name="灯片编号占位符 6"/>
          <p:cNvSpPr txBox="1">
            <a:spLocks noGrp="1"/>
          </p:cNvSpPr>
          <p:nvPr>
            <p:ph type="sldNum" sz="quarter" idx="12"/>
          </p:nvPr>
        </p:nvSpPr>
        <p:spPr/>
        <p:txBody>
          <a:bodyPr/>
          <a:p>
            <a:pPr marL="0" indent="0" algn="r">
              <a:spcBef>
                <a:spcPct val="0"/>
              </a:spcBef>
              <a:buClrTx/>
              <a:buSzTx/>
              <a:buFontTx/>
              <a:buNone/>
            </a:pPr>
            <a:r>
              <a:rPr lang="en-US" altLang="zh-CN" sz="1400" dirty="0">
                <a:ea typeface="宋体" panose="02010600030101010101" pitchFamily="2" charset="-122"/>
              </a:rPr>
              <a:t>4-</a:t>
            </a: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117764" name="Rectangle 2"/>
          <p:cNvSpPr>
            <a:spLocks noGrp="1"/>
          </p:cNvSpPr>
          <p:nvPr>
            <p:ph type="title"/>
          </p:nvPr>
        </p:nvSpPr>
        <p:spPr/>
        <p:txBody>
          <a:bodyPr vert="horz" wrap="square" lIns="91440" tIns="45720" rIns="91440" bIns="45720" anchor="ctr" anchorCtr="0"/>
          <a:p>
            <a:r>
              <a:rPr lang="en-US" altLang="zh-CN" dirty="0">
                <a:ea typeface="宋体" panose="02010600030101010101" pitchFamily="2" charset="-122"/>
              </a:rPr>
              <a:t>Chapter 4: Network Layer</a:t>
            </a:r>
            <a:endParaRPr lang="en-US" altLang="zh-CN" dirty="0">
              <a:ea typeface="宋体" panose="02010600030101010101" pitchFamily="2" charset="-122"/>
            </a:endParaRPr>
          </a:p>
        </p:txBody>
      </p:sp>
      <p:sp>
        <p:nvSpPr>
          <p:cNvPr id="117765" name="Rectangle 3"/>
          <p:cNvSpPr>
            <a:spLocks noGrp="1"/>
          </p:cNvSpPr>
          <p:nvPr>
            <p:ph sz="half" idx="1"/>
          </p:nvPr>
        </p:nvSpPr>
        <p:spPr/>
        <p:txBody>
          <a:bodyPr vert="horz" wrap="square" lIns="91440" tIns="45720" rIns="91440" bIns="45720" anchor="t" anchorCtr="0"/>
          <a:p>
            <a:pPr>
              <a:buClr>
                <a:schemeClr val="accent2"/>
              </a:buClr>
              <a:buSzPct val="85000"/>
              <a:buFont typeface="ZapfDingbats"/>
            </a:pPr>
            <a:r>
              <a:rPr lang="en-US" altLang="zh-CN" sz="2400" dirty="0">
                <a:ea typeface="宋体" panose="02010600030101010101" pitchFamily="2" charset="-122"/>
              </a:rPr>
              <a:t>4. 1 Introduction</a:t>
            </a:r>
            <a:endParaRPr lang="en-US" altLang="zh-CN" sz="2400" dirty="0">
              <a:ea typeface="宋体" panose="02010600030101010101" pitchFamily="2" charset="-122"/>
            </a:endParaRPr>
          </a:p>
          <a:p>
            <a:pPr>
              <a:buClr>
                <a:schemeClr val="accent2"/>
              </a:buClr>
              <a:buSzPct val="85000"/>
              <a:buFont typeface="ZapfDingbats"/>
            </a:pPr>
            <a:r>
              <a:rPr lang="en-US" altLang="zh-CN" sz="2400" dirty="0">
                <a:ea typeface="宋体" panose="02010600030101010101" pitchFamily="2" charset="-122"/>
              </a:rPr>
              <a:t>4.2 Virtual circuit and datagram networks</a:t>
            </a:r>
            <a:endParaRPr lang="en-US" altLang="zh-CN" sz="2400" dirty="0">
              <a:ea typeface="宋体" panose="02010600030101010101" pitchFamily="2" charset="-122"/>
            </a:endParaRPr>
          </a:p>
          <a:p>
            <a:pPr>
              <a:buClr>
                <a:schemeClr val="accent2"/>
              </a:buClr>
              <a:buSzPct val="85000"/>
              <a:buFont typeface="ZapfDingbats"/>
            </a:pPr>
            <a:r>
              <a:rPr lang="en-US" altLang="zh-CN" sz="2400" dirty="0">
                <a:ea typeface="宋体" panose="02010600030101010101" pitchFamily="2" charset="-122"/>
              </a:rPr>
              <a:t>4.3 What’s inside a router</a:t>
            </a:r>
            <a:endParaRPr lang="en-US" altLang="zh-CN" sz="2400" dirty="0">
              <a:ea typeface="宋体" panose="02010600030101010101" pitchFamily="2" charset="-122"/>
            </a:endParaRPr>
          </a:p>
          <a:p>
            <a:pPr>
              <a:buClr>
                <a:schemeClr val="accent2"/>
              </a:buClr>
              <a:buSzPct val="85000"/>
              <a:buFont typeface="ZapfDingbats"/>
            </a:pPr>
            <a:r>
              <a:rPr lang="en-US" altLang="zh-CN" sz="2400" dirty="0">
                <a:ea typeface="宋体" panose="02010600030101010101" pitchFamily="2" charset="-122"/>
              </a:rPr>
              <a:t>4.4 IP: Internet Protocol</a:t>
            </a:r>
            <a:endParaRPr lang="en-US" altLang="zh-CN" sz="24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Datagram format</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IPv4 addressing</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ICMP</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IPv6</a:t>
            </a:r>
            <a:endParaRPr lang="en-US" altLang="zh-CN" sz="2000" dirty="0">
              <a:ea typeface="宋体" panose="02010600030101010101" pitchFamily="2" charset="-122"/>
            </a:endParaRPr>
          </a:p>
        </p:txBody>
      </p:sp>
      <p:sp>
        <p:nvSpPr>
          <p:cNvPr id="117766" name="Rectangle 4"/>
          <p:cNvSpPr>
            <a:spLocks noGrp="1"/>
          </p:cNvSpPr>
          <p:nvPr>
            <p:ph sz="half" idx="2"/>
          </p:nvPr>
        </p:nvSpPr>
        <p:spPr/>
        <p:txBody>
          <a:bodyPr vert="horz" wrap="square" lIns="91440" tIns="45720" rIns="91440" bIns="45720" anchor="t" anchorCtr="0"/>
          <a:p>
            <a:pPr>
              <a:buClr>
                <a:schemeClr val="accent2"/>
              </a:buClr>
              <a:buSzPct val="85000"/>
              <a:buFont typeface="ZapfDingbats"/>
            </a:pPr>
            <a:r>
              <a:rPr lang="en-US" altLang="zh-CN" sz="2400" dirty="0">
                <a:ea typeface="宋体" panose="02010600030101010101" pitchFamily="2" charset="-122"/>
              </a:rPr>
              <a:t>4.5 Routing algorithms</a:t>
            </a:r>
            <a:endParaRPr lang="en-US" altLang="zh-CN" sz="24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Link state</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Distance Vector</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Hierarchical routing</a:t>
            </a:r>
            <a:endParaRPr lang="en-US" altLang="zh-CN" sz="2000" dirty="0">
              <a:ea typeface="宋体" panose="02010600030101010101" pitchFamily="2" charset="-122"/>
            </a:endParaRPr>
          </a:p>
          <a:p>
            <a:pPr>
              <a:buClr>
                <a:schemeClr val="accent2"/>
              </a:buClr>
              <a:buSzPct val="85000"/>
              <a:buFont typeface="ZapfDingbats"/>
            </a:pPr>
            <a:r>
              <a:rPr lang="en-US" altLang="zh-CN" sz="2400" dirty="0">
                <a:solidFill>
                  <a:srgbClr val="FF0000"/>
                </a:solidFill>
                <a:ea typeface="宋体" panose="02010600030101010101" pitchFamily="2" charset="-122"/>
              </a:rPr>
              <a:t>4.6 Routing in the Internet</a:t>
            </a:r>
            <a:endParaRPr lang="en-US" altLang="zh-CN" sz="2400" dirty="0">
              <a:solidFill>
                <a:srgbClr val="FF0000"/>
              </a:solidFill>
              <a:ea typeface="宋体" panose="02010600030101010101" pitchFamily="2" charset="-122"/>
            </a:endParaRPr>
          </a:p>
          <a:p>
            <a:pPr lvl="1">
              <a:buClr>
                <a:schemeClr val="accent2"/>
              </a:buClr>
              <a:buSzPct val="75000"/>
              <a:buFont typeface="ZapfDingbats"/>
            </a:pPr>
            <a:r>
              <a:rPr lang="en-US" altLang="zh-CN" sz="2000" dirty="0">
                <a:solidFill>
                  <a:srgbClr val="FF0000"/>
                </a:solidFill>
                <a:ea typeface="宋体" panose="02010600030101010101" pitchFamily="2" charset="-122"/>
              </a:rPr>
              <a:t>RIP</a:t>
            </a:r>
            <a:endParaRPr lang="en-US" altLang="zh-CN" sz="2000" dirty="0">
              <a:solidFill>
                <a:srgbClr val="FF0000"/>
              </a:solidFill>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OSPF</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BGP</a:t>
            </a:r>
            <a:endParaRPr lang="en-US" altLang="zh-CN" sz="2000" dirty="0">
              <a:ea typeface="宋体" panose="02010600030101010101" pitchFamily="2" charset="-122"/>
            </a:endParaRPr>
          </a:p>
          <a:p>
            <a:pPr>
              <a:buClr>
                <a:schemeClr val="accent2"/>
              </a:buClr>
              <a:buSzPct val="85000"/>
              <a:buFont typeface="ZapfDingbats"/>
            </a:pPr>
            <a:r>
              <a:rPr lang="en-US" altLang="zh-CN" sz="2400" dirty="0">
                <a:ea typeface="宋体" panose="02010600030101010101" pitchFamily="2" charset="-122"/>
              </a:rPr>
              <a:t>4.7 Broadcast and multicast routing</a:t>
            </a:r>
            <a:endParaRPr lang="en-US" altLang="zh-CN" sz="2400" dirty="0">
              <a:ea typeface="宋体" panose="02010600030101010101" pitchFamily="2" charset="-122"/>
            </a:endParaRPr>
          </a:p>
          <a:p>
            <a:pPr>
              <a:buClr>
                <a:schemeClr val="accent2"/>
              </a:buClr>
              <a:buSzPct val="85000"/>
              <a:buFont typeface="ZapfDingbats"/>
            </a:pPr>
            <a:endParaRPr lang="en-US" altLang="zh-CN" sz="2400" dirty="0">
              <a:ea typeface="宋体" panose="02010600030101010101" pitchFamily="2" charset="-122"/>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8786" name="页脚占位符 4"/>
          <p:cNvSpPr txBox="1">
            <a:spLocks noGrp="1"/>
          </p:cNvSpPr>
          <p:nvPr>
            <p:ph type="ftr" sz="quarter" idx="11"/>
          </p:nvPr>
        </p:nvSpPr>
        <p:spPr/>
        <p:txBody>
          <a:bodyPr/>
          <a:p>
            <a:pPr marL="0" indent="0" algn="r">
              <a:spcBef>
                <a:spcPct val="0"/>
              </a:spcBef>
              <a:buClrTx/>
              <a:buSzTx/>
              <a:buFontTx/>
              <a:buNone/>
            </a:pPr>
            <a:r>
              <a:rPr lang="en-US" altLang="zh-CN" sz="1400" dirty="0">
                <a:ea typeface="宋体" panose="02010600030101010101" pitchFamily="2" charset="-122"/>
              </a:rPr>
              <a:t>Network Layer</a:t>
            </a:r>
            <a:endParaRPr lang="en-US" altLang="zh-CN" sz="1400" dirty="0">
              <a:latin typeface="Times New Roman" panose="02020603050405020304" pitchFamily="18" charset="0"/>
              <a:ea typeface="宋体" panose="02010600030101010101" pitchFamily="2" charset="-122"/>
            </a:endParaRPr>
          </a:p>
        </p:txBody>
      </p:sp>
      <p:sp>
        <p:nvSpPr>
          <p:cNvPr id="118787" name="灯片编号占位符 5"/>
          <p:cNvSpPr txBox="1">
            <a:spLocks noGrp="1"/>
          </p:cNvSpPr>
          <p:nvPr>
            <p:ph type="sldNum" sz="quarter" idx="12"/>
          </p:nvPr>
        </p:nvSpPr>
        <p:spPr/>
        <p:txBody>
          <a:bodyPr/>
          <a:p>
            <a:pPr marL="0" indent="0" algn="r">
              <a:spcBef>
                <a:spcPct val="0"/>
              </a:spcBef>
              <a:buClrTx/>
              <a:buSzTx/>
              <a:buFontTx/>
              <a:buNone/>
            </a:pPr>
            <a:r>
              <a:rPr lang="en-US" altLang="zh-CN" sz="1400" dirty="0">
                <a:ea typeface="宋体" panose="02010600030101010101" pitchFamily="2" charset="-122"/>
              </a:rPr>
              <a:t>4-</a:t>
            </a: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118788" name="Rectangle 2"/>
          <p:cNvSpPr>
            <a:spLocks noGrp="1"/>
          </p:cNvSpPr>
          <p:nvPr>
            <p:ph type="title"/>
          </p:nvPr>
        </p:nvSpPr>
        <p:spPr>
          <a:xfrm>
            <a:off x="533400" y="228600"/>
            <a:ext cx="8170863" cy="1143000"/>
          </a:xfrm>
        </p:spPr>
        <p:txBody>
          <a:bodyPr vert="horz" wrap="square" lIns="91440" tIns="45720" rIns="91440" bIns="45720" anchor="ctr" anchorCtr="0"/>
          <a:p>
            <a:r>
              <a:rPr lang="en-US" altLang="zh-CN" sz="3600" dirty="0">
                <a:ea typeface="宋体" panose="02010600030101010101" pitchFamily="2" charset="-122"/>
              </a:rPr>
              <a:t>RIP ( Routing Information Protocol)</a:t>
            </a:r>
            <a:endParaRPr lang="en-US" altLang="zh-CN" sz="3600" dirty="0">
              <a:ea typeface="宋体" panose="02010600030101010101" pitchFamily="2" charset="-122"/>
            </a:endParaRPr>
          </a:p>
        </p:txBody>
      </p:sp>
      <p:sp>
        <p:nvSpPr>
          <p:cNvPr id="118789" name="Rectangle 3"/>
          <p:cNvSpPr>
            <a:spLocks noGrp="1"/>
          </p:cNvSpPr>
          <p:nvPr>
            <p:ph idx="1"/>
          </p:nvPr>
        </p:nvSpPr>
        <p:spPr>
          <a:xfrm>
            <a:off x="533400" y="1600200"/>
            <a:ext cx="8229600" cy="1695450"/>
          </a:xfrm>
        </p:spPr>
        <p:txBody>
          <a:bodyPr vert="horz" wrap="square" lIns="91440" tIns="45720" rIns="91440" bIns="45720" anchor="t" anchorCtr="0"/>
          <a:p>
            <a:r>
              <a:rPr lang="en-US" altLang="zh-CN" sz="2400" dirty="0">
                <a:ea typeface="宋体" panose="02010600030101010101" pitchFamily="2" charset="-122"/>
              </a:rPr>
              <a:t>distance vector algorithm</a:t>
            </a:r>
            <a:endParaRPr lang="en-US" altLang="zh-CN" sz="2400" dirty="0">
              <a:ea typeface="宋体" panose="02010600030101010101" pitchFamily="2" charset="-122"/>
            </a:endParaRPr>
          </a:p>
          <a:p>
            <a:r>
              <a:rPr lang="en-US" altLang="zh-CN" sz="2400" dirty="0">
                <a:ea typeface="宋体" panose="02010600030101010101" pitchFamily="2" charset="-122"/>
              </a:rPr>
              <a:t>included in BSD-UNIX Distribution in 1982</a:t>
            </a:r>
            <a:endParaRPr lang="en-US" altLang="zh-CN" sz="2400" dirty="0">
              <a:ea typeface="宋体" panose="02010600030101010101" pitchFamily="2" charset="-122"/>
            </a:endParaRPr>
          </a:p>
          <a:p>
            <a:r>
              <a:rPr lang="en-US" altLang="zh-CN" sz="2400" dirty="0">
                <a:ea typeface="宋体" panose="02010600030101010101" pitchFamily="2" charset="-122"/>
              </a:rPr>
              <a:t>distance metric: # of hops (max = 15 hops)</a:t>
            </a:r>
            <a:endParaRPr lang="en-US" altLang="zh-CN" sz="2400" dirty="0">
              <a:ea typeface="宋体" panose="02010600030101010101" pitchFamily="2" charset="-122"/>
            </a:endParaRPr>
          </a:p>
          <a:p>
            <a:pPr lvl="1">
              <a:buNone/>
            </a:pPr>
            <a:endParaRPr lang="en-US" altLang="zh-CN" sz="2000" i="1" dirty="0">
              <a:solidFill>
                <a:schemeClr val="accent2"/>
              </a:solidFill>
              <a:ea typeface="宋体" panose="02010600030101010101" pitchFamily="2" charset="-122"/>
            </a:endParaRPr>
          </a:p>
          <a:p>
            <a:pPr>
              <a:buNone/>
            </a:pPr>
            <a:endParaRPr lang="en-US" altLang="zh-CN" sz="2400" dirty="0">
              <a:ea typeface="宋体" panose="02010600030101010101" pitchFamily="2" charset="-122"/>
            </a:endParaRPr>
          </a:p>
        </p:txBody>
      </p:sp>
      <p:grpSp>
        <p:nvGrpSpPr>
          <p:cNvPr id="118790" name="Group 4"/>
          <p:cNvGrpSpPr/>
          <p:nvPr/>
        </p:nvGrpSpPr>
        <p:grpSpPr>
          <a:xfrm>
            <a:off x="801688" y="3554413"/>
            <a:ext cx="7231062" cy="2770187"/>
            <a:chOff x="432" y="1152"/>
            <a:chExt cx="4555" cy="1745"/>
          </a:xfrm>
        </p:grpSpPr>
        <p:grpSp>
          <p:nvGrpSpPr>
            <p:cNvPr id="118792" name="Group 5"/>
            <p:cNvGrpSpPr/>
            <p:nvPr/>
          </p:nvGrpSpPr>
          <p:grpSpPr>
            <a:xfrm>
              <a:off x="432" y="1152"/>
              <a:ext cx="2688" cy="1745"/>
              <a:chOff x="1824" y="912"/>
              <a:chExt cx="2688" cy="1745"/>
            </a:xfrm>
          </p:grpSpPr>
          <p:sp>
            <p:nvSpPr>
              <p:cNvPr id="118794" name="Freeform 6"/>
              <p:cNvSpPr/>
              <p:nvPr/>
            </p:nvSpPr>
            <p:spPr>
              <a:xfrm>
                <a:off x="1824" y="912"/>
                <a:ext cx="2688" cy="1745"/>
              </a:xfrm>
              <a:custGeom>
                <a:avLst/>
                <a:gdLst/>
                <a:ahLst/>
                <a:cxnLst>
                  <a:cxn ang="0">
                    <a:pos x="0" y="3454"/>
                  </a:cxn>
                  <a:cxn ang="0">
                    <a:pos x="910" y="1782"/>
                  </a:cxn>
                  <a:cxn ang="0">
                    <a:pos x="2197" y="193"/>
                  </a:cxn>
                  <a:cxn ang="0">
                    <a:pos x="6437" y="613"/>
                  </a:cxn>
                  <a:cxn ang="0">
                    <a:pos x="8166" y="2675"/>
                  </a:cxn>
                  <a:cxn ang="0">
                    <a:pos x="9125" y="5012"/>
                  </a:cxn>
                  <a:cxn ang="0">
                    <a:pos x="6885" y="7272"/>
                  </a:cxn>
                  <a:cxn ang="0">
                    <a:pos x="4122" y="7672"/>
                  </a:cxn>
                  <a:cxn ang="0">
                    <a:pos x="1928" y="7501"/>
                  </a:cxn>
                  <a:cxn ang="0">
                    <a:pos x="423" y="5911"/>
                  </a:cxn>
                  <a:cxn ang="0">
                    <a:pos x="0" y="3454"/>
                  </a:cxn>
                </a:cxnLst>
                <a:pathLst>
                  <a:path w="2250" h="1409">
                    <a:moveTo>
                      <a:pt x="0" y="624"/>
                    </a:moveTo>
                    <a:cubicBezTo>
                      <a:pt x="5" y="506"/>
                      <a:pt x="131" y="419"/>
                      <a:pt x="219" y="321"/>
                    </a:cubicBezTo>
                    <a:cubicBezTo>
                      <a:pt x="307" y="223"/>
                      <a:pt x="307" y="70"/>
                      <a:pt x="529" y="35"/>
                    </a:cubicBezTo>
                    <a:cubicBezTo>
                      <a:pt x="751" y="0"/>
                      <a:pt x="1311" y="36"/>
                      <a:pt x="1551" y="111"/>
                    </a:cubicBezTo>
                    <a:cubicBezTo>
                      <a:pt x="1791" y="186"/>
                      <a:pt x="1860" y="351"/>
                      <a:pt x="1968" y="483"/>
                    </a:cubicBezTo>
                    <a:cubicBezTo>
                      <a:pt x="2076" y="615"/>
                      <a:pt x="2250" y="767"/>
                      <a:pt x="2199" y="906"/>
                    </a:cubicBezTo>
                    <a:cubicBezTo>
                      <a:pt x="2148" y="1045"/>
                      <a:pt x="1860" y="1234"/>
                      <a:pt x="1659" y="1314"/>
                    </a:cubicBezTo>
                    <a:cubicBezTo>
                      <a:pt x="1458" y="1394"/>
                      <a:pt x="1192" y="1379"/>
                      <a:pt x="993" y="1386"/>
                    </a:cubicBezTo>
                    <a:cubicBezTo>
                      <a:pt x="794" y="1393"/>
                      <a:pt x="613" y="1409"/>
                      <a:pt x="465" y="1356"/>
                    </a:cubicBezTo>
                    <a:cubicBezTo>
                      <a:pt x="317" y="1303"/>
                      <a:pt x="180" y="1190"/>
                      <a:pt x="102" y="1068"/>
                    </a:cubicBezTo>
                    <a:cubicBezTo>
                      <a:pt x="24" y="946"/>
                      <a:pt x="21" y="716"/>
                      <a:pt x="0" y="624"/>
                    </a:cubicBezTo>
                    <a:close/>
                  </a:path>
                </a:pathLst>
              </a:custGeom>
              <a:solidFill>
                <a:srgbClr val="99CCFF">
                  <a:alpha val="100000"/>
                </a:srgbClr>
              </a:solidFill>
              <a:ln w="9525">
                <a:noFill/>
              </a:ln>
            </p:spPr>
            <p:txBody>
              <a:bodyPr/>
              <a:p>
                <a:endParaRPr lang="zh-CN" altLang="en-US"/>
              </a:p>
            </p:txBody>
          </p:sp>
          <p:sp>
            <p:nvSpPr>
              <p:cNvPr id="118795" name="Oval 7"/>
              <p:cNvSpPr/>
              <p:nvPr/>
            </p:nvSpPr>
            <p:spPr>
              <a:xfrm>
                <a:off x="2566" y="2186"/>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18796" name="Line 8"/>
              <p:cNvSpPr/>
              <p:nvPr/>
            </p:nvSpPr>
            <p:spPr>
              <a:xfrm>
                <a:off x="2566" y="2179"/>
                <a:ext cx="0" cy="50"/>
              </a:xfrm>
              <a:prstGeom prst="line">
                <a:avLst/>
              </a:prstGeom>
              <a:ln w="12700" cap="flat" cmpd="sng">
                <a:solidFill>
                  <a:schemeClr val="tx1"/>
                </a:solidFill>
                <a:prstDash val="solid"/>
                <a:headEnd type="none" w="med" len="med"/>
                <a:tailEnd type="none" w="med" len="med"/>
              </a:ln>
            </p:spPr>
          </p:sp>
          <p:sp>
            <p:nvSpPr>
              <p:cNvPr id="118797" name="Line 9"/>
              <p:cNvSpPr/>
              <p:nvPr/>
            </p:nvSpPr>
            <p:spPr>
              <a:xfrm>
                <a:off x="2879" y="2179"/>
                <a:ext cx="0" cy="50"/>
              </a:xfrm>
              <a:prstGeom prst="line">
                <a:avLst/>
              </a:prstGeom>
              <a:ln w="12700" cap="flat" cmpd="sng">
                <a:solidFill>
                  <a:schemeClr val="tx1"/>
                </a:solidFill>
                <a:prstDash val="solid"/>
                <a:headEnd type="none" w="med" len="med"/>
                <a:tailEnd type="none" w="med" len="med"/>
              </a:ln>
            </p:spPr>
          </p:sp>
          <p:sp>
            <p:nvSpPr>
              <p:cNvPr id="118798" name="Rectangle 10"/>
              <p:cNvSpPr/>
              <p:nvPr/>
            </p:nvSpPr>
            <p:spPr>
              <a:xfrm>
                <a:off x="2566" y="2179"/>
                <a:ext cx="310"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18799" name="Oval 11"/>
              <p:cNvSpPr/>
              <p:nvPr/>
            </p:nvSpPr>
            <p:spPr>
              <a:xfrm>
                <a:off x="2563" y="2120"/>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18800" name="Oval 12"/>
              <p:cNvSpPr/>
              <p:nvPr/>
            </p:nvSpPr>
            <p:spPr>
              <a:xfrm>
                <a:off x="2562" y="1496"/>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18801" name="Line 13"/>
              <p:cNvSpPr/>
              <p:nvPr/>
            </p:nvSpPr>
            <p:spPr>
              <a:xfrm>
                <a:off x="2562" y="1489"/>
                <a:ext cx="0" cy="50"/>
              </a:xfrm>
              <a:prstGeom prst="line">
                <a:avLst/>
              </a:prstGeom>
              <a:ln w="12700" cap="flat" cmpd="sng">
                <a:solidFill>
                  <a:schemeClr val="tx1"/>
                </a:solidFill>
                <a:prstDash val="solid"/>
                <a:headEnd type="none" w="med" len="med"/>
                <a:tailEnd type="none" w="med" len="med"/>
              </a:ln>
            </p:spPr>
          </p:sp>
          <p:sp>
            <p:nvSpPr>
              <p:cNvPr id="118802" name="Line 14"/>
              <p:cNvSpPr/>
              <p:nvPr/>
            </p:nvSpPr>
            <p:spPr>
              <a:xfrm>
                <a:off x="2875" y="1489"/>
                <a:ext cx="0" cy="50"/>
              </a:xfrm>
              <a:prstGeom prst="line">
                <a:avLst/>
              </a:prstGeom>
              <a:ln w="12700" cap="flat" cmpd="sng">
                <a:solidFill>
                  <a:schemeClr val="tx1"/>
                </a:solidFill>
                <a:prstDash val="solid"/>
                <a:headEnd type="none" w="med" len="med"/>
                <a:tailEnd type="none" w="med" len="med"/>
              </a:ln>
            </p:spPr>
          </p:sp>
          <p:sp>
            <p:nvSpPr>
              <p:cNvPr id="118803" name="Rectangle 15"/>
              <p:cNvSpPr/>
              <p:nvPr/>
            </p:nvSpPr>
            <p:spPr>
              <a:xfrm>
                <a:off x="2562" y="1489"/>
                <a:ext cx="310"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18804" name="Oval 16"/>
              <p:cNvSpPr/>
              <p:nvPr/>
            </p:nvSpPr>
            <p:spPr>
              <a:xfrm>
                <a:off x="2559" y="1430"/>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18805" name="Oval 17"/>
              <p:cNvSpPr/>
              <p:nvPr/>
            </p:nvSpPr>
            <p:spPr>
              <a:xfrm>
                <a:off x="3245" y="1492"/>
                <a:ext cx="312"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18806" name="Line 18"/>
              <p:cNvSpPr/>
              <p:nvPr/>
            </p:nvSpPr>
            <p:spPr>
              <a:xfrm>
                <a:off x="3245" y="1485"/>
                <a:ext cx="0" cy="50"/>
              </a:xfrm>
              <a:prstGeom prst="line">
                <a:avLst/>
              </a:prstGeom>
              <a:ln w="12700" cap="flat" cmpd="sng">
                <a:solidFill>
                  <a:schemeClr val="tx1"/>
                </a:solidFill>
                <a:prstDash val="solid"/>
                <a:headEnd type="none" w="med" len="med"/>
                <a:tailEnd type="none" w="med" len="med"/>
              </a:ln>
            </p:spPr>
          </p:sp>
          <p:sp>
            <p:nvSpPr>
              <p:cNvPr id="118807" name="Line 19"/>
              <p:cNvSpPr/>
              <p:nvPr/>
            </p:nvSpPr>
            <p:spPr>
              <a:xfrm>
                <a:off x="3557" y="1485"/>
                <a:ext cx="0" cy="50"/>
              </a:xfrm>
              <a:prstGeom prst="line">
                <a:avLst/>
              </a:prstGeom>
              <a:ln w="12700" cap="flat" cmpd="sng">
                <a:solidFill>
                  <a:schemeClr val="tx1"/>
                </a:solidFill>
                <a:prstDash val="solid"/>
                <a:headEnd type="none" w="med" len="med"/>
                <a:tailEnd type="none" w="med" len="med"/>
              </a:ln>
            </p:spPr>
          </p:sp>
          <p:sp>
            <p:nvSpPr>
              <p:cNvPr id="118808" name="Rectangle 20"/>
              <p:cNvSpPr/>
              <p:nvPr/>
            </p:nvSpPr>
            <p:spPr>
              <a:xfrm>
                <a:off x="3245" y="1485"/>
                <a:ext cx="309"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18809" name="Oval 21"/>
              <p:cNvSpPr/>
              <p:nvPr/>
            </p:nvSpPr>
            <p:spPr>
              <a:xfrm>
                <a:off x="3248" y="1429"/>
                <a:ext cx="312"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18810" name="Oval 22"/>
              <p:cNvSpPr/>
              <p:nvPr/>
            </p:nvSpPr>
            <p:spPr>
              <a:xfrm>
                <a:off x="3255" y="2183"/>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18811" name="Line 23"/>
              <p:cNvSpPr/>
              <p:nvPr/>
            </p:nvSpPr>
            <p:spPr>
              <a:xfrm>
                <a:off x="3255" y="2176"/>
                <a:ext cx="0" cy="50"/>
              </a:xfrm>
              <a:prstGeom prst="line">
                <a:avLst/>
              </a:prstGeom>
              <a:ln w="12700" cap="flat" cmpd="sng">
                <a:solidFill>
                  <a:schemeClr val="tx1"/>
                </a:solidFill>
                <a:prstDash val="solid"/>
                <a:headEnd type="none" w="med" len="med"/>
                <a:tailEnd type="none" w="med" len="med"/>
              </a:ln>
            </p:spPr>
          </p:sp>
          <p:sp>
            <p:nvSpPr>
              <p:cNvPr id="118812" name="Rectangle 24"/>
              <p:cNvSpPr/>
              <p:nvPr/>
            </p:nvSpPr>
            <p:spPr>
              <a:xfrm>
                <a:off x="3255" y="2176"/>
                <a:ext cx="310"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18813" name="Oval 25"/>
              <p:cNvSpPr/>
              <p:nvPr/>
            </p:nvSpPr>
            <p:spPr>
              <a:xfrm>
                <a:off x="3252" y="2117"/>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18814" name="Freeform 26"/>
              <p:cNvSpPr/>
              <p:nvPr/>
            </p:nvSpPr>
            <p:spPr>
              <a:xfrm>
                <a:off x="3411" y="1584"/>
                <a:ext cx="1" cy="522"/>
              </a:xfrm>
              <a:custGeom>
                <a:avLst/>
                <a:gdLst/>
                <a:ahLst/>
                <a:cxnLst>
                  <a:cxn ang="0">
                    <a:pos x="0" y="0"/>
                  </a:cxn>
                  <a:cxn ang="0">
                    <a:pos x="0" y="522"/>
                  </a:cxn>
                </a:cxnLst>
                <a:pathLst>
                  <a:path w="1" h="522">
                    <a:moveTo>
                      <a:pt x="0" y="0"/>
                    </a:moveTo>
                    <a:lnTo>
                      <a:pt x="0" y="522"/>
                    </a:lnTo>
                  </a:path>
                </a:pathLst>
              </a:custGeom>
              <a:noFill/>
              <a:ln w="12700" cap="flat" cmpd="sng">
                <a:solidFill>
                  <a:schemeClr val="tx1">
                    <a:alpha val="100000"/>
                  </a:schemeClr>
                </a:solidFill>
                <a:prstDash val="solid"/>
                <a:round/>
                <a:headEnd type="none" w="med" len="med"/>
                <a:tailEnd type="none" w="med" len="med"/>
              </a:ln>
            </p:spPr>
            <p:txBody>
              <a:bodyPr/>
              <a:p>
                <a:endParaRPr lang="zh-CN" altLang="en-US"/>
              </a:p>
            </p:txBody>
          </p:sp>
          <p:sp>
            <p:nvSpPr>
              <p:cNvPr id="118815" name="Freeform 27"/>
              <p:cNvSpPr/>
              <p:nvPr/>
            </p:nvSpPr>
            <p:spPr>
              <a:xfrm>
                <a:off x="2718" y="1590"/>
                <a:ext cx="1" cy="537"/>
              </a:xfrm>
              <a:custGeom>
                <a:avLst/>
                <a:gdLst/>
                <a:ahLst/>
                <a:cxnLst>
                  <a:cxn ang="0">
                    <a:pos x="0" y="0"/>
                  </a:cxn>
                  <a:cxn ang="0">
                    <a:pos x="0" y="537"/>
                  </a:cxn>
                </a:cxnLst>
                <a:pathLst>
                  <a:path w="1" h="537">
                    <a:moveTo>
                      <a:pt x="0" y="0"/>
                    </a:moveTo>
                    <a:lnTo>
                      <a:pt x="0" y="537"/>
                    </a:lnTo>
                  </a:path>
                </a:pathLst>
              </a:custGeom>
              <a:noFill/>
              <a:ln w="12700" cap="flat" cmpd="sng">
                <a:solidFill>
                  <a:schemeClr val="tx1">
                    <a:alpha val="100000"/>
                  </a:schemeClr>
                </a:solidFill>
                <a:prstDash val="solid"/>
                <a:round/>
                <a:headEnd type="none" w="med" len="med"/>
                <a:tailEnd type="none" w="med" len="med"/>
              </a:ln>
            </p:spPr>
            <p:txBody>
              <a:bodyPr/>
              <a:p>
                <a:endParaRPr lang="zh-CN" altLang="en-US"/>
              </a:p>
            </p:txBody>
          </p:sp>
          <p:sp>
            <p:nvSpPr>
              <p:cNvPr id="118816" name="Freeform 28"/>
              <p:cNvSpPr/>
              <p:nvPr/>
            </p:nvSpPr>
            <p:spPr>
              <a:xfrm>
                <a:off x="2889" y="2205"/>
                <a:ext cx="366" cy="1"/>
              </a:xfrm>
              <a:custGeom>
                <a:avLst/>
                <a:gdLst/>
                <a:ahLst/>
                <a:cxnLst>
                  <a:cxn ang="0">
                    <a:pos x="366" y="0"/>
                  </a:cxn>
                  <a:cxn ang="0">
                    <a:pos x="0" y="0"/>
                  </a:cxn>
                </a:cxnLst>
                <a:pathLst>
                  <a:path w="366" h="1">
                    <a:moveTo>
                      <a:pt x="366" y="0"/>
                    </a:moveTo>
                    <a:lnTo>
                      <a:pt x="0" y="0"/>
                    </a:lnTo>
                  </a:path>
                </a:pathLst>
              </a:custGeom>
              <a:noFill/>
              <a:ln w="12700" cap="flat" cmpd="sng">
                <a:solidFill>
                  <a:schemeClr val="tx1">
                    <a:alpha val="100000"/>
                  </a:schemeClr>
                </a:solidFill>
                <a:prstDash val="solid"/>
                <a:round/>
                <a:headEnd type="none" w="med" len="med"/>
                <a:tailEnd type="none" w="med" len="med"/>
              </a:ln>
            </p:spPr>
            <p:txBody>
              <a:bodyPr/>
              <a:p>
                <a:endParaRPr lang="zh-CN" altLang="en-US"/>
              </a:p>
            </p:txBody>
          </p:sp>
          <p:sp>
            <p:nvSpPr>
              <p:cNvPr id="118817" name="Freeform 29"/>
              <p:cNvSpPr/>
              <p:nvPr/>
            </p:nvSpPr>
            <p:spPr>
              <a:xfrm>
                <a:off x="2883" y="1515"/>
                <a:ext cx="366" cy="1"/>
              </a:xfrm>
              <a:custGeom>
                <a:avLst/>
                <a:gdLst/>
                <a:ahLst/>
                <a:cxnLst>
                  <a:cxn ang="0">
                    <a:pos x="366" y="0"/>
                  </a:cxn>
                  <a:cxn ang="0">
                    <a:pos x="0" y="0"/>
                  </a:cxn>
                </a:cxnLst>
                <a:pathLst>
                  <a:path w="366" h="1">
                    <a:moveTo>
                      <a:pt x="366" y="0"/>
                    </a:moveTo>
                    <a:lnTo>
                      <a:pt x="0" y="0"/>
                    </a:lnTo>
                  </a:path>
                </a:pathLst>
              </a:custGeom>
              <a:noFill/>
              <a:ln w="12700" cap="flat" cmpd="sng">
                <a:solidFill>
                  <a:schemeClr val="tx1">
                    <a:alpha val="100000"/>
                  </a:schemeClr>
                </a:solidFill>
                <a:prstDash val="solid"/>
                <a:round/>
                <a:headEnd type="none" w="med" len="med"/>
                <a:tailEnd type="none" w="med" len="med"/>
              </a:ln>
            </p:spPr>
            <p:txBody>
              <a:bodyPr/>
              <a:p>
                <a:endParaRPr lang="zh-CN" altLang="en-US"/>
              </a:p>
            </p:txBody>
          </p:sp>
          <p:grpSp>
            <p:nvGrpSpPr>
              <p:cNvPr id="118818" name="Group 30"/>
              <p:cNvGrpSpPr/>
              <p:nvPr/>
            </p:nvGrpSpPr>
            <p:grpSpPr>
              <a:xfrm>
                <a:off x="3298" y="2069"/>
                <a:ext cx="231" cy="250"/>
                <a:chOff x="2941" y="2429"/>
                <a:chExt cx="234" cy="250"/>
              </a:xfrm>
            </p:grpSpPr>
            <p:sp>
              <p:nvSpPr>
                <p:cNvPr id="118841" name="Rectangle 31"/>
                <p:cNvSpPr/>
                <p:nvPr/>
              </p:nvSpPr>
              <p:spPr>
                <a:xfrm>
                  <a:off x="2982" y="2490"/>
                  <a:ext cx="144" cy="1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18842" name="Text Box 32"/>
                <p:cNvSpPr txBox="1"/>
                <p:nvPr/>
              </p:nvSpPr>
              <p:spPr>
                <a:xfrm>
                  <a:off x="2941" y="2429"/>
                  <a:ext cx="234"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000" dirty="0">
                      <a:ea typeface="宋体" panose="02010600030101010101" pitchFamily="2" charset="-122"/>
                    </a:rPr>
                    <a:t>D</a:t>
                  </a:r>
                  <a:endParaRPr lang="en-US" altLang="zh-CN" sz="2400" dirty="0">
                    <a:latin typeface="Times New Roman" panose="02020603050405020304" pitchFamily="18" charset="0"/>
                    <a:ea typeface="宋体" panose="02010600030101010101" pitchFamily="2" charset="-122"/>
                  </a:endParaRPr>
                </a:p>
              </p:txBody>
            </p:sp>
          </p:grpSp>
          <p:grpSp>
            <p:nvGrpSpPr>
              <p:cNvPr id="118819" name="Group 33"/>
              <p:cNvGrpSpPr/>
              <p:nvPr/>
            </p:nvGrpSpPr>
            <p:grpSpPr>
              <a:xfrm>
                <a:off x="2616" y="2036"/>
                <a:ext cx="232" cy="288"/>
                <a:chOff x="2941" y="2399"/>
                <a:chExt cx="233" cy="288"/>
              </a:xfrm>
            </p:grpSpPr>
            <p:sp>
              <p:nvSpPr>
                <p:cNvPr id="118839" name="Rectangle 34"/>
                <p:cNvSpPr/>
                <p:nvPr/>
              </p:nvSpPr>
              <p:spPr>
                <a:xfrm>
                  <a:off x="2982" y="2490"/>
                  <a:ext cx="144" cy="1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18840" name="Text Box 35"/>
                <p:cNvSpPr txBox="1"/>
                <p:nvPr/>
              </p:nvSpPr>
              <p:spPr>
                <a:xfrm>
                  <a:off x="2941" y="2399"/>
                  <a:ext cx="233"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400" dirty="0">
                      <a:ea typeface="宋体" panose="02010600030101010101" pitchFamily="2" charset="-122"/>
                    </a:rPr>
                    <a:t>C</a:t>
                  </a:r>
                  <a:endParaRPr lang="en-US" altLang="zh-CN" sz="2400" dirty="0">
                    <a:ea typeface="宋体" panose="02010600030101010101" pitchFamily="2" charset="-122"/>
                  </a:endParaRPr>
                </a:p>
              </p:txBody>
            </p:sp>
          </p:grpSp>
          <p:grpSp>
            <p:nvGrpSpPr>
              <p:cNvPr id="118820" name="Group 36"/>
              <p:cNvGrpSpPr/>
              <p:nvPr/>
            </p:nvGrpSpPr>
            <p:grpSpPr>
              <a:xfrm>
                <a:off x="3299" y="1379"/>
                <a:ext cx="217" cy="250"/>
                <a:chOff x="2948" y="2429"/>
                <a:chExt cx="220" cy="250"/>
              </a:xfrm>
            </p:grpSpPr>
            <p:sp>
              <p:nvSpPr>
                <p:cNvPr id="118837" name="Rectangle 37"/>
                <p:cNvSpPr/>
                <p:nvPr/>
              </p:nvSpPr>
              <p:spPr>
                <a:xfrm>
                  <a:off x="2982" y="2490"/>
                  <a:ext cx="144" cy="1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18838" name="Text Box 38"/>
                <p:cNvSpPr txBox="1"/>
                <p:nvPr/>
              </p:nvSpPr>
              <p:spPr>
                <a:xfrm>
                  <a:off x="2948" y="2429"/>
                  <a:ext cx="220"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000" dirty="0">
                      <a:ea typeface="宋体" panose="02010600030101010101" pitchFamily="2" charset="-122"/>
                    </a:rPr>
                    <a:t>B</a:t>
                  </a:r>
                  <a:endParaRPr lang="en-US" altLang="zh-CN" sz="2400" dirty="0">
                    <a:latin typeface="Times New Roman" panose="02020603050405020304" pitchFamily="18" charset="0"/>
                    <a:ea typeface="宋体" panose="02010600030101010101" pitchFamily="2" charset="-122"/>
                  </a:endParaRPr>
                </a:p>
              </p:txBody>
            </p:sp>
          </p:grpSp>
          <p:grpSp>
            <p:nvGrpSpPr>
              <p:cNvPr id="118821" name="Group 39"/>
              <p:cNvGrpSpPr/>
              <p:nvPr/>
            </p:nvGrpSpPr>
            <p:grpSpPr>
              <a:xfrm>
                <a:off x="2607" y="1379"/>
                <a:ext cx="233" cy="250"/>
                <a:chOff x="2940" y="2429"/>
                <a:chExt cx="236" cy="250"/>
              </a:xfrm>
            </p:grpSpPr>
            <p:sp>
              <p:nvSpPr>
                <p:cNvPr id="118835" name="Rectangle 40"/>
                <p:cNvSpPr/>
                <p:nvPr/>
              </p:nvSpPr>
              <p:spPr>
                <a:xfrm>
                  <a:off x="2982" y="2490"/>
                  <a:ext cx="144" cy="1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18836" name="Text Box 41"/>
                <p:cNvSpPr txBox="1"/>
                <p:nvPr/>
              </p:nvSpPr>
              <p:spPr>
                <a:xfrm>
                  <a:off x="2940" y="2429"/>
                  <a:ext cx="236"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000" dirty="0">
                      <a:ea typeface="宋体" panose="02010600030101010101" pitchFamily="2" charset="-122"/>
                    </a:rPr>
                    <a:t>A</a:t>
                  </a:r>
                  <a:endParaRPr lang="en-US" altLang="zh-CN" sz="2400" dirty="0">
                    <a:latin typeface="Times New Roman" panose="02020603050405020304" pitchFamily="18" charset="0"/>
                    <a:ea typeface="宋体" panose="02010600030101010101" pitchFamily="2" charset="-122"/>
                  </a:endParaRPr>
                </a:p>
              </p:txBody>
            </p:sp>
          </p:grpSp>
          <p:sp>
            <p:nvSpPr>
              <p:cNvPr id="118822" name="Line 42"/>
              <p:cNvSpPr/>
              <p:nvPr/>
            </p:nvSpPr>
            <p:spPr>
              <a:xfrm>
                <a:off x="3552" y="1488"/>
                <a:ext cx="336" cy="144"/>
              </a:xfrm>
              <a:prstGeom prst="line">
                <a:avLst/>
              </a:prstGeom>
              <a:ln w="9525" cap="flat" cmpd="sng">
                <a:solidFill>
                  <a:schemeClr val="tx1"/>
                </a:solidFill>
                <a:prstDash val="solid"/>
                <a:headEnd type="none" w="med" len="med"/>
                <a:tailEnd type="none" w="med" len="med"/>
              </a:ln>
            </p:spPr>
          </p:sp>
          <p:sp>
            <p:nvSpPr>
              <p:cNvPr id="118823" name="Line 43"/>
              <p:cNvSpPr/>
              <p:nvPr/>
            </p:nvSpPr>
            <p:spPr>
              <a:xfrm flipV="1">
                <a:off x="3504" y="1248"/>
                <a:ext cx="144" cy="192"/>
              </a:xfrm>
              <a:prstGeom prst="line">
                <a:avLst/>
              </a:prstGeom>
              <a:ln w="9525" cap="flat" cmpd="sng">
                <a:solidFill>
                  <a:schemeClr val="tx1"/>
                </a:solidFill>
                <a:prstDash val="solid"/>
                <a:headEnd type="none" w="med" len="med"/>
                <a:tailEnd type="none" w="med" len="med"/>
              </a:ln>
            </p:spPr>
          </p:sp>
          <p:sp>
            <p:nvSpPr>
              <p:cNvPr id="118824" name="Line 44"/>
              <p:cNvSpPr/>
              <p:nvPr/>
            </p:nvSpPr>
            <p:spPr>
              <a:xfrm flipV="1">
                <a:off x="3552" y="1920"/>
                <a:ext cx="240" cy="240"/>
              </a:xfrm>
              <a:prstGeom prst="line">
                <a:avLst/>
              </a:prstGeom>
              <a:ln w="9525" cap="flat" cmpd="sng">
                <a:solidFill>
                  <a:schemeClr val="tx1"/>
                </a:solidFill>
                <a:prstDash val="solid"/>
                <a:headEnd type="none" w="med" len="med"/>
                <a:tailEnd type="none" w="med" len="med"/>
              </a:ln>
            </p:spPr>
          </p:sp>
          <p:sp>
            <p:nvSpPr>
              <p:cNvPr id="118825" name="Line 45"/>
              <p:cNvSpPr/>
              <p:nvPr/>
            </p:nvSpPr>
            <p:spPr>
              <a:xfrm>
                <a:off x="3552" y="2208"/>
                <a:ext cx="0" cy="0"/>
              </a:xfrm>
              <a:prstGeom prst="line">
                <a:avLst/>
              </a:prstGeom>
              <a:ln w="9525" cap="flat" cmpd="sng">
                <a:solidFill>
                  <a:schemeClr val="tx1"/>
                </a:solidFill>
                <a:prstDash val="solid"/>
                <a:headEnd type="none" w="med" len="med"/>
                <a:tailEnd type="none" w="med" len="med"/>
              </a:ln>
            </p:spPr>
          </p:sp>
          <p:sp>
            <p:nvSpPr>
              <p:cNvPr id="118826" name="Line 46"/>
              <p:cNvSpPr/>
              <p:nvPr/>
            </p:nvSpPr>
            <p:spPr>
              <a:xfrm>
                <a:off x="3552" y="2208"/>
                <a:ext cx="288" cy="96"/>
              </a:xfrm>
              <a:prstGeom prst="line">
                <a:avLst/>
              </a:prstGeom>
              <a:ln w="9525" cap="flat" cmpd="sng">
                <a:solidFill>
                  <a:schemeClr val="tx1"/>
                </a:solidFill>
                <a:prstDash val="solid"/>
                <a:headEnd type="none" w="med" len="med"/>
                <a:tailEnd type="none" w="med" len="med"/>
              </a:ln>
            </p:spPr>
          </p:sp>
          <p:sp>
            <p:nvSpPr>
              <p:cNvPr id="118827" name="Line 47"/>
              <p:cNvSpPr/>
              <p:nvPr/>
            </p:nvSpPr>
            <p:spPr>
              <a:xfrm flipH="1" flipV="1">
                <a:off x="2352" y="1200"/>
                <a:ext cx="288" cy="240"/>
              </a:xfrm>
              <a:prstGeom prst="line">
                <a:avLst/>
              </a:prstGeom>
              <a:ln w="9525" cap="flat" cmpd="sng">
                <a:solidFill>
                  <a:schemeClr val="tx1"/>
                </a:solidFill>
                <a:prstDash val="solid"/>
                <a:headEnd type="none" w="med" len="med"/>
                <a:tailEnd type="none" w="med" len="med"/>
              </a:ln>
            </p:spPr>
          </p:sp>
          <p:sp>
            <p:nvSpPr>
              <p:cNvPr id="118828" name="Line 48"/>
              <p:cNvSpPr/>
              <p:nvPr/>
            </p:nvSpPr>
            <p:spPr>
              <a:xfrm flipH="1" flipV="1">
                <a:off x="2208" y="2112"/>
                <a:ext cx="384" cy="48"/>
              </a:xfrm>
              <a:prstGeom prst="line">
                <a:avLst/>
              </a:prstGeom>
              <a:ln w="9525" cap="flat" cmpd="sng">
                <a:solidFill>
                  <a:schemeClr val="tx1"/>
                </a:solidFill>
                <a:prstDash val="solid"/>
                <a:headEnd type="none" w="med" len="med"/>
                <a:tailEnd type="none" w="med" len="med"/>
              </a:ln>
            </p:spPr>
          </p:sp>
          <p:sp>
            <p:nvSpPr>
              <p:cNvPr id="118829" name="Text Box 49"/>
              <p:cNvSpPr txBox="1"/>
              <p:nvPr/>
            </p:nvSpPr>
            <p:spPr>
              <a:xfrm>
                <a:off x="2448" y="1104"/>
                <a:ext cx="191"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eaLnBrk="1" hangingPunct="1">
                  <a:spcBef>
                    <a:spcPct val="0"/>
                  </a:spcBef>
                  <a:buClrTx/>
                  <a:buSzTx/>
                  <a:buFontTx/>
                  <a:buNone/>
                </a:pPr>
                <a:r>
                  <a:rPr lang="en-US" altLang="zh-CN" sz="1800" dirty="0">
                    <a:ea typeface="宋体" panose="02010600030101010101" pitchFamily="2" charset="-122"/>
                  </a:rPr>
                  <a:t>u</a:t>
                </a:r>
                <a:endParaRPr lang="en-US" altLang="zh-CN" sz="1800" dirty="0">
                  <a:ea typeface="宋体" panose="02010600030101010101" pitchFamily="2" charset="-122"/>
                </a:endParaRPr>
              </a:p>
            </p:txBody>
          </p:sp>
          <p:sp>
            <p:nvSpPr>
              <p:cNvPr id="118830" name="Text Box 50"/>
              <p:cNvSpPr txBox="1"/>
              <p:nvPr/>
            </p:nvSpPr>
            <p:spPr>
              <a:xfrm>
                <a:off x="3408" y="1107"/>
                <a:ext cx="186"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eaLnBrk="1" hangingPunct="1">
                  <a:spcBef>
                    <a:spcPct val="0"/>
                  </a:spcBef>
                  <a:buClrTx/>
                  <a:buSzTx/>
                  <a:buFontTx/>
                  <a:buNone/>
                </a:pPr>
                <a:r>
                  <a:rPr lang="en-US" altLang="zh-CN" sz="1800" dirty="0">
                    <a:ea typeface="宋体" panose="02010600030101010101" pitchFamily="2" charset="-122"/>
                  </a:rPr>
                  <a:t>v</a:t>
                </a:r>
                <a:endParaRPr lang="en-US" altLang="zh-CN" sz="1800" dirty="0">
                  <a:ea typeface="宋体" panose="02010600030101010101" pitchFamily="2" charset="-122"/>
                </a:endParaRPr>
              </a:p>
            </p:txBody>
          </p:sp>
          <p:sp>
            <p:nvSpPr>
              <p:cNvPr id="118831" name="Text Box 51"/>
              <p:cNvSpPr txBox="1"/>
              <p:nvPr/>
            </p:nvSpPr>
            <p:spPr>
              <a:xfrm>
                <a:off x="3648" y="1347"/>
                <a:ext cx="215"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eaLnBrk="1" hangingPunct="1">
                  <a:spcBef>
                    <a:spcPct val="0"/>
                  </a:spcBef>
                  <a:buClrTx/>
                  <a:buSzTx/>
                  <a:buFontTx/>
                  <a:buNone/>
                </a:pPr>
                <a:r>
                  <a:rPr lang="en-US" altLang="zh-CN" sz="1800" dirty="0">
                    <a:ea typeface="宋体" panose="02010600030101010101" pitchFamily="2" charset="-122"/>
                  </a:rPr>
                  <a:t>w</a:t>
                </a:r>
                <a:endParaRPr lang="en-US" altLang="zh-CN" sz="1800" dirty="0">
                  <a:ea typeface="宋体" panose="02010600030101010101" pitchFamily="2" charset="-122"/>
                </a:endParaRPr>
              </a:p>
            </p:txBody>
          </p:sp>
          <p:sp>
            <p:nvSpPr>
              <p:cNvPr id="118832" name="Text Box 52"/>
              <p:cNvSpPr txBox="1"/>
              <p:nvPr/>
            </p:nvSpPr>
            <p:spPr>
              <a:xfrm>
                <a:off x="3696" y="1923"/>
                <a:ext cx="201"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eaLnBrk="1" hangingPunct="1">
                  <a:spcBef>
                    <a:spcPct val="0"/>
                  </a:spcBef>
                  <a:buClrTx/>
                  <a:buSzTx/>
                  <a:buFontTx/>
                  <a:buNone/>
                </a:pPr>
                <a:r>
                  <a:rPr lang="en-US" altLang="zh-CN" sz="1800" dirty="0">
                    <a:ea typeface="宋体" panose="02010600030101010101" pitchFamily="2" charset="-122"/>
                  </a:rPr>
                  <a:t>x</a:t>
                </a:r>
                <a:endParaRPr lang="en-US" altLang="zh-CN" sz="1800" dirty="0">
                  <a:ea typeface="宋体" panose="02010600030101010101" pitchFamily="2" charset="-122"/>
                </a:endParaRPr>
              </a:p>
            </p:txBody>
          </p:sp>
          <p:sp>
            <p:nvSpPr>
              <p:cNvPr id="118833" name="Text Box 53"/>
              <p:cNvSpPr txBox="1"/>
              <p:nvPr/>
            </p:nvSpPr>
            <p:spPr>
              <a:xfrm>
                <a:off x="3600" y="2259"/>
                <a:ext cx="191"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eaLnBrk="1" hangingPunct="1">
                  <a:spcBef>
                    <a:spcPct val="0"/>
                  </a:spcBef>
                  <a:buClrTx/>
                  <a:buSzTx/>
                  <a:buFontTx/>
                  <a:buNone/>
                </a:pPr>
                <a:r>
                  <a:rPr lang="en-US" altLang="zh-CN" sz="1800" dirty="0">
                    <a:ea typeface="宋体" panose="02010600030101010101" pitchFamily="2" charset="-122"/>
                  </a:rPr>
                  <a:t>y</a:t>
                </a:r>
                <a:endParaRPr lang="en-US" altLang="zh-CN" sz="1800" dirty="0">
                  <a:ea typeface="宋体" panose="02010600030101010101" pitchFamily="2" charset="-122"/>
                </a:endParaRPr>
              </a:p>
            </p:txBody>
          </p:sp>
          <p:sp>
            <p:nvSpPr>
              <p:cNvPr id="118834" name="Text Box 54"/>
              <p:cNvSpPr txBox="1"/>
              <p:nvPr/>
            </p:nvSpPr>
            <p:spPr>
              <a:xfrm>
                <a:off x="2304" y="2115"/>
                <a:ext cx="193"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eaLnBrk="1" hangingPunct="1">
                  <a:spcBef>
                    <a:spcPct val="0"/>
                  </a:spcBef>
                  <a:buClrTx/>
                  <a:buSzTx/>
                  <a:buFontTx/>
                  <a:buNone/>
                </a:pPr>
                <a:r>
                  <a:rPr lang="en-US" altLang="zh-CN" sz="1800" dirty="0">
                    <a:ea typeface="宋体" panose="02010600030101010101" pitchFamily="2" charset="-122"/>
                  </a:rPr>
                  <a:t>z</a:t>
                </a:r>
                <a:endParaRPr lang="en-US" altLang="zh-CN" sz="1800" dirty="0">
                  <a:ea typeface="宋体" panose="02010600030101010101" pitchFamily="2" charset="-122"/>
                </a:endParaRPr>
              </a:p>
            </p:txBody>
          </p:sp>
        </p:grpSp>
        <p:sp>
          <p:nvSpPr>
            <p:cNvPr id="118793" name="Text Box 55"/>
            <p:cNvSpPr txBox="1"/>
            <p:nvPr/>
          </p:nvSpPr>
          <p:spPr>
            <a:xfrm>
              <a:off x="3686" y="1274"/>
              <a:ext cx="1301" cy="144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eaLnBrk="1" hangingPunct="1">
                <a:spcBef>
                  <a:spcPct val="0"/>
                </a:spcBef>
                <a:buClrTx/>
                <a:buSzTx/>
                <a:buFontTx/>
                <a:buNone/>
              </a:pPr>
              <a:r>
                <a:rPr lang="en-US" altLang="zh-CN" sz="1800" u="sng" dirty="0">
                  <a:ea typeface="宋体" panose="02010600030101010101" pitchFamily="2" charset="-122"/>
                </a:rPr>
                <a:t>destination</a:t>
              </a:r>
              <a:r>
                <a:rPr lang="en-US" altLang="zh-CN" sz="1800" dirty="0">
                  <a:ea typeface="宋体" panose="02010600030101010101" pitchFamily="2" charset="-122"/>
                </a:rPr>
                <a:t>   </a:t>
              </a:r>
              <a:r>
                <a:rPr lang="en-US" altLang="zh-CN" sz="1800" u="sng" dirty="0">
                  <a:ea typeface="宋体" panose="02010600030101010101" pitchFamily="2" charset="-122"/>
                </a:rPr>
                <a:t>hops</a:t>
              </a:r>
              <a:endParaRPr lang="en-US" altLang="zh-CN" sz="1800" u="sng" dirty="0">
                <a:ea typeface="宋体" panose="02010600030101010101" pitchFamily="2" charset="-122"/>
              </a:endParaRPr>
            </a:p>
            <a:p>
              <a:pPr marL="0" lvl="0" indent="0" eaLnBrk="1" hangingPunct="1">
                <a:spcBef>
                  <a:spcPct val="0"/>
                </a:spcBef>
                <a:buClrTx/>
                <a:buSzTx/>
                <a:buFontTx/>
                <a:buNone/>
              </a:pPr>
              <a:r>
                <a:rPr lang="en-US" altLang="zh-CN" sz="1800" dirty="0">
                  <a:ea typeface="宋体" panose="02010600030101010101" pitchFamily="2" charset="-122"/>
                </a:rPr>
                <a:t>      u                1</a:t>
              </a:r>
              <a:endParaRPr lang="en-US" altLang="zh-CN" sz="1800" dirty="0">
                <a:ea typeface="宋体" panose="02010600030101010101" pitchFamily="2" charset="-122"/>
              </a:endParaRPr>
            </a:p>
            <a:p>
              <a:pPr marL="0" lvl="0" indent="0" eaLnBrk="1" hangingPunct="1">
                <a:spcBef>
                  <a:spcPct val="0"/>
                </a:spcBef>
                <a:buClrTx/>
                <a:buSzTx/>
                <a:buFontTx/>
                <a:buNone/>
              </a:pPr>
              <a:r>
                <a:rPr lang="en-US" altLang="zh-CN" sz="1800" dirty="0">
                  <a:ea typeface="宋体" panose="02010600030101010101" pitchFamily="2" charset="-122"/>
                </a:rPr>
                <a:t>      v                2</a:t>
              </a:r>
              <a:endParaRPr lang="en-US" altLang="zh-CN" sz="1800" dirty="0">
                <a:ea typeface="宋体" panose="02010600030101010101" pitchFamily="2" charset="-122"/>
              </a:endParaRPr>
            </a:p>
            <a:p>
              <a:pPr marL="0" lvl="0" indent="0" eaLnBrk="1" hangingPunct="1">
                <a:spcBef>
                  <a:spcPct val="0"/>
                </a:spcBef>
                <a:buClrTx/>
                <a:buSzTx/>
                <a:buFontTx/>
                <a:buNone/>
              </a:pPr>
              <a:r>
                <a:rPr lang="en-US" altLang="zh-CN" sz="1800" dirty="0">
                  <a:ea typeface="宋体" panose="02010600030101010101" pitchFamily="2" charset="-122"/>
                </a:rPr>
                <a:t>      w               2</a:t>
              </a:r>
              <a:endParaRPr lang="en-US" altLang="zh-CN" sz="1800" dirty="0">
                <a:ea typeface="宋体" panose="02010600030101010101" pitchFamily="2" charset="-122"/>
              </a:endParaRPr>
            </a:p>
            <a:p>
              <a:pPr marL="0" lvl="0" indent="0" eaLnBrk="1" hangingPunct="1">
                <a:spcBef>
                  <a:spcPct val="0"/>
                </a:spcBef>
                <a:buClrTx/>
                <a:buSzTx/>
                <a:buFontTx/>
                <a:buNone/>
              </a:pPr>
              <a:r>
                <a:rPr lang="en-US" altLang="zh-CN" sz="1800" dirty="0">
                  <a:ea typeface="宋体" panose="02010600030101010101" pitchFamily="2" charset="-122"/>
                </a:rPr>
                <a:t>      x                3</a:t>
              </a:r>
              <a:endParaRPr lang="en-US" altLang="zh-CN" sz="1800" dirty="0">
                <a:ea typeface="宋体" panose="02010600030101010101" pitchFamily="2" charset="-122"/>
              </a:endParaRPr>
            </a:p>
            <a:p>
              <a:pPr marL="0" lvl="0" indent="0" eaLnBrk="1" hangingPunct="1">
                <a:spcBef>
                  <a:spcPct val="0"/>
                </a:spcBef>
                <a:buClrTx/>
                <a:buSzTx/>
                <a:buFontTx/>
                <a:buNone/>
              </a:pPr>
              <a:r>
                <a:rPr lang="en-US" altLang="zh-CN" sz="1800" dirty="0">
                  <a:ea typeface="宋体" panose="02010600030101010101" pitchFamily="2" charset="-122"/>
                </a:rPr>
                <a:t>      y                3</a:t>
              </a:r>
              <a:endParaRPr lang="en-US" altLang="zh-CN" sz="1800" dirty="0">
                <a:ea typeface="宋体" panose="02010600030101010101" pitchFamily="2" charset="-122"/>
              </a:endParaRPr>
            </a:p>
            <a:p>
              <a:pPr marL="0" lvl="0" indent="0" eaLnBrk="1" hangingPunct="1">
                <a:spcBef>
                  <a:spcPct val="0"/>
                </a:spcBef>
                <a:buClrTx/>
                <a:buSzTx/>
                <a:buFontTx/>
                <a:buNone/>
              </a:pPr>
              <a:r>
                <a:rPr lang="en-US" altLang="zh-CN" sz="1800" dirty="0">
                  <a:ea typeface="宋体" panose="02010600030101010101" pitchFamily="2" charset="-122"/>
                </a:rPr>
                <a:t>      z                2</a:t>
              </a:r>
              <a:endParaRPr lang="en-US" altLang="zh-CN" sz="1800" dirty="0">
                <a:ea typeface="宋体" panose="02010600030101010101" pitchFamily="2" charset="-122"/>
              </a:endParaRPr>
            </a:p>
            <a:p>
              <a:pPr marL="0" lvl="0" indent="0" eaLnBrk="1" hangingPunct="1">
                <a:spcBef>
                  <a:spcPct val="0"/>
                </a:spcBef>
                <a:buClrTx/>
                <a:buSzTx/>
                <a:buFontTx/>
                <a:buNone/>
              </a:pPr>
              <a:r>
                <a:rPr lang="en-US" altLang="zh-CN" sz="1800" dirty="0">
                  <a:latin typeface="Arial" panose="020B0604020202020204" pitchFamily="34" charset="0"/>
                  <a:ea typeface="宋体" panose="02010600030101010101" pitchFamily="2" charset="-122"/>
                </a:rPr>
                <a:t>  </a:t>
              </a:r>
              <a:endParaRPr lang="en-US" altLang="zh-CN" sz="1800" dirty="0">
                <a:latin typeface="Arial" panose="020B0604020202020204" pitchFamily="34" charset="0"/>
                <a:ea typeface="宋体" panose="02010600030101010101" pitchFamily="2" charset="-122"/>
              </a:endParaRPr>
            </a:p>
          </p:txBody>
        </p:sp>
      </p:grpSp>
      <p:sp>
        <p:nvSpPr>
          <p:cNvPr id="118791" name="Text Box 56"/>
          <p:cNvSpPr txBox="1"/>
          <p:nvPr/>
        </p:nvSpPr>
        <p:spPr>
          <a:xfrm>
            <a:off x="5575300" y="3355975"/>
            <a:ext cx="2987675"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u="sng" dirty="0">
                <a:solidFill>
                  <a:srgbClr val="FF0000"/>
                </a:solidFill>
                <a:ea typeface="宋体" panose="02010600030101010101" pitchFamily="2" charset="-122"/>
              </a:rPr>
              <a:t>From router A to subnets:</a:t>
            </a:r>
            <a:endParaRPr lang="en-US" altLang="zh-CN" sz="1800" u="sng" dirty="0">
              <a:solidFill>
                <a:srgbClr val="FF0000"/>
              </a:solidFill>
              <a:ea typeface="宋体" panose="02010600030101010101" pitchFamily="2" charset="-122"/>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9810" name="页脚占位符 4"/>
          <p:cNvSpPr txBox="1">
            <a:spLocks noGrp="1"/>
          </p:cNvSpPr>
          <p:nvPr>
            <p:ph type="ftr" sz="quarter" idx="11"/>
          </p:nvPr>
        </p:nvSpPr>
        <p:spPr/>
        <p:txBody>
          <a:bodyPr/>
          <a:p>
            <a:pPr marL="0" indent="0" algn="r">
              <a:spcBef>
                <a:spcPct val="0"/>
              </a:spcBef>
              <a:buClrTx/>
              <a:buSzTx/>
              <a:buFontTx/>
              <a:buNone/>
            </a:pPr>
            <a:r>
              <a:rPr lang="en-US" altLang="zh-CN" sz="1400" dirty="0">
                <a:ea typeface="宋体" panose="02010600030101010101" pitchFamily="2" charset="-122"/>
              </a:rPr>
              <a:t>Network Layer</a:t>
            </a:r>
            <a:endParaRPr lang="en-US" altLang="zh-CN" sz="1400" dirty="0">
              <a:latin typeface="Times New Roman" panose="02020603050405020304" pitchFamily="18" charset="0"/>
              <a:ea typeface="宋体" panose="02010600030101010101" pitchFamily="2" charset="-122"/>
            </a:endParaRPr>
          </a:p>
        </p:txBody>
      </p:sp>
      <p:sp>
        <p:nvSpPr>
          <p:cNvPr id="119811" name="灯片编号占位符 5"/>
          <p:cNvSpPr txBox="1">
            <a:spLocks noGrp="1"/>
          </p:cNvSpPr>
          <p:nvPr>
            <p:ph type="sldNum" sz="quarter" idx="12"/>
          </p:nvPr>
        </p:nvSpPr>
        <p:spPr/>
        <p:txBody>
          <a:bodyPr/>
          <a:p>
            <a:pPr marL="0" indent="0" algn="r">
              <a:spcBef>
                <a:spcPct val="0"/>
              </a:spcBef>
              <a:buClrTx/>
              <a:buSzTx/>
              <a:buFontTx/>
              <a:buNone/>
            </a:pPr>
            <a:r>
              <a:rPr lang="en-US" altLang="zh-CN" sz="1400" dirty="0">
                <a:ea typeface="宋体" panose="02010600030101010101" pitchFamily="2" charset="-122"/>
              </a:rPr>
              <a:t>4-</a:t>
            </a: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119812" name="Rectangle 2"/>
          <p:cNvSpPr>
            <a:spLocks noGrp="1"/>
          </p:cNvSpPr>
          <p:nvPr>
            <p:ph type="title"/>
          </p:nvPr>
        </p:nvSpPr>
        <p:spPr/>
        <p:txBody>
          <a:bodyPr vert="horz" wrap="square" lIns="91440" tIns="45720" rIns="91440" bIns="45720" anchor="ctr" anchorCtr="0"/>
          <a:p>
            <a:r>
              <a:rPr lang="en-US" altLang="zh-CN" dirty="0">
                <a:ea typeface="宋体" panose="02010600030101010101" pitchFamily="2" charset="-122"/>
              </a:rPr>
              <a:t>RIP advertisements</a:t>
            </a:r>
            <a:endParaRPr lang="en-US" altLang="zh-CN" dirty="0">
              <a:ea typeface="宋体" panose="02010600030101010101" pitchFamily="2" charset="-122"/>
            </a:endParaRPr>
          </a:p>
        </p:txBody>
      </p:sp>
      <p:sp>
        <p:nvSpPr>
          <p:cNvPr id="119813" name="Rectangle 3"/>
          <p:cNvSpPr>
            <a:spLocks noGrp="1"/>
          </p:cNvSpPr>
          <p:nvPr>
            <p:ph idx="1"/>
          </p:nvPr>
        </p:nvSpPr>
        <p:spPr/>
        <p:txBody>
          <a:bodyPr vert="horz" wrap="square" lIns="91440" tIns="45720" rIns="91440" bIns="45720" anchor="t" anchorCtr="0"/>
          <a:p>
            <a:r>
              <a:rPr lang="en-US" altLang="zh-CN" i="1" u="sng" dirty="0">
                <a:ea typeface="宋体" panose="02010600030101010101" pitchFamily="2" charset="-122"/>
              </a:rPr>
              <a:t>distance vectors:</a:t>
            </a:r>
            <a:r>
              <a:rPr lang="en-US" altLang="zh-CN" dirty="0">
                <a:ea typeface="宋体" panose="02010600030101010101" pitchFamily="2" charset="-122"/>
              </a:rPr>
              <a:t> exchanged among neighbors every 30 sec via Response Message (also called </a:t>
            </a:r>
            <a:r>
              <a:rPr lang="en-US" altLang="zh-CN" dirty="0">
                <a:solidFill>
                  <a:srgbClr val="FF0000"/>
                </a:solidFill>
                <a:ea typeface="宋体" panose="02010600030101010101" pitchFamily="2" charset="-122"/>
              </a:rPr>
              <a:t>advertisement</a:t>
            </a:r>
            <a:r>
              <a:rPr lang="en-US" altLang="zh-CN" dirty="0">
                <a:ea typeface="宋体" panose="02010600030101010101" pitchFamily="2" charset="-122"/>
              </a:rPr>
              <a:t>)</a:t>
            </a:r>
            <a:endParaRPr lang="en-US" altLang="zh-CN" dirty="0">
              <a:ea typeface="宋体" panose="02010600030101010101" pitchFamily="2" charset="-122"/>
            </a:endParaRPr>
          </a:p>
          <a:p>
            <a:r>
              <a:rPr lang="en-US" altLang="zh-CN" dirty="0">
                <a:ea typeface="宋体" panose="02010600030101010101" pitchFamily="2" charset="-122"/>
              </a:rPr>
              <a:t>each advertisement: list of up to 25 destination subnets within AS</a:t>
            </a:r>
            <a:endParaRPr lang="en-US" altLang="zh-CN" dirty="0">
              <a:ea typeface="宋体" panose="02010600030101010101" pitchFamily="2" charset="-122"/>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0834" name="页脚占位符 4"/>
          <p:cNvSpPr txBox="1">
            <a:spLocks noGrp="1"/>
          </p:cNvSpPr>
          <p:nvPr>
            <p:ph type="ftr" sz="quarter" idx="11"/>
          </p:nvPr>
        </p:nvSpPr>
        <p:spPr/>
        <p:txBody>
          <a:bodyPr/>
          <a:p>
            <a:pPr marL="0" indent="0" algn="r">
              <a:spcBef>
                <a:spcPct val="0"/>
              </a:spcBef>
              <a:buClrTx/>
              <a:buSzTx/>
              <a:buFontTx/>
              <a:buNone/>
            </a:pPr>
            <a:r>
              <a:rPr lang="en-US" altLang="zh-CN" sz="1400" dirty="0">
                <a:ea typeface="宋体" panose="02010600030101010101" pitchFamily="2" charset="-122"/>
              </a:rPr>
              <a:t>Network Layer</a:t>
            </a:r>
            <a:endParaRPr lang="en-US" altLang="zh-CN" sz="1400" dirty="0">
              <a:latin typeface="Times New Roman" panose="02020603050405020304" pitchFamily="18" charset="0"/>
              <a:ea typeface="宋体" panose="02010600030101010101" pitchFamily="2" charset="-122"/>
            </a:endParaRPr>
          </a:p>
        </p:txBody>
      </p:sp>
      <p:sp>
        <p:nvSpPr>
          <p:cNvPr id="120835" name="灯片编号占位符 5"/>
          <p:cNvSpPr txBox="1">
            <a:spLocks noGrp="1"/>
          </p:cNvSpPr>
          <p:nvPr>
            <p:ph type="sldNum" sz="quarter" idx="12"/>
          </p:nvPr>
        </p:nvSpPr>
        <p:spPr/>
        <p:txBody>
          <a:bodyPr/>
          <a:p>
            <a:pPr marL="0" indent="0" algn="r">
              <a:spcBef>
                <a:spcPct val="0"/>
              </a:spcBef>
              <a:buClrTx/>
              <a:buSzTx/>
              <a:buFontTx/>
              <a:buNone/>
            </a:pPr>
            <a:r>
              <a:rPr lang="en-US" altLang="zh-CN" sz="1400" dirty="0">
                <a:ea typeface="宋体" panose="02010600030101010101" pitchFamily="2" charset="-122"/>
              </a:rPr>
              <a:t>4-</a:t>
            </a: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120836" name="Freeform 2"/>
          <p:cNvSpPr/>
          <p:nvPr/>
        </p:nvSpPr>
        <p:spPr>
          <a:xfrm>
            <a:off x="2305050" y="2211388"/>
            <a:ext cx="1277938" cy="1587"/>
          </a:xfrm>
          <a:custGeom>
            <a:avLst/>
            <a:gdLst/>
            <a:ahLst/>
            <a:cxnLst>
              <a:cxn ang="0">
                <a:pos x="0" y="0"/>
              </a:cxn>
              <a:cxn ang="0">
                <a:pos x="2147483646" y="2147483646"/>
              </a:cxn>
            </a:cxnLst>
            <a:pathLst>
              <a:path w="805" h="1">
                <a:moveTo>
                  <a:pt x="0" y="0"/>
                </a:moveTo>
                <a:lnTo>
                  <a:pt x="805" y="1"/>
                </a:lnTo>
              </a:path>
            </a:pathLst>
          </a:custGeom>
          <a:noFill/>
          <a:ln w="12700" cap="flat" cmpd="sng">
            <a:solidFill>
              <a:schemeClr val="tx1">
                <a:alpha val="100000"/>
              </a:schemeClr>
            </a:solidFill>
            <a:prstDash val="solid"/>
            <a:round/>
            <a:headEnd type="none" w="med" len="med"/>
            <a:tailEnd type="none" w="med" len="med"/>
          </a:ln>
        </p:spPr>
        <p:txBody>
          <a:bodyPr/>
          <a:p>
            <a:endParaRPr lang="zh-CN" altLang="en-US"/>
          </a:p>
        </p:txBody>
      </p:sp>
      <p:sp>
        <p:nvSpPr>
          <p:cNvPr id="120837" name="Rectangle 3"/>
          <p:cNvSpPr>
            <a:spLocks noGrp="1"/>
          </p:cNvSpPr>
          <p:nvPr>
            <p:ph type="title"/>
          </p:nvPr>
        </p:nvSpPr>
        <p:spPr>
          <a:xfrm>
            <a:off x="522288" y="276225"/>
            <a:ext cx="7772400" cy="1143000"/>
          </a:xfrm>
        </p:spPr>
        <p:txBody>
          <a:bodyPr vert="horz" wrap="square" lIns="91440" tIns="45720" rIns="91440" bIns="45720" anchor="ctr" anchorCtr="0"/>
          <a:p>
            <a:r>
              <a:rPr lang="en-US" altLang="zh-CN" sz="3600" dirty="0">
                <a:ea typeface="宋体" panose="02010600030101010101" pitchFamily="2" charset="-122"/>
              </a:rPr>
              <a:t>RIP: Example(</a:t>
            </a:r>
            <a:r>
              <a:rPr lang="zh-CN" altLang="en-US" sz="3600" dirty="0">
                <a:ea typeface="宋体" panose="02010600030101010101" pitchFamily="2" charset="-122"/>
              </a:rPr>
              <a:t>略</a:t>
            </a:r>
            <a:r>
              <a:rPr lang="en-US" altLang="zh-CN" sz="3600" dirty="0">
                <a:ea typeface="宋体" panose="02010600030101010101" pitchFamily="2" charset="-122"/>
              </a:rPr>
              <a:t>)</a:t>
            </a:r>
            <a:r>
              <a:rPr lang="en-US" altLang="zh-CN" sz="2800" dirty="0">
                <a:ea typeface="宋体" panose="02010600030101010101" pitchFamily="2" charset="-122"/>
              </a:rPr>
              <a:t> </a:t>
            </a:r>
            <a:endParaRPr lang="en-US" altLang="zh-CN" sz="2800" dirty="0">
              <a:ea typeface="宋体" panose="02010600030101010101" pitchFamily="2" charset="-122"/>
            </a:endParaRPr>
          </a:p>
        </p:txBody>
      </p:sp>
      <p:sp>
        <p:nvSpPr>
          <p:cNvPr id="120838" name="Text Box 4"/>
          <p:cNvSpPr txBox="1"/>
          <p:nvPr/>
        </p:nvSpPr>
        <p:spPr>
          <a:xfrm>
            <a:off x="609600" y="3649663"/>
            <a:ext cx="8229600" cy="2098675"/>
          </a:xfrm>
          <a:prstGeom prst="rect">
            <a:avLst/>
          </a:prstGeom>
          <a:noFill/>
          <a:ln w="28575" cap="flat" cmpd="sng">
            <a:solidFill>
              <a:srgbClr val="CC0000"/>
            </a:solidFill>
            <a:prstDash val="solid"/>
            <a:miter/>
            <a:headEnd type="none" w="med" len="med"/>
            <a:tailEnd type="none" w="med" len="med"/>
          </a:ln>
        </p:spPr>
        <p:txBody>
          <a:bodyPr lIns="0" tIns="0" rIns="0" bIns="0">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2000" b="1" dirty="0">
                <a:solidFill>
                  <a:schemeClr val="accent2"/>
                </a:solidFill>
                <a:ea typeface="宋体" panose="02010600030101010101" pitchFamily="2" charset="-122"/>
              </a:rPr>
              <a:t>Destination Network	  Next  Router      Num. of hops to dest.</a:t>
            </a:r>
            <a:endParaRPr lang="en-US" altLang="zh-CN" sz="2000" b="1" dirty="0">
              <a:solidFill>
                <a:schemeClr val="accent2"/>
              </a:solidFill>
              <a:ea typeface="宋体" panose="02010600030101010101" pitchFamily="2" charset="-122"/>
            </a:endParaRPr>
          </a:p>
          <a:p>
            <a:pPr marL="0" lvl="0" indent="0">
              <a:spcBef>
                <a:spcPct val="0"/>
              </a:spcBef>
              <a:buClrTx/>
              <a:buSzTx/>
              <a:buFontTx/>
              <a:buNone/>
            </a:pPr>
            <a:r>
              <a:rPr lang="en-US" altLang="zh-CN" sz="2000" b="1" dirty="0">
                <a:ea typeface="宋体" panose="02010600030101010101" pitchFamily="2" charset="-122"/>
              </a:rPr>
              <a:t> 	</a:t>
            </a:r>
            <a:r>
              <a:rPr lang="en-US" altLang="zh-CN" sz="2400" b="1" dirty="0">
                <a:solidFill>
                  <a:srgbClr val="FF0000"/>
                </a:solidFill>
                <a:ea typeface="宋体" panose="02010600030101010101" pitchFamily="2" charset="-122"/>
              </a:rPr>
              <a:t>w</a:t>
            </a:r>
            <a:r>
              <a:rPr lang="en-US" altLang="zh-CN" sz="2400" b="1" dirty="0">
                <a:ea typeface="宋体" panose="02010600030101010101" pitchFamily="2" charset="-122"/>
              </a:rPr>
              <a:t>			A			2</a:t>
            </a:r>
            <a:endParaRPr lang="en-US" altLang="zh-CN" sz="2400" b="1" dirty="0">
              <a:ea typeface="宋体" panose="02010600030101010101" pitchFamily="2" charset="-122"/>
            </a:endParaRPr>
          </a:p>
          <a:p>
            <a:pPr marL="0" lvl="0" indent="0">
              <a:spcBef>
                <a:spcPct val="0"/>
              </a:spcBef>
              <a:buClrTx/>
              <a:buSzTx/>
              <a:buFontTx/>
              <a:buNone/>
            </a:pPr>
            <a:r>
              <a:rPr lang="en-US" altLang="zh-CN" sz="2400" b="1" dirty="0">
                <a:ea typeface="宋体" panose="02010600030101010101" pitchFamily="2" charset="-122"/>
              </a:rPr>
              <a:t>	</a:t>
            </a:r>
            <a:r>
              <a:rPr lang="en-US" altLang="zh-CN" sz="2400" b="1" dirty="0">
                <a:solidFill>
                  <a:srgbClr val="FF0000"/>
                </a:solidFill>
                <a:ea typeface="宋体" panose="02010600030101010101" pitchFamily="2" charset="-122"/>
              </a:rPr>
              <a:t>y</a:t>
            </a:r>
            <a:r>
              <a:rPr lang="en-US" altLang="zh-CN" sz="2400" b="1" dirty="0">
                <a:ea typeface="宋体" panose="02010600030101010101" pitchFamily="2" charset="-122"/>
              </a:rPr>
              <a:t>			B			2</a:t>
            </a:r>
            <a:endParaRPr lang="en-US" altLang="zh-CN" sz="2400" b="1" dirty="0">
              <a:ea typeface="宋体" panose="02010600030101010101" pitchFamily="2" charset="-122"/>
            </a:endParaRPr>
          </a:p>
          <a:p>
            <a:pPr marL="0" lvl="0" indent="0">
              <a:spcBef>
                <a:spcPct val="0"/>
              </a:spcBef>
              <a:buClrTx/>
              <a:buSzTx/>
              <a:buFontTx/>
              <a:buNone/>
            </a:pPr>
            <a:r>
              <a:rPr lang="en-US" altLang="zh-CN" sz="2400" b="1" dirty="0">
                <a:ea typeface="宋体" panose="02010600030101010101" pitchFamily="2" charset="-122"/>
              </a:rPr>
              <a:t> 	</a:t>
            </a:r>
            <a:r>
              <a:rPr lang="en-US" altLang="zh-CN" sz="2400" b="1" dirty="0">
                <a:solidFill>
                  <a:srgbClr val="FF0000"/>
                </a:solidFill>
                <a:ea typeface="宋体" panose="02010600030101010101" pitchFamily="2" charset="-122"/>
              </a:rPr>
              <a:t>z</a:t>
            </a:r>
            <a:r>
              <a:rPr lang="en-US" altLang="zh-CN" sz="2400" b="1" dirty="0">
                <a:ea typeface="宋体" panose="02010600030101010101" pitchFamily="2" charset="-122"/>
              </a:rPr>
              <a:t>			B			7</a:t>
            </a:r>
            <a:endParaRPr lang="en-US" altLang="zh-CN" sz="2400" b="1" dirty="0">
              <a:ea typeface="宋体" panose="02010600030101010101" pitchFamily="2" charset="-122"/>
            </a:endParaRPr>
          </a:p>
          <a:p>
            <a:pPr marL="0" lvl="0" indent="0">
              <a:spcBef>
                <a:spcPct val="0"/>
              </a:spcBef>
              <a:buClrTx/>
              <a:buSzTx/>
              <a:buFontTx/>
              <a:buNone/>
            </a:pPr>
            <a:r>
              <a:rPr lang="en-US" altLang="zh-CN" sz="2400" b="1" dirty="0">
                <a:ea typeface="宋体" panose="02010600030101010101" pitchFamily="2" charset="-122"/>
              </a:rPr>
              <a:t>	</a:t>
            </a:r>
            <a:r>
              <a:rPr lang="en-US" altLang="zh-CN" sz="2400" b="1" dirty="0">
                <a:solidFill>
                  <a:srgbClr val="FF0000"/>
                </a:solidFill>
                <a:ea typeface="宋体" panose="02010600030101010101" pitchFamily="2" charset="-122"/>
              </a:rPr>
              <a:t>x</a:t>
            </a:r>
            <a:r>
              <a:rPr lang="en-US" altLang="zh-CN" sz="2400" b="1" dirty="0">
                <a:ea typeface="宋体" panose="02010600030101010101" pitchFamily="2" charset="-122"/>
              </a:rPr>
              <a:t>			--			1</a:t>
            </a:r>
            <a:endParaRPr lang="en-US" altLang="zh-CN" sz="2400" b="1" dirty="0">
              <a:ea typeface="宋体" panose="02010600030101010101" pitchFamily="2" charset="-122"/>
            </a:endParaRPr>
          </a:p>
          <a:p>
            <a:pPr marL="0" lvl="0" indent="0">
              <a:spcBef>
                <a:spcPct val="0"/>
              </a:spcBef>
              <a:buClrTx/>
              <a:buSzTx/>
              <a:buFontTx/>
              <a:buNone/>
            </a:pPr>
            <a:r>
              <a:rPr lang="en-US" altLang="zh-CN" sz="2000" b="1" dirty="0">
                <a:ea typeface="宋体" panose="02010600030101010101" pitchFamily="2" charset="-122"/>
              </a:rPr>
              <a:t>	….			….			....</a:t>
            </a:r>
            <a:endParaRPr lang="en-US" altLang="zh-CN" sz="2000" b="1" dirty="0">
              <a:ea typeface="宋体" panose="02010600030101010101" pitchFamily="2" charset="-122"/>
            </a:endParaRPr>
          </a:p>
        </p:txBody>
      </p:sp>
      <p:sp>
        <p:nvSpPr>
          <p:cNvPr id="120839" name="Freeform 5"/>
          <p:cNvSpPr/>
          <p:nvPr/>
        </p:nvSpPr>
        <p:spPr>
          <a:xfrm>
            <a:off x="2306638" y="1974850"/>
            <a:ext cx="1095375" cy="434975"/>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690" h="274">
                <a:moveTo>
                  <a:pt x="391" y="60"/>
                </a:moveTo>
                <a:cubicBezTo>
                  <a:pt x="297" y="52"/>
                  <a:pt x="123" y="0"/>
                  <a:pt x="73" y="30"/>
                </a:cubicBezTo>
                <a:cubicBezTo>
                  <a:pt x="23" y="60"/>
                  <a:pt x="0" y="202"/>
                  <a:pt x="88" y="238"/>
                </a:cubicBezTo>
                <a:cubicBezTo>
                  <a:pt x="176" y="274"/>
                  <a:pt x="508" y="272"/>
                  <a:pt x="599" y="245"/>
                </a:cubicBezTo>
                <a:cubicBezTo>
                  <a:pt x="690" y="218"/>
                  <a:pt x="671" y="106"/>
                  <a:pt x="636" y="75"/>
                </a:cubicBezTo>
                <a:cubicBezTo>
                  <a:pt x="601" y="44"/>
                  <a:pt x="485" y="68"/>
                  <a:pt x="391" y="60"/>
                </a:cubicBezTo>
                <a:close/>
              </a:path>
            </a:pathLst>
          </a:custGeom>
          <a:solidFill>
            <a:srgbClr val="00FFFF">
              <a:alpha val="100000"/>
            </a:srgbClr>
          </a:solidFill>
          <a:ln w="9525">
            <a:noFill/>
          </a:ln>
        </p:spPr>
        <p:txBody>
          <a:bodyPr/>
          <a:p>
            <a:endParaRPr lang="zh-CN" altLang="en-US"/>
          </a:p>
        </p:txBody>
      </p:sp>
      <p:grpSp>
        <p:nvGrpSpPr>
          <p:cNvPr id="120840" name="Group 6"/>
          <p:cNvGrpSpPr/>
          <p:nvPr/>
        </p:nvGrpSpPr>
        <p:grpSpPr>
          <a:xfrm>
            <a:off x="3440113" y="2028825"/>
            <a:ext cx="679450" cy="314325"/>
            <a:chOff x="3600" y="219"/>
            <a:chExt cx="360" cy="175"/>
          </a:xfrm>
        </p:grpSpPr>
        <p:sp>
          <p:nvSpPr>
            <p:cNvPr id="120921" name="Oval 7"/>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20922" name="Line 8"/>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120923" name="Line 9"/>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120924" name="Rectangle 10"/>
            <p:cNvSpPr/>
            <p:nvPr/>
          </p:nvSpPr>
          <p:spPr>
            <a:xfrm>
              <a:off x="3603" y="289"/>
              <a:ext cx="354" cy="5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20925" name="Oval 11"/>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20926" name="Group 12"/>
            <p:cNvGrpSpPr/>
            <p:nvPr/>
          </p:nvGrpSpPr>
          <p:grpSpPr>
            <a:xfrm>
              <a:off x="3686" y="244"/>
              <a:ext cx="177" cy="66"/>
              <a:chOff x="2848" y="848"/>
              <a:chExt cx="140" cy="98"/>
            </a:xfrm>
          </p:grpSpPr>
          <p:sp>
            <p:nvSpPr>
              <p:cNvPr id="120931" name="Line 13"/>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20932" name="Line 14"/>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20933" name="Line 15"/>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120927" name="Group 16"/>
            <p:cNvGrpSpPr/>
            <p:nvPr/>
          </p:nvGrpSpPr>
          <p:grpSpPr>
            <a:xfrm flipV="1">
              <a:off x="3686" y="243"/>
              <a:ext cx="177" cy="66"/>
              <a:chOff x="2848" y="848"/>
              <a:chExt cx="140" cy="98"/>
            </a:xfrm>
          </p:grpSpPr>
          <p:sp>
            <p:nvSpPr>
              <p:cNvPr id="120928" name="Line 17"/>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20929" name="Line 18"/>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20930" name="Line 19"/>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120841" name="Group 20"/>
          <p:cNvGrpSpPr/>
          <p:nvPr/>
        </p:nvGrpSpPr>
        <p:grpSpPr>
          <a:xfrm>
            <a:off x="1611313" y="2027238"/>
            <a:ext cx="679450" cy="314325"/>
            <a:chOff x="3600" y="219"/>
            <a:chExt cx="360" cy="175"/>
          </a:xfrm>
        </p:grpSpPr>
        <p:sp>
          <p:nvSpPr>
            <p:cNvPr id="120908" name="Oval 21"/>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20909" name="Line 22"/>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120910" name="Line 23"/>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120911" name="Rectangle 24"/>
            <p:cNvSpPr/>
            <p:nvPr/>
          </p:nvSpPr>
          <p:spPr>
            <a:xfrm>
              <a:off x="3603" y="289"/>
              <a:ext cx="354" cy="5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20912" name="Oval 25"/>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20913" name="Group 26"/>
            <p:cNvGrpSpPr/>
            <p:nvPr/>
          </p:nvGrpSpPr>
          <p:grpSpPr>
            <a:xfrm>
              <a:off x="3686" y="244"/>
              <a:ext cx="177" cy="66"/>
              <a:chOff x="2848" y="848"/>
              <a:chExt cx="140" cy="98"/>
            </a:xfrm>
          </p:grpSpPr>
          <p:sp>
            <p:nvSpPr>
              <p:cNvPr id="120918" name="Line 27"/>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20919" name="Line 28"/>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20920" name="Line 29"/>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120914" name="Group 30"/>
            <p:cNvGrpSpPr/>
            <p:nvPr/>
          </p:nvGrpSpPr>
          <p:grpSpPr>
            <a:xfrm flipV="1">
              <a:off x="3686" y="243"/>
              <a:ext cx="177" cy="66"/>
              <a:chOff x="2848" y="848"/>
              <a:chExt cx="140" cy="98"/>
            </a:xfrm>
          </p:grpSpPr>
          <p:sp>
            <p:nvSpPr>
              <p:cNvPr id="120915" name="Line 31"/>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20916" name="Line 32"/>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20917" name="Line 33"/>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120842" name="Group 34"/>
          <p:cNvGrpSpPr/>
          <p:nvPr/>
        </p:nvGrpSpPr>
        <p:grpSpPr>
          <a:xfrm>
            <a:off x="3427413" y="2825750"/>
            <a:ext cx="676275" cy="314325"/>
            <a:chOff x="3600" y="219"/>
            <a:chExt cx="360" cy="175"/>
          </a:xfrm>
        </p:grpSpPr>
        <p:sp>
          <p:nvSpPr>
            <p:cNvPr id="120895" name="Oval 35"/>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20896" name="Line 36"/>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120897" name="Line 37"/>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120898" name="Rectangle 38"/>
            <p:cNvSpPr/>
            <p:nvPr/>
          </p:nvSpPr>
          <p:spPr>
            <a:xfrm>
              <a:off x="3603" y="289"/>
              <a:ext cx="354" cy="5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20899" name="Oval 39"/>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20900" name="Group 40"/>
            <p:cNvGrpSpPr/>
            <p:nvPr/>
          </p:nvGrpSpPr>
          <p:grpSpPr>
            <a:xfrm>
              <a:off x="3686" y="244"/>
              <a:ext cx="177" cy="66"/>
              <a:chOff x="2848" y="848"/>
              <a:chExt cx="140" cy="98"/>
            </a:xfrm>
          </p:grpSpPr>
          <p:sp>
            <p:nvSpPr>
              <p:cNvPr id="120905" name="Line 41"/>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20906" name="Line 42"/>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20907" name="Line 43"/>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120901" name="Group 44"/>
            <p:cNvGrpSpPr/>
            <p:nvPr/>
          </p:nvGrpSpPr>
          <p:grpSpPr>
            <a:xfrm flipV="1">
              <a:off x="3686" y="243"/>
              <a:ext cx="177" cy="66"/>
              <a:chOff x="2848" y="848"/>
              <a:chExt cx="140" cy="98"/>
            </a:xfrm>
          </p:grpSpPr>
          <p:sp>
            <p:nvSpPr>
              <p:cNvPr id="120902" name="Line 45"/>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20903" name="Line 46"/>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20904" name="Line 47"/>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sp>
        <p:nvSpPr>
          <p:cNvPr id="120843" name="Freeform 48"/>
          <p:cNvSpPr/>
          <p:nvPr/>
        </p:nvSpPr>
        <p:spPr>
          <a:xfrm>
            <a:off x="4151313" y="2211388"/>
            <a:ext cx="1277937" cy="1587"/>
          </a:xfrm>
          <a:custGeom>
            <a:avLst/>
            <a:gdLst/>
            <a:ahLst/>
            <a:cxnLst>
              <a:cxn ang="0">
                <a:pos x="0" y="0"/>
              </a:cxn>
              <a:cxn ang="0">
                <a:pos x="2147483646" y="2147483646"/>
              </a:cxn>
            </a:cxnLst>
            <a:pathLst>
              <a:path w="805" h="1">
                <a:moveTo>
                  <a:pt x="0" y="0"/>
                </a:moveTo>
                <a:lnTo>
                  <a:pt x="805" y="1"/>
                </a:lnTo>
              </a:path>
            </a:pathLst>
          </a:custGeom>
          <a:noFill/>
          <a:ln w="12700" cap="flat" cmpd="sng">
            <a:solidFill>
              <a:schemeClr val="tx1">
                <a:alpha val="100000"/>
              </a:schemeClr>
            </a:solidFill>
            <a:prstDash val="solid"/>
            <a:round/>
            <a:headEnd type="none" w="med" len="med"/>
            <a:tailEnd type="none" w="med" len="med"/>
          </a:ln>
        </p:spPr>
        <p:txBody>
          <a:bodyPr/>
          <a:p>
            <a:endParaRPr lang="zh-CN" altLang="en-US"/>
          </a:p>
        </p:txBody>
      </p:sp>
      <p:grpSp>
        <p:nvGrpSpPr>
          <p:cNvPr id="120844" name="Group 49"/>
          <p:cNvGrpSpPr/>
          <p:nvPr/>
        </p:nvGrpSpPr>
        <p:grpSpPr>
          <a:xfrm>
            <a:off x="5286375" y="2028825"/>
            <a:ext cx="679450" cy="314325"/>
            <a:chOff x="3600" y="219"/>
            <a:chExt cx="360" cy="175"/>
          </a:xfrm>
        </p:grpSpPr>
        <p:sp>
          <p:nvSpPr>
            <p:cNvPr id="120882" name="Oval 50"/>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20883" name="Line 51"/>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120884" name="Line 52"/>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120885" name="Rectangle 53"/>
            <p:cNvSpPr/>
            <p:nvPr/>
          </p:nvSpPr>
          <p:spPr>
            <a:xfrm>
              <a:off x="3603" y="289"/>
              <a:ext cx="354" cy="5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20886" name="Oval 54"/>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20887" name="Group 55"/>
            <p:cNvGrpSpPr/>
            <p:nvPr/>
          </p:nvGrpSpPr>
          <p:grpSpPr>
            <a:xfrm>
              <a:off x="3686" y="244"/>
              <a:ext cx="177" cy="66"/>
              <a:chOff x="2848" y="848"/>
              <a:chExt cx="140" cy="98"/>
            </a:xfrm>
          </p:grpSpPr>
          <p:sp>
            <p:nvSpPr>
              <p:cNvPr id="120892" name="Line 56"/>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20893" name="Line 57"/>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20894" name="Line 58"/>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120888" name="Group 59"/>
            <p:cNvGrpSpPr/>
            <p:nvPr/>
          </p:nvGrpSpPr>
          <p:grpSpPr>
            <a:xfrm flipV="1">
              <a:off x="3686" y="243"/>
              <a:ext cx="177" cy="66"/>
              <a:chOff x="2848" y="848"/>
              <a:chExt cx="140" cy="98"/>
            </a:xfrm>
          </p:grpSpPr>
          <p:sp>
            <p:nvSpPr>
              <p:cNvPr id="120889" name="Line 60"/>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20890" name="Line 61"/>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20891" name="Line 62"/>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sp>
        <p:nvSpPr>
          <p:cNvPr id="120845" name="Freeform 63"/>
          <p:cNvSpPr/>
          <p:nvPr/>
        </p:nvSpPr>
        <p:spPr>
          <a:xfrm>
            <a:off x="354013" y="2224088"/>
            <a:ext cx="1277937" cy="1587"/>
          </a:xfrm>
          <a:custGeom>
            <a:avLst/>
            <a:gdLst/>
            <a:ahLst/>
            <a:cxnLst>
              <a:cxn ang="0">
                <a:pos x="0" y="0"/>
              </a:cxn>
              <a:cxn ang="0">
                <a:pos x="2147483646" y="2147483646"/>
              </a:cxn>
            </a:cxnLst>
            <a:pathLst>
              <a:path w="805" h="1">
                <a:moveTo>
                  <a:pt x="0" y="0"/>
                </a:moveTo>
                <a:lnTo>
                  <a:pt x="805" y="1"/>
                </a:lnTo>
              </a:path>
            </a:pathLst>
          </a:custGeom>
          <a:noFill/>
          <a:ln w="12700" cap="flat" cmpd="sng">
            <a:solidFill>
              <a:schemeClr val="tx1">
                <a:alpha val="100000"/>
              </a:schemeClr>
            </a:solidFill>
            <a:prstDash val="solid"/>
            <a:round/>
            <a:headEnd type="none" w="med" len="med"/>
            <a:tailEnd type="none" w="med" len="med"/>
          </a:ln>
        </p:spPr>
        <p:txBody>
          <a:bodyPr/>
          <a:p>
            <a:endParaRPr lang="zh-CN" altLang="en-US"/>
          </a:p>
        </p:txBody>
      </p:sp>
      <p:sp>
        <p:nvSpPr>
          <p:cNvPr id="120846" name="Freeform 64"/>
          <p:cNvSpPr/>
          <p:nvPr/>
        </p:nvSpPr>
        <p:spPr>
          <a:xfrm>
            <a:off x="5973763" y="2200275"/>
            <a:ext cx="1277937" cy="1588"/>
          </a:xfrm>
          <a:custGeom>
            <a:avLst/>
            <a:gdLst/>
            <a:ahLst/>
            <a:cxnLst>
              <a:cxn ang="0">
                <a:pos x="0" y="0"/>
              </a:cxn>
              <a:cxn ang="0">
                <a:pos x="2147483646" y="2147483646"/>
              </a:cxn>
            </a:cxnLst>
            <a:pathLst>
              <a:path w="805" h="1">
                <a:moveTo>
                  <a:pt x="0" y="0"/>
                </a:moveTo>
                <a:lnTo>
                  <a:pt x="805" y="1"/>
                </a:lnTo>
              </a:path>
            </a:pathLst>
          </a:custGeom>
          <a:noFill/>
          <a:ln w="12700" cap="flat" cmpd="sng">
            <a:solidFill>
              <a:schemeClr val="tx1">
                <a:alpha val="100000"/>
              </a:schemeClr>
            </a:solidFill>
            <a:prstDash val="solid"/>
            <a:round/>
            <a:headEnd type="none" w="med" len="med"/>
            <a:tailEnd type="none" w="med" len="med"/>
          </a:ln>
        </p:spPr>
        <p:txBody>
          <a:bodyPr/>
          <a:p>
            <a:endParaRPr lang="zh-CN" altLang="en-US"/>
          </a:p>
        </p:txBody>
      </p:sp>
      <p:grpSp>
        <p:nvGrpSpPr>
          <p:cNvPr id="120847" name="Group 65"/>
          <p:cNvGrpSpPr/>
          <p:nvPr/>
        </p:nvGrpSpPr>
        <p:grpSpPr>
          <a:xfrm>
            <a:off x="7683500" y="2049463"/>
            <a:ext cx="676275" cy="314325"/>
            <a:chOff x="3600" y="219"/>
            <a:chExt cx="360" cy="175"/>
          </a:xfrm>
        </p:grpSpPr>
        <p:sp>
          <p:nvSpPr>
            <p:cNvPr id="120869" name="Oval 66"/>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20870" name="Line 67"/>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120871" name="Line 68"/>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120872" name="Rectangle 69"/>
            <p:cNvSpPr/>
            <p:nvPr/>
          </p:nvSpPr>
          <p:spPr>
            <a:xfrm>
              <a:off x="3603" y="289"/>
              <a:ext cx="354" cy="5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20873" name="Oval 70"/>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20874" name="Group 71"/>
            <p:cNvGrpSpPr/>
            <p:nvPr/>
          </p:nvGrpSpPr>
          <p:grpSpPr>
            <a:xfrm>
              <a:off x="3686" y="244"/>
              <a:ext cx="177" cy="66"/>
              <a:chOff x="2848" y="848"/>
              <a:chExt cx="140" cy="98"/>
            </a:xfrm>
          </p:grpSpPr>
          <p:sp>
            <p:nvSpPr>
              <p:cNvPr id="120879" name="Line 72"/>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20880" name="Line 73"/>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20881" name="Line 74"/>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120875" name="Group 75"/>
            <p:cNvGrpSpPr/>
            <p:nvPr/>
          </p:nvGrpSpPr>
          <p:grpSpPr>
            <a:xfrm flipV="1">
              <a:off x="3686" y="243"/>
              <a:ext cx="177" cy="66"/>
              <a:chOff x="2848" y="848"/>
              <a:chExt cx="140" cy="98"/>
            </a:xfrm>
          </p:grpSpPr>
          <p:sp>
            <p:nvSpPr>
              <p:cNvPr id="120876" name="Line 76"/>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20877" name="Line 77"/>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20878" name="Line 78"/>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sp>
        <p:nvSpPr>
          <p:cNvPr id="120848" name="Line 79"/>
          <p:cNvSpPr/>
          <p:nvPr/>
        </p:nvSpPr>
        <p:spPr>
          <a:xfrm flipV="1">
            <a:off x="2128838" y="1611313"/>
            <a:ext cx="622300" cy="400050"/>
          </a:xfrm>
          <a:prstGeom prst="line">
            <a:avLst/>
          </a:prstGeom>
          <a:ln w="9525" cap="flat" cmpd="sng">
            <a:solidFill>
              <a:schemeClr val="tx1"/>
            </a:solidFill>
            <a:prstDash val="solid"/>
            <a:headEnd type="none" w="med" len="med"/>
            <a:tailEnd type="none" w="med" len="med"/>
          </a:ln>
        </p:spPr>
      </p:sp>
      <p:sp>
        <p:nvSpPr>
          <p:cNvPr id="120849" name="Line 80"/>
          <p:cNvSpPr/>
          <p:nvPr/>
        </p:nvSpPr>
        <p:spPr>
          <a:xfrm flipV="1">
            <a:off x="3963988" y="1646238"/>
            <a:ext cx="622300" cy="400050"/>
          </a:xfrm>
          <a:prstGeom prst="line">
            <a:avLst/>
          </a:prstGeom>
          <a:ln w="9525" cap="flat" cmpd="sng">
            <a:solidFill>
              <a:schemeClr val="tx1"/>
            </a:solidFill>
            <a:prstDash val="solid"/>
            <a:headEnd type="none" w="med" len="med"/>
            <a:tailEnd type="none" w="med" len="med"/>
          </a:ln>
        </p:spPr>
      </p:sp>
      <p:sp>
        <p:nvSpPr>
          <p:cNvPr id="120850" name="Line 81"/>
          <p:cNvSpPr/>
          <p:nvPr/>
        </p:nvSpPr>
        <p:spPr>
          <a:xfrm flipV="1">
            <a:off x="5799138" y="1681163"/>
            <a:ext cx="622300" cy="400050"/>
          </a:xfrm>
          <a:prstGeom prst="line">
            <a:avLst/>
          </a:prstGeom>
          <a:ln w="9525" cap="flat" cmpd="sng">
            <a:solidFill>
              <a:schemeClr val="tx1"/>
            </a:solidFill>
            <a:prstDash val="solid"/>
            <a:headEnd type="none" w="med" len="med"/>
            <a:tailEnd type="none" w="med" len="med"/>
          </a:ln>
        </p:spPr>
      </p:sp>
      <p:sp>
        <p:nvSpPr>
          <p:cNvPr id="120851" name="Line 82"/>
          <p:cNvSpPr/>
          <p:nvPr/>
        </p:nvSpPr>
        <p:spPr>
          <a:xfrm flipV="1">
            <a:off x="8164513" y="1635125"/>
            <a:ext cx="622300" cy="400050"/>
          </a:xfrm>
          <a:prstGeom prst="line">
            <a:avLst/>
          </a:prstGeom>
          <a:ln w="9525" cap="flat" cmpd="sng">
            <a:solidFill>
              <a:schemeClr val="tx1"/>
            </a:solidFill>
            <a:prstDash val="solid"/>
            <a:headEnd type="none" w="med" len="med"/>
            <a:tailEnd type="none" w="med" len="med"/>
          </a:ln>
        </p:spPr>
      </p:sp>
      <p:sp>
        <p:nvSpPr>
          <p:cNvPr id="120852" name="Line 83"/>
          <p:cNvSpPr/>
          <p:nvPr/>
        </p:nvSpPr>
        <p:spPr>
          <a:xfrm>
            <a:off x="8174038" y="2386013"/>
            <a:ext cx="622300" cy="400050"/>
          </a:xfrm>
          <a:prstGeom prst="line">
            <a:avLst/>
          </a:prstGeom>
          <a:ln w="9525" cap="flat" cmpd="sng">
            <a:solidFill>
              <a:schemeClr val="tx1"/>
            </a:solidFill>
            <a:prstDash val="solid"/>
            <a:headEnd type="none" w="med" len="med"/>
            <a:tailEnd type="none" w="med" len="med"/>
          </a:ln>
        </p:spPr>
      </p:sp>
      <p:sp>
        <p:nvSpPr>
          <p:cNvPr id="120853" name="Line 84"/>
          <p:cNvSpPr/>
          <p:nvPr/>
        </p:nvSpPr>
        <p:spPr>
          <a:xfrm>
            <a:off x="2139950" y="2352675"/>
            <a:ext cx="1292225" cy="657225"/>
          </a:xfrm>
          <a:prstGeom prst="line">
            <a:avLst/>
          </a:prstGeom>
          <a:ln w="9525" cap="flat" cmpd="sng">
            <a:solidFill>
              <a:schemeClr val="tx1"/>
            </a:solidFill>
            <a:prstDash val="solid"/>
            <a:headEnd type="none" w="med" len="med"/>
            <a:tailEnd type="none" w="med" len="med"/>
          </a:ln>
        </p:spPr>
      </p:sp>
      <p:sp>
        <p:nvSpPr>
          <p:cNvPr id="120854" name="Freeform 85"/>
          <p:cNvSpPr/>
          <p:nvPr/>
        </p:nvSpPr>
        <p:spPr>
          <a:xfrm rot="1183889">
            <a:off x="2271713" y="2503488"/>
            <a:ext cx="1095375" cy="434975"/>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690" h="274">
                <a:moveTo>
                  <a:pt x="391" y="60"/>
                </a:moveTo>
                <a:cubicBezTo>
                  <a:pt x="297" y="52"/>
                  <a:pt x="123" y="0"/>
                  <a:pt x="73" y="30"/>
                </a:cubicBezTo>
                <a:cubicBezTo>
                  <a:pt x="23" y="60"/>
                  <a:pt x="0" y="202"/>
                  <a:pt x="88" y="238"/>
                </a:cubicBezTo>
                <a:cubicBezTo>
                  <a:pt x="176" y="274"/>
                  <a:pt x="508" y="272"/>
                  <a:pt x="599" y="245"/>
                </a:cubicBezTo>
                <a:cubicBezTo>
                  <a:pt x="690" y="218"/>
                  <a:pt x="671" y="106"/>
                  <a:pt x="636" y="75"/>
                </a:cubicBezTo>
                <a:cubicBezTo>
                  <a:pt x="601" y="44"/>
                  <a:pt x="485" y="68"/>
                  <a:pt x="391" y="60"/>
                </a:cubicBezTo>
                <a:close/>
              </a:path>
            </a:pathLst>
          </a:custGeom>
          <a:solidFill>
            <a:srgbClr val="00FFFF">
              <a:alpha val="100000"/>
            </a:srgbClr>
          </a:solidFill>
          <a:ln w="9525">
            <a:noFill/>
          </a:ln>
        </p:spPr>
        <p:txBody>
          <a:bodyPr/>
          <a:p>
            <a:endParaRPr lang="zh-CN" altLang="en-US"/>
          </a:p>
        </p:txBody>
      </p:sp>
      <p:sp>
        <p:nvSpPr>
          <p:cNvPr id="120855" name="Freeform 86"/>
          <p:cNvSpPr/>
          <p:nvPr/>
        </p:nvSpPr>
        <p:spPr>
          <a:xfrm>
            <a:off x="355600" y="1987550"/>
            <a:ext cx="1095375" cy="434975"/>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690" h="274">
                <a:moveTo>
                  <a:pt x="391" y="60"/>
                </a:moveTo>
                <a:cubicBezTo>
                  <a:pt x="297" y="52"/>
                  <a:pt x="123" y="0"/>
                  <a:pt x="73" y="30"/>
                </a:cubicBezTo>
                <a:cubicBezTo>
                  <a:pt x="23" y="60"/>
                  <a:pt x="0" y="202"/>
                  <a:pt x="88" y="238"/>
                </a:cubicBezTo>
                <a:cubicBezTo>
                  <a:pt x="176" y="274"/>
                  <a:pt x="508" y="272"/>
                  <a:pt x="599" y="245"/>
                </a:cubicBezTo>
                <a:cubicBezTo>
                  <a:pt x="690" y="218"/>
                  <a:pt x="671" y="106"/>
                  <a:pt x="636" y="75"/>
                </a:cubicBezTo>
                <a:cubicBezTo>
                  <a:pt x="601" y="44"/>
                  <a:pt x="485" y="68"/>
                  <a:pt x="391" y="60"/>
                </a:cubicBezTo>
                <a:close/>
              </a:path>
            </a:pathLst>
          </a:custGeom>
          <a:solidFill>
            <a:srgbClr val="00FFFF">
              <a:alpha val="100000"/>
            </a:srgbClr>
          </a:solidFill>
          <a:ln w="9525">
            <a:noFill/>
          </a:ln>
        </p:spPr>
        <p:txBody>
          <a:bodyPr/>
          <a:p>
            <a:endParaRPr lang="zh-CN" altLang="en-US"/>
          </a:p>
        </p:txBody>
      </p:sp>
      <p:sp>
        <p:nvSpPr>
          <p:cNvPr id="120856" name="Freeform 87"/>
          <p:cNvSpPr/>
          <p:nvPr/>
        </p:nvSpPr>
        <p:spPr>
          <a:xfrm>
            <a:off x="4152900" y="1974850"/>
            <a:ext cx="1095375" cy="434975"/>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690" h="274">
                <a:moveTo>
                  <a:pt x="391" y="60"/>
                </a:moveTo>
                <a:cubicBezTo>
                  <a:pt x="297" y="52"/>
                  <a:pt x="123" y="0"/>
                  <a:pt x="73" y="30"/>
                </a:cubicBezTo>
                <a:cubicBezTo>
                  <a:pt x="23" y="60"/>
                  <a:pt x="0" y="202"/>
                  <a:pt x="88" y="238"/>
                </a:cubicBezTo>
                <a:cubicBezTo>
                  <a:pt x="176" y="274"/>
                  <a:pt x="508" y="272"/>
                  <a:pt x="599" y="245"/>
                </a:cubicBezTo>
                <a:cubicBezTo>
                  <a:pt x="690" y="218"/>
                  <a:pt x="671" y="106"/>
                  <a:pt x="636" y="75"/>
                </a:cubicBezTo>
                <a:cubicBezTo>
                  <a:pt x="601" y="44"/>
                  <a:pt x="485" y="68"/>
                  <a:pt x="391" y="60"/>
                </a:cubicBezTo>
                <a:close/>
              </a:path>
            </a:pathLst>
          </a:custGeom>
          <a:solidFill>
            <a:srgbClr val="00FFFF">
              <a:alpha val="100000"/>
            </a:srgbClr>
          </a:solidFill>
          <a:ln w="9525">
            <a:noFill/>
          </a:ln>
        </p:spPr>
        <p:txBody>
          <a:bodyPr/>
          <a:p>
            <a:endParaRPr lang="zh-CN" altLang="en-US"/>
          </a:p>
        </p:txBody>
      </p:sp>
      <p:sp>
        <p:nvSpPr>
          <p:cNvPr id="120857" name="Freeform 88"/>
          <p:cNvSpPr/>
          <p:nvPr/>
        </p:nvSpPr>
        <p:spPr>
          <a:xfrm>
            <a:off x="5975350" y="1963738"/>
            <a:ext cx="1095375" cy="434975"/>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690" h="274">
                <a:moveTo>
                  <a:pt x="391" y="60"/>
                </a:moveTo>
                <a:cubicBezTo>
                  <a:pt x="297" y="52"/>
                  <a:pt x="123" y="0"/>
                  <a:pt x="73" y="30"/>
                </a:cubicBezTo>
                <a:cubicBezTo>
                  <a:pt x="23" y="60"/>
                  <a:pt x="0" y="202"/>
                  <a:pt x="88" y="238"/>
                </a:cubicBezTo>
                <a:cubicBezTo>
                  <a:pt x="176" y="274"/>
                  <a:pt x="508" y="272"/>
                  <a:pt x="599" y="245"/>
                </a:cubicBezTo>
                <a:cubicBezTo>
                  <a:pt x="690" y="218"/>
                  <a:pt x="671" y="106"/>
                  <a:pt x="636" y="75"/>
                </a:cubicBezTo>
                <a:cubicBezTo>
                  <a:pt x="601" y="44"/>
                  <a:pt x="485" y="68"/>
                  <a:pt x="391" y="60"/>
                </a:cubicBezTo>
                <a:close/>
              </a:path>
            </a:pathLst>
          </a:custGeom>
          <a:solidFill>
            <a:srgbClr val="00FFFF">
              <a:alpha val="100000"/>
            </a:srgbClr>
          </a:solidFill>
          <a:ln w="9525">
            <a:noFill/>
          </a:ln>
        </p:spPr>
        <p:txBody>
          <a:bodyPr/>
          <a:p>
            <a:endParaRPr lang="zh-CN" altLang="en-US"/>
          </a:p>
        </p:txBody>
      </p:sp>
      <p:sp>
        <p:nvSpPr>
          <p:cNvPr id="120858" name="Freeform 89"/>
          <p:cNvSpPr/>
          <p:nvPr/>
        </p:nvSpPr>
        <p:spPr>
          <a:xfrm rot="-2589433">
            <a:off x="8048625" y="1398588"/>
            <a:ext cx="1095375" cy="434975"/>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690" h="274">
                <a:moveTo>
                  <a:pt x="391" y="60"/>
                </a:moveTo>
                <a:cubicBezTo>
                  <a:pt x="297" y="52"/>
                  <a:pt x="123" y="0"/>
                  <a:pt x="73" y="30"/>
                </a:cubicBezTo>
                <a:cubicBezTo>
                  <a:pt x="23" y="60"/>
                  <a:pt x="0" y="202"/>
                  <a:pt x="88" y="238"/>
                </a:cubicBezTo>
                <a:cubicBezTo>
                  <a:pt x="176" y="274"/>
                  <a:pt x="508" y="272"/>
                  <a:pt x="599" y="245"/>
                </a:cubicBezTo>
                <a:cubicBezTo>
                  <a:pt x="690" y="218"/>
                  <a:pt x="671" y="106"/>
                  <a:pt x="636" y="75"/>
                </a:cubicBezTo>
                <a:cubicBezTo>
                  <a:pt x="601" y="44"/>
                  <a:pt x="485" y="68"/>
                  <a:pt x="391" y="60"/>
                </a:cubicBezTo>
                <a:close/>
              </a:path>
            </a:pathLst>
          </a:custGeom>
          <a:solidFill>
            <a:srgbClr val="00FFFF">
              <a:alpha val="100000"/>
            </a:srgbClr>
          </a:solidFill>
          <a:ln w="9525">
            <a:noFill/>
          </a:ln>
        </p:spPr>
        <p:txBody>
          <a:bodyPr/>
          <a:p>
            <a:endParaRPr lang="zh-CN" altLang="en-US"/>
          </a:p>
        </p:txBody>
      </p:sp>
      <p:sp>
        <p:nvSpPr>
          <p:cNvPr id="120859" name="Text Box 90"/>
          <p:cNvSpPr txBox="1"/>
          <p:nvPr/>
        </p:nvSpPr>
        <p:spPr>
          <a:xfrm>
            <a:off x="649288" y="1935163"/>
            <a:ext cx="392112"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2400" dirty="0">
                <a:solidFill>
                  <a:srgbClr val="FF0000"/>
                </a:solidFill>
                <a:ea typeface="宋体" panose="02010600030101010101" pitchFamily="2" charset="-122"/>
              </a:rPr>
              <a:t>w</a:t>
            </a:r>
            <a:endParaRPr lang="en-US" altLang="zh-CN" sz="1800" dirty="0">
              <a:ea typeface="宋体" panose="02010600030101010101" pitchFamily="2" charset="-122"/>
            </a:endParaRPr>
          </a:p>
        </p:txBody>
      </p:sp>
      <p:sp>
        <p:nvSpPr>
          <p:cNvPr id="120860" name="Text Box 91"/>
          <p:cNvSpPr txBox="1"/>
          <p:nvPr/>
        </p:nvSpPr>
        <p:spPr>
          <a:xfrm>
            <a:off x="2659063" y="1982788"/>
            <a:ext cx="363537"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2400" dirty="0">
                <a:solidFill>
                  <a:srgbClr val="FF0000"/>
                </a:solidFill>
                <a:ea typeface="宋体" panose="02010600030101010101" pitchFamily="2" charset="-122"/>
              </a:rPr>
              <a:t>x</a:t>
            </a:r>
            <a:endParaRPr lang="en-US" altLang="zh-CN" sz="1800" dirty="0">
              <a:ea typeface="宋体" panose="02010600030101010101" pitchFamily="2" charset="-122"/>
            </a:endParaRPr>
          </a:p>
        </p:txBody>
      </p:sp>
      <p:sp>
        <p:nvSpPr>
          <p:cNvPr id="120861" name="Text Box 92"/>
          <p:cNvSpPr txBox="1"/>
          <p:nvPr/>
        </p:nvSpPr>
        <p:spPr>
          <a:xfrm>
            <a:off x="6267450" y="1982788"/>
            <a:ext cx="34290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2400" dirty="0">
                <a:solidFill>
                  <a:srgbClr val="FF0000"/>
                </a:solidFill>
                <a:ea typeface="宋体" panose="02010600030101010101" pitchFamily="2" charset="-122"/>
              </a:rPr>
              <a:t>y</a:t>
            </a:r>
            <a:endParaRPr lang="en-US" altLang="zh-CN" sz="1800" dirty="0">
              <a:ea typeface="宋体" panose="02010600030101010101" pitchFamily="2" charset="-122"/>
            </a:endParaRPr>
          </a:p>
        </p:txBody>
      </p:sp>
      <p:sp>
        <p:nvSpPr>
          <p:cNvPr id="120862" name="Text Box 93"/>
          <p:cNvSpPr txBox="1"/>
          <p:nvPr/>
        </p:nvSpPr>
        <p:spPr>
          <a:xfrm>
            <a:off x="8429625" y="1441450"/>
            <a:ext cx="347663"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2400" dirty="0">
                <a:solidFill>
                  <a:srgbClr val="FF0000"/>
                </a:solidFill>
                <a:ea typeface="宋体" panose="02010600030101010101" pitchFamily="2" charset="-122"/>
              </a:rPr>
              <a:t>z</a:t>
            </a:r>
            <a:endParaRPr lang="en-US" altLang="zh-CN" sz="1800" dirty="0">
              <a:ea typeface="宋体" panose="02010600030101010101" pitchFamily="2" charset="-122"/>
            </a:endParaRPr>
          </a:p>
        </p:txBody>
      </p:sp>
      <p:sp>
        <p:nvSpPr>
          <p:cNvPr id="120863" name="Text Box 94"/>
          <p:cNvSpPr txBox="1"/>
          <p:nvPr/>
        </p:nvSpPr>
        <p:spPr>
          <a:xfrm>
            <a:off x="1708150" y="2298700"/>
            <a:ext cx="40640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2400" dirty="0">
                <a:ea typeface="宋体" panose="02010600030101010101" pitchFamily="2" charset="-122"/>
              </a:rPr>
              <a:t>A</a:t>
            </a:r>
            <a:endParaRPr lang="en-US" altLang="zh-CN" sz="2400" dirty="0">
              <a:ea typeface="宋体" panose="02010600030101010101" pitchFamily="2" charset="-122"/>
            </a:endParaRPr>
          </a:p>
        </p:txBody>
      </p:sp>
      <p:sp>
        <p:nvSpPr>
          <p:cNvPr id="120864" name="Text Box 95"/>
          <p:cNvSpPr txBox="1"/>
          <p:nvPr/>
        </p:nvSpPr>
        <p:spPr>
          <a:xfrm>
            <a:off x="3565525" y="3098800"/>
            <a:ext cx="36830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2400" dirty="0">
                <a:ea typeface="宋体" panose="02010600030101010101" pitchFamily="2" charset="-122"/>
              </a:rPr>
              <a:t>C</a:t>
            </a:r>
            <a:endParaRPr lang="en-US" altLang="zh-CN" sz="2400" dirty="0">
              <a:ea typeface="宋体" panose="02010600030101010101" pitchFamily="2" charset="-122"/>
            </a:endParaRPr>
          </a:p>
        </p:txBody>
      </p:sp>
      <p:sp>
        <p:nvSpPr>
          <p:cNvPr id="120865" name="Text Box 96"/>
          <p:cNvSpPr txBox="1"/>
          <p:nvPr/>
        </p:nvSpPr>
        <p:spPr>
          <a:xfrm>
            <a:off x="3563938" y="2322513"/>
            <a:ext cx="404812"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2400" dirty="0">
                <a:ea typeface="宋体" panose="02010600030101010101" pitchFamily="2" charset="-122"/>
              </a:rPr>
              <a:t>D</a:t>
            </a:r>
            <a:endParaRPr lang="en-US" altLang="zh-CN" sz="2400" dirty="0">
              <a:ea typeface="宋体" panose="02010600030101010101" pitchFamily="2" charset="-122"/>
            </a:endParaRPr>
          </a:p>
        </p:txBody>
      </p:sp>
      <p:sp>
        <p:nvSpPr>
          <p:cNvPr id="120866" name="Text Box 97"/>
          <p:cNvSpPr txBox="1"/>
          <p:nvPr/>
        </p:nvSpPr>
        <p:spPr>
          <a:xfrm>
            <a:off x="5399088" y="2357438"/>
            <a:ext cx="376237"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2400" dirty="0">
                <a:ea typeface="宋体" panose="02010600030101010101" pitchFamily="2" charset="-122"/>
              </a:rPr>
              <a:t>B</a:t>
            </a:r>
            <a:endParaRPr lang="en-US" altLang="zh-CN" sz="2400" dirty="0">
              <a:ea typeface="宋体" panose="02010600030101010101" pitchFamily="2" charset="-122"/>
            </a:endParaRPr>
          </a:p>
        </p:txBody>
      </p:sp>
      <p:sp>
        <p:nvSpPr>
          <p:cNvPr id="120867" name="Text Box 98"/>
          <p:cNvSpPr txBox="1"/>
          <p:nvPr/>
        </p:nvSpPr>
        <p:spPr>
          <a:xfrm>
            <a:off x="3400425" y="5862638"/>
            <a:ext cx="3386138" cy="3667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Routing/Forwarding table in D</a:t>
            </a:r>
            <a:endParaRPr lang="en-US" altLang="zh-CN" sz="1800" dirty="0">
              <a:ea typeface="宋体" panose="02010600030101010101" pitchFamily="2" charset="-122"/>
            </a:endParaRPr>
          </a:p>
        </p:txBody>
      </p:sp>
      <p:sp>
        <p:nvSpPr>
          <p:cNvPr id="120868" name="Line 99"/>
          <p:cNvSpPr/>
          <p:nvPr/>
        </p:nvSpPr>
        <p:spPr>
          <a:xfrm>
            <a:off x="4114800" y="3052763"/>
            <a:ext cx="757238" cy="171450"/>
          </a:xfrm>
          <a:prstGeom prst="line">
            <a:avLst/>
          </a:prstGeom>
          <a:ln w="9525" cap="flat" cmpd="sng">
            <a:solidFill>
              <a:schemeClr val="tx1"/>
            </a:solidFill>
            <a:prstDash val="solid"/>
            <a:headEnd type="none" w="med" len="med"/>
            <a:tailEnd type="none" w="med" len="med"/>
          </a:ln>
        </p:spPr>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1858" name="页脚占位符 4"/>
          <p:cNvSpPr txBox="1">
            <a:spLocks noGrp="1"/>
          </p:cNvSpPr>
          <p:nvPr>
            <p:ph type="ftr" sz="quarter" idx="11"/>
          </p:nvPr>
        </p:nvSpPr>
        <p:spPr/>
        <p:txBody>
          <a:bodyPr/>
          <a:p>
            <a:pPr marL="0" indent="0" algn="r">
              <a:spcBef>
                <a:spcPct val="0"/>
              </a:spcBef>
              <a:buClrTx/>
              <a:buSzTx/>
              <a:buFontTx/>
              <a:buNone/>
            </a:pPr>
            <a:r>
              <a:rPr lang="en-US" altLang="zh-CN" sz="1400" dirty="0">
                <a:ea typeface="宋体" panose="02010600030101010101" pitchFamily="2" charset="-122"/>
              </a:rPr>
              <a:t>Network Layer</a:t>
            </a:r>
            <a:endParaRPr lang="en-US" altLang="zh-CN" sz="1400" dirty="0">
              <a:latin typeface="Times New Roman" panose="02020603050405020304" pitchFamily="18" charset="0"/>
              <a:ea typeface="宋体" panose="02010600030101010101" pitchFamily="2" charset="-122"/>
            </a:endParaRPr>
          </a:p>
        </p:txBody>
      </p:sp>
      <p:sp>
        <p:nvSpPr>
          <p:cNvPr id="121859" name="灯片编号占位符 5"/>
          <p:cNvSpPr txBox="1">
            <a:spLocks noGrp="1"/>
          </p:cNvSpPr>
          <p:nvPr>
            <p:ph type="sldNum" sz="quarter" idx="12"/>
          </p:nvPr>
        </p:nvSpPr>
        <p:spPr/>
        <p:txBody>
          <a:bodyPr/>
          <a:p>
            <a:pPr marL="0" indent="0" algn="r">
              <a:spcBef>
                <a:spcPct val="0"/>
              </a:spcBef>
              <a:buClrTx/>
              <a:buSzTx/>
              <a:buFontTx/>
              <a:buNone/>
            </a:pPr>
            <a:r>
              <a:rPr lang="en-US" altLang="zh-CN" sz="1400" dirty="0">
                <a:ea typeface="宋体" panose="02010600030101010101" pitchFamily="2" charset="-122"/>
              </a:rPr>
              <a:t>4-</a:t>
            </a: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121860" name="Rectangle 2"/>
          <p:cNvSpPr>
            <a:spLocks noGrp="1"/>
          </p:cNvSpPr>
          <p:nvPr>
            <p:ph type="title"/>
          </p:nvPr>
        </p:nvSpPr>
        <p:spPr>
          <a:xfrm>
            <a:off x="498475" y="0"/>
            <a:ext cx="7772400" cy="1143000"/>
          </a:xfrm>
        </p:spPr>
        <p:txBody>
          <a:bodyPr vert="horz" wrap="square" lIns="91440" tIns="45720" rIns="91440" bIns="45720" anchor="ctr" anchorCtr="0"/>
          <a:p>
            <a:r>
              <a:rPr lang="en-US" altLang="zh-CN" sz="3600" dirty="0">
                <a:ea typeface="宋体" panose="02010600030101010101" pitchFamily="2" charset="-122"/>
              </a:rPr>
              <a:t>RIP: Example</a:t>
            </a:r>
            <a:r>
              <a:rPr lang="en-US" altLang="zh-CN" sz="2800" dirty="0">
                <a:ea typeface="宋体" panose="02010600030101010101" pitchFamily="2" charset="-122"/>
              </a:rPr>
              <a:t> </a:t>
            </a:r>
            <a:endParaRPr lang="en-US" altLang="zh-CN" sz="2800" dirty="0">
              <a:ea typeface="宋体" panose="02010600030101010101" pitchFamily="2" charset="-122"/>
            </a:endParaRPr>
          </a:p>
        </p:txBody>
      </p:sp>
      <p:sp>
        <p:nvSpPr>
          <p:cNvPr id="121861" name="Text Box 3"/>
          <p:cNvSpPr txBox="1"/>
          <p:nvPr/>
        </p:nvSpPr>
        <p:spPr>
          <a:xfrm>
            <a:off x="536575" y="4162425"/>
            <a:ext cx="8229600" cy="2098675"/>
          </a:xfrm>
          <a:prstGeom prst="rect">
            <a:avLst/>
          </a:prstGeom>
          <a:noFill/>
          <a:ln w="28575" cap="flat" cmpd="sng">
            <a:solidFill>
              <a:srgbClr val="CC0000"/>
            </a:solidFill>
            <a:prstDash val="solid"/>
            <a:miter/>
            <a:headEnd type="none" w="med" len="med"/>
            <a:tailEnd type="none" w="med" len="med"/>
          </a:ln>
        </p:spPr>
        <p:txBody>
          <a:bodyPr lIns="0" tIns="0" rIns="0" bIns="0">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2000" b="1" dirty="0">
                <a:solidFill>
                  <a:schemeClr val="accent2"/>
                </a:solidFill>
                <a:ea typeface="宋体" panose="02010600030101010101" pitchFamily="2" charset="-122"/>
              </a:rPr>
              <a:t>Destination Network	  Next  Router      Num. of hops to dest.</a:t>
            </a:r>
            <a:endParaRPr lang="en-US" altLang="zh-CN" sz="2000" b="1" dirty="0">
              <a:solidFill>
                <a:schemeClr val="accent2"/>
              </a:solidFill>
              <a:ea typeface="宋体" panose="02010600030101010101" pitchFamily="2" charset="-122"/>
            </a:endParaRPr>
          </a:p>
          <a:p>
            <a:pPr marL="0" lvl="0" indent="0">
              <a:spcBef>
                <a:spcPct val="0"/>
              </a:spcBef>
              <a:buClrTx/>
              <a:buSzTx/>
              <a:buFontTx/>
              <a:buNone/>
            </a:pPr>
            <a:r>
              <a:rPr lang="en-US" altLang="zh-CN" sz="2000" b="1" dirty="0">
                <a:ea typeface="宋体" panose="02010600030101010101" pitchFamily="2" charset="-122"/>
              </a:rPr>
              <a:t> 	</a:t>
            </a:r>
            <a:r>
              <a:rPr lang="en-US" altLang="zh-CN" sz="2400" b="1" dirty="0">
                <a:solidFill>
                  <a:srgbClr val="FF0000"/>
                </a:solidFill>
                <a:ea typeface="宋体" panose="02010600030101010101" pitchFamily="2" charset="-122"/>
              </a:rPr>
              <a:t>w</a:t>
            </a:r>
            <a:r>
              <a:rPr lang="en-US" altLang="zh-CN" sz="2400" b="1" dirty="0">
                <a:ea typeface="宋体" panose="02010600030101010101" pitchFamily="2" charset="-122"/>
              </a:rPr>
              <a:t>			A			2</a:t>
            </a:r>
            <a:endParaRPr lang="en-US" altLang="zh-CN" sz="2400" b="1" dirty="0">
              <a:ea typeface="宋体" panose="02010600030101010101" pitchFamily="2" charset="-122"/>
            </a:endParaRPr>
          </a:p>
          <a:p>
            <a:pPr marL="0" lvl="0" indent="0">
              <a:spcBef>
                <a:spcPct val="0"/>
              </a:spcBef>
              <a:buClrTx/>
              <a:buSzTx/>
              <a:buFontTx/>
              <a:buNone/>
            </a:pPr>
            <a:r>
              <a:rPr lang="en-US" altLang="zh-CN" sz="2400" b="1" dirty="0">
                <a:ea typeface="宋体" panose="02010600030101010101" pitchFamily="2" charset="-122"/>
              </a:rPr>
              <a:t>	</a:t>
            </a:r>
            <a:r>
              <a:rPr lang="en-US" altLang="zh-CN" sz="2400" b="1" dirty="0">
                <a:solidFill>
                  <a:srgbClr val="FF0000"/>
                </a:solidFill>
                <a:ea typeface="宋体" panose="02010600030101010101" pitchFamily="2" charset="-122"/>
              </a:rPr>
              <a:t>y</a:t>
            </a:r>
            <a:r>
              <a:rPr lang="en-US" altLang="zh-CN" sz="2400" b="1" dirty="0">
                <a:ea typeface="宋体" panose="02010600030101010101" pitchFamily="2" charset="-122"/>
              </a:rPr>
              <a:t>			B			2</a:t>
            </a:r>
            <a:endParaRPr lang="en-US" altLang="zh-CN" sz="2400" b="1" dirty="0">
              <a:ea typeface="宋体" panose="02010600030101010101" pitchFamily="2" charset="-122"/>
            </a:endParaRPr>
          </a:p>
          <a:p>
            <a:pPr marL="0" lvl="0" indent="0">
              <a:spcBef>
                <a:spcPct val="0"/>
              </a:spcBef>
              <a:buClrTx/>
              <a:buSzTx/>
              <a:buFontTx/>
              <a:buNone/>
            </a:pPr>
            <a:r>
              <a:rPr lang="en-US" altLang="zh-CN" sz="2400" b="1" dirty="0">
                <a:ea typeface="宋体" panose="02010600030101010101" pitchFamily="2" charset="-122"/>
              </a:rPr>
              <a:t> 	</a:t>
            </a:r>
            <a:r>
              <a:rPr lang="en-US" altLang="zh-CN" sz="2400" b="1" dirty="0">
                <a:solidFill>
                  <a:srgbClr val="FF0000"/>
                </a:solidFill>
                <a:ea typeface="宋体" panose="02010600030101010101" pitchFamily="2" charset="-122"/>
              </a:rPr>
              <a:t>z</a:t>
            </a:r>
            <a:r>
              <a:rPr lang="en-US" altLang="zh-CN" sz="2400" b="1" dirty="0">
                <a:ea typeface="宋体" panose="02010600030101010101" pitchFamily="2" charset="-122"/>
              </a:rPr>
              <a:t>			B A			7 5</a:t>
            </a:r>
            <a:endParaRPr lang="en-US" altLang="zh-CN" sz="2400" b="1" dirty="0">
              <a:ea typeface="宋体" panose="02010600030101010101" pitchFamily="2" charset="-122"/>
            </a:endParaRPr>
          </a:p>
          <a:p>
            <a:pPr marL="0" lvl="0" indent="0">
              <a:spcBef>
                <a:spcPct val="0"/>
              </a:spcBef>
              <a:buClrTx/>
              <a:buSzTx/>
              <a:buFontTx/>
              <a:buNone/>
            </a:pPr>
            <a:r>
              <a:rPr lang="en-US" altLang="zh-CN" sz="2400" b="1" dirty="0">
                <a:ea typeface="宋体" panose="02010600030101010101" pitchFamily="2" charset="-122"/>
              </a:rPr>
              <a:t>	</a:t>
            </a:r>
            <a:r>
              <a:rPr lang="en-US" altLang="zh-CN" sz="2400" b="1" dirty="0">
                <a:solidFill>
                  <a:srgbClr val="FF0000"/>
                </a:solidFill>
                <a:ea typeface="宋体" panose="02010600030101010101" pitchFamily="2" charset="-122"/>
              </a:rPr>
              <a:t>x</a:t>
            </a:r>
            <a:r>
              <a:rPr lang="en-US" altLang="zh-CN" sz="2400" b="1" dirty="0">
                <a:ea typeface="宋体" panose="02010600030101010101" pitchFamily="2" charset="-122"/>
              </a:rPr>
              <a:t>			--			1</a:t>
            </a:r>
            <a:endParaRPr lang="en-US" altLang="zh-CN" sz="2400" b="1" dirty="0">
              <a:ea typeface="宋体" panose="02010600030101010101" pitchFamily="2" charset="-122"/>
            </a:endParaRPr>
          </a:p>
          <a:p>
            <a:pPr marL="0" lvl="0" indent="0">
              <a:spcBef>
                <a:spcPct val="0"/>
              </a:spcBef>
              <a:buClrTx/>
              <a:buSzTx/>
              <a:buFontTx/>
              <a:buNone/>
            </a:pPr>
            <a:r>
              <a:rPr lang="en-US" altLang="zh-CN" sz="2000" b="1" dirty="0">
                <a:ea typeface="宋体" panose="02010600030101010101" pitchFamily="2" charset="-122"/>
              </a:rPr>
              <a:t>	….			….			....</a:t>
            </a:r>
            <a:endParaRPr lang="en-US" altLang="zh-CN" sz="2000" b="1" dirty="0">
              <a:ea typeface="宋体" panose="02010600030101010101" pitchFamily="2" charset="-122"/>
            </a:endParaRPr>
          </a:p>
        </p:txBody>
      </p:sp>
      <p:sp>
        <p:nvSpPr>
          <p:cNvPr id="121862" name="Text Box 4"/>
          <p:cNvSpPr txBox="1"/>
          <p:nvPr/>
        </p:nvSpPr>
        <p:spPr>
          <a:xfrm>
            <a:off x="3351213" y="6327775"/>
            <a:ext cx="3386137"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Routing/Forwarding table in D</a:t>
            </a:r>
            <a:endParaRPr lang="en-US" altLang="zh-CN" sz="1800" dirty="0">
              <a:ea typeface="宋体" panose="02010600030101010101" pitchFamily="2" charset="-122"/>
            </a:endParaRPr>
          </a:p>
        </p:txBody>
      </p:sp>
      <p:grpSp>
        <p:nvGrpSpPr>
          <p:cNvPr id="121863" name="Group 5"/>
          <p:cNvGrpSpPr/>
          <p:nvPr/>
        </p:nvGrpSpPr>
        <p:grpSpPr>
          <a:xfrm>
            <a:off x="354013" y="2057400"/>
            <a:ext cx="8789987" cy="2157413"/>
            <a:chOff x="223" y="881"/>
            <a:chExt cx="5537" cy="1359"/>
          </a:xfrm>
        </p:grpSpPr>
        <p:sp>
          <p:nvSpPr>
            <p:cNvPr id="121871" name="Freeform 6"/>
            <p:cNvSpPr/>
            <p:nvPr/>
          </p:nvSpPr>
          <p:spPr>
            <a:xfrm>
              <a:off x="1452" y="1393"/>
              <a:ext cx="805" cy="1"/>
            </a:xfrm>
            <a:custGeom>
              <a:avLst/>
              <a:gdLst/>
              <a:ahLst/>
              <a:cxnLst>
                <a:cxn ang="0">
                  <a:pos x="0" y="0"/>
                </a:cxn>
                <a:cxn ang="0">
                  <a:pos x="805" y="1"/>
                </a:cxn>
              </a:cxnLst>
              <a:pathLst>
                <a:path w="805" h="1">
                  <a:moveTo>
                    <a:pt x="0" y="0"/>
                  </a:moveTo>
                  <a:lnTo>
                    <a:pt x="805" y="1"/>
                  </a:lnTo>
                </a:path>
              </a:pathLst>
            </a:custGeom>
            <a:noFill/>
            <a:ln w="12700" cap="flat" cmpd="sng">
              <a:solidFill>
                <a:schemeClr val="tx1">
                  <a:alpha val="100000"/>
                </a:schemeClr>
              </a:solidFill>
              <a:prstDash val="solid"/>
              <a:round/>
              <a:headEnd type="none" w="med" len="med"/>
              <a:tailEnd type="none" w="med" len="med"/>
            </a:ln>
          </p:spPr>
          <p:txBody>
            <a:bodyPr/>
            <a:p>
              <a:endParaRPr lang="zh-CN" altLang="en-US"/>
            </a:p>
          </p:txBody>
        </p:sp>
        <p:sp>
          <p:nvSpPr>
            <p:cNvPr id="121872" name="Freeform 7"/>
            <p:cNvSpPr/>
            <p:nvPr/>
          </p:nvSpPr>
          <p:spPr>
            <a:xfrm>
              <a:off x="1453" y="1244"/>
              <a:ext cx="690" cy="274"/>
            </a:xfrm>
            <a:custGeom>
              <a:avLst/>
              <a:gdLst/>
              <a:ahLst/>
              <a:cxnLst>
                <a:cxn ang="0">
                  <a:pos x="391" y="60"/>
                </a:cxn>
                <a:cxn ang="0">
                  <a:pos x="73" y="30"/>
                </a:cxn>
                <a:cxn ang="0">
                  <a:pos x="88" y="238"/>
                </a:cxn>
                <a:cxn ang="0">
                  <a:pos x="599" y="245"/>
                </a:cxn>
                <a:cxn ang="0">
                  <a:pos x="636" y="75"/>
                </a:cxn>
                <a:cxn ang="0">
                  <a:pos x="391" y="60"/>
                </a:cxn>
              </a:cxnLst>
              <a:pathLst>
                <a:path w="690" h="274">
                  <a:moveTo>
                    <a:pt x="391" y="60"/>
                  </a:moveTo>
                  <a:cubicBezTo>
                    <a:pt x="297" y="52"/>
                    <a:pt x="123" y="0"/>
                    <a:pt x="73" y="30"/>
                  </a:cubicBezTo>
                  <a:cubicBezTo>
                    <a:pt x="23" y="60"/>
                    <a:pt x="0" y="202"/>
                    <a:pt x="88" y="238"/>
                  </a:cubicBezTo>
                  <a:cubicBezTo>
                    <a:pt x="176" y="274"/>
                    <a:pt x="508" y="272"/>
                    <a:pt x="599" y="245"/>
                  </a:cubicBezTo>
                  <a:cubicBezTo>
                    <a:pt x="690" y="218"/>
                    <a:pt x="671" y="106"/>
                    <a:pt x="636" y="75"/>
                  </a:cubicBezTo>
                  <a:cubicBezTo>
                    <a:pt x="601" y="44"/>
                    <a:pt x="485" y="68"/>
                    <a:pt x="391" y="60"/>
                  </a:cubicBezTo>
                  <a:close/>
                </a:path>
              </a:pathLst>
            </a:custGeom>
            <a:solidFill>
              <a:srgbClr val="00FFFF">
                <a:alpha val="100000"/>
              </a:srgbClr>
            </a:solidFill>
            <a:ln w="9525">
              <a:noFill/>
            </a:ln>
          </p:spPr>
          <p:txBody>
            <a:bodyPr/>
            <a:p>
              <a:endParaRPr lang="zh-CN" altLang="en-US"/>
            </a:p>
          </p:txBody>
        </p:sp>
        <p:grpSp>
          <p:nvGrpSpPr>
            <p:cNvPr id="121873" name="Group 8"/>
            <p:cNvGrpSpPr/>
            <p:nvPr/>
          </p:nvGrpSpPr>
          <p:grpSpPr>
            <a:xfrm>
              <a:off x="2167" y="1278"/>
              <a:ext cx="428" cy="198"/>
              <a:chOff x="3600" y="219"/>
              <a:chExt cx="360" cy="175"/>
            </a:xfrm>
          </p:grpSpPr>
          <p:sp>
            <p:nvSpPr>
              <p:cNvPr id="121953" name="Oval 9"/>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21954" name="Line 10"/>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121955" name="Line 11"/>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121956" name="Rectangle 12"/>
              <p:cNvSpPr/>
              <p:nvPr/>
            </p:nvSpPr>
            <p:spPr>
              <a:xfrm>
                <a:off x="3603" y="289"/>
                <a:ext cx="354" cy="5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21957" name="Oval 13"/>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21958" name="Group 14"/>
              <p:cNvGrpSpPr/>
              <p:nvPr/>
            </p:nvGrpSpPr>
            <p:grpSpPr>
              <a:xfrm>
                <a:off x="3686" y="244"/>
                <a:ext cx="177" cy="66"/>
                <a:chOff x="2848" y="848"/>
                <a:chExt cx="140" cy="98"/>
              </a:xfrm>
            </p:grpSpPr>
            <p:sp>
              <p:nvSpPr>
                <p:cNvPr id="121963" name="Line 15"/>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21964" name="Line 16"/>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21965" name="Line 17"/>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121959" name="Group 18"/>
              <p:cNvGrpSpPr/>
              <p:nvPr/>
            </p:nvGrpSpPr>
            <p:grpSpPr>
              <a:xfrm flipV="1">
                <a:off x="3686" y="243"/>
                <a:ext cx="177" cy="66"/>
                <a:chOff x="2848" y="848"/>
                <a:chExt cx="140" cy="98"/>
              </a:xfrm>
            </p:grpSpPr>
            <p:sp>
              <p:nvSpPr>
                <p:cNvPr id="121960" name="Line 19"/>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21961" name="Line 20"/>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21962" name="Line 21"/>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121874" name="Group 22"/>
            <p:cNvGrpSpPr/>
            <p:nvPr/>
          </p:nvGrpSpPr>
          <p:grpSpPr>
            <a:xfrm>
              <a:off x="1015" y="1277"/>
              <a:ext cx="428" cy="198"/>
              <a:chOff x="3600" y="219"/>
              <a:chExt cx="360" cy="175"/>
            </a:xfrm>
          </p:grpSpPr>
          <p:sp>
            <p:nvSpPr>
              <p:cNvPr id="121940" name="Oval 23"/>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21941" name="Line 24"/>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121942" name="Line 25"/>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121943" name="Rectangle 26"/>
              <p:cNvSpPr/>
              <p:nvPr/>
            </p:nvSpPr>
            <p:spPr>
              <a:xfrm>
                <a:off x="3603" y="289"/>
                <a:ext cx="354" cy="5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21944" name="Oval 27"/>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21945" name="Group 28"/>
              <p:cNvGrpSpPr/>
              <p:nvPr/>
            </p:nvGrpSpPr>
            <p:grpSpPr>
              <a:xfrm>
                <a:off x="3686" y="244"/>
                <a:ext cx="177" cy="66"/>
                <a:chOff x="2848" y="848"/>
                <a:chExt cx="140" cy="98"/>
              </a:xfrm>
            </p:grpSpPr>
            <p:sp>
              <p:nvSpPr>
                <p:cNvPr id="121950" name="Line 29"/>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21951" name="Line 30"/>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21952" name="Line 31"/>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121946" name="Group 32"/>
              <p:cNvGrpSpPr/>
              <p:nvPr/>
            </p:nvGrpSpPr>
            <p:grpSpPr>
              <a:xfrm flipV="1">
                <a:off x="3686" y="243"/>
                <a:ext cx="177" cy="66"/>
                <a:chOff x="2848" y="848"/>
                <a:chExt cx="140" cy="98"/>
              </a:xfrm>
            </p:grpSpPr>
            <p:sp>
              <p:nvSpPr>
                <p:cNvPr id="121947" name="Line 33"/>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21948" name="Line 34"/>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21949" name="Line 35"/>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121875" name="Group 36"/>
            <p:cNvGrpSpPr/>
            <p:nvPr/>
          </p:nvGrpSpPr>
          <p:grpSpPr>
            <a:xfrm>
              <a:off x="2159" y="1780"/>
              <a:ext cx="426" cy="198"/>
              <a:chOff x="3600" y="219"/>
              <a:chExt cx="360" cy="175"/>
            </a:xfrm>
          </p:grpSpPr>
          <p:sp>
            <p:nvSpPr>
              <p:cNvPr id="121927" name="Oval 37"/>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21928" name="Line 38"/>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121929" name="Line 39"/>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121930" name="Rectangle 40"/>
              <p:cNvSpPr/>
              <p:nvPr/>
            </p:nvSpPr>
            <p:spPr>
              <a:xfrm>
                <a:off x="3603" y="289"/>
                <a:ext cx="354" cy="5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21931" name="Oval 41"/>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21932" name="Group 42"/>
              <p:cNvGrpSpPr/>
              <p:nvPr/>
            </p:nvGrpSpPr>
            <p:grpSpPr>
              <a:xfrm>
                <a:off x="3686" y="244"/>
                <a:ext cx="177" cy="66"/>
                <a:chOff x="2848" y="848"/>
                <a:chExt cx="140" cy="98"/>
              </a:xfrm>
            </p:grpSpPr>
            <p:sp>
              <p:nvSpPr>
                <p:cNvPr id="121937" name="Line 43"/>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21938" name="Line 44"/>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21939" name="Line 45"/>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121933" name="Group 46"/>
              <p:cNvGrpSpPr/>
              <p:nvPr/>
            </p:nvGrpSpPr>
            <p:grpSpPr>
              <a:xfrm flipV="1">
                <a:off x="3686" y="243"/>
                <a:ext cx="177" cy="66"/>
                <a:chOff x="2848" y="848"/>
                <a:chExt cx="140" cy="98"/>
              </a:xfrm>
            </p:grpSpPr>
            <p:sp>
              <p:nvSpPr>
                <p:cNvPr id="121934" name="Line 47"/>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21935" name="Line 48"/>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21936" name="Line 49"/>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sp>
          <p:nvSpPr>
            <p:cNvPr id="121876" name="Freeform 50"/>
            <p:cNvSpPr/>
            <p:nvPr/>
          </p:nvSpPr>
          <p:spPr>
            <a:xfrm>
              <a:off x="2615" y="1393"/>
              <a:ext cx="805" cy="1"/>
            </a:xfrm>
            <a:custGeom>
              <a:avLst/>
              <a:gdLst/>
              <a:ahLst/>
              <a:cxnLst>
                <a:cxn ang="0">
                  <a:pos x="0" y="0"/>
                </a:cxn>
                <a:cxn ang="0">
                  <a:pos x="805" y="1"/>
                </a:cxn>
              </a:cxnLst>
              <a:pathLst>
                <a:path w="805" h="1">
                  <a:moveTo>
                    <a:pt x="0" y="0"/>
                  </a:moveTo>
                  <a:lnTo>
                    <a:pt x="805" y="1"/>
                  </a:lnTo>
                </a:path>
              </a:pathLst>
            </a:custGeom>
            <a:noFill/>
            <a:ln w="12700" cap="flat" cmpd="sng">
              <a:solidFill>
                <a:schemeClr val="tx1">
                  <a:alpha val="100000"/>
                </a:schemeClr>
              </a:solidFill>
              <a:prstDash val="solid"/>
              <a:round/>
              <a:headEnd type="none" w="med" len="med"/>
              <a:tailEnd type="none" w="med" len="med"/>
            </a:ln>
          </p:spPr>
          <p:txBody>
            <a:bodyPr/>
            <a:p>
              <a:endParaRPr lang="zh-CN" altLang="en-US"/>
            </a:p>
          </p:txBody>
        </p:sp>
        <p:grpSp>
          <p:nvGrpSpPr>
            <p:cNvPr id="121877" name="Group 51"/>
            <p:cNvGrpSpPr/>
            <p:nvPr/>
          </p:nvGrpSpPr>
          <p:grpSpPr>
            <a:xfrm>
              <a:off x="3330" y="1278"/>
              <a:ext cx="428" cy="198"/>
              <a:chOff x="3600" y="219"/>
              <a:chExt cx="360" cy="175"/>
            </a:xfrm>
          </p:grpSpPr>
          <p:sp>
            <p:nvSpPr>
              <p:cNvPr id="121914" name="Oval 52"/>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21915" name="Line 53"/>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121916" name="Line 54"/>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121917" name="Rectangle 55"/>
              <p:cNvSpPr/>
              <p:nvPr/>
            </p:nvSpPr>
            <p:spPr>
              <a:xfrm>
                <a:off x="3603" y="289"/>
                <a:ext cx="354" cy="5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21918" name="Oval 56"/>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21919" name="Group 57"/>
              <p:cNvGrpSpPr/>
              <p:nvPr/>
            </p:nvGrpSpPr>
            <p:grpSpPr>
              <a:xfrm>
                <a:off x="3686" y="244"/>
                <a:ext cx="177" cy="66"/>
                <a:chOff x="2848" y="848"/>
                <a:chExt cx="140" cy="98"/>
              </a:xfrm>
            </p:grpSpPr>
            <p:sp>
              <p:nvSpPr>
                <p:cNvPr id="121924" name="Line 58"/>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21925" name="Line 59"/>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21926" name="Line 60"/>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121920" name="Group 61"/>
              <p:cNvGrpSpPr/>
              <p:nvPr/>
            </p:nvGrpSpPr>
            <p:grpSpPr>
              <a:xfrm flipV="1">
                <a:off x="3686" y="243"/>
                <a:ext cx="177" cy="66"/>
                <a:chOff x="2848" y="848"/>
                <a:chExt cx="140" cy="98"/>
              </a:xfrm>
            </p:grpSpPr>
            <p:sp>
              <p:nvSpPr>
                <p:cNvPr id="121921" name="Line 62"/>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21922" name="Line 63"/>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21923" name="Line 64"/>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sp>
          <p:nvSpPr>
            <p:cNvPr id="121878" name="Freeform 65"/>
            <p:cNvSpPr/>
            <p:nvPr/>
          </p:nvSpPr>
          <p:spPr>
            <a:xfrm>
              <a:off x="223" y="1401"/>
              <a:ext cx="805" cy="1"/>
            </a:xfrm>
            <a:custGeom>
              <a:avLst/>
              <a:gdLst/>
              <a:ahLst/>
              <a:cxnLst>
                <a:cxn ang="0">
                  <a:pos x="0" y="0"/>
                </a:cxn>
                <a:cxn ang="0">
                  <a:pos x="805" y="1"/>
                </a:cxn>
              </a:cxnLst>
              <a:pathLst>
                <a:path w="805" h="1">
                  <a:moveTo>
                    <a:pt x="0" y="0"/>
                  </a:moveTo>
                  <a:lnTo>
                    <a:pt x="805" y="1"/>
                  </a:lnTo>
                </a:path>
              </a:pathLst>
            </a:custGeom>
            <a:noFill/>
            <a:ln w="12700" cap="flat" cmpd="sng">
              <a:solidFill>
                <a:schemeClr val="tx1">
                  <a:alpha val="100000"/>
                </a:schemeClr>
              </a:solidFill>
              <a:prstDash val="solid"/>
              <a:round/>
              <a:headEnd type="none" w="med" len="med"/>
              <a:tailEnd type="none" w="med" len="med"/>
            </a:ln>
          </p:spPr>
          <p:txBody>
            <a:bodyPr/>
            <a:p>
              <a:endParaRPr lang="zh-CN" altLang="en-US"/>
            </a:p>
          </p:txBody>
        </p:sp>
        <p:sp>
          <p:nvSpPr>
            <p:cNvPr id="121879" name="Freeform 66"/>
            <p:cNvSpPr/>
            <p:nvPr/>
          </p:nvSpPr>
          <p:spPr>
            <a:xfrm>
              <a:off x="3763" y="1386"/>
              <a:ext cx="805" cy="1"/>
            </a:xfrm>
            <a:custGeom>
              <a:avLst/>
              <a:gdLst/>
              <a:ahLst/>
              <a:cxnLst>
                <a:cxn ang="0">
                  <a:pos x="0" y="0"/>
                </a:cxn>
                <a:cxn ang="0">
                  <a:pos x="805" y="1"/>
                </a:cxn>
              </a:cxnLst>
              <a:pathLst>
                <a:path w="805" h="1">
                  <a:moveTo>
                    <a:pt x="0" y="0"/>
                  </a:moveTo>
                  <a:lnTo>
                    <a:pt x="805" y="1"/>
                  </a:lnTo>
                </a:path>
              </a:pathLst>
            </a:custGeom>
            <a:noFill/>
            <a:ln w="12700" cap="flat" cmpd="sng">
              <a:solidFill>
                <a:schemeClr val="tx1">
                  <a:alpha val="100000"/>
                </a:schemeClr>
              </a:solidFill>
              <a:prstDash val="solid"/>
              <a:round/>
              <a:headEnd type="none" w="med" len="med"/>
              <a:tailEnd type="none" w="med" len="med"/>
            </a:ln>
          </p:spPr>
          <p:txBody>
            <a:bodyPr/>
            <a:p>
              <a:endParaRPr lang="zh-CN" altLang="en-US"/>
            </a:p>
          </p:txBody>
        </p:sp>
        <p:grpSp>
          <p:nvGrpSpPr>
            <p:cNvPr id="121880" name="Group 67"/>
            <p:cNvGrpSpPr/>
            <p:nvPr/>
          </p:nvGrpSpPr>
          <p:grpSpPr>
            <a:xfrm>
              <a:off x="4840" y="1291"/>
              <a:ext cx="426" cy="198"/>
              <a:chOff x="3600" y="219"/>
              <a:chExt cx="360" cy="175"/>
            </a:xfrm>
          </p:grpSpPr>
          <p:sp>
            <p:nvSpPr>
              <p:cNvPr id="121901" name="Oval 68"/>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21902" name="Line 69"/>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121903" name="Line 70"/>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121904" name="Rectangle 71"/>
              <p:cNvSpPr/>
              <p:nvPr/>
            </p:nvSpPr>
            <p:spPr>
              <a:xfrm>
                <a:off x="3603" y="289"/>
                <a:ext cx="354" cy="5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21905" name="Oval 72"/>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21906" name="Group 73"/>
              <p:cNvGrpSpPr/>
              <p:nvPr/>
            </p:nvGrpSpPr>
            <p:grpSpPr>
              <a:xfrm>
                <a:off x="3686" y="244"/>
                <a:ext cx="177" cy="66"/>
                <a:chOff x="2848" y="848"/>
                <a:chExt cx="140" cy="98"/>
              </a:xfrm>
            </p:grpSpPr>
            <p:sp>
              <p:nvSpPr>
                <p:cNvPr id="121911" name="Line 74"/>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21912" name="Line 75"/>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21913" name="Line 76"/>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121907" name="Group 77"/>
              <p:cNvGrpSpPr/>
              <p:nvPr/>
            </p:nvGrpSpPr>
            <p:grpSpPr>
              <a:xfrm flipV="1">
                <a:off x="3686" y="243"/>
                <a:ext cx="177" cy="66"/>
                <a:chOff x="2848" y="848"/>
                <a:chExt cx="140" cy="98"/>
              </a:xfrm>
            </p:grpSpPr>
            <p:sp>
              <p:nvSpPr>
                <p:cNvPr id="121908" name="Line 78"/>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21909" name="Line 79"/>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21910" name="Line 80"/>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sp>
          <p:nvSpPr>
            <p:cNvPr id="121881" name="Line 81"/>
            <p:cNvSpPr/>
            <p:nvPr/>
          </p:nvSpPr>
          <p:spPr>
            <a:xfrm flipV="1">
              <a:off x="1341" y="1015"/>
              <a:ext cx="392" cy="252"/>
            </a:xfrm>
            <a:prstGeom prst="line">
              <a:avLst/>
            </a:prstGeom>
            <a:ln w="9525" cap="flat" cmpd="sng">
              <a:solidFill>
                <a:schemeClr val="tx1"/>
              </a:solidFill>
              <a:prstDash val="solid"/>
              <a:headEnd type="none" w="med" len="med"/>
              <a:tailEnd type="none" w="med" len="med"/>
            </a:ln>
          </p:spPr>
        </p:sp>
        <p:sp>
          <p:nvSpPr>
            <p:cNvPr id="121882" name="Line 82"/>
            <p:cNvSpPr/>
            <p:nvPr/>
          </p:nvSpPr>
          <p:spPr>
            <a:xfrm flipV="1">
              <a:off x="2497" y="1037"/>
              <a:ext cx="392" cy="252"/>
            </a:xfrm>
            <a:prstGeom prst="line">
              <a:avLst/>
            </a:prstGeom>
            <a:ln w="9525" cap="flat" cmpd="sng">
              <a:solidFill>
                <a:schemeClr val="tx1"/>
              </a:solidFill>
              <a:prstDash val="solid"/>
              <a:headEnd type="none" w="med" len="med"/>
              <a:tailEnd type="none" w="med" len="med"/>
            </a:ln>
          </p:spPr>
        </p:sp>
        <p:sp>
          <p:nvSpPr>
            <p:cNvPr id="121883" name="Line 83"/>
            <p:cNvSpPr/>
            <p:nvPr/>
          </p:nvSpPr>
          <p:spPr>
            <a:xfrm flipV="1">
              <a:off x="3653" y="1059"/>
              <a:ext cx="392" cy="252"/>
            </a:xfrm>
            <a:prstGeom prst="line">
              <a:avLst/>
            </a:prstGeom>
            <a:ln w="9525" cap="flat" cmpd="sng">
              <a:solidFill>
                <a:schemeClr val="tx1"/>
              </a:solidFill>
              <a:prstDash val="solid"/>
              <a:headEnd type="none" w="med" len="med"/>
              <a:tailEnd type="none" w="med" len="med"/>
            </a:ln>
          </p:spPr>
        </p:sp>
        <p:sp>
          <p:nvSpPr>
            <p:cNvPr id="121884" name="Line 84"/>
            <p:cNvSpPr/>
            <p:nvPr/>
          </p:nvSpPr>
          <p:spPr>
            <a:xfrm flipV="1">
              <a:off x="5143" y="1030"/>
              <a:ext cx="392" cy="252"/>
            </a:xfrm>
            <a:prstGeom prst="line">
              <a:avLst/>
            </a:prstGeom>
            <a:ln w="9525" cap="flat" cmpd="sng">
              <a:solidFill>
                <a:schemeClr val="tx1"/>
              </a:solidFill>
              <a:prstDash val="solid"/>
              <a:headEnd type="none" w="med" len="med"/>
              <a:tailEnd type="none" w="med" len="med"/>
            </a:ln>
          </p:spPr>
        </p:sp>
        <p:sp>
          <p:nvSpPr>
            <p:cNvPr id="121885" name="Line 85"/>
            <p:cNvSpPr/>
            <p:nvPr/>
          </p:nvSpPr>
          <p:spPr>
            <a:xfrm>
              <a:off x="5149" y="1503"/>
              <a:ext cx="392" cy="252"/>
            </a:xfrm>
            <a:prstGeom prst="line">
              <a:avLst/>
            </a:prstGeom>
            <a:ln w="9525" cap="flat" cmpd="sng">
              <a:solidFill>
                <a:schemeClr val="tx1"/>
              </a:solidFill>
              <a:prstDash val="solid"/>
              <a:headEnd type="none" w="med" len="med"/>
              <a:tailEnd type="none" w="med" len="med"/>
            </a:ln>
          </p:spPr>
        </p:sp>
        <p:sp>
          <p:nvSpPr>
            <p:cNvPr id="121886" name="Line 86"/>
            <p:cNvSpPr/>
            <p:nvPr/>
          </p:nvSpPr>
          <p:spPr>
            <a:xfrm>
              <a:off x="1348" y="1482"/>
              <a:ext cx="814" cy="414"/>
            </a:xfrm>
            <a:prstGeom prst="line">
              <a:avLst/>
            </a:prstGeom>
            <a:ln w="9525" cap="flat" cmpd="sng">
              <a:solidFill>
                <a:schemeClr val="tx1"/>
              </a:solidFill>
              <a:prstDash val="solid"/>
              <a:headEnd type="none" w="med" len="med"/>
              <a:tailEnd type="none" w="med" len="med"/>
            </a:ln>
          </p:spPr>
        </p:sp>
        <p:sp>
          <p:nvSpPr>
            <p:cNvPr id="121887" name="Freeform 87"/>
            <p:cNvSpPr/>
            <p:nvPr/>
          </p:nvSpPr>
          <p:spPr>
            <a:xfrm rot="1183889">
              <a:off x="1431" y="1577"/>
              <a:ext cx="690" cy="274"/>
            </a:xfrm>
            <a:custGeom>
              <a:avLst/>
              <a:gdLst/>
              <a:ahLst/>
              <a:cxnLst>
                <a:cxn ang="0">
                  <a:pos x="391" y="60"/>
                </a:cxn>
                <a:cxn ang="0">
                  <a:pos x="73" y="30"/>
                </a:cxn>
                <a:cxn ang="0">
                  <a:pos x="88" y="238"/>
                </a:cxn>
                <a:cxn ang="0">
                  <a:pos x="599" y="245"/>
                </a:cxn>
                <a:cxn ang="0">
                  <a:pos x="636" y="75"/>
                </a:cxn>
                <a:cxn ang="0">
                  <a:pos x="391" y="60"/>
                </a:cxn>
              </a:cxnLst>
              <a:pathLst>
                <a:path w="690" h="274">
                  <a:moveTo>
                    <a:pt x="391" y="60"/>
                  </a:moveTo>
                  <a:cubicBezTo>
                    <a:pt x="297" y="52"/>
                    <a:pt x="123" y="0"/>
                    <a:pt x="73" y="30"/>
                  </a:cubicBezTo>
                  <a:cubicBezTo>
                    <a:pt x="23" y="60"/>
                    <a:pt x="0" y="202"/>
                    <a:pt x="88" y="238"/>
                  </a:cubicBezTo>
                  <a:cubicBezTo>
                    <a:pt x="176" y="274"/>
                    <a:pt x="508" y="272"/>
                    <a:pt x="599" y="245"/>
                  </a:cubicBezTo>
                  <a:cubicBezTo>
                    <a:pt x="690" y="218"/>
                    <a:pt x="671" y="106"/>
                    <a:pt x="636" y="75"/>
                  </a:cubicBezTo>
                  <a:cubicBezTo>
                    <a:pt x="601" y="44"/>
                    <a:pt x="485" y="68"/>
                    <a:pt x="391" y="60"/>
                  </a:cubicBezTo>
                  <a:close/>
                </a:path>
              </a:pathLst>
            </a:custGeom>
            <a:solidFill>
              <a:srgbClr val="00FFFF">
                <a:alpha val="100000"/>
              </a:srgbClr>
            </a:solidFill>
            <a:ln w="9525">
              <a:noFill/>
            </a:ln>
          </p:spPr>
          <p:txBody>
            <a:bodyPr/>
            <a:p>
              <a:endParaRPr lang="zh-CN" altLang="en-US"/>
            </a:p>
          </p:txBody>
        </p:sp>
        <p:sp>
          <p:nvSpPr>
            <p:cNvPr id="121888" name="Freeform 88"/>
            <p:cNvSpPr/>
            <p:nvPr/>
          </p:nvSpPr>
          <p:spPr>
            <a:xfrm>
              <a:off x="224" y="1252"/>
              <a:ext cx="690" cy="274"/>
            </a:xfrm>
            <a:custGeom>
              <a:avLst/>
              <a:gdLst/>
              <a:ahLst/>
              <a:cxnLst>
                <a:cxn ang="0">
                  <a:pos x="391" y="60"/>
                </a:cxn>
                <a:cxn ang="0">
                  <a:pos x="73" y="30"/>
                </a:cxn>
                <a:cxn ang="0">
                  <a:pos x="88" y="238"/>
                </a:cxn>
                <a:cxn ang="0">
                  <a:pos x="599" y="245"/>
                </a:cxn>
                <a:cxn ang="0">
                  <a:pos x="636" y="75"/>
                </a:cxn>
                <a:cxn ang="0">
                  <a:pos x="391" y="60"/>
                </a:cxn>
              </a:cxnLst>
              <a:pathLst>
                <a:path w="690" h="274">
                  <a:moveTo>
                    <a:pt x="391" y="60"/>
                  </a:moveTo>
                  <a:cubicBezTo>
                    <a:pt x="297" y="52"/>
                    <a:pt x="123" y="0"/>
                    <a:pt x="73" y="30"/>
                  </a:cubicBezTo>
                  <a:cubicBezTo>
                    <a:pt x="23" y="60"/>
                    <a:pt x="0" y="202"/>
                    <a:pt x="88" y="238"/>
                  </a:cubicBezTo>
                  <a:cubicBezTo>
                    <a:pt x="176" y="274"/>
                    <a:pt x="508" y="272"/>
                    <a:pt x="599" y="245"/>
                  </a:cubicBezTo>
                  <a:cubicBezTo>
                    <a:pt x="690" y="218"/>
                    <a:pt x="671" y="106"/>
                    <a:pt x="636" y="75"/>
                  </a:cubicBezTo>
                  <a:cubicBezTo>
                    <a:pt x="601" y="44"/>
                    <a:pt x="485" y="68"/>
                    <a:pt x="391" y="60"/>
                  </a:cubicBezTo>
                  <a:close/>
                </a:path>
              </a:pathLst>
            </a:custGeom>
            <a:solidFill>
              <a:srgbClr val="00FFFF">
                <a:alpha val="100000"/>
              </a:srgbClr>
            </a:solidFill>
            <a:ln w="9525">
              <a:noFill/>
            </a:ln>
          </p:spPr>
          <p:txBody>
            <a:bodyPr/>
            <a:p>
              <a:endParaRPr lang="zh-CN" altLang="en-US"/>
            </a:p>
          </p:txBody>
        </p:sp>
        <p:sp>
          <p:nvSpPr>
            <p:cNvPr id="121889" name="Freeform 89"/>
            <p:cNvSpPr/>
            <p:nvPr/>
          </p:nvSpPr>
          <p:spPr>
            <a:xfrm>
              <a:off x="2616" y="1244"/>
              <a:ext cx="690" cy="274"/>
            </a:xfrm>
            <a:custGeom>
              <a:avLst/>
              <a:gdLst/>
              <a:ahLst/>
              <a:cxnLst>
                <a:cxn ang="0">
                  <a:pos x="391" y="60"/>
                </a:cxn>
                <a:cxn ang="0">
                  <a:pos x="73" y="30"/>
                </a:cxn>
                <a:cxn ang="0">
                  <a:pos x="88" y="238"/>
                </a:cxn>
                <a:cxn ang="0">
                  <a:pos x="599" y="245"/>
                </a:cxn>
                <a:cxn ang="0">
                  <a:pos x="636" y="75"/>
                </a:cxn>
                <a:cxn ang="0">
                  <a:pos x="391" y="60"/>
                </a:cxn>
              </a:cxnLst>
              <a:pathLst>
                <a:path w="690" h="274">
                  <a:moveTo>
                    <a:pt x="391" y="60"/>
                  </a:moveTo>
                  <a:cubicBezTo>
                    <a:pt x="297" y="52"/>
                    <a:pt x="123" y="0"/>
                    <a:pt x="73" y="30"/>
                  </a:cubicBezTo>
                  <a:cubicBezTo>
                    <a:pt x="23" y="60"/>
                    <a:pt x="0" y="202"/>
                    <a:pt x="88" y="238"/>
                  </a:cubicBezTo>
                  <a:cubicBezTo>
                    <a:pt x="176" y="274"/>
                    <a:pt x="508" y="272"/>
                    <a:pt x="599" y="245"/>
                  </a:cubicBezTo>
                  <a:cubicBezTo>
                    <a:pt x="690" y="218"/>
                    <a:pt x="671" y="106"/>
                    <a:pt x="636" y="75"/>
                  </a:cubicBezTo>
                  <a:cubicBezTo>
                    <a:pt x="601" y="44"/>
                    <a:pt x="485" y="68"/>
                    <a:pt x="391" y="60"/>
                  </a:cubicBezTo>
                  <a:close/>
                </a:path>
              </a:pathLst>
            </a:custGeom>
            <a:solidFill>
              <a:srgbClr val="00FFFF">
                <a:alpha val="100000"/>
              </a:srgbClr>
            </a:solidFill>
            <a:ln w="9525">
              <a:noFill/>
            </a:ln>
          </p:spPr>
          <p:txBody>
            <a:bodyPr/>
            <a:p>
              <a:endParaRPr lang="zh-CN" altLang="en-US"/>
            </a:p>
          </p:txBody>
        </p:sp>
        <p:sp>
          <p:nvSpPr>
            <p:cNvPr id="121890" name="Freeform 90"/>
            <p:cNvSpPr/>
            <p:nvPr/>
          </p:nvSpPr>
          <p:spPr>
            <a:xfrm>
              <a:off x="3764" y="1237"/>
              <a:ext cx="690" cy="274"/>
            </a:xfrm>
            <a:custGeom>
              <a:avLst/>
              <a:gdLst/>
              <a:ahLst/>
              <a:cxnLst>
                <a:cxn ang="0">
                  <a:pos x="391" y="60"/>
                </a:cxn>
                <a:cxn ang="0">
                  <a:pos x="73" y="30"/>
                </a:cxn>
                <a:cxn ang="0">
                  <a:pos x="88" y="238"/>
                </a:cxn>
                <a:cxn ang="0">
                  <a:pos x="599" y="245"/>
                </a:cxn>
                <a:cxn ang="0">
                  <a:pos x="636" y="75"/>
                </a:cxn>
                <a:cxn ang="0">
                  <a:pos x="391" y="60"/>
                </a:cxn>
              </a:cxnLst>
              <a:pathLst>
                <a:path w="690" h="274">
                  <a:moveTo>
                    <a:pt x="391" y="60"/>
                  </a:moveTo>
                  <a:cubicBezTo>
                    <a:pt x="297" y="52"/>
                    <a:pt x="123" y="0"/>
                    <a:pt x="73" y="30"/>
                  </a:cubicBezTo>
                  <a:cubicBezTo>
                    <a:pt x="23" y="60"/>
                    <a:pt x="0" y="202"/>
                    <a:pt x="88" y="238"/>
                  </a:cubicBezTo>
                  <a:cubicBezTo>
                    <a:pt x="176" y="274"/>
                    <a:pt x="508" y="272"/>
                    <a:pt x="599" y="245"/>
                  </a:cubicBezTo>
                  <a:cubicBezTo>
                    <a:pt x="690" y="218"/>
                    <a:pt x="671" y="106"/>
                    <a:pt x="636" y="75"/>
                  </a:cubicBezTo>
                  <a:cubicBezTo>
                    <a:pt x="601" y="44"/>
                    <a:pt x="485" y="68"/>
                    <a:pt x="391" y="60"/>
                  </a:cubicBezTo>
                  <a:close/>
                </a:path>
              </a:pathLst>
            </a:custGeom>
            <a:solidFill>
              <a:srgbClr val="00FFFF">
                <a:alpha val="100000"/>
              </a:srgbClr>
            </a:solidFill>
            <a:ln w="9525">
              <a:noFill/>
            </a:ln>
          </p:spPr>
          <p:txBody>
            <a:bodyPr/>
            <a:p>
              <a:endParaRPr lang="zh-CN" altLang="en-US"/>
            </a:p>
          </p:txBody>
        </p:sp>
        <p:sp>
          <p:nvSpPr>
            <p:cNvPr id="121891" name="Freeform 91"/>
            <p:cNvSpPr/>
            <p:nvPr/>
          </p:nvSpPr>
          <p:spPr>
            <a:xfrm rot="-2589433">
              <a:off x="5070" y="881"/>
              <a:ext cx="690" cy="274"/>
            </a:xfrm>
            <a:custGeom>
              <a:avLst/>
              <a:gdLst/>
              <a:ahLst/>
              <a:cxnLst>
                <a:cxn ang="0">
                  <a:pos x="391" y="60"/>
                </a:cxn>
                <a:cxn ang="0">
                  <a:pos x="73" y="30"/>
                </a:cxn>
                <a:cxn ang="0">
                  <a:pos x="88" y="238"/>
                </a:cxn>
                <a:cxn ang="0">
                  <a:pos x="599" y="245"/>
                </a:cxn>
                <a:cxn ang="0">
                  <a:pos x="636" y="75"/>
                </a:cxn>
                <a:cxn ang="0">
                  <a:pos x="391" y="60"/>
                </a:cxn>
              </a:cxnLst>
              <a:pathLst>
                <a:path w="690" h="274">
                  <a:moveTo>
                    <a:pt x="391" y="60"/>
                  </a:moveTo>
                  <a:cubicBezTo>
                    <a:pt x="297" y="52"/>
                    <a:pt x="123" y="0"/>
                    <a:pt x="73" y="30"/>
                  </a:cubicBezTo>
                  <a:cubicBezTo>
                    <a:pt x="23" y="60"/>
                    <a:pt x="0" y="202"/>
                    <a:pt x="88" y="238"/>
                  </a:cubicBezTo>
                  <a:cubicBezTo>
                    <a:pt x="176" y="274"/>
                    <a:pt x="508" y="272"/>
                    <a:pt x="599" y="245"/>
                  </a:cubicBezTo>
                  <a:cubicBezTo>
                    <a:pt x="690" y="218"/>
                    <a:pt x="671" y="106"/>
                    <a:pt x="636" y="75"/>
                  </a:cubicBezTo>
                  <a:cubicBezTo>
                    <a:pt x="601" y="44"/>
                    <a:pt x="485" y="68"/>
                    <a:pt x="391" y="60"/>
                  </a:cubicBezTo>
                  <a:close/>
                </a:path>
              </a:pathLst>
            </a:custGeom>
            <a:solidFill>
              <a:srgbClr val="00FFFF">
                <a:alpha val="100000"/>
              </a:srgbClr>
            </a:solidFill>
            <a:ln w="9525">
              <a:noFill/>
            </a:ln>
          </p:spPr>
          <p:txBody>
            <a:bodyPr/>
            <a:p>
              <a:endParaRPr lang="zh-CN" altLang="en-US"/>
            </a:p>
          </p:txBody>
        </p:sp>
        <p:sp>
          <p:nvSpPr>
            <p:cNvPr id="121892" name="Text Box 92"/>
            <p:cNvSpPr txBox="1"/>
            <p:nvPr/>
          </p:nvSpPr>
          <p:spPr>
            <a:xfrm>
              <a:off x="409" y="1219"/>
              <a:ext cx="247"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2400" dirty="0">
                  <a:solidFill>
                    <a:srgbClr val="FF0000"/>
                  </a:solidFill>
                  <a:ea typeface="宋体" panose="02010600030101010101" pitchFamily="2" charset="-122"/>
                </a:rPr>
                <a:t>w</a:t>
              </a:r>
              <a:endParaRPr lang="en-US" altLang="zh-CN" sz="1800" dirty="0">
                <a:ea typeface="宋体" panose="02010600030101010101" pitchFamily="2" charset="-122"/>
              </a:endParaRPr>
            </a:p>
          </p:txBody>
        </p:sp>
        <p:sp>
          <p:nvSpPr>
            <p:cNvPr id="121893" name="Text Box 93"/>
            <p:cNvSpPr txBox="1"/>
            <p:nvPr/>
          </p:nvSpPr>
          <p:spPr>
            <a:xfrm>
              <a:off x="1675" y="1249"/>
              <a:ext cx="229"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2400" dirty="0">
                  <a:solidFill>
                    <a:srgbClr val="FF0000"/>
                  </a:solidFill>
                  <a:ea typeface="宋体" panose="02010600030101010101" pitchFamily="2" charset="-122"/>
                </a:rPr>
                <a:t>x</a:t>
              </a:r>
              <a:endParaRPr lang="en-US" altLang="zh-CN" sz="1800" dirty="0">
                <a:ea typeface="宋体" panose="02010600030101010101" pitchFamily="2" charset="-122"/>
              </a:endParaRPr>
            </a:p>
          </p:txBody>
        </p:sp>
        <p:sp>
          <p:nvSpPr>
            <p:cNvPr id="121894" name="Text Box 94"/>
            <p:cNvSpPr txBox="1"/>
            <p:nvPr/>
          </p:nvSpPr>
          <p:spPr>
            <a:xfrm>
              <a:off x="3948" y="1249"/>
              <a:ext cx="216"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2400" dirty="0">
                  <a:solidFill>
                    <a:srgbClr val="FF0000"/>
                  </a:solidFill>
                  <a:ea typeface="宋体" panose="02010600030101010101" pitchFamily="2" charset="-122"/>
                </a:rPr>
                <a:t>y</a:t>
              </a:r>
              <a:endParaRPr lang="en-US" altLang="zh-CN" sz="1800" dirty="0">
                <a:ea typeface="宋体" panose="02010600030101010101" pitchFamily="2" charset="-122"/>
              </a:endParaRPr>
            </a:p>
          </p:txBody>
        </p:sp>
        <p:sp>
          <p:nvSpPr>
            <p:cNvPr id="121895" name="Text Box 95"/>
            <p:cNvSpPr txBox="1"/>
            <p:nvPr/>
          </p:nvSpPr>
          <p:spPr>
            <a:xfrm>
              <a:off x="5310" y="908"/>
              <a:ext cx="219"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2400" dirty="0">
                  <a:solidFill>
                    <a:srgbClr val="FF0000"/>
                  </a:solidFill>
                  <a:ea typeface="宋体" panose="02010600030101010101" pitchFamily="2" charset="-122"/>
                </a:rPr>
                <a:t>z</a:t>
              </a:r>
              <a:endParaRPr lang="en-US" altLang="zh-CN" sz="1800" dirty="0">
                <a:ea typeface="宋体" panose="02010600030101010101" pitchFamily="2" charset="-122"/>
              </a:endParaRPr>
            </a:p>
          </p:txBody>
        </p:sp>
        <p:sp>
          <p:nvSpPr>
            <p:cNvPr id="121896" name="Text Box 96"/>
            <p:cNvSpPr txBox="1"/>
            <p:nvPr/>
          </p:nvSpPr>
          <p:spPr>
            <a:xfrm>
              <a:off x="1076" y="1448"/>
              <a:ext cx="256"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2400" dirty="0">
                  <a:ea typeface="宋体" panose="02010600030101010101" pitchFamily="2" charset="-122"/>
                </a:rPr>
                <a:t>A</a:t>
              </a:r>
              <a:endParaRPr lang="en-US" altLang="zh-CN" sz="2400" dirty="0">
                <a:ea typeface="宋体" panose="02010600030101010101" pitchFamily="2" charset="-122"/>
              </a:endParaRPr>
            </a:p>
          </p:txBody>
        </p:sp>
        <p:sp>
          <p:nvSpPr>
            <p:cNvPr id="121897" name="Text Box 97"/>
            <p:cNvSpPr txBox="1"/>
            <p:nvPr/>
          </p:nvSpPr>
          <p:spPr>
            <a:xfrm>
              <a:off x="2246" y="1952"/>
              <a:ext cx="232"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2400" dirty="0">
                  <a:ea typeface="宋体" panose="02010600030101010101" pitchFamily="2" charset="-122"/>
                </a:rPr>
                <a:t>C</a:t>
              </a:r>
              <a:endParaRPr lang="en-US" altLang="zh-CN" sz="2400" dirty="0">
                <a:ea typeface="宋体" panose="02010600030101010101" pitchFamily="2" charset="-122"/>
              </a:endParaRPr>
            </a:p>
          </p:txBody>
        </p:sp>
        <p:sp>
          <p:nvSpPr>
            <p:cNvPr id="121898" name="Text Box 98"/>
            <p:cNvSpPr txBox="1"/>
            <p:nvPr/>
          </p:nvSpPr>
          <p:spPr>
            <a:xfrm>
              <a:off x="2245" y="1463"/>
              <a:ext cx="255"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2400" dirty="0">
                  <a:ea typeface="宋体" panose="02010600030101010101" pitchFamily="2" charset="-122"/>
                </a:rPr>
                <a:t>D</a:t>
              </a:r>
              <a:endParaRPr lang="en-US" altLang="zh-CN" sz="2400" dirty="0">
                <a:ea typeface="宋体" panose="02010600030101010101" pitchFamily="2" charset="-122"/>
              </a:endParaRPr>
            </a:p>
          </p:txBody>
        </p:sp>
        <p:sp>
          <p:nvSpPr>
            <p:cNvPr id="121899" name="Text Box 99"/>
            <p:cNvSpPr txBox="1"/>
            <p:nvPr/>
          </p:nvSpPr>
          <p:spPr>
            <a:xfrm>
              <a:off x="3401" y="1485"/>
              <a:ext cx="237"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2400" dirty="0">
                  <a:ea typeface="宋体" panose="02010600030101010101" pitchFamily="2" charset="-122"/>
                </a:rPr>
                <a:t>B</a:t>
              </a:r>
              <a:endParaRPr lang="en-US" altLang="zh-CN" sz="2400" dirty="0">
                <a:ea typeface="宋体" panose="02010600030101010101" pitchFamily="2" charset="-122"/>
              </a:endParaRPr>
            </a:p>
          </p:txBody>
        </p:sp>
        <p:sp>
          <p:nvSpPr>
            <p:cNvPr id="121900" name="Line 100"/>
            <p:cNvSpPr/>
            <p:nvPr/>
          </p:nvSpPr>
          <p:spPr>
            <a:xfrm>
              <a:off x="2592" y="1923"/>
              <a:ext cx="477" cy="108"/>
            </a:xfrm>
            <a:prstGeom prst="line">
              <a:avLst/>
            </a:prstGeom>
            <a:ln w="9525" cap="flat" cmpd="sng">
              <a:solidFill>
                <a:schemeClr val="tx1"/>
              </a:solidFill>
              <a:prstDash val="solid"/>
              <a:headEnd type="none" w="med" len="med"/>
              <a:tailEnd type="none" w="med" len="med"/>
            </a:ln>
          </p:spPr>
        </p:sp>
      </p:grpSp>
      <p:sp>
        <p:nvSpPr>
          <p:cNvPr id="121864" name="Text Box 101"/>
          <p:cNvSpPr txBox="1"/>
          <p:nvPr/>
        </p:nvSpPr>
        <p:spPr>
          <a:xfrm>
            <a:off x="298450" y="1049338"/>
            <a:ext cx="2308225" cy="1250950"/>
          </a:xfrm>
          <a:prstGeom prst="rect">
            <a:avLst/>
          </a:prstGeom>
          <a:noFill/>
          <a:ln w="28575" cap="flat" cmpd="sng">
            <a:solidFill>
              <a:srgbClr val="CC0000"/>
            </a:solidFill>
            <a:prstDash val="solid"/>
            <a:miter/>
            <a:headEnd type="none" w="med" len="med"/>
            <a:tailEnd type="none" w="med" len="med"/>
          </a:ln>
        </p:spPr>
        <p:txBody>
          <a:bodyPr lIns="0" tIns="0" rIns="0" bIns="0">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600" b="1" dirty="0">
                <a:solidFill>
                  <a:schemeClr val="accent2"/>
                </a:solidFill>
                <a:ea typeface="宋体" panose="02010600030101010101" pitchFamily="2" charset="-122"/>
              </a:rPr>
              <a:t> Dest     Next  hops</a:t>
            </a:r>
            <a:endParaRPr lang="en-US" altLang="zh-CN" sz="1600" b="1" dirty="0">
              <a:solidFill>
                <a:schemeClr val="accent2"/>
              </a:solidFill>
              <a:ea typeface="宋体" panose="02010600030101010101" pitchFamily="2" charset="-122"/>
            </a:endParaRPr>
          </a:p>
          <a:p>
            <a:pPr marL="0" lvl="0" indent="0">
              <a:spcBef>
                <a:spcPct val="0"/>
              </a:spcBef>
              <a:buClrTx/>
              <a:buSzTx/>
              <a:buFontTx/>
              <a:buNone/>
            </a:pPr>
            <a:r>
              <a:rPr lang="en-US" altLang="zh-CN" sz="1600" b="1" dirty="0">
                <a:ea typeface="宋体" panose="02010600030101010101" pitchFamily="2" charset="-122"/>
              </a:rPr>
              <a:t>   </a:t>
            </a:r>
            <a:r>
              <a:rPr lang="en-US" altLang="zh-CN" sz="1600" b="1" dirty="0">
                <a:solidFill>
                  <a:srgbClr val="FF0000"/>
                </a:solidFill>
                <a:ea typeface="宋体" panose="02010600030101010101" pitchFamily="2" charset="-122"/>
              </a:rPr>
              <a:t>w</a:t>
            </a:r>
            <a:r>
              <a:rPr lang="en-US" altLang="zh-CN" sz="1600" b="1" dirty="0">
                <a:ea typeface="宋体" panose="02010600030101010101" pitchFamily="2" charset="-122"/>
              </a:rPr>
              <a:t>	  -     1</a:t>
            </a:r>
            <a:endParaRPr lang="en-US" altLang="zh-CN" sz="1600" b="1" dirty="0">
              <a:ea typeface="宋体" panose="02010600030101010101" pitchFamily="2" charset="-122"/>
            </a:endParaRPr>
          </a:p>
          <a:p>
            <a:pPr marL="0" lvl="0" indent="0">
              <a:spcBef>
                <a:spcPct val="0"/>
              </a:spcBef>
              <a:buClrTx/>
              <a:buSzTx/>
              <a:buFontTx/>
              <a:buNone/>
            </a:pPr>
            <a:r>
              <a:rPr lang="en-US" altLang="zh-CN" sz="1600" b="1" dirty="0">
                <a:ea typeface="宋体" panose="02010600030101010101" pitchFamily="2" charset="-122"/>
              </a:rPr>
              <a:t>   </a:t>
            </a:r>
            <a:r>
              <a:rPr lang="en-US" altLang="zh-CN" sz="1600" b="1" dirty="0">
                <a:solidFill>
                  <a:srgbClr val="FF0000"/>
                </a:solidFill>
                <a:ea typeface="宋体" panose="02010600030101010101" pitchFamily="2" charset="-122"/>
              </a:rPr>
              <a:t>x</a:t>
            </a:r>
            <a:r>
              <a:rPr lang="en-US" altLang="zh-CN" sz="1600" b="1" dirty="0">
                <a:ea typeface="宋体" panose="02010600030101010101" pitchFamily="2" charset="-122"/>
              </a:rPr>
              <a:t>	  -     1</a:t>
            </a:r>
            <a:endParaRPr lang="en-US" altLang="zh-CN" sz="1600" b="1" dirty="0">
              <a:ea typeface="宋体" panose="02010600030101010101" pitchFamily="2" charset="-122"/>
            </a:endParaRPr>
          </a:p>
          <a:p>
            <a:pPr marL="0" lvl="0" indent="0">
              <a:spcBef>
                <a:spcPct val="0"/>
              </a:spcBef>
              <a:buClrTx/>
              <a:buSzTx/>
              <a:buFontTx/>
              <a:buNone/>
            </a:pPr>
            <a:r>
              <a:rPr lang="en-US" altLang="zh-CN" sz="1600" b="1" dirty="0">
                <a:solidFill>
                  <a:srgbClr val="FF0000"/>
                </a:solidFill>
                <a:ea typeface="宋体" panose="02010600030101010101" pitchFamily="2" charset="-122"/>
              </a:rPr>
              <a:t>   z</a:t>
            </a:r>
            <a:r>
              <a:rPr lang="en-US" altLang="zh-CN" sz="1600" b="1" dirty="0">
                <a:ea typeface="宋体" panose="02010600030101010101" pitchFamily="2" charset="-122"/>
              </a:rPr>
              <a:t>	  C     4</a:t>
            </a:r>
            <a:endParaRPr lang="en-US" altLang="zh-CN" sz="1600" b="1" dirty="0">
              <a:ea typeface="宋体" panose="02010600030101010101" pitchFamily="2" charset="-122"/>
            </a:endParaRPr>
          </a:p>
          <a:p>
            <a:pPr marL="0" lvl="0" indent="0">
              <a:spcBef>
                <a:spcPct val="0"/>
              </a:spcBef>
              <a:buClrTx/>
              <a:buSzTx/>
              <a:buFontTx/>
              <a:buNone/>
            </a:pPr>
            <a:r>
              <a:rPr lang="en-US" altLang="zh-CN" sz="1600" b="1" dirty="0">
                <a:ea typeface="宋体" panose="02010600030101010101" pitchFamily="2" charset="-122"/>
              </a:rPr>
              <a:t>   ….	  …    ...</a:t>
            </a:r>
            <a:endParaRPr lang="en-US" altLang="zh-CN" sz="1600" b="1" dirty="0">
              <a:ea typeface="宋体" panose="02010600030101010101" pitchFamily="2" charset="-122"/>
            </a:endParaRPr>
          </a:p>
        </p:txBody>
      </p:sp>
      <p:sp>
        <p:nvSpPr>
          <p:cNvPr id="121865" name="Text Box 102"/>
          <p:cNvSpPr txBox="1"/>
          <p:nvPr/>
        </p:nvSpPr>
        <p:spPr>
          <a:xfrm>
            <a:off x="3048000" y="1103313"/>
            <a:ext cx="1952625" cy="7016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2000" b="1" dirty="0">
                <a:solidFill>
                  <a:schemeClr val="accent2"/>
                </a:solidFill>
                <a:ea typeface="宋体" panose="02010600030101010101" pitchFamily="2" charset="-122"/>
              </a:rPr>
              <a:t>Advertisement</a:t>
            </a:r>
            <a:endParaRPr lang="en-US" altLang="zh-CN" sz="2000" b="1" dirty="0">
              <a:solidFill>
                <a:schemeClr val="accent2"/>
              </a:solidFill>
              <a:ea typeface="宋体" panose="02010600030101010101" pitchFamily="2" charset="-122"/>
            </a:endParaRPr>
          </a:p>
          <a:p>
            <a:pPr marL="0" lvl="0" indent="0">
              <a:spcBef>
                <a:spcPct val="0"/>
              </a:spcBef>
              <a:buClrTx/>
              <a:buSzTx/>
              <a:buFontTx/>
              <a:buNone/>
            </a:pPr>
            <a:r>
              <a:rPr lang="en-US" altLang="zh-CN" sz="2000" b="1" dirty="0">
                <a:solidFill>
                  <a:schemeClr val="accent2"/>
                </a:solidFill>
                <a:ea typeface="宋体" panose="02010600030101010101" pitchFamily="2" charset="-122"/>
              </a:rPr>
              <a:t>from A to D</a:t>
            </a:r>
            <a:endParaRPr lang="en-US" altLang="zh-CN" sz="1800" dirty="0">
              <a:ea typeface="宋体" panose="02010600030101010101" pitchFamily="2" charset="-122"/>
            </a:endParaRPr>
          </a:p>
        </p:txBody>
      </p:sp>
      <p:sp>
        <p:nvSpPr>
          <p:cNvPr id="121866" name="Line 103"/>
          <p:cNvSpPr/>
          <p:nvPr/>
        </p:nvSpPr>
        <p:spPr>
          <a:xfrm flipH="1">
            <a:off x="2649538" y="1452563"/>
            <a:ext cx="330200" cy="184150"/>
          </a:xfrm>
          <a:prstGeom prst="line">
            <a:avLst/>
          </a:prstGeom>
          <a:ln w="9525" cap="flat" cmpd="sng">
            <a:solidFill>
              <a:schemeClr val="tx1"/>
            </a:solidFill>
            <a:prstDash val="solid"/>
            <a:headEnd type="none" w="med" len="med"/>
            <a:tailEnd type="triangle" w="med" len="med"/>
          </a:ln>
        </p:spPr>
      </p:sp>
      <p:sp>
        <p:nvSpPr>
          <p:cNvPr id="121867" name="Line 104"/>
          <p:cNvSpPr/>
          <p:nvPr/>
        </p:nvSpPr>
        <p:spPr>
          <a:xfrm>
            <a:off x="4140200" y="5249863"/>
            <a:ext cx="354013" cy="244475"/>
          </a:xfrm>
          <a:prstGeom prst="line">
            <a:avLst/>
          </a:prstGeom>
          <a:ln w="19050" cap="flat" cmpd="sng">
            <a:solidFill>
              <a:srgbClr val="FF0000"/>
            </a:solidFill>
            <a:prstDash val="solid"/>
            <a:headEnd type="none" w="med" len="med"/>
            <a:tailEnd type="none" w="med" len="med"/>
          </a:ln>
        </p:spPr>
      </p:sp>
      <p:sp>
        <p:nvSpPr>
          <p:cNvPr id="121868" name="Line 105"/>
          <p:cNvSpPr/>
          <p:nvPr/>
        </p:nvSpPr>
        <p:spPr>
          <a:xfrm flipV="1">
            <a:off x="4127500" y="5238750"/>
            <a:ext cx="354013" cy="280988"/>
          </a:xfrm>
          <a:prstGeom prst="line">
            <a:avLst/>
          </a:prstGeom>
          <a:ln w="19050" cap="flat" cmpd="sng">
            <a:solidFill>
              <a:srgbClr val="FF0000"/>
            </a:solidFill>
            <a:prstDash val="solid"/>
            <a:headEnd type="none" w="med" len="med"/>
            <a:tailEnd type="none" w="med" len="med"/>
          </a:ln>
        </p:spPr>
      </p:sp>
      <p:sp>
        <p:nvSpPr>
          <p:cNvPr id="121869" name="Line 106"/>
          <p:cNvSpPr/>
          <p:nvPr/>
        </p:nvSpPr>
        <p:spPr>
          <a:xfrm>
            <a:off x="6880225" y="5267325"/>
            <a:ext cx="354013" cy="244475"/>
          </a:xfrm>
          <a:prstGeom prst="line">
            <a:avLst/>
          </a:prstGeom>
          <a:ln w="19050" cap="flat" cmpd="sng">
            <a:solidFill>
              <a:srgbClr val="FF0000"/>
            </a:solidFill>
            <a:prstDash val="solid"/>
            <a:headEnd type="none" w="med" len="med"/>
            <a:tailEnd type="none" w="med" len="med"/>
          </a:ln>
        </p:spPr>
      </p:sp>
      <p:sp>
        <p:nvSpPr>
          <p:cNvPr id="121870" name="Line 107"/>
          <p:cNvSpPr/>
          <p:nvPr/>
        </p:nvSpPr>
        <p:spPr>
          <a:xfrm flipV="1">
            <a:off x="6880225" y="5219700"/>
            <a:ext cx="354013" cy="280988"/>
          </a:xfrm>
          <a:prstGeom prst="line">
            <a:avLst/>
          </a:prstGeom>
          <a:ln w="19050" cap="flat" cmpd="sng">
            <a:solidFill>
              <a:srgbClr val="FF0000"/>
            </a:solidFill>
            <a:prstDash val="solid"/>
            <a:headEnd type="none" w="med" len="med"/>
            <a:tailEnd type="none" w="med" len="med"/>
          </a:ln>
        </p:spPr>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82" name="页脚占位符 4"/>
          <p:cNvSpPr txBox="1">
            <a:spLocks noGrp="1"/>
          </p:cNvSpPr>
          <p:nvPr>
            <p:ph type="ftr" sz="quarter" idx="11"/>
          </p:nvPr>
        </p:nvSpPr>
        <p:spPr/>
        <p:txBody>
          <a:bodyPr/>
          <a:p>
            <a:pPr marL="0" indent="0" algn="r">
              <a:spcBef>
                <a:spcPct val="0"/>
              </a:spcBef>
              <a:buClrTx/>
              <a:buSzTx/>
              <a:buFontTx/>
              <a:buNone/>
            </a:pPr>
            <a:r>
              <a:rPr lang="en-US" altLang="zh-CN" sz="1400" dirty="0">
                <a:ea typeface="宋体" panose="02010600030101010101" pitchFamily="2" charset="-122"/>
              </a:rPr>
              <a:t>Network Layer</a:t>
            </a:r>
            <a:endParaRPr lang="en-US" altLang="zh-CN" sz="1400" dirty="0">
              <a:latin typeface="Times New Roman" panose="02020603050405020304" pitchFamily="18" charset="0"/>
              <a:ea typeface="宋体" panose="02010600030101010101" pitchFamily="2" charset="-122"/>
            </a:endParaRPr>
          </a:p>
        </p:txBody>
      </p:sp>
      <p:sp>
        <p:nvSpPr>
          <p:cNvPr id="122883" name="灯片编号占位符 5"/>
          <p:cNvSpPr txBox="1">
            <a:spLocks noGrp="1"/>
          </p:cNvSpPr>
          <p:nvPr>
            <p:ph type="sldNum" sz="quarter" idx="12"/>
          </p:nvPr>
        </p:nvSpPr>
        <p:spPr/>
        <p:txBody>
          <a:bodyPr/>
          <a:p>
            <a:pPr marL="0" indent="0" algn="r">
              <a:spcBef>
                <a:spcPct val="0"/>
              </a:spcBef>
              <a:buClrTx/>
              <a:buSzTx/>
              <a:buFontTx/>
              <a:buNone/>
            </a:pPr>
            <a:r>
              <a:rPr lang="en-US" altLang="zh-CN" sz="1400" dirty="0">
                <a:ea typeface="宋体" panose="02010600030101010101" pitchFamily="2" charset="-122"/>
              </a:rPr>
              <a:t>4-</a:t>
            </a: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122884" name="Rectangle 2"/>
          <p:cNvSpPr>
            <a:spLocks noGrp="1"/>
          </p:cNvSpPr>
          <p:nvPr>
            <p:ph type="title"/>
          </p:nvPr>
        </p:nvSpPr>
        <p:spPr/>
        <p:txBody>
          <a:bodyPr vert="horz" wrap="square" lIns="91440" tIns="45720" rIns="91440" bIns="45720" anchor="ctr" anchorCtr="0"/>
          <a:p>
            <a:r>
              <a:rPr lang="en-US" altLang="zh-CN" sz="3600" dirty="0">
                <a:ea typeface="宋体" panose="02010600030101010101" pitchFamily="2" charset="-122"/>
              </a:rPr>
              <a:t>RIP: Link Failure and Recovery</a:t>
            </a:r>
            <a:r>
              <a:rPr lang="zh-CN" altLang="en-US" sz="3600" dirty="0">
                <a:ea typeface="宋体" panose="02010600030101010101" pitchFamily="2" charset="-122"/>
              </a:rPr>
              <a:t>（略）</a:t>
            </a:r>
            <a:r>
              <a:rPr lang="en-US" altLang="zh-CN" dirty="0">
                <a:ea typeface="宋体" panose="02010600030101010101" pitchFamily="2" charset="-122"/>
              </a:rPr>
              <a:t> </a:t>
            </a:r>
            <a:endParaRPr lang="en-US" altLang="zh-CN" dirty="0">
              <a:ea typeface="宋体" panose="02010600030101010101" pitchFamily="2" charset="-122"/>
            </a:endParaRPr>
          </a:p>
        </p:txBody>
      </p:sp>
      <p:sp>
        <p:nvSpPr>
          <p:cNvPr id="122885" name="Rectangle 3"/>
          <p:cNvSpPr>
            <a:spLocks noGrp="1"/>
          </p:cNvSpPr>
          <p:nvPr>
            <p:ph idx="1"/>
          </p:nvPr>
        </p:nvSpPr>
        <p:spPr>
          <a:xfrm>
            <a:off x="533400" y="1371600"/>
            <a:ext cx="8229600" cy="5181600"/>
          </a:xfrm>
        </p:spPr>
        <p:txBody>
          <a:bodyPr vert="horz" wrap="square" lIns="91440" tIns="45720" rIns="91440" bIns="45720" anchor="t" anchorCtr="0"/>
          <a:p>
            <a:pPr>
              <a:buNone/>
            </a:pPr>
            <a:r>
              <a:rPr lang="en-US" altLang="zh-CN" sz="2400" dirty="0">
                <a:ea typeface="宋体" panose="02010600030101010101" pitchFamily="2" charset="-122"/>
              </a:rPr>
              <a:t>If no advertisement heard after 180 sec --&gt; neighbor/link declared dead</a:t>
            </a:r>
            <a:endParaRPr lang="en-US" altLang="zh-CN" sz="2400" dirty="0">
              <a:ea typeface="宋体" panose="02010600030101010101" pitchFamily="2" charset="-122"/>
            </a:endParaRPr>
          </a:p>
          <a:p>
            <a:pPr lvl="1"/>
            <a:r>
              <a:rPr lang="en-US" altLang="zh-CN" dirty="0">
                <a:ea typeface="宋体" panose="02010600030101010101" pitchFamily="2" charset="-122"/>
              </a:rPr>
              <a:t>routes via neighbor invalidated</a:t>
            </a:r>
            <a:endParaRPr lang="en-US" altLang="zh-CN" dirty="0">
              <a:ea typeface="宋体" panose="02010600030101010101" pitchFamily="2" charset="-122"/>
            </a:endParaRPr>
          </a:p>
          <a:p>
            <a:pPr lvl="1"/>
            <a:r>
              <a:rPr lang="en-US" altLang="zh-CN" dirty="0">
                <a:ea typeface="宋体" panose="02010600030101010101" pitchFamily="2" charset="-122"/>
              </a:rPr>
              <a:t>new advertisements sent to neighbors</a:t>
            </a:r>
            <a:endParaRPr lang="en-US" altLang="zh-CN" dirty="0">
              <a:ea typeface="宋体" panose="02010600030101010101" pitchFamily="2" charset="-122"/>
            </a:endParaRPr>
          </a:p>
          <a:p>
            <a:pPr lvl="1"/>
            <a:r>
              <a:rPr lang="en-US" altLang="zh-CN" dirty="0">
                <a:ea typeface="宋体" panose="02010600030101010101" pitchFamily="2" charset="-122"/>
              </a:rPr>
              <a:t>neighbors in turn send out new advertisements (if tables changed)</a:t>
            </a:r>
            <a:endParaRPr lang="en-US" altLang="zh-CN" dirty="0">
              <a:ea typeface="宋体" panose="02010600030101010101" pitchFamily="2" charset="-122"/>
            </a:endParaRPr>
          </a:p>
          <a:p>
            <a:pPr lvl="1"/>
            <a:r>
              <a:rPr lang="en-US" altLang="zh-CN" dirty="0">
                <a:ea typeface="宋体" panose="02010600030101010101" pitchFamily="2" charset="-122"/>
              </a:rPr>
              <a:t>link failure info quickly (?) propagates to entire net</a:t>
            </a:r>
            <a:endParaRPr lang="en-US" altLang="zh-CN" dirty="0">
              <a:ea typeface="宋体" panose="02010600030101010101" pitchFamily="2" charset="-122"/>
            </a:endParaRPr>
          </a:p>
          <a:p>
            <a:pPr lvl="1"/>
            <a:r>
              <a:rPr lang="en-US" altLang="zh-CN" i="1" dirty="0">
                <a:solidFill>
                  <a:srgbClr val="FF0000"/>
                </a:solidFill>
                <a:ea typeface="宋体" panose="02010600030101010101" pitchFamily="2" charset="-122"/>
              </a:rPr>
              <a:t>poison reverse</a:t>
            </a:r>
            <a:r>
              <a:rPr lang="en-US" altLang="zh-CN" dirty="0">
                <a:ea typeface="宋体" panose="02010600030101010101" pitchFamily="2" charset="-122"/>
              </a:rPr>
              <a:t> used to prevent ping-pong loops (infinite distance = 16 hops)</a:t>
            </a:r>
            <a:endParaRPr lang="en-US" altLang="zh-CN" dirty="0">
              <a:ea typeface="宋体" panose="02010600030101010101" pitchFamily="2" charset="-122"/>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3906" name="页脚占位符 4"/>
          <p:cNvSpPr txBox="1">
            <a:spLocks noGrp="1"/>
          </p:cNvSpPr>
          <p:nvPr>
            <p:ph type="ftr" sz="quarter" idx="11"/>
          </p:nvPr>
        </p:nvSpPr>
        <p:spPr/>
        <p:txBody>
          <a:bodyPr/>
          <a:p>
            <a:pPr marL="0" indent="0" algn="r">
              <a:spcBef>
                <a:spcPct val="0"/>
              </a:spcBef>
              <a:buClrTx/>
              <a:buSzTx/>
              <a:buFontTx/>
              <a:buNone/>
            </a:pPr>
            <a:r>
              <a:rPr lang="en-US" altLang="zh-CN" sz="1400" dirty="0">
                <a:ea typeface="宋体" panose="02010600030101010101" pitchFamily="2" charset="-122"/>
              </a:rPr>
              <a:t>Network Layer</a:t>
            </a:r>
            <a:endParaRPr lang="en-US" altLang="zh-CN" sz="1400" dirty="0">
              <a:latin typeface="Times New Roman" panose="02020603050405020304" pitchFamily="18" charset="0"/>
              <a:ea typeface="宋体" panose="02010600030101010101" pitchFamily="2" charset="-122"/>
            </a:endParaRPr>
          </a:p>
        </p:txBody>
      </p:sp>
      <p:sp>
        <p:nvSpPr>
          <p:cNvPr id="123907" name="灯片编号占位符 5"/>
          <p:cNvSpPr txBox="1">
            <a:spLocks noGrp="1"/>
          </p:cNvSpPr>
          <p:nvPr>
            <p:ph type="sldNum" sz="quarter" idx="12"/>
          </p:nvPr>
        </p:nvSpPr>
        <p:spPr/>
        <p:txBody>
          <a:bodyPr/>
          <a:p>
            <a:pPr marL="0" indent="0" algn="r">
              <a:spcBef>
                <a:spcPct val="0"/>
              </a:spcBef>
              <a:buClrTx/>
              <a:buSzTx/>
              <a:buFontTx/>
              <a:buNone/>
            </a:pPr>
            <a:r>
              <a:rPr lang="en-US" altLang="zh-CN" sz="1400" dirty="0">
                <a:ea typeface="宋体" panose="02010600030101010101" pitchFamily="2" charset="-122"/>
              </a:rPr>
              <a:t>4-</a:t>
            </a: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123908" name="Rectangle 2"/>
          <p:cNvSpPr>
            <a:spLocks noGrp="1"/>
          </p:cNvSpPr>
          <p:nvPr>
            <p:ph type="title"/>
          </p:nvPr>
        </p:nvSpPr>
        <p:spPr/>
        <p:txBody>
          <a:bodyPr vert="horz" wrap="square" lIns="91440" tIns="45720" rIns="91440" bIns="45720" anchor="ctr" anchorCtr="0"/>
          <a:p>
            <a:r>
              <a:rPr lang="en-US" altLang="zh-CN" sz="3600" dirty="0">
                <a:ea typeface="宋体" panose="02010600030101010101" pitchFamily="2" charset="-122"/>
              </a:rPr>
              <a:t>RIP Table processing</a:t>
            </a:r>
            <a:endParaRPr lang="en-US" altLang="zh-CN" sz="3600" dirty="0">
              <a:ea typeface="宋体" panose="02010600030101010101" pitchFamily="2" charset="-122"/>
            </a:endParaRPr>
          </a:p>
        </p:txBody>
      </p:sp>
      <p:sp>
        <p:nvSpPr>
          <p:cNvPr id="123909" name="Rectangle 3"/>
          <p:cNvSpPr>
            <a:spLocks noGrp="1"/>
          </p:cNvSpPr>
          <p:nvPr>
            <p:ph idx="1"/>
          </p:nvPr>
        </p:nvSpPr>
        <p:spPr/>
        <p:txBody>
          <a:bodyPr vert="horz" wrap="square" lIns="91440" tIns="45720" rIns="91440" bIns="45720" anchor="t" anchorCtr="0"/>
          <a:p>
            <a:r>
              <a:rPr lang="en-US" altLang="zh-CN" sz="2400" dirty="0">
                <a:ea typeface="宋体" panose="02010600030101010101" pitchFamily="2" charset="-122"/>
              </a:rPr>
              <a:t>RIP routing tables managed by </a:t>
            </a:r>
            <a:r>
              <a:rPr lang="en-US" altLang="zh-CN" sz="2400" b="1" dirty="0">
                <a:ea typeface="宋体" panose="02010600030101010101" pitchFamily="2" charset="-122"/>
              </a:rPr>
              <a:t>application-level</a:t>
            </a:r>
            <a:r>
              <a:rPr lang="en-US" altLang="zh-CN" sz="2400" dirty="0">
                <a:ea typeface="宋体" panose="02010600030101010101" pitchFamily="2" charset="-122"/>
              </a:rPr>
              <a:t> process called route-d (daemon)</a:t>
            </a:r>
            <a:endParaRPr lang="en-US" altLang="zh-CN" sz="2400" dirty="0">
              <a:ea typeface="宋体" panose="02010600030101010101" pitchFamily="2" charset="-122"/>
            </a:endParaRPr>
          </a:p>
          <a:p>
            <a:r>
              <a:rPr lang="en-US" altLang="zh-CN" sz="2400" dirty="0">
                <a:ea typeface="宋体" panose="02010600030101010101" pitchFamily="2" charset="-122"/>
              </a:rPr>
              <a:t>advertisements sent in UDP packets, periodically repeated</a:t>
            </a:r>
            <a:endParaRPr lang="en-US" altLang="zh-CN" sz="2400" dirty="0">
              <a:ea typeface="宋体" panose="02010600030101010101" pitchFamily="2" charset="-122"/>
            </a:endParaRPr>
          </a:p>
        </p:txBody>
      </p:sp>
      <p:sp>
        <p:nvSpPr>
          <p:cNvPr id="123910" name="Text Box 4"/>
          <p:cNvSpPr txBox="1"/>
          <p:nvPr/>
        </p:nvSpPr>
        <p:spPr>
          <a:xfrm>
            <a:off x="1263650" y="5778500"/>
            <a:ext cx="2655888" cy="376238"/>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physical</a:t>
            </a:r>
            <a:endParaRPr lang="en-US" altLang="zh-CN" sz="1800" dirty="0">
              <a:ea typeface="宋体" panose="02010600030101010101" pitchFamily="2" charset="-122"/>
            </a:endParaRPr>
          </a:p>
        </p:txBody>
      </p:sp>
      <p:sp>
        <p:nvSpPr>
          <p:cNvPr id="123911" name="Text Box 5"/>
          <p:cNvSpPr txBox="1"/>
          <p:nvPr/>
        </p:nvSpPr>
        <p:spPr>
          <a:xfrm>
            <a:off x="1268413" y="5402263"/>
            <a:ext cx="2651125" cy="376237"/>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link</a:t>
            </a:r>
            <a:endParaRPr lang="en-US" altLang="zh-CN" sz="1800" dirty="0">
              <a:ea typeface="宋体" panose="02010600030101010101" pitchFamily="2" charset="-122"/>
            </a:endParaRPr>
          </a:p>
        </p:txBody>
      </p:sp>
      <p:sp>
        <p:nvSpPr>
          <p:cNvPr id="123912" name="Text Box 6"/>
          <p:cNvSpPr txBox="1"/>
          <p:nvPr/>
        </p:nvSpPr>
        <p:spPr>
          <a:xfrm>
            <a:off x="1268413" y="4751388"/>
            <a:ext cx="2651125" cy="650875"/>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network     forwarding</a:t>
            </a:r>
            <a:endParaRPr lang="en-US" altLang="zh-CN" sz="1800" dirty="0">
              <a:ea typeface="宋体" panose="02010600030101010101" pitchFamily="2" charset="-122"/>
            </a:endParaRPr>
          </a:p>
          <a:p>
            <a:pPr marL="0" lvl="0" indent="0">
              <a:spcBef>
                <a:spcPct val="0"/>
              </a:spcBef>
              <a:buClrTx/>
              <a:buSzTx/>
              <a:buFontTx/>
              <a:buNone/>
            </a:pPr>
            <a:r>
              <a:rPr lang="en-US" altLang="zh-CN" sz="1800" dirty="0">
                <a:ea typeface="宋体" panose="02010600030101010101" pitchFamily="2" charset="-122"/>
              </a:rPr>
              <a:t>   (IP)            table</a:t>
            </a:r>
            <a:endParaRPr lang="en-US" altLang="zh-CN" sz="1800" dirty="0">
              <a:ea typeface="宋体" panose="02010600030101010101" pitchFamily="2" charset="-122"/>
            </a:endParaRPr>
          </a:p>
        </p:txBody>
      </p:sp>
      <p:sp>
        <p:nvSpPr>
          <p:cNvPr id="123913" name="Rectangle 7"/>
          <p:cNvSpPr/>
          <p:nvPr/>
        </p:nvSpPr>
        <p:spPr>
          <a:xfrm>
            <a:off x="2527300" y="4787900"/>
            <a:ext cx="1233488" cy="574675"/>
          </a:xfrm>
          <a:prstGeom prst="rect">
            <a:avLst/>
          </a:prstGeom>
          <a:noFill/>
          <a:ln w="9525" cap="flat" cmpd="sng">
            <a:solidFill>
              <a:srgbClr val="FF0000"/>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23914" name="Text Box 8"/>
          <p:cNvSpPr txBox="1"/>
          <p:nvPr/>
        </p:nvSpPr>
        <p:spPr>
          <a:xfrm>
            <a:off x="1268413" y="4100513"/>
            <a:ext cx="2651125" cy="650875"/>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Transprt</a:t>
            </a:r>
            <a:endParaRPr lang="en-US" altLang="zh-CN" sz="1800" dirty="0">
              <a:ea typeface="宋体" panose="02010600030101010101" pitchFamily="2" charset="-122"/>
            </a:endParaRPr>
          </a:p>
          <a:p>
            <a:pPr marL="0" lvl="0" indent="0">
              <a:spcBef>
                <a:spcPct val="0"/>
              </a:spcBef>
              <a:buClrTx/>
              <a:buSzTx/>
              <a:buFontTx/>
              <a:buNone/>
            </a:pPr>
            <a:r>
              <a:rPr lang="en-US" altLang="zh-CN" sz="1800" dirty="0">
                <a:ea typeface="宋体" panose="02010600030101010101" pitchFamily="2" charset="-122"/>
              </a:rPr>
              <a:t>  (UDP)</a:t>
            </a:r>
            <a:endParaRPr lang="en-US" altLang="zh-CN" sz="1800" dirty="0">
              <a:ea typeface="宋体" panose="02010600030101010101" pitchFamily="2" charset="-122"/>
            </a:endParaRPr>
          </a:p>
        </p:txBody>
      </p:sp>
      <p:grpSp>
        <p:nvGrpSpPr>
          <p:cNvPr id="123915" name="Group 9"/>
          <p:cNvGrpSpPr/>
          <p:nvPr/>
        </p:nvGrpSpPr>
        <p:grpSpPr>
          <a:xfrm>
            <a:off x="2112963" y="3346450"/>
            <a:ext cx="1258887" cy="560388"/>
            <a:chOff x="1315" y="2154"/>
            <a:chExt cx="793" cy="353"/>
          </a:xfrm>
        </p:grpSpPr>
        <p:sp>
          <p:nvSpPr>
            <p:cNvPr id="123929" name="Oval 10"/>
            <p:cNvSpPr/>
            <p:nvPr/>
          </p:nvSpPr>
          <p:spPr>
            <a:xfrm>
              <a:off x="1315" y="2154"/>
              <a:ext cx="793" cy="353"/>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23930" name="Text Box 11"/>
            <p:cNvSpPr txBox="1"/>
            <p:nvPr/>
          </p:nvSpPr>
          <p:spPr>
            <a:xfrm>
              <a:off x="1434" y="2211"/>
              <a:ext cx="568"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routed</a:t>
              </a:r>
              <a:endParaRPr lang="en-US" altLang="zh-CN" sz="1800" dirty="0">
                <a:ea typeface="宋体" panose="02010600030101010101" pitchFamily="2" charset="-122"/>
              </a:endParaRPr>
            </a:p>
          </p:txBody>
        </p:sp>
      </p:grpSp>
      <p:sp>
        <p:nvSpPr>
          <p:cNvPr id="123916" name="Line 12"/>
          <p:cNvSpPr/>
          <p:nvPr/>
        </p:nvSpPr>
        <p:spPr>
          <a:xfrm flipV="1">
            <a:off x="2381250" y="3883025"/>
            <a:ext cx="0" cy="2038350"/>
          </a:xfrm>
          <a:prstGeom prst="line">
            <a:avLst/>
          </a:prstGeom>
          <a:ln w="19050" cap="flat" cmpd="sng">
            <a:solidFill>
              <a:schemeClr val="accent2"/>
            </a:solidFill>
            <a:prstDash val="solid"/>
            <a:headEnd type="none" w="med" len="med"/>
            <a:tailEnd type="triangle" w="med" len="med"/>
          </a:ln>
        </p:spPr>
      </p:sp>
      <p:sp>
        <p:nvSpPr>
          <p:cNvPr id="123917" name="Text Box 13"/>
          <p:cNvSpPr txBox="1"/>
          <p:nvPr/>
        </p:nvSpPr>
        <p:spPr>
          <a:xfrm>
            <a:off x="5324475" y="5784850"/>
            <a:ext cx="2655888" cy="376238"/>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r">
              <a:spcBef>
                <a:spcPct val="0"/>
              </a:spcBef>
              <a:buClrTx/>
              <a:buSzTx/>
              <a:buFontTx/>
              <a:buNone/>
            </a:pPr>
            <a:r>
              <a:rPr lang="en-US" altLang="zh-CN" sz="1800" dirty="0">
                <a:ea typeface="宋体" panose="02010600030101010101" pitchFamily="2" charset="-122"/>
              </a:rPr>
              <a:t>physical</a:t>
            </a:r>
            <a:endParaRPr lang="en-US" altLang="zh-CN" sz="1800" dirty="0">
              <a:ea typeface="宋体" panose="02010600030101010101" pitchFamily="2" charset="-122"/>
            </a:endParaRPr>
          </a:p>
        </p:txBody>
      </p:sp>
      <p:sp>
        <p:nvSpPr>
          <p:cNvPr id="123918" name="Text Box 14"/>
          <p:cNvSpPr txBox="1"/>
          <p:nvPr/>
        </p:nvSpPr>
        <p:spPr>
          <a:xfrm>
            <a:off x="5329238" y="5408613"/>
            <a:ext cx="2651125" cy="376237"/>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r">
              <a:spcBef>
                <a:spcPct val="0"/>
              </a:spcBef>
              <a:buClrTx/>
              <a:buSzTx/>
              <a:buFontTx/>
              <a:buNone/>
            </a:pPr>
            <a:r>
              <a:rPr lang="en-US" altLang="zh-CN" sz="1800" dirty="0">
                <a:ea typeface="宋体" panose="02010600030101010101" pitchFamily="2" charset="-122"/>
              </a:rPr>
              <a:t>link</a:t>
            </a:r>
            <a:endParaRPr lang="en-US" altLang="zh-CN" sz="1800" dirty="0">
              <a:ea typeface="宋体" panose="02010600030101010101" pitchFamily="2" charset="-122"/>
            </a:endParaRPr>
          </a:p>
        </p:txBody>
      </p:sp>
      <p:sp>
        <p:nvSpPr>
          <p:cNvPr id="123919" name="Text Box 15"/>
          <p:cNvSpPr txBox="1"/>
          <p:nvPr/>
        </p:nvSpPr>
        <p:spPr>
          <a:xfrm>
            <a:off x="5329238" y="4757738"/>
            <a:ext cx="2651125" cy="650875"/>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r">
              <a:spcBef>
                <a:spcPct val="0"/>
              </a:spcBef>
              <a:buClrTx/>
              <a:buSzTx/>
              <a:buFontTx/>
              <a:buNone/>
            </a:pPr>
            <a:r>
              <a:rPr lang="en-US" altLang="zh-CN" sz="1800" dirty="0">
                <a:ea typeface="宋体" panose="02010600030101010101" pitchFamily="2" charset="-122"/>
              </a:rPr>
              <a:t>network</a:t>
            </a:r>
            <a:endParaRPr lang="en-US" altLang="zh-CN" sz="1800" dirty="0">
              <a:ea typeface="宋体" panose="02010600030101010101" pitchFamily="2" charset="-122"/>
            </a:endParaRPr>
          </a:p>
          <a:p>
            <a:pPr marL="0" lvl="0" indent="0" algn="r">
              <a:spcBef>
                <a:spcPct val="0"/>
              </a:spcBef>
              <a:buClrTx/>
              <a:buSzTx/>
              <a:buFontTx/>
              <a:buNone/>
            </a:pPr>
            <a:r>
              <a:rPr lang="en-US" altLang="zh-CN" sz="1800" dirty="0">
                <a:ea typeface="宋体" panose="02010600030101010101" pitchFamily="2" charset="-122"/>
              </a:rPr>
              <a:t>   (IP)</a:t>
            </a:r>
            <a:endParaRPr lang="en-US" altLang="zh-CN" sz="1800" dirty="0">
              <a:ea typeface="宋体" panose="02010600030101010101" pitchFamily="2" charset="-122"/>
            </a:endParaRPr>
          </a:p>
        </p:txBody>
      </p:sp>
      <p:sp>
        <p:nvSpPr>
          <p:cNvPr id="123920" name="Text Box 16"/>
          <p:cNvSpPr txBox="1"/>
          <p:nvPr/>
        </p:nvSpPr>
        <p:spPr>
          <a:xfrm>
            <a:off x="5329238" y="4106863"/>
            <a:ext cx="2651125" cy="650875"/>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r">
              <a:spcBef>
                <a:spcPct val="0"/>
              </a:spcBef>
              <a:buClrTx/>
              <a:buSzTx/>
              <a:buFontTx/>
              <a:buNone/>
            </a:pPr>
            <a:r>
              <a:rPr lang="en-US" altLang="zh-CN" sz="1800" dirty="0">
                <a:ea typeface="宋体" panose="02010600030101010101" pitchFamily="2" charset="-122"/>
              </a:rPr>
              <a:t>Transprt</a:t>
            </a:r>
            <a:endParaRPr lang="en-US" altLang="zh-CN" sz="1800" dirty="0">
              <a:ea typeface="宋体" panose="02010600030101010101" pitchFamily="2" charset="-122"/>
            </a:endParaRPr>
          </a:p>
          <a:p>
            <a:pPr marL="0" lvl="0" indent="0" algn="r">
              <a:spcBef>
                <a:spcPct val="0"/>
              </a:spcBef>
              <a:buClrTx/>
              <a:buSzTx/>
              <a:buFontTx/>
              <a:buNone/>
            </a:pPr>
            <a:r>
              <a:rPr lang="en-US" altLang="zh-CN" sz="1800" dirty="0">
                <a:ea typeface="宋体" panose="02010600030101010101" pitchFamily="2" charset="-122"/>
              </a:rPr>
              <a:t>  (UDP)</a:t>
            </a:r>
            <a:endParaRPr lang="en-US" altLang="zh-CN" sz="1800" dirty="0">
              <a:ea typeface="宋体" panose="02010600030101010101" pitchFamily="2" charset="-122"/>
            </a:endParaRPr>
          </a:p>
        </p:txBody>
      </p:sp>
      <p:grpSp>
        <p:nvGrpSpPr>
          <p:cNvPr id="123921" name="Group 17"/>
          <p:cNvGrpSpPr/>
          <p:nvPr/>
        </p:nvGrpSpPr>
        <p:grpSpPr>
          <a:xfrm>
            <a:off x="5978525" y="3352800"/>
            <a:ext cx="1258888" cy="560388"/>
            <a:chOff x="1315" y="2154"/>
            <a:chExt cx="793" cy="353"/>
          </a:xfrm>
        </p:grpSpPr>
        <p:sp>
          <p:nvSpPr>
            <p:cNvPr id="123927" name="Oval 18"/>
            <p:cNvSpPr/>
            <p:nvPr/>
          </p:nvSpPr>
          <p:spPr>
            <a:xfrm>
              <a:off x="1315" y="2154"/>
              <a:ext cx="793" cy="353"/>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23928" name="Text Box 19"/>
            <p:cNvSpPr txBox="1"/>
            <p:nvPr/>
          </p:nvSpPr>
          <p:spPr>
            <a:xfrm>
              <a:off x="1434" y="2211"/>
              <a:ext cx="568"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routed</a:t>
              </a:r>
              <a:endParaRPr lang="en-US" altLang="zh-CN" sz="1800" dirty="0">
                <a:ea typeface="宋体" panose="02010600030101010101" pitchFamily="2" charset="-122"/>
              </a:endParaRPr>
            </a:p>
          </p:txBody>
        </p:sp>
      </p:grpSp>
      <p:sp>
        <p:nvSpPr>
          <p:cNvPr id="123922" name="Line 20"/>
          <p:cNvSpPr/>
          <p:nvPr/>
        </p:nvSpPr>
        <p:spPr>
          <a:xfrm flipV="1">
            <a:off x="6784975" y="3925888"/>
            <a:ext cx="0" cy="2038350"/>
          </a:xfrm>
          <a:prstGeom prst="line">
            <a:avLst/>
          </a:prstGeom>
          <a:ln w="19050" cap="flat" cmpd="sng">
            <a:solidFill>
              <a:schemeClr val="accent2"/>
            </a:solidFill>
            <a:prstDash val="solid"/>
            <a:headEnd type="none" w="med" len="med"/>
            <a:tailEnd type="triangle" w="med" len="med"/>
          </a:ln>
        </p:spPr>
      </p:sp>
      <p:sp>
        <p:nvSpPr>
          <p:cNvPr id="123923" name="Rectangle 21"/>
          <p:cNvSpPr/>
          <p:nvPr/>
        </p:nvSpPr>
        <p:spPr>
          <a:xfrm>
            <a:off x="5364163" y="4794250"/>
            <a:ext cx="1233487" cy="574675"/>
          </a:xfrm>
          <a:prstGeom prst="rect">
            <a:avLst/>
          </a:prstGeom>
          <a:noFill/>
          <a:ln w="9525" cap="flat" cmpd="sng">
            <a:solidFill>
              <a:srgbClr val="FF0000"/>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800" dirty="0">
                <a:ea typeface="宋体" panose="02010600030101010101" pitchFamily="2" charset="-122"/>
              </a:rPr>
              <a:t>forwarding</a:t>
            </a:r>
            <a:endParaRPr lang="en-US" altLang="zh-CN" sz="1800" dirty="0">
              <a:ea typeface="宋体" panose="02010600030101010101" pitchFamily="2" charset="-122"/>
            </a:endParaRPr>
          </a:p>
          <a:p>
            <a:pPr marL="0" lvl="0" indent="0" algn="ctr">
              <a:spcBef>
                <a:spcPct val="0"/>
              </a:spcBef>
              <a:buClrTx/>
              <a:buSzTx/>
              <a:buFontTx/>
              <a:buNone/>
            </a:pPr>
            <a:r>
              <a:rPr lang="en-US" altLang="zh-CN" sz="1800" dirty="0">
                <a:ea typeface="宋体" panose="02010600030101010101" pitchFamily="2" charset="-122"/>
              </a:rPr>
              <a:t>table</a:t>
            </a:r>
            <a:endParaRPr lang="en-US" altLang="zh-CN" sz="1800" dirty="0">
              <a:ea typeface="宋体" panose="02010600030101010101" pitchFamily="2" charset="-122"/>
            </a:endParaRPr>
          </a:p>
        </p:txBody>
      </p:sp>
      <p:sp>
        <p:nvSpPr>
          <p:cNvPr id="123924" name="Line 22"/>
          <p:cNvSpPr/>
          <p:nvPr/>
        </p:nvSpPr>
        <p:spPr>
          <a:xfrm>
            <a:off x="2381250" y="5910263"/>
            <a:ext cx="4408488" cy="0"/>
          </a:xfrm>
          <a:prstGeom prst="line">
            <a:avLst/>
          </a:prstGeom>
          <a:ln w="19050" cap="flat" cmpd="sng">
            <a:solidFill>
              <a:schemeClr val="accent2"/>
            </a:solidFill>
            <a:prstDash val="solid"/>
            <a:headEnd type="none" w="med" len="med"/>
            <a:tailEnd type="none" w="med" len="med"/>
          </a:ln>
        </p:spPr>
      </p:sp>
      <p:sp>
        <p:nvSpPr>
          <p:cNvPr id="123925" name="Line 23"/>
          <p:cNvSpPr/>
          <p:nvPr/>
        </p:nvSpPr>
        <p:spPr>
          <a:xfrm>
            <a:off x="2894013" y="3932238"/>
            <a:ext cx="0" cy="866775"/>
          </a:xfrm>
          <a:prstGeom prst="line">
            <a:avLst/>
          </a:prstGeom>
          <a:ln w="19050" cap="flat" cmpd="sng">
            <a:solidFill>
              <a:srgbClr val="FF0000"/>
            </a:solidFill>
            <a:prstDash val="solid"/>
            <a:headEnd type="triangle" w="med" len="med"/>
            <a:tailEnd type="triangle" w="med" len="med"/>
          </a:ln>
        </p:spPr>
      </p:sp>
      <p:sp>
        <p:nvSpPr>
          <p:cNvPr id="123926" name="Line 24"/>
          <p:cNvSpPr/>
          <p:nvPr/>
        </p:nvSpPr>
        <p:spPr>
          <a:xfrm>
            <a:off x="6380163" y="3900488"/>
            <a:ext cx="0" cy="866775"/>
          </a:xfrm>
          <a:prstGeom prst="line">
            <a:avLst/>
          </a:prstGeom>
          <a:ln w="19050" cap="flat" cmpd="sng">
            <a:solidFill>
              <a:srgbClr val="FF0000"/>
            </a:solidFill>
            <a:prstDash val="solid"/>
            <a:headEnd type="triangle" w="med" len="med"/>
            <a:tailEnd type="triangle" w="med" len="med"/>
          </a:ln>
        </p:spPr>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4930" name="页脚占位符 5"/>
          <p:cNvSpPr txBox="1">
            <a:spLocks noGrp="1"/>
          </p:cNvSpPr>
          <p:nvPr>
            <p:ph type="ftr" sz="quarter" idx="11"/>
          </p:nvPr>
        </p:nvSpPr>
        <p:spPr/>
        <p:txBody>
          <a:bodyPr/>
          <a:p>
            <a:pPr marL="0" indent="0" algn="r">
              <a:spcBef>
                <a:spcPct val="0"/>
              </a:spcBef>
              <a:buClrTx/>
              <a:buSzTx/>
              <a:buFontTx/>
              <a:buNone/>
            </a:pPr>
            <a:r>
              <a:rPr lang="en-US" altLang="zh-CN" sz="1400" dirty="0">
                <a:ea typeface="宋体" panose="02010600030101010101" pitchFamily="2" charset="-122"/>
              </a:rPr>
              <a:t>Network Layer</a:t>
            </a:r>
            <a:endParaRPr lang="en-US" altLang="zh-CN" sz="1400" dirty="0">
              <a:latin typeface="Times New Roman" panose="02020603050405020304" pitchFamily="18" charset="0"/>
              <a:ea typeface="宋体" panose="02010600030101010101" pitchFamily="2" charset="-122"/>
            </a:endParaRPr>
          </a:p>
        </p:txBody>
      </p:sp>
      <p:sp>
        <p:nvSpPr>
          <p:cNvPr id="124931" name="灯片编号占位符 6"/>
          <p:cNvSpPr txBox="1">
            <a:spLocks noGrp="1"/>
          </p:cNvSpPr>
          <p:nvPr>
            <p:ph type="sldNum" sz="quarter" idx="12"/>
          </p:nvPr>
        </p:nvSpPr>
        <p:spPr/>
        <p:txBody>
          <a:bodyPr/>
          <a:p>
            <a:pPr marL="0" indent="0" algn="r">
              <a:spcBef>
                <a:spcPct val="0"/>
              </a:spcBef>
              <a:buClrTx/>
              <a:buSzTx/>
              <a:buFontTx/>
              <a:buNone/>
            </a:pPr>
            <a:r>
              <a:rPr lang="en-US" altLang="zh-CN" sz="1400" dirty="0">
                <a:ea typeface="宋体" panose="02010600030101010101" pitchFamily="2" charset="-122"/>
              </a:rPr>
              <a:t>4-</a:t>
            </a: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124932" name="Rectangle 2"/>
          <p:cNvSpPr>
            <a:spLocks noGrp="1"/>
          </p:cNvSpPr>
          <p:nvPr>
            <p:ph type="title"/>
          </p:nvPr>
        </p:nvSpPr>
        <p:spPr/>
        <p:txBody>
          <a:bodyPr vert="horz" wrap="square" lIns="91440" tIns="45720" rIns="91440" bIns="45720" anchor="ctr" anchorCtr="0"/>
          <a:p>
            <a:r>
              <a:rPr lang="en-US" altLang="zh-CN" dirty="0">
                <a:ea typeface="宋体" panose="02010600030101010101" pitchFamily="2" charset="-122"/>
              </a:rPr>
              <a:t>Chapter 4: Network Layer</a:t>
            </a:r>
            <a:endParaRPr lang="en-US" altLang="zh-CN" dirty="0">
              <a:ea typeface="宋体" panose="02010600030101010101" pitchFamily="2" charset="-122"/>
            </a:endParaRPr>
          </a:p>
        </p:txBody>
      </p:sp>
      <p:sp>
        <p:nvSpPr>
          <p:cNvPr id="124933" name="Rectangle 3"/>
          <p:cNvSpPr>
            <a:spLocks noGrp="1"/>
          </p:cNvSpPr>
          <p:nvPr>
            <p:ph sz="half" idx="1"/>
          </p:nvPr>
        </p:nvSpPr>
        <p:spPr/>
        <p:txBody>
          <a:bodyPr vert="horz" wrap="square" lIns="91440" tIns="45720" rIns="91440" bIns="45720" anchor="t" anchorCtr="0"/>
          <a:p>
            <a:pPr>
              <a:buClr>
                <a:schemeClr val="accent2"/>
              </a:buClr>
              <a:buSzPct val="85000"/>
              <a:buFont typeface="ZapfDingbats"/>
            </a:pPr>
            <a:r>
              <a:rPr lang="en-US" altLang="zh-CN" sz="2400" dirty="0">
                <a:ea typeface="宋体" panose="02010600030101010101" pitchFamily="2" charset="-122"/>
              </a:rPr>
              <a:t>4. 1 Introduction</a:t>
            </a:r>
            <a:endParaRPr lang="en-US" altLang="zh-CN" sz="2400" dirty="0">
              <a:ea typeface="宋体" panose="02010600030101010101" pitchFamily="2" charset="-122"/>
            </a:endParaRPr>
          </a:p>
          <a:p>
            <a:pPr>
              <a:buClr>
                <a:schemeClr val="accent2"/>
              </a:buClr>
              <a:buSzPct val="85000"/>
              <a:buFont typeface="ZapfDingbats"/>
            </a:pPr>
            <a:r>
              <a:rPr lang="en-US" altLang="zh-CN" sz="2400" dirty="0">
                <a:ea typeface="宋体" panose="02010600030101010101" pitchFamily="2" charset="-122"/>
              </a:rPr>
              <a:t>4.2 Virtual circuit and datagram networks</a:t>
            </a:r>
            <a:endParaRPr lang="en-US" altLang="zh-CN" sz="2400" dirty="0">
              <a:ea typeface="宋体" panose="02010600030101010101" pitchFamily="2" charset="-122"/>
            </a:endParaRPr>
          </a:p>
          <a:p>
            <a:pPr>
              <a:buClr>
                <a:schemeClr val="accent2"/>
              </a:buClr>
              <a:buSzPct val="85000"/>
              <a:buFont typeface="ZapfDingbats"/>
            </a:pPr>
            <a:r>
              <a:rPr lang="en-US" altLang="zh-CN" sz="2400" dirty="0">
                <a:ea typeface="宋体" panose="02010600030101010101" pitchFamily="2" charset="-122"/>
              </a:rPr>
              <a:t>4.3 What’s inside a router</a:t>
            </a:r>
            <a:endParaRPr lang="en-US" altLang="zh-CN" sz="2400" dirty="0">
              <a:ea typeface="宋体" panose="02010600030101010101" pitchFamily="2" charset="-122"/>
            </a:endParaRPr>
          </a:p>
          <a:p>
            <a:pPr>
              <a:buClr>
                <a:schemeClr val="accent2"/>
              </a:buClr>
              <a:buSzPct val="85000"/>
              <a:buFont typeface="ZapfDingbats"/>
            </a:pPr>
            <a:r>
              <a:rPr lang="en-US" altLang="zh-CN" sz="2400" dirty="0">
                <a:ea typeface="宋体" panose="02010600030101010101" pitchFamily="2" charset="-122"/>
              </a:rPr>
              <a:t>4.4 IP: Internet Protocol</a:t>
            </a:r>
            <a:endParaRPr lang="en-US" altLang="zh-CN" sz="24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Datagram format</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IPv4 addressing</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ICMP</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IPv6</a:t>
            </a:r>
            <a:endParaRPr lang="en-US" altLang="zh-CN" sz="2000" dirty="0">
              <a:ea typeface="宋体" panose="02010600030101010101" pitchFamily="2" charset="-122"/>
            </a:endParaRPr>
          </a:p>
        </p:txBody>
      </p:sp>
      <p:sp>
        <p:nvSpPr>
          <p:cNvPr id="124934" name="Rectangle 4"/>
          <p:cNvSpPr>
            <a:spLocks noGrp="1"/>
          </p:cNvSpPr>
          <p:nvPr>
            <p:ph sz="half" idx="2"/>
          </p:nvPr>
        </p:nvSpPr>
        <p:spPr/>
        <p:txBody>
          <a:bodyPr vert="horz" wrap="square" lIns="91440" tIns="45720" rIns="91440" bIns="45720" anchor="t" anchorCtr="0"/>
          <a:p>
            <a:pPr>
              <a:buClr>
                <a:schemeClr val="accent2"/>
              </a:buClr>
              <a:buSzPct val="85000"/>
              <a:buFont typeface="ZapfDingbats"/>
            </a:pPr>
            <a:r>
              <a:rPr lang="en-US" altLang="zh-CN" sz="2400" dirty="0">
                <a:ea typeface="宋体" panose="02010600030101010101" pitchFamily="2" charset="-122"/>
              </a:rPr>
              <a:t>4.5 Routing algorithms</a:t>
            </a:r>
            <a:endParaRPr lang="en-US" altLang="zh-CN" sz="24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Link state</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Distance Vector</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Hierarchical routing</a:t>
            </a:r>
            <a:endParaRPr lang="en-US" altLang="zh-CN" sz="2000" dirty="0">
              <a:ea typeface="宋体" panose="02010600030101010101" pitchFamily="2" charset="-122"/>
            </a:endParaRPr>
          </a:p>
          <a:p>
            <a:pPr>
              <a:buClr>
                <a:schemeClr val="accent2"/>
              </a:buClr>
              <a:buSzPct val="85000"/>
              <a:buFont typeface="ZapfDingbats"/>
            </a:pPr>
            <a:r>
              <a:rPr lang="en-US" altLang="zh-CN" sz="2400" dirty="0">
                <a:solidFill>
                  <a:srgbClr val="FF0000"/>
                </a:solidFill>
                <a:ea typeface="宋体" panose="02010600030101010101" pitchFamily="2" charset="-122"/>
              </a:rPr>
              <a:t>4.6 Routing in the Internet</a:t>
            </a:r>
            <a:endParaRPr lang="en-US" altLang="zh-CN" sz="2400" dirty="0">
              <a:solidFill>
                <a:srgbClr val="FF0000"/>
              </a:solidFill>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RIP</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solidFill>
                  <a:srgbClr val="FF0000"/>
                </a:solidFill>
                <a:ea typeface="宋体" panose="02010600030101010101" pitchFamily="2" charset="-122"/>
              </a:rPr>
              <a:t>OSPF</a:t>
            </a:r>
            <a:endParaRPr lang="en-US" altLang="zh-CN" sz="2000" dirty="0">
              <a:solidFill>
                <a:srgbClr val="FF0000"/>
              </a:solidFill>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BGP</a:t>
            </a:r>
            <a:endParaRPr lang="en-US" altLang="zh-CN" sz="2000" dirty="0">
              <a:ea typeface="宋体" panose="02010600030101010101" pitchFamily="2" charset="-122"/>
            </a:endParaRPr>
          </a:p>
          <a:p>
            <a:pPr>
              <a:buClr>
                <a:schemeClr val="accent2"/>
              </a:buClr>
              <a:buSzPct val="85000"/>
              <a:buFont typeface="ZapfDingbats"/>
            </a:pPr>
            <a:r>
              <a:rPr lang="en-US" altLang="zh-CN" sz="2400" dirty="0">
                <a:ea typeface="宋体" panose="02010600030101010101" pitchFamily="2" charset="-122"/>
              </a:rPr>
              <a:t>4.7 Broadcast and multicast routing</a:t>
            </a:r>
            <a:endParaRPr lang="en-US" altLang="zh-CN" sz="2400" dirty="0">
              <a:ea typeface="宋体" panose="02010600030101010101" pitchFamily="2" charset="-122"/>
            </a:endParaRPr>
          </a:p>
          <a:p>
            <a:pPr>
              <a:buClr>
                <a:schemeClr val="accent2"/>
              </a:buClr>
              <a:buSzPct val="85000"/>
              <a:buFont typeface="ZapfDingbats"/>
            </a:pPr>
            <a:endParaRPr lang="en-US" altLang="zh-CN" sz="2400" dirty="0">
              <a:ea typeface="宋体" panose="02010600030101010101" pitchFamily="2" charset="-122"/>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5954" name="页脚占位符 4"/>
          <p:cNvSpPr txBox="1">
            <a:spLocks noGrp="1"/>
          </p:cNvSpPr>
          <p:nvPr>
            <p:ph type="ftr" sz="quarter" idx="11"/>
          </p:nvPr>
        </p:nvSpPr>
        <p:spPr/>
        <p:txBody>
          <a:bodyPr/>
          <a:p>
            <a:pPr marL="0" indent="0" algn="r">
              <a:spcBef>
                <a:spcPct val="0"/>
              </a:spcBef>
              <a:buClrTx/>
              <a:buSzTx/>
              <a:buFontTx/>
              <a:buNone/>
            </a:pPr>
            <a:r>
              <a:rPr lang="en-US" altLang="zh-CN" sz="1400" dirty="0">
                <a:ea typeface="宋体" panose="02010600030101010101" pitchFamily="2" charset="-122"/>
              </a:rPr>
              <a:t>Network Layer</a:t>
            </a:r>
            <a:endParaRPr lang="en-US" altLang="zh-CN" sz="1400" dirty="0">
              <a:latin typeface="Times New Roman" panose="02020603050405020304" pitchFamily="18" charset="0"/>
              <a:ea typeface="宋体" panose="02010600030101010101" pitchFamily="2" charset="-122"/>
            </a:endParaRPr>
          </a:p>
        </p:txBody>
      </p:sp>
      <p:sp>
        <p:nvSpPr>
          <p:cNvPr id="125955" name="灯片编号占位符 5"/>
          <p:cNvSpPr txBox="1">
            <a:spLocks noGrp="1"/>
          </p:cNvSpPr>
          <p:nvPr>
            <p:ph type="sldNum" sz="quarter" idx="12"/>
          </p:nvPr>
        </p:nvSpPr>
        <p:spPr/>
        <p:txBody>
          <a:bodyPr/>
          <a:p>
            <a:pPr marL="0" indent="0" algn="r">
              <a:spcBef>
                <a:spcPct val="0"/>
              </a:spcBef>
              <a:buClrTx/>
              <a:buSzTx/>
              <a:buFontTx/>
              <a:buNone/>
            </a:pPr>
            <a:r>
              <a:rPr lang="en-US" altLang="zh-CN" sz="1400" dirty="0">
                <a:ea typeface="宋体" panose="02010600030101010101" pitchFamily="2" charset="-122"/>
              </a:rPr>
              <a:t>4-</a:t>
            </a: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125956" name="Rectangle 2"/>
          <p:cNvSpPr>
            <a:spLocks noGrp="1"/>
          </p:cNvSpPr>
          <p:nvPr>
            <p:ph type="title"/>
          </p:nvPr>
        </p:nvSpPr>
        <p:spPr/>
        <p:txBody>
          <a:bodyPr vert="horz" wrap="square" lIns="91440" tIns="45720" rIns="91440" bIns="45720" anchor="ctr" anchorCtr="0"/>
          <a:p>
            <a:r>
              <a:rPr lang="en-US" altLang="zh-CN" sz="3600" dirty="0">
                <a:ea typeface="宋体" panose="02010600030101010101" pitchFamily="2" charset="-122"/>
              </a:rPr>
              <a:t>OSPF (Open Shortest Path First)</a:t>
            </a:r>
            <a:endParaRPr lang="en-US" altLang="zh-CN" sz="3600" dirty="0">
              <a:ea typeface="宋体" panose="02010600030101010101" pitchFamily="2" charset="-122"/>
            </a:endParaRPr>
          </a:p>
        </p:txBody>
      </p:sp>
      <p:sp>
        <p:nvSpPr>
          <p:cNvPr id="125957" name="Rectangle 3"/>
          <p:cNvSpPr>
            <a:spLocks noGrp="1"/>
          </p:cNvSpPr>
          <p:nvPr>
            <p:ph idx="1"/>
          </p:nvPr>
        </p:nvSpPr>
        <p:spPr>
          <a:xfrm>
            <a:off x="533400" y="1447800"/>
            <a:ext cx="8229600" cy="5105400"/>
          </a:xfrm>
        </p:spPr>
        <p:txBody>
          <a:bodyPr vert="horz" wrap="square" lIns="91440" tIns="45720" rIns="91440" bIns="45720" anchor="t" anchorCtr="0"/>
          <a:p>
            <a:r>
              <a:rPr lang="en-US" altLang="zh-CN" sz="2400" dirty="0">
                <a:ea typeface="宋体" panose="02010600030101010101" pitchFamily="2" charset="-122"/>
              </a:rPr>
              <a:t>“open”: publicly available</a:t>
            </a:r>
            <a:endParaRPr lang="en-US" altLang="zh-CN" sz="2400" dirty="0">
              <a:ea typeface="宋体" panose="02010600030101010101" pitchFamily="2" charset="-122"/>
            </a:endParaRPr>
          </a:p>
          <a:p>
            <a:r>
              <a:rPr lang="en-US" altLang="zh-CN" sz="2400" dirty="0">
                <a:ea typeface="宋体" panose="02010600030101010101" pitchFamily="2" charset="-122"/>
              </a:rPr>
              <a:t>uses Link State algorithm </a:t>
            </a:r>
            <a:endParaRPr lang="en-US" altLang="zh-CN" sz="2400" dirty="0">
              <a:ea typeface="宋体" panose="02010600030101010101" pitchFamily="2" charset="-122"/>
            </a:endParaRPr>
          </a:p>
          <a:p>
            <a:pPr lvl="1"/>
            <a:r>
              <a:rPr lang="en-US" altLang="zh-CN" sz="2000" dirty="0">
                <a:ea typeface="宋体" panose="02010600030101010101" pitchFamily="2" charset="-122"/>
              </a:rPr>
              <a:t>LS packet dissemination</a:t>
            </a:r>
            <a:endParaRPr lang="en-US" altLang="zh-CN" sz="2000" dirty="0">
              <a:ea typeface="宋体" panose="02010600030101010101" pitchFamily="2" charset="-122"/>
            </a:endParaRPr>
          </a:p>
          <a:p>
            <a:pPr lvl="1"/>
            <a:r>
              <a:rPr lang="en-US" altLang="zh-CN" sz="2000" dirty="0">
                <a:ea typeface="宋体" panose="02010600030101010101" pitchFamily="2" charset="-122"/>
              </a:rPr>
              <a:t>topology map at each node</a:t>
            </a:r>
            <a:endParaRPr lang="en-US" altLang="zh-CN" sz="2000" dirty="0">
              <a:ea typeface="宋体" panose="02010600030101010101" pitchFamily="2" charset="-122"/>
            </a:endParaRPr>
          </a:p>
          <a:p>
            <a:pPr lvl="1"/>
            <a:r>
              <a:rPr lang="en-US" altLang="zh-CN" sz="2000" dirty="0">
                <a:ea typeface="宋体" panose="02010600030101010101" pitchFamily="2" charset="-122"/>
              </a:rPr>
              <a:t>route computation using Dijkstra’s algorithm</a:t>
            </a:r>
            <a:endParaRPr lang="en-US" altLang="zh-CN" sz="2000" dirty="0">
              <a:ea typeface="宋体" panose="02010600030101010101" pitchFamily="2" charset="-122"/>
            </a:endParaRPr>
          </a:p>
          <a:p>
            <a:pPr lvl="1"/>
            <a:endParaRPr lang="en-US" altLang="zh-CN" sz="2000" dirty="0">
              <a:ea typeface="宋体" panose="02010600030101010101" pitchFamily="2" charset="-122"/>
            </a:endParaRPr>
          </a:p>
          <a:p>
            <a:r>
              <a:rPr lang="en-US" altLang="zh-CN" sz="2400" dirty="0">
                <a:ea typeface="宋体" panose="02010600030101010101" pitchFamily="2" charset="-122"/>
              </a:rPr>
              <a:t>OSPF advertisement carries one entry per neighbor router</a:t>
            </a:r>
            <a:endParaRPr lang="en-US" altLang="zh-CN" sz="2400" dirty="0">
              <a:ea typeface="宋体" panose="02010600030101010101" pitchFamily="2" charset="-122"/>
            </a:endParaRPr>
          </a:p>
          <a:p>
            <a:r>
              <a:rPr lang="en-US" altLang="zh-CN" sz="2400" dirty="0">
                <a:ea typeface="宋体" panose="02010600030101010101" pitchFamily="2" charset="-122"/>
              </a:rPr>
              <a:t>advertisements disseminated to </a:t>
            </a:r>
            <a:r>
              <a:rPr lang="en-US" altLang="zh-CN" sz="2400" dirty="0">
                <a:solidFill>
                  <a:srgbClr val="FF0000"/>
                </a:solidFill>
                <a:ea typeface="宋体" panose="02010600030101010101" pitchFamily="2" charset="-122"/>
              </a:rPr>
              <a:t>entire</a:t>
            </a:r>
            <a:r>
              <a:rPr lang="en-US" altLang="zh-CN" sz="2400" dirty="0">
                <a:ea typeface="宋体" panose="02010600030101010101" pitchFamily="2" charset="-122"/>
              </a:rPr>
              <a:t> AS (via flooding)</a:t>
            </a:r>
            <a:endParaRPr lang="en-US" altLang="zh-CN" sz="2400" dirty="0">
              <a:ea typeface="宋体" panose="02010600030101010101" pitchFamily="2" charset="-122"/>
            </a:endParaRPr>
          </a:p>
          <a:p>
            <a:pPr lvl="1"/>
            <a:r>
              <a:rPr lang="en-US" altLang="zh-CN" sz="2000" dirty="0">
                <a:ea typeface="宋体" panose="02010600030101010101" pitchFamily="2" charset="-122"/>
              </a:rPr>
              <a:t>carried in OSPF messages directly over IP (rather than TCP or UDP</a:t>
            </a:r>
            <a:endParaRPr lang="en-US" altLang="zh-CN" sz="2800" dirty="0">
              <a:ea typeface="宋体" panose="02010600030101010101" pitchFamily="2" charset="-122"/>
            </a:endParaRP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126978" name="页脚占位符 4"/>
          <p:cNvSpPr txBox="1">
            <a:spLocks noGrp="1"/>
          </p:cNvSpPr>
          <p:nvPr>
            <p:ph type="ftr" sz="quarter" idx="11"/>
          </p:nvPr>
        </p:nvSpPr>
        <p:spPr/>
        <p:txBody>
          <a:bodyPr/>
          <a:p>
            <a:pPr marL="0" indent="0" algn="r">
              <a:spcBef>
                <a:spcPct val="0"/>
              </a:spcBef>
              <a:buClrTx/>
              <a:buSzTx/>
              <a:buFontTx/>
              <a:buNone/>
            </a:pPr>
            <a:r>
              <a:rPr lang="en-US" altLang="zh-CN" sz="1400" dirty="0">
                <a:ea typeface="宋体" panose="02010600030101010101" pitchFamily="2" charset="-122"/>
              </a:rPr>
              <a:t>Network Layer</a:t>
            </a:r>
            <a:endParaRPr lang="en-US" altLang="zh-CN" sz="1400" dirty="0">
              <a:latin typeface="Times New Roman" panose="02020603050405020304" pitchFamily="18" charset="0"/>
              <a:ea typeface="宋体" panose="02010600030101010101" pitchFamily="2" charset="-122"/>
            </a:endParaRPr>
          </a:p>
        </p:txBody>
      </p:sp>
      <p:sp>
        <p:nvSpPr>
          <p:cNvPr id="126979" name="灯片编号占位符 5"/>
          <p:cNvSpPr txBox="1">
            <a:spLocks noGrp="1"/>
          </p:cNvSpPr>
          <p:nvPr>
            <p:ph type="sldNum" sz="quarter" idx="12"/>
          </p:nvPr>
        </p:nvSpPr>
        <p:spPr/>
        <p:txBody>
          <a:bodyPr/>
          <a:p>
            <a:pPr marL="0" indent="0" algn="r">
              <a:spcBef>
                <a:spcPct val="0"/>
              </a:spcBef>
              <a:buClrTx/>
              <a:buSzTx/>
              <a:buFontTx/>
              <a:buNone/>
            </a:pPr>
            <a:r>
              <a:rPr lang="en-US" altLang="zh-CN" sz="1400" dirty="0">
                <a:ea typeface="宋体" panose="02010600030101010101" pitchFamily="2" charset="-122"/>
              </a:rPr>
              <a:t>4-</a:t>
            </a: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126980" name="Rectangle 2"/>
          <p:cNvSpPr>
            <a:spLocks noGrp="1"/>
          </p:cNvSpPr>
          <p:nvPr>
            <p:ph type="title"/>
          </p:nvPr>
        </p:nvSpPr>
        <p:spPr/>
        <p:txBody>
          <a:bodyPr vert="horz" wrap="square" lIns="91440" tIns="45720" rIns="91440" bIns="45720" anchor="ctr" anchorCtr="0"/>
          <a:p>
            <a:r>
              <a:rPr lang="en-US" altLang="zh-CN" sz="3200" dirty="0">
                <a:ea typeface="宋体" panose="02010600030101010101" pitchFamily="2" charset="-122"/>
              </a:rPr>
              <a:t>OSPF “advanced” features (not in RIP)</a:t>
            </a:r>
            <a:endParaRPr lang="en-US" altLang="zh-CN" dirty="0">
              <a:ea typeface="宋体" panose="02010600030101010101" pitchFamily="2" charset="-122"/>
            </a:endParaRPr>
          </a:p>
        </p:txBody>
      </p:sp>
      <p:sp>
        <p:nvSpPr>
          <p:cNvPr id="126981" name="Rectangle 3"/>
          <p:cNvSpPr>
            <a:spLocks noGrp="1"/>
          </p:cNvSpPr>
          <p:nvPr>
            <p:ph idx="1"/>
          </p:nvPr>
        </p:nvSpPr>
        <p:spPr>
          <a:xfrm>
            <a:off x="533400" y="1676400"/>
            <a:ext cx="8229600" cy="4876800"/>
          </a:xfrm>
        </p:spPr>
        <p:txBody>
          <a:bodyPr vert="horz" wrap="square" lIns="91440" tIns="45720" rIns="91440" bIns="45720" anchor="t" anchorCtr="0"/>
          <a:p>
            <a:r>
              <a:rPr lang="en-US" altLang="zh-CN" sz="2400" dirty="0">
                <a:solidFill>
                  <a:srgbClr val="FF0000"/>
                </a:solidFill>
                <a:ea typeface="宋体" panose="02010600030101010101" pitchFamily="2" charset="-122"/>
              </a:rPr>
              <a:t>security:</a:t>
            </a:r>
            <a:r>
              <a:rPr lang="en-US" altLang="zh-CN" sz="2400" dirty="0">
                <a:ea typeface="宋体" panose="02010600030101010101" pitchFamily="2" charset="-122"/>
              </a:rPr>
              <a:t> all OSPF messages authenticated (to prevent malicious intrusion) </a:t>
            </a:r>
            <a:endParaRPr lang="en-US" altLang="zh-CN" sz="2400" dirty="0">
              <a:ea typeface="宋体" panose="02010600030101010101" pitchFamily="2" charset="-122"/>
            </a:endParaRPr>
          </a:p>
          <a:p>
            <a:r>
              <a:rPr lang="en-US" altLang="zh-CN" sz="2400" dirty="0">
                <a:solidFill>
                  <a:srgbClr val="FF0000"/>
                </a:solidFill>
                <a:ea typeface="宋体" panose="02010600030101010101" pitchFamily="2" charset="-122"/>
              </a:rPr>
              <a:t>multi</a:t>
            </a:r>
            <a:r>
              <a:rPr lang="en-US" altLang="zh-CN" sz="2400" dirty="0">
                <a:ea typeface="宋体" panose="02010600030101010101" pitchFamily="2" charset="-122"/>
              </a:rPr>
              <a:t>ple same-cost </a:t>
            </a:r>
            <a:r>
              <a:rPr lang="en-US" altLang="zh-CN" sz="2400" dirty="0">
                <a:solidFill>
                  <a:srgbClr val="FF0000"/>
                </a:solidFill>
                <a:ea typeface="宋体" panose="02010600030101010101" pitchFamily="2" charset="-122"/>
              </a:rPr>
              <a:t>path</a:t>
            </a:r>
            <a:r>
              <a:rPr lang="en-US" altLang="zh-CN" sz="2400" dirty="0">
                <a:ea typeface="宋体" panose="02010600030101010101" pitchFamily="2" charset="-122"/>
              </a:rPr>
              <a:t>s allowed (only one path in RIP)</a:t>
            </a:r>
            <a:endParaRPr lang="en-US" altLang="zh-CN" sz="2400" dirty="0">
              <a:ea typeface="宋体" panose="02010600030101010101" pitchFamily="2" charset="-122"/>
            </a:endParaRPr>
          </a:p>
          <a:p>
            <a:r>
              <a:rPr lang="en-US" altLang="zh-CN" sz="2400" dirty="0">
                <a:ea typeface="宋体" panose="02010600030101010101" pitchFamily="2" charset="-122"/>
              </a:rPr>
              <a:t>For each link, multiple cost metrics for different </a:t>
            </a:r>
            <a:r>
              <a:rPr lang="en-US" altLang="zh-CN" sz="2400" dirty="0">
                <a:solidFill>
                  <a:srgbClr val="FF0000"/>
                </a:solidFill>
                <a:ea typeface="宋体" panose="02010600030101010101" pitchFamily="2" charset="-122"/>
              </a:rPr>
              <a:t>TOS </a:t>
            </a:r>
            <a:r>
              <a:rPr lang="en-US" altLang="zh-CN" sz="2400" dirty="0">
                <a:ea typeface="宋体" panose="02010600030101010101" pitchFamily="2" charset="-122"/>
              </a:rPr>
              <a:t>(e.g., satellite link cost set “low” for best effort; high for real time)</a:t>
            </a:r>
            <a:endParaRPr lang="en-US" altLang="zh-CN" sz="2400" dirty="0">
              <a:ea typeface="宋体" panose="02010600030101010101" pitchFamily="2" charset="-122"/>
            </a:endParaRPr>
          </a:p>
          <a:p>
            <a:r>
              <a:rPr lang="en-US" altLang="zh-CN" sz="2400" dirty="0">
                <a:ea typeface="宋体" panose="02010600030101010101" pitchFamily="2" charset="-122"/>
              </a:rPr>
              <a:t>integrated uni- and </a:t>
            </a:r>
            <a:r>
              <a:rPr lang="en-US" altLang="zh-CN" sz="2400" dirty="0">
                <a:solidFill>
                  <a:srgbClr val="FF0000"/>
                </a:solidFill>
                <a:ea typeface="宋体" panose="02010600030101010101" pitchFamily="2" charset="-122"/>
              </a:rPr>
              <a:t>multicast</a:t>
            </a:r>
            <a:r>
              <a:rPr lang="en-US" altLang="zh-CN" sz="2400" dirty="0">
                <a:ea typeface="宋体" panose="02010600030101010101" pitchFamily="2" charset="-122"/>
              </a:rPr>
              <a:t> support: </a:t>
            </a:r>
            <a:endParaRPr lang="en-US" altLang="zh-CN" sz="2400" dirty="0">
              <a:ea typeface="宋体" panose="02010600030101010101" pitchFamily="2" charset="-122"/>
            </a:endParaRPr>
          </a:p>
          <a:p>
            <a:pPr lvl="1"/>
            <a:r>
              <a:rPr lang="en-US" altLang="zh-CN" dirty="0">
                <a:ea typeface="宋体" panose="02010600030101010101" pitchFamily="2" charset="-122"/>
              </a:rPr>
              <a:t>Multicast OSPF (MOSPF) uses same topology data base as OSPF</a:t>
            </a:r>
            <a:endParaRPr lang="en-US" altLang="zh-CN" dirty="0">
              <a:ea typeface="宋体" panose="02010600030101010101" pitchFamily="2" charset="-122"/>
            </a:endParaRPr>
          </a:p>
          <a:p>
            <a:r>
              <a:rPr lang="en-US" altLang="zh-CN" sz="2400" dirty="0">
                <a:solidFill>
                  <a:srgbClr val="FF0000"/>
                </a:solidFill>
                <a:ea typeface="宋体" panose="02010600030101010101" pitchFamily="2" charset="-122"/>
              </a:rPr>
              <a:t>hierarchical</a:t>
            </a:r>
            <a:r>
              <a:rPr lang="en-US" altLang="zh-CN" sz="2400" dirty="0">
                <a:ea typeface="宋体" panose="02010600030101010101" pitchFamily="2" charset="-122"/>
              </a:rPr>
              <a:t> OSPF in large domains.</a:t>
            </a:r>
            <a:endParaRPr lang="en-US" altLang="zh-CN" sz="2400" dirty="0">
              <a:ea typeface="宋体" panose="02010600030101010101" pitchFamily="2" charset="-122"/>
            </a:endParaRPr>
          </a:p>
          <a:p>
            <a:endParaRPr lang="en-US" altLang="zh-CN" sz="2400" dirty="0">
              <a:ea typeface="宋体" panose="02010600030101010101" pitchFamily="2" charset="-122"/>
            </a:endParaRPr>
          </a:p>
        </p:txBody>
      </p:sp>
    </p:spTree>
  </p:cSld>
  <p:clrMapOvr>
    <a:masterClrMapping/>
  </p:clrMapOvr>
  <p:transition spd="slow"/>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8002" name="页脚占位符 4"/>
          <p:cNvSpPr txBox="1">
            <a:spLocks noGrp="1"/>
          </p:cNvSpPr>
          <p:nvPr>
            <p:ph type="ftr" sz="quarter" idx="11"/>
          </p:nvPr>
        </p:nvSpPr>
        <p:spPr/>
        <p:txBody>
          <a:bodyPr/>
          <a:p>
            <a:pPr marL="0" indent="0" algn="r">
              <a:spcBef>
                <a:spcPct val="0"/>
              </a:spcBef>
              <a:buClrTx/>
              <a:buSzTx/>
              <a:buFontTx/>
              <a:buNone/>
            </a:pPr>
            <a:r>
              <a:rPr lang="en-US" altLang="zh-CN" sz="1400" dirty="0">
                <a:ea typeface="宋体" panose="02010600030101010101" pitchFamily="2" charset="-122"/>
              </a:rPr>
              <a:t>Network Layer</a:t>
            </a:r>
            <a:endParaRPr lang="en-US" altLang="zh-CN" sz="1400" dirty="0">
              <a:latin typeface="Times New Roman" panose="02020603050405020304" pitchFamily="18" charset="0"/>
              <a:ea typeface="宋体" panose="02010600030101010101" pitchFamily="2" charset="-122"/>
            </a:endParaRPr>
          </a:p>
        </p:txBody>
      </p:sp>
      <p:sp>
        <p:nvSpPr>
          <p:cNvPr id="128003" name="灯片编号占位符 5"/>
          <p:cNvSpPr txBox="1">
            <a:spLocks noGrp="1"/>
          </p:cNvSpPr>
          <p:nvPr>
            <p:ph type="sldNum" sz="quarter" idx="12"/>
          </p:nvPr>
        </p:nvSpPr>
        <p:spPr/>
        <p:txBody>
          <a:bodyPr/>
          <a:p>
            <a:pPr marL="0" indent="0" algn="r">
              <a:spcBef>
                <a:spcPct val="0"/>
              </a:spcBef>
              <a:buClrTx/>
              <a:buSzTx/>
              <a:buFontTx/>
              <a:buNone/>
            </a:pPr>
            <a:r>
              <a:rPr lang="en-US" altLang="zh-CN" sz="1400" dirty="0">
                <a:ea typeface="宋体" panose="02010600030101010101" pitchFamily="2" charset="-122"/>
              </a:rPr>
              <a:t>4-</a:t>
            </a: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128004" name="Rectangle 2"/>
          <p:cNvSpPr>
            <a:spLocks noGrp="1"/>
          </p:cNvSpPr>
          <p:nvPr>
            <p:ph type="title"/>
          </p:nvPr>
        </p:nvSpPr>
        <p:spPr>
          <a:xfrm>
            <a:off x="762000" y="381000"/>
            <a:ext cx="7772400" cy="1143000"/>
          </a:xfrm>
        </p:spPr>
        <p:txBody>
          <a:bodyPr vert="horz" wrap="square" lIns="91440" tIns="45720" rIns="91440" bIns="45720" anchor="ctr" anchorCtr="0"/>
          <a:p>
            <a:r>
              <a:rPr lang="en-US" altLang="zh-CN" sz="3600" dirty="0">
                <a:ea typeface="宋体" panose="02010600030101010101" pitchFamily="2" charset="-122"/>
              </a:rPr>
              <a:t>Hierarchical OSPF</a:t>
            </a:r>
            <a:endParaRPr lang="en-US" altLang="zh-CN" dirty="0">
              <a:ea typeface="宋体" panose="02010600030101010101" pitchFamily="2" charset="-122"/>
            </a:endParaRPr>
          </a:p>
        </p:txBody>
      </p:sp>
      <p:pic>
        <p:nvPicPr>
          <p:cNvPr id="128005" name="Picture 3"/>
          <p:cNvPicPr>
            <a:picLocks noChangeAspect="1"/>
          </p:cNvPicPr>
          <p:nvPr/>
        </p:nvPicPr>
        <p:blipFill>
          <a:blip r:embed="rId1"/>
          <a:stretch>
            <a:fillRect/>
          </a:stretch>
        </p:blipFill>
        <p:spPr>
          <a:xfrm>
            <a:off x="1084263" y="1341438"/>
            <a:ext cx="7315200" cy="4733925"/>
          </a:xfrm>
          <a:prstGeom prst="rect">
            <a:avLst/>
          </a:prstGeom>
          <a:noFill/>
          <a:ln w="9525">
            <a:noFill/>
          </a:ln>
        </p:spPr>
      </p:pic>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9026" name="页脚占位符 4"/>
          <p:cNvSpPr txBox="1">
            <a:spLocks noGrp="1"/>
          </p:cNvSpPr>
          <p:nvPr>
            <p:ph type="ftr" sz="quarter" idx="11"/>
          </p:nvPr>
        </p:nvSpPr>
        <p:spPr/>
        <p:txBody>
          <a:bodyPr/>
          <a:p>
            <a:pPr marL="0" indent="0" algn="r">
              <a:spcBef>
                <a:spcPct val="0"/>
              </a:spcBef>
              <a:buClrTx/>
              <a:buSzTx/>
              <a:buFontTx/>
              <a:buNone/>
            </a:pPr>
            <a:r>
              <a:rPr lang="en-US" altLang="zh-CN" sz="1400" dirty="0">
                <a:ea typeface="宋体" panose="02010600030101010101" pitchFamily="2" charset="-122"/>
              </a:rPr>
              <a:t>Network Layer</a:t>
            </a:r>
            <a:endParaRPr lang="en-US" altLang="zh-CN" sz="1400" dirty="0">
              <a:latin typeface="Times New Roman" panose="02020603050405020304" pitchFamily="18" charset="0"/>
              <a:ea typeface="宋体" panose="02010600030101010101" pitchFamily="2" charset="-122"/>
            </a:endParaRPr>
          </a:p>
        </p:txBody>
      </p:sp>
      <p:sp>
        <p:nvSpPr>
          <p:cNvPr id="129027" name="灯片编号占位符 5"/>
          <p:cNvSpPr txBox="1">
            <a:spLocks noGrp="1"/>
          </p:cNvSpPr>
          <p:nvPr>
            <p:ph type="sldNum" sz="quarter" idx="12"/>
          </p:nvPr>
        </p:nvSpPr>
        <p:spPr/>
        <p:txBody>
          <a:bodyPr/>
          <a:p>
            <a:pPr marL="0" indent="0" algn="r">
              <a:spcBef>
                <a:spcPct val="0"/>
              </a:spcBef>
              <a:buClrTx/>
              <a:buSzTx/>
              <a:buFontTx/>
              <a:buNone/>
            </a:pPr>
            <a:r>
              <a:rPr lang="en-US" altLang="zh-CN" sz="1400" dirty="0">
                <a:ea typeface="宋体" panose="02010600030101010101" pitchFamily="2" charset="-122"/>
              </a:rPr>
              <a:t>4-</a:t>
            </a: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129028" name="Rectangle 2"/>
          <p:cNvSpPr>
            <a:spLocks noGrp="1"/>
          </p:cNvSpPr>
          <p:nvPr>
            <p:ph type="title"/>
          </p:nvPr>
        </p:nvSpPr>
        <p:spPr/>
        <p:txBody>
          <a:bodyPr vert="horz" wrap="square" lIns="91440" tIns="45720" rIns="91440" bIns="45720" anchor="ctr" anchorCtr="0"/>
          <a:p>
            <a:r>
              <a:rPr lang="en-US" altLang="zh-CN" sz="3600" dirty="0">
                <a:ea typeface="宋体" panose="02010600030101010101" pitchFamily="2" charset="-122"/>
              </a:rPr>
              <a:t>Hierarchical OSPF</a:t>
            </a:r>
            <a:endParaRPr lang="en-US" altLang="zh-CN" dirty="0">
              <a:ea typeface="宋体" panose="02010600030101010101" pitchFamily="2" charset="-122"/>
            </a:endParaRPr>
          </a:p>
        </p:txBody>
      </p:sp>
      <p:sp>
        <p:nvSpPr>
          <p:cNvPr id="129029" name="Rectangle 3"/>
          <p:cNvSpPr>
            <a:spLocks noGrp="1"/>
          </p:cNvSpPr>
          <p:nvPr>
            <p:ph idx="1"/>
          </p:nvPr>
        </p:nvSpPr>
        <p:spPr>
          <a:xfrm>
            <a:off x="520700" y="1468438"/>
            <a:ext cx="8229600" cy="4008437"/>
          </a:xfrm>
        </p:spPr>
        <p:txBody>
          <a:bodyPr vert="horz" wrap="square" lIns="91440" tIns="45720" rIns="91440" bIns="45720" anchor="t" anchorCtr="0"/>
          <a:p>
            <a:r>
              <a:rPr lang="en-US" altLang="zh-CN" sz="2400" dirty="0">
                <a:solidFill>
                  <a:srgbClr val="FF0000"/>
                </a:solidFill>
                <a:ea typeface="宋体" panose="02010600030101010101" pitchFamily="2" charset="-122"/>
              </a:rPr>
              <a:t>two-level hierarchy:</a:t>
            </a:r>
            <a:r>
              <a:rPr lang="en-US" altLang="zh-CN" sz="2400" dirty="0">
                <a:ea typeface="宋体" panose="02010600030101010101" pitchFamily="2" charset="-122"/>
              </a:rPr>
              <a:t> local area, backbone.</a:t>
            </a:r>
            <a:endParaRPr lang="en-US" altLang="zh-CN" sz="2400" dirty="0">
              <a:ea typeface="宋体" panose="02010600030101010101" pitchFamily="2" charset="-122"/>
            </a:endParaRPr>
          </a:p>
          <a:p>
            <a:pPr lvl="1"/>
            <a:r>
              <a:rPr lang="en-US" altLang="zh-CN" dirty="0">
                <a:ea typeface="宋体" panose="02010600030101010101" pitchFamily="2" charset="-122"/>
              </a:rPr>
              <a:t>Link-state advertisements only in area </a:t>
            </a:r>
            <a:endParaRPr lang="en-US" altLang="zh-CN" dirty="0">
              <a:ea typeface="宋体" panose="02010600030101010101" pitchFamily="2" charset="-122"/>
            </a:endParaRPr>
          </a:p>
          <a:p>
            <a:pPr lvl="1"/>
            <a:r>
              <a:rPr lang="en-US" altLang="zh-CN" dirty="0">
                <a:ea typeface="宋体" panose="02010600030101010101" pitchFamily="2" charset="-122"/>
              </a:rPr>
              <a:t>each nodes has detailed area topology; only know direction (shortest path) to nets in other areas.</a:t>
            </a:r>
            <a:endParaRPr lang="en-US" altLang="zh-CN" sz="2000" dirty="0">
              <a:ea typeface="宋体" panose="02010600030101010101" pitchFamily="2" charset="-122"/>
            </a:endParaRPr>
          </a:p>
          <a:p>
            <a:r>
              <a:rPr lang="en-US" altLang="zh-CN" sz="2400" i="1" u="sng" dirty="0">
                <a:solidFill>
                  <a:srgbClr val="FF0000"/>
                </a:solidFill>
                <a:ea typeface="宋体" panose="02010600030101010101" pitchFamily="2" charset="-122"/>
              </a:rPr>
              <a:t>area border routers:</a:t>
            </a:r>
            <a:r>
              <a:rPr lang="en-US" altLang="zh-CN" sz="2400" b="1" dirty="0">
                <a:solidFill>
                  <a:schemeClr val="accent2"/>
                </a:solidFill>
                <a:ea typeface="宋体" panose="02010600030101010101" pitchFamily="2" charset="-122"/>
              </a:rPr>
              <a:t> </a:t>
            </a:r>
            <a:r>
              <a:rPr lang="en-US" altLang="zh-CN" sz="2400" dirty="0">
                <a:ea typeface="宋体" panose="02010600030101010101" pitchFamily="2" charset="-122"/>
              </a:rPr>
              <a:t>“summarize” distances  to nets in own area, advertise to other Area Border routers.</a:t>
            </a:r>
            <a:endParaRPr lang="en-US" altLang="zh-CN" sz="2400" dirty="0">
              <a:ea typeface="宋体" panose="02010600030101010101" pitchFamily="2" charset="-122"/>
            </a:endParaRPr>
          </a:p>
          <a:p>
            <a:r>
              <a:rPr lang="en-US" altLang="zh-CN" sz="2400" i="1" u="sng" dirty="0">
                <a:solidFill>
                  <a:srgbClr val="FF0000"/>
                </a:solidFill>
                <a:ea typeface="宋体" panose="02010600030101010101" pitchFamily="2" charset="-122"/>
              </a:rPr>
              <a:t>backbone routers:</a:t>
            </a:r>
            <a:r>
              <a:rPr lang="en-US" altLang="zh-CN" sz="2400" dirty="0">
                <a:ea typeface="宋体" panose="02010600030101010101" pitchFamily="2" charset="-122"/>
              </a:rPr>
              <a:t> run OSPF routing limited to backbone.</a:t>
            </a:r>
            <a:endParaRPr lang="en-US" altLang="zh-CN" sz="2400" dirty="0">
              <a:ea typeface="宋体" panose="02010600030101010101" pitchFamily="2" charset="-122"/>
            </a:endParaRPr>
          </a:p>
          <a:p>
            <a:r>
              <a:rPr lang="en-US" altLang="zh-CN" sz="2400" i="1" u="sng" dirty="0">
                <a:solidFill>
                  <a:srgbClr val="FF0000"/>
                </a:solidFill>
                <a:ea typeface="宋体" panose="02010600030101010101" pitchFamily="2" charset="-122"/>
              </a:rPr>
              <a:t>boundary routers:</a:t>
            </a:r>
            <a:r>
              <a:rPr lang="en-US" altLang="zh-CN" sz="2400" dirty="0">
                <a:ea typeface="宋体" panose="02010600030101010101" pitchFamily="2" charset="-122"/>
              </a:rPr>
              <a:t> connect to other AS’s.</a:t>
            </a:r>
            <a:endParaRPr lang="en-US" altLang="zh-CN" sz="2000" dirty="0">
              <a:ea typeface="宋体" panose="02010600030101010101" pitchFamily="2" charset="-122"/>
            </a:endParaRPr>
          </a:p>
          <a:p>
            <a:endParaRPr lang="en-US" altLang="zh-CN" sz="2000" dirty="0">
              <a:ea typeface="宋体" panose="02010600030101010101" pitchFamily="2" charset="-122"/>
            </a:endParaRP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0" name="图片 99"/>
          <p:cNvPicPr/>
          <p:nvPr>
            <p:custDataLst>
              <p:tags r:id="rId1"/>
            </p:custDataLst>
          </p:nvPr>
        </p:nvPicPr>
        <p:blipFill>
          <a:blip r:embed="rId2"/>
          <a:stretch>
            <a:fillRect/>
          </a:stretch>
        </p:blipFill>
        <p:spPr>
          <a:xfrm>
            <a:off x="210185" y="0"/>
            <a:ext cx="8724265" cy="6196965"/>
          </a:xfrm>
          <a:prstGeom prst="rect">
            <a:avLst/>
          </a:prstGeom>
          <a:noFill/>
          <a:ln w="9525">
            <a:noFill/>
          </a:ln>
        </p:spPr>
      </p:pic>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0050" name="页脚占位符 5"/>
          <p:cNvSpPr txBox="1">
            <a:spLocks noGrp="1"/>
          </p:cNvSpPr>
          <p:nvPr>
            <p:ph type="ftr" sz="quarter" idx="11"/>
          </p:nvPr>
        </p:nvSpPr>
        <p:spPr/>
        <p:txBody>
          <a:bodyPr/>
          <a:p>
            <a:pPr marL="0" indent="0" algn="r">
              <a:spcBef>
                <a:spcPct val="0"/>
              </a:spcBef>
              <a:buClrTx/>
              <a:buSzTx/>
              <a:buFontTx/>
              <a:buNone/>
            </a:pPr>
            <a:r>
              <a:rPr lang="en-US" altLang="zh-CN" sz="1400" dirty="0">
                <a:ea typeface="宋体" panose="02010600030101010101" pitchFamily="2" charset="-122"/>
              </a:rPr>
              <a:t>Network Layer</a:t>
            </a:r>
            <a:endParaRPr lang="en-US" altLang="zh-CN" sz="1400" dirty="0">
              <a:latin typeface="Times New Roman" panose="02020603050405020304" pitchFamily="18" charset="0"/>
              <a:ea typeface="宋体" panose="02010600030101010101" pitchFamily="2" charset="-122"/>
            </a:endParaRPr>
          </a:p>
        </p:txBody>
      </p:sp>
      <p:sp>
        <p:nvSpPr>
          <p:cNvPr id="130051" name="灯片编号占位符 6"/>
          <p:cNvSpPr txBox="1">
            <a:spLocks noGrp="1"/>
          </p:cNvSpPr>
          <p:nvPr>
            <p:ph type="sldNum" sz="quarter" idx="12"/>
          </p:nvPr>
        </p:nvSpPr>
        <p:spPr/>
        <p:txBody>
          <a:bodyPr/>
          <a:p>
            <a:pPr marL="0" indent="0" algn="r">
              <a:spcBef>
                <a:spcPct val="0"/>
              </a:spcBef>
              <a:buClrTx/>
              <a:buSzTx/>
              <a:buFontTx/>
              <a:buNone/>
            </a:pPr>
            <a:r>
              <a:rPr lang="en-US" altLang="zh-CN" sz="1400" dirty="0">
                <a:ea typeface="宋体" panose="02010600030101010101" pitchFamily="2" charset="-122"/>
              </a:rPr>
              <a:t>4-</a:t>
            </a: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130052" name="Rectangle 2"/>
          <p:cNvSpPr>
            <a:spLocks noGrp="1"/>
          </p:cNvSpPr>
          <p:nvPr>
            <p:ph type="title"/>
          </p:nvPr>
        </p:nvSpPr>
        <p:spPr/>
        <p:txBody>
          <a:bodyPr vert="horz" wrap="square" lIns="91440" tIns="45720" rIns="91440" bIns="45720" anchor="ctr" anchorCtr="0"/>
          <a:p>
            <a:r>
              <a:rPr lang="en-US" altLang="zh-CN" dirty="0">
                <a:ea typeface="宋体" panose="02010600030101010101" pitchFamily="2" charset="-122"/>
              </a:rPr>
              <a:t>Chapter 4: Network Layer</a:t>
            </a:r>
            <a:endParaRPr lang="en-US" altLang="zh-CN" dirty="0">
              <a:ea typeface="宋体" panose="02010600030101010101" pitchFamily="2" charset="-122"/>
            </a:endParaRPr>
          </a:p>
        </p:txBody>
      </p:sp>
      <p:sp>
        <p:nvSpPr>
          <p:cNvPr id="130053" name="Rectangle 3"/>
          <p:cNvSpPr>
            <a:spLocks noGrp="1"/>
          </p:cNvSpPr>
          <p:nvPr>
            <p:ph sz="half" idx="1"/>
          </p:nvPr>
        </p:nvSpPr>
        <p:spPr/>
        <p:txBody>
          <a:bodyPr vert="horz" wrap="square" lIns="91440" tIns="45720" rIns="91440" bIns="45720" anchor="t" anchorCtr="0"/>
          <a:p>
            <a:pPr>
              <a:buClr>
                <a:schemeClr val="accent2"/>
              </a:buClr>
              <a:buSzPct val="85000"/>
              <a:buFont typeface="ZapfDingbats"/>
            </a:pPr>
            <a:r>
              <a:rPr lang="en-US" altLang="zh-CN" sz="2400" dirty="0">
                <a:ea typeface="宋体" panose="02010600030101010101" pitchFamily="2" charset="-122"/>
              </a:rPr>
              <a:t>4. 1 Introduction</a:t>
            </a:r>
            <a:endParaRPr lang="en-US" altLang="zh-CN" sz="2400" dirty="0">
              <a:ea typeface="宋体" panose="02010600030101010101" pitchFamily="2" charset="-122"/>
            </a:endParaRPr>
          </a:p>
          <a:p>
            <a:pPr>
              <a:buClr>
                <a:schemeClr val="accent2"/>
              </a:buClr>
              <a:buSzPct val="85000"/>
              <a:buFont typeface="ZapfDingbats"/>
            </a:pPr>
            <a:r>
              <a:rPr lang="en-US" altLang="zh-CN" sz="2400" dirty="0">
                <a:ea typeface="宋体" panose="02010600030101010101" pitchFamily="2" charset="-122"/>
              </a:rPr>
              <a:t>4.2 Virtual circuit and datagram networks</a:t>
            </a:r>
            <a:endParaRPr lang="en-US" altLang="zh-CN" sz="2400" dirty="0">
              <a:ea typeface="宋体" panose="02010600030101010101" pitchFamily="2" charset="-122"/>
            </a:endParaRPr>
          </a:p>
          <a:p>
            <a:pPr>
              <a:buClr>
                <a:schemeClr val="accent2"/>
              </a:buClr>
              <a:buSzPct val="85000"/>
              <a:buFont typeface="ZapfDingbats"/>
            </a:pPr>
            <a:r>
              <a:rPr lang="en-US" altLang="zh-CN" sz="2400" dirty="0">
                <a:ea typeface="宋体" panose="02010600030101010101" pitchFamily="2" charset="-122"/>
              </a:rPr>
              <a:t>4.3 What’s inside a router</a:t>
            </a:r>
            <a:endParaRPr lang="en-US" altLang="zh-CN" sz="2400" dirty="0">
              <a:ea typeface="宋体" panose="02010600030101010101" pitchFamily="2" charset="-122"/>
            </a:endParaRPr>
          </a:p>
          <a:p>
            <a:pPr>
              <a:buClr>
                <a:schemeClr val="accent2"/>
              </a:buClr>
              <a:buSzPct val="85000"/>
              <a:buFont typeface="ZapfDingbats"/>
            </a:pPr>
            <a:r>
              <a:rPr lang="en-US" altLang="zh-CN" sz="2400" dirty="0">
                <a:ea typeface="宋体" panose="02010600030101010101" pitchFamily="2" charset="-122"/>
              </a:rPr>
              <a:t>4.4 IP: Internet Protocol</a:t>
            </a:r>
            <a:endParaRPr lang="en-US" altLang="zh-CN" sz="24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Datagram format</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IPv4 addressing</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ICMP</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IPv6</a:t>
            </a:r>
            <a:endParaRPr lang="en-US" altLang="zh-CN" sz="2000" dirty="0">
              <a:ea typeface="宋体" panose="02010600030101010101" pitchFamily="2" charset="-122"/>
            </a:endParaRPr>
          </a:p>
        </p:txBody>
      </p:sp>
      <p:sp>
        <p:nvSpPr>
          <p:cNvPr id="130054" name="Rectangle 4"/>
          <p:cNvSpPr>
            <a:spLocks noGrp="1"/>
          </p:cNvSpPr>
          <p:nvPr>
            <p:ph sz="half" idx="2"/>
          </p:nvPr>
        </p:nvSpPr>
        <p:spPr/>
        <p:txBody>
          <a:bodyPr vert="horz" wrap="square" lIns="91440" tIns="45720" rIns="91440" bIns="45720" anchor="t" anchorCtr="0"/>
          <a:p>
            <a:pPr>
              <a:buClr>
                <a:schemeClr val="accent2"/>
              </a:buClr>
              <a:buSzPct val="85000"/>
              <a:buFont typeface="ZapfDingbats"/>
            </a:pPr>
            <a:r>
              <a:rPr lang="en-US" altLang="zh-CN" sz="2400" dirty="0">
                <a:ea typeface="宋体" panose="02010600030101010101" pitchFamily="2" charset="-122"/>
              </a:rPr>
              <a:t>4.5 Routing algorithms</a:t>
            </a:r>
            <a:endParaRPr lang="en-US" altLang="zh-CN" sz="24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Link state</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Distance Vector</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Hierarchical routing</a:t>
            </a:r>
            <a:endParaRPr lang="en-US" altLang="zh-CN" sz="2000" dirty="0">
              <a:ea typeface="宋体" panose="02010600030101010101" pitchFamily="2" charset="-122"/>
            </a:endParaRPr>
          </a:p>
          <a:p>
            <a:pPr>
              <a:buClr>
                <a:schemeClr val="accent2"/>
              </a:buClr>
              <a:buSzPct val="85000"/>
              <a:buFont typeface="ZapfDingbats"/>
            </a:pPr>
            <a:r>
              <a:rPr lang="en-US" altLang="zh-CN" sz="2400" dirty="0">
                <a:solidFill>
                  <a:srgbClr val="FF0000"/>
                </a:solidFill>
                <a:ea typeface="宋体" panose="02010600030101010101" pitchFamily="2" charset="-122"/>
              </a:rPr>
              <a:t>4.6 Routing in the Internet</a:t>
            </a:r>
            <a:endParaRPr lang="en-US" altLang="zh-CN" sz="2400" dirty="0">
              <a:solidFill>
                <a:srgbClr val="FF0000"/>
              </a:solidFill>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RIP</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OSPF</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solidFill>
                  <a:srgbClr val="FF0000"/>
                </a:solidFill>
                <a:ea typeface="宋体" panose="02010600030101010101" pitchFamily="2" charset="-122"/>
              </a:rPr>
              <a:t>BGP</a:t>
            </a:r>
            <a:endParaRPr lang="en-US" altLang="zh-CN" sz="2000" dirty="0">
              <a:solidFill>
                <a:srgbClr val="FF0000"/>
              </a:solidFill>
              <a:ea typeface="宋体" panose="02010600030101010101" pitchFamily="2" charset="-122"/>
            </a:endParaRPr>
          </a:p>
          <a:p>
            <a:pPr>
              <a:buClr>
                <a:schemeClr val="accent2"/>
              </a:buClr>
              <a:buSzPct val="85000"/>
              <a:buFont typeface="ZapfDingbats"/>
            </a:pPr>
            <a:r>
              <a:rPr lang="en-US" altLang="zh-CN" sz="2400" dirty="0">
                <a:ea typeface="宋体" panose="02010600030101010101" pitchFamily="2" charset="-122"/>
              </a:rPr>
              <a:t>4.7 Broadcast and multicast routing</a:t>
            </a:r>
            <a:endParaRPr lang="en-US" altLang="zh-CN" sz="2400" dirty="0">
              <a:ea typeface="宋体" panose="02010600030101010101" pitchFamily="2" charset="-122"/>
            </a:endParaRPr>
          </a:p>
          <a:p>
            <a:pPr>
              <a:buClr>
                <a:schemeClr val="accent2"/>
              </a:buClr>
              <a:buSzPct val="85000"/>
              <a:buFont typeface="ZapfDingbats"/>
            </a:pPr>
            <a:endParaRPr lang="en-US" altLang="zh-CN" sz="2400" dirty="0">
              <a:ea typeface="宋体" panose="02010600030101010101" pitchFamily="2" charset="-122"/>
            </a:endParaRP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1074" name="页脚占位符 4"/>
          <p:cNvSpPr txBox="1">
            <a:spLocks noGrp="1"/>
          </p:cNvSpPr>
          <p:nvPr>
            <p:ph type="ftr" sz="quarter" idx="11"/>
          </p:nvPr>
        </p:nvSpPr>
        <p:spPr/>
        <p:txBody>
          <a:bodyPr/>
          <a:p>
            <a:pPr marL="0" indent="0" algn="r">
              <a:spcBef>
                <a:spcPct val="0"/>
              </a:spcBef>
              <a:buClrTx/>
              <a:buSzTx/>
              <a:buFontTx/>
              <a:buNone/>
            </a:pPr>
            <a:r>
              <a:rPr lang="en-US" altLang="zh-CN" sz="1400" dirty="0">
                <a:ea typeface="宋体" panose="02010600030101010101" pitchFamily="2" charset="-122"/>
              </a:rPr>
              <a:t>Network Layer</a:t>
            </a:r>
            <a:endParaRPr lang="en-US" altLang="zh-CN" sz="1400" dirty="0">
              <a:latin typeface="Times New Roman" panose="02020603050405020304" pitchFamily="18" charset="0"/>
              <a:ea typeface="宋体" panose="02010600030101010101" pitchFamily="2" charset="-122"/>
            </a:endParaRPr>
          </a:p>
        </p:txBody>
      </p:sp>
      <p:sp>
        <p:nvSpPr>
          <p:cNvPr id="131075" name="灯片编号占位符 5"/>
          <p:cNvSpPr txBox="1">
            <a:spLocks noGrp="1"/>
          </p:cNvSpPr>
          <p:nvPr>
            <p:ph type="sldNum" sz="quarter" idx="12"/>
          </p:nvPr>
        </p:nvSpPr>
        <p:spPr/>
        <p:txBody>
          <a:bodyPr/>
          <a:p>
            <a:pPr marL="0" indent="0" algn="r">
              <a:spcBef>
                <a:spcPct val="0"/>
              </a:spcBef>
              <a:buClrTx/>
              <a:buSzTx/>
              <a:buFontTx/>
              <a:buNone/>
            </a:pPr>
            <a:r>
              <a:rPr lang="en-US" altLang="zh-CN" sz="1400" dirty="0">
                <a:ea typeface="宋体" panose="02010600030101010101" pitchFamily="2" charset="-122"/>
              </a:rPr>
              <a:t>4-</a:t>
            </a: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131076" name="Rectangle 2"/>
          <p:cNvSpPr>
            <a:spLocks noGrp="1"/>
          </p:cNvSpPr>
          <p:nvPr>
            <p:ph type="title"/>
          </p:nvPr>
        </p:nvSpPr>
        <p:spPr/>
        <p:txBody>
          <a:bodyPr vert="horz" wrap="square" lIns="91440" tIns="45720" rIns="91440" bIns="45720" anchor="ctr" anchorCtr="0"/>
          <a:p>
            <a:r>
              <a:rPr lang="en-US" altLang="zh-CN" sz="3600" dirty="0">
                <a:ea typeface="宋体" panose="02010600030101010101" pitchFamily="2" charset="-122"/>
              </a:rPr>
              <a:t>Internet inter-AS routing: BGP</a:t>
            </a:r>
            <a:endParaRPr lang="en-US" altLang="zh-CN" sz="2800" dirty="0">
              <a:ea typeface="宋体" panose="02010600030101010101" pitchFamily="2" charset="-122"/>
            </a:endParaRPr>
          </a:p>
        </p:txBody>
      </p:sp>
      <p:sp>
        <p:nvSpPr>
          <p:cNvPr id="131077" name="Rectangle 3"/>
          <p:cNvSpPr>
            <a:spLocks noGrp="1"/>
          </p:cNvSpPr>
          <p:nvPr>
            <p:ph idx="1"/>
          </p:nvPr>
        </p:nvSpPr>
        <p:spPr/>
        <p:txBody>
          <a:bodyPr vert="horz" wrap="square" lIns="91440" tIns="45720" rIns="91440" bIns="45720" anchor="t" anchorCtr="0"/>
          <a:p>
            <a:pPr marL="381000" indent="-381000">
              <a:lnSpc>
                <a:spcPct val="90000"/>
              </a:lnSpc>
            </a:pPr>
            <a:r>
              <a:rPr lang="en-US" altLang="zh-CN" dirty="0">
                <a:solidFill>
                  <a:srgbClr val="FF0000"/>
                </a:solidFill>
                <a:ea typeface="宋体" panose="02010600030101010101" pitchFamily="2" charset="-122"/>
              </a:rPr>
              <a:t>BGP (Border Gateway Protocol):</a:t>
            </a:r>
            <a:r>
              <a:rPr lang="en-US" altLang="zh-CN" dirty="0">
                <a:ea typeface="宋体" panose="02010600030101010101" pitchFamily="2" charset="-122"/>
              </a:rPr>
              <a:t> </a:t>
            </a:r>
            <a:r>
              <a:rPr lang="en-US" altLang="zh-CN" i="1" dirty="0">
                <a:ea typeface="宋体" panose="02010600030101010101" pitchFamily="2" charset="-122"/>
              </a:rPr>
              <a:t>the</a:t>
            </a:r>
            <a:r>
              <a:rPr lang="en-US" altLang="zh-CN" dirty="0">
                <a:ea typeface="宋体" panose="02010600030101010101" pitchFamily="2" charset="-122"/>
              </a:rPr>
              <a:t> de facto standard</a:t>
            </a:r>
            <a:endParaRPr lang="en-US" altLang="zh-CN" dirty="0">
              <a:ea typeface="宋体" panose="02010600030101010101" pitchFamily="2" charset="-122"/>
            </a:endParaRPr>
          </a:p>
          <a:p>
            <a:pPr marL="381000" indent="-381000">
              <a:lnSpc>
                <a:spcPct val="90000"/>
              </a:lnSpc>
            </a:pPr>
            <a:r>
              <a:rPr lang="en-US" altLang="zh-CN" dirty="0">
                <a:ea typeface="宋体" panose="02010600030101010101" pitchFamily="2" charset="-122"/>
              </a:rPr>
              <a:t>BGP provides each AS a means to:</a:t>
            </a:r>
            <a:endParaRPr lang="en-US" altLang="zh-CN" dirty="0">
              <a:ea typeface="宋体" panose="02010600030101010101" pitchFamily="2" charset="-122"/>
            </a:endParaRPr>
          </a:p>
          <a:p>
            <a:pPr marL="800100" lvl="1" indent="-342900">
              <a:lnSpc>
                <a:spcPct val="90000"/>
              </a:lnSpc>
              <a:buFont typeface="ZapfDingbats"/>
              <a:buAutoNum type="arabicPeriod"/>
            </a:pPr>
            <a:r>
              <a:rPr lang="en-US" altLang="zh-CN" dirty="0">
                <a:ea typeface="宋体" panose="02010600030101010101" pitchFamily="2" charset="-122"/>
              </a:rPr>
              <a:t>Obtain subnet reachability information from neighboring ASs.</a:t>
            </a:r>
            <a:endParaRPr lang="en-US" altLang="zh-CN" dirty="0">
              <a:ea typeface="宋体" panose="02010600030101010101" pitchFamily="2" charset="-122"/>
            </a:endParaRPr>
          </a:p>
          <a:p>
            <a:pPr marL="800100" lvl="1" indent="-342900">
              <a:lnSpc>
                <a:spcPct val="90000"/>
              </a:lnSpc>
              <a:buFont typeface="ZapfDingbats"/>
              <a:buAutoNum type="arabicPeriod"/>
            </a:pPr>
            <a:r>
              <a:rPr lang="en-US" altLang="zh-CN" dirty="0">
                <a:ea typeface="宋体" panose="02010600030101010101" pitchFamily="2" charset="-122"/>
              </a:rPr>
              <a:t>Propagate reachability information to all AS-internal routers.</a:t>
            </a:r>
            <a:endParaRPr lang="en-US" altLang="zh-CN" dirty="0">
              <a:ea typeface="宋体" panose="02010600030101010101" pitchFamily="2" charset="-122"/>
            </a:endParaRPr>
          </a:p>
          <a:p>
            <a:pPr marL="800100" lvl="1" indent="-342900">
              <a:lnSpc>
                <a:spcPct val="90000"/>
              </a:lnSpc>
              <a:buFont typeface="ZapfDingbats"/>
              <a:buAutoNum type="arabicPeriod"/>
            </a:pPr>
            <a:r>
              <a:rPr lang="en-US" altLang="zh-CN" dirty="0">
                <a:ea typeface="宋体" panose="02010600030101010101" pitchFamily="2" charset="-122"/>
              </a:rPr>
              <a:t>Determine “good” routes to subnets based on reachability information and policy.</a:t>
            </a:r>
            <a:endParaRPr lang="en-US" altLang="zh-CN" dirty="0">
              <a:ea typeface="宋体" panose="02010600030101010101" pitchFamily="2" charset="-122"/>
            </a:endParaRPr>
          </a:p>
          <a:p>
            <a:pPr marL="381000" indent="-381000">
              <a:lnSpc>
                <a:spcPct val="90000"/>
              </a:lnSpc>
            </a:pPr>
            <a:r>
              <a:rPr lang="en-US" altLang="zh-CN" dirty="0">
                <a:ea typeface="宋体" panose="02010600030101010101" pitchFamily="2" charset="-122"/>
              </a:rPr>
              <a:t>allows subnet to advertise its existence to rest of Internet: </a:t>
            </a:r>
            <a:r>
              <a:rPr lang="en-US" altLang="zh-CN" i="1" dirty="0">
                <a:solidFill>
                  <a:schemeClr val="accent2"/>
                </a:solidFill>
                <a:ea typeface="宋体" panose="02010600030101010101" pitchFamily="2" charset="-122"/>
              </a:rPr>
              <a:t>“I am here”</a:t>
            </a:r>
            <a:endParaRPr lang="en-US" altLang="zh-CN" i="1" dirty="0">
              <a:solidFill>
                <a:schemeClr val="accent2"/>
              </a:solidFill>
              <a:ea typeface="宋体" panose="02010600030101010101" pitchFamily="2" charset="-122"/>
            </a:endParaRP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8" name="页脚占位符 4"/>
          <p:cNvSpPr txBox="1">
            <a:spLocks noGrp="1"/>
          </p:cNvSpPr>
          <p:nvPr>
            <p:ph type="ftr" sz="quarter" idx="11"/>
          </p:nvPr>
        </p:nvSpPr>
        <p:spPr/>
        <p:txBody>
          <a:bodyPr/>
          <a:p>
            <a:pPr marL="0" indent="0" algn="r">
              <a:spcBef>
                <a:spcPct val="0"/>
              </a:spcBef>
              <a:buClrTx/>
              <a:buSzTx/>
              <a:buFontTx/>
              <a:buNone/>
            </a:pPr>
            <a:r>
              <a:rPr lang="en-US" altLang="zh-CN" sz="1400" dirty="0">
                <a:ea typeface="宋体" panose="02010600030101010101" pitchFamily="2" charset="-122"/>
              </a:rPr>
              <a:t>Network Layer</a:t>
            </a:r>
            <a:endParaRPr lang="en-US" altLang="zh-CN" sz="1400" dirty="0">
              <a:latin typeface="Times New Roman" panose="02020603050405020304" pitchFamily="18" charset="0"/>
              <a:ea typeface="宋体" panose="02010600030101010101" pitchFamily="2" charset="-122"/>
            </a:endParaRPr>
          </a:p>
        </p:txBody>
      </p:sp>
      <p:sp>
        <p:nvSpPr>
          <p:cNvPr id="132099" name="灯片编号占位符 5"/>
          <p:cNvSpPr txBox="1">
            <a:spLocks noGrp="1"/>
          </p:cNvSpPr>
          <p:nvPr>
            <p:ph type="sldNum" sz="quarter" idx="12"/>
          </p:nvPr>
        </p:nvSpPr>
        <p:spPr/>
        <p:txBody>
          <a:bodyPr/>
          <a:p>
            <a:pPr marL="0" indent="0" algn="r">
              <a:spcBef>
                <a:spcPct val="0"/>
              </a:spcBef>
              <a:buClrTx/>
              <a:buSzTx/>
              <a:buFontTx/>
              <a:buNone/>
            </a:pPr>
            <a:r>
              <a:rPr lang="en-US" altLang="zh-CN" sz="1400" dirty="0">
                <a:ea typeface="宋体" panose="02010600030101010101" pitchFamily="2" charset="-122"/>
              </a:rPr>
              <a:t>4-</a:t>
            </a: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132100" name="Rectangle 2"/>
          <p:cNvSpPr>
            <a:spLocks noGrp="1"/>
          </p:cNvSpPr>
          <p:nvPr>
            <p:ph type="title"/>
          </p:nvPr>
        </p:nvSpPr>
        <p:spPr>
          <a:xfrm>
            <a:off x="533400" y="0"/>
            <a:ext cx="7772400" cy="1143000"/>
          </a:xfrm>
        </p:spPr>
        <p:txBody>
          <a:bodyPr vert="horz" wrap="square" lIns="91440" tIns="45720" rIns="91440" bIns="45720" anchor="ctr" anchorCtr="0"/>
          <a:p>
            <a:r>
              <a:rPr lang="en-US" altLang="zh-CN" dirty="0">
                <a:ea typeface="宋体" panose="02010600030101010101" pitchFamily="2" charset="-122"/>
              </a:rPr>
              <a:t>BGP basics</a:t>
            </a:r>
            <a:endParaRPr lang="en-US" altLang="zh-CN" dirty="0">
              <a:ea typeface="宋体" panose="02010600030101010101" pitchFamily="2" charset="-122"/>
            </a:endParaRPr>
          </a:p>
        </p:txBody>
      </p:sp>
      <p:sp>
        <p:nvSpPr>
          <p:cNvPr id="132101" name="Rectangle 3"/>
          <p:cNvSpPr>
            <a:spLocks noGrp="1"/>
          </p:cNvSpPr>
          <p:nvPr>
            <p:ph idx="1"/>
          </p:nvPr>
        </p:nvSpPr>
        <p:spPr>
          <a:xfrm>
            <a:off x="401638" y="995363"/>
            <a:ext cx="7902575" cy="2316162"/>
          </a:xfrm>
        </p:spPr>
        <p:txBody>
          <a:bodyPr vert="horz" wrap="square" lIns="91440" tIns="45720" rIns="91440" bIns="45720" anchor="t" anchorCtr="0"/>
          <a:p>
            <a:pPr>
              <a:lnSpc>
                <a:spcPct val="80000"/>
              </a:lnSpc>
            </a:pPr>
            <a:r>
              <a:rPr lang="en-US" altLang="zh-CN" sz="2400" dirty="0">
                <a:ea typeface="宋体" panose="02010600030101010101" pitchFamily="2" charset="-122"/>
              </a:rPr>
              <a:t>pairs of routers (BGP peers) exchange routing info over semi-permanent TCP connections: </a:t>
            </a:r>
            <a:r>
              <a:rPr lang="en-US" altLang="zh-CN" sz="2400" dirty="0">
                <a:solidFill>
                  <a:srgbClr val="FF0000"/>
                </a:solidFill>
                <a:ea typeface="宋体" panose="02010600030101010101" pitchFamily="2" charset="-122"/>
              </a:rPr>
              <a:t>BGP sessions</a:t>
            </a:r>
            <a:endParaRPr lang="en-US" altLang="zh-CN" sz="2400" dirty="0">
              <a:solidFill>
                <a:srgbClr val="FF0000"/>
              </a:solidFill>
              <a:ea typeface="宋体" panose="02010600030101010101" pitchFamily="2" charset="-122"/>
            </a:endParaRPr>
          </a:p>
          <a:p>
            <a:pPr lvl="1">
              <a:lnSpc>
                <a:spcPct val="80000"/>
              </a:lnSpc>
            </a:pPr>
            <a:r>
              <a:rPr lang="en-US" altLang="zh-CN" dirty="0">
                <a:ea typeface="宋体" panose="02010600030101010101" pitchFamily="2" charset="-122"/>
              </a:rPr>
              <a:t>BGP sessions need not correspond to physical links.</a:t>
            </a:r>
            <a:endParaRPr lang="en-US" altLang="zh-CN" dirty="0">
              <a:ea typeface="宋体" panose="02010600030101010101" pitchFamily="2" charset="-122"/>
            </a:endParaRPr>
          </a:p>
          <a:p>
            <a:pPr>
              <a:lnSpc>
                <a:spcPct val="80000"/>
              </a:lnSpc>
            </a:pPr>
            <a:r>
              <a:rPr lang="en-US" altLang="zh-CN" sz="2400" dirty="0">
                <a:ea typeface="宋体" panose="02010600030101010101" pitchFamily="2" charset="-122"/>
              </a:rPr>
              <a:t>when AS2 advertises a prefix to AS1:</a:t>
            </a:r>
            <a:endParaRPr lang="en-US" altLang="zh-CN" sz="2400" dirty="0">
              <a:ea typeface="宋体" panose="02010600030101010101" pitchFamily="2" charset="-122"/>
            </a:endParaRPr>
          </a:p>
          <a:p>
            <a:pPr lvl="1">
              <a:lnSpc>
                <a:spcPct val="80000"/>
              </a:lnSpc>
            </a:pPr>
            <a:r>
              <a:rPr lang="en-US" altLang="zh-CN" dirty="0">
                <a:ea typeface="宋体" panose="02010600030101010101" pitchFamily="2" charset="-122"/>
              </a:rPr>
              <a:t>AS2 </a:t>
            </a:r>
            <a:r>
              <a:rPr lang="en-US" altLang="zh-CN" i="1" dirty="0">
                <a:solidFill>
                  <a:srgbClr val="FF0000"/>
                </a:solidFill>
                <a:ea typeface="宋体" panose="02010600030101010101" pitchFamily="2" charset="-122"/>
              </a:rPr>
              <a:t>promises</a:t>
            </a:r>
            <a:r>
              <a:rPr lang="en-US" altLang="zh-CN" dirty="0">
                <a:ea typeface="宋体" panose="02010600030101010101" pitchFamily="2" charset="-122"/>
              </a:rPr>
              <a:t> it will forward datagrams towards that prefix.</a:t>
            </a:r>
            <a:endParaRPr lang="en-US" altLang="zh-CN" dirty="0">
              <a:ea typeface="宋体" panose="02010600030101010101" pitchFamily="2" charset="-122"/>
            </a:endParaRPr>
          </a:p>
          <a:p>
            <a:pPr lvl="1">
              <a:lnSpc>
                <a:spcPct val="80000"/>
              </a:lnSpc>
            </a:pPr>
            <a:r>
              <a:rPr lang="en-US" altLang="zh-CN" dirty="0">
                <a:ea typeface="宋体" panose="02010600030101010101" pitchFamily="2" charset="-122"/>
              </a:rPr>
              <a:t>AS2 can aggregate prefixes in its advertisement</a:t>
            </a:r>
            <a:endParaRPr lang="en-US" altLang="zh-CN" dirty="0">
              <a:ea typeface="宋体" panose="02010600030101010101" pitchFamily="2" charset="-122"/>
            </a:endParaRPr>
          </a:p>
          <a:p>
            <a:pPr>
              <a:lnSpc>
                <a:spcPct val="80000"/>
              </a:lnSpc>
            </a:pPr>
            <a:endParaRPr lang="en-US" altLang="zh-CN" sz="2400" dirty="0">
              <a:ea typeface="宋体" panose="02010600030101010101" pitchFamily="2" charset="-122"/>
            </a:endParaRPr>
          </a:p>
        </p:txBody>
      </p:sp>
      <p:sp>
        <p:nvSpPr>
          <p:cNvPr id="132102" name="Freeform 5"/>
          <p:cNvSpPr/>
          <p:nvPr/>
        </p:nvSpPr>
        <p:spPr>
          <a:xfrm>
            <a:off x="5248275" y="4511675"/>
            <a:ext cx="2557463" cy="1627188"/>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1162" h="543">
                <a:moveTo>
                  <a:pt x="56" y="162"/>
                </a:moveTo>
                <a:cubicBezTo>
                  <a:pt x="115" y="100"/>
                  <a:pt x="221" y="28"/>
                  <a:pt x="368" y="14"/>
                </a:cubicBezTo>
                <a:cubicBezTo>
                  <a:pt x="515" y="0"/>
                  <a:pt x="811" y="42"/>
                  <a:pt x="940" y="79"/>
                </a:cubicBezTo>
                <a:cubicBezTo>
                  <a:pt x="1069" y="116"/>
                  <a:pt x="1126" y="177"/>
                  <a:pt x="1144" y="239"/>
                </a:cubicBezTo>
                <a:cubicBezTo>
                  <a:pt x="1162" y="301"/>
                  <a:pt x="1141" y="401"/>
                  <a:pt x="1048" y="451"/>
                </a:cubicBezTo>
                <a:cubicBezTo>
                  <a:pt x="955" y="501"/>
                  <a:pt x="746" y="543"/>
                  <a:pt x="586" y="541"/>
                </a:cubicBezTo>
                <a:cubicBezTo>
                  <a:pt x="426" y="539"/>
                  <a:pt x="176" y="502"/>
                  <a:pt x="88" y="439"/>
                </a:cubicBezTo>
                <a:cubicBezTo>
                  <a:pt x="0" y="376"/>
                  <a:pt x="63" y="220"/>
                  <a:pt x="56" y="162"/>
                </a:cubicBezTo>
                <a:close/>
              </a:path>
            </a:pathLst>
          </a:custGeom>
          <a:solidFill>
            <a:srgbClr val="66CCFF">
              <a:alpha val="100000"/>
            </a:srgbClr>
          </a:solidFill>
          <a:ln w="9525">
            <a:noFill/>
          </a:ln>
        </p:spPr>
        <p:txBody>
          <a:bodyPr/>
          <a:p>
            <a:endParaRPr lang="zh-CN" altLang="en-US"/>
          </a:p>
        </p:txBody>
      </p:sp>
      <p:sp>
        <p:nvSpPr>
          <p:cNvPr id="132103" name="Freeform 6"/>
          <p:cNvSpPr/>
          <p:nvPr/>
        </p:nvSpPr>
        <p:spPr>
          <a:xfrm>
            <a:off x="976313" y="4173538"/>
            <a:ext cx="1992312" cy="1612900"/>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1198" h="451">
                <a:moveTo>
                  <a:pt x="88" y="181"/>
                </a:moveTo>
                <a:cubicBezTo>
                  <a:pt x="159" y="143"/>
                  <a:pt x="120" y="111"/>
                  <a:pt x="180" y="89"/>
                </a:cubicBezTo>
                <a:cubicBezTo>
                  <a:pt x="240" y="67"/>
                  <a:pt x="313" y="60"/>
                  <a:pt x="448" y="49"/>
                </a:cubicBezTo>
                <a:cubicBezTo>
                  <a:pt x="583" y="38"/>
                  <a:pt x="866" y="0"/>
                  <a:pt x="988" y="25"/>
                </a:cubicBezTo>
                <a:cubicBezTo>
                  <a:pt x="1110" y="50"/>
                  <a:pt x="1198" y="132"/>
                  <a:pt x="1181" y="197"/>
                </a:cubicBezTo>
                <a:cubicBezTo>
                  <a:pt x="1164" y="262"/>
                  <a:pt x="1034" y="375"/>
                  <a:pt x="889" y="413"/>
                </a:cubicBezTo>
                <a:cubicBezTo>
                  <a:pt x="744" y="451"/>
                  <a:pt x="449" y="438"/>
                  <a:pt x="307" y="425"/>
                </a:cubicBezTo>
                <a:cubicBezTo>
                  <a:pt x="165" y="412"/>
                  <a:pt x="72" y="378"/>
                  <a:pt x="36" y="337"/>
                </a:cubicBezTo>
                <a:cubicBezTo>
                  <a:pt x="0" y="296"/>
                  <a:pt x="77" y="213"/>
                  <a:pt x="88" y="181"/>
                </a:cubicBezTo>
                <a:close/>
              </a:path>
            </a:pathLst>
          </a:custGeom>
          <a:solidFill>
            <a:srgbClr val="66CCFF">
              <a:alpha val="100000"/>
            </a:srgbClr>
          </a:solidFill>
          <a:ln w="9525">
            <a:noFill/>
          </a:ln>
        </p:spPr>
        <p:txBody>
          <a:bodyPr/>
          <a:p>
            <a:endParaRPr lang="zh-CN" altLang="en-US"/>
          </a:p>
        </p:txBody>
      </p:sp>
      <p:sp>
        <p:nvSpPr>
          <p:cNvPr id="132104" name="Freeform 7"/>
          <p:cNvSpPr/>
          <p:nvPr/>
        </p:nvSpPr>
        <p:spPr>
          <a:xfrm>
            <a:off x="2262188" y="5472113"/>
            <a:ext cx="2660650" cy="1122362"/>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1583" h="682">
                <a:moveTo>
                  <a:pt x="155" y="224"/>
                </a:moveTo>
                <a:cubicBezTo>
                  <a:pt x="208" y="137"/>
                  <a:pt x="302" y="108"/>
                  <a:pt x="407" y="74"/>
                </a:cubicBezTo>
                <a:cubicBezTo>
                  <a:pt x="512" y="40"/>
                  <a:pt x="660" y="0"/>
                  <a:pt x="785" y="20"/>
                </a:cubicBezTo>
                <a:cubicBezTo>
                  <a:pt x="910" y="40"/>
                  <a:pt x="1027" y="126"/>
                  <a:pt x="1157" y="194"/>
                </a:cubicBezTo>
                <a:cubicBezTo>
                  <a:pt x="1287" y="262"/>
                  <a:pt x="1545" y="353"/>
                  <a:pt x="1564" y="428"/>
                </a:cubicBezTo>
                <a:cubicBezTo>
                  <a:pt x="1583" y="503"/>
                  <a:pt x="1417" y="606"/>
                  <a:pt x="1272" y="644"/>
                </a:cubicBezTo>
                <a:cubicBezTo>
                  <a:pt x="1127" y="682"/>
                  <a:pt x="887" y="664"/>
                  <a:pt x="690" y="656"/>
                </a:cubicBezTo>
                <a:cubicBezTo>
                  <a:pt x="493" y="648"/>
                  <a:pt x="178" y="668"/>
                  <a:pt x="89" y="596"/>
                </a:cubicBezTo>
                <a:cubicBezTo>
                  <a:pt x="0" y="524"/>
                  <a:pt x="102" y="311"/>
                  <a:pt x="155" y="224"/>
                </a:cubicBezTo>
                <a:close/>
              </a:path>
            </a:pathLst>
          </a:custGeom>
          <a:solidFill>
            <a:srgbClr val="66CCFF">
              <a:alpha val="100000"/>
            </a:srgbClr>
          </a:solidFill>
          <a:ln w="9525">
            <a:noFill/>
          </a:ln>
        </p:spPr>
        <p:txBody>
          <a:bodyPr/>
          <a:p>
            <a:endParaRPr lang="zh-CN" altLang="en-US"/>
          </a:p>
        </p:txBody>
      </p:sp>
      <p:sp>
        <p:nvSpPr>
          <p:cNvPr id="132105" name="Oval 8"/>
          <p:cNvSpPr/>
          <p:nvPr/>
        </p:nvSpPr>
        <p:spPr>
          <a:xfrm>
            <a:off x="1390650" y="5335588"/>
            <a:ext cx="496888" cy="12858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32106" name="Line 9"/>
          <p:cNvSpPr/>
          <p:nvPr/>
        </p:nvSpPr>
        <p:spPr>
          <a:xfrm>
            <a:off x="1390650" y="5324475"/>
            <a:ext cx="0" cy="79375"/>
          </a:xfrm>
          <a:prstGeom prst="line">
            <a:avLst/>
          </a:prstGeom>
          <a:ln w="12700" cap="flat" cmpd="sng">
            <a:solidFill>
              <a:schemeClr val="tx1"/>
            </a:solidFill>
            <a:prstDash val="solid"/>
            <a:headEnd type="none" w="med" len="med"/>
            <a:tailEnd type="none" w="med" len="med"/>
          </a:ln>
        </p:spPr>
      </p:sp>
      <p:sp>
        <p:nvSpPr>
          <p:cNvPr id="132107" name="Line 10"/>
          <p:cNvSpPr/>
          <p:nvPr/>
        </p:nvSpPr>
        <p:spPr>
          <a:xfrm>
            <a:off x="1887538" y="5324475"/>
            <a:ext cx="0" cy="79375"/>
          </a:xfrm>
          <a:prstGeom prst="line">
            <a:avLst/>
          </a:prstGeom>
          <a:ln w="12700" cap="flat" cmpd="sng">
            <a:solidFill>
              <a:schemeClr val="tx1"/>
            </a:solidFill>
            <a:prstDash val="solid"/>
            <a:headEnd type="none" w="med" len="med"/>
            <a:tailEnd type="none" w="med" len="med"/>
          </a:ln>
        </p:spPr>
      </p:sp>
      <p:sp>
        <p:nvSpPr>
          <p:cNvPr id="132108" name="Rectangle 11"/>
          <p:cNvSpPr/>
          <p:nvPr/>
        </p:nvSpPr>
        <p:spPr>
          <a:xfrm>
            <a:off x="1390650" y="5324475"/>
            <a:ext cx="492125" cy="77788"/>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32109" name="Oval 12"/>
          <p:cNvSpPr/>
          <p:nvPr/>
        </p:nvSpPr>
        <p:spPr>
          <a:xfrm>
            <a:off x="1385888" y="5230813"/>
            <a:ext cx="496887" cy="150812"/>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32110" name="Rectangle 13"/>
          <p:cNvSpPr/>
          <p:nvPr/>
        </p:nvSpPr>
        <p:spPr>
          <a:xfrm>
            <a:off x="1524000" y="5251450"/>
            <a:ext cx="223838" cy="196850"/>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32111" name="Text Box 14"/>
          <p:cNvSpPr txBox="1"/>
          <p:nvPr/>
        </p:nvSpPr>
        <p:spPr>
          <a:xfrm>
            <a:off x="1397000" y="5154613"/>
            <a:ext cx="490538"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000" dirty="0">
                <a:ea typeface="宋体" panose="02010600030101010101" pitchFamily="2" charset="-122"/>
              </a:rPr>
              <a:t>3b</a:t>
            </a:r>
            <a:endParaRPr lang="en-US" altLang="zh-CN" sz="2400" dirty="0">
              <a:latin typeface="Times New Roman" panose="02020603050405020304" pitchFamily="18" charset="0"/>
              <a:ea typeface="宋体" panose="02010600030101010101" pitchFamily="2" charset="-122"/>
            </a:endParaRPr>
          </a:p>
        </p:txBody>
      </p:sp>
      <p:sp>
        <p:nvSpPr>
          <p:cNvPr id="132112" name="Oval 15"/>
          <p:cNvSpPr/>
          <p:nvPr/>
        </p:nvSpPr>
        <p:spPr>
          <a:xfrm>
            <a:off x="3324225" y="6297613"/>
            <a:ext cx="496888" cy="12858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32113" name="Line 16"/>
          <p:cNvSpPr/>
          <p:nvPr/>
        </p:nvSpPr>
        <p:spPr>
          <a:xfrm>
            <a:off x="3324225" y="6286500"/>
            <a:ext cx="0" cy="79375"/>
          </a:xfrm>
          <a:prstGeom prst="line">
            <a:avLst/>
          </a:prstGeom>
          <a:ln w="12700" cap="flat" cmpd="sng">
            <a:solidFill>
              <a:schemeClr val="tx1"/>
            </a:solidFill>
            <a:prstDash val="solid"/>
            <a:headEnd type="none" w="med" len="med"/>
            <a:tailEnd type="none" w="med" len="med"/>
          </a:ln>
        </p:spPr>
      </p:sp>
      <p:sp>
        <p:nvSpPr>
          <p:cNvPr id="132114" name="Line 17"/>
          <p:cNvSpPr/>
          <p:nvPr/>
        </p:nvSpPr>
        <p:spPr>
          <a:xfrm>
            <a:off x="3821113" y="6286500"/>
            <a:ext cx="0" cy="79375"/>
          </a:xfrm>
          <a:prstGeom prst="line">
            <a:avLst/>
          </a:prstGeom>
          <a:ln w="12700" cap="flat" cmpd="sng">
            <a:solidFill>
              <a:schemeClr val="tx1"/>
            </a:solidFill>
            <a:prstDash val="solid"/>
            <a:headEnd type="none" w="med" len="med"/>
            <a:tailEnd type="none" w="med" len="med"/>
          </a:ln>
        </p:spPr>
      </p:sp>
      <p:sp>
        <p:nvSpPr>
          <p:cNvPr id="132115" name="Rectangle 18"/>
          <p:cNvSpPr/>
          <p:nvPr/>
        </p:nvSpPr>
        <p:spPr>
          <a:xfrm>
            <a:off x="3324225" y="6286500"/>
            <a:ext cx="492125" cy="77788"/>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32116" name="Oval 19"/>
          <p:cNvSpPr/>
          <p:nvPr/>
        </p:nvSpPr>
        <p:spPr>
          <a:xfrm>
            <a:off x="3319463" y="6192838"/>
            <a:ext cx="496887" cy="150812"/>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32117" name="Group 20"/>
          <p:cNvGrpSpPr/>
          <p:nvPr/>
        </p:nvGrpSpPr>
        <p:grpSpPr>
          <a:xfrm>
            <a:off x="3352800" y="6107113"/>
            <a:ext cx="447675" cy="396875"/>
            <a:chOff x="2916" y="2429"/>
            <a:chExt cx="284" cy="250"/>
          </a:xfrm>
        </p:grpSpPr>
        <p:sp>
          <p:nvSpPr>
            <p:cNvPr id="132202" name="Rectangle 21"/>
            <p:cNvSpPr/>
            <p:nvPr/>
          </p:nvSpPr>
          <p:spPr>
            <a:xfrm>
              <a:off x="2982" y="2490"/>
              <a:ext cx="144" cy="1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32203" name="Text Box 22"/>
            <p:cNvSpPr txBox="1"/>
            <p:nvPr/>
          </p:nvSpPr>
          <p:spPr>
            <a:xfrm>
              <a:off x="2916" y="2429"/>
              <a:ext cx="284"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000" dirty="0">
                  <a:ea typeface="宋体" panose="02010600030101010101" pitchFamily="2" charset="-122"/>
                </a:rPr>
                <a:t>1d</a:t>
              </a:r>
              <a:endParaRPr lang="en-US" altLang="zh-CN" sz="2000" dirty="0">
                <a:ea typeface="宋体" panose="02010600030101010101" pitchFamily="2" charset="-122"/>
              </a:endParaRPr>
            </a:p>
          </p:txBody>
        </p:sp>
      </p:grpSp>
      <p:sp>
        <p:nvSpPr>
          <p:cNvPr id="132118" name="Oval 23"/>
          <p:cNvSpPr/>
          <p:nvPr/>
        </p:nvSpPr>
        <p:spPr>
          <a:xfrm>
            <a:off x="2281238" y="5126038"/>
            <a:ext cx="496887" cy="12858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32119" name="Line 24"/>
          <p:cNvSpPr/>
          <p:nvPr/>
        </p:nvSpPr>
        <p:spPr>
          <a:xfrm>
            <a:off x="2281238" y="5114925"/>
            <a:ext cx="0" cy="79375"/>
          </a:xfrm>
          <a:prstGeom prst="line">
            <a:avLst/>
          </a:prstGeom>
          <a:ln w="12700" cap="flat" cmpd="sng">
            <a:solidFill>
              <a:schemeClr val="tx1"/>
            </a:solidFill>
            <a:prstDash val="solid"/>
            <a:headEnd type="none" w="med" len="med"/>
            <a:tailEnd type="none" w="med" len="med"/>
          </a:ln>
        </p:spPr>
      </p:sp>
      <p:sp>
        <p:nvSpPr>
          <p:cNvPr id="132120" name="Line 25"/>
          <p:cNvSpPr/>
          <p:nvPr/>
        </p:nvSpPr>
        <p:spPr>
          <a:xfrm>
            <a:off x="2778125" y="5114925"/>
            <a:ext cx="0" cy="79375"/>
          </a:xfrm>
          <a:prstGeom prst="line">
            <a:avLst/>
          </a:prstGeom>
          <a:ln w="12700" cap="flat" cmpd="sng">
            <a:solidFill>
              <a:schemeClr val="tx1"/>
            </a:solidFill>
            <a:prstDash val="solid"/>
            <a:headEnd type="none" w="med" len="med"/>
            <a:tailEnd type="none" w="med" len="med"/>
          </a:ln>
        </p:spPr>
      </p:sp>
      <p:sp>
        <p:nvSpPr>
          <p:cNvPr id="132121" name="Rectangle 26"/>
          <p:cNvSpPr/>
          <p:nvPr/>
        </p:nvSpPr>
        <p:spPr>
          <a:xfrm>
            <a:off x="2281238" y="5114925"/>
            <a:ext cx="492125" cy="77788"/>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32122" name="Oval 27"/>
          <p:cNvSpPr/>
          <p:nvPr/>
        </p:nvSpPr>
        <p:spPr>
          <a:xfrm>
            <a:off x="2276475" y="5021263"/>
            <a:ext cx="496888" cy="150812"/>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32123" name="Rectangle 28"/>
          <p:cNvSpPr/>
          <p:nvPr/>
        </p:nvSpPr>
        <p:spPr>
          <a:xfrm>
            <a:off x="2414588" y="5041900"/>
            <a:ext cx="225425" cy="174625"/>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32124" name="Text Box 29"/>
          <p:cNvSpPr txBox="1"/>
          <p:nvPr/>
        </p:nvSpPr>
        <p:spPr>
          <a:xfrm>
            <a:off x="2297113" y="4945063"/>
            <a:ext cx="469900"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000" dirty="0">
                <a:ea typeface="宋体" panose="02010600030101010101" pitchFamily="2" charset="-122"/>
              </a:rPr>
              <a:t>3a</a:t>
            </a:r>
            <a:endParaRPr lang="en-US" altLang="zh-CN" sz="2400" dirty="0">
              <a:latin typeface="Times New Roman" panose="02020603050405020304" pitchFamily="18" charset="0"/>
              <a:ea typeface="宋体" panose="02010600030101010101" pitchFamily="2" charset="-122"/>
            </a:endParaRPr>
          </a:p>
        </p:txBody>
      </p:sp>
      <p:sp>
        <p:nvSpPr>
          <p:cNvPr id="132125" name="Oval 30"/>
          <p:cNvSpPr/>
          <p:nvPr/>
        </p:nvSpPr>
        <p:spPr>
          <a:xfrm>
            <a:off x="3267075" y="5668963"/>
            <a:ext cx="496888" cy="12858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32126" name="Line 31"/>
          <p:cNvSpPr/>
          <p:nvPr/>
        </p:nvSpPr>
        <p:spPr>
          <a:xfrm>
            <a:off x="3267075" y="5657850"/>
            <a:ext cx="0" cy="79375"/>
          </a:xfrm>
          <a:prstGeom prst="line">
            <a:avLst/>
          </a:prstGeom>
          <a:ln w="12700" cap="flat" cmpd="sng">
            <a:solidFill>
              <a:schemeClr val="tx1"/>
            </a:solidFill>
            <a:prstDash val="solid"/>
            <a:headEnd type="none" w="med" len="med"/>
            <a:tailEnd type="none" w="med" len="med"/>
          </a:ln>
        </p:spPr>
      </p:sp>
      <p:sp>
        <p:nvSpPr>
          <p:cNvPr id="132127" name="Line 32"/>
          <p:cNvSpPr/>
          <p:nvPr/>
        </p:nvSpPr>
        <p:spPr>
          <a:xfrm>
            <a:off x="3763963" y="5657850"/>
            <a:ext cx="0" cy="79375"/>
          </a:xfrm>
          <a:prstGeom prst="line">
            <a:avLst/>
          </a:prstGeom>
          <a:ln w="12700" cap="flat" cmpd="sng">
            <a:solidFill>
              <a:schemeClr val="tx1"/>
            </a:solidFill>
            <a:prstDash val="solid"/>
            <a:headEnd type="none" w="med" len="med"/>
            <a:tailEnd type="none" w="med" len="med"/>
          </a:ln>
        </p:spPr>
      </p:sp>
      <p:sp>
        <p:nvSpPr>
          <p:cNvPr id="132128" name="Rectangle 33"/>
          <p:cNvSpPr/>
          <p:nvPr/>
        </p:nvSpPr>
        <p:spPr>
          <a:xfrm>
            <a:off x="3267075" y="5657850"/>
            <a:ext cx="492125" cy="77788"/>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32129" name="Oval 34"/>
          <p:cNvSpPr/>
          <p:nvPr/>
        </p:nvSpPr>
        <p:spPr>
          <a:xfrm>
            <a:off x="3262313" y="5564188"/>
            <a:ext cx="496887" cy="150812"/>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32130" name="Group 35"/>
          <p:cNvGrpSpPr/>
          <p:nvPr/>
        </p:nvGrpSpPr>
        <p:grpSpPr>
          <a:xfrm>
            <a:off x="3300413" y="5478463"/>
            <a:ext cx="428625" cy="396875"/>
            <a:chOff x="2919" y="2429"/>
            <a:chExt cx="277" cy="250"/>
          </a:xfrm>
        </p:grpSpPr>
        <p:sp>
          <p:nvSpPr>
            <p:cNvPr id="132200" name="Rectangle 36"/>
            <p:cNvSpPr/>
            <p:nvPr/>
          </p:nvSpPr>
          <p:spPr>
            <a:xfrm>
              <a:off x="2982" y="2490"/>
              <a:ext cx="144" cy="1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32201" name="Text Box 37"/>
            <p:cNvSpPr txBox="1"/>
            <p:nvPr/>
          </p:nvSpPr>
          <p:spPr>
            <a:xfrm>
              <a:off x="2919" y="2429"/>
              <a:ext cx="277"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000" dirty="0">
                  <a:ea typeface="宋体" panose="02010600030101010101" pitchFamily="2" charset="-122"/>
                </a:rPr>
                <a:t>1c</a:t>
              </a:r>
              <a:endParaRPr lang="en-US" altLang="zh-CN" sz="2000" dirty="0">
                <a:ea typeface="宋体" panose="02010600030101010101" pitchFamily="2" charset="-122"/>
              </a:endParaRPr>
            </a:p>
          </p:txBody>
        </p:sp>
      </p:grpSp>
      <p:sp>
        <p:nvSpPr>
          <p:cNvPr id="132131" name="Line 38"/>
          <p:cNvSpPr/>
          <p:nvPr/>
        </p:nvSpPr>
        <p:spPr>
          <a:xfrm>
            <a:off x="6116638" y="5370513"/>
            <a:ext cx="488950" cy="152400"/>
          </a:xfrm>
          <a:prstGeom prst="line">
            <a:avLst/>
          </a:prstGeom>
          <a:ln w="28575" cap="flat" cmpd="sng">
            <a:solidFill>
              <a:schemeClr val="tx1"/>
            </a:solidFill>
            <a:prstDash val="sysDot"/>
            <a:headEnd type="none" w="med" len="med"/>
            <a:tailEnd type="none" w="med" len="med"/>
          </a:ln>
        </p:spPr>
      </p:sp>
      <p:sp>
        <p:nvSpPr>
          <p:cNvPr id="132132" name="Freeform 39"/>
          <p:cNvSpPr/>
          <p:nvPr/>
        </p:nvSpPr>
        <p:spPr>
          <a:xfrm>
            <a:off x="1874838" y="5164138"/>
            <a:ext cx="400050" cy="180975"/>
          </a:xfrm>
          <a:custGeom>
            <a:avLst/>
            <a:gdLst/>
            <a:ahLst/>
            <a:cxnLst>
              <a:cxn ang="0">
                <a:pos x="0" y="2147483646"/>
              </a:cxn>
              <a:cxn ang="0">
                <a:pos x="2147483646" y="0"/>
              </a:cxn>
            </a:cxnLst>
            <a:pathLst>
              <a:path w="252" h="114">
                <a:moveTo>
                  <a:pt x="0" y="114"/>
                </a:moveTo>
                <a:lnTo>
                  <a:pt x="252" y="0"/>
                </a:lnTo>
              </a:path>
            </a:pathLst>
          </a:custGeom>
          <a:noFill/>
          <a:ln w="28575" cap="flat" cmpd="sng">
            <a:solidFill>
              <a:schemeClr val="tx1">
                <a:alpha val="100000"/>
              </a:schemeClr>
            </a:solidFill>
            <a:prstDash val="sysDot"/>
            <a:round/>
            <a:headEnd type="none" w="med" len="med"/>
            <a:tailEnd type="none" w="med" len="med"/>
          </a:ln>
        </p:spPr>
        <p:txBody>
          <a:bodyPr/>
          <a:p>
            <a:endParaRPr lang="zh-CN" altLang="en-US"/>
          </a:p>
        </p:txBody>
      </p:sp>
      <p:sp>
        <p:nvSpPr>
          <p:cNvPr id="132133" name="Freeform 40"/>
          <p:cNvSpPr/>
          <p:nvPr/>
        </p:nvSpPr>
        <p:spPr>
          <a:xfrm>
            <a:off x="2566988" y="5259388"/>
            <a:ext cx="704850" cy="409575"/>
          </a:xfrm>
          <a:custGeom>
            <a:avLst/>
            <a:gdLst/>
            <a:ahLst/>
            <a:cxnLst>
              <a:cxn ang="0">
                <a:pos x="0" y="0"/>
              </a:cxn>
              <a:cxn ang="0">
                <a:pos x="2147483646" y="2147483646"/>
              </a:cxn>
            </a:cxnLst>
            <a:pathLst>
              <a:path w="444" h="258">
                <a:moveTo>
                  <a:pt x="0" y="0"/>
                </a:moveTo>
                <a:lnTo>
                  <a:pt x="444" y="258"/>
                </a:lnTo>
              </a:path>
            </a:pathLst>
          </a:custGeom>
          <a:noFill/>
          <a:ln w="28575" cap="flat" cmpd="sng">
            <a:solidFill>
              <a:schemeClr val="tx1">
                <a:alpha val="100000"/>
              </a:schemeClr>
            </a:solidFill>
            <a:prstDash val="dash"/>
            <a:round/>
            <a:headEnd type="none" w="med" len="med"/>
            <a:tailEnd type="none" w="med" len="med"/>
          </a:ln>
        </p:spPr>
        <p:txBody>
          <a:bodyPr/>
          <a:p>
            <a:endParaRPr lang="zh-CN" altLang="en-US"/>
          </a:p>
        </p:txBody>
      </p:sp>
      <p:sp>
        <p:nvSpPr>
          <p:cNvPr id="132134" name="Freeform 41"/>
          <p:cNvSpPr/>
          <p:nvPr/>
        </p:nvSpPr>
        <p:spPr>
          <a:xfrm>
            <a:off x="4668838" y="5446713"/>
            <a:ext cx="1038225" cy="666750"/>
          </a:xfrm>
          <a:custGeom>
            <a:avLst/>
            <a:gdLst/>
            <a:ahLst/>
            <a:cxnLst>
              <a:cxn ang="0">
                <a:pos x="0" y="2147483646"/>
              </a:cxn>
              <a:cxn ang="0">
                <a:pos x="2147483646" y="0"/>
              </a:cxn>
            </a:cxnLst>
            <a:pathLst>
              <a:path w="654" h="420">
                <a:moveTo>
                  <a:pt x="0" y="420"/>
                </a:moveTo>
                <a:lnTo>
                  <a:pt x="654" y="0"/>
                </a:lnTo>
              </a:path>
            </a:pathLst>
          </a:custGeom>
          <a:noFill/>
          <a:ln w="28575" cap="flat" cmpd="sng">
            <a:solidFill>
              <a:schemeClr val="tx1">
                <a:alpha val="100000"/>
              </a:schemeClr>
            </a:solidFill>
            <a:prstDash val="dash"/>
            <a:round/>
            <a:headEnd type="none" w="med" len="med"/>
            <a:tailEnd type="none" w="med" len="med"/>
          </a:ln>
        </p:spPr>
        <p:txBody>
          <a:bodyPr/>
          <a:p>
            <a:endParaRPr lang="zh-CN" altLang="en-US"/>
          </a:p>
        </p:txBody>
      </p:sp>
      <p:sp>
        <p:nvSpPr>
          <p:cNvPr id="132135" name="Oval 42"/>
          <p:cNvSpPr/>
          <p:nvPr/>
        </p:nvSpPr>
        <p:spPr>
          <a:xfrm>
            <a:off x="5619750" y="5345113"/>
            <a:ext cx="496888" cy="12858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32136" name="Line 43"/>
          <p:cNvSpPr/>
          <p:nvPr/>
        </p:nvSpPr>
        <p:spPr>
          <a:xfrm>
            <a:off x="5619750" y="5334000"/>
            <a:ext cx="0" cy="79375"/>
          </a:xfrm>
          <a:prstGeom prst="line">
            <a:avLst/>
          </a:prstGeom>
          <a:ln w="12700" cap="flat" cmpd="sng">
            <a:solidFill>
              <a:schemeClr val="tx1"/>
            </a:solidFill>
            <a:prstDash val="solid"/>
            <a:headEnd type="none" w="med" len="med"/>
            <a:tailEnd type="none" w="med" len="med"/>
          </a:ln>
        </p:spPr>
      </p:sp>
      <p:sp>
        <p:nvSpPr>
          <p:cNvPr id="132137" name="Line 44"/>
          <p:cNvSpPr/>
          <p:nvPr/>
        </p:nvSpPr>
        <p:spPr>
          <a:xfrm>
            <a:off x="6116638" y="5334000"/>
            <a:ext cx="0" cy="79375"/>
          </a:xfrm>
          <a:prstGeom prst="line">
            <a:avLst/>
          </a:prstGeom>
          <a:ln w="12700" cap="flat" cmpd="sng">
            <a:solidFill>
              <a:schemeClr val="tx1"/>
            </a:solidFill>
            <a:prstDash val="solid"/>
            <a:headEnd type="none" w="med" len="med"/>
            <a:tailEnd type="none" w="med" len="med"/>
          </a:ln>
        </p:spPr>
      </p:sp>
      <p:sp>
        <p:nvSpPr>
          <p:cNvPr id="132138" name="Rectangle 45"/>
          <p:cNvSpPr/>
          <p:nvPr/>
        </p:nvSpPr>
        <p:spPr>
          <a:xfrm>
            <a:off x="5619750" y="5334000"/>
            <a:ext cx="492125" cy="77788"/>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32139" name="Oval 46"/>
          <p:cNvSpPr/>
          <p:nvPr/>
        </p:nvSpPr>
        <p:spPr>
          <a:xfrm>
            <a:off x="5614988" y="5240338"/>
            <a:ext cx="496887" cy="150812"/>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32140" name="Rectangle 47"/>
          <p:cNvSpPr/>
          <p:nvPr/>
        </p:nvSpPr>
        <p:spPr>
          <a:xfrm>
            <a:off x="5753100" y="5260975"/>
            <a:ext cx="223838" cy="190500"/>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32141" name="Text Box 48"/>
          <p:cNvSpPr txBox="1"/>
          <p:nvPr/>
        </p:nvSpPr>
        <p:spPr>
          <a:xfrm>
            <a:off x="5635625" y="5164138"/>
            <a:ext cx="469900"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000" dirty="0">
                <a:ea typeface="宋体" panose="02010600030101010101" pitchFamily="2" charset="-122"/>
              </a:rPr>
              <a:t>2a</a:t>
            </a:r>
            <a:endParaRPr lang="en-US" altLang="zh-CN" sz="2400" dirty="0">
              <a:latin typeface="Times New Roman" panose="02020603050405020304" pitchFamily="18" charset="0"/>
              <a:ea typeface="宋体" panose="02010600030101010101" pitchFamily="2" charset="-122"/>
            </a:endParaRPr>
          </a:p>
        </p:txBody>
      </p:sp>
      <p:sp>
        <p:nvSpPr>
          <p:cNvPr id="132142" name="Text Box 49"/>
          <p:cNvSpPr txBox="1"/>
          <p:nvPr/>
        </p:nvSpPr>
        <p:spPr>
          <a:xfrm>
            <a:off x="1924050" y="5303838"/>
            <a:ext cx="701675"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2000" dirty="0">
                <a:ea typeface="宋体" panose="02010600030101010101" pitchFamily="2" charset="-122"/>
              </a:rPr>
              <a:t>AS3</a:t>
            </a:r>
            <a:endParaRPr lang="en-US" altLang="zh-CN" sz="1800" dirty="0">
              <a:ea typeface="宋体" panose="02010600030101010101" pitchFamily="2" charset="-122"/>
            </a:endParaRPr>
          </a:p>
        </p:txBody>
      </p:sp>
      <p:sp>
        <p:nvSpPr>
          <p:cNvPr id="132143" name="Text Box 50"/>
          <p:cNvSpPr txBox="1"/>
          <p:nvPr/>
        </p:nvSpPr>
        <p:spPr>
          <a:xfrm>
            <a:off x="2495550" y="6162675"/>
            <a:ext cx="660400"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2000" dirty="0">
                <a:ea typeface="宋体" panose="02010600030101010101" pitchFamily="2" charset="-122"/>
              </a:rPr>
              <a:t>AS1</a:t>
            </a:r>
            <a:endParaRPr lang="en-US" altLang="zh-CN" sz="1800" dirty="0">
              <a:ea typeface="宋体" panose="02010600030101010101" pitchFamily="2" charset="-122"/>
            </a:endParaRPr>
          </a:p>
        </p:txBody>
      </p:sp>
      <p:sp>
        <p:nvSpPr>
          <p:cNvPr id="132144" name="Text Box 51"/>
          <p:cNvSpPr txBox="1"/>
          <p:nvPr/>
        </p:nvSpPr>
        <p:spPr>
          <a:xfrm>
            <a:off x="6067425" y="5621338"/>
            <a:ext cx="649288" cy="3667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AS2</a:t>
            </a:r>
            <a:endParaRPr lang="en-US" altLang="zh-CN" sz="1800" dirty="0">
              <a:ea typeface="宋体" panose="02010600030101010101" pitchFamily="2" charset="-122"/>
            </a:endParaRPr>
          </a:p>
        </p:txBody>
      </p:sp>
      <p:sp>
        <p:nvSpPr>
          <p:cNvPr id="132145" name="Oval 52"/>
          <p:cNvSpPr/>
          <p:nvPr/>
        </p:nvSpPr>
        <p:spPr>
          <a:xfrm>
            <a:off x="2781300" y="6002338"/>
            <a:ext cx="496888" cy="12858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32146" name="Line 53"/>
          <p:cNvSpPr/>
          <p:nvPr/>
        </p:nvSpPr>
        <p:spPr>
          <a:xfrm>
            <a:off x="2781300" y="5991225"/>
            <a:ext cx="0" cy="79375"/>
          </a:xfrm>
          <a:prstGeom prst="line">
            <a:avLst/>
          </a:prstGeom>
          <a:ln w="12700" cap="flat" cmpd="sng">
            <a:solidFill>
              <a:schemeClr val="tx1"/>
            </a:solidFill>
            <a:prstDash val="solid"/>
            <a:headEnd type="none" w="med" len="med"/>
            <a:tailEnd type="none" w="med" len="med"/>
          </a:ln>
        </p:spPr>
      </p:sp>
      <p:sp>
        <p:nvSpPr>
          <p:cNvPr id="132147" name="Line 54"/>
          <p:cNvSpPr/>
          <p:nvPr/>
        </p:nvSpPr>
        <p:spPr>
          <a:xfrm>
            <a:off x="3278188" y="5991225"/>
            <a:ext cx="0" cy="79375"/>
          </a:xfrm>
          <a:prstGeom prst="line">
            <a:avLst/>
          </a:prstGeom>
          <a:ln w="12700" cap="flat" cmpd="sng">
            <a:solidFill>
              <a:schemeClr val="tx1"/>
            </a:solidFill>
            <a:prstDash val="solid"/>
            <a:headEnd type="none" w="med" len="med"/>
            <a:tailEnd type="none" w="med" len="med"/>
          </a:ln>
        </p:spPr>
      </p:sp>
      <p:sp>
        <p:nvSpPr>
          <p:cNvPr id="132148" name="Rectangle 55"/>
          <p:cNvSpPr/>
          <p:nvPr/>
        </p:nvSpPr>
        <p:spPr>
          <a:xfrm>
            <a:off x="2781300" y="5991225"/>
            <a:ext cx="492125" cy="77788"/>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32149" name="Oval 56"/>
          <p:cNvSpPr/>
          <p:nvPr/>
        </p:nvSpPr>
        <p:spPr>
          <a:xfrm>
            <a:off x="2776538" y="5903913"/>
            <a:ext cx="496887" cy="150812"/>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32150" name="Rectangle 57"/>
          <p:cNvSpPr/>
          <p:nvPr/>
        </p:nvSpPr>
        <p:spPr>
          <a:xfrm>
            <a:off x="2911475" y="5946775"/>
            <a:ext cx="225425" cy="152400"/>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32151" name="Text Box 58"/>
          <p:cNvSpPr txBox="1"/>
          <p:nvPr/>
        </p:nvSpPr>
        <p:spPr>
          <a:xfrm>
            <a:off x="2820988" y="5818188"/>
            <a:ext cx="428625"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000" dirty="0">
                <a:ea typeface="宋体" panose="02010600030101010101" pitchFamily="2" charset="-122"/>
              </a:rPr>
              <a:t>1a</a:t>
            </a:r>
            <a:endParaRPr lang="en-US" altLang="zh-CN" sz="2400" dirty="0">
              <a:latin typeface="Times New Roman" panose="02020603050405020304" pitchFamily="18" charset="0"/>
              <a:ea typeface="宋体" panose="02010600030101010101" pitchFamily="2" charset="-122"/>
            </a:endParaRPr>
          </a:p>
        </p:txBody>
      </p:sp>
      <p:grpSp>
        <p:nvGrpSpPr>
          <p:cNvPr id="132152" name="Group 59"/>
          <p:cNvGrpSpPr/>
          <p:nvPr/>
        </p:nvGrpSpPr>
        <p:grpSpPr>
          <a:xfrm>
            <a:off x="6342063" y="4875213"/>
            <a:ext cx="501650" cy="396875"/>
            <a:chOff x="4320" y="1940"/>
            <a:chExt cx="316" cy="250"/>
          </a:xfrm>
        </p:grpSpPr>
        <p:sp>
          <p:nvSpPr>
            <p:cNvPr id="132193" name="Oval 60"/>
            <p:cNvSpPr/>
            <p:nvPr/>
          </p:nvSpPr>
          <p:spPr>
            <a:xfrm>
              <a:off x="4323" y="2054"/>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32194" name="Line 61"/>
            <p:cNvSpPr/>
            <p:nvPr/>
          </p:nvSpPr>
          <p:spPr>
            <a:xfrm>
              <a:off x="4323" y="2047"/>
              <a:ext cx="0" cy="50"/>
            </a:xfrm>
            <a:prstGeom prst="line">
              <a:avLst/>
            </a:prstGeom>
            <a:ln w="12700" cap="flat" cmpd="sng">
              <a:solidFill>
                <a:schemeClr val="tx1"/>
              </a:solidFill>
              <a:prstDash val="solid"/>
              <a:headEnd type="none" w="med" len="med"/>
              <a:tailEnd type="none" w="med" len="med"/>
            </a:ln>
          </p:spPr>
        </p:sp>
        <p:sp>
          <p:nvSpPr>
            <p:cNvPr id="132195" name="Line 62"/>
            <p:cNvSpPr/>
            <p:nvPr/>
          </p:nvSpPr>
          <p:spPr>
            <a:xfrm>
              <a:off x="4636" y="2047"/>
              <a:ext cx="0" cy="50"/>
            </a:xfrm>
            <a:prstGeom prst="line">
              <a:avLst/>
            </a:prstGeom>
            <a:ln w="12700" cap="flat" cmpd="sng">
              <a:solidFill>
                <a:schemeClr val="tx1"/>
              </a:solidFill>
              <a:prstDash val="solid"/>
              <a:headEnd type="none" w="med" len="med"/>
              <a:tailEnd type="none" w="med" len="med"/>
            </a:ln>
          </p:spPr>
        </p:sp>
        <p:sp>
          <p:nvSpPr>
            <p:cNvPr id="132196" name="Rectangle 63"/>
            <p:cNvSpPr/>
            <p:nvPr/>
          </p:nvSpPr>
          <p:spPr>
            <a:xfrm>
              <a:off x="4323" y="2047"/>
              <a:ext cx="310"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32197" name="Oval 64"/>
            <p:cNvSpPr/>
            <p:nvPr/>
          </p:nvSpPr>
          <p:spPr>
            <a:xfrm>
              <a:off x="4320" y="1988"/>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32198" name="Rectangle 65"/>
            <p:cNvSpPr/>
            <p:nvPr/>
          </p:nvSpPr>
          <p:spPr>
            <a:xfrm>
              <a:off x="4407" y="2001"/>
              <a:ext cx="141" cy="118"/>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32199" name="Text Box 66"/>
            <p:cNvSpPr txBox="1"/>
            <p:nvPr/>
          </p:nvSpPr>
          <p:spPr>
            <a:xfrm>
              <a:off x="4333" y="1940"/>
              <a:ext cx="296"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000" dirty="0">
                  <a:ea typeface="宋体" panose="02010600030101010101" pitchFamily="2" charset="-122"/>
                </a:rPr>
                <a:t>2c</a:t>
              </a:r>
              <a:endParaRPr lang="en-US" altLang="zh-CN" sz="2400" dirty="0">
                <a:latin typeface="Times New Roman" panose="02020603050405020304" pitchFamily="18" charset="0"/>
                <a:ea typeface="宋体" panose="02010600030101010101" pitchFamily="2" charset="-122"/>
              </a:endParaRPr>
            </a:p>
          </p:txBody>
        </p:sp>
      </p:grpSp>
      <p:grpSp>
        <p:nvGrpSpPr>
          <p:cNvPr id="132153" name="Group 67"/>
          <p:cNvGrpSpPr/>
          <p:nvPr/>
        </p:nvGrpSpPr>
        <p:grpSpPr>
          <a:xfrm>
            <a:off x="6605588" y="5335588"/>
            <a:ext cx="501650" cy="396875"/>
            <a:chOff x="4596" y="2162"/>
            <a:chExt cx="316" cy="250"/>
          </a:xfrm>
        </p:grpSpPr>
        <p:sp>
          <p:nvSpPr>
            <p:cNvPr id="132186" name="Oval 68"/>
            <p:cNvSpPr/>
            <p:nvPr/>
          </p:nvSpPr>
          <p:spPr>
            <a:xfrm>
              <a:off x="4599" y="2276"/>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32187" name="Line 69"/>
            <p:cNvSpPr/>
            <p:nvPr/>
          </p:nvSpPr>
          <p:spPr>
            <a:xfrm>
              <a:off x="4599" y="2269"/>
              <a:ext cx="0" cy="50"/>
            </a:xfrm>
            <a:prstGeom prst="line">
              <a:avLst/>
            </a:prstGeom>
            <a:ln w="12700" cap="flat" cmpd="sng">
              <a:solidFill>
                <a:schemeClr val="tx1"/>
              </a:solidFill>
              <a:prstDash val="solid"/>
              <a:headEnd type="none" w="med" len="med"/>
              <a:tailEnd type="none" w="med" len="med"/>
            </a:ln>
          </p:spPr>
        </p:sp>
        <p:sp>
          <p:nvSpPr>
            <p:cNvPr id="132188" name="Line 70"/>
            <p:cNvSpPr/>
            <p:nvPr/>
          </p:nvSpPr>
          <p:spPr>
            <a:xfrm>
              <a:off x="4912" y="2269"/>
              <a:ext cx="0" cy="50"/>
            </a:xfrm>
            <a:prstGeom prst="line">
              <a:avLst/>
            </a:prstGeom>
            <a:ln w="12700" cap="flat" cmpd="sng">
              <a:solidFill>
                <a:schemeClr val="tx1"/>
              </a:solidFill>
              <a:prstDash val="solid"/>
              <a:headEnd type="none" w="med" len="med"/>
              <a:tailEnd type="none" w="med" len="med"/>
            </a:ln>
          </p:spPr>
        </p:sp>
        <p:sp>
          <p:nvSpPr>
            <p:cNvPr id="132189" name="Rectangle 71"/>
            <p:cNvSpPr/>
            <p:nvPr/>
          </p:nvSpPr>
          <p:spPr>
            <a:xfrm>
              <a:off x="4599" y="2269"/>
              <a:ext cx="310"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32190" name="Oval 72"/>
            <p:cNvSpPr/>
            <p:nvPr/>
          </p:nvSpPr>
          <p:spPr>
            <a:xfrm>
              <a:off x="4596" y="2210"/>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32191" name="Rectangle 73"/>
            <p:cNvSpPr/>
            <p:nvPr/>
          </p:nvSpPr>
          <p:spPr>
            <a:xfrm>
              <a:off x="4683" y="2223"/>
              <a:ext cx="142" cy="110"/>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32192" name="Text Box 74"/>
            <p:cNvSpPr txBox="1"/>
            <p:nvPr/>
          </p:nvSpPr>
          <p:spPr>
            <a:xfrm>
              <a:off x="4603" y="2162"/>
              <a:ext cx="309"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000" dirty="0">
                  <a:ea typeface="宋体" panose="02010600030101010101" pitchFamily="2" charset="-122"/>
                </a:rPr>
                <a:t>2b</a:t>
              </a:r>
              <a:endParaRPr lang="en-US" altLang="zh-CN" sz="2400" dirty="0">
                <a:latin typeface="Times New Roman" panose="02020603050405020304" pitchFamily="18" charset="0"/>
                <a:ea typeface="宋体" panose="02010600030101010101" pitchFamily="2" charset="-122"/>
              </a:endParaRPr>
            </a:p>
          </p:txBody>
        </p:sp>
      </p:grpSp>
      <p:grpSp>
        <p:nvGrpSpPr>
          <p:cNvPr id="132154" name="Group 75"/>
          <p:cNvGrpSpPr/>
          <p:nvPr/>
        </p:nvGrpSpPr>
        <p:grpSpPr>
          <a:xfrm>
            <a:off x="4176713" y="5922963"/>
            <a:ext cx="501650" cy="396875"/>
            <a:chOff x="2016" y="1980"/>
            <a:chExt cx="316" cy="250"/>
          </a:xfrm>
        </p:grpSpPr>
        <p:sp>
          <p:nvSpPr>
            <p:cNvPr id="132178" name="Oval 76"/>
            <p:cNvSpPr/>
            <p:nvPr/>
          </p:nvSpPr>
          <p:spPr>
            <a:xfrm>
              <a:off x="2019" y="2102"/>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32179" name="Line 77"/>
            <p:cNvSpPr/>
            <p:nvPr/>
          </p:nvSpPr>
          <p:spPr>
            <a:xfrm>
              <a:off x="2019" y="2095"/>
              <a:ext cx="0" cy="50"/>
            </a:xfrm>
            <a:prstGeom prst="line">
              <a:avLst/>
            </a:prstGeom>
            <a:ln w="12700" cap="flat" cmpd="sng">
              <a:solidFill>
                <a:schemeClr val="tx1"/>
              </a:solidFill>
              <a:prstDash val="solid"/>
              <a:headEnd type="none" w="med" len="med"/>
              <a:tailEnd type="none" w="med" len="med"/>
            </a:ln>
          </p:spPr>
        </p:sp>
        <p:sp>
          <p:nvSpPr>
            <p:cNvPr id="132180" name="Line 78"/>
            <p:cNvSpPr/>
            <p:nvPr/>
          </p:nvSpPr>
          <p:spPr>
            <a:xfrm>
              <a:off x="2332" y="2095"/>
              <a:ext cx="0" cy="50"/>
            </a:xfrm>
            <a:prstGeom prst="line">
              <a:avLst/>
            </a:prstGeom>
            <a:ln w="12700" cap="flat" cmpd="sng">
              <a:solidFill>
                <a:schemeClr val="tx1"/>
              </a:solidFill>
              <a:prstDash val="solid"/>
              <a:headEnd type="none" w="med" len="med"/>
              <a:tailEnd type="none" w="med" len="med"/>
            </a:ln>
          </p:spPr>
        </p:sp>
        <p:sp>
          <p:nvSpPr>
            <p:cNvPr id="132181" name="Rectangle 79"/>
            <p:cNvSpPr/>
            <p:nvPr/>
          </p:nvSpPr>
          <p:spPr>
            <a:xfrm>
              <a:off x="2019" y="2095"/>
              <a:ext cx="310"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32182" name="Oval 80"/>
            <p:cNvSpPr/>
            <p:nvPr/>
          </p:nvSpPr>
          <p:spPr>
            <a:xfrm>
              <a:off x="2016" y="2036"/>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32183" name="Group 81"/>
            <p:cNvGrpSpPr/>
            <p:nvPr/>
          </p:nvGrpSpPr>
          <p:grpSpPr>
            <a:xfrm>
              <a:off x="2034" y="1980"/>
              <a:ext cx="283" cy="250"/>
              <a:chOff x="2914" y="2429"/>
              <a:chExt cx="288" cy="250"/>
            </a:xfrm>
          </p:grpSpPr>
          <p:sp>
            <p:nvSpPr>
              <p:cNvPr id="132184" name="Rectangle 82"/>
              <p:cNvSpPr/>
              <p:nvPr/>
            </p:nvSpPr>
            <p:spPr>
              <a:xfrm>
                <a:off x="2982" y="2490"/>
                <a:ext cx="144" cy="1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32185" name="Text Box 83"/>
              <p:cNvSpPr txBox="1"/>
              <p:nvPr/>
            </p:nvSpPr>
            <p:spPr>
              <a:xfrm>
                <a:off x="2914" y="2429"/>
                <a:ext cx="288"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000" dirty="0">
                    <a:ea typeface="宋体" panose="02010600030101010101" pitchFamily="2" charset="-122"/>
                  </a:rPr>
                  <a:t>1b</a:t>
                </a:r>
                <a:endParaRPr lang="en-US" altLang="zh-CN" sz="2400" dirty="0">
                  <a:latin typeface="Times New Roman" panose="02020603050405020304" pitchFamily="18" charset="0"/>
                  <a:ea typeface="宋体" panose="02010600030101010101" pitchFamily="2" charset="-122"/>
                </a:endParaRPr>
              </a:p>
            </p:txBody>
          </p:sp>
        </p:grpSp>
      </p:grpSp>
      <p:grpSp>
        <p:nvGrpSpPr>
          <p:cNvPr id="132155" name="Group 84"/>
          <p:cNvGrpSpPr/>
          <p:nvPr/>
        </p:nvGrpSpPr>
        <p:grpSpPr>
          <a:xfrm>
            <a:off x="1655763" y="4578350"/>
            <a:ext cx="501650" cy="396875"/>
            <a:chOff x="2016" y="1980"/>
            <a:chExt cx="316" cy="250"/>
          </a:xfrm>
        </p:grpSpPr>
        <p:sp>
          <p:nvSpPr>
            <p:cNvPr id="132170" name="Oval 85"/>
            <p:cNvSpPr/>
            <p:nvPr/>
          </p:nvSpPr>
          <p:spPr>
            <a:xfrm>
              <a:off x="2019" y="2102"/>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32171" name="Line 86"/>
            <p:cNvSpPr/>
            <p:nvPr/>
          </p:nvSpPr>
          <p:spPr>
            <a:xfrm>
              <a:off x="2019" y="2095"/>
              <a:ext cx="0" cy="50"/>
            </a:xfrm>
            <a:prstGeom prst="line">
              <a:avLst/>
            </a:prstGeom>
            <a:ln w="12700" cap="flat" cmpd="sng">
              <a:solidFill>
                <a:schemeClr val="tx1"/>
              </a:solidFill>
              <a:prstDash val="solid"/>
              <a:headEnd type="none" w="med" len="med"/>
              <a:tailEnd type="none" w="med" len="med"/>
            </a:ln>
          </p:spPr>
        </p:sp>
        <p:sp>
          <p:nvSpPr>
            <p:cNvPr id="132172" name="Line 87"/>
            <p:cNvSpPr/>
            <p:nvPr/>
          </p:nvSpPr>
          <p:spPr>
            <a:xfrm>
              <a:off x="2332" y="2095"/>
              <a:ext cx="0" cy="50"/>
            </a:xfrm>
            <a:prstGeom prst="line">
              <a:avLst/>
            </a:prstGeom>
            <a:ln w="12700" cap="flat" cmpd="sng">
              <a:solidFill>
                <a:schemeClr val="tx1"/>
              </a:solidFill>
              <a:prstDash val="solid"/>
              <a:headEnd type="none" w="med" len="med"/>
              <a:tailEnd type="none" w="med" len="med"/>
            </a:ln>
          </p:spPr>
        </p:sp>
        <p:sp>
          <p:nvSpPr>
            <p:cNvPr id="132173" name="Rectangle 88"/>
            <p:cNvSpPr/>
            <p:nvPr/>
          </p:nvSpPr>
          <p:spPr>
            <a:xfrm>
              <a:off x="2019" y="2095"/>
              <a:ext cx="310"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32174" name="Oval 89"/>
            <p:cNvSpPr/>
            <p:nvPr/>
          </p:nvSpPr>
          <p:spPr>
            <a:xfrm>
              <a:off x="2016" y="2036"/>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32175" name="Group 90"/>
            <p:cNvGrpSpPr/>
            <p:nvPr/>
          </p:nvGrpSpPr>
          <p:grpSpPr>
            <a:xfrm>
              <a:off x="2027" y="1980"/>
              <a:ext cx="296" cy="250"/>
              <a:chOff x="2907" y="2429"/>
              <a:chExt cx="301" cy="250"/>
            </a:xfrm>
          </p:grpSpPr>
          <p:sp>
            <p:nvSpPr>
              <p:cNvPr id="132176" name="Rectangle 91"/>
              <p:cNvSpPr/>
              <p:nvPr/>
            </p:nvSpPr>
            <p:spPr>
              <a:xfrm>
                <a:off x="2982" y="2490"/>
                <a:ext cx="144" cy="1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32177" name="Text Box 92"/>
              <p:cNvSpPr txBox="1"/>
              <p:nvPr/>
            </p:nvSpPr>
            <p:spPr>
              <a:xfrm>
                <a:off x="2907" y="2429"/>
                <a:ext cx="301"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000" dirty="0">
                    <a:ea typeface="宋体" panose="02010600030101010101" pitchFamily="2" charset="-122"/>
                  </a:rPr>
                  <a:t>3c</a:t>
                </a:r>
                <a:endParaRPr lang="en-US" altLang="zh-CN" sz="2400" dirty="0">
                  <a:latin typeface="Times New Roman" panose="02020603050405020304" pitchFamily="18" charset="0"/>
                  <a:ea typeface="宋体" panose="02010600030101010101" pitchFamily="2" charset="-122"/>
                </a:endParaRPr>
              </a:p>
            </p:txBody>
          </p:sp>
        </p:grpSp>
      </p:grpSp>
      <p:sp>
        <p:nvSpPr>
          <p:cNvPr id="132156" name="Line 93"/>
          <p:cNvSpPr/>
          <p:nvPr/>
        </p:nvSpPr>
        <p:spPr>
          <a:xfrm flipH="1">
            <a:off x="3154363" y="5751513"/>
            <a:ext cx="147637" cy="161925"/>
          </a:xfrm>
          <a:prstGeom prst="line">
            <a:avLst/>
          </a:prstGeom>
          <a:ln w="25400" cap="flat" cmpd="sng">
            <a:solidFill>
              <a:schemeClr val="tx1"/>
            </a:solidFill>
            <a:prstDash val="sysDot"/>
            <a:headEnd type="none" w="med" len="med"/>
            <a:tailEnd type="none" w="med" len="med"/>
          </a:ln>
        </p:spPr>
      </p:sp>
      <p:sp>
        <p:nvSpPr>
          <p:cNvPr id="132157" name="Line 94"/>
          <p:cNvSpPr/>
          <p:nvPr/>
        </p:nvSpPr>
        <p:spPr>
          <a:xfrm>
            <a:off x="3557588" y="5791200"/>
            <a:ext cx="0" cy="390525"/>
          </a:xfrm>
          <a:prstGeom prst="line">
            <a:avLst/>
          </a:prstGeom>
          <a:ln w="25400" cap="flat" cmpd="sng">
            <a:solidFill>
              <a:schemeClr val="tx1"/>
            </a:solidFill>
            <a:prstDash val="sysDot"/>
            <a:headEnd type="none" w="med" len="med"/>
            <a:tailEnd type="none" w="med" len="med"/>
          </a:ln>
        </p:spPr>
      </p:sp>
      <p:sp>
        <p:nvSpPr>
          <p:cNvPr id="132158" name="Line 95"/>
          <p:cNvSpPr/>
          <p:nvPr/>
        </p:nvSpPr>
        <p:spPr>
          <a:xfrm>
            <a:off x="3719513" y="5738813"/>
            <a:ext cx="496887" cy="334962"/>
          </a:xfrm>
          <a:prstGeom prst="line">
            <a:avLst/>
          </a:prstGeom>
          <a:ln w="25400" cap="flat" cmpd="sng">
            <a:solidFill>
              <a:schemeClr val="tx1"/>
            </a:solidFill>
            <a:prstDash val="sysDot"/>
            <a:headEnd type="none" w="med" len="med"/>
            <a:tailEnd type="none" w="med" len="med"/>
          </a:ln>
        </p:spPr>
      </p:sp>
      <p:sp>
        <p:nvSpPr>
          <p:cNvPr id="132159" name="Line 96"/>
          <p:cNvSpPr/>
          <p:nvPr/>
        </p:nvSpPr>
        <p:spPr>
          <a:xfrm flipH="1">
            <a:off x="3840163" y="6196013"/>
            <a:ext cx="376237" cy="120650"/>
          </a:xfrm>
          <a:prstGeom prst="line">
            <a:avLst/>
          </a:prstGeom>
          <a:ln w="25400" cap="flat" cmpd="sng">
            <a:solidFill>
              <a:schemeClr val="tx1"/>
            </a:solidFill>
            <a:prstDash val="sysDot"/>
            <a:headEnd type="none" w="med" len="med"/>
            <a:tailEnd type="none" w="med" len="med"/>
          </a:ln>
        </p:spPr>
      </p:sp>
      <p:sp>
        <p:nvSpPr>
          <p:cNvPr id="132160" name="Line 97"/>
          <p:cNvSpPr/>
          <p:nvPr/>
        </p:nvSpPr>
        <p:spPr>
          <a:xfrm flipH="1" flipV="1">
            <a:off x="3262313" y="6019800"/>
            <a:ext cx="901700" cy="80963"/>
          </a:xfrm>
          <a:prstGeom prst="line">
            <a:avLst/>
          </a:prstGeom>
          <a:ln w="25400" cap="flat" cmpd="sng">
            <a:solidFill>
              <a:schemeClr val="tx1"/>
            </a:solidFill>
            <a:prstDash val="sysDot"/>
            <a:headEnd type="none" w="med" len="med"/>
            <a:tailEnd type="none" w="med" len="med"/>
          </a:ln>
        </p:spPr>
      </p:sp>
      <p:sp>
        <p:nvSpPr>
          <p:cNvPr id="132161" name="Line 98"/>
          <p:cNvSpPr/>
          <p:nvPr/>
        </p:nvSpPr>
        <p:spPr>
          <a:xfrm flipV="1">
            <a:off x="6032500" y="5105400"/>
            <a:ext cx="349250" cy="134938"/>
          </a:xfrm>
          <a:prstGeom prst="line">
            <a:avLst/>
          </a:prstGeom>
          <a:ln w="25400" cap="flat" cmpd="sng">
            <a:solidFill>
              <a:schemeClr val="tx1"/>
            </a:solidFill>
            <a:prstDash val="sysDot"/>
            <a:headEnd type="none" w="med" len="med"/>
            <a:tailEnd type="none" w="med" len="med"/>
          </a:ln>
        </p:spPr>
      </p:sp>
      <p:sp>
        <p:nvSpPr>
          <p:cNvPr id="132162" name="Line 99"/>
          <p:cNvSpPr/>
          <p:nvPr/>
        </p:nvSpPr>
        <p:spPr>
          <a:xfrm>
            <a:off x="3167063" y="4637088"/>
            <a:ext cx="766762" cy="0"/>
          </a:xfrm>
          <a:prstGeom prst="line">
            <a:avLst/>
          </a:prstGeom>
          <a:ln w="25400" cap="flat" cmpd="sng">
            <a:solidFill>
              <a:schemeClr val="tx1"/>
            </a:solidFill>
            <a:prstDash val="dash"/>
            <a:headEnd type="none" w="med" len="med"/>
            <a:tailEnd type="none" w="med" len="med"/>
          </a:ln>
        </p:spPr>
      </p:sp>
      <p:sp>
        <p:nvSpPr>
          <p:cNvPr id="132163" name="Line 100"/>
          <p:cNvSpPr/>
          <p:nvPr/>
        </p:nvSpPr>
        <p:spPr>
          <a:xfrm>
            <a:off x="3186113" y="4951413"/>
            <a:ext cx="766762" cy="0"/>
          </a:xfrm>
          <a:prstGeom prst="line">
            <a:avLst/>
          </a:prstGeom>
          <a:ln w="25400" cap="flat" cmpd="sng">
            <a:solidFill>
              <a:schemeClr val="tx1"/>
            </a:solidFill>
            <a:prstDash val="sysDot"/>
            <a:headEnd type="none" w="med" len="med"/>
            <a:tailEnd type="none" w="med" len="med"/>
          </a:ln>
        </p:spPr>
      </p:sp>
      <p:sp>
        <p:nvSpPr>
          <p:cNvPr id="132164" name="Text Box 101"/>
          <p:cNvSpPr txBox="1"/>
          <p:nvPr/>
        </p:nvSpPr>
        <p:spPr>
          <a:xfrm>
            <a:off x="4016375" y="4422775"/>
            <a:ext cx="1254125" cy="3048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eaLnBrk="1" hangingPunct="1">
              <a:spcBef>
                <a:spcPct val="0"/>
              </a:spcBef>
              <a:buClrTx/>
              <a:buSzTx/>
              <a:buFontTx/>
              <a:buNone/>
            </a:pPr>
            <a:r>
              <a:rPr lang="en-US" altLang="zh-CN" sz="1400" dirty="0">
                <a:ea typeface="宋体" panose="02010600030101010101" pitchFamily="2" charset="-122"/>
              </a:rPr>
              <a:t>eBGP session</a:t>
            </a:r>
            <a:endParaRPr lang="en-US" altLang="zh-CN" sz="1400" dirty="0">
              <a:ea typeface="宋体" panose="02010600030101010101" pitchFamily="2" charset="-122"/>
            </a:endParaRPr>
          </a:p>
        </p:txBody>
      </p:sp>
      <p:sp>
        <p:nvSpPr>
          <p:cNvPr id="132165" name="Text Box 102"/>
          <p:cNvSpPr txBox="1"/>
          <p:nvPr/>
        </p:nvSpPr>
        <p:spPr>
          <a:xfrm>
            <a:off x="4043363" y="4772025"/>
            <a:ext cx="1206500" cy="3048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eaLnBrk="1" hangingPunct="1">
              <a:spcBef>
                <a:spcPct val="0"/>
              </a:spcBef>
              <a:buClrTx/>
              <a:buSzTx/>
              <a:buFontTx/>
              <a:buNone/>
            </a:pPr>
            <a:r>
              <a:rPr lang="en-US" altLang="zh-CN" sz="1400" dirty="0">
                <a:ea typeface="宋体" panose="02010600030101010101" pitchFamily="2" charset="-122"/>
              </a:rPr>
              <a:t>iBGP session</a:t>
            </a:r>
            <a:endParaRPr lang="en-US" altLang="zh-CN" sz="1400" dirty="0">
              <a:ea typeface="宋体" panose="02010600030101010101" pitchFamily="2" charset="-122"/>
            </a:endParaRPr>
          </a:p>
        </p:txBody>
      </p:sp>
      <p:sp>
        <p:nvSpPr>
          <p:cNvPr id="132166" name="Line 103"/>
          <p:cNvSpPr/>
          <p:nvPr/>
        </p:nvSpPr>
        <p:spPr>
          <a:xfrm flipH="1" flipV="1">
            <a:off x="2079625" y="4864100"/>
            <a:ext cx="241300" cy="174625"/>
          </a:xfrm>
          <a:prstGeom prst="line">
            <a:avLst/>
          </a:prstGeom>
          <a:ln w="25400" cap="flat" cmpd="sng">
            <a:solidFill>
              <a:schemeClr val="tx1"/>
            </a:solidFill>
            <a:prstDash val="sysDot"/>
            <a:headEnd type="none" w="med" len="med"/>
            <a:tailEnd type="none" w="med" len="med"/>
          </a:ln>
        </p:spPr>
      </p:sp>
      <p:sp>
        <p:nvSpPr>
          <p:cNvPr id="132167" name="Line 104"/>
          <p:cNvSpPr/>
          <p:nvPr/>
        </p:nvSpPr>
        <p:spPr>
          <a:xfrm flipH="1">
            <a:off x="1649413" y="4891088"/>
            <a:ext cx="147637" cy="376237"/>
          </a:xfrm>
          <a:prstGeom prst="line">
            <a:avLst/>
          </a:prstGeom>
          <a:ln w="25400" cap="flat" cmpd="sng">
            <a:solidFill>
              <a:schemeClr val="tx1"/>
            </a:solidFill>
            <a:prstDash val="sysDot"/>
            <a:headEnd type="none" w="med" len="med"/>
            <a:tailEnd type="none" w="med" len="med"/>
          </a:ln>
        </p:spPr>
      </p:sp>
      <p:sp>
        <p:nvSpPr>
          <p:cNvPr id="132168" name="Line 105"/>
          <p:cNvSpPr/>
          <p:nvPr/>
        </p:nvSpPr>
        <p:spPr>
          <a:xfrm>
            <a:off x="6731000" y="5173663"/>
            <a:ext cx="68263" cy="228600"/>
          </a:xfrm>
          <a:prstGeom prst="line">
            <a:avLst/>
          </a:prstGeom>
          <a:ln w="25400" cap="flat" cmpd="sng">
            <a:solidFill>
              <a:schemeClr val="tx1"/>
            </a:solidFill>
            <a:prstDash val="sysDot"/>
            <a:headEnd type="none" w="med" len="med"/>
            <a:tailEnd type="none" w="med" len="med"/>
          </a:ln>
        </p:spPr>
      </p:sp>
      <p:sp>
        <p:nvSpPr>
          <p:cNvPr id="132169" name="Line 106"/>
          <p:cNvSpPr/>
          <p:nvPr/>
        </p:nvSpPr>
        <p:spPr>
          <a:xfrm>
            <a:off x="3168650" y="6100763"/>
            <a:ext cx="201613" cy="134937"/>
          </a:xfrm>
          <a:prstGeom prst="line">
            <a:avLst/>
          </a:prstGeom>
          <a:ln w="25400" cap="flat" cmpd="sng">
            <a:solidFill>
              <a:schemeClr val="tx1"/>
            </a:solidFill>
            <a:prstDash val="sysDot"/>
            <a:headEnd type="none" w="med" len="med"/>
            <a:tailEnd type="none" w="med" len="med"/>
          </a:ln>
        </p:spPr>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22" name="页脚占位符 4"/>
          <p:cNvSpPr txBox="1">
            <a:spLocks noGrp="1"/>
          </p:cNvSpPr>
          <p:nvPr>
            <p:ph type="ftr" sz="quarter" idx="11"/>
          </p:nvPr>
        </p:nvSpPr>
        <p:spPr/>
        <p:txBody>
          <a:bodyPr/>
          <a:p>
            <a:pPr marL="0" indent="0" algn="r">
              <a:spcBef>
                <a:spcPct val="0"/>
              </a:spcBef>
              <a:buClrTx/>
              <a:buSzTx/>
              <a:buFontTx/>
              <a:buNone/>
            </a:pPr>
            <a:r>
              <a:rPr lang="en-US" altLang="zh-CN" sz="1400" dirty="0">
                <a:ea typeface="宋体" panose="02010600030101010101" pitchFamily="2" charset="-122"/>
              </a:rPr>
              <a:t>Network Layer</a:t>
            </a:r>
            <a:endParaRPr lang="en-US" altLang="zh-CN" sz="1400" dirty="0">
              <a:latin typeface="Times New Roman" panose="02020603050405020304" pitchFamily="18" charset="0"/>
              <a:ea typeface="宋体" panose="02010600030101010101" pitchFamily="2" charset="-122"/>
            </a:endParaRPr>
          </a:p>
        </p:txBody>
      </p:sp>
      <p:sp>
        <p:nvSpPr>
          <p:cNvPr id="133123" name="灯片编号占位符 5"/>
          <p:cNvSpPr txBox="1">
            <a:spLocks noGrp="1"/>
          </p:cNvSpPr>
          <p:nvPr>
            <p:ph type="sldNum" sz="quarter" idx="12"/>
          </p:nvPr>
        </p:nvSpPr>
        <p:spPr/>
        <p:txBody>
          <a:bodyPr/>
          <a:p>
            <a:pPr marL="0" indent="0" algn="r">
              <a:spcBef>
                <a:spcPct val="0"/>
              </a:spcBef>
              <a:buClrTx/>
              <a:buSzTx/>
              <a:buFontTx/>
              <a:buNone/>
            </a:pPr>
            <a:r>
              <a:rPr lang="en-US" altLang="zh-CN" sz="1400" dirty="0">
                <a:ea typeface="宋体" panose="02010600030101010101" pitchFamily="2" charset="-122"/>
              </a:rPr>
              <a:t>4-</a:t>
            </a: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133124" name="Rectangle 2"/>
          <p:cNvSpPr>
            <a:spLocks noGrp="1"/>
          </p:cNvSpPr>
          <p:nvPr>
            <p:ph type="title"/>
          </p:nvPr>
        </p:nvSpPr>
        <p:spPr>
          <a:xfrm>
            <a:off x="546100" y="0"/>
            <a:ext cx="7772400" cy="1143000"/>
          </a:xfrm>
        </p:spPr>
        <p:txBody>
          <a:bodyPr vert="horz" wrap="square" lIns="91440" tIns="45720" rIns="91440" bIns="45720" anchor="ctr" anchorCtr="0"/>
          <a:p>
            <a:r>
              <a:rPr lang="en-US" altLang="zh-CN" dirty="0">
                <a:ea typeface="宋体" panose="02010600030101010101" pitchFamily="2" charset="-122"/>
              </a:rPr>
              <a:t>Distributing reachability info</a:t>
            </a:r>
            <a:endParaRPr lang="en-US" altLang="zh-CN" dirty="0">
              <a:ea typeface="宋体" panose="02010600030101010101" pitchFamily="2" charset="-122"/>
            </a:endParaRPr>
          </a:p>
        </p:txBody>
      </p:sp>
      <p:sp>
        <p:nvSpPr>
          <p:cNvPr id="133125" name="Rectangle 3"/>
          <p:cNvSpPr>
            <a:spLocks noGrp="1"/>
          </p:cNvSpPr>
          <p:nvPr>
            <p:ph idx="1"/>
          </p:nvPr>
        </p:nvSpPr>
        <p:spPr>
          <a:xfrm>
            <a:off x="506413" y="1108075"/>
            <a:ext cx="7772400" cy="2370138"/>
          </a:xfrm>
        </p:spPr>
        <p:txBody>
          <a:bodyPr vert="horz" wrap="square" lIns="91440" tIns="45720" rIns="91440" bIns="45720" anchor="t" anchorCtr="0"/>
          <a:p>
            <a:pPr>
              <a:lnSpc>
                <a:spcPct val="90000"/>
              </a:lnSpc>
            </a:pPr>
            <a:r>
              <a:rPr lang="en-US" altLang="zh-CN" sz="2400" dirty="0">
                <a:ea typeface="宋体" panose="02010600030101010101" pitchFamily="2" charset="-122"/>
              </a:rPr>
              <a:t>using eBGP session between 3a and 1c, AS3 sends prefix reachability info to AS1.</a:t>
            </a:r>
            <a:endParaRPr lang="en-US" altLang="zh-CN" sz="2400" dirty="0">
              <a:ea typeface="宋体" panose="02010600030101010101" pitchFamily="2" charset="-122"/>
            </a:endParaRPr>
          </a:p>
          <a:p>
            <a:pPr lvl="1">
              <a:lnSpc>
                <a:spcPct val="90000"/>
              </a:lnSpc>
            </a:pPr>
            <a:r>
              <a:rPr lang="en-US" altLang="zh-CN" dirty="0">
                <a:ea typeface="宋体" panose="02010600030101010101" pitchFamily="2" charset="-122"/>
              </a:rPr>
              <a:t>1c can then use iBGP do distribute new prefix info to all routers in AS1</a:t>
            </a:r>
            <a:endParaRPr lang="en-US" altLang="zh-CN" dirty="0">
              <a:ea typeface="宋体" panose="02010600030101010101" pitchFamily="2" charset="-122"/>
            </a:endParaRPr>
          </a:p>
          <a:p>
            <a:pPr lvl="1">
              <a:lnSpc>
                <a:spcPct val="90000"/>
              </a:lnSpc>
            </a:pPr>
            <a:r>
              <a:rPr lang="en-US" altLang="zh-CN" dirty="0">
                <a:ea typeface="宋体" panose="02010600030101010101" pitchFamily="2" charset="-122"/>
              </a:rPr>
              <a:t>1b can then re-advertise new reachability info to AS2 over 1b-to-2a eBGP session</a:t>
            </a:r>
            <a:endParaRPr lang="en-US" altLang="zh-CN" dirty="0">
              <a:ea typeface="宋体" panose="02010600030101010101" pitchFamily="2" charset="-122"/>
            </a:endParaRPr>
          </a:p>
          <a:p>
            <a:pPr>
              <a:lnSpc>
                <a:spcPct val="90000"/>
              </a:lnSpc>
            </a:pPr>
            <a:r>
              <a:rPr lang="en-US" altLang="zh-CN" sz="2400" dirty="0">
                <a:ea typeface="宋体" panose="02010600030101010101" pitchFamily="2" charset="-122"/>
              </a:rPr>
              <a:t>when router learns of new prefix, it creates entry for prefix in its forwarding table.</a:t>
            </a:r>
            <a:endParaRPr lang="en-US" altLang="zh-CN" sz="2400" dirty="0">
              <a:ea typeface="宋体" panose="02010600030101010101" pitchFamily="2" charset="-122"/>
            </a:endParaRPr>
          </a:p>
        </p:txBody>
      </p:sp>
      <p:sp>
        <p:nvSpPr>
          <p:cNvPr id="133126" name="Freeform 107"/>
          <p:cNvSpPr/>
          <p:nvPr/>
        </p:nvSpPr>
        <p:spPr>
          <a:xfrm>
            <a:off x="5248275" y="4511675"/>
            <a:ext cx="2557463" cy="1627188"/>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1162" h="543">
                <a:moveTo>
                  <a:pt x="56" y="162"/>
                </a:moveTo>
                <a:cubicBezTo>
                  <a:pt x="115" y="100"/>
                  <a:pt x="221" y="28"/>
                  <a:pt x="368" y="14"/>
                </a:cubicBezTo>
                <a:cubicBezTo>
                  <a:pt x="515" y="0"/>
                  <a:pt x="811" y="42"/>
                  <a:pt x="940" y="79"/>
                </a:cubicBezTo>
                <a:cubicBezTo>
                  <a:pt x="1069" y="116"/>
                  <a:pt x="1126" y="177"/>
                  <a:pt x="1144" y="239"/>
                </a:cubicBezTo>
                <a:cubicBezTo>
                  <a:pt x="1162" y="301"/>
                  <a:pt x="1141" y="401"/>
                  <a:pt x="1048" y="451"/>
                </a:cubicBezTo>
                <a:cubicBezTo>
                  <a:pt x="955" y="501"/>
                  <a:pt x="746" y="543"/>
                  <a:pt x="586" y="541"/>
                </a:cubicBezTo>
                <a:cubicBezTo>
                  <a:pt x="426" y="539"/>
                  <a:pt x="176" y="502"/>
                  <a:pt x="88" y="439"/>
                </a:cubicBezTo>
                <a:cubicBezTo>
                  <a:pt x="0" y="376"/>
                  <a:pt x="63" y="220"/>
                  <a:pt x="56" y="162"/>
                </a:cubicBezTo>
                <a:close/>
              </a:path>
            </a:pathLst>
          </a:custGeom>
          <a:solidFill>
            <a:srgbClr val="66CCFF">
              <a:alpha val="100000"/>
            </a:srgbClr>
          </a:solidFill>
          <a:ln w="9525">
            <a:noFill/>
          </a:ln>
        </p:spPr>
        <p:txBody>
          <a:bodyPr/>
          <a:p>
            <a:endParaRPr lang="zh-CN" altLang="en-US"/>
          </a:p>
        </p:txBody>
      </p:sp>
      <p:sp>
        <p:nvSpPr>
          <p:cNvPr id="133127" name="Freeform 108"/>
          <p:cNvSpPr/>
          <p:nvPr/>
        </p:nvSpPr>
        <p:spPr>
          <a:xfrm>
            <a:off x="976313" y="4173538"/>
            <a:ext cx="1992312" cy="1612900"/>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1198" h="451">
                <a:moveTo>
                  <a:pt x="88" y="181"/>
                </a:moveTo>
                <a:cubicBezTo>
                  <a:pt x="159" y="143"/>
                  <a:pt x="120" y="111"/>
                  <a:pt x="180" y="89"/>
                </a:cubicBezTo>
                <a:cubicBezTo>
                  <a:pt x="240" y="67"/>
                  <a:pt x="313" y="60"/>
                  <a:pt x="448" y="49"/>
                </a:cubicBezTo>
                <a:cubicBezTo>
                  <a:pt x="583" y="38"/>
                  <a:pt x="866" y="0"/>
                  <a:pt x="988" y="25"/>
                </a:cubicBezTo>
                <a:cubicBezTo>
                  <a:pt x="1110" y="50"/>
                  <a:pt x="1198" y="132"/>
                  <a:pt x="1181" y="197"/>
                </a:cubicBezTo>
                <a:cubicBezTo>
                  <a:pt x="1164" y="262"/>
                  <a:pt x="1034" y="375"/>
                  <a:pt x="889" y="413"/>
                </a:cubicBezTo>
                <a:cubicBezTo>
                  <a:pt x="744" y="451"/>
                  <a:pt x="449" y="438"/>
                  <a:pt x="307" y="425"/>
                </a:cubicBezTo>
                <a:cubicBezTo>
                  <a:pt x="165" y="412"/>
                  <a:pt x="72" y="378"/>
                  <a:pt x="36" y="337"/>
                </a:cubicBezTo>
                <a:cubicBezTo>
                  <a:pt x="0" y="296"/>
                  <a:pt x="77" y="213"/>
                  <a:pt x="88" y="181"/>
                </a:cubicBezTo>
                <a:close/>
              </a:path>
            </a:pathLst>
          </a:custGeom>
          <a:solidFill>
            <a:srgbClr val="66CCFF">
              <a:alpha val="100000"/>
            </a:srgbClr>
          </a:solidFill>
          <a:ln w="9525">
            <a:noFill/>
          </a:ln>
        </p:spPr>
        <p:txBody>
          <a:bodyPr/>
          <a:p>
            <a:endParaRPr lang="zh-CN" altLang="en-US"/>
          </a:p>
        </p:txBody>
      </p:sp>
      <p:sp>
        <p:nvSpPr>
          <p:cNvPr id="133128" name="Freeform 109"/>
          <p:cNvSpPr/>
          <p:nvPr/>
        </p:nvSpPr>
        <p:spPr>
          <a:xfrm>
            <a:off x="2262188" y="5472113"/>
            <a:ext cx="2660650" cy="1122362"/>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1583" h="682">
                <a:moveTo>
                  <a:pt x="155" y="224"/>
                </a:moveTo>
                <a:cubicBezTo>
                  <a:pt x="208" y="137"/>
                  <a:pt x="302" y="108"/>
                  <a:pt x="407" y="74"/>
                </a:cubicBezTo>
                <a:cubicBezTo>
                  <a:pt x="512" y="40"/>
                  <a:pt x="660" y="0"/>
                  <a:pt x="785" y="20"/>
                </a:cubicBezTo>
                <a:cubicBezTo>
                  <a:pt x="910" y="40"/>
                  <a:pt x="1027" y="126"/>
                  <a:pt x="1157" y="194"/>
                </a:cubicBezTo>
                <a:cubicBezTo>
                  <a:pt x="1287" y="262"/>
                  <a:pt x="1545" y="353"/>
                  <a:pt x="1564" y="428"/>
                </a:cubicBezTo>
                <a:cubicBezTo>
                  <a:pt x="1583" y="503"/>
                  <a:pt x="1417" y="606"/>
                  <a:pt x="1272" y="644"/>
                </a:cubicBezTo>
                <a:cubicBezTo>
                  <a:pt x="1127" y="682"/>
                  <a:pt x="887" y="664"/>
                  <a:pt x="690" y="656"/>
                </a:cubicBezTo>
                <a:cubicBezTo>
                  <a:pt x="493" y="648"/>
                  <a:pt x="178" y="668"/>
                  <a:pt x="89" y="596"/>
                </a:cubicBezTo>
                <a:cubicBezTo>
                  <a:pt x="0" y="524"/>
                  <a:pt x="102" y="311"/>
                  <a:pt x="155" y="224"/>
                </a:cubicBezTo>
                <a:close/>
              </a:path>
            </a:pathLst>
          </a:custGeom>
          <a:solidFill>
            <a:srgbClr val="66CCFF">
              <a:alpha val="100000"/>
            </a:srgbClr>
          </a:solidFill>
          <a:ln w="9525">
            <a:noFill/>
          </a:ln>
        </p:spPr>
        <p:txBody>
          <a:bodyPr/>
          <a:p>
            <a:endParaRPr lang="zh-CN" altLang="en-US"/>
          </a:p>
        </p:txBody>
      </p:sp>
      <p:sp>
        <p:nvSpPr>
          <p:cNvPr id="133129" name="Oval 110"/>
          <p:cNvSpPr/>
          <p:nvPr/>
        </p:nvSpPr>
        <p:spPr>
          <a:xfrm>
            <a:off x="1390650" y="5335588"/>
            <a:ext cx="496888" cy="12858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33130" name="Line 111"/>
          <p:cNvSpPr/>
          <p:nvPr/>
        </p:nvSpPr>
        <p:spPr>
          <a:xfrm>
            <a:off x="1390650" y="5324475"/>
            <a:ext cx="0" cy="79375"/>
          </a:xfrm>
          <a:prstGeom prst="line">
            <a:avLst/>
          </a:prstGeom>
          <a:ln w="12700" cap="flat" cmpd="sng">
            <a:solidFill>
              <a:schemeClr val="tx1"/>
            </a:solidFill>
            <a:prstDash val="solid"/>
            <a:headEnd type="none" w="med" len="med"/>
            <a:tailEnd type="none" w="med" len="med"/>
          </a:ln>
        </p:spPr>
      </p:sp>
      <p:sp>
        <p:nvSpPr>
          <p:cNvPr id="133131" name="Line 112"/>
          <p:cNvSpPr/>
          <p:nvPr/>
        </p:nvSpPr>
        <p:spPr>
          <a:xfrm>
            <a:off x="1887538" y="5324475"/>
            <a:ext cx="0" cy="79375"/>
          </a:xfrm>
          <a:prstGeom prst="line">
            <a:avLst/>
          </a:prstGeom>
          <a:ln w="12700" cap="flat" cmpd="sng">
            <a:solidFill>
              <a:schemeClr val="tx1"/>
            </a:solidFill>
            <a:prstDash val="solid"/>
            <a:headEnd type="none" w="med" len="med"/>
            <a:tailEnd type="none" w="med" len="med"/>
          </a:ln>
        </p:spPr>
      </p:sp>
      <p:sp>
        <p:nvSpPr>
          <p:cNvPr id="133132" name="Rectangle 113"/>
          <p:cNvSpPr/>
          <p:nvPr/>
        </p:nvSpPr>
        <p:spPr>
          <a:xfrm>
            <a:off x="1390650" y="5324475"/>
            <a:ext cx="492125" cy="77788"/>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33133" name="Oval 114"/>
          <p:cNvSpPr/>
          <p:nvPr/>
        </p:nvSpPr>
        <p:spPr>
          <a:xfrm>
            <a:off x="1385888" y="5230813"/>
            <a:ext cx="496887" cy="150812"/>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33134" name="Rectangle 115"/>
          <p:cNvSpPr/>
          <p:nvPr/>
        </p:nvSpPr>
        <p:spPr>
          <a:xfrm>
            <a:off x="1524000" y="5251450"/>
            <a:ext cx="223838" cy="196850"/>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33135" name="Text Box 116"/>
          <p:cNvSpPr txBox="1"/>
          <p:nvPr/>
        </p:nvSpPr>
        <p:spPr>
          <a:xfrm>
            <a:off x="1397000" y="5154613"/>
            <a:ext cx="490538"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000" dirty="0">
                <a:ea typeface="宋体" panose="02010600030101010101" pitchFamily="2" charset="-122"/>
              </a:rPr>
              <a:t>3b</a:t>
            </a:r>
            <a:endParaRPr lang="en-US" altLang="zh-CN" sz="2400" dirty="0">
              <a:latin typeface="Times New Roman" panose="02020603050405020304" pitchFamily="18" charset="0"/>
              <a:ea typeface="宋体" panose="02010600030101010101" pitchFamily="2" charset="-122"/>
            </a:endParaRPr>
          </a:p>
        </p:txBody>
      </p:sp>
      <p:sp>
        <p:nvSpPr>
          <p:cNvPr id="133136" name="Oval 117"/>
          <p:cNvSpPr/>
          <p:nvPr/>
        </p:nvSpPr>
        <p:spPr>
          <a:xfrm>
            <a:off x="3324225" y="6297613"/>
            <a:ext cx="496888" cy="12858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33137" name="Line 118"/>
          <p:cNvSpPr/>
          <p:nvPr/>
        </p:nvSpPr>
        <p:spPr>
          <a:xfrm>
            <a:off x="3324225" y="6286500"/>
            <a:ext cx="0" cy="79375"/>
          </a:xfrm>
          <a:prstGeom prst="line">
            <a:avLst/>
          </a:prstGeom>
          <a:ln w="12700" cap="flat" cmpd="sng">
            <a:solidFill>
              <a:schemeClr val="tx1"/>
            </a:solidFill>
            <a:prstDash val="solid"/>
            <a:headEnd type="none" w="med" len="med"/>
            <a:tailEnd type="none" w="med" len="med"/>
          </a:ln>
        </p:spPr>
      </p:sp>
      <p:sp>
        <p:nvSpPr>
          <p:cNvPr id="133138" name="Line 119"/>
          <p:cNvSpPr/>
          <p:nvPr/>
        </p:nvSpPr>
        <p:spPr>
          <a:xfrm>
            <a:off x="3821113" y="6286500"/>
            <a:ext cx="0" cy="79375"/>
          </a:xfrm>
          <a:prstGeom prst="line">
            <a:avLst/>
          </a:prstGeom>
          <a:ln w="12700" cap="flat" cmpd="sng">
            <a:solidFill>
              <a:schemeClr val="tx1"/>
            </a:solidFill>
            <a:prstDash val="solid"/>
            <a:headEnd type="none" w="med" len="med"/>
            <a:tailEnd type="none" w="med" len="med"/>
          </a:ln>
        </p:spPr>
      </p:sp>
      <p:sp>
        <p:nvSpPr>
          <p:cNvPr id="133139" name="Rectangle 120"/>
          <p:cNvSpPr/>
          <p:nvPr/>
        </p:nvSpPr>
        <p:spPr>
          <a:xfrm>
            <a:off x="3324225" y="6286500"/>
            <a:ext cx="492125" cy="77788"/>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33140" name="Oval 121"/>
          <p:cNvSpPr/>
          <p:nvPr/>
        </p:nvSpPr>
        <p:spPr>
          <a:xfrm>
            <a:off x="3319463" y="6192838"/>
            <a:ext cx="496887" cy="150812"/>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33141" name="Group 122"/>
          <p:cNvGrpSpPr/>
          <p:nvPr/>
        </p:nvGrpSpPr>
        <p:grpSpPr>
          <a:xfrm>
            <a:off x="3352800" y="6107113"/>
            <a:ext cx="447675" cy="396875"/>
            <a:chOff x="2916" y="2429"/>
            <a:chExt cx="284" cy="250"/>
          </a:xfrm>
        </p:grpSpPr>
        <p:sp>
          <p:nvSpPr>
            <p:cNvPr id="133226" name="Rectangle 123"/>
            <p:cNvSpPr/>
            <p:nvPr/>
          </p:nvSpPr>
          <p:spPr>
            <a:xfrm>
              <a:off x="2982" y="2490"/>
              <a:ext cx="144" cy="1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33227" name="Text Box 124"/>
            <p:cNvSpPr txBox="1"/>
            <p:nvPr/>
          </p:nvSpPr>
          <p:spPr>
            <a:xfrm>
              <a:off x="2916" y="2429"/>
              <a:ext cx="284"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000" dirty="0">
                  <a:ea typeface="宋体" panose="02010600030101010101" pitchFamily="2" charset="-122"/>
                </a:rPr>
                <a:t>1d</a:t>
              </a:r>
              <a:endParaRPr lang="en-US" altLang="zh-CN" sz="2000" dirty="0">
                <a:ea typeface="宋体" panose="02010600030101010101" pitchFamily="2" charset="-122"/>
              </a:endParaRPr>
            </a:p>
          </p:txBody>
        </p:sp>
      </p:grpSp>
      <p:sp>
        <p:nvSpPr>
          <p:cNvPr id="133142" name="Oval 125"/>
          <p:cNvSpPr/>
          <p:nvPr/>
        </p:nvSpPr>
        <p:spPr>
          <a:xfrm>
            <a:off x="2281238" y="5126038"/>
            <a:ext cx="496887" cy="12858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33143" name="Line 126"/>
          <p:cNvSpPr/>
          <p:nvPr/>
        </p:nvSpPr>
        <p:spPr>
          <a:xfrm>
            <a:off x="2281238" y="5114925"/>
            <a:ext cx="0" cy="79375"/>
          </a:xfrm>
          <a:prstGeom prst="line">
            <a:avLst/>
          </a:prstGeom>
          <a:ln w="12700" cap="flat" cmpd="sng">
            <a:solidFill>
              <a:schemeClr val="tx1"/>
            </a:solidFill>
            <a:prstDash val="solid"/>
            <a:headEnd type="none" w="med" len="med"/>
            <a:tailEnd type="none" w="med" len="med"/>
          </a:ln>
        </p:spPr>
      </p:sp>
      <p:sp>
        <p:nvSpPr>
          <p:cNvPr id="133144" name="Line 127"/>
          <p:cNvSpPr/>
          <p:nvPr/>
        </p:nvSpPr>
        <p:spPr>
          <a:xfrm>
            <a:off x="2778125" y="5114925"/>
            <a:ext cx="0" cy="79375"/>
          </a:xfrm>
          <a:prstGeom prst="line">
            <a:avLst/>
          </a:prstGeom>
          <a:ln w="12700" cap="flat" cmpd="sng">
            <a:solidFill>
              <a:schemeClr val="tx1"/>
            </a:solidFill>
            <a:prstDash val="solid"/>
            <a:headEnd type="none" w="med" len="med"/>
            <a:tailEnd type="none" w="med" len="med"/>
          </a:ln>
        </p:spPr>
      </p:sp>
      <p:sp>
        <p:nvSpPr>
          <p:cNvPr id="133145" name="Rectangle 128"/>
          <p:cNvSpPr/>
          <p:nvPr/>
        </p:nvSpPr>
        <p:spPr>
          <a:xfrm>
            <a:off x="2281238" y="5114925"/>
            <a:ext cx="492125" cy="77788"/>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33146" name="Oval 129"/>
          <p:cNvSpPr/>
          <p:nvPr/>
        </p:nvSpPr>
        <p:spPr>
          <a:xfrm>
            <a:off x="2276475" y="5021263"/>
            <a:ext cx="496888" cy="150812"/>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33147" name="Rectangle 130"/>
          <p:cNvSpPr/>
          <p:nvPr/>
        </p:nvSpPr>
        <p:spPr>
          <a:xfrm>
            <a:off x="2414588" y="5041900"/>
            <a:ext cx="225425" cy="174625"/>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33148" name="Text Box 131"/>
          <p:cNvSpPr txBox="1"/>
          <p:nvPr/>
        </p:nvSpPr>
        <p:spPr>
          <a:xfrm>
            <a:off x="2297113" y="4945063"/>
            <a:ext cx="469900"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000" dirty="0">
                <a:ea typeface="宋体" panose="02010600030101010101" pitchFamily="2" charset="-122"/>
              </a:rPr>
              <a:t>3a</a:t>
            </a:r>
            <a:endParaRPr lang="en-US" altLang="zh-CN" sz="2400" dirty="0">
              <a:latin typeface="Times New Roman" panose="02020603050405020304" pitchFamily="18" charset="0"/>
              <a:ea typeface="宋体" panose="02010600030101010101" pitchFamily="2" charset="-122"/>
            </a:endParaRPr>
          </a:p>
        </p:txBody>
      </p:sp>
      <p:sp>
        <p:nvSpPr>
          <p:cNvPr id="133149" name="Oval 132"/>
          <p:cNvSpPr/>
          <p:nvPr/>
        </p:nvSpPr>
        <p:spPr>
          <a:xfrm>
            <a:off x="3267075" y="5668963"/>
            <a:ext cx="496888" cy="12858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33150" name="Line 133"/>
          <p:cNvSpPr/>
          <p:nvPr/>
        </p:nvSpPr>
        <p:spPr>
          <a:xfrm>
            <a:off x="3267075" y="5657850"/>
            <a:ext cx="0" cy="79375"/>
          </a:xfrm>
          <a:prstGeom prst="line">
            <a:avLst/>
          </a:prstGeom>
          <a:ln w="12700" cap="flat" cmpd="sng">
            <a:solidFill>
              <a:schemeClr val="tx1"/>
            </a:solidFill>
            <a:prstDash val="solid"/>
            <a:headEnd type="none" w="med" len="med"/>
            <a:tailEnd type="none" w="med" len="med"/>
          </a:ln>
        </p:spPr>
      </p:sp>
      <p:sp>
        <p:nvSpPr>
          <p:cNvPr id="133151" name="Line 134"/>
          <p:cNvSpPr/>
          <p:nvPr/>
        </p:nvSpPr>
        <p:spPr>
          <a:xfrm>
            <a:off x="3763963" y="5657850"/>
            <a:ext cx="0" cy="79375"/>
          </a:xfrm>
          <a:prstGeom prst="line">
            <a:avLst/>
          </a:prstGeom>
          <a:ln w="12700" cap="flat" cmpd="sng">
            <a:solidFill>
              <a:schemeClr val="tx1"/>
            </a:solidFill>
            <a:prstDash val="solid"/>
            <a:headEnd type="none" w="med" len="med"/>
            <a:tailEnd type="none" w="med" len="med"/>
          </a:ln>
        </p:spPr>
      </p:sp>
      <p:sp>
        <p:nvSpPr>
          <p:cNvPr id="133152" name="Rectangle 135"/>
          <p:cNvSpPr/>
          <p:nvPr/>
        </p:nvSpPr>
        <p:spPr>
          <a:xfrm>
            <a:off x="3267075" y="5657850"/>
            <a:ext cx="492125" cy="77788"/>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33153" name="Oval 136"/>
          <p:cNvSpPr/>
          <p:nvPr/>
        </p:nvSpPr>
        <p:spPr>
          <a:xfrm>
            <a:off x="3262313" y="5564188"/>
            <a:ext cx="496887" cy="150812"/>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33154" name="Group 137"/>
          <p:cNvGrpSpPr/>
          <p:nvPr/>
        </p:nvGrpSpPr>
        <p:grpSpPr>
          <a:xfrm>
            <a:off x="3300413" y="5478463"/>
            <a:ext cx="428625" cy="396875"/>
            <a:chOff x="2919" y="2429"/>
            <a:chExt cx="277" cy="250"/>
          </a:xfrm>
        </p:grpSpPr>
        <p:sp>
          <p:nvSpPr>
            <p:cNvPr id="133224" name="Rectangle 138"/>
            <p:cNvSpPr/>
            <p:nvPr/>
          </p:nvSpPr>
          <p:spPr>
            <a:xfrm>
              <a:off x="2982" y="2490"/>
              <a:ext cx="144" cy="1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33225" name="Text Box 139"/>
            <p:cNvSpPr txBox="1"/>
            <p:nvPr/>
          </p:nvSpPr>
          <p:spPr>
            <a:xfrm>
              <a:off x="2919" y="2429"/>
              <a:ext cx="277"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000" dirty="0">
                  <a:ea typeface="宋体" panose="02010600030101010101" pitchFamily="2" charset="-122"/>
                </a:rPr>
                <a:t>1c</a:t>
              </a:r>
              <a:endParaRPr lang="en-US" altLang="zh-CN" sz="2000" dirty="0">
                <a:ea typeface="宋体" panose="02010600030101010101" pitchFamily="2" charset="-122"/>
              </a:endParaRPr>
            </a:p>
          </p:txBody>
        </p:sp>
      </p:grpSp>
      <p:sp>
        <p:nvSpPr>
          <p:cNvPr id="133155" name="Line 140"/>
          <p:cNvSpPr/>
          <p:nvPr/>
        </p:nvSpPr>
        <p:spPr>
          <a:xfrm>
            <a:off x="6116638" y="5370513"/>
            <a:ext cx="488950" cy="152400"/>
          </a:xfrm>
          <a:prstGeom prst="line">
            <a:avLst/>
          </a:prstGeom>
          <a:ln w="28575" cap="flat" cmpd="sng">
            <a:solidFill>
              <a:schemeClr val="tx1"/>
            </a:solidFill>
            <a:prstDash val="sysDot"/>
            <a:headEnd type="none" w="med" len="med"/>
            <a:tailEnd type="none" w="med" len="med"/>
          </a:ln>
        </p:spPr>
      </p:sp>
      <p:sp>
        <p:nvSpPr>
          <p:cNvPr id="133156" name="Freeform 141"/>
          <p:cNvSpPr/>
          <p:nvPr/>
        </p:nvSpPr>
        <p:spPr>
          <a:xfrm>
            <a:off x="1874838" y="5164138"/>
            <a:ext cx="400050" cy="180975"/>
          </a:xfrm>
          <a:custGeom>
            <a:avLst/>
            <a:gdLst/>
            <a:ahLst/>
            <a:cxnLst>
              <a:cxn ang="0">
                <a:pos x="0" y="2147483646"/>
              </a:cxn>
              <a:cxn ang="0">
                <a:pos x="2147483646" y="0"/>
              </a:cxn>
            </a:cxnLst>
            <a:pathLst>
              <a:path w="252" h="114">
                <a:moveTo>
                  <a:pt x="0" y="114"/>
                </a:moveTo>
                <a:lnTo>
                  <a:pt x="252" y="0"/>
                </a:lnTo>
              </a:path>
            </a:pathLst>
          </a:custGeom>
          <a:noFill/>
          <a:ln w="28575" cap="flat" cmpd="sng">
            <a:solidFill>
              <a:schemeClr val="tx1">
                <a:alpha val="100000"/>
              </a:schemeClr>
            </a:solidFill>
            <a:prstDash val="sysDot"/>
            <a:round/>
            <a:headEnd type="none" w="med" len="med"/>
            <a:tailEnd type="none" w="med" len="med"/>
          </a:ln>
        </p:spPr>
        <p:txBody>
          <a:bodyPr/>
          <a:p>
            <a:endParaRPr lang="zh-CN" altLang="en-US"/>
          </a:p>
        </p:txBody>
      </p:sp>
      <p:sp>
        <p:nvSpPr>
          <p:cNvPr id="133157" name="Freeform 142"/>
          <p:cNvSpPr/>
          <p:nvPr/>
        </p:nvSpPr>
        <p:spPr>
          <a:xfrm>
            <a:off x="2566988" y="5259388"/>
            <a:ext cx="704850" cy="409575"/>
          </a:xfrm>
          <a:custGeom>
            <a:avLst/>
            <a:gdLst/>
            <a:ahLst/>
            <a:cxnLst>
              <a:cxn ang="0">
                <a:pos x="0" y="0"/>
              </a:cxn>
              <a:cxn ang="0">
                <a:pos x="2147483646" y="2147483646"/>
              </a:cxn>
            </a:cxnLst>
            <a:pathLst>
              <a:path w="444" h="258">
                <a:moveTo>
                  <a:pt x="0" y="0"/>
                </a:moveTo>
                <a:lnTo>
                  <a:pt x="444" y="258"/>
                </a:lnTo>
              </a:path>
            </a:pathLst>
          </a:custGeom>
          <a:noFill/>
          <a:ln w="28575" cap="flat" cmpd="sng">
            <a:solidFill>
              <a:schemeClr val="tx1">
                <a:alpha val="100000"/>
              </a:schemeClr>
            </a:solidFill>
            <a:prstDash val="dash"/>
            <a:round/>
            <a:headEnd type="none" w="med" len="med"/>
            <a:tailEnd type="none" w="med" len="med"/>
          </a:ln>
        </p:spPr>
        <p:txBody>
          <a:bodyPr/>
          <a:p>
            <a:endParaRPr lang="zh-CN" altLang="en-US"/>
          </a:p>
        </p:txBody>
      </p:sp>
      <p:sp>
        <p:nvSpPr>
          <p:cNvPr id="133158" name="Freeform 143"/>
          <p:cNvSpPr/>
          <p:nvPr/>
        </p:nvSpPr>
        <p:spPr>
          <a:xfrm>
            <a:off x="4668838" y="5446713"/>
            <a:ext cx="1038225" cy="666750"/>
          </a:xfrm>
          <a:custGeom>
            <a:avLst/>
            <a:gdLst/>
            <a:ahLst/>
            <a:cxnLst>
              <a:cxn ang="0">
                <a:pos x="0" y="2147483646"/>
              </a:cxn>
              <a:cxn ang="0">
                <a:pos x="2147483646" y="0"/>
              </a:cxn>
            </a:cxnLst>
            <a:pathLst>
              <a:path w="654" h="420">
                <a:moveTo>
                  <a:pt x="0" y="420"/>
                </a:moveTo>
                <a:lnTo>
                  <a:pt x="654" y="0"/>
                </a:lnTo>
              </a:path>
            </a:pathLst>
          </a:custGeom>
          <a:noFill/>
          <a:ln w="28575" cap="flat" cmpd="sng">
            <a:solidFill>
              <a:schemeClr val="tx1">
                <a:alpha val="100000"/>
              </a:schemeClr>
            </a:solidFill>
            <a:prstDash val="dash"/>
            <a:round/>
            <a:headEnd type="none" w="med" len="med"/>
            <a:tailEnd type="none" w="med" len="med"/>
          </a:ln>
        </p:spPr>
        <p:txBody>
          <a:bodyPr/>
          <a:p>
            <a:endParaRPr lang="zh-CN" altLang="en-US"/>
          </a:p>
        </p:txBody>
      </p:sp>
      <p:sp>
        <p:nvSpPr>
          <p:cNvPr id="133159" name="Oval 144"/>
          <p:cNvSpPr/>
          <p:nvPr/>
        </p:nvSpPr>
        <p:spPr>
          <a:xfrm>
            <a:off x="5619750" y="5345113"/>
            <a:ext cx="496888" cy="12858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33160" name="Line 145"/>
          <p:cNvSpPr/>
          <p:nvPr/>
        </p:nvSpPr>
        <p:spPr>
          <a:xfrm>
            <a:off x="5619750" y="5334000"/>
            <a:ext cx="0" cy="79375"/>
          </a:xfrm>
          <a:prstGeom prst="line">
            <a:avLst/>
          </a:prstGeom>
          <a:ln w="12700" cap="flat" cmpd="sng">
            <a:solidFill>
              <a:schemeClr val="tx1"/>
            </a:solidFill>
            <a:prstDash val="solid"/>
            <a:headEnd type="none" w="med" len="med"/>
            <a:tailEnd type="none" w="med" len="med"/>
          </a:ln>
        </p:spPr>
      </p:sp>
      <p:sp>
        <p:nvSpPr>
          <p:cNvPr id="133161" name="Line 146"/>
          <p:cNvSpPr/>
          <p:nvPr/>
        </p:nvSpPr>
        <p:spPr>
          <a:xfrm>
            <a:off x="6116638" y="5334000"/>
            <a:ext cx="0" cy="79375"/>
          </a:xfrm>
          <a:prstGeom prst="line">
            <a:avLst/>
          </a:prstGeom>
          <a:ln w="12700" cap="flat" cmpd="sng">
            <a:solidFill>
              <a:schemeClr val="tx1"/>
            </a:solidFill>
            <a:prstDash val="solid"/>
            <a:headEnd type="none" w="med" len="med"/>
            <a:tailEnd type="none" w="med" len="med"/>
          </a:ln>
        </p:spPr>
      </p:sp>
      <p:sp>
        <p:nvSpPr>
          <p:cNvPr id="133162" name="Rectangle 147"/>
          <p:cNvSpPr/>
          <p:nvPr/>
        </p:nvSpPr>
        <p:spPr>
          <a:xfrm>
            <a:off x="5619750" y="5334000"/>
            <a:ext cx="492125" cy="77788"/>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33163" name="Oval 148"/>
          <p:cNvSpPr/>
          <p:nvPr/>
        </p:nvSpPr>
        <p:spPr>
          <a:xfrm>
            <a:off x="5614988" y="5240338"/>
            <a:ext cx="496887" cy="150812"/>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33164" name="Rectangle 149"/>
          <p:cNvSpPr/>
          <p:nvPr/>
        </p:nvSpPr>
        <p:spPr>
          <a:xfrm>
            <a:off x="5753100" y="5260975"/>
            <a:ext cx="223838" cy="190500"/>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33165" name="Text Box 150"/>
          <p:cNvSpPr txBox="1"/>
          <p:nvPr/>
        </p:nvSpPr>
        <p:spPr>
          <a:xfrm>
            <a:off x="5635625" y="5164138"/>
            <a:ext cx="469900"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000" dirty="0">
                <a:ea typeface="宋体" panose="02010600030101010101" pitchFamily="2" charset="-122"/>
              </a:rPr>
              <a:t>2a</a:t>
            </a:r>
            <a:endParaRPr lang="en-US" altLang="zh-CN" sz="2400" dirty="0">
              <a:latin typeface="Times New Roman" panose="02020603050405020304" pitchFamily="18" charset="0"/>
              <a:ea typeface="宋体" panose="02010600030101010101" pitchFamily="2" charset="-122"/>
            </a:endParaRPr>
          </a:p>
        </p:txBody>
      </p:sp>
      <p:sp>
        <p:nvSpPr>
          <p:cNvPr id="133166" name="Text Box 151"/>
          <p:cNvSpPr txBox="1"/>
          <p:nvPr/>
        </p:nvSpPr>
        <p:spPr>
          <a:xfrm>
            <a:off x="1924050" y="5303838"/>
            <a:ext cx="701675"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2000" dirty="0">
                <a:ea typeface="宋体" panose="02010600030101010101" pitchFamily="2" charset="-122"/>
              </a:rPr>
              <a:t>AS3</a:t>
            </a:r>
            <a:endParaRPr lang="en-US" altLang="zh-CN" sz="1800" dirty="0">
              <a:ea typeface="宋体" panose="02010600030101010101" pitchFamily="2" charset="-122"/>
            </a:endParaRPr>
          </a:p>
        </p:txBody>
      </p:sp>
      <p:sp>
        <p:nvSpPr>
          <p:cNvPr id="133167" name="Text Box 152"/>
          <p:cNvSpPr txBox="1"/>
          <p:nvPr/>
        </p:nvSpPr>
        <p:spPr>
          <a:xfrm>
            <a:off x="2495550" y="6162675"/>
            <a:ext cx="660400"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2000" dirty="0">
                <a:ea typeface="宋体" panose="02010600030101010101" pitchFamily="2" charset="-122"/>
              </a:rPr>
              <a:t>AS1</a:t>
            </a:r>
            <a:endParaRPr lang="en-US" altLang="zh-CN" sz="1800" dirty="0">
              <a:ea typeface="宋体" panose="02010600030101010101" pitchFamily="2" charset="-122"/>
            </a:endParaRPr>
          </a:p>
        </p:txBody>
      </p:sp>
      <p:sp>
        <p:nvSpPr>
          <p:cNvPr id="133168" name="Text Box 153"/>
          <p:cNvSpPr txBox="1"/>
          <p:nvPr/>
        </p:nvSpPr>
        <p:spPr>
          <a:xfrm>
            <a:off x="6067425" y="5621338"/>
            <a:ext cx="649288" cy="3667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AS2</a:t>
            </a:r>
            <a:endParaRPr lang="en-US" altLang="zh-CN" sz="1800" dirty="0">
              <a:ea typeface="宋体" panose="02010600030101010101" pitchFamily="2" charset="-122"/>
            </a:endParaRPr>
          </a:p>
        </p:txBody>
      </p:sp>
      <p:sp>
        <p:nvSpPr>
          <p:cNvPr id="133169" name="Oval 154"/>
          <p:cNvSpPr/>
          <p:nvPr/>
        </p:nvSpPr>
        <p:spPr>
          <a:xfrm>
            <a:off x="2781300" y="6002338"/>
            <a:ext cx="496888" cy="12858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33170" name="Line 155"/>
          <p:cNvSpPr/>
          <p:nvPr/>
        </p:nvSpPr>
        <p:spPr>
          <a:xfrm>
            <a:off x="2781300" y="5991225"/>
            <a:ext cx="0" cy="79375"/>
          </a:xfrm>
          <a:prstGeom prst="line">
            <a:avLst/>
          </a:prstGeom>
          <a:ln w="12700" cap="flat" cmpd="sng">
            <a:solidFill>
              <a:schemeClr val="tx1"/>
            </a:solidFill>
            <a:prstDash val="solid"/>
            <a:headEnd type="none" w="med" len="med"/>
            <a:tailEnd type="none" w="med" len="med"/>
          </a:ln>
        </p:spPr>
      </p:sp>
      <p:sp>
        <p:nvSpPr>
          <p:cNvPr id="133171" name="Line 156"/>
          <p:cNvSpPr/>
          <p:nvPr/>
        </p:nvSpPr>
        <p:spPr>
          <a:xfrm>
            <a:off x="3278188" y="5991225"/>
            <a:ext cx="0" cy="79375"/>
          </a:xfrm>
          <a:prstGeom prst="line">
            <a:avLst/>
          </a:prstGeom>
          <a:ln w="12700" cap="flat" cmpd="sng">
            <a:solidFill>
              <a:schemeClr val="tx1"/>
            </a:solidFill>
            <a:prstDash val="solid"/>
            <a:headEnd type="none" w="med" len="med"/>
            <a:tailEnd type="none" w="med" len="med"/>
          </a:ln>
        </p:spPr>
      </p:sp>
      <p:sp>
        <p:nvSpPr>
          <p:cNvPr id="133172" name="Rectangle 157"/>
          <p:cNvSpPr/>
          <p:nvPr/>
        </p:nvSpPr>
        <p:spPr>
          <a:xfrm>
            <a:off x="2781300" y="5991225"/>
            <a:ext cx="492125" cy="77788"/>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33173" name="Oval 158"/>
          <p:cNvSpPr/>
          <p:nvPr/>
        </p:nvSpPr>
        <p:spPr>
          <a:xfrm>
            <a:off x="2776538" y="5903913"/>
            <a:ext cx="496887" cy="150812"/>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33174" name="Rectangle 159"/>
          <p:cNvSpPr/>
          <p:nvPr/>
        </p:nvSpPr>
        <p:spPr>
          <a:xfrm>
            <a:off x="2911475" y="5946775"/>
            <a:ext cx="225425" cy="152400"/>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33175" name="Text Box 160"/>
          <p:cNvSpPr txBox="1"/>
          <p:nvPr/>
        </p:nvSpPr>
        <p:spPr>
          <a:xfrm>
            <a:off x="2820988" y="5818188"/>
            <a:ext cx="428625"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000" dirty="0">
                <a:ea typeface="宋体" panose="02010600030101010101" pitchFamily="2" charset="-122"/>
              </a:rPr>
              <a:t>1a</a:t>
            </a:r>
            <a:endParaRPr lang="en-US" altLang="zh-CN" sz="2400" dirty="0">
              <a:latin typeface="Times New Roman" panose="02020603050405020304" pitchFamily="18" charset="0"/>
              <a:ea typeface="宋体" panose="02010600030101010101" pitchFamily="2" charset="-122"/>
            </a:endParaRPr>
          </a:p>
        </p:txBody>
      </p:sp>
      <p:grpSp>
        <p:nvGrpSpPr>
          <p:cNvPr id="133176" name="Group 161"/>
          <p:cNvGrpSpPr/>
          <p:nvPr/>
        </p:nvGrpSpPr>
        <p:grpSpPr>
          <a:xfrm>
            <a:off x="6342063" y="4875213"/>
            <a:ext cx="501650" cy="396875"/>
            <a:chOff x="4320" y="1940"/>
            <a:chExt cx="316" cy="250"/>
          </a:xfrm>
        </p:grpSpPr>
        <p:sp>
          <p:nvSpPr>
            <p:cNvPr id="133217" name="Oval 162"/>
            <p:cNvSpPr/>
            <p:nvPr/>
          </p:nvSpPr>
          <p:spPr>
            <a:xfrm>
              <a:off x="4323" y="2054"/>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33218" name="Line 163"/>
            <p:cNvSpPr/>
            <p:nvPr/>
          </p:nvSpPr>
          <p:spPr>
            <a:xfrm>
              <a:off x="4323" y="2047"/>
              <a:ext cx="0" cy="50"/>
            </a:xfrm>
            <a:prstGeom prst="line">
              <a:avLst/>
            </a:prstGeom>
            <a:ln w="12700" cap="flat" cmpd="sng">
              <a:solidFill>
                <a:schemeClr val="tx1"/>
              </a:solidFill>
              <a:prstDash val="solid"/>
              <a:headEnd type="none" w="med" len="med"/>
              <a:tailEnd type="none" w="med" len="med"/>
            </a:ln>
          </p:spPr>
        </p:sp>
        <p:sp>
          <p:nvSpPr>
            <p:cNvPr id="133219" name="Line 164"/>
            <p:cNvSpPr/>
            <p:nvPr/>
          </p:nvSpPr>
          <p:spPr>
            <a:xfrm>
              <a:off x="4636" y="2047"/>
              <a:ext cx="0" cy="50"/>
            </a:xfrm>
            <a:prstGeom prst="line">
              <a:avLst/>
            </a:prstGeom>
            <a:ln w="12700" cap="flat" cmpd="sng">
              <a:solidFill>
                <a:schemeClr val="tx1"/>
              </a:solidFill>
              <a:prstDash val="solid"/>
              <a:headEnd type="none" w="med" len="med"/>
              <a:tailEnd type="none" w="med" len="med"/>
            </a:ln>
          </p:spPr>
        </p:sp>
        <p:sp>
          <p:nvSpPr>
            <p:cNvPr id="133220" name="Rectangle 165"/>
            <p:cNvSpPr/>
            <p:nvPr/>
          </p:nvSpPr>
          <p:spPr>
            <a:xfrm>
              <a:off x="4323" y="2047"/>
              <a:ext cx="310"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33221" name="Oval 166"/>
            <p:cNvSpPr/>
            <p:nvPr/>
          </p:nvSpPr>
          <p:spPr>
            <a:xfrm>
              <a:off x="4320" y="1988"/>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33222" name="Rectangle 167"/>
            <p:cNvSpPr/>
            <p:nvPr/>
          </p:nvSpPr>
          <p:spPr>
            <a:xfrm>
              <a:off x="4407" y="2001"/>
              <a:ext cx="141" cy="118"/>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33223" name="Text Box 168"/>
            <p:cNvSpPr txBox="1"/>
            <p:nvPr/>
          </p:nvSpPr>
          <p:spPr>
            <a:xfrm>
              <a:off x="4333" y="1940"/>
              <a:ext cx="296"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000" dirty="0">
                  <a:ea typeface="宋体" panose="02010600030101010101" pitchFamily="2" charset="-122"/>
                </a:rPr>
                <a:t>2c</a:t>
              </a:r>
              <a:endParaRPr lang="en-US" altLang="zh-CN" sz="2400" dirty="0">
                <a:latin typeface="Times New Roman" panose="02020603050405020304" pitchFamily="18" charset="0"/>
                <a:ea typeface="宋体" panose="02010600030101010101" pitchFamily="2" charset="-122"/>
              </a:endParaRPr>
            </a:p>
          </p:txBody>
        </p:sp>
      </p:grpSp>
      <p:grpSp>
        <p:nvGrpSpPr>
          <p:cNvPr id="133177" name="Group 169"/>
          <p:cNvGrpSpPr/>
          <p:nvPr/>
        </p:nvGrpSpPr>
        <p:grpSpPr>
          <a:xfrm>
            <a:off x="6605588" y="5335588"/>
            <a:ext cx="501650" cy="396875"/>
            <a:chOff x="4596" y="2162"/>
            <a:chExt cx="316" cy="250"/>
          </a:xfrm>
        </p:grpSpPr>
        <p:sp>
          <p:nvSpPr>
            <p:cNvPr id="133210" name="Oval 170"/>
            <p:cNvSpPr/>
            <p:nvPr/>
          </p:nvSpPr>
          <p:spPr>
            <a:xfrm>
              <a:off x="4599" y="2276"/>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33211" name="Line 171"/>
            <p:cNvSpPr/>
            <p:nvPr/>
          </p:nvSpPr>
          <p:spPr>
            <a:xfrm>
              <a:off x="4599" y="2269"/>
              <a:ext cx="0" cy="50"/>
            </a:xfrm>
            <a:prstGeom prst="line">
              <a:avLst/>
            </a:prstGeom>
            <a:ln w="12700" cap="flat" cmpd="sng">
              <a:solidFill>
                <a:schemeClr val="tx1"/>
              </a:solidFill>
              <a:prstDash val="solid"/>
              <a:headEnd type="none" w="med" len="med"/>
              <a:tailEnd type="none" w="med" len="med"/>
            </a:ln>
          </p:spPr>
        </p:sp>
        <p:sp>
          <p:nvSpPr>
            <p:cNvPr id="133212" name="Line 172"/>
            <p:cNvSpPr/>
            <p:nvPr/>
          </p:nvSpPr>
          <p:spPr>
            <a:xfrm>
              <a:off x="4912" y="2269"/>
              <a:ext cx="0" cy="50"/>
            </a:xfrm>
            <a:prstGeom prst="line">
              <a:avLst/>
            </a:prstGeom>
            <a:ln w="12700" cap="flat" cmpd="sng">
              <a:solidFill>
                <a:schemeClr val="tx1"/>
              </a:solidFill>
              <a:prstDash val="solid"/>
              <a:headEnd type="none" w="med" len="med"/>
              <a:tailEnd type="none" w="med" len="med"/>
            </a:ln>
          </p:spPr>
        </p:sp>
        <p:sp>
          <p:nvSpPr>
            <p:cNvPr id="133213" name="Rectangle 173"/>
            <p:cNvSpPr/>
            <p:nvPr/>
          </p:nvSpPr>
          <p:spPr>
            <a:xfrm>
              <a:off x="4599" y="2269"/>
              <a:ext cx="310"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33214" name="Oval 174"/>
            <p:cNvSpPr/>
            <p:nvPr/>
          </p:nvSpPr>
          <p:spPr>
            <a:xfrm>
              <a:off x="4596" y="2210"/>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33215" name="Rectangle 175"/>
            <p:cNvSpPr/>
            <p:nvPr/>
          </p:nvSpPr>
          <p:spPr>
            <a:xfrm>
              <a:off x="4683" y="2223"/>
              <a:ext cx="142" cy="110"/>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33216" name="Text Box 176"/>
            <p:cNvSpPr txBox="1"/>
            <p:nvPr/>
          </p:nvSpPr>
          <p:spPr>
            <a:xfrm>
              <a:off x="4603" y="2162"/>
              <a:ext cx="309"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000" dirty="0">
                  <a:ea typeface="宋体" panose="02010600030101010101" pitchFamily="2" charset="-122"/>
                </a:rPr>
                <a:t>2b</a:t>
              </a:r>
              <a:endParaRPr lang="en-US" altLang="zh-CN" sz="2400" dirty="0">
                <a:latin typeface="Times New Roman" panose="02020603050405020304" pitchFamily="18" charset="0"/>
                <a:ea typeface="宋体" panose="02010600030101010101" pitchFamily="2" charset="-122"/>
              </a:endParaRPr>
            </a:p>
          </p:txBody>
        </p:sp>
      </p:grpSp>
      <p:grpSp>
        <p:nvGrpSpPr>
          <p:cNvPr id="133178" name="Group 177"/>
          <p:cNvGrpSpPr/>
          <p:nvPr/>
        </p:nvGrpSpPr>
        <p:grpSpPr>
          <a:xfrm>
            <a:off x="4176713" y="5922963"/>
            <a:ext cx="501650" cy="396875"/>
            <a:chOff x="2016" y="1980"/>
            <a:chExt cx="316" cy="250"/>
          </a:xfrm>
        </p:grpSpPr>
        <p:sp>
          <p:nvSpPr>
            <p:cNvPr id="133202" name="Oval 178"/>
            <p:cNvSpPr/>
            <p:nvPr/>
          </p:nvSpPr>
          <p:spPr>
            <a:xfrm>
              <a:off x="2019" y="2102"/>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33203" name="Line 179"/>
            <p:cNvSpPr/>
            <p:nvPr/>
          </p:nvSpPr>
          <p:spPr>
            <a:xfrm>
              <a:off x="2019" y="2095"/>
              <a:ext cx="0" cy="50"/>
            </a:xfrm>
            <a:prstGeom prst="line">
              <a:avLst/>
            </a:prstGeom>
            <a:ln w="12700" cap="flat" cmpd="sng">
              <a:solidFill>
                <a:schemeClr val="tx1"/>
              </a:solidFill>
              <a:prstDash val="solid"/>
              <a:headEnd type="none" w="med" len="med"/>
              <a:tailEnd type="none" w="med" len="med"/>
            </a:ln>
          </p:spPr>
        </p:sp>
        <p:sp>
          <p:nvSpPr>
            <p:cNvPr id="133204" name="Line 180"/>
            <p:cNvSpPr/>
            <p:nvPr/>
          </p:nvSpPr>
          <p:spPr>
            <a:xfrm>
              <a:off x="2332" y="2095"/>
              <a:ext cx="0" cy="50"/>
            </a:xfrm>
            <a:prstGeom prst="line">
              <a:avLst/>
            </a:prstGeom>
            <a:ln w="12700" cap="flat" cmpd="sng">
              <a:solidFill>
                <a:schemeClr val="tx1"/>
              </a:solidFill>
              <a:prstDash val="solid"/>
              <a:headEnd type="none" w="med" len="med"/>
              <a:tailEnd type="none" w="med" len="med"/>
            </a:ln>
          </p:spPr>
        </p:sp>
        <p:sp>
          <p:nvSpPr>
            <p:cNvPr id="133205" name="Rectangle 181"/>
            <p:cNvSpPr/>
            <p:nvPr/>
          </p:nvSpPr>
          <p:spPr>
            <a:xfrm>
              <a:off x="2019" y="2095"/>
              <a:ext cx="310"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33206" name="Oval 182"/>
            <p:cNvSpPr/>
            <p:nvPr/>
          </p:nvSpPr>
          <p:spPr>
            <a:xfrm>
              <a:off x="2016" y="2036"/>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33207" name="Group 183"/>
            <p:cNvGrpSpPr/>
            <p:nvPr/>
          </p:nvGrpSpPr>
          <p:grpSpPr>
            <a:xfrm>
              <a:off x="2034" y="1980"/>
              <a:ext cx="283" cy="250"/>
              <a:chOff x="2914" y="2429"/>
              <a:chExt cx="288" cy="250"/>
            </a:xfrm>
          </p:grpSpPr>
          <p:sp>
            <p:nvSpPr>
              <p:cNvPr id="133208" name="Rectangle 184"/>
              <p:cNvSpPr/>
              <p:nvPr/>
            </p:nvSpPr>
            <p:spPr>
              <a:xfrm>
                <a:off x="2982" y="2490"/>
                <a:ext cx="144" cy="1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33209" name="Text Box 185"/>
              <p:cNvSpPr txBox="1"/>
              <p:nvPr/>
            </p:nvSpPr>
            <p:spPr>
              <a:xfrm>
                <a:off x="2914" y="2429"/>
                <a:ext cx="288"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000" dirty="0">
                    <a:ea typeface="宋体" panose="02010600030101010101" pitchFamily="2" charset="-122"/>
                  </a:rPr>
                  <a:t>1b</a:t>
                </a:r>
                <a:endParaRPr lang="en-US" altLang="zh-CN" sz="2400" dirty="0">
                  <a:latin typeface="Times New Roman" panose="02020603050405020304" pitchFamily="18" charset="0"/>
                  <a:ea typeface="宋体" panose="02010600030101010101" pitchFamily="2" charset="-122"/>
                </a:endParaRPr>
              </a:p>
            </p:txBody>
          </p:sp>
        </p:grpSp>
      </p:grpSp>
      <p:grpSp>
        <p:nvGrpSpPr>
          <p:cNvPr id="133179" name="Group 186"/>
          <p:cNvGrpSpPr/>
          <p:nvPr/>
        </p:nvGrpSpPr>
        <p:grpSpPr>
          <a:xfrm>
            <a:off x="1655763" y="4578350"/>
            <a:ext cx="501650" cy="396875"/>
            <a:chOff x="2016" y="1980"/>
            <a:chExt cx="316" cy="250"/>
          </a:xfrm>
        </p:grpSpPr>
        <p:sp>
          <p:nvSpPr>
            <p:cNvPr id="133194" name="Oval 187"/>
            <p:cNvSpPr/>
            <p:nvPr/>
          </p:nvSpPr>
          <p:spPr>
            <a:xfrm>
              <a:off x="2019" y="2102"/>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33195" name="Line 188"/>
            <p:cNvSpPr/>
            <p:nvPr/>
          </p:nvSpPr>
          <p:spPr>
            <a:xfrm>
              <a:off x="2019" y="2095"/>
              <a:ext cx="0" cy="50"/>
            </a:xfrm>
            <a:prstGeom prst="line">
              <a:avLst/>
            </a:prstGeom>
            <a:ln w="12700" cap="flat" cmpd="sng">
              <a:solidFill>
                <a:schemeClr val="tx1"/>
              </a:solidFill>
              <a:prstDash val="solid"/>
              <a:headEnd type="none" w="med" len="med"/>
              <a:tailEnd type="none" w="med" len="med"/>
            </a:ln>
          </p:spPr>
        </p:sp>
        <p:sp>
          <p:nvSpPr>
            <p:cNvPr id="133196" name="Line 189"/>
            <p:cNvSpPr/>
            <p:nvPr/>
          </p:nvSpPr>
          <p:spPr>
            <a:xfrm>
              <a:off x="2332" y="2095"/>
              <a:ext cx="0" cy="50"/>
            </a:xfrm>
            <a:prstGeom prst="line">
              <a:avLst/>
            </a:prstGeom>
            <a:ln w="12700" cap="flat" cmpd="sng">
              <a:solidFill>
                <a:schemeClr val="tx1"/>
              </a:solidFill>
              <a:prstDash val="solid"/>
              <a:headEnd type="none" w="med" len="med"/>
              <a:tailEnd type="none" w="med" len="med"/>
            </a:ln>
          </p:spPr>
        </p:sp>
        <p:sp>
          <p:nvSpPr>
            <p:cNvPr id="133197" name="Rectangle 190"/>
            <p:cNvSpPr/>
            <p:nvPr/>
          </p:nvSpPr>
          <p:spPr>
            <a:xfrm>
              <a:off x="2019" y="2095"/>
              <a:ext cx="310"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33198" name="Oval 191"/>
            <p:cNvSpPr/>
            <p:nvPr/>
          </p:nvSpPr>
          <p:spPr>
            <a:xfrm>
              <a:off x="2016" y="2036"/>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33199" name="Group 192"/>
            <p:cNvGrpSpPr/>
            <p:nvPr/>
          </p:nvGrpSpPr>
          <p:grpSpPr>
            <a:xfrm>
              <a:off x="2027" y="1980"/>
              <a:ext cx="296" cy="250"/>
              <a:chOff x="2907" y="2429"/>
              <a:chExt cx="301" cy="250"/>
            </a:xfrm>
          </p:grpSpPr>
          <p:sp>
            <p:nvSpPr>
              <p:cNvPr id="133200" name="Rectangle 193"/>
              <p:cNvSpPr/>
              <p:nvPr/>
            </p:nvSpPr>
            <p:spPr>
              <a:xfrm>
                <a:off x="2982" y="2490"/>
                <a:ext cx="144" cy="1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33201" name="Text Box 194"/>
              <p:cNvSpPr txBox="1"/>
              <p:nvPr/>
            </p:nvSpPr>
            <p:spPr>
              <a:xfrm>
                <a:off x="2907" y="2429"/>
                <a:ext cx="301"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2000" dirty="0">
                    <a:ea typeface="宋体" panose="02010600030101010101" pitchFamily="2" charset="-122"/>
                  </a:rPr>
                  <a:t>3c</a:t>
                </a:r>
                <a:endParaRPr lang="en-US" altLang="zh-CN" sz="2400" dirty="0">
                  <a:latin typeface="Times New Roman" panose="02020603050405020304" pitchFamily="18" charset="0"/>
                  <a:ea typeface="宋体" panose="02010600030101010101" pitchFamily="2" charset="-122"/>
                </a:endParaRPr>
              </a:p>
            </p:txBody>
          </p:sp>
        </p:grpSp>
      </p:grpSp>
      <p:sp>
        <p:nvSpPr>
          <p:cNvPr id="133180" name="Line 195"/>
          <p:cNvSpPr/>
          <p:nvPr/>
        </p:nvSpPr>
        <p:spPr>
          <a:xfrm flipH="1">
            <a:off x="3154363" y="5751513"/>
            <a:ext cx="147637" cy="161925"/>
          </a:xfrm>
          <a:prstGeom prst="line">
            <a:avLst/>
          </a:prstGeom>
          <a:ln w="25400" cap="flat" cmpd="sng">
            <a:solidFill>
              <a:schemeClr val="tx1"/>
            </a:solidFill>
            <a:prstDash val="sysDot"/>
            <a:headEnd type="none" w="med" len="med"/>
            <a:tailEnd type="none" w="med" len="med"/>
          </a:ln>
        </p:spPr>
      </p:sp>
      <p:sp>
        <p:nvSpPr>
          <p:cNvPr id="133181" name="Line 196"/>
          <p:cNvSpPr/>
          <p:nvPr/>
        </p:nvSpPr>
        <p:spPr>
          <a:xfrm>
            <a:off x="3557588" y="5791200"/>
            <a:ext cx="0" cy="390525"/>
          </a:xfrm>
          <a:prstGeom prst="line">
            <a:avLst/>
          </a:prstGeom>
          <a:ln w="25400" cap="flat" cmpd="sng">
            <a:solidFill>
              <a:schemeClr val="tx1"/>
            </a:solidFill>
            <a:prstDash val="sysDot"/>
            <a:headEnd type="none" w="med" len="med"/>
            <a:tailEnd type="none" w="med" len="med"/>
          </a:ln>
        </p:spPr>
      </p:sp>
      <p:sp>
        <p:nvSpPr>
          <p:cNvPr id="133182" name="Line 197"/>
          <p:cNvSpPr/>
          <p:nvPr/>
        </p:nvSpPr>
        <p:spPr>
          <a:xfrm>
            <a:off x="3719513" y="5738813"/>
            <a:ext cx="496887" cy="334962"/>
          </a:xfrm>
          <a:prstGeom prst="line">
            <a:avLst/>
          </a:prstGeom>
          <a:ln w="25400" cap="flat" cmpd="sng">
            <a:solidFill>
              <a:schemeClr val="tx1"/>
            </a:solidFill>
            <a:prstDash val="sysDot"/>
            <a:headEnd type="none" w="med" len="med"/>
            <a:tailEnd type="none" w="med" len="med"/>
          </a:ln>
        </p:spPr>
      </p:sp>
      <p:sp>
        <p:nvSpPr>
          <p:cNvPr id="133183" name="Line 198"/>
          <p:cNvSpPr/>
          <p:nvPr/>
        </p:nvSpPr>
        <p:spPr>
          <a:xfrm flipH="1">
            <a:off x="3840163" y="6196013"/>
            <a:ext cx="376237" cy="120650"/>
          </a:xfrm>
          <a:prstGeom prst="line">
            <a:avLst/>
          </a:prstGeom>
          <a:ln w="25400" cap="flat" cmpd="sng">
            <a:solidFill>
              <a:schemeClr val="tx1"/>
            </a:solidFill>
            <a:prstDash val="sysDot"/>
            <a:headEnd type="none" w="med" len="med"/>
            <a:tailEnd type="none" w="med" len="med"/>
          </a:ln>
        </p:spPr>
      </p:sp>
      <p:sp>
        <p:nvSpPr>
          <p:cNvPr id="133184" name="Line 199"/>
          <p:cNvSpPr/>
          <p:nvPr/>
        </p:nvSpPr>
        <p:spPr>
          <a:xfrm flipH="1" flipV="1">
            <a:off x="3262313" y="6019800"/>
            <a:ext cx="901700" cy="80963"/>
          </a:xfrm>
          <a:prstGeom prst="line">
            <a:avLst/>
          </a:prstGeom>
          <a:ln w="25400" cap="flat" cmpd="sng">
            <a:solidFill>
              <a:schemeClr val="tx1"/>
            </a:solidFill>
            <a:prstDash val="sysDot"/>
            <a:headEnd type="none" w="med" len="med"/>
            <a:tailEnd type="none" w="med" len="med"/>
          </a:ln>
        </p:spPr>
      </p:sp>
      <p:sp>
        <p:nvSpPr>
          <p:cNvPr id="133185" name="Line 200"/>
          <p:cNvSpPr/>
          <p:nvPr/>
        </p:nvSpPr>
        <p:spPr>
          <a:xfrm flipV="1">
            <a:off x="6032500" y="5105400"/>
            <a:ext cx="349250" cy="134938"/>
          </a:xfrm>
          <a:prstGeom prst="line">
            <a:avLst/>
          </a:prstGeom>
          <a:ln w="25400" cap="flat" cmpd="sng">
            <a:solidFill>
              <a:schemeClr val="tx1"/>
            </a:solidFill>
            <a:prstDash val="sysDot"/>
            <a:headEnd type="none" w="med" len="med"/>
            <a:tailEnd type="none" w="med" len="med"/>
          </a:ln>
        </p:spPr>
      </p:sp>
      <p:sp>
        <p:nvSpPr>
          <p:cNvPr id="133186" name="Line 201"/>
          <p:cNvSpPr/>
          <p:nvPr/>
        </p:nvSpPr>
        <p:spPr>
          <a:xfrm>
            <a:off x="3167063" y="4637088"/>
            <a:ext cx="766762" cy="0"/>
          </a:xfrm>
          <a:prstGeom prst="line">
            <a:avLst/>
          </a:prstGeom>
          <a:ln w="25400" cap="flat" cmpd="sng">
            <a:solidFill>
              <a:schemeClr val="tx1"/>
            </a:solidFill>
            <a:prstDash val="dash"/>
            <a:headEnd type="none" w="med" len="med"/>
            <a:tailEnd type="none" w="med" len="med"/>
          </a:ln>
        </p:spPr>
      </p:sp>
      <p:sp>
        <p:nvSpPr>
          <p:cNvPr id="133187" name="Line 202"/>
          <p:cNvSpPr/>
          <p:nvPr/>
        </p:nvSpPr>
        <p:spPr>
          <a:xfrm>
            <a:off x="3186113" y="4951413"/>
            <a:ext cx="766762" cy="0"/>
          </a:xfrm>
          <a:prstGeom prst="line">
            <a:avLst/>
          </a:prstGeom>
          <a:ln w="25400" cap="flat" cmpd="sng">
            <a:solidFill>
              <a:schemeClr val="tx1"/>
            </a:solidFill>
            <a:prstDash val="sysDot"/>
            <a:headEnd type="none" w="med" len="med"/>
            <a:tailEnd type="none" w="med" len="med"/>
          </a:ln>
        </p:spPr>
      </p:sp>
      <p:sp>
        <p:nvSpPr>
          <p:cNvPr id="133188" name="Text Box 203"/>
          <p:cNvSpPr txBox="1"/>
          <p:nvPr/>
        </p:nvSpPr>
        <p:spPr>
          <a:xfrm>
            <a:off x="4016375" y="4422775"/>
            <a:ext cx="1254125" cy="3048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eaLnBrk="1" hangingPunct="1">
              <a:spcBef>
                <a:spcPct val="0"/>
              </a:spcBef>
              <a:buClrTx/>
              <a:buSzTx/>
              <a:buFontTx/>
              <a:buNone/>
            </a:pPr>
            <a:r>
              <a:rPr lang="en-US" altLang="zh-CN" sz="1400" dirty="0">
                <a:ea typeface="宋体" panose="02010600030101010101" pitchFamily="2" charset="-122"/>
              </a:rPr>
              <a:t>eBGP session</a:t>
            </a:r>
            <a:endParaRPr lang="en-US" altLang="zh-CN" sz="1400" dirty="0">
              <a:ea typeface="宋体" panose="02010600030101010101" pitchFamily="2" charset="-122"/>
            </a:endParaRPr>
          </a:p>
        </p:txBody>
      </p:sp>
      <p:sp>
        <p:nvSpPr>
          <p:cNvPr id="133189" name="Text Box 204"/>
          <p:cNvSpPr txBox="1"/>
          <p:nvPr/>
        </p:nvSpPr>
        <p:spPr>
          <a:xfrm>
            <a:off x="4043363" y="4772025"/>
            <a:ext cx="1206500" cy="3048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eaLnBrk="1" hangingPunct="1">
              <a:spcBef>
                <a:spcPct val="0"/>
              </a:spcBef>
              <a:buClrTx/>
              <a:buSzTx/>
              <a:buFontTx/>
              <a:buNone/>
            </a:pPr>
            <a:r>
              <a:rPr lang="en-US" altLang="zh-CN" sz="1400" dirty="0">
                <a:ea typeface="宋体" panose="02010600030101010101" pitchFamily="2" charset="-122"/>
              </a:rPr>
              <a:t>iBGP session</a:t>
            </a:r>
            <a:endParaRPr lang="en-US" altLang="zh-CN" sz="1400" dirty="0">
              <a:ea typeface="宋体" panose="02010600030101010101" pitchFamily="2" charset="-122"/>
            </a:endParaRPr>
          </a:p>
        </p:txBody>
      </p:sp>
      <p:sp>
        <p:nvSpPr>
          <p:cNvPr id="133190" name="Line 205"/>
          <p:cNvSpPr/>
          <p:nvPr/>
        </p:nvSpPr>
        <p:spPr>
          <a:xfrm flipH="1" flipV="1">
            <a:off x="2079625" y="4864100"/>
            <a:ext cx="241300" cy="174625"/>
          </a:xfrm>
          <a:prstGeom prst="line">
            <a:avLst/>
          </a:prstGeom>
          <a:ln w="25400" cap="flat" cmpd="sng">
            <a:solidFill>
              <a:schemeClr val="tx1"/>
            </a:solidFill>
            <a:prstDash val="sysDot"/>
            <a:headEnd type="none" w="med" len="med"/>
            <a:tailEnd type="none" w="med" len="med"/>
          </a:ln>
        </p:spPr>
      </p:sp>
      <p:sp>
        <p:nvSpPr>
          <p:cNvPr id="133191" name="Line 206"/>
          <p:cNvSpPr/>
          <p:nvPr/>
        </p:nvSpPr>
        <p:spPr>
          <a:xfrm flipH="1">
            <a:off x="1649413" y="4891088"/>
            <a:ext cx="147637" cy="376237"/>
          </a:xfrm>
          <a:prstGeom prst="line">
            <a:avLst/>
          </a:prstGeom>
          <a:ln w="25400" cap="flat" cmpd="sng">
            <a:solidFill>
              <a:schemeClr val="tx1"/>
            </a:solidFill>
            <a:prstDash val="sysDot"/>
            <a:headEnd type="none" w="med" len="med"/>
            <a:tailEnd type="none" w="med" len="med"/>
          </a:ln>
        </p:spPr>
      </p:sp>
      <p:sp>
        <p:nvSpPr>
          <p:cNvPr id="133192" name="Line 207"/>
          <p:cNvSpPr/>
          <p:nvPr/>
        </p:nvSpPr>
        <p:spPr>
          <a:xfrm>
            <a:off x="6731000" y="5173663"/>
            <a:ext cx="68263" cy="228600"/>
          </a:xfrm>
          <a:prstGeom prst="line">
            <a:avLst/>
          </a:prstGeom>
          <a:ln w="25400" cap="flat" cmpd="sng">
            <a:solidFill>
              <a:schemeClr val="tx1"/>
            </a:solidFill>
            <a:prstDash val="sysDot"/>
            <a:headEnd type="none" w="med" len="med"/>
            <a:tailEnd type="none" w="med" len="med"/>
          </a:ln>
        </p:spPr>
      </p:sp>
      <p:sp>
        <p:nvSpPr>
          <p:cNvPr id="133193" name="Line 208"/>
          <p:cNvSpPr/>
          <p:nvPr/>
        </p:nvSpPr>
        <p:spPr>
          <a:xfrm>
            <a:off x="3168650" y="6100763"/>
            <a:ext cx="201613" cy="134937"/>
          </a:xfrm>
          <a:prstGeom prst="line">
            <a:avLst/>
          </a:prstGeom>
          <a:ln w="25400" cap="flat" cmpd="sng">
            <a:solidFill>
              <a:schemeClr val="tx1"/>
            </a:solidFill>
            <a:prstDash val="sysDot"/>
            <a:headEnd type="none" w="med" len="med"/>
            <a:tailEnd type="none" w="med" len="med"/>
          </a:ln>
        </p:spPr>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4146" name="页脚占位符 4"/>
          <p:cNvSpPr txBox="1">
            <a:spLocks noGrp="1"/>
          </p:cNvSpPr>
          <p:nvPr>
            <p:ph type="ftr" sz="quarter" idx="11"/>
          </p:nvPr>
        </p:nvSpPr>
        <p:spPr/>
        <p:txBody>
          <a:bodyPr/>
          <a:p>
            <a:pPr marL="0" indent="0" algn="r">
              <a:spcBef>
                <a:spcPct val="0"/>
              </a:spcBef>
              <a:buClrTx/>
              <a:buSzTx/>
              <a:buFontTx/>
              <a:buNone/>
            </a:pPr>
            <a:r>
              <a:rPr lang="en-US" altLang="zh-CN" sz="1400" dirty="0">
                <a:ea typeface="宋体" panose="02010600030101010101" pitchFamily="2" charset="-122"/>
              </a:rPr>
              <a:t>Network Layer</a:t>
            </a:r>
            <a:endParaRPr lang="en-US" altLang="zh-CN" sz="1400" dirty="0">
              <a:latin typeface="Times New Roman" panose="02020603050405020304" pitchFamily="18" charset="0"/>
              <a:ea typeface="宋体" panose="02010600030101010101" pitchFamily="2" charset="-122"/>
            </a:endParaRPr>
          </a:p>
        </p:txBody>
      </p:sp>
      <p:sp>
        <p:nvSpPr>
          <p:cNvPr id="134147" name="灯片编号占位符 5"/>
          <p:cNvSpPr txBox="1">
            <a:spLocks noGrp="1"/>
          </p:cNvSpPr>
          <p:nvPr>
            <p:ph type="sldNum" sz="quarter" idx="12"/>
          </p:nvPr>
        </p:nvSpPr>
        <p:spPr/>
        <p:txBody>
          <a:bodyPr/>
          <a:p>
            <a:pPr marL="0" indent="0" algn="r">
              <a:spcBef>
                <a:spcPct val="0"/>
              </a:spcBef>
              <a:buClrTx/>
              <a:buSzTx/>
              <a:buFontTx/>
              <a:buNone/>
            </a:pPr>
            <a:r>
              <a:rPr lang="en-US" altLang="zh-CN" sz="1400" dirty="0">
                <a:ea typeface="宋体" panose="02010600030101010101" pitchFamily="2" charset="-122"/>
              </a:rPr>
              <a:t>4-</a:t>
            </a: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134148" name="Rectangle 2"/>
          <p:cNvSpPr>
            <a:spLocks noGrp="1"/>
          </p:cNvSpPr>
          <p:nvPr>
            <p:ph type="title"/>
          </p:nvPr>
        </p:nvSpPr>
        <p:spPr/>
        <p:txBody>
          <a:bodyPr vert="horz" wrap="square" lIns="91440" tIns="45720" rIns="91440" bIns="45720" anchor="ctr" anchorCtr="0"/>
          <a:p>
            <a:r>
              <a:rPr lang="en-US" altLang="zh-CN" dirty="0">
                <a:ea typeface="宋体" panose="02010600030101010101" pitchFamily="2" charset="-122"/>
              </a:rPr>
              <a:t>Path attributes &amp; BGP routes</a:t>
            </a:r>
            <a:endParaRPr lang="en-US" altLang="zh-CN" dirty="0">
              <a:ea typeface="宋体" panose="02010600030101010101" pitchFamily="2" charset="-122"/>
            </a:endParaRPr>
          </a:p>
        </p:txBody>
      </p:sp>
      <p:sp>
        <p:nvSpPr>
          <p:cNvPr id="134149" name="Rectangle 3"/>
          <p:cNvSpPr>
            <a:spLocks noGrp="1"/>
          </p:cNvSpPr>
          <p:nvPr>
            <p:ph idx="1"/>
          </p:nvPr>
        </p:nvSpPr>
        <p:spPr>
          <a:xfrm>
            <a:off x="533400" y="1600200"/>
            <a:ext cx="8191500" cy="4648200"/>
          </a:xfrm>
        </p:spPr>
        <p:txBody>
          <a:bodyPr vert="horz" wrap="square" lIns="91440" tIns="45720" rIns="91440" bIns="45720" anchor="t" anchorCtr="0"/>
          <a:p>
            <a:pPr>
              <a:lnSpc>
                <a:spcPct val="90000"/>
              </a:lnSpc>
            </a:pPr>
            <a:r>
              <a:rPr lang="en-US" altLang="zh-CN" dirty="0">
                <a:ea typeface="宋体" panose="02010600030101010101" pitchFamily="2" charset="-122"/>
              </a:rPr>
              <a:t>advertised prefix includes BGP attributes. </a:t>
            </a:r>
            <a:endParaRPr lang="en-US" altLang="zh-CN" dirty="0">
              <a:ea typeface="宋体" panose="02010600030101010101" pitchFamily="2" charset="-122"/>
            </a:endParaRPr>
          </a:p>
          <a:p>
            <a:pPr lvl="1">
              <a:lnSpc>
                <a:spcPct val="90000"/>
              </a:lnSpc>
            </a:pPr>
            <a:r>
              <a:rPr lang="en-US" altLang="zh-CN" dirty="0">
                <a:ea typeface="宋体" panose="02010600030101010101" pitchFamily="2" charset="-122"/>
              </a:rPr>
              <a:t>prefix + attributes = “route”</a:t>
            </a:r>
            <a:endParaRPr lang="en-US" altLang="zh-CN" dirty="0">
              <a:ea typeface="宋体" panose="02010600030101010101" pitchFamily="2" charset="-122"/>
            </a:endParaRPr>
          </a:p>
          <a:p>
            <a:pPr>
              <a:lnSpc>
                <a:spcPct val="90000"/>
              </a:lnSpc>
            </a:pPr>
            <a:r>
              <a:rPr lang="en-US" altLang="zh-CN" dirty="0">
                <a:ea typeface="宋体" panose="02010600030101010101" pitchFamily="2" charset="-122"/>
              </a:rPr>
              <a:t>two important attributes:</a:t>
            </a:r>
            <a:endParaRPr lang="en-US" altLang="zh-CN" dirty="0">
              <a:ea typeface="宋体" panose="02010600030101010101" pitchFamily="2" charset="-122"/>
            </a:endParaRPr>
          </a:p>
          <a:p>
            <a:pPr lvl="1">
              <a:lnSpc>
                <a:spcPct val="90000"/>
              </a:lnSpc>
            </a:pPr>
            <a:r>
              <a:rPr lang="en-US" altLang="zh-CN" dirty="0">
                <a:solidFill>
                  <a:srgbClr val="FF0000"/>
                </a:solidFill>
                <a:ea typeface="宋体" panose="02010600030101010101" pitchFamily="2" charset="-122"/>
              </a:rPr>
              <a:t>AS-PATH:</a:t>
            </a:r>
            <a:r>
              <a:rPr lang="en-US" altLang="zh-CN" dirty="0">
                <a:ea typeface="宋体" panose="02010600030101010101" pitchFamily="2" charset="-122"/>
              </a:rPr>
              <a:t> contains ASs through which prefix advertisement has passed: e.g, AS 67, AS 17 </a:t>
            </a:r>
            <a:endParaRPr lang="en-US" altLang="zh-CN" dirty="0">
              <a:ea typeface="宋体" panose="02010600030101010101" pitchFamily="2" charset="-122"/>
            </a:endParaRPr>
          </a:p>
          <a:p>
            <a:pPr lvl="1">
              <a:lnSpc>
                <a:spcPct val="90000"/>
              </a:lnSpc>
            </a:pPr>
            <a:r>
              <a:rPr lang="en-US" altLang="zh-CN" dirty="0">
                <a:solidFill>
                  <a:srgbClr val="FF0000"/>
                </a:solidFill>
                <a:ea typeface="宋体" panose="02010600030101010101" pitchFamily="2" charset="-122"/>
              </a:rPr>
              <a:t>NEXT-HOP:</a:t>
            </a:r>
            <a:r>
              <a:rPr lang="en-US" altLang="zh-CN" dirty="0">
                <a:ea typeface="宋体" panose="02010600030101010101" pitchFamily="2" charset="-122"/>
              </a:rPr>
              <a:t> indicates specific internal-AS router to next-hop AS. (may be multiple links from current AS to next-hop-AS)</a:t>
            </a:r>
            <a:endParaRPr lang="en-US" altLang="zh-CN" dirty="0">
              <a:ea typeface="宋体" panose="02010600030101010101" pitchFamily="2" charset="-122"/>
            </a:endParaRPr>
          </a:p>
          <a:p>
            <a:pPr>
              <a:lnSpc>
                <a:spcPct val="90000"/>
              </a:lnSpc>
            </a:pPr>
            <a:r>
              <a:rPr lang="en-US" altLang="zh-CN" dirty="0">
                <a:ea typeface="宋体" panose="02010600030101010101" pitchFamily="2" charset="-122"/>
              </a:rPr>
              <a:t>when gateway router receives route advertisement, uses </a:t>
            </a:r>
            <a:r>
              <a:rPr lang="en-US" altLang="zh-CN" dirty="0">
                <a:solidFill>
                  <a:srgbClr val="FF0000"/>
                </a:solidFill>
                <a:ea typeface="宋体" panose="02010600030101010101" pitchFamily="2" charset="-122"/>
              </a:rPr>
              <a:t>import policy</a:t>
            </a:r>
            <a:r>
              <a:rPr lang="en-US" altLang="zh-CN" dirty="0">
                <a:ea typeface="宋体" panose="02010600030101010101" pitchFamily="2" charset="-122"/>
              </a:rPr>
              <a:t> to accept/decline.</a:t>
            </a:r>
            <a:endParaRPr lang="en-US" altLang="zh-CN" dirty="0">
              <a:ea typeface="宋体" panose="02010600030101010101" pitchFamily="2" charset="-122"/>
            </a:endParaRPr>
          </a:p>
          <a:p>
            <a:pPr lvl="1">
              <a:lnSpc>
                <a:spcPct val="90000"/>
              </a:lnSpc>
            </a:pPr>
            <a:endParaRPr lang="en-US" altLang="zh-CN" dirty="0">
              <a:ea typeface="宋体" panose="02010600030101010101" pitchFamily="2" charset="-122"/>
            </a:endParaRP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5170" name="页脚占位符 4"/>
          <p:cNvSpPr txBox="1">
            <a:spLocks noGrp="1"/>
          </p:cNvSpPr>
          <p:nvPr>
            <p:ph type="ftr" sz="quarter" idx="11"/>
          </p:nvPr>
        </p:nvSpPr>
        <p:spPr/>
        <p:txBody>
          <a:bodyPr/>
          <a:p>
            <a:pPr marL="0" indent="0" algn="r">
              <a:spcBef>
                <a:spcPct val="0"/>
              </a:spcBef>
              <a:buClrTx/>
              <a:buSzTx/>
              <a:buFontTx/>
              <a:buNone/>
            </a:pPr>
            <a:r>
              <a:rPr lang="en-US" altLang="zh-CN" sz="1400" dirty="0">
                <a:ea typeface="宋体" panose="02010600030101010101" pitchFamily="2" charset="-122"/>
              </a:rPr>
              <a:t>Network Layer</a:t>
            </a:r>
            <a:endParaRPr lang="en-US" altLang="zh-CN" sz="1400" dirty="0">
              <a:latin typeface="Times New Roman" panose="02020603050405020304" pitchFamily="18" charset="0"/>
              <a:ea typeface="宋体" panose="02010600030101010101" pitchFamily="2" charset="-122"/>
            </a:endParaRPr>
          </a:p>
        </p:txBody>
      </p:sp>
      <p:sp>
        <p:nvSpPr>
          <p:cNvPr id="135171" name="灯片编号占位符 5"/>
          <p:cNvSpPr txBox="1">
            <a:spLocks noGrp="1"/>
          </p:cNvSpPr>
          <p:nvPr>
            <p:ph type="sldNum" sz="quarter" idx="12"/>
          </p:nvPr>
        </p:nvSpPr>
        <p:spPr/>
        <p:txBody>
          <a:bodyPr/>
          <a:p>
            <a:pPr marL="0" indent="0" algn="r">
              <a:spcBef>
                <a:spcPct val="0"/>
              </a:spcBef>
              <a:buClrTx/>
              <a:buSzTx/>
              <a:buFontTx/>
              <a:buNone/>
            </a:pPr>
            <a:r>
              <a:rPr lang="en-US" altLang="zh-CN" sz="1400" dirty="0">
                <a:ea typeface="宋体" panose="02010600030101010101" pitchFamily="2" charset="-122"/>
              </a:rPr>
              <a:t>4-</a:t>
            </a: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135172" name="Rectangle 2"/>
          <p:cNvSpPr>
            <a:spLocks noGrp="1"/>
          </p:cNvSpPr>
          <p:nvPr>
            <p:ph type="title"/>
          </p:nvPr>
        </p:nvSpPr>
        <p:spPr/>
        <p:txBody>
          <a:bodyPr vert="horz" wrap="square" lIns="91440" tIns="45720" rIns="91440" bIns="45720" anchor="ctr" anchorCtr="0"/>
          <a:p>
            <a:r>
              <a:rPr lang="en-US" altLang="zh-CN" dirty="0">
                <a:ea typeface="宋体" panose="02010600030101010101" pitchFamily="2" charset="-122"/>
              </a:rPr>
              <a:t>BGP route selection</a:t>
            </a:r>
            <a:r>
              <a:rPr lang="zh-CN" altLang="en-US" dirty="0">
                <a:ea typeface="宋体" panose="02010600030101010101" pitchFamily="2" charset="-122"/>
              </a:rPr>
              <a:t>（以后略</a:t>
            </a:r>
            <a:br>
              <a:rPr lang="zh-CN" altLang="en-US" dirty="0">
                <a:ea typeface="宋体" panose="02010600030101010101" pitchFamily="2" charset="-122"/>
              </a:rPr>
            </a:br>
            <a:r>
              <a:rPr lang="zh-CN" altLang="en-US" dirty="0">
                <a:ea typeface="宋体" panose="02010600030101010101" pitchFamily="2" charset="-122"/>
              </a:rPr>
              <a:t>）</a:t>
            </a:r>
            <a:endParaRPr lang="zh-CN" altLang="en-US" dirty="0">
              <a:ea typeface="宋体" panose="02010600030101010101" pitchFamily="2" charset="-122"/>
            </a:endParaRPr>
          </a:p>
        </p:txBody>
      </p:sp>
      <p:sp>
        <p:nvSpPr>
          <p:cNvPr id="135173" name="Rectangle 3"/>
          <p:cNvSpPr>
            <a:spLocks noGrp="1"/>
          </p:cNvSpPr>
          <p:nvPr>
            <p:ph idx="1"/>
          </p:nvPr>
        </p:nvSpPr>
        <p:spPr/>
        <p:txBody>
          <a:bodyPr vert="horz" wrap="square" lIns="91440" tIns="45720" rIns="91440" bIns="45720" anchor="t" anchorCtr="0"/>
          <a:p>
            <a:pPr marL="533400" indent="-533400"/>
            <a:r>
              <a:rPr lang="en-US" altLang="zh-CN" dirty="0">
                <a:ea typeface="宋体" panose="02010600030101010101" pitchFamily="2" charset="-122"/>
              </a:rPr>
              <a:t>router may learn about more than 1 route to some prefix. Router must select route.</a:t>
            </a:r>
            <a:endParaRPr lang="en-US" altLang="zh-CN" dirty="0">
              <a:ea typeface="宋体" panose="02010600030101010101" pitchFamily="2" charset="-122"/>
            </a:endParaRPr>
          </a:p>
          <a:p>
            <a:pPr marL="533400" indent="-533400"/>
            <a:r>
              <a:rPr lang="en-US" altLang="zh-CN" dirty="0">
                <a:ea typeface="宋体" panose="02010600030101010101" pitchFamily="2" charset="-122"/>
              </a:rPr>
              <a:t>elimination rules:</a:t>
            </a:r>
            <a:endParaRPr lang="en-US" altLang="zh-CN" dirty="0">
              <a:ea typeface="宋体" panose="02010600030101010101" pitchFamily="2" charset="-122"/>
            </a:endParaRPr>
          </a:p>
          <a:p>
            <a:pPr marL="914400" lvl="1" indent="-457200">
              <a:buFont typeface="ZapfDingbats"/>
              <a:buAutoNum type="arabicPeriod"/>
            </a:pPr>
            <a:r>
              <a:rPr lang="en-US" altLang="zh-CN" dirty="0">
                <a:ea typeface="宋体" panose="02010600030101010101" pitchFamily="2" charset="-122"/>
              </a:rPr>
              <a:t>local preference value attribute: policy decision</a:t>
            </a:r>
            <a:endParaRPr lang="en-US" altLang="zh-CN" dirty="0">
              <a:ea typeface="宋体" panose="02010600030101010101" pitchFamily="2" charset="-122"/>
            </a:endParaRPr>
          </a:p>
          <a:p>
            <a:pPr marL="914400" lvl="1" indent="-457200">
              <a:buFont typeface="ZapfDingbats"/>
              <a:buAutoNum type="arabicPeriod"/>
            </a:pPr>
            <a:r>
              <a:rPr lang="en-US" altLang="zh-CN" dirty="0">
                <a:ea typeface="宋体" panose="02010600030101010101" pitchFamily="2" charset="-122"/>
              </a:rPr>
              <a:t>shortest AS-PATH </a:t>
            </a:r>
            <a:endParaRPr lang="en-US" altLang="zh-CN" dirty="0">
              <a:ea typeface="宋体" panose="02010600030101010101" pitchFamily="2" charset="-122"/>
            </a:endParaRPr>
          </a:p>
          <a:p>
            <a:pPr marL="914400" lvl="1" indent="-457200">
              <a:buFont typeface="ZapfDingbats"/>
              <a:buAutoNum type="arabicPeriod"/>
            </a:pPr>
            <a:r>
              <a:rPr lang="en-US" altLang="zh-CN" dirty="0">
                <a:ea typeface="宋体" panose="02010600030101010101" pitchFamily="2" charset="-122"/>
              </a:rPr>
              <a:t>closest NEXT-HOP router: hot potato routing</a:t>
            </a:r>
            <a:endParaRPr lang="en-US" altLang="zh-CN" dirty="0">
              <a:ea typeface="宋体" panose="02010600030101010101" pitchFamily="2" charset="-122"/>
            </a:endParaRPr>
          </a:p>
          <a:p>
            <a:pPr marL="914400" lvl="1" indent="-457200">
              <a:buFont typeface="ZapfDingbats"/>
              <a:buAutoNum type="arabicPeriod"/>
            </a:pPr>
            <a:r>
              <a:rPr lang="en-US" altLang="zh-CN" dirty="0">
                <a:ea typeface="宋体" panose="02010600030101010101" pitchFamily="2" charset="-122"/>
              </a:rPr>
              <a:t>additional criteria </a:t>
            </a:r>
            <a:endParaRPr lang="en-US" altLang="zh-CN" dirty="0">
              <a:ea typeface="宋体" panose="02010600030101010101" pitchFamily="2" charset="-122"/>
            </a:endParaRP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6194" name="页脚占位符 4"/>
          <p:cNvSpPr txBox="1">
            <a:spLocks noGrp="1"/>
          </p:cNvSpPr>
          <p:nvPr>
            <p:ph type="ftr" sz="quarter" idx="11"/>
          </p:nvPr>
        </p:nvSpPr>
        <p:spPr/>
        <p:txBody>
          <a:bodyPr/>
          <a:p>
            <a:pPr marL="0" indent="0" algn="r">
              <a:spcBef>
                <a:spcPct val="0"/>
              </a:spcBef>
              <a:buClrTx/>
              <a:buSzTx/>
              <a:buFontTx/>
              <a:buNone/>
            </a:pPr>
            <a:r>
              <a:rPr lang="en-US" altLang="zh-CN" sz="1400" dirty="0">
                <a:ea typeface="宋体" panose="02010600030101010101" pitchFamily="2" charset="-122"/>
              </a:rPr>
              <a:t>Network Layer</a:t>
            </a:r>
            <a:endParaRPr lang="en-US" altLang="zh-CN" sz="1400" dirty="0">
              <a:latin typeface="Times New Roman" panose="02020603050405020304" pitchFamily="18" charset="0"/>
              <a:ea typeface="宋体" panose="02010600030101010101" pitchFamily="2" charset="-122"/>
            </a:endParaRPr>
          </a:p>
        </p:txBody>
      </p:sp>
      <p:sp>
        <p:nvSpPr>
          <p:cNvPr id="136195" name="灯片编号占位符 5"/>
          <p:cNvSpPr txBox="1">
            <a:spLocks noGrp="1"/>
          </p:cNvSpPr>
          <p:nvPr>
            <p:ph type="sldNum" sz="quarter" idx="12"/>
          </p:nvPr>
        </p:nvSpPr>
        <p:spPr/>
        <p:txBody>
          <a:bodyPr/>
          <a:p>
            <a:pPr marL="0" indent="0" algn="r">
              <a:spcBef>
                <a:spcPct val="0"/>
              </a:spcBef>
              <a:buClrTx/>
              <a:buSzTx/>
              <a:buFontTx/>
              <a:buNone/>
            </a:pPr>
            <a:r>
              <a:rPr lang="en-US" altLang="zh-CN" sz="1400" dirty="0">
                <a:ea typeface="宋体" panose="02010600030101010101" pitchFamily="2" charset="-122"/>
              </a:rPr>
              <a:t>4-</a:t>
            </a: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136196" name="Rectangle 2"/>
          <p:cNvSpPr>
            <a:spLocks noGrp="1"/>
          </p:cNvSpPr>
          <p:nvPr>
            <p:ph type="title"/>
          </p:nvPr>
        </p:nvSpPr>
        <p:spPr/>
        <p:txBody>
          <a:bodyPr vert="horz" wrap="square" lIns="91440" tIns="45720" rIns="91440" bIns="45720" anchor="ctr" anchorCtr="0"/>
          <a:p>
            <a:r>
              <a:rPr lang="en-US" altLang="zh-CN" sz="3600" dirty="0">
                <a:ea typeface="宋体" panose="02010600030101010101" pitchFamily="2" charset="-122"/>
              </a:rPr>
              <a:t>BGP messages</a:t>
            </a:r>
            <a:endParaRPr lang="en-US" altLang="zh-CN" sz="2800" dirty="0">
              <a:ea typeface="宋体" panose="02010600030101010101" pitchFamily="2" charset="-122"/>
            </a:endParaRPr>
          </a:p>
        </p:txBody>
      </p:sp>
      <p:sp>
        <p:nvSpPr>
          <p:cNvPr id="136197" name="Rectangle 3"/>
          <p:cNvSpPr>
            <a:spLocks noGrp="1"/>
          </p:cNvSpPr>
          <p:nvPr>
            <p:ph idx="1"/>
          </p:nvPr>
        </p:nvSpPr>
        <p:spPr>
          <a:xfrm>
            <a:off x="533400" y="1524000"/>
            <a:ext cx="8229600" cy="5029200"/>
          </a:xfrm>
        </p:spPr>
        <p:txBody>
          <a:bodyPr vert="horz" wrap="square" lIns="91440" tIns="45720" rIns="91440" bIns="45720" anchor="t" anchorCtr="0"/>
          <a:p>
            <a:r>
              <a:rPr lang="en-US" altLang="zh-CN" sz="2400" dirty="0">
                <a:ea typeface="宋体" panose="02010600030101010101" pitchFamily="2" charset="-122"/>
              </a:rPr>
              <a:t>BGP messages exchanged using TCP.</a:t>
            </a:r>
            <a:endParaRPr lang="en-US" altLang="zh-CN" sz="2400" dirty="0">
              <a:ea typeface="宋体" panose="02010600030101010101" pitchFamily="2" charset="-122"/>
            </a:endParaRPr>
          </a:p>
          <a:p>
            <a:r>
              <a:rPr lang="en-US" altLang="zh-CN" sz="2400" dirty="0">
                <a:ea typeface="宋体" panose="02010600030101010101" pitchFamily="2" charset="-122"/>
              </a:rPr>
              <a:t>BGP messages:</a:t>
            </a:r>
            <a:endParaRPr lang="en-US" altLang="zh-CN" sz="2400" dirty="0">
              <a:ea typeface="宋体" panose="02010600030101010101" pitchFamily="2" charset="-122"/>
            </a:endParaRPr>
          </a:p>
          <a:p>
            <a:pPr lvl="1"/>
            <a:r>
              <a:rPr lang="en-US" altLang="zh-CN" dirty="0">
                <a:solidFill>
                  <a:srgbClr val="FF0000"/>
                </a:solidFill>
                <a:ea typeface="宋体" panose="02010600030101010101" pitchFamily="2" charset="-122"/>
              </a:rPr>
              <a:t>OPEN:</a:t>
            </a:r>
            <a:r>
              <a:rPr lang="en-US" altLang="zh-CN" dirty="0">
                <a:ea typeface="宋体" panose="02010600030101010101" pitchFamily="2" charset="-122"/>
              </a:rPr>
              <a:t> opens TCP connection to peer and authenticates sender</a:t>
            </a:r>
            <a:endParaRPr lang="en-US" altLang="zh-CN" dirty="0">
              <a:ea typeface="宋体" panose="02010600030101010101" pitchFamily="2" charset="-122"/>
            </a:endParaRPr>
          </a:p>
          <a:p>
            <a:pPr lvl="1"/>
            <a:r>
              <a:rPr lang="en-US" altLang="zh-CN" dirty="0">
                <a:solidFill>
                  <a:srgbClr val="FF0000"/>
                </a:solidFill>
                <a:ea typeface="宋体" panose="02010600030101010101" pitchFamily="2" charset="-122"/>
              </a:rPr>
              <a:t>UPDATE:</a:t>
            </a:r>
            <a:r>
              <a:rPr lang="en-US" altLang="zh-CN" dirty="0">
                <a:ea typeface="宋体" panose="02010600030101010101" pitchFamily="2" charset="-122"/>
              </a:rPr>
              <a:t> advertises new path (or withdraws old)</a:t>
            </a:r>
            <a:endParaRPr lang="en-US" altLang="zh-CN" dirty="0">
              <a:ea typeface="宋体" panose="02010600030101010101" pitchFamily="2" charset="-122"/>
            </a:endParaRPr>
          </a:p>
          <a:p>
            <a:pPr lvl="1"/>
            <a:r>
              <a:rPr lang="en-US" altLang="zh-CN" dirty="0">
                <a:solidFill>
                  <a:srgbClr val="FF0000"/>
                </a:solidFill>
                <a:ea typeface="宋体" panose="02010600030101010101" pitchFamily="2" charset="-122"/>
              </a:rPr>
              <a:t>KEEPALIVE</a:t>
            </a:r>
            <a:r>
              <a:rPr lang="en-US" altLang="zh-CN" dirty="0">
                <a:ea typeface="宋体" panose="02010600030101010101" pitchFamily="2" charset="-122"/>
              </a:rPr>
              <a:t> keeps connection alive in absence of UPDATES; also ACKs OPEN request</a:t>
            </a:r>
            <a:endParaRPr lang="en-US" altLang="zh-CN" dirty="0">
              <a:ea typeface="宋体" panose="02010600030101010101" pitchFamily="2" charset="-122"/>
            </a:endParaRPr>
          </a:p>
          <a:p>
            <a:pPr lvl="1"/>
            <a:r>
              <a:rPr lang="en-US" altLang="zh-CN" dirty="0">
                <a:solidFill>
                  <a:srgbClr val="FF0000"/>
                </a:solidFill>
                <a:ea typeface="宋体" panose="02010600030101010101" pitchFamily="2" charset="-122"/>
              </a:rPr>
              <a:t>NOTIFICATION:</a:t>
            </a:r>
            <a:r>
              <a:rPr lang="en-US" altLang="zh-CN" dirty="0">
                <a:ea typeface="宋体" panose="02010600030101010101" pitchFamily="2" charset="-122"/>
              </a:rPr>
              <a:t> reports errors in previous msg; also used to close connection</a:t>
            </a:r>
            <a:endParaRPr lang="en-US" altLang="zh-CN" sz="2800" dirty="0">
              <a:ea typeface="宋体" panose="02010600030101010101" pitchFamily="2" charset="-122"/>
            </a:endParaRP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7218" name="页脚占位符 4"/>
          <p:cNvSpPr txBox="1">
            <a:spLocks noGrp="1"/>
          </p:cNvSpPr>
          <p:nvPr>
            <p:ph type="ftr" sz="quarter" idx="11"/>
          </p:nvPr>
        </p:nvSpPr>
        <p:spPr/>
        <p:txBody>
          <a:bodyPr/>
          <a:p>
            <a:pPr marL="0" indent="0" algn="r">
              <a:spcBef>
                <a:spcPct val="0"/>
              </a:spcBef>
              <a:buClrTx/>
              <a:buSzTx/>
              <a:buFontTx/>
              <a:buNone/>
            </a:pPr>
            <a:r>
              <a:rPr lang="en-US" altLang="zh-CN" sz="1400" dirty="0">
                <a:ea typeface="宋体" panose="02010600030101010101" pitchFamily="2" charset="-122"/>
              </a:rPr>
              <a:t>Network Layer</a:t>
            </a:r>
            <a:endParaRPr lang="en-US" altLang="zh-CN" sz="1400" dirty="0">
              <a:latin typeface="Times New Roman" panose="02020603050405020304" pitchFamily="18" charset="0"/>
              <a:ea typeface="宋体" panose="02010600030101010101" pitchFamily="2" charset="-122"/>
            </a:endParaRPr>
          </a:p>
        </p:txBody>
      </p:sp>
      <p:sp>
        <p:nvSpPr>
          <p:cNvPr id="137219" name="灯片编号占位符 5"/>
          <p:cNvSpPr txBox="1">
            <a:spLocks noGrp="1"/>
          </p:cNvSpPr>
          <p:nvPr>
            <p:ph type="sldNum" sz="quarter" idx="12"/>
          </p:nvPr>
        </p:nvSpPr>
        <p:spPr/>
        <p:txBody>
          <a:bodyPr/>
          <a:p>
            <a:pPr marL="0" indent="0" algn="r">
              <a:spcBef>
                <a:spcPct val="0"/>
              </a:spcBef>
              <a:buClrTx/>
              <a:buSzTx/>
              <a:buFontTx/>
              <a:buNone/>
            </a:pPr>
            <a:r>
              <a:rPr lang="en-US" altLang="zh-CN" sz="1400" dirty="0">
                <a:ea typeface="宋体" panose="02010600030101010101" pitchFamily="2" charset="-122"/>
              </a:rPr>
              <a:t>4-</a:t>
            </a: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137220" name="Rectangle 2"/>
          <p:cNvSpPr>
            <a:spLocks noGrp="1"/>
          </p:cNvSpPr>
          <p:nvPr>
            <p:ph type="title"/>
          </p:nvPr>
        </p:nvSpPr>
        <p:spPr/>
        <p:txBody>
          <a:bodyPr vert="horz" wrap="square" lIns="91440" tIns="45720" rIns="91440" bIns="45720" anchor="ctr" anchorCtr="0"/>
          <a:p>
            <a:r>
              <a:rPr lang="en-US" altLang="zh-CN" sz="3200" dirty="0">
                <a:ea typeface="宋体" panose="02010600030101010101" pitchFamily="2" charset="-122"/>
              </a:rPr>
              <a:t>BGP routing policy</a:t>
            </a:r>
            <a:endParaRPr lang="en-US" altLang="zh-CN" sz="3200" dirty="0">
              <a:ea typeface="宋体" panose="02010600030101010101" pitchFamily="2" charset="-122"/>
            </a:endParaRPr>
          </a:p>
        </p:txBody>
      </p:sp>
      <p:sp>
        <p:nvSpPr>
          <p:cNvPr id="137221" name="Rectangle 4"/>
          <p:cNvSpPr/>
          <p:nvPr/>
        </p:nvSpPr>
        <p:spPr>
          <a:xfrm>
            <a:off x="1181100" y="3581400"/>
            <a:ext cx="4876800" cy="381000"/>
          </a:xfrm>
          <a:prstGeom prst="rect">
            <a:avLst/>
          </a:prstGeom>
          <a:solidFill>
            <a:schemeClr val="bg1"/>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37222" name="Rectangle 5"/>
          <p:cNvSpPr/>
          <p:nvPr/>
        </p:nvSpPr>
        <p:spPr>
          <a:xfrm>
            <a:off x="355600" y="3744913"/>
            <a:ext cx="8229600" cy="2782887"/>
          </a:xfrm>
          <a:prstGeom prst="rect">
            <a:avLst/>
          </a:prstGeom>
          <a:noFill/>
          <a:ln w="9525">
            <a:noFill/>
          </a:ln>
        </p:spPr>
        <p:txBody>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342900" lvl="0" indent="-342900"/>
            <a:r>
              <a:rPr lang="en-US" altLang="zh-CN" sz="2400" dirty="0">
                <a:ea typeface="宋体" panose="02010600030101010101" pitchFamily="2" charset="-122"/>
              </a:rPr>
              <a:t>A,B,C are </a:t>
            </a:r>
            <a:r>
              <a:rPr lang="en-US" altLang="zh-CN" sz="2400" dirty="0">
                <a:solidFill>
                  <a:srgbClr val="FF0000"/>
                </a:solidFill>
                <a:ea typeface="宋体" panose="02010600030101010101" pitchFamily="2" charset="-122"/>
              </a:rPr>
              <a:t>provider networks</a:t>
            </a:r>
            <a:endParaRPr lang="en-US" altLang="zh-CN" sz="2400" dirty="0">
              <a:solidFill>
                <a:srgbClr val="FF0000"/>
              </a:solidFill>
              <a:ea typeface="宋体" panose="02010600030101010101" pitchFamily="2" charset="-122"/>
            </a:endParaRPr>
          </a:p>
          <a:p>
            <a:pPr marL="342900" lvl="0" indent="-342900"/>
            <a:r>
              <a:rPr lang="en-US" altLang="zh-CN" sz="2400" dirty="0">
                <a:ea typeface="宋体" panose="02010600030101010101" pitchFamily="2" charset="-122"/>
              </a:rPr>
              <a:t>X,W,Y are customer (of provider networks)</a:t>
            </a:r>
            <a:endParaRPr lang="en-US" altLang="zh-CN" sz="2400" dirty="0">
              <a:ea typeface="宋体" panose="02010600030101010101" pitchFamily="2" charset="-122"/>
            </a:endParaRPr>
          </a:p>
          <a:p>
            <a:pPr marL="342900" lvl="0" indent="-342900"/>
            <a:r>
              <a:rPr lang="en-US" altLang="zh-CN" sz="2400" dirty="0">
                <a:ea typeface="宋体" panose="02010600030101010101" pitchFamily="2" charset="-122"/>
              </a:rPr>
              <a:t>X is </a:t>
            </a:r>
            <a:r>
              <a:rPr lang="en-US" altLang="zh-CN" sz="2400" dirty="0">
                <a:solidFill>
                  <a:srgbClr val="FF0000"/>
                </a:solidFill>
                <a:ea typeface="宋体" panose="02010600030101010101" pitchFamily="2" charset="-122"/>
              </a:rPr>
              <a:t>dual-homed:</a:t>
            </a:r>
            <a:r>
              <a:rPr lang="en-US" altLang="zh-CN" sz="2400" dirty="0">
                <a:ea typeface="宋体" panose="02010600030101010101" pitchFamily="2" charset="-122"/>
              </a:rPr>
              <a:t> attached to two networks</a:t>
            </a:r>
            <a:endParaRPr lang="en-US" altLang="zh-CN" sz="2400" dirty="0">
              <a:ea typeface="宋体" panose="02010600030101010101" pitchFamily="2" charset="-122"/>
            </a:endParaRPr>
          </a:p>
          <a:p>
            <a:pPr marL="742950" lvl="1" indent="-285750"/>
            <a:r>
              <a:rPr lang="en-US" altLang="zh-CN" dirty="0">
                <a:ea typeface="宋体" panose="02010600030101010101" pitchFamily="2" charset="-122"/>
              </a:rPr>
              <a:t>X does not want to route from B via X to C</a:t>
            </a:r>
            <a:endParaRPr lang="en-US" altLang="zh-CN" dirty="0">
              <a:ea typeface="宋体" panose="02010600030101010101" pitchFamily="2" charset="-122"/>
            </a:endParaRPr>
          </a:p>
          <a:p>
            <a:pPr marL="742950" lvl="1" indent="-285750"/>
            <a:r>
              <a:rPr lang="en-US" altLang="zh-CN" dirty="0">
                <a:ea typeface="宋体" panose="02010600030101010101" pitchFamily="2" charset="-122"/>
              </a:rPr>
              <a:t>.. so X will not advertise to B a route to C</a:t>
            </a:r>
            <a:endParaRPr lang="en-US" altLang="zh-CN" dirty="0">
              <a:ea typeface="宋体" panose="02010600030101010101" pitchFamily="2" charset="-122"/>
            </a:endParaRPr>
          </a:p>
          <a:p>
            <a:pPr marL="342900" lvl="0" indent="-342900"/>
            <a:endParaRPr lang="en-US" altLang="zh-CN" sz="2400" dirty="0">
              <a:ea typeface="宋体" panose="02010600030101010101" pitchFamily="2" charset="-122"/>
            </a:endParaRPr>
          </a:p>
        </p:txBody>
      </p:sp>
      <p:grpSp>
        <p:nvGrpSpPr>
          <p:cNvPr id="137223" name="Group 7"/>
          <p:cNvGrpSpPr/>
          <p:nvPr/>
        </p:nvGrpSpPr>
        <p:grpSpPr>
          <a:xfrm>
            <a:off x="476250" y="1123950"/>
            <a:ext cx="7588250" cy="3048000"/>
            <a:chOff x="300" y="708"/>
            <a:chExt cx="4780" cy="1920"/>
          </a:xfrm>
        </p:grpSpPr>
        <p:sp>
          <p:nvSpPr>
            <p:cNvPr id="137224" name="AutoShape 8"/>
            <p:cNvSpPr>
              <a:spLocks noChangeAspect="1" noTextEdit="1"/>
            </p:cNvSpPr>
            <p:nvPr/>
          </p:nvSpPr>
          <p:spPr>
            <a:xfrm>
              <a:off x="300" y="708"/>
              <a:ext cx="4749" cy="1920"/>
            </a:xfrm>
            <a:prstGeom prst="rect">
              <a:avLst/>
            </a:prstGeom>
            <a:noFill/>
            <a:ln w="9525">
              <a:noFill/>
            </a:ln>
          </p:spPr>
          <p:txBody>
            <a:bodyPr/>
            <a:p>
              <a:endParaRPr lang="zh-CN" altLang="en-US"/>
            </a:p>
          </p:txBody>
        </p:sp>
        <p:sp>
          <p:nvSpPr>
            <p:cNvPr id="137225" name="Freeform 9"/>
            <p:cNvSpPr/>
            <p:nvPr/>
          </p:nvSpPr>
          <p:spPr>
            <a:xfrm>
              <a:off x="1602" y="955"/>
              <a:ext cx="563" cy="364"/>
            </a:xfrm>
            <a:custGeom>
              <a:avLst/>
              <a:gdLst/>
              <a:ahLst/>
              <a:cxnLst>
                <a:cxn ang="0">
                  <a:pos x="148" y="5"/>
                </a:cxn>
                <a:cxn ang="0">
                  <a:pos x="119" y="10"/>
                </a:cxn>
                <a:cxn ang="0">
                  <a:pos x="94" y="21"/>
                </a:cxn>
                <a:cxn ang="0">
                  <a:pos x="70" y="37"/>
                </a:cxn>
                <a:cxn ang="0">
                  <a:pos x="46" y="61"/>
                </a:cxn>
                <a:cxn ang="0">
                  <a:pos x="24" y="91"/>
                </a:cxn>
                <a:cxn ang="0">
                  <a:pos x="8" y="120"/>
                </a:cxn>
                <a:cxn ang="0">
                  <a:pos x="3" y="136"/>
                </a:cxn>
                <a:cxn ang="0">
                  <a:pos x="0" y="150"/>
                </a:cxn>
                <a:cxn ang="0">
                  <a:pos x="0" y="166"/>
                </a:cxn>
                <a:cxn ang="0">
                  <a:pos x="8" y="195"/>
                </a:cxn>
                <a:cxn ang="0">
                  <a:pos x="27" y="228"/>
                </a:cxn>
                <a:cxn ang="0">
                  <a:pos x="49" y="257"/>
                </a:cxn>
                <a:cxn ang="0">
                  <a:pos x="70" y="284"/>
                </a:cxn>
                <a:cxn ang="0">
                  <a:pos x="92" y="305"/>
                </a:cxn>
                <a:cxn ang="0">
                  <a:pos x="111" y="321"/>
                </a:cxn>
                <a:cxn ang="0">
                  <a:pos x="127" y="332"/>
                </a:cxn>
                <a:cxn ang="0">
                  <a:pos x="146" y="340"/>
                </a:cxn>
                <a:cxn ang="0">
                  <a:pos x="170" y="346"/>
                </a:cxn>
                <a:cxn ang="0">
                  <a:pos x="191" y="348"/>
                </a:cxn>
                <a:cxn ang="0">
                  <a:pos x="218" y="354"/>
                </a:cxn>
                <a:cxn ang="0">
                  <a:pos x="261" y="356"/>
                </a:cxn>
                <a:cxn ang="0">
                  <a:pos x="310" y="362"/>
                </a:cxn>
                <a:cxn ang="0">
                  <a:pos x="361" y="364"/>
                </a:cxn>
                <a:cxn ang="0">
                  <a:pos x="409" y="362"/>
                </a:cxn>
                <a:cxn ang="0">
                  <a:pos x="458" y="359"/>
                </a:cxn>
                <a:cxn ang="0">
                  <a:pos x="495" y="348"/>
                </a:cxn>
                <a:cxn ang="0">
                  <a:pos x="511" y="340"/>
                </a:cxn>
                <a:cxn ang="0">
                  <a:pos x="525" y="332"/>
                </a:cxn>
                <a:cxn ang="0">
                  <a:pos x="536" y="321"/>
                </a:cxn>
                <a:cxn ang="0">
                  <a:pos x="549" y="295"/>
                </a:cxn>
                <a:cxn ang="0">
                  <a:pos x="557" y="257"/>
                </a:cxn>
                <a:cxn ang="0">
                  <a:pos x="563" y="217"/>
                </a:cxn>
                <a:cxn ang="0">
                  <a:pos x="563" y="174"/>
                </a:cxn>
                <a:cxn ang="0">
                  <a:pos x="557" y="134"/>
                </a:cxn>
                <a:cxn ang="0">
                  <a:pos x="555" y="96"/>
                </a:cxn>
                <a:cxn ang="0">
                  <a:pos x="549" y="67"/>
                </a:cxn>
                <a:cxn ang="0">
                  <a:pos x="546" y="56"/>
                </a:cxn>
                <a:cxn ang="0">
                  <a:pos x="541" y="40"/>
                </a:cxn>
                <a:cxn ang="0">
                  <a:pos x="536" y="29"/>
                </a:cxn>
                <a:cxn ang="0">
                  <a:pos x="528" y="21"/>
                </a:cxn>
                <a:cxn ang="0">
                  <a:pos x="520" y="18"/>
                </a:cxn>
                <a:cxn ang="0">
                  <a:pos x="495" y="16"/>
                </a:cxn>
                <a:cxn ang="0">
                  <a:pos x="466" y="16"/>
                </a:cxn>
                <a:cxn ang="0">
                  <a:pos x="450" y="13"/>
                </a:cxn>
                <a:cxn ang="0">
                  <a:pos x="409" y="13"/>
                </a:cxn>
                <a:cxn ang="0">
                  <a:pos x="364" y="16"/>
                </a:cxn>
                <a:cxn ang="0">
                  <a:pos x="320" y="16"/>
                </a:cxn>
                <a:cxn ang="0">
                  <a:pos x="283" y="13"/>
                </a:cxn>
                <a:cxn ang="0">
                  <a:pos x="248" y="8"/>
                </a:cxn>
                <a:cxn ang="0">
                  <a:pos x="213" y="2"/>
                </a:cxn>
                <a:cxn ang="0">
                  <a:pos x="186" y="0"/>
                </a:cxn>
                <a:cxn ang="0">
                  <a:pos x="175" y="0"/>
                </a:cxn>
              </a:cxnLst>
              <a:pathLst>
                <a:path w="563" h="364">
                  <a:moveTo>
                    <a:pt x="175" y="0"/>
                  </a:moveTo>
                  <a:lnTo>
                    <a:pt x="148" y="5"/>
                  </a:lnTo>
                  <a:lnTo>
                    <a:pt x="132" y="8"/>
                  </a:lnTo>
                  <a:lnTo>
                    <a:pt x="119" y="10"/>
                  </a:lnTo>
                  <a:lnTo>
                    <a:pt x="108" y="16"/>
                  </a:lnTo>
                  <a:lnTo>
                    <a:pt x="94" y="21"/>
                  </a:lnTo>
                  <a:lnTo>
                    <a:pt x="81" y="29"/>
                  </a:lnTo>
                  <a:lnTo>
                    <a:pt x="70" y="37"/>
                  </a:lnTo>
                  <a:lnTo>
                    <a:pt x="59" y="48"/>
                  </a:lnTo>
                  <a:lnTo>
                    <a:pt x="46" y="61"/>
                  </a:lnTo>
                  <a:lnTo>
                    <a:pt x="35" y="75"/>
                  </a:lnTo>
                  <a:lnTo>
                    <a:pt x="24" y="91"/>
                  </a:lnTo>
                  <a:lnTo>
                    <a:pt x="14" y="104"/>
                  </a:lnTo>
                  <a:lnTo>
                    <a:pt x="8" y="120"/>
                  </a:lnTo>
                  <a:lnTo>
                    <a:pt x="3" y="128"/>
                  </a:lnTo>
                  <a:lnTo>
                    <a:pt x="3" y="136"/>
                  </a:lnTo>
                  <a:lnTo>
                    <a:pt x="0" y="142"/>
                  </a:lnTo>
                  <a:lnTo>
                    <a:pt x="0" y="150"/>
                  </a:lnTo>
                  <a:lnTo>
                    <a:pt x="0" y="158"/>
                  </a:lnTo>
                  <a:lnTo>
                    <a:pt x="0" y="166"/>
                  </a:lnTo>
                  <a:lnTo>
                    <a:pt x="3" y="182"/>
                  </a:lnTo>
                  <a:lnTo>
                    <a:pt x="8" y="195"/>
                  </a:lnTo>
                  <a:lnTo>
                    <a:pt x="16" y="212"/>
                  </a:lnTo>
                  <a:lnTo>
                    <a:pt x="27" y="228"/>
                  </a:lnTo>
                  <a:lnTo>
                    <a:pt x="35" y="244"/>
                  </a:lnTo>
                  <a:lnTo>
                    <a:pt x="49" y="257"/>
                  </a:lnTo>
                  <a:lnTo>
                    <a:pt x="59" y="271"/>
                  </a:lnTo>
                  <a:lnTo>
                    <a:pt x="70" y="284"/>
                  </a:lnTo>
                  <a:lnTo>
                    <a:pt x="81" y="295"/>
                  </a:lnTo>
                  <a:lnTo>
                    <a:pt x="92" y="305"/>
                  </a:lnTo>
                  <a:lnTo>
                    <a:pt x="103" y="319"/>
                  </a:lnTo>
                  <a:lnTo>
                    <a:pt x="111" y="321"/>
                  </a:lnTo>
                  <a:lnTo>
                    <a:pt x="119" y="327"/>
                  </a:lnTo>
                  <a:lnTo>
                    <a:pt x="127" y="332"/>
                  </a:lnTo>
                  <a:lnTo>
                    <a:pt x="135" y="335"/>
                  </a:lnTo>
                  <a:lnTo>
                    <a:pt x="146" y="340"/>
                  </a:lnTo>
                  <a:lnTo>
                    <a:pt x="156" y="343"/>
                  </a:lnTo>
                  <a:lnTo>
                    <a:pt x="170" y="346"/>
                  </a:lnTo>
                  <a:lnTo>
                    <a:pt x="183" y="348"/>
                  </a:lnTo>
                  <a:lnTo>
                    <a:pt x="191" y="348"/>
                  </a:lnTo>
                  <a:lnTo>
                    <a:pt x="199" y="351"/>
                  </a:lnTo>
                  <a:lnTo>
                    <a:pt x="218" y="354"/>
                  </a:lnTo>
                  <a:lnTo>
                    <a:pt x="240" y="356"/>
                  </a:lnTo>
                  <a:lnTo>
                    <a:pt x="261" y="356"/>
                  </a:lnTo>
                  <a:lnTo>
                    <a:pt x="285" y="359"/>
                  </a:lnTo>
                  <a:lnTo>
                    <a:pt x="310" y="362"/>
                  </a:lnTo>
                  <a:lnTo>
                    <a:pt x="334" y="362"/>
                  </a:lnTo>
                  <a:lnTo>
                    <a:pt x="361" y="364"/>
                  </a:lnTo>
                  <a:lnTo>
                    <a:pt x="385" y="364"/>
                  </a:lnTo>
                  <a:lnTo>
                    <a:pt x="409" y="362"/>
                  </a:lnTo>
                  <a:lnTo>
                    <a:pt x="433" y="362"/>
                  </a:lnTo>
                  <a:lnTo>
                    <a:pt x="458" y="359"/>
                  </a:lnTo>
                  <a:lnTo>
                    <a:pt x="477" y="354"/>
                  </a:lnTo>
                  <a:lnTo>
                    <a:pt x="495" y="348"/>
                  </a:lnTo>
                  <a:lnTo>
                    <a:pt x="503" y="346"/>
                  </a:lnTo>
                  <a:lnTo>
                    <a:pt x="511" y="340"/>
                  </a:lnTo>
                  <a:lnTo>
                    <a:pt x="520" y="338"/>
                  </a:lnTo>
                  <a:lnTo>
                    <a:pt x="525" y="332"/>
                  </a:lnTo>
                  <a:lnTo>
                    <a:pt x="530" y="327"/>
                  </a:lnTo>
                  <a:lnTo>
                    <a:pt x="536" y="321"/>
                  </a:lnTo>
                  <a:lnTo>
                    <a:pt x="544" y="308"/>
                  </a:lnTo>
                  <a:lnTo>
                    <a:pt x="549" y="295"/>
                  </a:lnTo>
                  <a:lnTo>
                    <a:pt x="555" y="276"/>
                  </a:lnTo>
                  <a:lnTo>
                    <a:pt x="557" y="257"/>
                  </a:lnTo>
                  <a:lnTo>
                    <a:pt x="560" y="238"/>
                  </a:lnTo>
                  <a:lnTo>
                    <a:pt x="563" y="217"/>
                  </a:lnTo>
                  <a:lnTo>
                    <a:pt x="563" y="195"/>
                  </a:lnTo>
                  <a:lnTo>
                    <a:pt x="563" y="174"/>
                  </a:lnTo>
                  <a:lnTo>
                    <a:pt x="560" y="155"/>
                  </a:lnTo>
                  <a:lnTo>
                    <a:pt x="557" y="134"/>
                  </a:lnTo>
                  <a:lnTo>
                    <a:pt x="557" y="115"/>
                  </a:lnTo>
                  <a:lnTo>
                    <a:pt x="555" y="96"/>
                  </a:lnTo>
                  <a:lnTo>
                    <a:pt x="552" y="80"/>
                  </a:lnTo>
                  <a:lnTo>
                    <a:pt x="549" y="67"/>
                  </a:lnTo>
                  <a:lnTo>
                    <a:pt x="546" y="61"/>
                  </a:lnTo>
                  <a:lnTo>
                    <a:pt x="546" y="56"/>
                  </a:lnTo>
                  <a:lnTo>
                    <a:pt x="544" y="48"/>
                  </a:lnTo>
                  <a:lnTo>
                    <a:pt x="541" y="40"/>
                  </a:lnTo>
                  <a:lnTo>
                    <a:pt x="538" y="32"/>
                  </a:lnTo>
                  <a:lnTo>
                    <a:pt x="536" y="29"/>
                  </a:lnTo>
                  <a:lnTo>
                    <a:pt x="533" y="24"/>
                  </a:lnTo>
                  <a:lnTo>
                    <a:pt x="528" y="21"/>
                  </a:lnTo>
                  <a:lnTo>
                    <a:pt x="522" y="18"/>
                  </a:lnTo>
                  <a:lnTo>
                    <a:pt x="520" y="18"/>
                  </a:lnTo>
                  <a:lnTo>
                    <a:pt x="506" y="16"/>
                  </a:lnTo>
                  <a:lnTo>
                    <a:pt x="495" y="16"/>
                  </a:lnTo>
                  <a:lnTo>
                    <a:pt x="479" y="16"/>
                  </a:lnTo>
                  <a:lnTo>
                    <a:pt x="466" y="16"/>
                  </a:lnTo>
                  <a:lnTo>
                    <a:pt x="458" y="16"/>
                  </a:lnTo>
                  <a:lnTo>
                    <a:pt x="450" y="13"/>
                  </a:lnTo>
                  <a:lnTo>
                    <a:pt x="431" y="13"/>
                  </a:lnTo>
                  <a:lnTo>
                    <a:pt x="409" y="13"/>
                  </a:lnTo>
                  <a:lnTo>
                    <a:pt x="388" y="13"/>
                  </a:lnTo>
                  <a:lnTo>
                    <a:pt x="364" y="16"/>
                  </a:lnTo>
                  <a:lnTo>
                    <a:pt x="342" y="16"/>
                  </a:lnTo>
                  <a:lnTo>
                    <a:pt x="320" y="16"/>
                  </a:lnTo>
                  <a:lnTo>
                    <a:pt x="302" y="16"/>
                  </a:lnTo>
                  <a:lnTo>
                    <a:pt x="283" y="13"/>
                  </a:lnTo>
                  <a:lnTo>
                    <a:pt x="264" y="13"/>
                  </a:lnTo>
                  <a:lnTo>
                    <a:pt x="248" y="8"/>
                  </a:lnTo>
                  <a:lnTo>
                    <a:pt x="229" y="5"/>
                  </a:lnTo>
                  <a:lnTo>
                    <a:pt x="213" y="2"/>
                  </a:lnTo>
                  <a:lnTo>
                    <a:pt x="199" y="0"/>
                  </a:lnTo>
                  <a:lnTo>
                    <a:pt x="186" y="0"/>
                  </a:lnTo>
                  <a:lnTo>
                    <a:pt x="181" y="0"/>
                  </a:lnTo>
                  <a:lnTo>
                    <a:pt x="175" y="0"/>
                  </a:lnTo>
                  <a:close/>
                </a:path>
              </a:pathLst>
            </a:custGeom>
            <a:solidFill>
              <a:srgbClr val="33CCFF">
                <a:alpha val="100000"/>
              </a:srgbClr>
            </a:solidFill>
            <a:ln w="9525">
              <a:noFill/>
            </a:ln>
          </p:spPr>
          <p:txBody>
            <a:bodyPr/>
            <a:p>
              <a:endParaRPr lang="zh-CN" altLang="en-US"/>
            </a:p>
          </p:txBody>
        </p:sp>
        <p:sp>
          <p:nvSpPr>
            <p:cNvPr id="137226" name="Freeform 10"/>
            <p:cNvSpPr/>
            <p:nvPr/>
          </p:nvSpPr>
          <p:spPr>
            <a:xfrm>
              <a:off x="951" y="1290"/>
              <a:ext cx="562" cy="365"/>
            </a:xfrm>
            <a:custGeom>
              <a:avLst/>
              <a:gdLst/>
              <a:ahLst/>
              <a:cxnLst>
                <a:cxn ang="0">
                  <a:pos x="148" y="5"/>
                </a:cxn>
                <a:cxn ang="0">
                  <a:pos x="121" y="11"/>
                </a:cxn>
                <a:cxn ang="0">
                  <a:pos x="94" y="21"/>
                </a:cxn>
                <a:cxn ang="0">
                  <a:pos x="70" y="37"/>
                </a:cxn>
                <a:cxn ang="0">
                  <a:pos x="46" y="62"/>
                </a:cxn>
                <a:cxn ang="0">
                  <a:pos x="24" y="91"/>
                </a:cxn>
                <a:cxn ang="0">
                  <a:pos x="8" y="121"/>
                </a:cxn>
                <a:cxn ang="0">
                  <a:pos x="3" y="137"/>
                </a:cxn>
                <a:cxn ang="0">
                  <a:pos x="0" y="150"/>
                </a:cxn>
                <a:cxn ang="0">
                  <a:pos x="0" y="166"/>
                </a:cxn>
                <a:cxn ang="0">
                  <a:pos x="3" y="182"/>
                </a:cxn>
                <a:cxn ang="0">
                  <a:pos x="19" y="212"/>
                </a:cxn>
                <a:cxn ang="0">
                  <a:pos x="38" y="244"/>
                </a:cxn>
                <a:cxn ang="0">
                  <a:pos x="59" y="271"/>
                </a:cxn>
                <a:cxn ang="0">
                  <a:pos x="81" y="295"/>
                </a:cxn>
                <a:cxn ang="0">
                  <a:pos x="105" y="319"/>
                </a:cxn>
                <a:cxn ang="0">
                  <a:pos x="119" y="327"/>
                </a:cxn>
                <a:cxn ang="0">
                  <a:pos x="137" y="335"/>
                </a:cxn>
                <a:cxn ang="0">
                  <a:pos x="156" y="343"/>
                </a:cxn>
                <a:cxn ang="0">
                  <a:pos x="183" y="349"/>
                </a:cxn>
                <a:cxn ang="0">
                  <a:pos x="199" y="351"/>
                </a:cxn>
                <a:cxn ang="0">
                  <a:pos x="240" y="357"/>
                </a:cxn>
                <a:cxn ang="0">
                  <a:pos x="285" y="359"/>
                </a:cxn>
                <a:cxn ang="0">
                  <a:pos x="334" y="362"/>
                </a:cxn>
                <a:cxn ang="0">
                  <a:pos x="385" y="365"/>
                </a:cxn>
                <a:cxn ang="0">
                  <a:pos x="433" y="362"/>
                </a:cxn>
                <a:cxn ang="0">
                  <a:pos x="476" y="354"/>
                </a:cxn>
                <a:cxn ang="0">
                  <a:pos x="503" y="346"/>
                </a:cxn>
                <a:cxn ang="0">
                  <a:pos x="519" y="338"/>
                </a:cxn>
                <a:cxn ang="0">
                  <a:pos x="530" y="327"/>
                </a:cxn>
                <a:cxn ang="0">
                  <a:pos x="544" y="308"/>
                </a:cxn>
                <a:cxn ang="0">
                  <a:pos x="554" y="276"/>
                </a:cxn>
                <a:cxn ang="0">
                  <a:pos x="560" y="239"/>
                </a:cxn>
                <a:cxn ang="0">
                  <a:pos x="562" y="196"/>
                </a:cxn>
                <a:cxn ang="0">
                  <a:pos x="560" y="155"/>
                </a:cxn>
                <a:cxn ang="0">
                  <a:pos x="557" y="115"/>
                </a:cxn>
                <a:cxn ang="0">
                  <a:pos x="552" y="80"/>
                </a:cxn>
                <a:cxn ang="0">
                  <a:pos x="549" y="62"/>
                </a:cxn>
                <a:cxn ang="0">
                  <a:pos x="546" y="48"/>
                </a:cxn>
                <a:cxn ang="0">
                  <a:pos x="541" y="32"/>
                </a:cxn>
                <a:cxn ang="0">
                  <a:pos x="533" y="24"/>
                </a:cxn>
                <a:cxn ang="0">
                  <a:pos x="525" y="19"/>
                </a:cxn>
                <a:cxn ang="0">
                  <a:pos x="509" y="16"/>
                </a:cxn>
                <a:cxn ang="0">
                  <a:pos x="482" y="16"/>
                </a:cxn>
                <a:cxn ang="0">
                  <a:pos x="458" y="16"/>
                </a:cxn>
                <a:cxn ang="0">
                  <a:pos x="431" y="13"/>
                </a:cxn>
                <a:cxn ang="0">
                  <a:pos x="388" y="13"/>
                </a:cxn>
                <a:cxn ang="0">
                  <a:pos x="342" y="16"/>
                </a:cxn>
                <a:cxn ang="0">
                  <a:pos x="301" y="16"/>
                </a:cxn>
                <a:cxn ang="0">
                  <a:pos x="264" y="13"/>
                </a:cxn>
                <a:cxn ang="0">
                  <a:pos x="229" y="5"/>
                </a:cxn>
                <a:cxn ang="0">
                  <a:pos x="199" y="0"/>
                </a:cxn>
                <a:cxn ang="0">
                  <a:pos x="183" y="0"/>
                </a:cxn>
              </a:cxnLst>
              <a:pathLst>
                <a:path w="562" h="365">
                  <a:moveTo>
                    <a:pt x="178" y="0"/>
                  </a:moveTo>
                  <a:lnTo>
                    <a:pt x="148" y="5"/>
                  </a:lnTo>
                  <a:lnTo>
                    <a:pt x="135" y="8"/>
                  </a:lnTo>
                  <a:lnTo>
                    <a:pt x="121" y="11"/>
                  </a:lnTo>
                  <a:lnTo>
                    <a:pt x="108" y="16"/>
                  </a:lnTo>
                  <a:lnTo>
                    <a:pt x="94" y="21"/>
                  </a:lnTo>
                  <a:lnTo>
                    <a:pt x="81" y="29"/>
                  </a:lnTo>
                  <a:lnTo>
                    <a:pt x="70" y="37"/>
                  </a:lnTo>
                  <a:lnTo>
                    <a:pt x="59" y="48"/>
                  </a:lnTo>
                  <a:lnTo>
                    <a:pt x="46" y="62"/>
                  </a:lnTo>
                  <a:lnTo>
                    <a:pt x="35" y="75"/>
                  </a:lnTo>
                  <a:lnTo>
                    <a:pt x="24" y="91"/>
                  </a:lnTo>
                  <a:lnTo>
                    <a:pt x="16" y="104"/>
                  </a:lnTo>
                  <a:lnTo>
                    <a:pt x="8" y="121"/>
                  </a:lnTo>
                  <a:lnTo>
                    <a:pt x="6" y="129"/>
                  </a:lnTo>
                  <a:lnTo>
                    <a:pt x="3" y="137"/>
                  </a:lnTo>
                  <a:lnTo>
                    <a:pt x="0" y="142"/>
                  </a:lnTo>
                  <a:lnTo>
                    <a:pt x="0" y="150"/>
                  </a:lnTo>
                  <a:lnTo>
                    <a:pt x="0" y="158"/>
                  </a:lnTo>
                  <a:lnTo>
                    <a:pt x="0" y="166"/>
                  </a:lnTo>
                  <a:lnTo>
                    <a:pt x="3" y="174"/>
                  </a:lnTo>
                  <a:lnTo>
                    <a:pt x="3" y="182"/>
                  </a:lnTo>
                  <a:lnTo>
                    <a:pt x="11" y="196"/>
                  </a:lnTo>
                  <a:lnTo>
                    <a:pt x="19" y="212"/>
                  </a:lnTo>
                  <a:lnTo>
                    <a:pt x="27" y="228"/>
                  </a:lnTo>
                  <a:lnTo>
                    <a:pt x="38" y="244"/>
                  </a:lnTo>
                  <a:lnTo>
                    <a:pt x="49" y="257"/>
                  </a:lnTo>
                  <a:lnTo>
                    <a:pt x="59" y="271"/>
                  </a:lnTo>
                  <a:lnTo>
                    <a:pt x="70" y="284"/>
                  </a:lnTo>
                  <a:lnTo>
                    <a:pt x="81" y="295"/>
                  </a:lnTo>
                  <a:lnTo>
                    <a:pt x="92" y="306"/>
                  </a:lnTo>
                  <a:lnTo>
                    <a:pt x="105" y="319"/>
                  </a:lnTo>
                  <a:lnTo>
                    <a:pt x="110" y="322"/>
                  </a:lnTo>
                  <a:lnTo>
                    <a:pt x="119" y="327"/>
                  </a:lnTo>
                  <a:lnTo>
                    <a:pt x="127" y="332"/>
                  </a:lnTo>
                  <a:lnTo>
                    <a:pt x="137" y="335"/>
                  </a:lnTo>
                  <a:lnTo>
                    <a:pt x="145" y="340"/>
                  </a:lnTo>
                  <a:lnTo>
                    <a:pt x="156" y="343"/>
                  </a:lnTo>
                  <a:lnTo>
                    <a:pt x="170" y="346"/>
                  </a:lnTo>
                  <a:lnTo>
                    <a:pt x="183" y="349"/>
                  </a:lnTo>
                  <a:lnTo>
                    <a:pt x="191" y="349"/>
                  </a:lnTo>
                  <a:lnTo>
                    <a:pt x="199" y="351"/>
                  </a:lnTo>
                  <a:lnTo>
                    <a:pt x="218" y="354"/>
                  </a:lnTo>
                  <a:lnTo>
                    <a:pt x="240" y="357"/>
                  </a:lnTo>
                  <a:lnTo>
                    <a:pt x="261" y="357"/>
                  </a:lnTo>
                  <a:lnTo>
                    <a:pt x="285" y="359"/>
                  </a:lnTo>
                  <a:lnTo>
                    <a:pt x="310" y="362"/>
                  </a:lnTo>
                  <a:lnTo>
                    <a:pt x="334" y="362"/>
                  </a:lnTo>
                  <a:lnTo>
                    <a:pt x="361" y="365"/>
                  </a:lnTo>
                  <a:lnTo>
                    <a:pt x="385" y="365"/>
                  </a:lnTo>
                  <a:lnTo>
                    <a:pt x="409" y="362"/>
                  </a:lnTo>
                  <a:lnTo>
                    <a:pt x="433" y="362"/>
                  </a:lnTo>
                  <a:lnTo>
                    <a:pt x="458" y="359"/>
                  </a:lnTo>
                  <a:lnTo>
                    <a:pt x="476" y="354"/>
                  </a:lnTo>
                  <a:lnTo>
                    <a:pt x="495" y="349"/>
                  </a:lnTo>
                  <a:lnTo>
                    <a:pt x="503" y="346"/>
                  </a:lnTo>
                  <a:lnTo>
                    <a:pt x="511" y="340"/>
                  </a:lnTo>
                  <a:lnTo>
                    <a:pt x="519" y="338"/>
                  </a:lnTo>
                  <a:lnTo>
                    <a:pt x="525" y="332"/>
                  </a:lnTo>
                  <a:lnTo>
                    <a:pt x="530" y="327"/>
                  </a:lnTo>
                  <a:lnTo>
                    <a:pt x="536" y="322"/>
                  </a:lnTo>
                  <a:lnTo>
                    <a:pt x="544" y="308"/>
                  </a:lnTo>
                  <a:lnTo>
                    <a:pt x="549" y="295"/>
                  </a:lnTo>
                  <a:lnTo>
                    <a:pt x="554" y="276"/>
                  </a:lnTo>
                  <a:lnTo>
                    <a:pt x="557" y="257"/>
                  </a:lnTo>
                  <a:lnTo>
                    <a:pt x="560" y="239"/>
                  </a:lnTo>
                  <a:lnTo>
                    <a:pt x="562" y="217"/>
                  </a:lnTo>
                  <a:lnTo>
                    <a:pt x="562" y="196"/>
                  </a:lnTo>
                  <a:lnTo>
                    <a:pt x="562" y="174"/>
                  </a:lnTo>
                  <a:lnTo>
                    <a:pt x="560" y="155"/>
                  </a:lnTo>
                  <a:lnTo>
                    <a:pt x="560" y="134"/>
                  </a:lnTo>
                  <a:lnTo>
                    <a:pt x="557" y="115"/>
                  </a:lnTo>
                  <a:lnTo>
                    <a:pt x="554" y="96"/>
                  </a:lnTo>
                  <a:lnTo>
                    <a:pt x="552" y="80"/>
                  </a:lnTo>
                  <a:lnTo>
                    <a:pt x="552" y="67"/>
                  </a:lnTo>
                  <a:lnTo>
                    <a:pt x="549" y="62"/>
                  </a:lnTo>
                  <a:lnTo>
                    <a:pt x="549" y="56"/>
                  </a:lnTo>
                  <a:lnTo>
                    <a:pt x="546" y="48"/>
                  </a:lnTo>
                  <a:lnTo>
                    <a:pt x="544" y="40"/>
                  </a:lnTo>
                  <a:lnTo>
                    <a:pt x="541" y="32"/>
                  </a:lnTo>
                  <a:lnTo>
                    <a:pt x="538" y="29"/>
                  </a:lnTo>
                  <a:lnTo>
                    <a:pt x="533" y="24"/>
                  </a:lnTo>
                  <a:lnTo>
                    <a:pt x="530" y="21"/>
                  </a:lnTo>
                  <a:lnTo>
                    <a:pt x="525" y="19"/>
                  </a:lnTo>
                  <a:lnTo>
                    <a:pt x="519" y="19"/>
                  </a:lnTo>
                  <a:lnTo>
                    <a:pt x="509" y="16"/>
                  </a:lnTo>
                  <a:lnTo>
                    <a:pt x="495" y="16"/>
                  </a:lnTo>
                  <a:lnTo>
                    <a:pt x="482" y="16"/>
                  </a:lnTo>
                  <a:lnTo>
                    <a:pt x="466" y="16"/>
                  </a:lnTo>
                  <a:lnTo>
                    <a:pt x="458" y="16"/>
                  </a:lnTo>
                  <a:lnTo>
                    <a:pt x="449" y="13"/>
                  </a:lnTo>
                  <a:lnTo>
                    <a:pt x="431" y="13"/>
                  </a:lnTo>
                  <a:lnTo>
                    <a:pt x="409" y="13"/>
                  </a:lnTo>
                  <a:lnTo>
                    <a:pt x="388" y="13"/>
                  </a:lnTo>
                  <a:lnTo>
                    <a:pt x="363" y="16"/>
                  </a:lnTo>
                  <a:lnTo>
                    <a:pt x="342" y="16"/>
                  </a:lnTo>
                  <a:lnTo>
                    <a:pt x="320" y="16"/>
                  </a:lnTo>
                  <a:lnTo>
                    <a:pt x="301" y="16"/>
                  </a:lnTo>
                  <a:lnTo>
                    <a:pt x="283" y="13"/>
                  </a:lnTo>
                  <a:lnTo>
                    <a:pt x="264" y="13"/>
                  </a:lnTo>
                  <a:lnTo>
                    <a:pt x="248" y="8"/>
                  </a:lnTo>
                  <a:lnTo>
                    <a:pt x="229" y="5"/>
                  </a:lnTo>
                  <a:lnTo>
                    <a:pt x="213" y="3"/>
                  </a:lnTo>
                  <a:lnTo>
                    <a:pt x="199" y="0"/>
                  </a:lnTo>
                  <a:lnTo>
                    <a:pt x="188" y="0"/>
                  </a:lnTo>
                  <a:lnTo>
                    <a:pt x="183" y="0"/>
                  </a:lnTo>
                  <a:lnTo>
                    <a:pt x="178" y="0"/>
                  </a:lnTo>
                  <a:close/>
                </a:path>
              </a:pathLst>
            </a:custGeom>
            <a:solidFill>
              <a:srgbClr val="33CCFF">
                <a:alpha val="100000"/>
              </a:srgbClr>
            </a:solidFill>
            <a:ln w="9525">
              <a:noFill/>
            </a:ln>
          </p:spPr>
          <p:txBody>
            <a:bodyPr/>
            <a:p>
              <a:endParaRPr lang="zh-CN" altLang="en-US"/>
            </a:p>
          </p:txBody>
        </p:sp>
        <p:sp>
          <p:nvSpPr>
            <p:cNvPr id="137227" name="Rectangle 11"/>
            <p:cNvSpPr/>
            <p:nvPr/>
          </p:nvSpPr>
          <p:spPr>
            <a:xfrm flipH="1">
              <a:off x="1184" y="1385"/>
              <a:ext cx="74" cy="173"/>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b="1" dirty="0">
                  <a:solidFill>
                    <a:schemeClr val="bg1"/>
                  </a:solidFill>
                  <a:ea typeface="宋体" panose="02010600030101010101" pitchFamily="2" charset="-122"/>
                </a:rPr>
                <a:t>A</a:t>
              </a:r>
              <a:endParaRPr lang="en-US" altLang="zh-CN" sz="1800" b="1" dirty="0">
                <a:solidFill>
                  <a:schemeClr val="bg1"/>
                </a:solidFill>
                <a:ea typeface="宋体" panose="02010600030101010101" pitchFamily="2" charset="-122"/>
              </a:endParaRPr>
            </a:p>
          </p:txBody>
        </p:sp>
        <p:sp>
          <p:nvSpPr>
            <p:cNvPr id="137228" name="Rectangle 12"/>
            <p:cNvSpPr/>
            <p:nvPr/>
          </p:nvSpPr>
          <p:spPr>
            <a:xfrm>
              <a:off x="1867" y="1057"/>
              <a:ext cx="91" cy="173"/>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solidFill>
                    <a:schemeClr val="bg1"/>
                  </a:solidFill>
                  <a:ea typeface="宋体" panose="02010600030101010101" pitchFamily="2" charset="-122"/>
                </a:rPr>
                <a:t>B</a:t>
              </a:r>
              <a:endParaRPr lang="en-US" altLang="zh-CN" sz="1800" dirty="0">
                <a:solidFill>
                  <a:schemeClr val="bg1"/>
                </a:solidFill>
                <a:ea typeface="宋体" panose="02010600030101010101" pitchFamily="2" charset="-122"/>
              </a:endParaRPr>
            </a:p>
          </p:txBody>
        </p:sp>
        <p:sp>
          <p:nvSpPr>
            <p:cNvPr id="137229" name="Freeform 13"/>
            <p:cNvSpPr/>
            <p:nvPr/>
          </p:nvSpPr>
          <p:spPr>
            <a:xfrm>
              <a:off x="1640" y="1582"/>
              <a:ext cx="565" cy="362"/>
            </a:xfrm>
            <a:custGeom>
              <a:avLst/>
              <a:gdLst/>
              <a:ahLst/>
              <a:cxnLst>
                <a:cxn ang="0">
                  <a:pos x="164" y="0"/>
                </a:cxn>
                <a:cxn ang="0">
                  <a:pos x="134" y="6"/>
                </a:cxn>
                <a:cxn ang="0">
                  <a:pos x="108" y="14"/>
                </a:cxn>
                <a:cxn ang="0">
                  <a:pos x="83" y="30"/>
                </a:cxn>
                <a:cxn ang="0">
                  <a:pos x="62" y="48"/>
                </a:cxn>
                <a:cxn ang="0">
                  <a:pos x="38" y="73"/>
                </a:cxn>
                <a:cxn ang="0">
                  <a:pos x="16" y="105"/>
                </a:cxn>
                <a:cxn ang="0">
                  <a:pos x="5" y="126"/>
                </a:cxn>
                <a:cxn ang="0">
                  <a:pos x="0" y="142"/>
                </a:cxn>
                <a:cxn ang="0">
                  <a:pos x="0" y="158"/>
                </a:cxn>
                <a:cxn ang="0">
                  <a:pos x="5" y="180"/>
                </a:cxn>
                <a:cxn ang="0">
                  <a:pos x="19" y="212"/>
                </a:cxn>
                <a:cxn ang="0">
                  <a:pos x="38" y="242"/>
                </a:cxn>
                <a:cxn ang="0">
                  <a:pos x="59" y="268"/>
                </a:cxn>
                <a:cxn ang="0">
                  <a:pos x="81" y="295"/>
                </a:cxn>
                <a:cxn ang="0">
                  <a:pos x="105" y="317"/>
                </a:cxn>
                <a:cxn ang="0">
                  <a:pos x="121" y="327"/>
                </a:cxn>
                <a:cxn ang="0">
                  <a:pos x="137" y="335"/>
                </a:cxn>
                <a:cxn ang="0">
                  <a:pos x="159" y="343"/>
                </a:cxn>
                <a:cxn ang="0">
                  <a:pos x="186" y="349"/>
                </a:cxn>
                <a:cxn ang="0">
                  <a:pos x="202" y="351"/>
                </a:cxn>
                <a:cxn ang="0">
                  <a:pos x="239" y="354"/>
                </a:cxn>
                <a:cxn ang="0">
                  <a:pos x="285" y="360"/>
                </a:cxn>
                <a:cxn ang="0">
                  <a:pos x="334" y="362"/>
                </a:cxn>
                <a:cxn ang="0">
                  <a:pos x="385" y="362"/>
                </a:cxn>
                <a:cxn ang="0">
                  <a:pos x="433" y="360"/>
                </a:cxn>
                <a:cxn ang="0">
                  <a:pos x="476" y="354"/>
                </a:cxn>
                <a:cxn ang="0">
                  <a:pos x="503" y="343"/>
                </a:cxn>
                <a:cxn ang="0">
                  <a:pos x="519" y="338"/>
                </a:cxn>
                <a:cxn ang="0">
                  <a:pos x="530" y="327"/>
                </a:cxn>
                <a:cxn ang="0">
                  <a:pos x="543" y="309"/>
                </a:cxn>
                <a:cxn ang="0">
                  <a:pos x="557" y="276"/>
                </a:cxn>
                <a:cxn ang="0">
                  <a:pos x="562" y="236"/>
                </a:cxn>
                <a:cxn ang="0">
                  <a:pos x="565" y="196"/>
                </a:cxn>
                <a:cxn ang="0">
                  <a:pos x="562" y="153"/>
                </a:cxn>
                <a:cxn ang="0">
                  <a:pos x="560" y="113"/>
                </a:cxn>
                <a:cxn ang="0">
                  <a:pos x="554" y="78"/>
                </a:cxn>
                <a:cxn ang="0">
                  <a:pos x="549" y="59"/>
                </a:cxn>
                <a:cxn ang="0">
                  <a:pos x="546" y="46"/>
                </a:cxn>
                <a:cxn ang="0">
                  <a:pos x="541" y="32"/>
                </a:cxn>
                <a:cxn ang="0">
                  <a:pos x="533" y="24"/>
                </a:cxn>
                <a:cxn ang="0">
                  <a:pos x="525" y="19"/>
                </a:cxn>
                <a:cxn ang="0">
                  <a:pos x="508" y="16"/>
                </a:cxn>
                <a:cxn ang="0">
                  <a:pos x="482" y="16"/>
                </a:cxn>
                <a:cxn ang="0">
                  <a:pos x="460" y="14"/>
                </a:cxn>
                <a:cxn ang="0">
                  <a:pos x="430" y="11"/>
                </a:cxn>
                <a:cxn ang="0">
                  <a:pos x="387" y="14"/>
                </a:cxn>
                <a:cxn ang="0">
                  <a:pos x="342" y="14"/>
                </a:cxn>
                <a:cxn ang="0">
                  <a:pos x="301" y="14"/>
                </a:cxn>
                <a:cxn ang="0">
                  <a:pos x="264" y="11"/>
                </a:cxn>
                <a:cxn ang="0">
                  <a:pos x="229" y="3"/>
                </a:cxn>
                <a:cxn ang="0">
                  <a:pos x="199" y="0"/>
                </a:cxn>
                <a:cxn ang="0">
                  <a:pos x="183" y="0"/>
                </a:cxn>
              </a:cxnLst>
              <a:pathLst>
                <a:path w="565" h="362">
                  <a:moveTo>
                    <a:pt x="178" y="0"/>
                  </a:moveTo>
                  <a:lnTo>
                    <a:pt x="164" y="0"/>
                  </a:lnTo>
                  <a:lnTo>
                    <a:pt x="148" y="3"/>
                  </a:lnTo>
                  <a:lnTo>
                    <a:pt x="134" y="6"/>
                  </a:lnTo>
                  <a:lnTo>
                    <a:pt x="121" y="11"/>
                  </a:lnTo>
                  <a:lnTo>
                    <a:pt x="108" y="14"/>
                  </a:lnTo>
                  <a:lnTo>
                    <a:pt x="94" y="22"/>
                  </a:lnTo>
                  <a:lnTo>
                    <a:pt x="83" y="30"/>
                  </a:lnTo>
                  <a:lnTo>
                    <a:pt x="73" y="38"/>
                  </a:lnTo>
                  <a:lnTo>
                    <a:pt x="62" y="48"/>
                  </a:lnTo>
                  <a:lnTo>
                    <a:pt x="48" y="59"/>
                  </a:lnTo>
                  <a:lnTo>
                    <a:pt x="38" y="73"/>
                  </a:lnTo>
                  <a:lnTo>
                    <a:pt x="27" y="89"/>
                  </a:lnTo>
                  <a:lnTo>
                    <a:pt x="16" y="105"/>
                  </a:lnTo>
                  <a:lnTo>
                    <a:pt x="8" y="118"/>
                  </a:lnTo>
                  <a:lnTo>
                    <a:pt x="5" y="126"/>
                  </a:lnTo>
                  <a:lnTo>
                    <a:pt x="3" y="134"/>
                  </a:lnTo>
                  <a:lnTo>
                    <a:pt x="0" y="142"/>
                  </a:lnTo>
                  <a:lnTo>
                    <a:pt x="0" y="150"/>
                  </a:lnTo>
                  <a:lnTo>
                    <a:pt x="0" y="158"/>
                  </a:lnTo>
                  <a:lnTo>
                    <a:pt x="3" y="164"/>
                  </a:lnTo>
                  <a:lnTo>
                    <a:pt x="5" y="180"/>
                  </a:lnTo>
                  <a:lnTo>
                    <a:pt x="11" y="196"/>
                  </a:lnTo>
                  <a:lnTo>
                    <a:pt x="19" y="212"/>
                  </a:lnTo>
                  <a:lnTo>
                    <a:pt x="27" y="228"/>
                  </a:lnTo>
                  <a:lnTo>
                    <a:pt x="38" y="242"/>
                  </a:lnTo>
                  <a:lnTo>
                    <a:pt x="48" y="255"/>
                  </a:lnTo>
                  <a:lnTo>
                    <a:pt x="59" y="268"/>
                  </a:lnTo>
                  <a:lnTo>
                    <a:pt x="70" y="282"/>
                  </a:lnTo>
                  <a:lnTo>
                    <a:pt x="81" y="295"/>
                  </a:lnTo>
                  <a:lnTo>
                    <a:pt x="94" y="306"/>
                  </a:lnTo>
                  <a:lnTo>
                    <a:pt x="105" y="317"/>
                  </a:lnTo>
                  <a:lnTo>
                    <a:pt x="113" y="322"/>
                  </a:lnTo>
                  <a:lnTo>
                    <a:pt x="121" y="327"/>
                  </a:lnTo>
                  <a:lnTo>
                    <a:pt x="129" y="333"/>
                  </a:lnTo>
                  <a:lnTo>
                    <a:pt x="137" y="335"/>
                  </a:lnTo>
                  <a:lnTo>
                    <a:pt x="148" y="341"/>
                  </a:lnTo>
                  <a:lnTo>
                    <a:pt x="159" y="343"/>
                  </a:lnTo>
                  <a:lnTo>
                    <a:pt x="172" y="346"/>
                  </a:lnTo>
                  <a:lnTo>
                    <a:pt x="186" y="349"/>
                  </a:lnTo>
                  <a:lnTo>
                    <a:pt x="194" y="349"/>
                  </a:lnTo>
                  <a:lnTo>
                    <a:pt x="202" y="351"/>
                  </a:lnTo>
                  <a:lnTo>
                    <a:pt x="221" y="354"/>
                  </a:lnTo>
                  <a:lnTo>
                    <a:pt x="239" y="354"/>
                  </a:lnTo>
                  <a:lnTo>
                    <a:pt x="261" y="357"/>
                  </a:lnTo>
                  <a:lnTo>
                    <a:pt x="285" y="360"/>
                  </a:lnTo>
                  <a:lnTo>
                    <a:pt x="309" y="362"/>
                  </a:lnTo>
                  <a:lnTo>
                    <a:pt x="334" y="362"/>
                  </a:lnTo>
                  <a:lnTo>
                    <a:pt x="360" y="362"/>
                  </a:lnTo>
                  <a:lnTo>
                    <a:pt x="385" y="362"/>
                  </a:lnTo>
                  <a:lnTo>
                    <a:pt x="409" y="362"/>
                  </a:lnTo>
                  <a:lnTo>
                    <a:pt x="433" y="360"/>
                  </a:lnTo>
                  <a:lnTo>
                    <a:pt x="457" y="357"/>
                  </a:lnTo>
                  <a:lnTo>
                    <a:pt x="476" y="354"/>
                  </a:lnTo>
                  <a:lnTo>
                    <a:pt x="495" y="349"/>
                  </a:lnTo>
                  <a:lnTo>
                    <a:pt x="503" y="343"/>
                  </a:lnTo>
                  <a:lnTo>
                    <a:pt x="511" y="341"/>
                  </a:lnTo>
                  <a:lnTo>
                    <a:pt x="519" y="338"/>
                  </a:lnTo>
                  <a:lnTo>
                    <a:pt x="525" y="333"/>
                  </a:lnTo>
                  <a:lnTo>
                    <a:pt x="530" y="327"/>
                  </a:lnTo>
                  <a:lnTo>
                    <a:pt x="535" y="322"/>
                  </a:lnTo>
                  <a:lnTo>
                    <a:pt x="543" y="309"/>
                  </a:lnTo>
                  <a:lnTo>
                    <a:pt x="552" y="292"/>
                  </a:lnTo>
                  <a:lnTo>
                    <a:pt x="557" y="276"/>
                  </a:lnTo>
                  <a:lnTo>
                    <a:pt x="560" y="258"/>
                  </a:lnTo>
                  <a:lnTo>
                    <a:pt x="562" y="236"/>
                  </a:lnTo>
                  <a:lnTo>
                    <a:pt x="565" y="217"/>
                  </a:lnTo>
                  <a:lnTo>
                    <a:pt x="565" y="196"/>
                  </a:lnTo>
                  <a:lnTo>
                    <a:pt x="562" y="174"/>
                  </a:lnTo>
                  <a:lnTo>
                    <a:pt x="562" y="153"/>
                  </a:lnTo>
                  <a:lnTo>
                    <a:pt x="560" y="132"/>
                  </a:lnTo>
                  <a:lnTo>
                    <a:pt x="560" y="113"/>
                  </a:lnTo>
                  <a:lnTo>
                    <a:pt x="557" y="97"/>
                  </a:lnTo>
                  <a:lnTo>
                    <a:pt x="554" y="78"/>
                  </a:lnTo>
                  <a:lnTo>
                    <a:pt x="552" y="65"/>
                  </a:lnTo>
                  <a:lnTo>
                    <a:pt x="549" y="59"/>
                  </a:lnTo>
                  <a:lnTo>
                    <a:pt x="549" y="54"/>
                  </a:lnTo>
                  <a:lnTo>
                    <a:pt x="546" y="46"/>
                  </a:lnTo>
                  <a:lnTo>
                    <a:pt x="543" y="38"/>
                  </a:lnTo>
                  <a:lnTo>
                    <a:pt x="541" y="32"/>
                  </a:lnTo>
                  <a:lnTo>
                    <a:pt x="538" y="27"/>
                  </a:lnTo>
                  <a:lnTo>
                    <a:pt x="533" y="24"/>
                  </a:lnTo>
                  <a:lnTo>
                    <a:pt x="530" y="22"/>
                  </a:lnTo>
                  <a:lnTo>
                    <a:pt x="525" y="19"/>
                  </a:lnTo>
                  <a:lnTo>
                    <a:pt x="519" y="19"/>
                  </a:lnTo>
                  <a:lnTo>
                    <a:pt x="508" y="16"/>
                  </a:lnTo>
                  <a:lnTo>
                    <a:pt x="495" y="16"/>
                  </a:lnTo>
                  <a:lnTo>
                    <a:pt x="482" y="16"/>
                  </a:lnTo>
                  <a:lnTo>
                    <a:pt x="468" y="14"/>
                  </a:lnTo>
                  <a:lnTo>
                    <a:pt x="460" y="14"/>
                  </a:lnTo>
                  <a:lnTo>
                    <a:pt x="452" y="11"/>
                  </a:lnTo>
                  <a:lnTo>
                    <a:pt x="430" y="11"/>
                  </a:lnTo>
                  <a:lnTo>
                    <a:pt x="409" y="11"/>
                  </a:lnTo>
                  <a:lnTo>
                    <a:pt x="387" y="14"/>
                  </a:lnTo>
                  <a:lnTo>
                    <a:pt x="363" y="14"/>
                  </a:lnTo>
                  <a:lnTo>
                    <a:pt x="342" y="14"/>
                  </a:lnTo>
                  <a:lnTo>
                    <a:pt x="320" y="14"/>
                  </a:lnTo>
                  <a:lnTo>
                    <a:pt x="301" y="14"/>
                  </a:lnTo>
                  <a:lnTo>
                    <a:pt x="282" y="11"/>
                  </a:lnTo>
                  <a:lnTo>
                    <a:pt x="264" y="11"/>
                  </a:lnTo>
                  <a:lnTo>
                    <a:pt x="247" y="6"/>
                  </a:lnTo>
                  <a:lnTo>
                    <a:pt x="229" y="3"/>
                  </a:lnTo>
                  <a:lnTo>
                    <a:pt x="213" y="0"/>
                  </a:lnTo>
                  <a:lnTo>
                    <a:pt x="199" y="0"/>
                  </a:lnTo>
                  <a:lnTo>
                    <a:pt x="188" y="0"/>
                  </a:lnTo>
                  <a:lnTo>
                    <a:pt x="183" y="0"/>
                  </a:lnTo>
                  <a:lnTo>
                    <a:pt x="178" y="0"/>
                  </a:lnTo>
                  <a:close/>
                </a:path>
              </a:pathLst>
            </a:custGeom>
            <a:solidFill>
              <a:srgbClr val="33CCFF">
                <a:alpha val="100000"/>
              </a:srgbClr>
            </a:solidFill>
            <a:ln w="9525">
              <a:noFill/>
            </a:ln>
          </p:spPr>
          <p:txBody>
            <a:bodyPr/>
            <a:p>
              <a:endParaRPr lang="zh-CN" altLang="en-US"/>
            </a:p>
          </p:txBody>
        </p:sp>
        <p:sp>
          <p:nvSpPr>
            <p:cNvPr id="137230" name="Rectangle 14"/>
            <p:cNvSpPr/>
            <p:nvPr/>
          </p:nvSpPr>
          <p:spPr>
            <a:xfrm>
              <a:off x="1896" y="1657"/>
              <a:ext cx="89" cy="173"/>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b="1" dirty="0">
                  <a:solidFill>
                    <a:schemeClr val="bg1"/>
                  </a:solidFill>
                  <a:ea typeface="宋体" panose="02010600030101010101" pitchFamily="2" charset="-122"/>
                </a:rPr>
                <a:t>C</a:t>
              </a:r>
              <a:endParaRPr lang="en-US" altLang="zh-CN" sz="1800" b="1" dirty="0">
                <a:solidFill>
                  <a:schemeClr val="bg1"/>
                </a:solidFill>
                <a:ea typeface="宋体" panose="02010600030101010101" pitchFamily="2" charset="-122"/>
              </a:endParaRPr>
            </a:p>
          </p:txBody>
        </p:sp>
        <p:sp>
          <p:nvSpPr>
            <p:cNvPr id="137231" name="Rectangle 15"/>
            <p:cNvSpPr/>
            <p:nvPr/>
          </p:nvSpPr>
          <p:spPr>
            <a:xfrm>
              <a:off x="1963" y="1657"/>
              <a:ext cx="33"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400" dirty="0">
                  <a:solidFill>
                    <a:srgbClr val="000000"/>
                  </a:solidFill>
                  <a:ea typeface="宋体" panose="02010600030101010101" pitchFamily="2" charset="-122"/>
                </a:rPr>
                <a:t> </a:t>
              </a:r>
              <a:endParaRPr lang="en-US" altLang="zh-CN" sz="1800" dirty="0">
                <a:ea typeface="宋体" panose="02010600030101010101" pitchFamily="2" charset="-122"/>
              </a:endParaRPr>
            </a:p>
          </p:txBody>
        </p:sp>
        <p:sp>
          <p:nvSpPr>
            <p:cNvPr id="137232" name="Freeform 16"/>
            <p:cNvSpPr/>
            <p:nvPr/>
          </p:nvSpPr>
          <p:spPr>
            <a:xfrm>
              <a:off x="443" y="1335"/>
              <a:ext cx="218" cy="215"/>
            </a:xfrm>
            <a:custGeom>
              <a:avLst/>
              <a:gdLst/>
              <a:ahLst/>
              <a:cxnLst>
                <a:cxn ang="0">
                  <a:pos x="99" y="0"/>
                </a:cxn>
                <a:cxn ang="0">
                  <a:pos x="78" y="6"/>
                </a:cxn>
                <a:cxn ang="0">
                  <a:pos x="56" y="14"/>
                </a:cxn>
                <a:cxn ang="0">
                  <a:pos x="40" y="25"/>
                </a:cxn>
                <a:cxn ang="0">
                  <a:pos x="24" y="41"/>
                </a:cxn>
                <a:cxn ang="0">
                  <a:pos x="13" y="57"/>
                </a:cxn>
                <a:cxn ang="0">
                  <a:pos x="5" y="76"/>
                </a:cxn>
                <a:cxn ang="0">
                  <a:pos x="0" y="97"/>
                </a:cxn>
                <a:cxn ang="0">
                  <a:pos x="0" y="118"/>
                </a:cxn>
                <a:cxn ang="0">
                  <a:pos x="5" y="140"/>
                </a:cxn>
                <a:cxn ang="0">
                  <a:pos x="13" y="159"/>
                </a:cxn>
                <a:cxn ang="0">
                  <a:pos x="24" y="175"/>
                </a:cxn>
                <a:cxn ang="0">
                  <a:pos x="40" y="191"/>
                </a:cxn>
                <a:cxn ang="0">
                  <a:pos x="56" y="202"/>
                </a:cxn>
                <a:cxn ang="0">
                  <a:pos x="78" y="210"/>
                </a:cxn>
                <a:cxn ang="0">
                  <a:pos x="99" y="215"/>
                </a:cxn>
                <a:cxn ang="0">
                  <a:pos x="121" y="215"/>
                </a:cxn>
                <a:cxn ang="0">
                  <a:pos x="142" y="210"/>
                </a:cxn>
                <a:cxn ang="0">
                  <a:pos x="161" y="202"/>
                </a:cxn>
                <a:cxn ang="0">
                  <a:pos x="177" y="191"/>
                </a:cxn>
                <a:cxn ang="0">
                  <a:pos x="193" y="175"/>
                </a:cxn>
                <a:cxn ang="0">
                  <a:pos x="204" y="159"/>
                </a:cxn>
                <a:cxn ang="0">
                  <a:pos x="212" y="140"/>
                </a:cxn>
                <a:cxn ang="0">
                  <a:pos x="218" y="118"/>
                </a:cxn>
                <a:cxn ang="0">
                  <a:pos x="218" y="97"/>
                </a:cxn>
                <a:cxn ang="0">
                  <a:pos x="212" y="76"/>
                </a:cxn>
                <a:cxn ang="0">
                  <a:pos x="204" y="57"/>
                </a:cxn>
                <a:cxn ang="0">
                  <a:pos x="193" y="41"/>
                </a:cxn>
                <a:cxn ang="0">
                  <a:pos x="177" y="25"/>
                </a:cxn>
                <a:cxn ang="0">
                  <a:pos x="161" y="14"/>
                </a:cxn>
                <a:cxn ang="0">
                  <a:pos x="142" y="6"/>
                </a:cxn>
                <a:cxn ang="0">
                  <a:pos x="121" y="0"/>
                </a:cxn>
              </a:cxnLst>
              <a:pathLst>
                <a:path w="218" h="215">
                  <a:moveTo>
                    <a:pt x="110" y="0"/>
                  </a:moveTo>
                  <a:lnTo>
                    <a:pt x="99" y="0"/>
                  </a:lnTo>
                  <a:lnTo>
                    <a:pt x="88" y="3"/>
                  </a:lnTo>
                  <a:lnTo>
                    <a:pt x="78" y="6"/>
                  </a:lnTo>
                  <a:lnTo>
                    <a:pt x="67" y="9"/>
                  </a:lnTo>
                  <a:lnTo>
                    <a:pt x="56" y="14"/>
                  </a:lnTo>
                  <a:lnTo>
                    <a:pt x="48" y="19"/>
                  </a:lnTo>
                  <a:lnTo>
                    <a:pt x="40" y="25"/>
                  </a:lnTo>
                  <a:lnTo>
                    <a:pt x="32" y="33"/>
                  </a:lnTo>
                  <a:lnTo>
                    <a:pt x="24" y="41"/>
                  </a:lnTo>
                  <a:lnTo>
                    <a:pt x="18" y="49"/>
                  </a:lnTo>
                  <a:lnTo>
                    <a:pt x="13" y="57"/>
                  </a:lnTo>
                  <a:lnTo>
                    <a:pt x="8" y="65"/>
                  </a:lnTo>
                  <a:lnTo>
                    <a:pt x="5" y="76"/>
                  </a:lnTo>
                  <a:lnTo>
                    <a:pt x="2" y="86"/>
                  </a:lnTo>
                  <a:lnTo>
                    <a:pt x="0" y="97"/>
                  </a:lnTo>
                  <a:lnTo>
                    <a:pt x="0" y="108"/>
                  </a:lnTo>
                  <a:lnTo>
                    <a:pt x="0" y="118"/>
                  </a:lnTo>
                  <a:lnTo>
                    <a:pt x="2" y="129"/>
                  </a:lnTo>
                  <a:lnTo>
                    <a:pt x="5" y="140"/>
                  </a:lnTo>
                  <a:lnTo>
                    <a:pt x="8" y="151"/>
                  </a:lnTo>
                  <a:lnTo>
                    <a:pt x="13" y="159"/>
                  </a:lnTo>
                  <a:lnTo>
                    <a:pt x="18" y="167"/>
                  </a:lnTo>
                  <a:lnTo>
                    <a:pt x="24" y="175"/>
                  </a:lnTo>
                  <a:lnTo>
                    <a:pt x="32" y="183"/>
                  </a:lnTo>
                  <a:lnTo>
                    <a:pt x="40" y="191"/>
                  </a:lnTo>
                  <a:lnTo>
                    <a:pt x="48" y="196"/>
                  </a:lnTo>
                  <a:lnTo>
                    <a:pt x="56" y="202"/>
                  </a:lnTo>
                  <a:lnTo>
                    <a:pt x="67" y="207"/>
                  </a:lnTo>
                  <a:lnTo>
                    <a:pt x="78" y="210"/>
                  </a:lnTo>
                  <a:lnTo>
                    <a:pt x="88" y="212"/>
                  </a:lnTo>
                  <a:lnTo>
                    <a:pt x="99" y="215"/>
                  </a:lnTo>
                  <a:lnTo>
                    <a:pt x="110" y="215"/>
                  </a:lnTo>
                  <a:lnTo>
                    <a:pt x="121" y="215"/>
                  </a:lnTo>
                  <a:lnTo>
                    <a:pt x="131" y="212"/>
                  </a:lnTo>
                  <a:lnTo>
                    <a:pt x="142" y="210"/>
                  </a:lnTo>
                  <a:lnTo>
                    <a:pt x="153" y="207"/>
                  </a:lnTo>
                  <a:lnTo>
                    <a:pt x="161" y="202"/>
                  </a:lnTo>
                  <a:lnTo>
                    <a:pt x="169" y="196"/>
                  </a:lnTo>
                  <a:lnTo>
                    <a:pt x="177" y="191"/>
                  </a:lnTo>
                  <a:lnTo>
                    <a:pt x="185" y="183"/>
                  </a:lnTo>
                  <a:lnTo>
                    <a:pt x="193" y="175"/>
                  </a:lnTo>
                  <a:lnTo>
                    <a:pt x="199" y="167"/>
                  </a:lnTo>
                  <a:lnTo>
                    <a:pt x="204" y="159"/>
                  </a:lnTo>
                  <a:lnTo>
                    <a:pt x="209" y="151"/>
                  </a:lnTo>
                  <a:lnTo>
                    <a:pt x="212" y="140"/>
                  </a:lnTo>
                  <a:lnTo>
                    <a:pt x="215" y="129"/>
                  </a:lnTo>
                  <a:lnTo>
                    <a:pt x="218" y="118"/>
                  </a:lnTo>
                  <a:lnTo>
                    <a:pt x="218" y="108"/>
                  </a:lnTo>
                  <a:lnTo>
                    <a:pt x="218" y="97"/>
                  </a:lnTo>
                  <a:lnTo>
                    <a:pt x="215" y="86"/>
                  </a:lnTo>
                  <a:lnTo>
                    <a:pt x="212" y="76"/>
                  </a:lnTo>
                  <a:lnTo>
                    <a:pt x="209" y="65"/>
                  </a:lnTo>
                  <a:lnTo>
                    <a:pt x="204" y="57"/>
                  </a:lnTo>
                  <a:lnTo>
                    <a:pt x="199" y="49"/>
                  </a:lnTo>
                  <a:lnTo>
                    <a:pt x="193" y="41"/>
                  </a:lnTo>
                  <a:lnTo>
                    <a:pt x="185" y="33"/>
                  </a:lnTo>
                  <a:lnTo>
                    <a:pt x="177" y="25"/>
                  </a:lnTo>
                  <a:lnTo>
                    <a:pt x="169" y="19"/>
                  </a:lnTo>
                  <a:lnTo>
                    <a:pt x="161" y="14"/>
                  </a:lnTo>
                  <a:lnTo>
                    <a:pt x="153" y="9"/>
                  </a:lnTo>
                  <a:lnTo>
                    <a:pt x="142" y="6"/>
                  </a:lnTo>
                  <a:lnTo>
                    <a:pt x="131" y="3"/>
                  </a:lnTo>
                  <a:lnTo>
                    <a:pt x="121" y="0"/>
                  </a:lnTo>
                  <a:lnTo>
                    <a:pt x="110" y="0"/>
                  </a:lnTo>
                  <a:close/>
                </a:path>
              </a:pathLst>
            </a:custGeom>
            <a:solidFill>
              <a:srgbClr val="33CCFF">
                <a:alpha val="100000"/>
              </a:srgbClr>
            </a:solidFill>
            <a:ln w="9525">
              <a:noFill/>
            </a:ln>
          </p:spPr>
          <p:txBody>
            <a:bodyPr/>
            <a:p>
              <a:endParaRPr lang="zh-CN" altLang="en-US"/>
            </a:p>
          </p:txBody>
        </p:sp>
        <p:sp>
          <p:nvSpPr>
            <p:cNvPr id="137233" name="Rectangle 17"/>
            <p:cNvSpPr/>
            <p:nvPr/>
          </p:nvSpPr>
          <p:spPr>
            <a:xfrm>
              <a:off x="493" y="1378"/>
              <a:ext cx="133" cy="15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600" b="1" dirty="0">
                  <a:solidFill>
                    <a:schemeClr val="bg1"/>
                  </a:solidFill>
                  <a:ea typeface="宋体" panose="02010600030101010101" pitchFamily="2" charset="-122"/>
                </a:rPr>
                <a:t>W</a:t>
              </a:r>
              <a:endParaRPr lang="en-US" altLang="zh-CN" sz="1600" b="1" dirty="0">
                <a:solidFill>
                  <a:schemeClr val="bg1"/>
                </a:solidFill>
                <a:ea typeface="宋体" panose="02010600030101010101" pitchFamily="2" charset="-122"/>
              </a:endParaRPr>
            </a:p>
          </p:txBody>
        </p:sp>
        <p:sp>
          <p:nvSpPr>
            <p:cNvPr id="137234" name="Rectangle 18"/>
            <p:cNvSpPr/>
            <p:nvPr/>
          </p:nvSpPr>
          <p:spPr>
            <a:xfrm>
              <a:off x="617" y="1360"/>
              <a:ext cx="33"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400" dirty="0">
                  <a:solidFill>
                    <a:srgbClr val="000000"/>
                  </a:solidFill>
                  <a:ea typeface="宋体" panose="02010600030101010101" pitchFamily="2" charset="-122"/>
                </a:rPr>
                <a:t> </a:t>
              </a:r>
              <a:endParaRPr lang="en-US" altLang="zh-CN" sz="1800" dirty="0">
                <a:ea typeface="宋体" panose="02010600030101010101" pitchFamily="2" charset="-122"/>
              </a:endParaRPr>
            </a:p>
          </p:txBody>
        </p:sp>
        <p:sp>
          <p:nvSpPr>
            <p:cNvPr id="137235" name="Freeform 19"/>
            <p:cNvSpPr/>
            <p:nvPr/>
          </p:nvSpPr>
          <p:spPr>
            <a:xfrm>
              <a:off x="2584" y="1220"/>
              <a:ext cx="218" cy="212"/>
            </a:xfrm>
            <a:custGeom>
              <a:avLst/>
              <a:gdLst/>
              <a:ahLst/>
              <a:cxnLst>
                <a:cxn ang="0">
                  <a:pos x="100" y="0"/>
                </a:cxn>
                <a:cxn ang="0">
                  <a:pos x="78" y="6"/>
                </a:cxn>
                <a:cxn ang="0">
                  <a:pos x="57" y="14"/>
                </a:cxn>
                <a:cxn ang="0">
                  <a:pos x="41" y="24"/>
                </a:cxn>
                <a:cxn ang="0">
                  <a:pos x="25" y="38"/>
                </a:cxn>
                <a:cxn ang="0">
                  <a:pos x="14" y="54"/>
                </a:cxn>
                <a:cxn ang="0">
                  <a:pos x="6" y="73"/>
                </a:cxn>
                <a:cxn ang="0">
                  <a:pos x="0" y="94"/>
                </a:cxn>
                <a:cxn ang="0">
                  <a:pos x="0" y="115"/>
                </a:cxn>
                <a:cxn ang="0">
                  <a:pos x="6" y="137"/>
                </a:cxn>
                <a:cxn ang="0">
                  <a:pos x="14" y="156"/>
                </a:cxn>
                <a:cxn ang="0">
                  <a:pos x="25" y="172"/>
                </a:cxn>
                <a:cxn ang="0">
                  <a:pos x="41" y="188"/>
                </a:cxn>
                <a:cxn ang="0">
                  <a:pos x="57" y="199"/>
                </a:cxn>
                <a:cxn ang="0">
                  <a:pos x="78" y="207"/>
                </a:cxn>
                <a:cxn ang="0">
                  <a:pos x="100" y="212"/>
                </a:cxn>
                <a:cxn ang="0">
                  <a:pos x="121" y="212"/>
                </a:cxn>
                <a:cxn ang="0">
                  <a:pos x="143" y="207"/>
                </a:cxn>
                <a:cxn ang="0">
                  <a:pos x="162" y="199"/>
                </a:cxn>
                <a:cxn ang="0">
                  <a:pos x="178" y="188"/>
                </a:cxn>
                <a:cxn ang="0">
                  <a:pos x="194" y="172"/>
                </a:cxn>
                <a:cxn ang="0">
                  <a:pos x="205" y="156"/>
                </a:cxn>
                <a:cxn ang="0">
                  <a:pos x="213" y="137"/>
                </a:cxn>
                <a:cxn ang="0">
                  <a:pos x="218" y="115"/>
                </a:cxn>
                <a:cxn ang="0">
                  <a:pos x="218" y="94"/>
                </a:cxn>
                <a:cxn ang="0">
                  <a:pos x="213" y="73"/>
                </a:cxn>
                <a:cxn ang="0">
                  <a:pos x="205" y="54"/>
                </a:cxn>
                <a:cxn ang="0">
                  <a:pos x="194" y="38"/>
                </a:cxn>
                <a:cxn ang="0">
                  <a:pos x="178" y="24"/>
                </a:cxn>
                <a:cxn ang="0">
                  <a:pos x="162" y="14"/>
                </a:cxn>
                <a:cxn ang="0">
                  <a:pos x="143" y="6"/>
                </a:cxn>
                <a:cxn ang="0">
                  <a:pos x="121" y="0"/>
                </a:cxn>
              </a:cxnLst>
              <a:pathLst>
                <a:path w="218" h="212">
                  <a:moveTo>
                    <a:pt x="111" y="0"/>
                  </a:moveTo>
                  <a:lnTo>
                    <a:pt x="100" y="0"/>
                  </a:lnTo>
                  <a:lnTo>
                    <a:pt x="89" y="3"/>
                  </a:lnTo>
                  <a:lnTo>
                    <a:pt x="78" y="6"/>
                  </a:lnTo>
                  <a:lnTo>
                    <a:pt x="68" y="8"/>
                  </a:lnTo>
                  <a:lnTo>
                    <a:pt x="57" y="14"/>
                  </a:lnTo>
                  <a:lnTo>
                    <a:pt x="49" y="19"/>
                  </a:lnTo>
                  <a:lnTo>
                    <a:pt x="41" y="24"/>
                  </a:lnTo>
                  <a:lnTo>
                    <a:pt x="33" y="30"/>
                  </a:lnTo>
                  <a:lnTo>
                    <a:pt x="25" y="38"/>
                  </a:lnTo>
                  <a:lnTo>
                    <a:pt x="19" y="46"/>
                  </a:lnTo>
                  <a:lnTo>
                    <a:pt x="14" y="54"/>
                  </a:lnTo>
                  <a:lnTo>
                    <a:pt x="8" y="65"/>
                  </a:lnTo>
                  <a:lnTo>
                    <a:pt x="6" y="73"/>
                  </a:lnTo>
                  <a:lnTo>
                    <a:pt x="3" y="83"/>
                  </a:lnTo>
                  <a:lnTo>
                    <a:pt x="0" y="94"/>
                  </a:lnTo>
                  <a:lnTo>
                    <a:pt x="0" y="105"/>
                  </a:lnTo>
                  <a:lnTo>
                    <a:pt x="0" y="115"/>
                  </a:lnTo>
                  <a:lnTo>
                    <a:pt x="3" y="126"/>
                  </a:lnTo>
                  <a:lnTo>
                    <a:pt x="6" y="137"/>
                  </a:lnTo>
                  <a:lnTo>
                    <a:pt x="8" y="148"/>
                  </a:lnTo>
                  <a:lnTo>
                    <a:pt x="14" y="156"/>
                  </a:lnTo>
                  <a:lnTo>
                    <a:pt x="19" y="164"/>
                  </a:lnTo>
                  <a:lnTo>
                    <a:pt x="25" y="172"/>
                  </a:lnTo>
                  <a:lnTo>
                    <a:pt x="33" y="180"/>
                  </a:lnTo>
                  <a:lnTo>
                    <a:pt x="41" y="188"/>
                  </a:lnTo>
                  <a:lnTo>
                    <a:pt x="49" y="193"/>
                  </a:lnTo>
                  <a:lnTo>
                    <a:pt x="57" y="199"/>
                  </a:lnTo>
                  <a:lnTo>
                    <a:pt x="68" y="204"/>
                  </a:lnTo>
                  <a:lnTo>
                    <a:pt x="78" y="207"/>
                  </a:lnTo>
                  <a:lnTo>
                    <a:pt x="89" y="209"/>
                  </a:lnTo>
                  <a:lnTo>
                    <a:pt x="100" y="212"/>
                  </a:lnTo>
                  <a:lnTo>
                    <a:pt x="111" y="212"/>
                  </a:lnTo>
                  <a:lnTo>
                    <a:pt x="121" y="212"/>
                  </a:lnTo>
                  <a:lnTo>
                    <a:pt x="132" y="209"/>
                  </a:lnTo>
                  <a:lnTo>
                    <a:pt x="143" y="207"/>
                  </a:lnTo>
                  <a:lnTo>
                    <a:pt x="154" y="204"/>
                  </a:lnTo>
                  <a:lnTo>
                    <a:pt x="162" y="199"/>
                  </a:lnTo>
                  <a:lnTo>
                    <a:pt x="170" y="193"/>
                  </a:lnTo>
                  <a:lnTo>
                    <a:pt x="178" y="188"/>
                  </a:lnTo>
                  <a:lnTo>
                    <a:pt x="186" y="180"/>
                  </a:lnTo>
                  <a:lnTo>
                    <a:pt x="194" y="172"/>
                  </a:lnTo>
                  <a:lnTo>
                    <a:pt x="199" y="164"/>
                  </a:lnTo>
                  <a:lnTo>
                    <a:pt x="205" y="156"/>
                  </a:lnTo>
                  <a:lnTo>
                    <a:pt x="210" y="148"/>
                  </a:lnTo>
                  <a:lnTo>
                    <a:pt x="213" y="137"/>
                  </a:lnTo>
                  <a:lnTo>
                    <a:pt x="216" y="126"/>
                  </a:lnTo>
                  <a:lnTo>
                    <a:pt x="218" y="115"/>
                  </a:lnTo>
                  <a:lnTo>
                    <a:pt x="218" y="105"/>
                  </a:lnTo>
                  <a:lnTo>
                    <a:pt x="218" y="94"/>
                  </a:lnTo>
                  <a:lnTo>
                    <a:pt x="216" y="83"/>
                  </a:lnTo>
                  <a:lnTo>
                    <a:pt x="213" y="73"/>
                  </a:lnTo>
                  <a:lnTo>
                    <a:pt x="210" y="65"/>
                  </a:lnTo>
                  <a:lnTo>
                    <a:pt x="205" y="54"/>
                  </a:lnTo>
                  <a:lnTo>
                    <a:pt x="199" y="46"/>
                  </a:lnTo>
                  <a:lnTo>
                    <a:pt x="194" y="38"/>
                  </a:lnTo>
                  <a:lnTo>
                    <a:pt x="186" y="30"/>
                  </a:lnTo>
                  <a:lnTo>
                    <a:pt x="178" y="24"/>
                  </a:lnTo>
                  <a:lnTo>
                    <a:pt x="170" y="19"/>
                  </a:lnTo>
                  <a:lnTo>
                    <a:pt x="162" y="14"/>
                  </a:lnTo>
                  <a:lnTo>
                    <a:pt x="154" y="8"/>
                  </a:lnTo>
                  <a:lnTo>
                    <a:pt x="143" y="6"/>
                  </a:lnTo>
                  <a:lnTo>
                    <a:pt x="132" y="3"/>
                  </a:lnTo>
                  <a:lnTo>
                    <a:pt x="121" y="0"/>
                  </a:lnTo>
                  <a:lnTo>
                    <a:pt x="111" y="0"/>
                  </a:lnTo>
                  <a:close/>
                </a:path>
              </a:pathLst>
            </a:custGeom>
            <a:solidFill>
              <a:srgbClr val="33CCFF">
                <a:alpha val="100000"/>
              </a:srgbClr>
            </a:solidFill>
            <a:ln w="9525">
              <a:noFill/>
            </a:ln>
          </p:spPr>
          <p:txBody>
            <a:bodyPr/>
            <a:p>
              <a:endParaRPr lang="zh-CN" altLang="en-US"/>
            </a:p>
          </p:txBody>
        </p:sp>
        <p:sp>
          <p:nvSpPr>
            <p:cNvPr id="137236" name="Rectangle 20"/>
            <p:cNvSpPr/>
            <p:nvPr/>
          </p:nvSpPr>
          <p:spPr>
            <a:xfrm>
              <a:off x="2641" y="1262"/>
              <a:ext cx="93" cy="15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600" b="1" dirty="0">
                  <a:solidFill>
                    <a:schemeClr val="bg1"/>
                  </a:solidFill>
                  <a:ea typeface="宋体" panose="02010600030101010101" pitchFamily="2" charset="-122"/>
                </a:rPr>
                <a:t>X</a:t>
              </a:r>
              <a:endParaRPr lang="en-US" altLang="zh-CN" sz="1600" b="1" dirty="0">
                <a:solidFill>
                  <a:schemeClr val="bg1"/>
                </a:solidFill>
                <a:ea typeface="宋体" panose="02010600030101010101" pitchFamily="2" charset="-122"/>
              </a:endParaRPr>
            </a:p>
          </p:txBody>
        </p:sp>
        <p:sp>
          <p:nvSpPr>
            <p:cNvPr id="137237" name="Freeform 21"/>
            <p:cNvSpPr/>
            <p:nvPr/>
          </p:nvSpPr>
          <p:spPr>
            <a:xfrm>
              <a:off x="2579" y="1952"/>
              <a:ext cx="218" cy="212"/>
            </a:xfrm>
            <a:custGeom>
              <a:avLst/>
              <a:gdLst/>
              <a:ahLst/>
              <a:cxnLst>
                <a:cxn ang="0">
                  <a:pos x="97" y="0"/>
                </a:cxn>
                <a:cxn ang="0">
                  <a:pos x="75" y="6"/>
                </a:cxn>
                <a:cxn ang="0">
                  <a:pos x="56" y="14"/>
                </a:cxn>
                <a:cxn ang="0">
                  <a:pos x="40" y="24"/>
                </a:cxn>
                <a:cxn ang="0">
                  <a:pos x="24" y="38"/>
                </a:cxn>
                <a:cxn ang="0">
                  <a:pos x="13" y="54"/>
                </a:cxn>
                <a:cxn ang="0">
                  <a:pos x="5" y="73"/>
                </a:cxn>
                <a:cxn ang="0">
                  <a:pos x="0" y="94"/>
                </a:cxn>
                <a:cxn ang="0">
                  <a:pos x="0" y="116"/>
                </a:cxn>
                <a:cxn ang="0">
                  <a:pos x="5" y="137"/>
                </a:cxn>
                <a:cxn ang="0">
                  <a:pos x="13" y="156"/>
                </a:cxn>
                <a:cxn ang="0">
                  <a:pos x="24" y="172"/>
                </a:cxn>
                <a:cxn ang="0">
                  <a:pos x="40" y="188"/>
                </a:cxn>
                <a:cxn ang="0">
                  <a:pos x="56" y="199"/>
                </a:cxn>
                <a:cxn ang="0">
                  <a:pos x="75" y="207"/>
                </a:cxn>
                <a:cxn ang="0">
                  <a:pos x="97" y="212"/>
                </a:cxn>
                <a:cxn ang="0">
                  <a:pos x="118" y="212"/>
                </a:cxn>
                <a:cxn ang="0">
                  <a:pos x="140" y="207"/>
                </a:cxn>
                <a:cxn ang="0">
                  <a:pos x="161" y="199"/>
                </a:cxn>
                <a:cxn ang="0">
                  <a:pos x="178" y="188"/>
                </a:cxn>
                <a:cxn ang="0">
                  <a:pos x="194" y="172"/>
                </a:cxn>
                <a:cxn ang="0">
                  <a:pos x="204" y="156"/>
                </a:cxn>
                <a:cxn ang="0">
                  <a:pos x="213" y="137"/>
                </a:cxn>
                <a:cxn ang="0">
                  <a:pos x="218" y="116"/>
                </a:cxn>
                <a:cxn ang="0">
                  <a:pos x="218" y="94"/>
                </a:cxn>
                <a:cxn ang="0">
                  <a:pos x="213" y="73"/>
                </a:cxn>
                <a:cxn ang="0">
                  <a:pos x="204" y="54"/>
                </a:cxn>
                <a:cxn ang="0">
                  <a:pos x="194" y="38"/>
                </a:cxn>
                <a:cxn ang="0">
                  <a:pos x="178" y="24"/>
                </a:cxn>
                <a:cxn ang="0">
                  <a:pos x="161" y="14"/>
                </a:cxn>
                <a:cxn ang="0">
                  <a:pos x="140" y="6"/>
                </a:cxn>
                <a:cxn ang="0">
                  <a:pos x="118" y="0"/>
                </a:cxn>
              </a:cxnLst>
              <a:pathLst>
                <a:path w="218" h="212">
                  <a:moveTo>
                    <a:pt x="108" y="0"/>
                  </a:moveTo>
                  <a:lnTo>
                    <a:pt x="97" y="0"/>
                  </a:lnTo>
                  <a:lnTo>
                    <a:pt x="86" y="3"/>
                  </a:lnTo>
                  <a:lnTo>
                    <a:pt x="75" y="6"/>
                  </a:lnTo>
                  <a:lnTo>
                    <a:pt x="65" y="8"/>
                  </a:lnTo>
                  <a:lnTo>
                    <a:pt x="56" y="14"/>
                  </a:lnTo>
                  <a:lnTo>
                    <a:pt x="48" y="19"/>
                  </a:lnTo>
                  <a:lnTo>
                    <a:pt x="40" y="24"/>
                  </a:lnTo>
                  <a:lnTo>
                    <a:pt x="32" y="30"/>
                  </a:lnTo>
                  <a:lnTo>
                    <a:pt x="24" y="38"/>
                  </a:lnTo>
                  <a:lnTo>
                    <a:pt x="19" y="46"/>
                  </a:lnTo>
                  <a:lnTo>
                    <a:pt x="13" y="54"/>
                  </a:lnTo>
                  <a:lnTo>
                    <a:pt x="8" y="65"/>
                  </a:lnTo>
                  <a:lnTo>
                    <a:pt x="5" y="73"/>
                  </a:lnTo>
                  <a:lnTo>
                    <a:pt x="3" y="83"/>
                  </a:lnTo>
                  <a:lnTo>
                    <a:pt x="0" y="94"/>
                  </a:lnTo>
                  <a:lnTo>
                    <a:pt x="0" y="105"/>
                  </a:lnTo>
                  <a:lnTo>
                    <a:pt x="0" y="116"/>
                  </a:lnTo>
                  <a:lnTo>
                    <a:pt x="3" y="126"/>
                  </a:lnTo>
                  <a:lnTo>
                    <a:pt x="5" y="137"/>
                  </a:lnTo>
                  <a:lnTo>
                    <a:pt x="8" y="148"/>
                  </a:lnTo>
                  <a:lnTo>
                    <a:pt x="13" y="156"/>
                  </a:lnTo>
                  <a:lnTo>
                    <a:pt x="19" y="164"/>
                  </a:lnTo>
                  <a:lnTo>
                    <a:pt x="24" y="172"/>
                  </a:lnTo>
                  <a:lnTo>
                    <a:pt x="32" y="180"/>
                  </a:lnTo>
                  <a:lnTo>
                    <a:pt x="40" y="188"/>
                  </a:lnTo>
                  <a:lnTo>
                    <a:pt x="48" y="193"/>
                  </a:lnTo>
                  <a:lnTo>
                    <a:pt x="56" y="199"/>
                  </a:lnTo>
                  <a:lnTo>
                    <a:pt x="65" y="204"/>
                  </a:lnTo>
                  <a:lnTo>
                    <a:pt x="75" y="207"/>
                  </a:lnTo>
                  <a:lnTo>
                    <a:pt x="86" y="209"/>
                  </a:lnTo>
                  <a:lnTo>
                    <a:pt x="97" y="212"/>
                  </a:lnTo>
                  <a:lnTo>
                    <a:pt x="108" y="212"/>
                  </a:lnTo>
                  <a:lnTo>
                    <a:pt x="118" y="212"/>
                  </a:lnTo>
                  <a:lnTo>
                    <a:pt x="129" y="209"/>
                  </a:lnTo>
                  <a:lnTo>
                    <a:pt x="140" y="207"/>
                  </a:lnTo>
                  <a:lnTo>
                    <a:pt x="151" y="204"/>
                  </a:lnTo>
                  <a:lnTo>
                    <a:pt x="161" y="199"/>
                  </a:lnTo>
                  <a:lnTo>
                    <a:pt x="169" y="193"/>
                  </a:lnTo>
                  <a:lnTo>
                    <a:pt x="178" y="188"/>
                  </a:lnTo>
                  <a:lnTo>
                    <a:pt x="186" y="180"/>
                  </a:lnTo>
                  <a:lnTo>
                    <a:pt x="194" y="172"/>
                  </a:lnTo>
                  <a:lnTo>
                    <a:pt x="199" y="164"/>
                  </a:lnTo>
                  <a:lnTo>
                    <a:pt x="204" y="156"/>
                  </a:lnTo>
                  <a:lnTo>
                    <a:pt x="210" y="148"/>
                  </a:lnTo>
                  <a:lnTo>
                    <a:pt x="213" y="137"/>
                  </a:lnTo>
                  <a:lnTo>
                    <a:pt x="215" y="126"/>
                  </a:lnTo>
                  <a:lnTo>
                    <a:pt x="218" y="116"/>
                  </a:lnTo>
                  <a:lnTo>
                    <a:pt x="218" y="105"/>
                  </a:lnTo>
                  <a:lnTo>
                    <a:pt x="218" y="94"/>
                  </a:lnTo>
                  <a:lnTo>
                    <a:pt x="215" y="83"/>
                  </a:lnTo>
                  <a:lnTo>
                    <a:pt x="213" y="73"/>
                  </a:lnTo>
                  <a:lnTo>
                    <a:pt x="210" y="65"/>
                  </a:lnTo>
                  <a:lnTo>
                    <a:pt x="204" y="54"/>
                  </a:lnTo>
                  <a:lnTo>
                    <a:pt x="199" y="46"/>
                  </a:lnTo>
                  <a:lnTo>
                    <a:pt x="194" y="38"/>
                  </a:lnTo>
                  <a:lnTo>
                    <a:pt x="186" y="30"/>
                  </a:lnTo>
                  <a:lnTo>
                    <a:pt x="178" y="24"/>
                  </a:lnTo>
                  <a:lnTo>
                    <a:pt x="169" y="19"/>
                  </a:lnTo>
                  <a:lnTo>
                    <a:pt x="161" y="14"/>
                  </a:lnTo>
                  <a:lnTo>
                    <a:pt x="151" y="8"/>
                  </a:lnTo>
                  <a:lnTo>
                    <a:pt x="140" y="6"/>
                  </a:lnTo>
                  <a:lnTo>
                    <a:pt x="129" y="3"/>
                  </a:lnTo>
                  <a:lnTo>
                    <a:pt x="118" y="0"/>
                  </a:lnTo>
                  <a:lnTo>
                    <a:pt x="108" y="0"/>
                  </a:lnTo>
                  <a:close/>
                </a:path>
              </a:pathLst>
            </a:custGeom>
            <a:solidFill>
              <a:srgbClr val="33CCFF">
                <a:alpha val="100000"/>
              </a:srgbClr>
            </a:solidFill>
            <a:ln w="9525">
              <a:noFill/>
            </a:ln>
          </p:spPr>
          <p:txBody>
            <a:bodyPr/>
            <a:p>
              <a:endParaRPr lang="zh-CN" altLang="en-US"/>
            </a:p>
          </p:txBody>
        </p:sp>
        <p:sp>
          <p:nvSpPr>
            <p:cNvPr id="137238" name="Rectangle 22"/>
            <p:cNvSpPr/>
            <p:nvPr/>
          </p:nvSpPr>
          <p:spPr>
            <a:xfrm>
              <a:off x="2653" y="1983"/>
              <a:ext cx="81" cy="15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600" b="1" dirty="0">
                  <a:solidFill>
                    <a:schemeClr val="bg1"/>
                  </a:solidFill>
                  <a:ea typeface="宋体" panose="02010600030101010101" pitchFamily="2" charset="-122"/>
                </a:rPr>
                <a:t>Y</a:t>
              </a:r>
              <a:endParaRPr lang="en-US" altLang="zh-CN" sz="1600" b="1" dirty="0">
                <a:solidFill>
                  <a:schemeClr val="bg1"/>
                </a:solidFill>
                <a:ea typeface="宋体" panose="02010600030101010101" pitchFamily="2" charset="-122"/>
              </a:endParaRPr>
            </a:p>
          </p:txBody>
        </p:sp>
        <p:sp>
          <p:nvSpPr>
            <p:cNvPr id="137239" name="Line 23"/>
            <p:cNvSpPr/>
            <p:nvPr/>
          </p:nvSpPr>
          <p:spPr>
            <a:xfrm>
              <a:off x="674" y="1448"/>
              <a:ext cx="280" cy="1"/>
            </a:xfrm>
            <a:prstGeom prst="line">
              <a:avLst/>
            </a:prstGeom>
            <a:ln w="17463" cap="flat" cmpd="sng">
              <a:solidFill>
                <a:srgbClr val="000000"/>
              </a:solidFill>
              <a:prstDash val="solid"/>
              <a:headEnd type="none" w="med" len="med"/>
              <a:tailEnd type="none" w="med" len="med"/>
            </a:ln>
          </p:spPr>
        </p:sp>
        <p:sp>
          <p:nvSpPr>
            <p:cNvPr id="137240" name="Line 24"/>
            <p:cNvSpPr/>
            <p:nvPr/>
          </p:nvSpPr>
          <p:spPr>
            <a:xfrm>
              <a:off x="2165" y="1140"/>
              <a:ext cx="419" cy="174"/>
            </a:xfrm>
            <a:prstGeom prst="line">
              <a:avLst/>
            </a:prstGeom>
            <a:ln w="17463" cap="flat" cmpd="sng">
              <a:solidFill>
                <a:srgbClr val="000000"/>
              </a:solidFill>
              <a:prstDash val="solid"/>
              <a:headEnd type="none" w="med" len="med"/>
              <a:tailEnd type="none" w="med" len="med"/>
            </a:ln>
          </p:spPr>
        </p:sp>
        <p:sp>
          <p:nvSpPr>
            <p:cNvPr id="137241" name="Line 25"/>
            <p:cNvSpPr/>
            <p:nvPr/>
          </p:nvSpPr>
          <p:spPr>
            <a:xfrm flipV="1">
              <a:off x="2192" y="1381"/>
              <a:ext cx="422" cy="357"/>
            </a:xfrm>
            <a:prstGeom prst="line">
              <a:avLst/>
            </a:prstGeom>
            <a:ln w="17463" cap="flat" cmpd="sng">
              <a:solidFill>
                <a:srgbClr val="000000"/>
              </a:solidFill>
              <a:prstDash val="solid"/>
              <a:headEnd type="none" w="med" len="med"/>
              <a:tailEnd type="none" w="med" len="med"/>
            </a:ln>
          </p:spPr>
        </p:sp>
        <p:sp>
          <p:nvSpPr>
            <p:cNvPr id="137242" name="Line 26"/>
            <p:cNvSpPr/>
            <p:nvPr/>
          </p:nvSpPr>
          <p:spPr>
            <a:xfrm>
              <a:off x="2197" y="1821"/>
              <a:ext cx="387" cy="201"/>
            </a:xfrm>
            <a:prstGeom prst="line">
              <a:avLst/>
            </a:prstGeom>
            <a:ln w="17463" cap="flat" cmpd="sng">
              <a:solidFill>
                <a:srgbClr val="000000"/>
              </a:solidFill>
              <a:prstDash val="solid"/>
              <a:headEnd type="none" w="med" len="med"/>
              <a:tailEnd type="none" w="med" len="med"/>
            </a:ln>
          </p:spPr>
        </p:sp>
        <p:sp>
          <p:nvSpPr>
            <p:cNvPr id="137243" name="Line 27"/>
            <p:cNvSpPr/>
            <p:nvPr/>
          </p:nvSpPr>
          <p:spPr>
            <a:xfrm flipV="1">
              <a:off x="1481" y="1228"/>
              <a:ext cx="183" cy="148"/>
            </a:xfrm>
            <a:prstGeom prst="line">
              <a:avLst/>
            </a:prstGeom>
            <a:ln w="55563" cap="flat" cmpd="sng">
              <a:solidFill>
                <a:srgbClr val="000000"/>
              </a:solidFill>
              <a:prstDash val="solid"/>
              <a:headEnd type="none" w="med" len="med"/>
              <a:tailEnd type="none" w="med" len="med"/>
            </a:ln>
          </p:spPr>
        </p:sp>
        <p:sp>
          <p:nvSpPr>
            <p:cNvPr id="137244" name="Line 28"/>
            <p:cNvSpPr/>
            <p:nvPr/>
          </p:nvSpPr>
          <p:spPr>
            <a:xfrm flipV="1">
              <a:off x="2030" y="1309"/>
              <a:ext cx="1" cy="268"/>
            </a:xfrm>
            <a:prstGeom prst="line">
              <a:avLst/>
            </a:prstGeom>
            <a:ln w="55563" cap="flat" cmpd="sng">
              <a:solidFill>
                <a:srgbClr val="000000"/>
              </a:solidFill>
              <a:prstDash val="solid"/>
              <a:headEnd type="none" w="med" len="med"/>
              <a:tailEnd type="none" w="med" len="med"/>
            </a:ln>
          </p:spPr>
        </p:sp>
        <p:sp>
          <p:nvSpPr>
            <p:cNvPr id="137245" name="Line 29"/>
            <p:cNvSpPr/>
            <p:nvPr/>
          </p:nvSpPr>
          <p:spPr>
            <a:xfrm>
              <a:off x="1497" y="1577"/>
              <a:ext cx="167" cy="104"/>
            </a:xfrm>
            <a:prstGeom prst="line">
              <a:avLst/>
            </a:prstGeom>
            <a:ln w="55563" cap="flat" cmpd="sng">
              <a:solidFill>
                <a:srgbClr val="000000"/>
              </a:solidFill>
              <a:prstDash val="solid"/>
              <a:headEnd type="none" w="med" len="med"/>
              <a:tailEnd type="none" w="med" len="med"/>
            </a:ln>
          </p:spPr>
        </p:sp>
        <p:sp>
          <p:nvSpPr>
            <p:cNvPr id="137246" name="Rectangle 30"/>
            <p:cNvSpPr/>
            <p:nvPr/>
          </p:nvSpPr>
          <p:spPr>
            <a:xfrm>
              <a:off x="3050" y="853"/>
              <a:ext cx="608" cy="284"/>
            </a:xfrm>
            <a:prstGeom prst="rect">
              <a:avLst/>
            </a:prstGeom>
            <a:solidFill>
              <a:srgbClr val="FFFFFF"/>
            </a:solidFill>
            <a:ln w="9525">
              <a:noFill/>
            </a:ln>
          </p:spPr>
          <p:txBody>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37247" name="Rectangle 31"/>
            <p:cNvSpPr/>
            <p:nvPr/>
          </p:nvSpPr>
          <p:spPr>
            <a:xfrm>
              <a:off x="3131" y="896"/>
              <a:ext cx="528" cy="19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2000" dirty="0">
                  <a:solidFill>
                    <a:srgbClr val="000000"/>
                  </a:solidFill>
                  <a:ea typeface="宋体" panose="02010600030101010101" pitchFamily="2" charset="-122"/>
                </a:rPr>
                <a:t>legend</a:t>
              </a:r>
              <a:r>
                <a:rPr lang="en-US" altLang="zh-CN" sz="1700" b="1" dirty="0">
                  <a:solidFill>
                    <a:srgbClr val="000000"/>
                  </a:solidFill>
                  <a:latin typeface="Times New Roman" panose="02020603050405020304" pitchFamily="18" charset="0"/>
                  <a:ea typeface="宋体" panose="02010600030101010101" pitchFamily="2" charset="-122"/>
                </a:rPr>
                <a:t>:</a:t>
              </a:r>
              <a:endParaRPr lang="en-US" altLang="zh-CN" sz="1800" dirty="0">
                <a:ea typeface="宋体" panose="02010600030101010101" pitchFamily="2" charset="-122"/>
              </a:endParaRPr>
            </a:p>
          </p:txBody>
        </p:sp>
        <p:sp>
          <p:nvSpPr>
            <p:cNvPr id="137248" name="Rectangle 32"/>
            <p:cNvSpPr/>
            <p:nvPr/>
          </p:nvSpPr>
          <p:spPr>
            <a:xfrm>
              <a:off x="3548" y="898"/>
              <a:ext cx="34" cy="163"/>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700" dirty="0">
                  <a:solidFill>
                    <a:srgbClr val="000000"/>
                  </a:solidFill>
                  <a:latin typeface="Times New Roman" panose="02020603050405020304" pitchFamily="18" charset="0"/>
                  <a:ea typeface="宋体" panose="02010600030101010101" pitchFamily="2" charset="-122"/>
                </a:rPr>
                <a:t> </a:t>
              </a:r>
              <a:endParaRPr lang="en-US" altLang="zh-CN" sz="1800" dirty="0">
                <a:ea typeface="宋体" panose="02010600030101010101" pitchFamily="2" charset="-122"/>
              </a:endParaRPr>
            </a:p>
          </p:txBody>
        </p:sp>
        <p:sp>
          <p:nvSpPr>
            <p:cNvPr id="137249" name="Rectangle 33"/>
            <p:cNvSpPr/>
            <p:nvPr/>
          </p:nvSpPr>
          <p:spPr>
            <a:xfrm>
              <a:off x="4261" y="1432"/>
              <a:ext cx="731" cy="499"/>
            </a:xfrm>
            <a:prstGeom prst="rect">
              <a:avLst/>
            </a:prstGeom>
            <a:solidFill>
              <a:srgbClr val="FFFFFF"/>
            </a:solidFill>
            <a:ln w="9525">
              <a:noFill/>
            </a:ln>
          </p:spPr>
          <p:txBody>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37250" name="Rectangle 34"/>
            <p:cNvSpPr/>
            <p:nvPr/>
          </p:nvSpPr>
          <p:spPr>
            <a:xfrm>
              <a:off x="4341" y="1472"/>
              <a:ext cx="739" cy="19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2000" dirty="0">
                  <a:solidFill>
                    <a:srgbClr val="000000"/>
                  </a:solidFill>
                  <a:ea typeface="宋体" panose="02010600030101010101" pitchFamily="2" charset="-122"/>
                </a:rPr>
                <a:t>customer </a:t>
              </a:r>
              <a:endParaRPr lang="en-US" altLang="zh-CN" sz="2000" dirty="0">
                <a:ea typeface="宋体" panose="02010600030101010101" pitchFamily="2" charset="-122"/>
              </a:endParaRPr>
            </a:p>
          </p:txBody>
        </p:sp>
        <p:sp>
          <p:nvSpPr>
            <p:cNvPr id="137251" name="Rectangle 35"/>
            <p:cNvSpPr/>
            <p:nvPr/>
          </p:nvSpPr>
          <p:spPr>
            <a:xfrm>
              <a:off x="4341" y="1630"/>
              <a:ext cx="651" cy="19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2000" dirty="0">
                  <a:solidFill>
                    <a:srgbClr val="000000"/>
                  </a:solidFill>
                  <a:ea typeface="宋体" panose="02010600030101010101" pitchFamily="2" charset="-122"/>
                </a:rPr>
                <a:t>network:</a:t>
              </a:r>
              <a:endParaRPr lang="en-US" altLang="zh-CN" sz="2000" dirty="0">
                <a:ea typeface="宋体" panose="02010600030101010101" pitchFamily="2" charset="-122"/>
              </a:endParaRPr>
            </a:p>
          </p:txBody>
        </p:sp>
        <p:sp>
          <p:nvSpPr>
            <p:cNvPr id="137252" name="Rectangle 36"/>
            <p:cNvSpPr/>
            <p:nvPr/>
          </p:nvSpPr>
          <p:spPr>
            <a:xfrm>
              <a:off x="4823" y="1630"/>
              <a:ext cx="48" cy="19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2000" dirty="0">
                  <a:solidFill>
                    <a:srgbClr val="000000"/>
                  </a:solidFill>
                  <a:ea typeface="宋体" panose="02010600030101010101" pitchFamily="2" charset="-122"/>
                </a:rPr>
                <a:t> </a:t>
              </a:r>
              <a:endParaRPr lang="en-US" altLang="zh-CN" sz="2000" dirty="0">
                <a:ea typeface="宋体" panose="02010600030101010101" pitchFamily="2" charset="-122"/>
              </a:endParaRPr>
            </a:p>
          </p:txBody>
        </p:sp>
        <p:sp>
          <p:nvSpPr>
            <p:cNvPr id="137253" name="Rectangle 37"/>
            <p:cNvSpPr/>
            <p:nvPr/>
          </p:nvSpPr>
          <p:spPr>
            <a:xfrm>
              <a:off x="4261" y="869"/>
              <a:ext cx="697" cy="424"/>
            </a:xfrm>
            <a:prstGeom prst="rect">
              <a:avLst/>
            </a:prstGeom>
            <a:solidFill>
              <a:srgbClr val="FFFFFF"/>
            </a:solidFill>
            <a:ln w="9525">
              <a:noFill/>
            </a:ln>
          </p:spPr>
          <p:txBody>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37254" name="Rectangle 38"/>
            <p:cNvSpPr/>
            <p:nvPr/>
          </p:nvSpPr>
          <p:spPr>
            <a:xfrm>
              <a:off x="4341" y="909"/>
              <a:ext cx="629" cy="19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2000" dirty="0">
                  <a:solidFill>
                    <a:srgbClr val="000000"/>
                  </a:solidFill>
                  <a:ea typeface="宋体" panose="02010600030101010101" pitchFamily="2" charset="-122"/>
                </a:rPr>
                <a:t>provider</a:t>
              </a:r>
              <a:endParaRPr lang="en-US" altLang="zh-CN" sz="2000" dirty="0">
                <a:ea typeface="宋体" panose="02010600030101010101" pitchFamily="2" charset="-122"/>
              </a:endParaRPr>
            </a:p>
          </p:txBody>
        </p:sp>
        <p:sp>
          <p:nvSpPr>
            <p:cNvPr id="137255" name="Rectangle 39"/>
            <p:cNvSpPr/>
            <p:nvPr/>
          </p:nvSpPr>
          <p:spPr>
            <a:xfrm>
              <a:off x="4796" y="909"/>
              <a:ext cx="48" cy="19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2000" dirty="0">
                  <a:solidFill>
                    <a:srgbClr val="000000"/>
                  </a:solidFill>
                  <a:ea typeface="宋体" panose="02010600030101010101" pitchFamily="2" charset="-122"/>
                </a:rPr>
                <a:t> </a:t>
              </a:r>
              <a:endParaRPr lang="en-US" altLang="zh-CN" sz="2000" dirty="0">
                <a:ea typeface="宋体" panose="02010600030101010101" pitchFamily="2" charset="-122"/>
              </a:endParaRPr>
            </a:p>
          </p:txBody>
        </p:sp>
        <p:sp>
          <p:nvSpPr>
            <p:cNvPr id="137256" name="Rectangle 40"/>
            <p:cNvSpPr/>
            <p:nvPr/>
          </p:nvSpPr>
          <p:spPr>
            <a:xfrm>
              <a:off x="4341" y="1064"/>
              <a:ext cx="603" cy="19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2000" dirty="0">
                  <a:solidFill>
                    <a:srgbClr val="000000"/>
                  </a:solidFill>
                  <a:ea typeface="宋体" panose="02010600030101010101" pitchFamily="2" charset="-122"/>
                </a:rPr>
                <a:t>network</a:t>
              </a:r>
              <a:endParaRPr lang="en-US" altLang="zh-CN" sz="2000" dirty="0">
                <a:ea typeface="宋体" panose="02010600030101010101" pitchFamily="2" charset="-122"/>
              </a:endParaRPr>
            </a:p>
          </p:txBody>
        </p:sp>
        <p:sp>
          <p:nvSpPr>
            <p:cNvPr id="137257" name="Rectangle 41"/>
            <p:cNvSpPr/>
            <p:nvPr/>
          </p:nvSpPr>
          <p:spPr>
            <a:xfrm>
              <a:off x="4785" y="1064"/>
              <a:ext cx="48" cy="19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2000" dirty="0">
                  <a:solidFill>
                    <a:srgbClr val="000000"/>
                  </a:solidFill>
                  <a:ea typeface="宋体" panose="02010600030101010101" pitchFamily="2" charset="-122"/>
                </a:rPr>
                <a:t> </a:t>
              </a:r>
              <a:endParaRPr lang="en-US" altLang="zh-CN" sz="2000" dirty="0">
                <a:ea typeface="宋体" panose="02010600030101010101" pitchFamily="2" charset="-122"/>
              </a:endParaRPr>
            </a:p>
          </p:txBody>
        </p:sp>
        <p:sp>
          <p:nvSpPr>
            <p:cNvPr id="137258" name="Freeform 42"/>
            <p:cNvSpPr/>
            <p:nvPr/>
          </p:nvSpPr>
          <p:spPr>
            <a:xfrm>
              <a:off x="3749" y="901"/>
              <a:ext cx="563" cy="362"/>
            </a:xfrm>
            <a:custGeom>
              <a:avLst/>
              <a:gdLst/>
              <a:ahLst/>
              <a:cxnLst>
                <a:cxn ang="0">
                  <a:pos x="162" y="0"/>
                </a:cxn>
                <a:cxn ang="0">
                  <a:pos x="132" y="5"/>
                </a:cxn>
                <a:cxn ang="0">
                  <a:pos x="108" y="13"/>
                </a:cxn>
                <a:cxn ang="0">
                  <a:pos x="81" y="30"/>
                </a:cxn>
                <a:cxn ang="0">
                  <a:pos x="60" y="48"/>
                </a:cxn>
                <a:cxn ang="0">
                  <a:pos x="35" y="72"/>
                </a:cxn>
                <a:cxn ang="0">
                  <a:pos x="14" y="102"/>
                </a:cxn>
                <a:cxn ang="0">
                  <a:pos x="3" y="126"/>
                </a:cxn>
                <a:cxn ang="0">
                  <a:pos x="0" y="140"/>
                </a:cxn>
                <a:cxn ang="0">
                  <a:pos x="0" y="156"/>
                </a:cxn>
                <a:cxn ang="0">
                  <a:pos x="3" y="180"/>
                </a:cxn>
                <a:cxn ang="0">
                  <a:pos x="17" y="212"/>
                </a:cxn>
                <a:cxn ang="0">
                  <a:pos x="35" y="241"/>
                </a:cxn>
                <a:cxn ang="0">
                  <a:pos x="60" y="268"/>
                </a:cxn>
                <a:cxn ang="0">
                  <a:pos x="81" y="292"/>
                </a:cxn>
                <a:cxn ang="0">
                  <a:pos x="103" y="316"/>
                </a:cxn>
                <a:cxn ang="0">
                  <a:pos x="119" y="327"/>
                </a:cxn>
                <a:cxn ang="0">
                  <a:pos x="135" y="335"/>
                </a:cxn>
                <a:cxn ang="0">
                  <a:pos x="156" y="341"/>
                </a:cxn>
                <a:cxn ang="0">
                  <a:pos x="183" y="346"/>
                </a:cxn>
                <a:cxn ang="0">
                  <a:pos x="200" y="349"/>
                </a:cxn>
                <a:cxn ang="0">
                  <a:pos x="240" y="354"/>
                </a:cxn>
                <a:cxn ang="0">
                  <a:pos x="286" y="357"/>
                </a:cxn>
                <a:cxn ang="0">
                  <a:pos x="334" y="359"/>
                </a:cxn>
                <a:cxn ang="0">
                  <a:pos x="385" y="362"/>
                </a:cxn>
                <a:cxn ang="0">
                  <a:pos x="434" y="359"/>
                </a:cxn>
                <a:cxn ang="0">
                  <a:pos x="477" y="351"/>
                </a:cxn>
                <a:cxn ang="0">
                  <a:pos x="504" y="343"/>
                </a:cxn>
                <a:cxn ang="0">
                  <a:pos x="517" y="335"/>
                </a:cxn>
                <a:cxn ang="0">
                  <a:pos x="528" y="325"/>
                </a:cxn>
                <a:cxn ang="0">
                  <a:pos x="541" y="306"/>
                </a:cxn>
                <a:cxn ang="0">
                  <a:pos x="555" y="274"/>
                </a:cxn>
                <a:cxn ang="0">
                  <a:pos x="560" y="236"/>
                </a:cxn>
                <a:cxn ang="0">
                  <a:pos x="563" y="193"/>
                </a:cxn>
                <a:cxn ang="0">
                  <a:pos x="560" y="153"/>
                </a:cxn>
                <a:cxn ang="0">
                  <a:pos x="557" y="113"/>
                </a:cxn>
                <a:cxn ang="0">
                  <a:pos x="552" y="78"/>
                </a:cxn>
                <a:cxn ang="0">
                  <a:pos x="547" y="59"/>
                </a:cxn>
                <a:cxn ang="0">
                  <a:pos x="544" y="46"/>
                </a:cxn>
                <a:cxn ang="0">
                  <a:pos x="539" y="30"/>
                </a:cxn>
                <a:cxn ang="0">
                  <a:pos x="533" y="22"/>
                </a:cxn>
                <a:cxn ang="0">
                  <a:pos x="522" y="19"/>
                </a:cxn>
                <a:cxn ang="0">
                  <a:pos x="506" y="16"/>
                </a:cxn>
                <a:cxn ang="0">
                  <a:pos x="479" y="16"/>
                </a:cxn>
                <a:cxn ang="0">
                  <a:pos x="466" y="13"/>
                </a:cxn>
                <a:cxn ang="0">
                  <a:pos x="450" y="11"/>
                </a:cxn>
                <a:cxn ang="0">
                  <a:pos x="409" y="11"/>
                </a:cxn>
                <a:cxn ang="0">
                  <a:pos x="364" y="13"/>
                </a:cxn>
                <a:cxn ang="0">
                  <a:pos x="321" y="13"/>
                </a:cxn>
                <a:cxn ang="0">
                  <a:pos x="283" y="11"/>
                </a:cxn>
                <a:cxn ang="0">
                  <a:pos x="248" y="5"/>
                </a:cxn>
                <a:cxn ang="0">
                  <a:pos x="213" y="0"/>
                </a:cxn>
                <a:cxn ang="0">
                  <a:pos x="186" y="0"/>
                </a:cxn>
                <a:cxn ang="0">
                  <a:pos x="175" y="0"/>
                </a:cxn>
              </a:cxnLst>
              <a:pathLst>
                <a:path w="563" h="362">
                  <a:moveTo>
                    <a:pt x="175" y="0"/>
                  </a:moveTo>
                  <a:lnTo>
                    <a:pt x="162" y="0"/>
                  </a:lnTo>
                  <a:lnTo>
                    <a:pt x="148" y="3"/>
                  </a:lnTo>
                  <a:lnTo>
                    <a:pt x="132" y="5"/>
                  </a:lnTo>
                  <a:lnTo>
                    <a:pt x="119" y="11"/>
                  </a:lnTo>
                  <a:lnTo>
                    <a:pt x="108" y="13"/>
                  </a:lnTo>
                  <a:lnTo>
                    <a:pt x="95" y="22"/>
                  </a:lnTo>
                  <a:lnTo>
                    <a:pt x="81" y="30"/>
                  </a:lnTo>
                  <a:lnTo>
                    <a:pt x="70" y="38"/>
                  </a:lnTo>
                  <a:lnTo>
                    <a:pt x="60" y="48"/>
                  </a:lnTo>
                  <a:lnTo>
                    <a:pt x="46" y="59"/>
                  </a:lnTo>
                  <a:lnTo>
                    <a:pt x="35" y="72"/>
                  </a:lnTo>
                  <a:lnTo>
                    <a:pt x="25" y="89"/>
                  </a:lnTo>
                  <a:lnTo>
                    <a:pt x="14" y="102"/>
                  </a:lnTo>
                  <a:lnTo>
                    <a:pt x="8" y="118"/>
                  </a:lnTo>
                  <a:lnTo>
                    <a:pt x="3" y="126"/>
                  </a:lnTo>
                  <a:lnTo>
                    <a:pt x="3" y="134"/>
                  </a:lnTo>
                  <a:lnTo>
                    <a:pt x="0" y="140"/>
                  </a:lnTo>
                  <a:lnTo>
                    <a:pt x="0" y="148"/>
                  </a:lnTo>
                  <a:lnTo>
                    <a:pt x="0" y="156"/>
                  </a:lnTo>
                  <a:lnTo>
                    <a:pt x="0" y="164"/>
                  </a:lnTo>
                  <a:lnTo>
                    <a:pt x="3" y="180"/>
                  </a:lnTo>
                  <a:lnTo>
                    <a:pt x="8" y="196"/>
                  </a:lnTo>
                  <a:lnTo>
                    <a:pt x="17" y="212"/>
                  </a:lnTo>
                  <a:lnTo>
                    <a:pt x="27" y="225"/>
                  </a:lnTo>
                  <a:lnTo>
                    <a:pt x="35" y="241"/>
                  </a:lnTo>
                  <a:lnTo>
                    <a:pt x="49" y="255"/>
                  </a:lnTo>
                  <a:lnTo>
                    <a:pt x="60" y="268"/>
                  </a:lnTo>
                  <a:lnTo>
                    <a:pt x="70" y="282"/>
                  </a:lnTo>
                  <a:lnTo>
                    <a:pt x="81" y="292"/>
                  </a:lnTo>
                  <a:lnTo>
                    <a:pt x="92" y="306"/>
                  </a:lnTo>
                  <a:lnTo>
                    <a:pt x="103" y="316"/>
                  </a:lnTo>
                  <a:lnTo>
                    <a:pt x="111" y="322"/>
                  </a:lnTo>
                  <a:lnTo>
                    <a:pt x="119" y="327"/>
                  </a:lnTo>
                  <a:lnTo>
                    <a:pt x="127" y="330"/>
                  </a:lnTo>
                  <a:lnTo>
                    <a:pt x="135" y="335"/>
                  </a:lnTo>
                  <a:lnTo>
                    <a:pt x="146" y="338"/>
                  </a:lnTo>
                  <a:lnTo>
                    <a:pt x="156" y="341"/>
                  </a:lnTo>
                  <a:lnTo>
                    <a:pt x="170" y="343"/>
                  </a:lnTo>
                  <a:lnTo>
                    <a:pt x="183" y="346"/>
                  </a:lnTo>
                  <a:lnTo>
                    <a:pt x="191" y="346"/>
                  </a:lnTo>
                  <a:lnTo>
                    <a:pt x="200" y="349"/>
                  </a:lnTo>
                  <a:lnTo>
                    <a:pt x="218" y="351"/>
                  </a:lnTo>
                  <a:lnTo>
                    <a:pt x="240" y="354"/>
                  </a:lnTo>
                  <a:lnTo>
                    <a:pt x="261" y="354"/>
                  </a:lnTo>
                  <a:lnTo>
                    <a:pt x="286" y="357"/>
                  </a:lnTo>
                  <a:lnTo>
                    <a:pt x="310" y="359"/>
                  </a:lnTo>
                  <a:lnTo>
                    <a:pt x="334" y="359"/>
                  </a:lnTo>
                  <a:lnTo>
                    <a:pt x="361" y="362"/>
                  </a:lnTo>
                  <a:lnTo>
                    <a:pt x="385" y="362"/>
                  </a:lnTo>
                  <a:lnTo>
                    <a:pt x="409" y="359"/>
                  </a:lnTo>
                  <a:lnTo>
                    <a:pt x="434" y="359"/>
                  </a:lnTo>
                  <a:lnTo>
                    <a:pt x="455" y="357"/>
                  </a:lnTo>
                  <a:lnTo>
                    <a:pt x="477" y="351"/>
                  </a:lnTo>
                  <a:lnTo>
                    <a:pt x="493" y="346"/>
                  </a:lnTo>
                  <a:lnTo>
                    <a:pt x="504" y="343"/>
                  </a:lnTo>
                  <a:lnTo>
                    <a:pt x="509" y="338"/>
                  </a:lnTo>
                  <a:lnTo>
                    <a:pt x="517" y="335"/>
                  </a:lnTo>
                  <a:lnTo>
                    <a:pt x="522" y="330"/>
                  </a:lnTo>
                  <a:lnTo>
                    <a:pt x="528" y="325"/>
                  </a:lnTo>
                  <a:lnTo>
                    <a:pt x="533" y="319"/>
                  </a:lnTo>
                  <a:lnTo>
                    <a:pt x="541" y="306"/>
                  </a:lnTo>
                  <a:lnTo>
                    <a:pt x="549" y="292"/>
                  </a:lnTo>
                  <a:lnTo>
                    <a:pt x="555" y="274"/>
                  </a:lnTo>
                  <a:lnTo>
                    <a:pt x="557" y="255"/>
                  </a:lnTo>
                  <a:lnTo>
                    <a:pt x="560" y="236"/>
                  </a:lnTo>
                  <a:lnTo>
                    <a:pt x="563" y="215"/>
                  </a:lnTo>
                  <a:lnTo>
                    <a:pt x="563" y="193"/>
                  </a:lnTo>
                  <a:lnTo>
                    <a:pt x="560" y="172"/>
                  </a:lnTo>
                  <a:lnTo>
                    <a:pt x="560" y="153"/>
                  </a:lnTo>
                  <a:lnTo>
                    <a:pt x="557" y="131"/>
                  </a:lnTo>
                  <a:lnTo>
                    <a:pt x="557" y="113"/>
                  </a:lnTo>
                  <a:lnTo>
                    <a:pt x="555" y="94"/>
                  </a:lnTo>
                  <a:lnTo>
                    <a:pt x="552" y="78"/>
                  </a:lnTo>
                  <a:lnTo>
                    <a:pt x="549" y="64"/>
                  </a:lnTo>
                  <a:lnTo>
                    <a:pt x="547" y="59"/>
                  </a:lnTo>
                  <a:lnTo>
                    <a:pt x="547" y="54"/>
                  </a:lnTo>
                  <a:lnTo>
                    <a:pt x="544" y="46"/>
                  </a:lnTo>
                  <a:lnTo>
                    <a:pt x="541" y="38"/>
                  </a:lnTo>
                  <a:lnTo>
                    <a:pt x="539" y="30"/>
                  </a:lnTo>
                  <a:lnTo>
                    <a:pt x="536" y="27"/>
                  </a:lnTo>
                  <a:lnTo>
                    <a:pt x="533" y="22"/>
                  </a:lnTo>
                  <a:lnTo>
                    <a:pt x="528" y="19"/>
                  </a:lnTo>
                  <a:lnTo>
                    <a:pt x="522" y="19"/>
                  </a:lnTo>
                  <a:lnTo>
                    <a:pt x="520" y="16"/>
                  </a:lnTo>
                  <a:lnTo>
                    <a:pt x="506" y="16"/>
                  </a:lnTo>
                  <a:lnTo>
                    <a:pt x="495" y="16"/>
                  </a:lnTo>
                  <a:lnTo>
                    <a:pt x="479" y="16"/>
                  </a:lnTo>
                  <a:lnTo>
                    <a:pt x="474" y="13"/>
                  </a:lnTo>
                  <a:lnTo>
                    <a:pt x="466" y="13"/>
                  </a:lnTo>
                  <a:lnTo>
                    <a:pt x="458" y="13"/>
                  </a:lnTo>
                  <a:lnTo>
                    <a:pt x="450" y="11"/>
                  </a:lnTo>
                  <a:lnTo>
                    <a:pt x="431" y="11"/>
                  </a:lnTo>
                  <a:lnTo>
                    <a:pt x="409" y="11"/>
                  </a:lnTo>
                  <a:lnTo>
                    <a:pt x="388" y="13"/>
                  </a:lnTo>
                  <a:lnTo>
                    <a:pt x="364" y="13"/>
                  </a:lnTo>
                  <a:lnTo>
                    <a:pt x="342" y="13"/>
                  </a:lnTo>
                  <a:lnTo>
                    <a:pt x="321" y="13"/>
                  </a:lnTo>
                  <a:lnTo>
                    <a:pt x="302" y="13"/>
                  </a:lnTo>
                  <a:lnTo>
                    <a:pt x="283" y="11"/>
                  </a:lnTo>
                  <a:lnTo>
                    <a:pt x="264" y="11"/>
                  </a:lnTo>
                  <a:lnTo>
                    <a:pt x="248" y="5"/>
                  </a:lnTo>
                  <a:lnTo>
                    <a:pt x="229" y="3"/>
                  </a:lnTo>
                  <a:lnTo>
                    <a:pt x="213" y="0"/>
                  </a:lnTo>
                  <a:lnTo>
                    <a:pt x="200" y="0"/>
                  </a:lnTo>
                  <a:lnTo>
                    <a:pt x="186" y="0"/>
                  </a:lnTo>
                  <a:lnTo>
                    <a:pt x="181" y="0"/>
                  </a:lnTo>
                  <a:lnTo>
                    <a:pt x="175" y="0"/>
                  </a:lnTo>
                  <a:close/>
                </a:path>
              </a:pathLst>
            </a:custGeom>
            <a:solidFill>
              <a:srgbClr val="33CCFF">
                <a:alpha val="100000"/>
              </a:srgbClr>
            </a:solidFill>
            <a:ln w="9525">
              <a:noFill/>
            </a:ln>
          </p:spPr>
          <p:txBody>
            <a:bodyPr/>
            <a:p>
              <a:endParaRPr lang="zh-CN" altLang="en-US"/>
            </a:p>
          </p:txBody>
        </p:sp>
        <p:sp>
          <p:nvSpPr>
            <p:cNvPr id="137259" name="Freeform 43"/>
            <p:cNvSpPr/>
            <p:nvPr/>
          </p:nvSpPr>
          <p:spPr>
            <a:xfrm>
              <a:off x="4064" y="1504"/>
              <a:ext cx="218" cy="212"/>
            </a:xfrm>
            <a:custGeom>
              <a:avLst/>
              <a:gdLst/>
              <a:ahLst/>
              <a:cxnLst>
                <a:cxn ang="0">
                  <a:pos x="100" y="0"/>
                </a:cxn>
                <a:cxn ang="0">
                  <a:pos x="78" y="6"/>
                </a:cxn>
                <a:cxn ang="0">
                  <a:pos x="57" y="14"/>
                </a:cxn>
                <a:cxn ang="0">
                  <a:pos x="41" y="25"/>
                </a:cxn>
                <a:cxn ang="0">
                  <a:pos x="24" y="38"/>
                </a:cxn>
                <a:cxn ang="0">
                  <a:pos x="14" y="57"/>
                </a:cxn>
                <a:cxn ang="0">
                  <a:pos x="6" y="76"/>
                </a:cxn>
                <a:cxn ang="0">
                  <a:pos x="0" y="94"/>
                </a:cxn>
                <a:cxn ang="0">
                  <a:pos x="0" y="116"/>
                </a:cxn>
                <a:cxn ang="0">
                  <a:pos x="6" y="137"/>
                </a:cxn>
                <a:cxn ang="0">
                  <a:pos x="14" y="156"/>
                </a:cxn>
                <a:cxn ang="0">
                  <a:pos x="24" y="172"/>
                </a:cxn>
                <a:cxn ang="0">
                  <a:pos x="41" y="188"/>
                </a:cxn>
                <a:cxn ang="0">
                  <a:pos x="57" y="199"/>
                </a:cxn>
                <a:cxn ang="0">
                  <a:pos x="78" y="207"/>
                </a:cxn>
                <a:cxn ang="0">
                  <a:pos x="100" y="212"/>
                </a:cxn>
                <a:cxn ang="0">
                  <a:pos x="121" y="212"/>
                </a:cxn>
                <a:cxn ang="0">
                  <a:pos x="143" y="207"/>
                </a:cxn>
                <a:cxn ang="0">
                  <a:pos x="162" y="199"/>
                </a:cxn>
                <a:cxn ang="0">
                  <a:pos x="178" y="188"/>
                </a:cxn>
                <a:cxn ang="0">
                  <a:pos x="194" y="172"/>
                </a:cxn>
                <a:cxn ang="0">
                  <a:pos x="205" y="156"/>
                </a:cxn>
                <a:cxn ang="0">
                  <a:pos x="213" y="137"/>
                </a:cxn>
                <a:cxn ang="0">
                  <a:pos x="218" y="116"/>
                </a:cxn>
                <a:cxn ang="0">
                  <a:pos x="218" y="94"/>
                </a:cxn>
                <a:cxn ang="0">
                  <a:pos x="213" y="76"/>
                </a:cxn>
                <a:cxn ang="0">
                  <a:pos x="205" y="57"/>
                </a:cxn>
                <a:cxn ang="0">
                  <a:pos x="194" y="38"/>
                </a:cxn>
                <a:cxn ang="0">
                  <a:pos x="178" y="25"/>
                </a:cxn>
                <a:cxn ang="0">
                  <a:pos x="162" y="14"/>
                </a:cxn>
                <a:cxn ang="0">
                  <a:pos x="143" y="6"/>
                </a:cxn>
                <a:cxn ang="0">
                  <a:pos x="121" y="0"/>
                </a:cxn>
              </a:cxnLst>
              <a:pathLst>
                <a:path w="218" h="212">
                  <a:moveTo>
                    <a:pt x="111" y="0"/>
                  </a:moveTo>
                  <a:lnTo>
                    <a:pt x="100" y="0"/>
                  </a:lnTo>
                  <a:lnTo>
                    <a:pt x="89" y="3"/>
                  </a:lnTo>
                  <a:lnTo>
                    <a:pt x="78" y="6"/>
                  </a:lnTo>
                  <a:lnTo>
                    <a:pt x="67" y="8"/>
                  </a:lnTo>
                  <a:lnTo>
                    <a:pt x="57" y="14"/>
                  </a:lnTo>
                  <a:lnTo>
                    <a:pt x="49" y="19"/>
                  </a:lnTo>
                  <a:lnTo>
                    <a:pt x="41" y="25"/>
                  </a:lnTo>
                  <a:lnTo>
                    <a:pt x="33" y="33"/>
                  </a:lnTo>
                  <a:lnTo>
                    <a:pt x="24" y="38"/>
                  </a:lnTo>
                  <a:lnTo>
                    <a:pt x="19" y="46"/>
                  </a:lnTo>
                  <a:lnTo>
                    <a:pt x="14" y="57"/>
                  </a:lnTo>
                  <a:lnTo>
                    <a:pt x="8" y="65"/>
                  </a:lnTo>
                  <a:lnTo>
                    <a:pt x="6" y="76"/>
                  </a:lnTo>
                  <a:lnTo>
                    <a:pt x="3" y="84"/>
                  </a:lnTo>
                  <a:lnTo>
                    <a:pt x="0" y="94"/>
                  </a:lnTo>
                  <a:lnTo>
                    <a:pt x="0" y="105"/>
                  </a:lnTo>
                  <a:lnTo>
                    <a:pt x="0" y="116"/>
                  </a:lnTo>
                  <a:lnTo>
                    <a:pt x="3" y="126"/>
                  </a:lnTo>
                  <a:lnTo>
                    <a:pt x="6" y="137"/>
                  </a:lnTo>
                  <a:lnTo>
                    <a:pt x="8" y="148"/>
                  </a:lnTo>
                  <a:lnTo>
                    <a:pt x="14" y="156"/>
                  </a:lnTo>
                  <a:lnTo>
                    <a:pt x="19" y="164"/>
                  </a:lnTo>
                  <a:lnTo>
                    <a:pt x="24" y="172"/>
                  </a:lnTo>
                  <a:lnTo>
                    <a:pt x="33" y="180"/>
                  </a:lnTo>
                  <a:lnTo>
                    <a:pt x="41" y="188"/>
                  </a:lnTo>
                  <a:lnTo>
                    <a:pt x="49" y="193"/>
                  </a:lnTo>
                  <a:lnTo>
                    <a:pt x="57" y="199"/>
                  </a:lnTo>
                  <a:lnTo>
                    <a:pt x="67" y="204"/>
                  </a:lnTo>
                  <a:lnTo>
                    <a:pt x="78" y="207"/>
                  </a:lnTo>
                  <a:lnTo>
                    <a:pt x="89" y="210"/>
                  </a:lnTo>
                  <a:lnTo>
                    <a:pt x="100" y="212"/>
                  </a:lnTo>
                  <a:lnTo>
                    <a:pt x="111" y="212"/>
                  </a:lnTo>
                  <a:lnTo>
                    <a:pt x="121" y="212"/>
                  </a:lnTo>
                  <a:lnTo>
                    <a:pt x="132" y="210"/>
                  </a:lnTo>
                  <a:lnTo>
                    <a:pt x="143" y="207"/>
                  </a:lnTo>
                  <a:lnTo>
                    <a:pt x="154" y="204"/>
                  </a:lnTo>
                  <a:lnTo>
                    <a:pt x="162" y="199"/>
                  </a:lnTo>
                  <a:lnTo>
                    <a:pt x="170" y="193"/>
                  </a:lnTo>
                  <a:lnTo>
                    <a:pt x="178" y="188"/>
                  </a:lnTo>
                  <a:lnTo>
                    <a:pt x="186" y="180"/>
                  </a:lnTo>
                  <a:lnTo>
                    <a:pt x="194" y="172"/>
                  </a:lnTo>
                  <a:lnTo>
                    <a:pt x="199" y="164"/>
                  </a:lnTo>
                  <a:lnTo>
                    <a:pt x="205" y="156"/>
                  </a:lnTo>
                  <a:lnTo>
                    <a:pt x="210" y="148"/>
                  </a:lnTo>
                  <a:lnTo>
                    <a:pt x="213" y="137"/>
                  </a:lnTo>
                  <a:lnTo>
                    <a:pt x="215" y="126"/>
                  </a:lnTo>
                  <a:lnTo>
                    <a:pt x="218" y="116"/>
                  </a:lnTo>
                  <a:lnTo>
                    <a:pt x="218" y="105"/>
                  </a:lnTo>
                  <a:lnTo>
                    <a:pt x="218" y="94"/>
                  </a:lnTo>
                  <a:lnTo>
                    <a:pt x="215" y="84"/>
                  </a:lnTo>
                  <a:lnTo>
                    <a:pt x="213" y="76"/>
                  </a:lnTo>
                  <a:lnTo>
                    <a:pt x="210" y="65"/>
                  </a:lnTo>
                  <a:lnTo>
                    <a:pt x="205" y="57"/>
                  </a:lnTo>
                  <a:lnTo>
                    <a:pt x="199" y="46"/>
                  </a:lnTo>
                  <a:lnTo>
                    <a:pt x="194" y="38"/>
                  </a:lnTo>
                  <a:lnTo>
                    <a:pt x="186" y="33"/>
                  </a:lnTo>
                  <a:lnTo>
                    <a:pt x="178" y="25"/>
                  </a:lnTo>
                  <a:lnTo>
                    <a:pt x="170" y="19"/>
                  </a:lnTo>
                  <a:lnTo>
                    <a:pt x="162" y="14"/>
                  </a:lnTo>
                  <a:lnTo>
                    <a:pt x="154" y="8"/>
                  </a:lnTo>
                  <a:lnTo>
                    <a:pt x="143" y="6"/>
                  </a:lnTo>
                  <a:lnTo>
                    <a:pt x="132" y="3"/>
                  </a:lnTo>
                  <a:lnTo>
                    <a:pt x="121" y="0"/>
                  </a:lnTo>
                  <a:lnTo>
                    <a:pt x="111" y="0"/>
                  </a:lnTo>
                  <a:close/>
                </a:path>
              </a:pathLst>
            </a:custGeom>
            <a:solidFill>
              <a:srgbClr val="33CCFF">
                <a:alpha val="100000"/>
              </a:srgbClr>
            </a:solidFill>
            <a:ln w="9525">
              <a:noFill/>
            </a:ln>
          </p:spPr>
          <p:txBody>
            <a:bodyPr/>
            <a:p>
              <a:endParaRPr lang="zh-CN" altLang="en-US"/>
            </a:p>
          </p:txBody>
        </p:sp>
      </p:gr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8242" name="页脚占位符 4"/>
          <p:cNvSpPr txBox="1">
            <a:spLocks noGrp="1"/>
          </p:cNvSpPr>
          <p:nvPr>
            <p:ph type="ftr" sz="quarter" idx="11"/>
          </p:nvPr>
        </p:nvSpPr>
        <p:spPr/>
        <p:txBody>
          <a:bodyPr/>
          <a:p>
            <a:pPr marL="0" indent="0" algn="r">
              <a:spcBef>
                <a:spcPct val="0"/>
              </a:spcBef>
              <a:buClrTx/>
              <a:buSzTx/>
              <a:buFontTx/>
              <a:buNone/>
            </a:pPr>
            <a:r>
              <a:rPr lang="en-US" altLang="zh-CN" sz="1400" dirty="0">
                <a:ea typeface="宋体" panose="02010600030101010101" pitchFamily="2" charset="-122"/>
              </a:rPr>
              <a:t>Network Layer</a:t>
            </a:r>
            <a:endParaRPr lang="en-US" altLang="zh-CN" sz="1400" dirty="0">
              <a:latin typeface="Times New Roman" panose="02020603050405020304" pitchFamily="18" charset="0"/>
              <a:ea typeface="宋体" panose="02010600030101010101" pitchFamily="2" charset="-122"/>
            </a:endParaRPr>
          </a:p>
        </p:txBody>
      </p:sp>
      <p:sp>
        <p:nvSpPr>
          <p:cNvPr id="138243" name="灯片编号占位符 5"/>
          <p:cNvSpPr txBox="1">
            <a:spLocks noGrp="1"/>
          </p:cNvSpPr>
          <p:nvPr>
            <p:ph type="sldNum" sz="quarter" idx="12"/>
          </p:nvPr>
        </p:nvSpPr>
        <p:spPr/>
        <p:txBody>
          <a:bodyPr/>
          <a:p>
            <a:pPr marL="0" indent="0" algn="r">
              <a:spcBef>
                <a:spcPct val="0"/>
              </a:spcBef>
              <a:buClrTx/>
              <a:buSzTx/>
              <a:buFontTx/>
              <a:buNone/>
            </a:pPr>
            <a:r>
              <a:rPr lang="en-US" altLang="zh-CN" sz="1400" dirty="0">
                <a:ea typeface="宋体" panose="02010600030101010101" pitchFamily="2" charset="-122"/>
              </a:rPr>
              <a:t>4-</a:t>
            </a: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138244" name="Rectangle 2"/>
          <p:cNvSpPr>
            <a:spLocks noGrp="1"/>
          </p:cNvSpPr>
          <p:nvPr>
            <p:ph type="title"/>
          </p:nvPr>
        </p:nvSpPr>
        <p:spPr/>
        <p:txBody>
          <a:bodyPr vert="horz" wrap="square" lIns="91440" tIns="45720" rIns="91440" bIns="45720" anchor="ctr" anchorCtr="0"/>
          <a:p>
            <a:r>
              <a:rPr lang="en-US" altLang="zh-CN" sz="3200" dirty="0">
                <a:ea typeface="宋体" panose="02010600030101010101" pitchFamily="2" charset="-122"/>
              </a:rPr>
              <a:t>BGP routing policy (2)</a:t>
            </a:r>
            <a:endParaRPr lang="en-US" altLang="zh-CN" sz="3200" dirty="0">
              <a:ea typeface="宋体" panose="02010600030101010101" pitchFamily="2" charset="-122"/>
            </a:endParaRPr>
          </a:p>
        </p:txBody>
      </p:sp>
      <p:sp>
        <p:nvSpPr>
          <p:cNvPr id="138245" name="Rectangle 5"/>
          <p:cNvSpPr/>
          <p:nvPr/>
        </p:nvSpPr>
        <p:spPr>
          <a:xfrm>
            <a:off x="355600" y="3529013"/>
            <a:ext cx="8229600" cy="2782887"/>
          </a:xfrm>
          <a:prstGeom prst="rect">
            <a:avLst/>
          </a:prstGeom>
          <a:noFill/>
          <a:ln w="9525">
            <a:noFill/>
          </a:ln>
        </p:spPr>
        <p:txBody>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342900" lvl="0" indent="-342900"/>
            <a:r>
              <a:rPr lang="en-US" altLang="zh-CN" sz="2400" dirty="0">
                <a:ea typeface="宋体" panose="02010600030101010101" pitchFamily="2" charset="-122"/>
              </a:rPr>
              <a:t>A advertises path AW  to B</a:t>
            </a:r>
            <a:endParaRPr lang="en-US" altLang="zh-CN" sz="2400" dirty="0">
              <a:ea typeface="宋体" panose="02010600030101010101" pitchFamily="2" charset="-122"/>
            </a:endParaRPr>
          </a:p>
          <a:p>
            <a:pPr marL="342900" lvl="0" indent="-342900"/>
            <a:r>
              <a:rPr lang="en-US" altLang="zh-CN" sz="2400" dirty="0">
                <a:ea typeface="宋体" panose="02010600030101010101" pitchFamily="2" charset="-122"/>
              </a:rPr>
              <a:t>B advertises path BAW to X </a:t>
            </a:r>
            <a:endParaRPr lang="en-US" altLang="zh-CN" sz="2400" dirty="0">
              <a:solidFill>
                <a:srgbClr val="FF0000"/>
              </a:solidFill>
              <a:ea typeface="宋体" panose="02010600030101010101" pitchFamily="2" charset="-122"/>
            </a:endParaRPr>
          </a:p>
          <a:p>
            <a:pPr marL="342900" lvl="0" indent="-342900"/>
            <a:r>
              <a:rPr lang="en-US" altLang="zh-CN" sz="2400" dirty="0">
                <a:ea typeface="宋体" panose="02010600030101010101" pitchFamily="2" charset="-122"/>
              </a:rPr>
              <a:t>Should B advertise path BAW to C?</a:t>
            </a:r>
            <a:endParaRPr lang="en-US" altLang="zh-CN" sz="2400" dirty="0">
              <a:ea typeface="宋体" panose="02010600030101010101" pitchFamily="2" charset="-122"/>
            </a:endParaRPr>
          </a:p>
          <a:p>
            <a:pPr marL="742950" lvl="1" indent="-285750"/>
            <a:r>
              <a:rPr lang="en-US" altLang="zh-CN" dirty="0">
                <a:ea typeface="宋体" panose="02010600030101010101" pitchFamily="2" charset="-122"/>
              </a:rPr>
              <a:t>No way! B gets no “revenue” for routing CBAW since neither W nor C are B’s customers </a:t>
            </a:r>
            <a:endParaRPr lang="en-US" altLang="zh-CN" dirty="0">
              <a:ea typeface="宋体" panose="02010600030101010101" pitchFamily="2" charset="-122"/>
            </a:endParaRPr>
          </a:p>
          <a:p>
            <a:pPr marL="742950" lvl="1" indent="-285750"/>
            <a:r>
              <a:rPr lang="en-US" altLang="zh-CN" dirty="0">
                <a:ea typeface="宋体" panose="02010600030101010101" pitchFamily="2" charset="-122"/>
              </a:rPr>
              <a:t>B wants to force C to route to w via A</a:t>
            </a:r>
            <a:endParaRPr lang="en-US" altLang="zh-CN" dirty="0">
              <a:ea typeface="宋体" panose="02010600030101010101" pitchFamily="2" charset="-122"/>
            </a:endParaRPr>
          </a:p>
          <a:p>
            <a:pPr marL="742950" lvl="1" indent="-285750"/>
            <a:r>
              <a:rPr lang="en-US" altLang="zh-CN" dirty="0">
                <a:ea typeface="宋体" panose="02010600030101010101" pitchFamily="2" charset="-122"/>
              </a:rPr>
              <a:t>B wants to route </a:t>
            </a:r>
            <a:r>
              <a:rPr lang="en-US" altLang="zh-CN" i="1" dirty="0">
                <a:solidFill>
                  <a:srgbClr val="FF0000"/>
                </a:solidFill>
                <a:ea typeface="宋体" panose="02010600030101010101" pitchFamily="2" charset="-122"/>
              </a:rPr>
              <a:t>only </a:t>
            </a:r>
            <a:r>
              <a:rPr lang="en-US" altLang="zh-CN" dirty="0">
                <a:ea typeface="宋体" panose="02010600030101010101" pitchFamily="2" charset="-122"/>
              </a:rPr>
              <a:t>to/from its customers!</a:t>
            </a:r>
            <a:endParaRPr lang="en-US" altLang="zh-CN" dirty="0">
              <a:ea typeface="宋体" panose="02010600030101010101" pitchFamily="2" charset="-122"/>
            </a:endParaRPr>
          </a:p>
          <a:p>
            <a:pPr marL="342900" lvl="0" indent="-342900"/>
            <a:endParaRPr lang="en-US" altLang="zh-CN" sz="2400" dirty="0">
              <a:ea typeface="宋体" panose="02010600030101010101" pitchFamily="2" charset="-122"/>
            </a:endParaRPr>
          </a:p>
        </p:txBody>
      </p:sp>
      <p:grpSp>
        <p:nvGrpSpPr>
          <p:cNvPr id="138246" name="Group 55"/>
          <p:cNvGrpSpPr/>
          <p:nvPr/>
        </p:nvGrpSpPr>
        <p:grpSpPr>
          <a:xfrm>
            <a:off x="476250" y="1123950"/>
            <a:ext cx="7588250" cy="3048000"/>
            <a:chOff x="300" y="708"/>
            <a:chExt cx="4780" cy="1920"/>
          </a:xfrm>
        </p:grpSpPr>
        <p:sp>
          <p:nvSpPr>
            <p:cNvPr id="138247" name="AutoShape 6"/>
            <p:cNvSpPr>
              <a:spLocks noChangeAspect="1" noTextEdit="1"/>
            </p:cNvSpPr>
            <p:nvPr/>
          </p:nvSpPr>
          <p:spPr>
            <a:xfrm>
              <a:off x="300" y="708"/>
              <a:ext cx="4749" cy="1920"/>
            </a:xfrm>
            <a:prstGeom prst="rect">
              <a:avLst/>
            </a:prstGeom>
            <a:noFill/>
            <a:ln w="9525">
              <a:noFill/>
            </a:ln>
          </p:spPr>
          <p:txBody>
            <a:bodyPr/>
            <a:p>
              <a:endParaRPr lang="zh-CN" altLang="en-US"/>
            </a:p>
          </p:txBody>
        </p:sp>
        <p:sp>
          <p:nvSpPr>
            <p:cNvPr id="138248" name="Freeform 9"/>
            <p:cNvSpPr/>
            <p:nvPr/>
          </p:nvSpPr>
          <p:spPr>
            <a:xfrm>
              <a:off x="1602" y="955"/>
              <a:ext cx="563" cy="364"/>
            </a:xfrm>
            <a:custGeom>
              <a:avLst/>
              <a:gdLst/>
              <a:ahLst/>
              <a:cxnLst>
                <a:cxn ang="0">
                  <a:pos x="148" y="5"/>
                </a:cxn>
                <a:cxn ang="0">
                  <a:pos x="119" y="10"/>
                </a:cxn>
                <a:cxn ang="0">
                  <a:pos x="94" y="21"/>
                </a:cxn>
                <a:cxn ang="0">
                  <a:pos x="70" y="37"/>
                </a:cxn>
                <a:cxn ang="0">
                  <a:pos x="46" y="61"/>
                </a:cxn>
                <a:cxn ang="0">
                  <a:pos x="24" y="91"/>
                </a:cxn>
                <a:cxn ang="0">
                  <a:pos x="8" y="120"/>
                </a:cxn>
                <a:cxn ang="0">
                  <a:pos x="3" y="136"/>
                </a:cxn>
                <a:cxn ang="0">
                  <a:pos x="0" y="150"/>
                </a:cxn>
                <a:cxn ang="0">
                  <a:pos x="0" y="166"/>
                </a:cxn>
                <a:cxn ang="0">
                  <a:pos x="8" y="195"/>
                </a:cxn>
                <a:cxn ang="0">
                  <a:pos x="27" y="228"/>
                </a:cxn>
                <a:cxn ang="0">
                  <a:pos x="49" y="257"/>
                </a:cxn>
                <a:cxn ang="0">
                  <a:pos x="70" y="284"/>
                </a:cxn>
                <a:cxn ang="0">
                  <a:pos x="92" y="305"/>
                </a:cxn>
                <a:cxn ang="0">
                  <a:pos x="111" y="321"/>
                </a:cxn>
                <a:cxn ang="0">
                  <a:pos x="127" y="332"/>
                </a:cxn>
                <a:cxn ang="0">
                  <a:pos x="146" y="340"/>
                </a:cxn>
                <a:cxn ang="0">
                  <a:pos x="170" y="346"/>
                </a:cxn>
                <a:cxn ang="0">
                  <a:pos x="191" y="348"/>
                </a:cxn>
                <a:cxn ang="0">
                  <a:pos x="218" y="354"/>
                </a:cxn>
                <a:cxn ang="0">
                  <a:pos x="261" y="356"/>
                </a:cxn>
                <a:cxn ang="0">
                  <a:pos x="310" y="362"/>
                </a:cxn>
                <a:cxn ang="0">
                  <a:pos x="361" y="364"/>
                </a:cxn>
                <a:cxn ang="0">
                  <a:pos x="409" y="362"/>
                </a:cxn>
                <a:cxn ang="0">
                  <a:pos x="458" y="359"/>
                </a:cxn>
                <a:cxn ang="0">
                  <a:pos x="495" y="348"/>
                </a:cxn>
                <a:cxn ang="0">
                  <a:pos x="511" y="340"/>
                </a:cxn>
                <a:cxn ang="0">
                  <a:pos x="525" y="332"/>
                </a:cxn>
                <a:cxn ang="0">
                  <a:pos x="536" y="321"/>
                </a:cxn>
                <a:cxn ang="0">
                  <a:pos x="549" y="295"/>
                </a:cxn>
                <a:cxn ang="0">
                  <a:pos x="557" y="257"/>
                </a:cxn>
                <a:cxn ang="0">
                  <a:pos x="563" y="217"/>
                </a:cxn>
                <a:cxn ang="0">
                  <a:pos x="563" y="174"/>
                </a:cxn>
                <a:cxn ang="0">
                  <a:pos x="557" y="134"/>
                </a:cxn>
                <a:cxn ang="0">
                  <a:pos x="555" y="96"/>
                </a:cxn>
                <a:cxn ang="0">
                  <a:pos x="549" y="67"/>
                </a:cxn>
                <a:cxn ang="0">
                  <a:pos x="546" y="56"/>
                </a:cxn>
                <a:cxn ang="0">
                  <a:pos x="541" y="40"/>
                </a:cxn>
                <a:cxn ang="0">
                  <a:pos x="536" y="29"/>
                </a:cxn>
                <a:cxn ang="0">
                  <a:pos x="528" y="21"/>
                </a:cxn>
                <a:cxn ang="0">
                  <a:pos x="520" y="18"/>
                </a:cxn>
                <a:cxn ang="0">
                  <a:pos x="495" y="16"/>
                </a:cxn>
                <a:cxn ang="0">
                  <a:pos x="466" y="16"/>
                </a:cxn>
                <a:cxn ang="0">
                  <a:pos x="450" y="13"/>
                </a:cxn>
                <a:cxn ang="0">
                  <a:pos x="409" y="13"/>
                </a:cxn>
                <a:cxn ang="0">
                  <a:pos x="364" y="16"/>
                </a:cxn>
                <a:cxn ang="0">
                  <a:pos x="320" y="16"/>
                </a:cxn>
                <a:cxn ang="0">
                  <a:pos x="283" y="13"/>
                </a:cxn>
                <a:cxn ang="0">
                  <a:pos x="248" y="8"/>
                </a:cxn>
                <a:cxn ang="0">
                  <a:pos x="213" y="2"/>
                </a:cxn>
                <a:cxn ang="0">
                  <a:pos x="186" y="0"/>
                </a:cxn>
                <a:cxn ang="0">
                  <a:pos x="175" y="0"/>
                </a:cxn>
              </a:cxnLst>
              <a:pathLst>
                <a:path w="563" h="364">
                  <a:moveTo>
                    <a:pt x="175" y="0"/>
                  </a:moveTo>
                  <a:lnTo>
                    <a:pt x="148" y="5"/>
                  </a:lnTo>
                  <a:lnTo>
                    <a:pt x="132" y="8"/>
                  </a:lnTo>
                  <a:lnTo>
                    <a:pt x="119" y="10"/>
                  </a:lnTo>
                  <a:lnTo>
                    <a:pt x="108" y="16"/>
                  </a:lnTo>
                  <a:lnTo>
                    <a:pt x="94" y="21"/>
                  </a:lnTo>
                  <a:lnTo>
                    <a:pt x="81" y="29"/>
                  </a:lnTo>
                  <a:lnTo>
                    <a:pt x="70" y="37"/>
                  </a:lnTo>
                  <a:lnTo>
                    <a:pt x="59" y="48"/>
                  </a:lnTo>
                  <a:lnTo>
                    <a:pt x="46" y="61"/>
                  </a:lnTo>
                  <a:lnTo>
                    <a:pt x="35" y="75"/>
                  </a:lnTo>
                  <a:lnTo>
                    <a:pt x="24" y="91"/>
                  </a:lnTo>
                  <a:lnTo>
                    <a:pt x="14" y="104"/>
                  </a:lnTo>
                  <a:lnTo>
                    <a:pt x="8" y="120"/>
                  </a:lnTo>
                  <a:lnTo>
                    <a:pt x="3" y="128"/>
                  </a:lnTo>
                  <a:lnTo>
                    <a:pt x="3" y="136"/>
                  </a:lnTo>
                  <a:lnTo>
                    <a:pt x="0" y="142"/>
                  </a:lnTo>
                  <a:lnTo>
                    <a:pt x="0" y="150"/>
                  </a:lnTo>
                  <a:lnTo>
                    <a:pt x="0" y="158"/>
                  </a:lnTo>
                  <a:lnTo>
                    <a:pt x="0" y="166"/>
                  </a:lnTo>
                  <a:lnTo>
                    <a:pt x="3" y="182"/>
                  </a:lnTo>
                  <a:lnTo>
                    <a:pt x="8" y="195"/>
                  </a:lnTo>
                  <a:lnTo>
                    <a:pt x="16" y="212"/>
                  </a:lnTo>
                  <a:lnTo>
                    <a:pt x="27" y="228"/>
                  </a:lnTo>
                  <a:lnTo>
                    <a:pt x="35" y="244"/>
                  </a:lnTo>
                  <a:lnTo>
                    <a:pt x="49" y="257"/>
                  </a:lnTo>
                  <a:lnTo>
                    <a:pt x="59" y="271"/>
                  </a:lnTo>
                  <a:lnTo>
                    <a:pt x="70" y="284"/>
                  </a:lnTo>
                  <a:lnTo>
                    <a:pt x="81" y="295"/>
                  </a:lnTo>
                  <a:lnTo>
                    <a:pt x="92" y="305"/>
                  </a:lnTo>
                  <a:lnTo>
                    <a:pt x="103" y="319"/>
                  </a:lnTo>
                  <a:lnTo>
                    <a:pt x="111" y="321"/>
                  </a:lnTo>
                  <a:lnTo>
                    <a:pt x="119" y="327"/>
                  </a:lnTo>
                  <a:lnTo>
                    <a:pt x="127" y="332"/>
                  </a:lnTo>
                  <a:lnTo>
                    <a:pt x="135" y="335"/>
                  </a:lnTo>
                  <a:lnTo>
                    <a:pt x="146" y="340"/>
                  </a:lnTo>
                  <a:lnTo>
                    <a:pt x="156" y="343"/>
                  </a:lnTo>
                  <a:lnTo>
                    <a:pt x="170" y="346"/>
                  </a:lnTo>
                  <a:lnTo>
                    <a:pt x="183" y="348"/>
                  </a:lnTo>
                  <a:lnTo>
                    <a:pt x="191" y="348"/>
                  </a:lnTo>
                  <a:lnTo>
                    <a:pt x="199" y="351"/>
                  </a:lnTo>
                  <a:lnTo>
                    <a:pt x="218" y="354"/>
                  </a:lnTo>
                  <a:lnTo>
                    <a:pt x="240" y="356"/>
                  </a:lnTo>
                  <a:lnTo>
                    <a:pt x="261" y="356"/>
                  </a:lnTo>
                  <a:lnTo>
                    <a:pt x="285" y="359"/>
                  </a:lnTo>
                  <a:lnTo>
                    <a:pt x="310" y="362"/>
                  </a:lnTo>
                  <a:lnTo>
                    <a:pt x="334" y="362"/>
                  </a:lnTo>
                  <a:lnTo>
                    <a:pt x="361" y="364"/>
                  </a:lnTo>
                  <a:lnTo>
                    <a:pt x="385" y="364"/>
                  </a:lnTo>
                  <a:lnTo>
                    <a:pt x="409" y="362"/>
                  </a:lnTo>
                  <a:lnTo>
                    <a:pt x="433" y="362"/>
                  </a:lnTo>
                  <a:lnTo>
                    <a:pt x="458" y="359"/>
                  </a:lnTo>
                  <a:lnTo>
                    <a:pt x="477" y="354"/>
                  </a:lnTo>
                  <a:lnTo>
                    <a:pt x="495" y="348"/>
                  </a:lnTo>
                  <a:lnTo>
                    <a:pt x="503" y="346"/>
                  </a:lnTo>
                  <a:lnTo>
                    <a:pt x="511" y="340"/>
                  </a:lnTo>
                  <a:lnTo>
                    <a:pt x="520" y="338"/>
                  </a:lnTo>
                  <a:lnTo>
                    <a:pt x="525" y="332"/>
                  </a:lnTo>
                  <a:lnTo>
                    <a:pt x="530" y="327"/>
                  </a:lnTo>
                  <a:lnTo>
                    <a:pt x="536" y="321"/>
                  </a:lnTo>
                  <a:lnTo>
                    <a:pt x="544" y="308"/>
                  </a:lnTo>
                  <a:lnTo>
                    <a:pt x="549" y="295"/>
                  </a:lnTo>
                  <a:lnTo>
                    <a:pt x="555" y="276"/>
                  </a:lnTo>
                  <a:lnTo>
                    <a:pt x="557" y="257"/>
                  </a:lnTo>
                  <a:lnTo>
                    <a:pt x="560" y="238"/>
                  </a:lnTo>
                  <a:lnTo>
                    <a:pt x="563" y="217"/>
                  </a:lnTo>
                  <a:lnTo>
                    <a:pt x="563" y="195"/>
                  </a:lnTo>
                  <a:lnTo>
                    <a:pt x="563" y="174"/>
                  </a:lnTo>
                  <a:lnTo>
                    <a:pt x="560" y="155"/>
                  </a:lnTo>
                  <a:lnTo>
                    <a:pt x="557" y="134"/>
                  </a:lnTo>
                  <a:lnTo>
                    <a:pt x="557" y="115"/>
                  </a:lnTo>
                  <a:lnTo>
                    <a:pt x="555" y="96"/>
                  </a:lnTo>
                  <a:lnTo>
                    <a:pt x="552" y="80"/>
                  </a:lnTo>
                  <a:lnTo>
                    <a:pt x="549" y="67"/>
                  </a:lnTo>
                  <a:lnTo>
                    <a:pt x="546" y="61"/>
                  </a:lnTo>
                  <a:lnTo>
                    <a:pt x="546" y="56"/>
                  </a:lnTo>
                  <a:lnTo>
                    <a:pt x="544" y="48"/>
                  </a:lnTo>
                  <a:lnTo>
                    <a:pt x="541" y="40"/>
                  </a:lnTo>
                  <a:lnTo>
                    <a:pt x="538" y="32"/>
                  </a:lnTo>
                  <a:lnTo>
                    <a:pt x="536" y="29"/>
                  </a:lnTo>
                  <a:lnTo>
                    <a:pt x="533" y="24"/>
                  </a:lnTo>
                  <a:lnTo>
                    <a:pt x="528" y="21"/>
                  </a:lnTo>
                  <a:lnTo>
                    <a:pt x="522" y="18"/>
                  </a:lnTo>
                  <a:lnTo>
                    <a:pt x="520" y="18"/>
                  </a:lnTo>
                  <a:lnTo>
                    <a:pt x="506" y="16"/>
                  </a:lnTo>
                  <a:lnTo>
                    <a:pt x="495" y="16"/>
                  </a:lnTo>
                  <a:lnTo>
                    <a:pt x="479" y="16"/>
                  </a:lnTo>
                  <a:lnTo>
                    <a:pt x="466" y="16"/>
                  </a:lnTo>
                  <a:lnTo>
                    <a:pt x="458" y="16"/>
                  </a:lnTo>
                  <a:lnTo>
                    <a:pt x="450" y="13"/>
                  </a:lnTo>
                  <a:lnTo>
                    <a:pt x="431" y="13"/>
                  </a:lnTo>
                  <a:lnTo>
                    <a:pt x="409" y="13"/>
                  </a:lnTo>
                  <a:lnTo>
                    <a:pt x="388" y="13"/>
                  </a:lnTo>
                  <a:lnTo>
                    <a:pt x="364" y="16"/>
                  </a:lnTo>
                  <a:lnTo>
                    <a:pt x="342" y="16"/>
                  </a:lnTo>
                  <a:lnTo>
                    <a:pt x="320" y="16"/>
                  </a:lnTo>
                  <a:lnTo>
                    <a:pt x="302" y="16"/>
                  </a:lnTo>
                  <a:lnTo>
                    <a:pt x="283" y="13"/>
                  </a:lnTo>
                  <a:lnTo>
                    <a:pt x="264" y="13"/>
                  </a:lnTo>
                  <a:lnTo>
                    <a:pt x="248" y="8"/>
                  </a:lnTo>
                  <a:lnTo>
                    <a:pt x="229" y="5"/>
                  </a:lnTo>
                  <a:lnTo>
                    <a:pt x="213" y="2"/>
                  </a:lnTo>
                  <a:lnTo>
                    <a:pt x="199" y="0"/>
                  </a:lnTo>
                  <a:lnTo>
                    <a:pt x="186" y="0"/>
                  </a:lnTo>
                  <a:lnTo>
                    <a:pt x="181" y="0"/>
                  </a:lnTo>
                  <a:lnTo>
                    <a:pt x="175" y="0"/>
                  </a:lnTo>
                  <a:close/>
                </a:path>
              </a:pathLst>
            </a:custGeom>
            <a:solidFill>
              <a:srgbClr val="33CCFF">
                <a:alpha val="100000"/>
              </a:srgbClr>
            </a:solidFill>
            <a:ln w="9525">
              <a:noFill/>
            </a:ln>
          </p:spPr>
          <p:txBody>
            <a:bodyPr/>
            <a:p>
              <a:endParaRPr lang="zh-CN" altLang="en-US"/>
            </a:p>
          </p:txBody>
        </p:sp>
        <p:sp>
          <p:nvSpPr>
            <p:cNvPr id="138249" name="Freeform 16"/>
            <p:cNvSpPr/>
            <p:nvPr/>
          </p:nvSpPr>
          <p:spPr>
            <a:xfrm>
              <a:off x="951" y="1290"/>
              <a:ext cx="562" cy="365"/>
            </a:xfrm>
            <a:custGeom>
              <a:avLst/>
              <a:gdLst/>
              <a:ahLst/>
              <a:cxnLst>
                <a:cxn ang="0">
                  <a:pos x="148" y="5"/>
                </a:cxn>
                <a:cxn ang="0">
                  <a:pos x="121" y="11"/>
                </a:cxn>
                <a:cxn ang="0">
                  <a:pos x="94" y="21"/>
                </a:cxn>
                <a:cxn ang="0">
                  <a:pos x="70" y="37"/>
                </a:cxn>
                <a:cxn ang="0">
                  <a:pos x="46" y="62"/>
                </a:cxn>
                <a:cxn ang="0">
                  <a:pos x="24" y="91"/>
                </a:cxn>
                <a:cxn ang="0">
                  <a:pos x="8" y="121"/>
                </a:cxn>
                <a:cxn ang="0">
                  <a:pos x="3" y="137"/>
                </a:cxn>
                <a:cxn ang="0">
                  <a:pos x="0" y="150"/>
                </a:cxn>
                <a:cxn ang="0">
                  <a:pos x="0" y="166"/>
                </a:cxn>
                <a:cxn ang="0">
                  <a:pos x="3" y="182"/>
                </a:cxn>
                <a:cxn ang="0">
                  <a:pos x="19" y="212"/>
                </a:cxn>
                <a:cxn ang="0">
                  <a:pos x="38" y="244"/>
                </a:cxn>
                <a:cxn ang="0">
                  <a:pos x="59" y="271"/>
                </a:cxn>
                <a:cxn ang="0">
                  <a:pos x="81" y="295"/>
                </a:cxn>
                <a:cxn ang="0">
                  <a:pos x="105" y="319"/>
                </a:cxn>
                <a:cxn ang="0">
                  <a:pos x="119" y="327"/>
                </a:cxn>
                <a:cxn ang="0">
                  <a:pos x="137" y="335"/>
                </a:cxn>
                <a:cxn ang="0">
                  <a:pos x="156" y="343"/>
                </a:cxn>
                <a:cxn ang="0">
                  <a:pos x="183" y="349"/>
                </a:cxn>
                <a:cxn ang="0">
                  <a:pos x="199" y="351"/>
                </a:cxn>
                <a:cxn ang="0">
                  <a:pos x="240" y="357"/>
                </a:cxn>
                <a:cxn ang="0">
                  <a:pos x="285" y="359"/>
                </a:cxn>
                <a:cxn ang="0">
                  <a:pos x="334" y="362"/>
                </a:cxn>
                <a:cxn ang="0">
                  <a:pos x="385" y="365"/>
                </a:cxn>
                <a:cxn ang="0">
                  <a:pos x="433" y="362"/>
                </a:cxn>
                <a:cxn ang="0">
                  <a:pos x="476" y="354"/>
                </a:cxn>
                <a:cxn ang="0">
                  <a:pos x="503" y="346"/>
                </a:cxn>
                <a:cxn ang="0">
                  <a:pos x="519" y="338"/>
                </a:cxn>
                <a:cxn ang="0">
                  <a:pos x="530" y="327"/>
                </a:cxn>
                <a:cxn ang="0">
                  <a:pos x="544" y="308"/>
                </a:cxn>
                <a:cxn ang="0">
                  <a:pos x="554" y="276"/>
                </a:cxn>
                <a:cxn ang="0">
                  <a:pos x="560" y="239"/>
                </a:cxn>
                <a:cxn ang="0">
                  <a:pos x="562" y="196"/>
                </a:cxn>
                <a:cxn ang="0">
                  <a:pos x="560" y="155"/>
                </a:cxn>
                <a:cxn ang="0">
                  <a:pos x="557" y="115"/>
                </a:cxn>
                <a:cxn ang="0">
                  <a:pos x="552" y="80"/>
                </a:cxn>
                <a:cxn ang="0">
                  <a:pos x="549" y="62"/>
                </a:cxn>
                <a:cxn ang="0">
                  <a:pos x="546" y="48"/>
                </a:cxn>
                <a:cxn ang="0">
                  <a:pos x="541" y="32"/>
                </a:cxn>
                <a:cxn ang="0">
                  <a:pos x="533" y="24"/>
                </a:cxn>
                <a:cxn ang="0">
                  <a:pos x="525" y="19"/>
                </a:cxn>
                <a:cxn ang="0">
                  <a:pos x="509" y="16"/>
                </a:cxn>
                <a:cxn ang="0">
                  <a:pos x="482" y="16"/>
                </a:cxn>
                <a:cxn ang="0">
                  <a:pos x="458" y="16"/>
                </a:cxn>
                <a:cxn ang="0">
                  <a:pos x="431" y="13"/>
                </a:cxn>
                <a:cxn ang="0">
                  <a:pos x="388" y="13"/>
                </a:cxn>
                <a:cxn ang="0">
                  <a:pos x="342" y="16"/>
                </a:cxn>
                <a:cxn ang="0">
                  <a:pos x="301" y="16"/>
                </a:cxn>
                <a:cxn ang="0">
                  <a:pos x="264" y="13"/>
                </a:cxn>
                <a:cxn ang="0">
                  <a:pos x="229" y="5"/>
                </a:cxn>
                <a:cxn ang="0">
                  <a:pos x="199" y="0"/>
                </a:cxn>
                <a:cxn ang="0">
                  <a:pos x="183" y="0"/>
                </a:cxn>
              </a:cxnLst>
              <a:pathLst>
                <a:path w="562" h="365">
                  <a:moveTo>
                    <a:pt x="178" y="0"/>
                  </a:moveTo>
                  <a:lnTo>
                    <a:pt x="148" y="5"/>
                  </a:lnTo>
                  <a:lnTo>
                    <a:pt x="135" y="8"/>
                  </a:lnTo>
                  <a:lnTo>
                    <a:pt x="121" y="11"/>
                  </a:lnTo>
                  <a:lnTo>
                    <a:pt x="108" y="16"/>
                  </a:lnTo>
                  <a:lnTo>
                    <a:pt x="94" y="21"/>
                  </a:lnTo>
                  <a:lnTo>
                    <a:pt x="81" y="29"/>
                  </a:lnTo>
                  <a:lnTo>
                    <a:pt x="70" y="37"/>
                  </a:lnTo>
                  <a:lnTo>
                    <a:pt x="59" y="48"/>
                  </a:lnTo>
                  <a:lnTo>
                    <a:pt x="46" y="62"/>
                  </a:lnTo>
                  <a:lnTo>
                    <a:pt x="35" y="75"/>
                  </a:lnTo>
                  <a:lnTo>
                    <a:pt x="24" y="91"/>
                  </a:lnTo>
                  <a:lnTo>
                    <a:pt x="16" y="104"/>
                  </a:lnTo>
                  <a:lnTo>
                    <a:pt x="8" y="121"/>
                  </a:lnTo>
                  <a:lnTo>
                    <a:pt x="6" y="129"/>
                  </a:lnTo>
                  <a:lnTo>
                    <a:pt x="3" y="137"/>
                  </a:lnTo>
                  <a:lnTo>
                    <a:pt x="0" y="142"/>
                  </a:lnTo>
                  <a:lnTo>
                    <a:pt x="0" y="150"/>
                  </a:lnTo>
                  <a:lnTo>
                    <a:pt x="0" y="158"/>
                  </a:lnTo>
                  <a:lnTo>
                    <a:pt x="0" y="166"/>
                  </a:lnTo>
                  <a:lnTo>
                    <a:pt x="3" y="174"/>
                  </a:lnTo>
                  <a:lnTo>
                    <a:pt x="3" y="182"/>
                  </a:lnTo>
                  <a:lnTo>
                    <a:pt x="11" y="196"/>
                  </a:lnTo>
                  <a:lnTo>
                    <a:pt x="19" y="212"/>
                  </a:lnTo>
                  <a:lnTo>
                    <a:pt x="27" y="228"/>
                  </a:lnTo>
                  <a:lnTo>
                    <a:pt x="38" y="244"/>
                  </a:lnTo>
                  <a:lnTo>
                    <a:pt x="49" y="257"/>
                  </a:lnTo>
                  <a:lnTo>
                    <a:pt x="59" y="271"/>
                  </a:lnTo>
                  <a:lnTo>
                    <a:pt x="70" y="284"/>
                  </a:lnTo>
                  <a:lnTo>
                    <a:pt x="81" y="295"/>
                  </a:lnTo>
                  <a:lnTo>
                    <a:pt x="92" y="306"/>
                  </a:lnTo>
                  <a:lnTo>
                    <a:pt x="105" y="319"/>
                  </a:lnTo>
                  <a:lnTo>
                    <a:pt x="110" y="322"/>
                  </a:lnTo>
                  <a:lnTo>
                    <a:pt x="119" y="327"/>
                  </a:lnTo>
                  <a:lnTo>
                    <a:pt x="127" y="332"/>
                  </a:lnTo>
                  <a:lnTo>
                    <a:pt x="137" y="335"/>
                  </a:lnTo>
                  <a:lnTo>
                    <a:pt x="145" y="340"/>
                  </a:lnTo>
                  <a:lnTo>
                    <a:pt x="156" y="343"/>
                  </a:lnTo>
                  <a:lnTo>
                    <a:pt x="170" y="346"/>
                  </a:lnTo>
                  <a:lnTo>
                    <a:pt x="183" y="349"/>
                  </a:lnTo>
                  <a:lnTo>
                    <a:pt x="191" y="349"/>
                  </a:lnTo>
                  <a:lnTo>
                    <a:pt x="199" y="351"/>
                  </a:lnTo>
                  <a:lnTo>
                    <a:pt x="218" y="354"/>
                  </a:lnTo>
                  <a:lnTo>
                    <a:pt x="240" y="357"/>
                  </a:lnTo>
                  <a:lnTo>
                    <a:pt x="261" y="357"/>
                  </a:lnTo>
                  <a:lnTo>
                    <a:pt x="285" y="359"/>
                  </a:lnTo>
                  <a:lnTo>
                    <a:pt x="310" y="362"/>
                  </a:lnTo>
                  <a:lnTo>
                    <a:pt x="334" y="362"/>
                  </a:lnTo>
                  <a:lnTo>
                    <a:pt x="361" y="365"/>
                  </a:lnTo>
                  <a:lnTo>
                    <a:pt x="385" y="365"/>
                  </a:lnTo>
                  <a:lnTo>
                    <a:pt x="409" y="362"/>
                  </a:lnTo>
                  <a:lnTo>
                    <a:pt x="433" y="362"/>
                  </a:lnTo>
                  <a:lnTo>
                    <a:pt x="458" y="359"/>
                  </a:lnTo>
                  <a:lnTo>
                    <a:pt x="476" y="354"/>
                  </a:lnTo>
                  <a:lnTo>
                    <a:pt x="495" y="349"/>
                  </a:lnTo>
                  <a:lnTo>
                    <a:pt x="503" y="346"/>
                  </a:lnTo>
                  <a:lnTo>
                    <a:pt x="511" y="340"/>
                  </a:lnTo>
                  <a:lnTo>
                    <a:pt x="519" y="338"/>
                  </a:lnTo>
                  <a:lnTo>
                    <a:pt x="525" y="332"/>
                  </a:lnTo>
                  <a:lnTo>
                    <a:pt x="530" y="327"/>
                  </a:lnTo>
                  <a:lnTo>
                    <a:pt x="536" y="322"/>
                  </a:lnTo>
                  <a:lnTo>
                    <a:pt x="544" y="308"/>
                  </a:lnTo>
                  <a:lnTo>
                    <a:pt x="549" y="295"/>
                  </a:lnTo>
                  <a:lnTo>
                    <a:pt x="554" y="276"/>
                  </a:lnTo>
                  <a:lnTo>
                    <a:pt x="557" y="257"/>
                  </a:lnTo>
                  <a:lnTo>
                    <a:pt x="560" y="239"/>
                  </a:lnTo>
                  <a:lnTo>
                    <a:pt x="562" y="217"/>
                  </a:lnTo>
                  <a:lnTo>
                    <a:pt x="562" y="196"/>
                  </a:lnTo>
                  <a:lnTo>
                    <a:pt x="562" y="174"/>
                  </a:lnTo>
                  <a:lnTo>
                    <a:pt x="560" y="155"/>
                  </a:lnTo>
                  <a:lnTo>
                    <a:pt x="560" y="134"/>
                  </a:lnTo>
                  <a:lnTo>
                    <a:pt x="557" y="115"/>
                  </a:lnTo>
                  <a:lnTo>
                    <a:pt x="554" y="96"/>
                  </a:lnTo>
                  <a:lnTo>
                    <a:pt x="552" y="80"/>
                  </a:lnTo>
                  <a:lnTo>
                    <a:pt x="552" y="67"/>
                  </a:lnTo>
                  <a:lnTo>
                    <a:pt x="549" y="62"/>
                  </a:lnTo>
                  <a:lnTo>
                    <a:pt x="549" y="56"/>
                  </a:lnTo>
                  <a:lnTo>
                    <a:pt x="546" y="48"/>
                  </a:lnTo>
                  <a:lnTo>
                    <a:pt x="544" y="40"/>
                  </a:lnTo>
                  <a:lnTo>
                    <a:pt x="541" y="32"/>
                  </a:lnTo>
                  <a:lnTo>
                    <a:pt x="538" y="29"/>
                  </a:lnTo>
                  <a:lnTo>
                    <a:pt x="533" y="24"/>
                  </a:lnTo>
                  <a:lnTo>
                    <a:pt x="530" y="21"/>
                  </a:lnTo>
                  <a:lnTo>
                    <a:pt x="525" y="19"/>
                  </a:lnTo>
                  <a:lnTo>
                    <a:pt x="519" y="19"/>
                  </a:lnTo>
                  <a:lnTo>
                    <a:pt x="509" y="16"/>
                  </a:lnTo>
                  <a:lnTo>
                    <a:pt x="495" y="16"/>
                  </a:lnTo>
                  <a:lnTo>
                    <a:pt x="482" y="16"/>
                  </a:lnTo>
                  <a:lnTo>
                    <a:pt x="466" y="16"/>
                  </a:lnTo>
                  <a:lnTo>
                    <a:pt x="458" y="16"/>
                  </a:lnTo>
                  <a:lnTo>
                    <a:pt x="449" y="13"/>
                  </a:lnTo>
                  <a:lnTo>
                    <a:pt x="431" y="13"/>
                  </a:lnTo>
                  <a:lnTo>
                    <a:pt x="409" y="13"/>
                  </a:lnTo>
                  <a:lnTo>
                    <a:pt x="388" y="13"/>
                  </a:lnTo>
                  <a:lnTo>
                    <a:pt x="363" y="16"/>
                  </a:lnTo>
                  <a:lnTo>
                    <a:pt x="342" y="16"/>
                  </a:lnTo>
                  <a:lnTo>
                    <a:pt x="320" y="16"/>
                  </a:lnTo>
                  <a:lnTo>
                    <a:pt x="301" y="16"/>
                  </a:lnTo>
                  <a:lnTo>
                    <a:pt x="283" y="13"/>
                  </a:lnTo>
                  <a:lnTo>
                    <a:pt x="264" y="13"/>
                  </a:lnTo>
                  <a:lnTo>
                    <a:pt x="248" y="8"/>
                  </a:lnTo>
                  <a:lnTo>
                    <a:pt x="229" y="5"/>
                  </a:lnTo>
                  <a:lnTo>
                    <a:pt x="213" y="3"/>
                  </a:lnTo>
                  <a:lnTo>
                    <a:pt x="199" y="0"/>
                  </a:lnTo>
                  <a:lnTo>
                    <a:pt x="188" y="0"/>
                  </a:lnTo>
                  <a:lnTo>
                    <a:pt x="183" y="0"/>
                  </a:lnTo>
                  <a:lnTo>
                    <a:pt x="178" y="0"/>
                  </a:lnTo>
                  <a:close/>
                </a:path>
              </a:pathLst>
            </a:custGeom>
            <a:solidFill>
              <a:srgbClr val="33CCFF">
                <a:alpha val="100000"/>
              </a:srgbClr>
            </a:solidFill>
            <a:ln w="9525">
              <a:noFill/>
            </a:ln>
          </p:spPr>
          <p:txBody>
            <a:bodyPr/>
            <a:p>
              <a:endParaRPr lang="zh-CN" altLang="en-US"/>
            </a:p>
          </p:txBody>
        </p:sp>
        <p:sp>
          <p:nvSpPr>
            <p:cNvPr id="138250" name="Rectangle 17"/>
            <p:cNvSpPr/>
            <p:nvPr/>
          </p:nvSpPr>
          <p:spPr>
            <a:xfrm flipH="1">
              <a:off x="1184" y="1385"/>
              <a:ext cx="74" cy="173"/>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b="1" dirty="0">
                  <a:solidFill>
                    <a:schemeClr val="bg1"/>
                  </a:solidFill>
                  <a:ea typeface="宋体" panose="02010600030101010101" pitchFamily="2" charset="-122"/>
                </a:rPr>
                <a:t>A</a:t>
              </a:r>
              <a:endParaRPr lang="en-US" altLang="zh-CN" sz="1800" b="1" dirty="0">
                <a:solidFill>
                  <a:schemeClr val="bg1"/>
                </a:solidFill>
                <a:ea typeface="宋体" panose="02010600030101010101" pitchFamily="2" charset="-122"/>
              </a:endParaRPr>
            </a:p>
          </p:txBody>
        </p:sp>
        <p:sp>
          <p:nvSpPr>
            <p:cNvPr id="138251" name="Rectangle 19"/>
            <p:cNvSpPr/>
            <p:nvPr/>
          </p:nvSpPr>
          <p:spPr>
            <a:xfrm>
              <a:off x="1867" y="1057"/>
              <a:ext cx="91" cy="173"/>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solidFill>
                    <a:schemeClr val="bg1"/>
                  </a:solidFill>
                  <a:ea typeface="宋体" panose="02010600030101010101" pitchFamily="2" charset="-122"/>
                </a:rPr>
                <a:t>B</a:t>
              </a:r>
              <a:endParaRPr lang="en-US" altLang="zh-CN" sz="1800" dirty="0">
                <a:solidFill>
                  <a:schemeClr val="bg1"/>
                </a:solidFill>
                <a:ea typeface="宋体" panose="02010600030101010101" pitchFamily="2" charset="-122"/>
              </a:endParaRPr>
            </a:p>
          </p:txBody>
        </p:sp>
        <p:sp>
          <p:nvSpPr>
            <p:cNvPr id="138252" name="Freeform 21"/>
            <p:cNvSpPr/>
            <p:nvPr/>
          </p:nvSpPr>
          <p:spPr>
            <a:xfrm>
              <a:off x="1640" y="1582"/>
              <a:ext cx="565" cy="362"/>
            </a:xfrm>
            <a:custGeom>
              <a:avLst/>
              <a:gdLst/>
              <a:ahLst/>
              <a:cxnLst>
                <a:cxn ang="0">
                  <a:pos x="164" y="0"/>
                </a:cxn>
                <a:cxn ang="0">
                  <a:pos x="134" y="6"/>
                </a:cxn>
                <a:cxn ang="0">
                  <a:pos x="108" y="14"/>
                </a:cxn>
                <a:cxn ang="0">
                  <a:pos x="83" y="30"/>
                </a:cxn>
                <a:cxn ang="0">
                  <a:pos x="62" y="48"/>
                </a:cxn>
                <a:cxn ang="0">
                  <a:pos x="38" y="73"/>
                </a:cxn>
                <a:cxn ang="0">
                  <a:pos x="16" y="105"/>
                </a:cxn>
                <a:cxn ang="0">
                  <a:pos x="5" y="126"/>
                </a:cxn>
                <a:cxn ang="0">
                  <a:pos x="0" y="142"/>
                </a:cxn>
                <a:cxn ang="0">
                  <a:pos x="0" y="158"/>
                </a:cxn>
                <a:cxn ang="0">
                  <a:pos x="5" y="180"/>
                </a:cxn>
                <a:cxn ang="0">
                  <a:pos x="19" y="212"/>
                </a:cxn>
                <a:cxn ang="0">
                  <a:pos x="38" y="242"/>
                </a:cxn>
                <a:cxn ang="0">
                  <a:pos x="59" y="268"/>
                </a:cxn>
                <a:cxn ang="0">
                  <a:pos x="81" y="295"/>
                </a:cxn>
                <a:cxn ang="0">
                  <a:pos x="105" y="317"/>
                </a:cxn>
                <a:cxn ang="0">
                  <a:pos x="121" y="327"/>
                </a:cxn>
                <a:cxn ang="0">
                  <a:pos x="137" y="335"/>
                </a:cxn>
                <a:cxn ang="0">
                  <a:pos x="159" y="343"/>
                </a:cxn>
                <a:cxn ang="0">
                  <a:pos x="186" y="349"/>
                </a:cxn>
                <a:cxn ang="0">
                  <a:pos x="202" y="351"/>
                </a:cxn>
                <a:cxn ang="0">
                  <a:pos x="239" y="354"/>
                </a:cxn>
                <a:cxn ang="0">
                  <a:pos x="285" y="360"/>
                </a:cxn>
                <a:cxn ang="0">
                  <a:pos x="334" y="362"/>
                </a:cxn>
                <a:cxn ang="0">
                  <a:pos x="385" y="362"/>
                </a:cxn>
                <a:cxn ang="0">
                  <a:pos x="433" y="360"/>
                </a:cxn>
                <a:cxn ang="0">
                  <a:pos x="476" y="354"/>
                </a:cxn>
                <a:cxn ang="0">
                  <a:pos x="503" y="343"/>
                </a:cxn>
                <a:cxn ang="0">
                  <a:pos x="519" y="338"/>
                </a:cxn>
                <a:cxn ang="0">
                  <a:pos x="530" y="327"/>
                </a:cxn>
                <a:cxn ang="0">
                  <a:pos x="543" y="309"/>
                </a:cxn>
                <a:cxn ang="0">
                  <a:pos x="557" y="276"/>
                </a:cxn>
                <a:cxn ang="0">
                  <a:pos x="562" y="236"/>
                </a:cxn>
                <a:cxn ang="0">
                  <a:pos x="565" y="196"/>
                </a:cxn>
                <a:cxn ang="0">
                  <a:pos x="562" y="153"/>
                </a:cxn>
                <a:cxn ang="0">
                  <a:pos x="560" y="113"/>
                </a:cxn>
                <a:cxn ang="0">
                  <a:pos x="554" y="78"/>
                </a:cxn>
                <a:cxn ang="0">
                  <a:pos x="549" y="59"/>
                </a:cxn>
                <a:cxn ang="0">
                  <a:pos x="546" y="46"/>
                </a:cxn>
                <a:cxn ang="0">
                  <a:pos x="541" y="32"/>
                </a:cxn>
                <a:cxn ang="0">
                  <a:pos x="533" y="24"/>
                </a:cxn>
                <a:cxn ang="0">
                  <a:pos x="525" y="19"/>
                </a:cxn>
                <a:cxn ang="0">
                  <a:pos x="508" y="16"/>
                </a:cxn>
                <a:cxn ang="0">
                  <a:pos x="482" y="16"/>
                </a:cxn>
                <a:cxn ang="0">
                  <a:pos x="460" y="14"/>
                </a:cxn>
                <a:cxn ang="0">
                  <a:pos x="430" y="11"/>
                </a:cxn>
                <a:cxn ang="0">
                  <a:pos x="387" y="14"/>
                </a:cxn>
                <a:cxn ang="0">
                  <a:pos x="342" y="14"/>
                </a:cxn>
                <a:cxn ang="0">
                  <a:pos x="301" y="14"/>
                </a:cxn>
                <a:cxn ang="0">
                  <a:pos x="264" y="11"/>
                </a:cxn>
                <a:cxn ang="0">
                  <a:pos x="229" y="3"/>
                </a:cxn>
                <a:cxn ang="0">
                  <a:pos x="199" y="0"/>
                </a:cxn>
                <a:cxn ang="0">
                  <a:pos x="183" y="0"/>
                </a:cxn>
              </a:cxnLst>
              <a:pathLst>
                <a:path w="565" h="362">
                  <a:moveTo>
                    <a:pt x="178" y="0"/>
                  </a:moveTo>
                  <a:lnTo>
                    <a:pt x="164" y="0"/>
                  </a:lnTo>
                  <a:lnTo>
                    <a:pt x="148" y="3"/>
                  </a:lnTo>
                  <a:lnTo>
                    <a:pt x="134" y="6"/>
                  </a:lnTo>
                  <a:lnTo>
                    <a:pt x="121" y="11"/>
                  </a:lnTo>
                  <a:lnTo>
                    <a:pt x="108" y="14"/>
                  </a:lnTo>
                  <a:lnTo>
                    <a:pt x="94" y="22"/>
                  </a:lnTo>
                  <a:lnTo>
                    <a:pt x="83" y="30"/>
                  </a:lnTo>
                  <a:lnTo>
                    <a:pt x="73" y="38"/>
                  </a:lnTo>
                  <a:lnTo>
                    <a:pt x="62" y="48"/>
                  </a:lnTo>
                  <a:lnTo>
                    <a:pt x="48" y="59"/>
                  </a:lnTo>
                  <a:lnTo>
                    <a:pt x="38" y="73"/>
                  </a:lnTo>
                  <a:lnTo>
                    <a:pt x="27" y="89"/>
                  </a:lnTo>
                  <a:lnTo>
                    <a:pt x="16" y="105"/>
                  </a:lnTo>
                  <a:lnTo>
                    <a:pt x="8" y="118"/>
                  </a:lnTo>
                  <a:lnTo>
                    <a:pt x="5" y="126"/>
                  </a:lnTo>
                  <a:lnTo>
                    <a:pt x="3" y="134"/>
                  </a:lnTo>
                  <a:lnTo>
                    <a:pt x="0" y="142"/>
                  </a:lnTo>
                  <a:lnTo>
                    <a:pt x="0" y="150"/>
                  </a:lnTo>
                  <a:lnTo>
                    <a:pt x="0" y="158"/>
                  </a:lnTo>
                  <a:lnTo>
                    <a:pt x="3" y="164"/>
                  </a:lnTo>
                  <a:lnTo>
                    <a:pt x="5" y="180"/>
                  </a:lnTo>
                  <a:lnTo>
                    <a:pt x="11" y="196"/>
                  </a:lnTo>
                  <a:lnTo>
                    <a:pt x="19" y="212"/>
                  </a:lnTo>
                  <a:lnTo>
                    <a:pt x="27" y="228"/>
                  </a:lnTo>
                  <a:lnTo>
                    <a:pt x="38" y="242"/>
                  </a:lnTo>
                  <a:lnTo>
                    <a:pt x="48" y="255"/>
                  </a:lnTo>
                  <a:lnTo>
                    <a:pt x="59" y="268"/>
                  </a:lnTo>
                  <a:lnTo>
                    <a:pt x="70" y="282"/>
                  </a:lnTo>
                  <a:lnTo>
                    <a:pt x="81" y="295"/>
                  </a:lnTo>
                  <a:lnTo>
                    <a:pt x="94" y="306"/>
                  </a:lnTo>
                  <a:lnTo>
                    <a:pt x="105" y="317"/>
                  </a:lnTo>
                  <a:lnTo>
                    <a:pt x="113" y="322"/>
                  </a:lnTo>
                  <a:lnTo>
                    <a:pt x="121" y="327"/>
                  </a:lnTo>
                  <a:lnTo>
                    <a:pt x="129" y="333"/>
                  </a:lnTo>
                  <a:lnTo>
                    <a:pt x="137" y="335"/>
                  </a:lnTo>
                  <a:lnTo>
                    <a:pt x="148" y="341"/>
                  </a:lnTo>
                  <a:lnTo>
                    <a:pt x="159" y="343"/>
                  </a:lnTo>
                  <a:lnTo>
                    <a:pt x="172" y="346"/>
                  </a:lnTo>
                  <a:lnTo>
                    <a:pt x="186" y="349"/>
                  </a:lnTo>
                  <a:lnTo>
                    <a:pt x="194" y="349"/>
                  </a:lnTo>
                  <a:lnTo>
                    <a:pt x="202" y="351"/>
                  </a:lnTo>
                  <a:lnTo>
                    <a:pt x="221" y="354"/>
                  </a:lnTo>
                  <a:lnTo>
                    <a:pt x="239" y="354"/>
                  </a:lnTo>
                  <a:lnTo>
                    <a:pt x="261" y="357"/>
                  </a:lnTo>
                  <a:lnTo>
                    <a:pt x="285" y="360"/>
                  </a:lnTo>
                  <a:lnTo>
                    <a:pt x="309" y="362"/>
                  </a:lnTo>
                  <a:lnTo>
                    <a:pt x="334" y="362"/>
                  </a:lnTo>
                  <a:lnTo>
                    <a:pt x="360" y="362"/>
                  </a:lnTo>
                  <a:lnTo>
                    <a:pt x="385" y="362"/>
                  </a:lnTo>
                  <a:lnTo>
                    <a:pt x="409" y="362"/>
                  </a:lnTo>
                  <a:lnTo>
                    <a:pt x="433" y="360"/>
                  </a:lnTo>
                  <a:lnTo>
                    <a:pt x="457" y="357"/>
                  </a:lnTo>
                  <a:lnTo>
                    <a:pt x="476" y="354"/>
                  </a:lnTo>
                  <a:lnTo>
                    <a:pt x="495" y="349"/>
                  </a:lnTo>
                  <a:lnTo>
                    <a:pt x="503" y="343"/>
                  </a:lnTo>
                  <a:lnTo>
                    <a:pt x="511" y="341"/>
                  </a:lnTo>
                  <a:lnTo>
                    <a:pt x="519" y="338"/>
                  </a:lnTo>
                  <a:lnTo>
                    <a:pt x="525" y="333"/>
                  </a:lnTo>
                  <a:lnTo>
                    <a:pt x="530" y="327"/>
                  </a:lnTo>
                  <a:lnTo>
                    <a:pt x="535" y="322"/>
                  </a:lnTo>
                  <a:lnTo>
                    <a:pt x="543" y="309"/>
                  </a:lnTo>
                  <a:lnTo>
                    <a:pt x="552" y="292"/>
                  </a:lnTo>
                  <a:lnTo>
                    <a:pt x="557" y="276"/>
                  </a:lnTo>
                  <a:lnTo>
                    <a:pt x="560" y="258"/>
                  </a:lnTo>
                  <a:lnTo>
                    <a:pt x="562" y="236"/>
                  </a:lnTo>
                  <a:lnTo>
                    <a:pt x="565" y="217"/>
                  </a:lnTo>
                  <a:lnTo>
                    <a:pt x="565" y="196"/>
                  </a:lnTo>
                  <a:lnTo>
                    <a:pt x="562" y="174"/>
                  </a:lnTo>
                  <a:lnTo>
                    <a:pt x="562" y="153"/>
                  </a:lnTo>
                  <a:lnTo>
                    <a:pt x="560" y="132"/>
                  </a:lnTo>
                  <a:lnTo>
                    <a:pt x="560" y="113"/>
                  </a:lnTo>
                  <a:lnTo>
                    <a:pt x="557" y="97"/>
                  </a:lnTo>
                  <a:lnTo>
                    <a:pt x="554" y="78"/>
                  </a:lnTo>
                  <a:lnTo>
                    <a:pt x="552" y="65"/>
                  </a:lnTo>
                  <a:lnTo>
                    <a:pt x="549" y="59"/>
                  </a:lnTo>
                  <a:lnTo>
                    <a:pt x="549" y="54"/>
                  </a:lnTo>
                  <a:lnTo>
                    <a:pt x="546" y="46"/>
                  </a:lnTo>
                  <a:lnTo>
                    <a:pt x="543" y="38"/>
                  </a:lnTo>
                  <a:lnTo>
                    <a:pt x="541" y="32"/>
                  </a:lnTo>
                  <a:lnTo>
                    <a:pt x="538" y="27"/>
                  </a:lnTo>
                  <a:lnTo>
                    <a:pt x="533" y="24"/>
                  </a:lnTo>
                  <a:lnTo>
                    <a:pt x="530" y="22"/>
                  </a:lnTo>
                  <a:lnTo>
                    <a:pt x="525" y="19"/>
                  </a:lnTo>
                  <a:lnTo>
                    <a:pt x="519" y="19"/>
                  </a:lnTo>
                  <a:lnTo>
                    <a:pt x="508" y="16"/>
                  </a:lnTo>
                  <a:lnTo>
                    <a:pt x="495" y="16"/>
                  </a:lnTo>
                  <a:lnTo>
                    <a:pt x="482" y="16"/>
                  </a:lnTo>
                  <a:lnTo>
                    <a:pt x="468" y="14"/>
                  </a:lnTo>
                  <a:lnTo>
                    <a:pt x="460" y="14"/>
                  </a:lnTo>
                  <a:lnTo>
                    <a:pt x="452" y="11"/>
                  </a:lnTo>
                  <a:lnTo>
                    <a:pt x="430" y="11"/>
                  </a:lnTo>
                  <a:lnTo>
                    <a:pt x="409" y="11"/>
                  </a:lnTo>
                  <a:lnTo>
                    <a:pt x="387" y="14"/>
                  </a:lnTo>
                  <a:lnTo>
                    <a:pt x="363" y="14"/>
                  </a:lnTo>
                  <a:lnTo>
                    <a:pt x="342" y="14"/>
                  </a:lnTo>
                  <a:lnTo>
                    <a:pt x="320" y="14"/>
                  </a:lnTo>
                  <a:lnTo>
                    <a:pt x="301" y="14"/>
                  </a:lnTo>
                  <a:lnTo>
                    <a:pt x="282" y="11"/>
                  </a:lnTo>
                  <a:lnTo>
                    <a:pt x="264" y="11"/>
                  </a:lnTo>
                  <a:lnTo>
                    <a:pt x="247" y="6"/>
                  </a:lnTo>
                  <a:lnTo>
                    <a:pt x="229" y="3"/>
                  </a:lnTo>
                  <a:lnTo>
                    <a:pt x="213" y="0"/>
                  </a:lnTo>
                  <a:lnTo>
                    <a:pt x="199" y="0"/>
                  </a:lnTo>
                  <a:lnTo>
                    <a:pt x="188" y="0"/>
                  </a:lnTo>
                  <a:lnTo>
                    <a:pt x="183" y="0"/>
                  </a:lnTo>
                  <a:lnTo>
                    <a:pt x="178" y="0"/>
                  </a:lnTo>
                  <a:close/>
                </a:path>
              </a:pathLst>
            </a:custGeom>
            <a:solidFill>
              <a:srgbClr val="33CCFF">
                <a:alpha val="100000"/>
              </a:srgbClr>
            </a:solidFill>
            <a:ln w="9525">
              <a:noFill/>
            </a:ln>
          </p:spPr>
          <p:txBody>
            <a:bodyPr/>
            <a:p>
              <a:endParaRPr lang="zh-CN" altLang="en-US"/>
            </a:p>
          </p:txBody>
        </p:sp>
        <p:sp>
          <p:nvSpPr>
            <p:cNvPr id="138253" name="Rectangle 22"/>
            <p:cNvSpPr/>
            <p:nvPr/>
          </p:nvSpPr>
          <p:spPr>
            <a:xfrm>
              <a:off x="1896" y="1657"/>
              <a:ext cx="89" cy="173"/>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b="1" dirty="0">
                  <a:solidFill>
                    <a:schemeClr val="bg1"/>
                  </a:solidFill>
                  <a:ea typeface="宋体" panose="02010600030101010101" pitchFamily="2" charset="-122"/>
                </a:rPr>
                <a:t>C</a:t>
              </a:r>
              <a:endParaRPr lang="en-US" altLang="zh-CN" sz="1800" b="1" dirty="0">
                <a:solidFill>
                  <a:schemeClr val="bg1"/>
                </a:solidFill>
                <a:ea typeface="宋体" panose="02010600030101010101" pitchFamily="2" charset="-122"/>
              </a:endParaRPr>
            </a:p>
          </p:txBody>
        </p:sp>
        <p:sp>
          <p:nvSpPr>
            <p:cNvPr id="138254" name="Rectangle 23"/>
            <p:cNvSpPr/>
            <p:nvPr/>
          </p:nvSpPr>
          <p:spPr>
            <a:xfrm>
              <a:off x="1963" y="1657"/>
              <a:ext cx="33"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400" dirty="0">
                  <a:solidFill>
                    <a:srgbClr val="000000"/>
                  </a:solidFill>
                  <a:ea typeface="宋体" panose="02010600030101010101" pitchFamily="2" charset="-122"/>
                </a:rPr>
                <a:t> </a:t>
              </a:r>
              <a:endParaRPr lang="en-US" altLang="zh-CN" sz="1800" dirty="0">
                <a:ea typeface="宋体" panose="02010600030101010101" pitchFamily="2" charset="-122"/>
              </a:endParaRPr>
            </a:p>
          </p:txBody>
        </p:sp>
        <p:sp>
          <p:nvSpPr>
            <p:cNvPr id="138255" name="Freeform 24"/>
            <p:cNvSpPr/>
            <p:nvPr/>
          </p:nvSpPr>
          <p:spPr>
            <a:xfrm>
              <a:off x="443" y="1335"/>
              <a:ext cx="218" cy="215"/>
            </a:xfrm>
            <a:custGeom>
              <a:avLst/>
              <a:gdLst/>
              <a:ahLst/>
              <a:cxnLst>
                <a:cxn ang="0">
                  <a:pos x="99" y="0"/>
                </a:cxn>
                <a:cxn ang="0">
                  <a:pos x="78" y="6"/>
                </a:cxn>
                <a:cxn ang="0">
                  <a:pos x="56" y="14"/>
                </a:cxn>
                <a:cxn ang="0">
                  <a:pos x="40" y="25"/>
                </a:cxn>
                <a:cxn ang="0">
                  <a:pos x="24" y="41"/>
                </a:cxn>
                <a:cxn ang="0">
                  <a:pos x="13" y="57"/>
                </a:cxn>
                <a:cxn ang="0">
                  <a:pos x="5" y="76"/>
                </a:cxn>
                <a:cxn ang="0">
                  <a:pos x="0" y="97"/>
                </a:cxn>
                <a:cxn ang="0">
                  <a:pos x="0" y="118"/>
                </a:cxn>
                <a:cxn ang="0">
                  <a:pos x="5" y="140"/>
                </a:cxn>
                <a:cxn ang="0">
                  <a:pos x="13" y="159"/>
                </a:cxn>
                <a:cxn ang="0">
                  <a:pos x="24" y="175"/>
                </a:cxn>
                <a:cxn ang="0">
                  <a:pos x="40" y="191"/>
                </a:cxn>
                <a:cxn ang="0">
                  <a:pos x="56" y="202"/>
                </a:cxn>
                <a:cxn ang="0">
                  <a:pos x="78" y="210"/>
                </a:cxn>
                <a:cxn ang="0">
                  <a:pos x="99" y="215"/>
                </a:cxn>
                <a:cxn ang="0">
                  <a:pos x="121" y="215"/>
                </a:cxn>
                <a:cxn ang="0">
                  <a:pos x="142" y="210"/>
                </a:cxn>
                <a:cxn ang="0">
                  <a:pos x="161" y="202"/>
                </a:cxn>
                <a:cxn ang="0">
                  <a:pos x="177" y="191"/>
                </a:cxn>
                <a:cxn ang="0">
                  <a:pos x="193" y="175"/>
                </a:cxn>
                <a:cxn ang="0">
                  <a:pos x="204" y="159"/>
                </a:cxn>
                <a:cxn ang="0">
                  <a:pos x="212" y="140"/>
                </a:cxn>
                <a:cxn ang="0">
                  <a:pos x="218" y="118"/>
                </a:cxn>
                <a:cxn ang="0">
                  <a:pos x="218" y="97"/>
                </a:cxn>
                <a:cxn ang="0">
                  <a:pos x="212" y="76"/>
                </a:cxn>
                <a:cxn ang="0">
                  <a:pos x="204" y="57"/>
                </a:cxn>
                <a:cxn ang="0">
                  <a:pos x="193" y="41"/>
                </a:cxn>
                <a:cxn ang="0">
                  <a:pos x="177" y="25"/>
                </a:cxn>
                <a:cxn ang="0">
                  <a:pos x="161" y="14"/>
                </a:cxn>
                <a:cxn ang="0">
                  <a:pos x="142" y="6"/>
                </a:cxn>
                <a:cxn ang="0">
                  <a:pos x="121" y="0"/>
                </a:cxn>
              </a:cxnLst>
              <a:pathLst>
                <a:path w="218" h="215">
                  <a:moveTo>
                    <a:pt x="110" y="0"/>
                  </a:moveTo>
                  <a:lnTo>
                    <a:pt x="99" y="0"/>
                  </a:lnTo>
                  <a:lnTo>
                    <a:pt x="88" y="3"/>
                  </a:lnTo>
                  <a:lnTo>
                    <a:pt x="78" y="6"/>
                  </a:lnTo>
                  <a:lnTo>
                    <a:pt x="67" y="9"/>
                  </a:lnTo>
                  <a:lnTo>
                    <a:pt x="56" y="14"/>
                  </a:lnTo>
                  <a:lnTo>
                    <a:pt x="48" y="19"/>
                  </a:lnTo>
                  <a:lnTo>
                    <a:pt x="40" y="25"/>
                  </a:lnTo>
                  <a:lnTo>
                    <a:pt x="32" y="33"/>
                  </a:lnTo>
                  <a:lnTo>
                    <a:pt x="24" y="41"/>
                  </a:lnTo>
                  <a:lnTo>
                    <a:pt x="18" y="49"/>
                  </a:lnTo>
                  <a:lnTo>
                    <a:pt x="13" y="57"/>
                  </a:lnTo>
                  <a:lnTo>
                    <a:pt x="8" y="65"/>
                  </a:lnTo>
                  <a:lnTo>
                    <a:pt x="5" y="76"/>
                  </a:lnTo>
                  <a:lnTo>
                    <a:pt x="2" y="86"/>
                  </a:lnTo>
                  <a:lnTo>
                    <a:pt x="0" y="97"/>
                  </a:lnTo>
                  <a:lnTo>
                    <a:pt x="0" y="108"/>
                  </a:lnTo>
                  <a:lnTo>
                    <a:pt x="0" y="118"/>
                  </a:lnTo>
                  <a:lnTo>
                    <a:pt x="2" y="129"/>
                  </a:lnTo>
                  <a:lnTo>
                    <a:pt x="5" y="140"/>
                  </a:lnTo>
                  <a:lnTo>
                    <a:pt x="8" y="151"/>
                  </a:lnTo>
                  <a:lnTo>
                    <a:pt x="13" y="159"/>
                  </a:lnTo>
                  <a:lnTo>
                    <a:pt x="18" y="167"/>
                  </a:lnTo>
                  <a:lnTo>
                    <a:pt x="24" y="175"/>
                  </a:lnTo>
                  <a:lnTo>
                    <a:pt x="32" y="183"/>
                  </a:lnTo>
                  <a:lnTo>
                    <a:pt x="40" y="191"/>
                  </a:lnTo>
                  <a:lnTo>
                    <a:pt x="48" y="196"/>
                  </a:lnTo>
                  <a:lnTo>
                    <a:pt x="56" y="202"/>
                  </a:lnTo>
                  <a:lnTo>
                    <a:pt x="67" y="207"/>
                  </a:lnTo>
                  <a:lnTo>
                    <a:pt x="78" y="210"/>
                  </a:lnTo>
                  <a:lnTo>
                    <a:pt x="88" y="212"/>
                  </a:lnTo>
                  <a:lnTo>
                    <a:pt x="99" y="215"/>
                  </a:lnTo>
                  <a:lnTo>
                    <a:pt x="110" y="215"/>
                  </a:lnTo>
                  <a:lnTo>
                    <a:pt x="121" y="215"/>
                  </a:lnTo>
                  <a:lnTo>
                    <a:pt x="131" y="212"/>
                  </a:lnTo>
                  <a:lnTo>
                    <a:pt x="142" y="210"/>
                  </a:lnTo>
                  <a:lnTo>
                    <a:pt x="153" y="207"/>
                  </a:lnTo>
                  <a:lnTo>
                    <a:pt x="161" y="202"/>
                  </a:lnTo>
                  <a:lnTo>
                    <a:pt x="169" y="196"/>
                  </a:lnTo>
                  <a:lnTo>
                    <a:pt x="177" y="191"/>
                  </a:lnTo>
                  <a:lnTo>
                    <a:pt x="185" y="183"/>
                  </a:lnTo>
                  <a:lnTo>
                    <a:pt x="193" y="175"/>
                  </a:lnTo>
                  <a:lnTo>
                    <a:pt x="199" y="167"/>
                  </a:lnTo>
                  <a:lnTo>
                    <a:pt x="204" y="159"/>
                  </a:lnTo>
                  <a:lnTo>
                    <a:pt x="209" y="151"/>
                  </a:lnTo>
                  <a:lnTo>
                    <a:pt x="212" y="140"/>
                  </a:lnTo>
                  <a:lnTo>
                    <a:pt x="215" y="129"/>
                  </a:lnTo>
                  <a:lnTo>
                    <a:pt x="218" y="118"/>
                  </a:lnTo>
                  <a:lnTo>
                    <a:pt x="218" y="108"/>
                  </a:lnTo>
                  <a:lnTo>
                    <a:pt x="218" y="97"/>
                  </a:lnTo>
                  <a:lnTo>
                    <a:pt x="215" y="86"/>
                  </a:lnTo>
                  <a:lnTo>
                    <a:pt x="212" y="76"/>
                  </a:lnTo>
                  <a:lnTo>
                    <a:pt x="209" y="65"/>
                  </a:lnTo>
                  <a:lnTo>
                    <a:pt x="204" y="57"/>
                  </a:lnTo>
                  <a:lnTo>
                    <a:pt x="199" y="49"/>
                  </a:lnTo>
                  <a:lnTo>
                    <a:pt x="193" y="41"/>
                  </a:lnTo>
                  <a:lnTo>
                    <a:pt x="185" y="33"/>
                  </a:lnTo>
                  <a:lnTo>
                    <a:pt x="177" y="25"/>
                  </a:lnTo>
                  <a:lnTo>
                    <a:pt x="169" y="19"/>
                  </a:lnTo>
                  <a:lnTo>
                    <a:pt x="161" y="14"/>
                  </a:lnTo>
                  <a:lnTo>
                    <a:pt x="153" y="9"/>
                  </a:lnTo>
                  <a:lnTo>
                    <a:pt x="142" y="6"/>
                  </a:lnTo>
                  <a:lnTo>
                    <a:pt x="131" y="3"/>
                  </a:lnTo>
                  <a:lnTo>
                    <a:pt x="121" y="0"/>
                  </a:lnTo>
                  <a:lnTo>
                    <a:pt x="110" y="0"/>
                  </a:lnTo>
                  <a:close/>
                </a:path>
              </a:pathLst>
            </a:custGeom>
            <a:solidFill>
              <a:srgbClr val="33CCFF">
                <a:alpha val="100000"/>
              </a:srgbClr>
            </a:solidFill>
            <a:ln w="9525">
              <a:noFill/>
            </a:ln>
          </p:spPr>
          <p:txBody>
            <a:bodyPr/>
            <a:p>
              <a:endParaRPr lang="zh-CN" altLang="en-US"/>
            </a:p>
          </p:txBody>
        </p:sp>
        <p:sp>
          <p:nvSpPr>
            <p:cNvPr id="138256" name="Rectangle 25"/>
            <p:cNvSpPr/>
            <p:nvPr/>
          </p:nvSpPr>
          <p:spPr>
            <a:xfrm>
              <a:off x="493" y="1378"/>
              <a:ext cx="133" cy="15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600" b="1" dirty="0">
                  <a:solidFill>
                    <a:schemeClr val="bg1"/>
                  </a:solidFill>
                  <a:ea typeface="宋体" panose="02010600030101010101" pitchFamily="2" charset="-122"/>
                </a:rPr>
                <a:t>W</a:t>
              </a:r>
              <a:endParaRPr lang="en-US" altLang="zh-CN" sz="1600" b="1" dirty="0">
                <a:solidFill>
                  <a:schemeClr val="bg1"/>
                </a:solidFill>
                <a:ea typeface="宋体" panose="02010600030101010101" pitchFamily="2" charset="-122"/>
              </a:endParaRPr>
            </a:p>
          </p:txBody>
        </p:sp>
        <p:sp>
          <p:nvSpPr>
            <p:cNvPr id="138257" name="Rectangle 26"/>
            <p:cNvSpPr/>
            <p:nvPr/>
          </p:nvSpPr>
          <p:spPr>
            <a:xfrm>
              <a:off x="617" y="1360"/>
              <a:ext cx="33" cy="13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400" dirty="0">
                  <a:solidFill>
                    <a:srgbClr val="000000"/>
                  </a:solidFill>
                  <a:ea typeface="宋体" panose="02010600030101010101" pitchFamily="2" charset="-122"/>
                </a:rPr>
                <a:t> </a:t>
              </a:r>
              <a:endParaRPr lang="en-US" altLang="zh-CN" sz="1800" dirty="0">
                <a:ea typeface="宋体" panose="02010600030101010101" pitchFamily="2" charset="-122"/>
              </a:endParaRPr>
            </a:p>
          </p:txBody>
        </p:sp>
        <p:sp>
          <p:nvSpPr>
            <p:cNvPr id="138258" name="Freeform 27"/>
            <p:cNvSpPr/>
            <p:nvPr/>
          </p:nvSpPr>
          <p:spPr>
            <a:xfrm>
              <a:off x="2584" y="1220"/>
              <a:ext cx="218" cy="212"/>
            </a:xfrm>
            <a:custGeom>
              <a:avLst/>
              <a:gdLst/>
              <a:ahLst/>
              <a:cxnLst>
                <a:cxn ang="0">
                  <a:pos x="100" y="0"/>
                </a:cxn>
                <a:cxn ang="0">
                  <a:pos x="78" y="6"/>
                </a:cxn>
                <a:cxn ang="0">
                  <a:pos x="57" y="14"/>
                </a:cxn>
                <a:cxn ang="0">
                  <a:pos x="41" y="24"/>
                </a:cxn>
                <a:cxn ang="0">
                  <a:pos x="25" y="38"/>
                </a:cxn>
                <a:cxn ang="0">
                  <a:pos x="14" y="54"/>
                </a:cxn>
                <a:cxn ang="0">
                  <a:pos x="6" y="73"/>
                </a:cxn>
                <a:cxn ang="0">
                  <a:pos x="0" y="94"/>
                </a:cxn>
                <a:cxn ang="0">
                  <a:pos x="0" y="115"/>
                </a:cxn>
                <a:cxn ang="0">
                  <a:pos x="6" y="137"/>
                </a:cxn>
                <a:cxn ang="0">
                  <a:pos x="14" y="156"/>
                </a:cxn>
                <a:cxn ang="0">
                  <a:pos x="25" y="172"/>
                </a:cxn>
                <a:cxn ang="0">
                  <a:pos x="41" y="188"/>
                </a:cxn>
                <a:cxn ang="0">
                  <a:pos x="57" y="199"/>
                </a:cxn>
                <a:cxn ang="0">
                  <a:pos x="78" y="207"/>
                </a:cxn>
                <a:cxn ang="0">
                  <a:pos x="100" y="212"/>
                </a:cxn>
                <a:cxn ang="0">
                  <a:pos x="121" y="212"/>
                </a:cxn>
                <a:cxn ang="0">
                  <a:pos x="143" y="207"/>
                </a:cxn>
                <a:cxn ang="0">
                  <a:pos x="162" y="199"/>
                </a:cxn>
                <a:cxn ang="0">
                  <a:pos x="178" y="188"/>
                </a:cxn>
                <a:cxn ang="0">
                  <a:pos x="194" y="172"/>
                </a:cxn>
                <a:cxn ang="0">
                  <a:pos x="205" y="156"/>
                </a:cxn>
                <a:cxn ang="0">
                  <a:pos x="213" y="137"/>
                </a:cxn>
                <a:cxn ang="0">
                  <a:pos x="218" y="115"/>
                </a:cxn>
                <a:cxn ang="0">
                  <a:pos x="218" y="94"/>
                </a:cxn>
                <a:cxn ang="0">
                  <a:pos x="213" y="73"/>
                </a:cxn>
                <a:cxn ang="0">
                  <a:pos x="205" y="54"/>
                </a:cxn>
                <a:cxn ang="0">
                  <a:pos x="194" y="38"/>
                </a:cxn>
                <a:cxn ang="0">
                  <a:pos x="178" y="24"/>
                </a:cxn>
                <a:cxn ang="0">
                  <a:pos x="162" y="14"/>
                </a:cxn>
                <a:cxn ang="0">
                  <a:pos x="143" y="6"/>
                </a:cxn>
                <a:cxn ang="0">
                  <a:pos x="121" y="0"/>
                </a:cxn>
              </a:cxnLst>
              <a:pathLst>
                <a:path w="218" h="212">
                  <a:moveTo>
                    <a:pt x="111" y="0"/>
                  </a:moveTo>
                  <a:lnTo>
                    <a:pt x="100" y="0"/>
                  </a:lnTo>
                  <a:lnTo>
                    <a:pt x="89" y="3"/>
                  </a:lnTo>
                  <a:lnTo>
                    <a:pt x="78" y="6"/>
                  </a:lnTo>
                  <a:lnTo>
                    <a:pt x="68" y="8"/>
                  </a:lnTo>
                  <a:lnTo>
                    <a:pt x="57" y="14"/>
                  </a:lnTo>
                  <a:lnTo>
                    <a:pt x="49" y="19"/>
                  </a:lnTo>
                  <a:lnTo>
                    <a:pt x="41" y="24"/>
                  </a:lnTo>
                  <a:lnTo>
                    <a:pt x="33" y="30"/>
                  </a:lnTo>
                  <a:lnTo>
                    <a:pt x="25" y="38"/>
                  </a:lnTo>
                  <a:lnTo>
                    <a:pt x="19" y="46"/>
                  </a:lnTo>
                  <a:lnTo>
                    <a:pt x="14" y="54"/>
                  </a:lnTo>
                  <a:lnTo>
                    <a:pt x="8" y="65"/>
                  </a:lnTo>
                  <a:lnTo>
                    <a:pt x="6" y="73"/>
                  </a:lnTo>
                  <a:lnTo>
                    <a:pt x="3" y="83"/>
                  </a:lnTo>
                  <a:lnTo>
                    <a:pt x="0" y="94"/>
                  </a:lnTo>
                  <a:lnTo>
                    <a:pt x="0" y="105"/>
                  </a:lnTo>
                  <a:lnTo>
                    <a:pt x="0" y="115"/>
                  </a:lnTo>
                  <a:lnTo>
                    <a:pt x="3" y="126"/>
                  </a:lnTo>
                  <a:lnTo>
                    <a:pt x="6" y="137"/>
                  </a:lnTo>
                  <a:lnTo>
                    <a:pt x="8" y="148"/>
                  </a:lnTo>
                  <a:lnTo>
                    <a:pt x="14" y="156"/>
                  </a:lnTo>
                  <a:lnTo>
                    <a:pt x="19" y="164"/>
                  </a:lnTo>
                  <a:lnTo>
                    <a:pt x="25" y="172"/>
                  </a:lnTo>
                  <a:lnTo>
                    <a:pt x="33" y="180"/>
                  </a:lnTo>
                  <a:lnTo>
                    <a:pt x="41" y="188"/>
                  </a:lnTo>
                  <a:lnTo>
                    <a:pt x="49" y="193"/>
                  </a:lnTo>
                  <a:lnTo>
                    <a:pt x="57" y="199"/>
                  </a:lnTo>
                  <a:lnTo>
                    <a:pt x="68" y="204"/>
                  </a:lnTo>
                  <a:lnTo>
                    <a:pt x="78" y="207"/>
                  </a:lnTo>
                  <a:lnTo>
                    <a:pt x="89" y="209"/>
                  </a:lnTo>
                  <a:lnTo>
                    <a:pt x="100" y="212"/>
                  </a:lnTo>
                  <a:lnTo>
                    <a:pt x="111" y="212"/>
                  </a:lnTo>
                  <a:lnTo>
                    <a:pt x="121" y="212"/>
                  </a:lnTo>
                  <a:lnTo>
                    <a:pt x="132" y="209"/>
                  </a:lnTo>
                  <a:lnTo>
                    <a:pt x="143" y="207"/>
                  </a:lnTo>
                  <a:lnTo>
                    <a:pt x="154" y="204"/>
                  </a:lnTo>
                  <a:lnTo>
                    <a:pt x="162" y="199"/>
                  </a:lnTo>
                  <a:lnTo>
                    <a:pt x="170" y="193"/>
                  </a:lnTo>
                  <a:lnTo>
                    <a:pt x="178" y="188"/>
                  </a:lnTo>
                  <a:lnTo>
                    <a:pt x="186" y="180"/>
                  </a:lnTo>
                  <a:lnTo>
                    <a:pt x="194" y="172"/>
                  </a:lnTo>
                  <a:lnTo>
                    <a:pt x="199" y="164"/>
                  </a:lnTo>
                  <a:lnTo>
                    <a:pt x="205" y="156"/>
                  </a:lnTo>
                  <a:lnTo>
                    <a:pt x="210" y="148"/>
                  </a:lnTo>
                  <a:lnTo>
                    <a:pt x="213" y="137"/>
                  </a:lnTo>
                  <a:lnTo>
                    <a:pt x="216" y="126"/>
                  </a:lnTo>
                  <a:lnTo>
                    <a:pt x="218" y="115"/>
                  </a:lnTo>
                  <a:lnTo>
                    <a:pt x="218" y="105"/>
                  </a:lnTo>
                  <a:lnTo>
                    <a:pt x="218" y="94"/>
                  </a:lnTo>
                  <a:lnTo>
                    <a:pt x="216" y="83"/>
                  </a:lnTo>
                  <a:lnTo>
                    <a:pt x="213" y="73"/>
                  </a:lnTo>
                  <a:lnTo>
                    <a:pt x="210" y="65"/>
                  </a:lnTo>
                  <a:lnTo>
                    <a:pt x="205" y="54"/>
                  </a:lnTo>
                  <a:lnTo>
                    <a:pt x="199" y="46"/>
                  </a:lnTo>
                  <a:lnTo>
                    <a:pt x="194" y="38"/>
                  </a:lnTo>
                  <a:lnTo>
                    <a:pt x="186" y="30"/>
                  </a:lnTo>
                  <a:lnTo>
                    <a:pt x="178" y="24"/>
                  </a:lnTo>
                  <a:lnTo>
                    <a:pt x="170" y="19"/>
                  </a:lnTo>
                  <a:lnTo>
                    <a:pt x="162" y="14"/>
                  </a:lnTo>
                  <a:lnTo>
                    <a:pt x="154" y="8"/>
                  </a:lnTo>
                  <a:lnTo>
                    <a:pt x="143" y="6"/>
                  </a:lnTo>
                  <a:lnTo>
                    <a:pt x="132" y="3"/>
                  </a:lnTo>
                  <a:lnTo>
                    <a:pt x="121" y="0"/>
                  </a:lnTo>
                  <a:lnTo>
                    <a:pt x="111" y="0"/>
                  </a:lnTo>
                  <a:close/>
                </a:path>
              </a:pathLst>
            </a:custGeom>
            <a:solidFill>
              <a:srgbClr val="33CCFF">
                <a:alpha val="100000"/>
              </a:srgbClr>
            </a:solidFill>
            <a:ln w="9525">
              <a:noFill/>
            </a:ln>
          </p:spPr>
          <p:txBody>
            <a:bodyPr/>
            <a:p>
              <a:endParaRPr lang="zh-CN" altLang="en-US"/>
            </a:p>
          </p:txBody>
        </p:sp>
        <p:sp>
          <p:nvSpPr>
            <p:cNvPr id="138259" name="Rectangle 28"/>
            <p:cNvSpPr/>
            <p:nvPr/>
          </p:nvSpPr>
          <p:spPr>
            <a:xfrm>
              <a:off x="2641" y="1262"/>
              <a:ext cx="93" cy="15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600" b="1" dirty="0">
                  <a:solidFill>
                    <a:schemeClr val="bg1"/>
                  </a:solidFill>
                  <a:ea typeface="宋体" panose="02010600030101010101" pitchFamily="2" charset="-122"/>
                </a:rPr>
                <a:t>X</a:t>
              </a:r>
              <a:endParaRPr lang="en-US" altLang="zh-CN" sz="1600" b="1" dirty="0">
                <a:solidFill>
                  <a:schemeClr val="bg1"/>
                </a:solidFill>
                <a:ea typeface="宋体" panose="02010600030101010101" pitchFamily="2" charset="-122"/>
              </a:endParaRPr>
            </a:p>
          </p:txBody>
        </p:sp>
        <p:sp>
          <p:nvSpPr>
            <p:cNvPr id="138260" name="Freeform 30"/>
            <p:cNvSpPr/>
            <p:nvPr/>
          </p:nvSpPr>
          <p:spPr>
            <a:xfrm>
              <a:off x="2579" y="1952"/>
              <a:ext cx="218" cy="212"/>
            </a:xfrm>
            <a:custGeom>
              <a:avLst/>
              <a:gdLst/>
              <a:ahLst/>
              <a:cxnLst>
                <a:cxn ang="0">
                  <a:pos x="97" y="0"/>
                </a:cxn>
                <a:cxn ang="0">
                  <a:pos x="75" y="6"/>
                </a:cxn>
                <a:cxn ang="0">
                  <a:pos x="56" y="14"/>
                </a:cxn>
                <a:cxn ang="0">
                  <a:pos x="40" y="24"/>
                </a:cxn>
                <a:cxn ang="0">
                  <a:pos x="24" y="38"/>
                </a:cxn>
                <a:cxn ang="0">
                  <a:pos x="13" y="54"/>
                </a:cxn>
                <a:cxn ang="0">
                  <a:pos x="5" y="73"/>
                </a:cxn>
                <a:cxn ang="0">
                  <a:pos x="0" y="94"/>
                </a:cxn>
                <a:cxn ang="0">
                  <a:pos x="0" y="116"/>
                </a:cxn>
                <a:cxn ang="0">
                  <a:pos x="5" y="137"/>
                </a:cxn>
                <a:cxn ang="0">
                  <a:pos x="13" y="156"/>
                </a:cxn>
                <a:cxn ang="0">
                  <a:pos x="24" y="172"/>
                </a:cxn>
                <a:cxn ang="0">
                  <a:pos x="40" y="188"/>
                </a:cxn>
                <a:cxn ang="0">
                  <a:pos x="56" y="199"/>
                </a:cxn>
                <a:cxn ang="0">
                  <a:pos x="75" y="207"/>
                </a:cxn>
                <a:cxn ang="0">
                  <a:pos x="97" y="212"/>
                </a:cxn>
                <a:cxn ang="0">
                  <a:pos x="118" y="212"/>
                </a:cxn>
                <a:cxn ang="0">
                  <a:pos x="140" y="207"/>
                </a:cxn>
                <a:cxn ang="0">
                  <a:pos x="161" y="199"/>
                </a:cxn>
                <a:cxn ang="0">
                  <a:pos x="178" y="188"/>
                </a:cxn>
                <a:cxn ang="0">
                  <a:pos x="194" y="172"/>
                </a:cxn>
                <a:cxn ang="0">
                  <a:pos x="204" y="156"/>
                </a:cxn>
                <a:cxn ang="0">
                  <a:pos x="213" y="137"/>
                </a:cxn>
                <a:cxn ang="0">
                  <a:pos x="218" y="116"/>
                </a:cxn>
                <a:cxn ang="0">
                  <a:pos x="218" y="94"/>
                </a:cxn>
                <a:cxn ang="0">
                  <a:pos x="213" y="73"/>
                </a:cxn>
                <a:cxn ang="0">
                  <a:pos x="204" y="54"/>
                </a:cxn>
                <a:cxn ang="0">
                  <a:pos x="194" y="38"/>
                </a:cxn>
                <a:cxn ang="0">
                  <a:pos x="178" y="24"/>
                </a:cxn>
                <a:cxn ang="0">
                  <a:pos x="161" y="14"/>
                </a:cxn>
                <a:cxn ang="0">
                  <a:pos x="140" y="6"/>
                </a:cxn>
                <a:cxn ang="0">
                  <a:pos x="118" y="0"/>
                </a:cxn>
              </a:cxnLst>
              <a:pathLst>
                <a:path w="218" h="212">
                  <a:moveTo>
                    <a:pt x="108" y="0"/>
                  </a:moveTo>
                  <a:lnTo>
                    <a:pt x="97" y="0"/>
                  </a:lnTo>
                  <a:lnTo>
                    <a:pt x="86" y="3"/>
                  </a:lnTo>
                  <a:lnTo>
                    <a:pt x="75" y="6"/>
                  </a:lnTo>
                  <a:lnTo>
                    <a:pt x="65" y="8"/>
                  </a:lnTo>
                  <a:lnTo>
                    <a:pt x="56" y="14"/>
                  </a:lnTo>
                  <a:lnTo>
                    <a:pt x="48" y="19"/>
                  </a:lnTo>
                  <a:lnTo>
                    <a:pt x="40" y="24"/>
                  </a:lnTo>
                  <a:lnTo>
                    <a:pt x="32" y="30"/>
                  </a:lnTo>
                  <a:lnTo>
                    <a:pt x="24" y="38"/>
                  </a:lnTo>
                  <a:lnTo>
                    <a:pt x="19" y="46"/>
                  </a:lnTo>
                  <a:lnTo>
                    <a:pt x="13" y="54"/>
                  </a:lnTo>
                  <a:lnTo>
                    <a:pt x="8" y="65"/>
                  </a:lnTo>
                  <a:lnTo>
                    <a:pt x="5" y="73"/>
                  </a:lnTo>
                  <a:lnTo>
                    <a:pt x="3" y="83"/>
                  </a:lnTo>
                  <a:lnTo>
                    <a:pt x="0" y="94"/>
                  </a:lnTo>
                  <a:lnTo>
                    <a:pt x="0" y="105"/>
                  </a:lnTo>
                  <a:lnTo>
                    <a:pt x="0" y="116"/>
                  </a:lnTo>
                  <a:lnTo>
                    <a:pt x="3" y="126"/>
                  </a:lnTo>
                  <a:lnTo>
                    <a:pt x="5" y="137"/>
                  </a:lnTo>
                  <a:lnTo>
                    <a:pt x="8" y="148"/>
                  </a:lnTo>
                  <a:lnTo>
                    <a:pt x="13" y="156"/>
                  </a:lnTo>
                  <a:lnTo>
                    <a:pt x="19" y="164"/>
                  </a:lnTo>
                  <a:lnTo>
                    <a:pt x="24" y="172"/>
                  </a:lnTo>
                  <a:lnTo>
                    <a:pt x="32" y="180"/>
                  </a:lnTo>
                  <a:lnTo>
                    <a:pt x="40" y="188"/>
                  </a:lnTo>
                  <a:lnTo>
                    <a:pt x="48" y="193"/>
                  </a:lnTo>
                  <a:lnTo>
                    <a:pt x="56" y="199"/>
                  </a:lnTo>
                  <a:lnTo>
                    <a:pt x="65" y="204"/>
                  </a:lnTo>
                  <a:lnTo>
                    <a:pt x="75" y="207"/>
                  </a:lnTo>
                  <a:lnTo>
                    <a:pt x="86" y="209"/>
                  </a:lnTo>
                  <a:lnTo>
                    <a:pt x="97" y="212"/>
                  </a:lnTo>
                  <a:lnTo>
                    <a:pt x="108" y="212"/>
                  </a:lnTo>
                  <a:lnTo>
                    <a:pt x="118" y="212"/>
                  </a:lnTo>
                  <a:lnTo>
                    <a:pt x="129" y="209"/>
                  </a:lnTo>
                  <a:lnTo>
                    <a:pt x="140" y="207"/>
                  </a:lnTo>
                  <a:lnTo>
                    <a:pt x="151" y="204"/>
                  </a:lnTo>
                  <a:lnTo>
                    <a:pt x="161" y="199"/>
                  </a:lnTo>
                  <a:lnTo>
                    <a:pt x="169" y="193"/>
                  </a:lnTo>
                  <a:lnTo>
                    <a:pt x="178" y="188"/>
                  </a:lnTo>
                  <a:lnTo>
                    <a:pt x="186" y="180"/>
                  </a:lnTo>
                  <a:lnTo>
                    <a:pt x="194" y="172"/>
                  </a:lnTo>
                  <a:lnTo>
                    <a:pt x="199" y="164"/>
                  </a:lnTo>
                  <a:lnTo>
                    <a:pt x="204" y="156"/>
                  </a:lnTo>
                  <a:lnTo>
                    <a:pt x="210" y="148"/>
                  </a:lnTo>
                  <a:lnTo>
                    <a:pt x="213" y="137"/>
                  </a:lnTo>
                  <a:lnTo>
                    <a:pt x="215" y="126"/>
                  </a:lnTo>
                  <a:lnTo>
                    <a:pt x="218" y="116"/>
                  </a:lnTo>
                  <a:lnTo>
                    <a:pt x="218" y="105"/>
                  </a:lnTo>
                  <a:lnTo>
                    <a:pt x="218" y="94"/>
                  </a:lnTo>
                  <a:lnTo>
                    <a:pt x="215" y="83"/>
                  </a:lnTo>
                  <a:lnTo>
                    <a:pt x="213" y="73"/>
                  </a:lnTo>
                  <a:lnTo>
                    <a:pt x="210" y="65"/>
                  </a:lnTo>
                  <a:lnTo>
                    <a:pt x="204" y="54"/>
                  </a:lnTo>
                  <a:lnTo>
                    <a:pt x="199" y="46"/>
                  </a:lnTo>
                  <a:lnTo>
                    <a:pt x="194" y="38"/>
                  </a:lnTo>
                  <a:lnTo>
                    <a:pt x="186" y="30"/>
                  </a:lnTo>
                  <a:lnTo>
                    <a:pt x="178" y="24"/>
                  </a:lnTo>
                  <a:lnTo>
                    <a:pt x="169" y="19"/>
                  </a:lnTo>
                  <a:lnTo>
                    <a:pt x="161" y="14"/>
                  </a:lnTo>
                  <a:lnTo>
                    <a:pt x="151" y="8"/>
                  </a:lnTo>
                  <a:lnTo>
                    <a:pt x="140" y="6"/>
                  </a:lnTo>
                  <a:lnTo>
                    <a:pt x="129" y="3"/>
                  </a:lnTo>
                  <a:lnTo>
                    <a:pt x="118" y="0"/>
                  </a:lnTo>
                  <a:lnTo>
                    <a:pt x="108" y="0"/>
                  </a:lnTo>
                  <a:close/>
                </a:path>
              </a:pathLst>
            </a:custGeom>
            <a:solidFill>
              <a:srgbClr val="33CCFF">
                <a:alpha val="100000"/>
              </a:srgbClr>
            </a:solidFill>
            <a:ln w="9525">
              <a:noFill/>
            </a:ln>
          </p:spPr>
          <p:txBody>
            <a:bodyPr/>
            <a:p>
              <a:endParaRPr lang="zh-CN" altLang="en-US"/>
            </a:p>
          </p:txBody>
        </p:sp>
        <p:sp>
          <p:nvSpPr>
            <p:cNvPr id="138261" name="Rectangle 31"/>
            <p:cNvSpPr/>
            <p:nvPr/>
          </p:nvSpPr>
          <p:spPr>
            <a:xfrm>
              <a:off x="2653" y="1983"/>
              <a:ext cx="81" cy="15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600" b="1" dirty="0">
                  <a:solidFill>
                    <a:schemeClr val="bg1"/>
                  </a:solidFill>
                  <a:ea typeface="宋体" panose="02010600030101010101" pitchFamily="2" charset="-122"/>
                </a:rPr>
                <a:t>Y</a:t>
              </a:r>
              <a:endParaRPr lang="en-US" altLang="zh-CN" sz="1600" b="1" dirty="0">
                <a:solidFill>
                  <a:schemeClr val="bg1"/>
                </a:solidFill>
                <a:ea typeface="宋体" panose="02010600030101010101" pitchFamily="2" charset="-122"/>
              </a:endParaRPr>
            </a:p>
          </p:txBody>
        </p:sp>
        <p:sp>
          <p:nvSpPr>
            <p:cNvPr id="138262" name="Line 33"/>
            <p:cNvSpPr/>
            <p:nvPr/>
          </p:nvSpPr>
          <p:spPr>
            <a:xfrm>
              <a:off x="674" y="1448"/>
              <a:ext cx="280" cy="1"/>
            </a:xfrm>
            <a:prstGeom prst="line">
              <a:avLst/>
            </a:prstGeom>
            <a:ln w="17463" cap="flat" cmpd="sng">
              <a:solidFill>
                <a:srgbClr val="000000"/>
              </a:solidFill>
              <a:prstDash val="solid"/>
              <a:headEnd type="none" w="med" len="med"/>
              <a:tailEnd type="none" w="med" len="med"/>
            </a:ln>
          </p:spPr>
        </p:sp>
        <p:sp>
          <p:nvSpPr>
            <p:cNvPr id="138263" name="Line 34"/>
            <p:cNvSpPr/>
            <p:nvPr/>
          </p:nvSpPr>
          <p:spPr>
            <a:xfrm>
              <a:off x="2165" y="1140"/>
              <a:ext cx="419" cy="174"/>
            </a:xfrm>
            <a:prstGeom prst="line">
              <a:avLst/>
            </a:prstGeom>
            <a:ln w="17463" cap="flat" cmpd="sng">
              <a:solidFill>
                <a:srgbClr val="000000"/>
              </a:solidFill>
              <a:prstDash val="solid"/>
              <a:headEnd type="none" w="med" len="med"/>
              <a:tailEnd type="none" w="med" len="med"/>
            </a:ln>
          </p:spPr>
        </p:sp>
        <p:sp>
          <p:nvSpPr>
            <p:cNvPr id="138264" name="Line 35"/>
            <p:cNvSpPr/>
            <p:nvPr/>
          </p:nvSpPr>
          <p:spPr>
            <a:xfrm flipV="1">
              <a:off x="2192" y="1381"/>
              <a:ext cx="422" cy="357"/>
            </a:xfrm>
            <a:prstGeom prst="line">
              <a:avLst/>
            </a:prstGeom>
            <a:ln w="17463" cap="flat" cmpd="sng">
              <a:solidFill>
                <a:srgbClr val="000000"/>
              </a:solidFill>
              <a:prstDash val="solid"/>
              <a:headEnd type="none" w="med" len="med"/>
              <a:tailEnd type="none" w="med" len="med"/>
            </a:ln>
          </p:spPr>
        </p:sp>
        <p:sp>
          <p:nvSpPr>
            <p:cNvPr id="138265" name="Line 36"/>
            <p:cNvSpPr/>
            <p:nvPr/>
          </p:nvSpPr>
          <p:spPr>
            <a:xfrm>
              <a:off x="2197" y="1821"/>
              <a:ext cx="387" cy="201"/>
            </a:xfrm>
            <a:prstGeom prst="line">
              <a:avLst/>
            </a:prstGeom>
            <a:ln w="17463" cap="flat" cmpd="sng">
              <a:solidFill>
                <a:srgbClr val="000000"/>
              </a:solidFill>
              <a:prstDash val="solid"/>
              <a:headEnd type="none" w="med" len="med"/>
              <a:tailEnd type="none" w="med" len="med"/>
            </a:ln>
          </p:spPr>
        </p:sp>
        <p:sp>
          <p:nvSpPr>
            <p:cNvPr id="138266" name="Line 37"/>
            <p:cNvSpPr/>
            <p:nvPr/>
          </p:nvSpPr>
          <p:spPr>
            <a:xfrm flipV="1">
              <a:off x="1481" y="1228"/>
              <a:ext cx="183" cy="148"/>
            </a:xfrm>
            <a:prstGeom prst="line">
              <a:avLst/>
            </a:prstGeom>
            <a:ln w="55563" cap="flat" cmpd="sng">
              <a:solidFill>
                <a:srgbClr val="000000"/>
              </a:solidFill>
              <a:prstDash val="solid"/>
              <a:headEnd type="none" w="med" len="med"/>
              <a:tailEnd type="none" w="med" len="med"/>
            </a:ln>
          </p:spPr>
        </p:sp>
        <p:sp>
          <p:nvSpPr>
            <p:cNvPr id="138267" name="Line 38"/>
            <p:cNvSpPr/>
            <p:nvPr/>
          </p:nvSpPr>
          <p:spPr>
            <a:xfrm flipV="1">
              <a:off x="2030" y="1309"/>
              <a:ext cx="1" cy="268"/>
            </a:xfrm>
            <a:prstGeom prst="line">
              <a:avLst/>
            </a:prstGeom>
            <a:ln w="55563" cap="flat" cmpd="sng">
              <a:solidFill>
                <a:srgbClr val="000000"/>
              </a:solidFill>
              <a:prstDash val="solid"/>
              <a:headEnd type="none" w="med" len="med"/>
              <a:tailEnd type="none" w="med" len="med"/>
            </a:ln>
          </p:spPr>
        </p:sp>
        <p:sp>
          <p:nvSpPr>
            <p:cNvPr id="138268" name="Line 39"/>
            <p:cNvSpPr/>
            <p:nvPr/>
          </p:nvSpPr>
          <p:spPr>
            <a:xfrm>
              <a:off x="1497" y="1577"/>
              <a:ext cx="167" cy="104"/>
            </a:xfrm>
            <a:prstGeom prst="line">
              <a:avLst/>
            </a:prstGeom>
            <a:ln w="55563" cap="flat" cmpd="sng">
              <a:solidFill>
                <a:srgbClr val="000000"/>
              </a:solidFill>
              <a:prstDash val="solid"/>
              <a:headEnd type="none" w="med" len="med"/>
              <a:tailEnd type="none" w="med" len="med"/>
            </a:ln>
          </p:spPr>
        </p:sp>
        <p:sp>
          <p:nvSpPr>
            <p:cNvPr id="138269" name="Rectangle 40"/>
            <p:cNvSpPr/>
            <p:nvPr/>
          </p:nvSpPr>
          <p:spPr>
            <a:xfrm>
              <a:off x="3050" y="853"/>
              <a:ext cx="608" cy="284"/>
            </a:xfrm>
            <a:prstGeom prst="rect">
              <a:avLst/>
            </a:prstGeom>
            <a:solidFill>
              <a:srgbClr val="FFFFFF"/>
            </a:solidFill>
            <a:ln w="9525">
              <a:noFill/>
            </a:ln>
          </p:spPr>
          <p:txBody>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38270" name="Rectangle 41"/>
            <p:cNvSpPr/>
            <p:nvPr/>
          </p:nvSpPr>
          <p:spPr>
            <a:xfrm>
              <a:off x="3131" y="896"/>
              <a:ext cx="528" cy="19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2000" dirty="0">
                  <a:solidFill>
                    <a:srgbClr val="000000"/>
                  </a:solidFill>
                  <a:ea typeface="宋体" panose="02010600030101010101" pitchFamily="2" charset="-122"/>
                </a:rPr>
                <a:t>legend</a:t>
              </a:r>
              <a:r>
                <a:rPr lang="en-US" altLang="zh-CN" sz="1700" b="1" dirty="0">
                  <a:solidFill>
                    <a:srgbClr val="000000"/>
                  </a:solidFill>
                  <a:latin typeface="Times New Roman" panose="02020603050405020304" pitchFamily="18" charset="0"/>
                  <a:ea typeface="宋体" panose="02010600030101010101" pitchFamily="2" charset="-122"/>
                </a:rPr>
                <a:t>:</a:t>
              </a:r>
              <a:endParaRPr lang="en-US" altLang="zh-CN" sz="1800" dirty="0">
                <a:ea typeface="宋体" panose="02010600030101010101" pitchFamily="2" charset="-122"/>
              </a:endParaRPr>
            </a:p>
          </p:txBody>
        </p:sp>
        <p:sp>
          <p:nvSpPr>
            <p:cNvPr id="138271" name="Rectangle 42"/>
            <p:cNvSpPr/>
            <p:nvPr/>
          </p:nvSpPr>
          <p:spPr>
            <a:xfrm>
              <a:off x="3548" y="898"/>
              <a:ext cx="34" cy="163"/>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700" dirty="0">
                  <a:solidFill>
                    <a:srgbClr val="000000"/>
                  </a:solidFill>
                  <a:latin typeface="Times New Roman" panose="02020603050405020304" pitchFamily="18" charset="0"/>
                  <a:ea typeface="宋体" panose="02010600030101010101" pitchFamily="2" charset="-122"/>
                </a:rPr>
                <a:t> </a:t>
              </a:r>
              <a:endParaRPr lang="en-US" altLang="zh-CN" sz="1800" dirty="0">
                <a:ea typeface="宋体" panose="02010600030101010101" pitchFamily="2" charset="-122"/>
              </a:endParaRPr>
            </a:p>
          </p:txBody>
        </p:sp>
        <p:sp>
          <p:nvSpPr>
            <p:cNvPr id="138272" name="Rectangle 43"/>
            <p:cNvSpPr/>
            <p:nvPr/>
          </p:nvSpPr>
          <p:spPr>
            <a:xfrm>
              <a:off x="4261" y="1432"/>
              <a:ext cx="731" cy="499"/>
            </a:xfrm>
            <a:prstGeom prst="rect">
              <a:avLst/>
            </a:prstGeom>
            <a:solidFill>
              <a:srgbClr val="FFFFFF"/>
            </a:solidFill>
            <a:ln w="9525">
              <a:noFill/>
            </a:ln>
          </p:spPr>
          <p:txBody>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38273" name="Rectangle 44"/>
            <p:cNvSpPr/>
            <p:nvPr/>
          </p:nvSpPr>
          <p:spPr>
            <a:xfrm>
              <a:off x="4341" y="1472"/>
              <a:ext cx="739" cy="19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2000" dirty="0">
                  <a:solidFill>
                    <a:srgbClr val="000000"/>
                  </a:solidFill>
                  <a:ea typeface="宋体" panose="02010600030101010101" pitchFamily="2" charset="-122"/>
                </a:rPr>
                <a:t>customer </a:t>
              </a:r>
              <a:endParaRPr lang="en-US" altLang="zh-CN" sz="2000" dirty="0">
                <a:ea typeface="宋体" panose="02010600030101010101" pitchFamily="2" charset="-122"/>
              </a:endParaRPr>
            </a:p>
          </p:txBody>
        </p:sp>
        <p:sp>
          <p:nvSpPr>
            <p:cNvPr id="138274" name="Rectangle 45"/>
            <p:cNvSpPr/>
            <p:nvPr/>
          </p:nvSpPr>
          <p:spPr>
            <a:xfrm>
              <a:off x="4341" y="1630"/>
              <a:ext cx="651" cy="19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2000" dirty="0">
                  <a:solidFill>
                    <a:srgbClr val="000000"/>
                  </a:solidFill>
                  <a:ea typeface="宋体" panose="02010600030101010101" pitchFamily="2" charset="-122"/>
                </a:rPr>
                <a:t>network:</a:t>
              </a:r>
              <a:endParaRPr lang="en-US" altLang="zh-CN" sz="2000" dirty="0">
                <a:ea typeface="宋体" panose="02010600030101010101" pitchFamily="2" charset="-122"/>
              </a:endParaRPr>
            </a:p>
          </p:txBody>
        </p:sp>
        <p:sp>
          <p:nvSpPr>
            <p:cNvPr id="138275" name="Rectangle 46"/>
            <p:cNvSpPr/>
            <p:nvPr/>
          </p:nvSpPr>
          <p:spPr>
            <a:xfrm>
              <a:off x="4823" y="1630"/>
              <a:ext cx="48" cy="19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2000" dirty="0">
                  <a:solidFill>
                    <a:srgbClr val="000000"/>
                  </a:solidFill>
                  <a:ea typeface="宋体" panose="02010600030101010101" pitchFamily="2" charset="-122"/>
                </a:rPr>
                <a:t> </a:t>
              </a:r>
              <a:endParaRPr lang="en-US" altLang="zh-CN" sz="2000" dirty="0">
                <a:ea typeface="宋体" panose="02010600030101010101" pitchFamily="2" charset="-122"/>
              </a:endParaRPr>
            </a:p>
          </p:txBody>
        </p:sp>
        <p:sp>
          <p:nvSpPr>
            <p:cNvPr id="138276" name="Rectangle 47"/>
            <p:cNvSpPr/>
            <p:nvPr/>
          </p:nvSpPr>
          <p:spPr>
            <a:xfrm>
              <a:off x="4261" y="869"/>
              <a:ext cx="697" cy="424"/>
            </a:xfrm>
            <a:prstGeom prst="rect">
              <a:avLst/>
            </a:prstGeom>
            <a:solidFill>
              <a:srgbClr val="FFFFFF"/>
            </a:solidFill>
            <a:ln w="9525">
              <a:noFill/>
            </a:ln>
          </p:spPr>
          <p:txBody>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38277" name="Rectangle 48"/>
            <p:cNvSpPr/>
            <p:nvPr/>
          </p:nvSpPr>
          <p:spPr>
            <a:xfrm>
              <a:off x="4341" y="909"/>
              <a:ext cx="629" cy="19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2000" dirty="0">
                  <a:solidFill>
                    <a:srgbClr val="000000"/>
                  </a:solidFill>
                  <a:ea typeface="宋体" panose="02010600030101010101" pitchFamily="2" charset="-122"/>
                </a:rPr>
                <a:t>provider</a:t>
              </a:r>
              <a:endParaRPr lang="en-US" altLang="zh-CN" sz="2000" dirty="0">
                <a:ea typeface="宋体" panose="02010600030101010101" pitchFamily="2" charset="-122"/>
              </a:endParaRPr>
            </a:p>
          </p:txBody>
        </p:sp>
        <p:sp>
          <p:nvSpPr>
            <p:cNvPr id="138278" name="Rectangle 49"/>
            <p:cNvSpPr/>
            <p:nvPr/>
          </p:nvSpPr>
          <p:spPr>
            <a:xfrm>
              <a:off x="4796" y="909"/>
              <a:ext cx="48" cy="19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2000" dirty="0">
                  <a:solidFill>
                    <a:srgbClr val="000000"/>
                  </a:solidFill>
                  <a:ea typeface="宋体" panose="02010600030101010101" pitchFamily="2" charset="-122"/>
                </a:rPr>
                <a:t> </a:t>
              </a:r>
              <a:endParaRPr lang="en-US" altLang="zh-CN" sz="2000" dirty="0">
                <a:ea typeface="宋体" panose="02010600030101010101" pitchFamily="2" charset="-122"/>
              </a:endParaRPr>
            </a:p>
          </p:txBody>
        </p:sp>
        <p:sp>
          <p:nvSpPr>
            <p:cNvPr id="138279" name="Rectangle 50"/>
            <p:cNvSpPr/>
            <p:nvPr/>
          </p:nvSpPr>
          <p:spPr>
            <a:xfrm>
              <a:off x="4341" y="1064"/>
              <a:ext cx="603" cy="19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2000" dirty="0">
                  <a:solidFill>
                    <a:srgbClr val="000000"/>
                  </a:solidFill>
                  <a:ea typeface="宋体" panose="02010600030101010101" pitchFamily="2" charset="-122"/>
                </a:rPr>
                <a:t>network</a:t>
              </a:r>
              <a:endParaRPr lang="en-US" altLang="zh-CN" sz="2000" dirty="0">
                <a:ea typeface="宋体" panose="02010600030101010101" pitchFamily="2" charset="-122"/>
              </a:endParaRPr>
            </a:p>
          </p:txBody>
        </p:sp>
        <p:sp>
          <p:nvSpPr>
            <p:cNvPr id="138280" name="Rectangle 51"/>
            <p:cNvSpPr/>
            <p:nvPr/>
          </p:nvSpPr>
          <p:spPr>
            <a:xfrm>
              <a:off x="4785" y="1064"/>
              <a:ext cx="48" cy="19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2000" dirty="0">
                  <a:solidFill>
                    <a:srgbClr val="000000"/>
                  </a:solidFill>
                  <a:ea typeface="宋体" panose="02010600030101010101" pitchFamily="2" charset="-122"/>
                </a:rPr>
                <a:t> </a:t>
              </a:r>
              <a:endParaRPr lang="en-US" altLang="zh-CN" sz="2000" dirty="0">
                <a:ea typeface="宋体" panose="02010600030101010101" pitchFamily="2" charset="-122"/>
              </a:endParaRPr>
            </a:p>
          </p:txBody>
        </p:sp>
        <p:sp>
          <p:nvSpPr>
            <p:cNvPr id="138281" name="Freeform 52"/>
            <p:cNvSpPr/>
            <p:nvPr/>
          </p:nvSpPr>
          <p:spPr>
            <a:xfrm>
              <a:off x="3749" y="901"/>
              <a:ext cx="563" cy="362"/>
            </a:xfrm>
            <a:custGeom>
              <a:avLst/>
              <a:gdLst/>
              <a:ahLst/>
              <a:cxnLst>
                <a:cxn ang="0">
                  <a:pos x="162" y="0"/>
                </a:cxn>
                <a:cxn ang="0">
                  <a:pos x="132" y="5"/>
                </a:cxn>
                <a:cxn ang="0">
                  <a:pos x="108" y="13"/>
                </a:cxn>
                <a:cxn ang="0">
                  <a:pos x="81" y="30"/>
                </a:cxn>
                <a:cxn ang="0">
                  <a:pos x="60" y="48"/>
                </a:cxn>
                <a:cxn ang="0">
                  <a:pos x="35" y="72"/>
                </a:cxn>
                <a:cxn ang="0">
                  <a:pos x="14" y="102"/>
                </a:cxn>
                <a:cxn ang="0">
                  <a:pos x="3" y="126"/>
                </a:cxn>
                <a:cxn ang="0">
                  <a:pos x="0" y="140"/>
                </a:cxn>
                <a:cxn ang="0">
                  <a:pos x="0" y="156"/>
                </a:cxn>
                <a:cxn ang="0">
                  <a:pos x="3" y="180"/>
                </a:cxn>
                <a:cxn ang="0">
                  <a:pos x="17" y="212"/>
                </a:cxn>
                <a:cxn ang="0">
                  <a:pos x="35" y="241"/>
                </a:cxn>
                <a:cxn ang="0">
                  <a:pos x="60" y="268"/>
                </a:cxn>
                <a:cxn ang="0">
                  <a:pos x="81" y="292"/>
                </a:cxn>
                <a:cxn ang="0">
                  <a:pos x="103" y="316"/>
                </a:cxn>
                <a:cxn ang="0">
                  <a:pos x="119" y="327"/>
                </a:cxn>
                <a:cxn ang="0">
                  <a:pos x="135" y="335"/>
                </a:cxn>
                <a:cxn ang="0">
                  <a:pos x="156" y="341"/>
                </a:cxn>
                <a:cxn ang="0">
                  <a:pos x="183" y="346"/>
                </a:cxn>
                <a:cxn ang="0">
                  <a:pos x="200" y="349"/>
                </a:cxn>
                <a:cxn ang="0">
                  <a:pos x="240" y="354"/>
                </a:cxn>
                <a:cxn ang="0">
                  <a:pos x="286" y="357"/>
                </a:cxn>
                <a:cxn ang="0">
                  <a:pos x="334" y="359"/>
                </a:cxn>
                <a:cxn ang="0">
                  <a:pos x="385" y="362"/>
                </a:cxn>
                <a:cxn ang="0">
                  <a:pos x="434" y="359"/>
                </a:cxn>
                <a:cxn ang="0">
                  <a:pos x="477" y="351"/>
                </a:cxn>
                <a:cxn ang="0">
                  <a:pos x="504" y="343"/>
                </a:cxn>
                <a:cxn ang="0">
                  <a:pos x="517" y="335"/>
                </a:cxn>
                <a:cxn ang="0">
                  <a:pos x="528" y="325"/>
                </a:cxn>
                <a:cxn ang="0">
                  <a:pos x="541" y="306"/>
                </a:cxn>
                <a:cxn ang="0">
                  <a:pos x="555" y="274"/>
                </a:cxn>
                <a:cxn ang="0">
                  <a:pos x="560" y="236"/>
                </a:cxn>
                <a:cxn ang="0">
                  <a:pos x="563" y="193"/>
                </a:cxn>
                <a:cxn ang="0">
                  <a:pos x="560" y="153"/>
                </a:cxn>
                <a:cxn ang="0">
                  <a:pos x="557" y="113"/>
                </a:cxn>
                <a:cxn ang="0">
                  <a:pos x="552" y="78"/>
                </a:cxn>
                <a:cxn ang="0">
                  <a:pos x="547" y="59"/>
                </a:cxn>
                <a:cxn ang="0">
                  <a:pos x="544" y="46"/>
                </a:cxn>
                <a:cxn ang="0">
                  <a:pos x="539" y="30"/>
                </a:cxn>
                <a:cxn ang="0">
                  <a:pos x="533" y="22"/>
                </a:cxn>
                <a:cxn ang="0">
                  <a:pos x="522" y="19"/>
                </a:cxn>
                <a:cxn ang="0">
                  <a:pos x="506" y="16"/>
                </a:cxn>
                <a:cxn ang="0">
                  <a:pos x="479" y="16"/>
                </a:cxn>
                <a:cxn ang="0">
                  <a:pos x="466" y="13"/>
                </a:cxn>
                <a:cxn ang="0">
                  <a:pos x="450" y="11"/>
                </a:cxn>
                <a:cxn ang="0">
                  <a:pos x="409" y="11"/>
                </a:cxn>
                <a:cxn ang="0">
                  <a:pos x="364" y="13"/>
                </a:cxn>
                <a:cxn ang="0">
                  <a:pos x="321" y="13"/>
                </a:cxn>
                <a:cxn ang="0">
                  <a:pos x="283" y="11"/>
                </a:cxn>
                <a:cxn ang="0">
                  <a:pos x="248" y="5"/>
                </a:cxn>
                <a:cxn ang="0">
                  <a:pos x="213" y="0"/>
                </a:cxn>
                <a:cxn ang="0">
                  <a:pos x="186" y="0"/>
                </a:cxn>
                <a:cxn ang="0">
                  <a:pos x="175" y="0"/>
                </a:cxn>
              </a:cxnLst>
              <a:pathLst>
                <a:path w="563" h="362">
                  <a:moveTo>
                    <a:pt x="175" y="0"/>
                  </a:moveTo>
                  <a:lnTo>
                    <a:pt x="162" y="0"/>
                  </a:lnTo>
                  <a:lnTo>
                    <a:pt x="148" y="3"/>
                  </a:lnTo>
                  <a:lnTo>
                    <a:pt x="132" y="5"/>
                  </a:lnTo>
                  <a:lnTo>
                    <a:pt x="119" y="11"/>
                  </a:lnTo>
                  <a:lnTo>
                    <a:pt x="108" y="13"/>
                  </a:lnTo>
                  <a:lnTo>
                    <a:pt x="95" y="22"/>
                  </a:lnTo>
                  <a:lnTo>
                    <a:pt x="81" y="30"/>
                  </a:lnTo>
                  <a:lnTo>
                    <a:pt x="70" y="38"/>
                  </a:lnTo>
                  <a:lnTo>
                    <a:pt x="60" y="48"/>
                  </a:lnTo>
                  <a:lnTo>
                    <a:pt x="46" y="59"/>
                  </a:lnTo>
                  <a:lnTo>
                    <a:pt x="35" y="72"/>
                  </a:lnTo>
                  <a:lnTo>
                    <a:pt x="25" y="89"/>
                  </a:lnTo>
                  <a:lnTo>
                    <a:pt x="14" y="102"/>
                  </a:lnTo>
                  <a:lnTo>
                    <a:pt x="8" y="118"/>
                  </a:lnTo>
                  <a:lnTo>
                    <a:pt x="3" y="126"/>
                  </a:lnTo>
                  <a:lnTo>
                    <a:pt x="3" y="134"/>
                  </a:lnTo>
                  <a:lnTo>
                    <a:pt x="0" y="140"/>
                  </a:lnTo>
                  <a:lnTo>
                    <a:pt x="0" y="148"/>
                  </a:lnTo>
                  <a:lnTo>
                    <a:pt x="0" y="156"/>
                  </a:lnTo>
                  <a:lnTo>
                    <a:pt x="0" y="164"/>
                  </a:lnTo>
                  <a:lnTo>
                    <a:pt x="3" y="180"/>
                  </a:lnTo>
                  <a:lnTo>
                    <a:pt x="8" y="196"/>
                  </a:lnTo>
                  <a:lnTo>
                    <a:pt x="17" y="212"/>
                  </a:lnTo>
                  <a:lnTo>
                    <a:pt x="27" y="225"/>
                  </a:lnTo>
                  <a:lnTo>
                    <a:pt x="35" y="241"/>
                  </a:lnTo>
                  <a:lnTo>
                    <a:pt x="49" y="255"/>
                  </a:lnTo>
                  <a:lnTo>
                    <a:pt x="60" y="268"/>
                  </a:lnTo>
                  <a:lnTo>
                    <a:pt x="70" y="282"/>
                  </a:lnTo>
                  <a:lnTo>
                    <a:pt x="81" y="292"/>
                  </a:lnTo>
                  <a:lnTo>
                    <a:pt x="92" y="306"/>
                  </a:lnTo>
                  <a:lnTo>
                    <a:pt x="103" y="316"/>
                  </a:lnTo>
                  <a:lnTo>
                    <a:pt x="111" y="322"/>
                  </a:lnTo>
                  <a:lnTo>
                    <a:pt x="119" y="327"/>
                  </a:lnTo>
                  <a:lnTo>
                    <a:pt x="127" y="330"/>
                  </a:lnTo>
                  <a:lnTo>
                    <a:pt x="135" y="335"/>
                  </a:lnTo>
                  <a:lnTo>
                    <a:pt x="146" y="338"/>
                  </a:lnTo>
                  <a:lnTo>
                    <a:pt x="156" y="341"/>
                  </a:lnTo>
                  <a:lnTo>
                    <a:pt x="170" y="343"/>
                  </a:lnTo>
                  <a:lnTo>
                    <a:pt x="183" y="346"/>
                  </a:lnTo>
                  <a:lnTo>
                    <a:pt x="191" y="346"/>
                  </a:lnTo>
                  <a:lnTo>
                    <a:pt x="200" y="349"/>
                  </a:lnTo>
                  <a:lnTo>
                    <a:pt x="218" y="351"/>
                  </a:lnTo>
                  <a:lnTo>
                    <a:pt x="240" y="354"/>
                  </a:lnTo>
                  <a:lnTo>
                    <a:pt x="261" y="354"/>
                  </a:lnTo>
                  <a:lnTo>
                    <a:pt x="286" y="357"/>
                  </a:lnTo>
                  <a:lnTo>
                    <a:pt x="310" y="359"/>
                  </a:lnTo>
                  <a:lnTo>
                    <a:pt x="334" y="359"/>
                  </a:lnTo>
                  <a:lnTo>
                    <a:pt x="361" y="362"/>
                  </a:lnTo>
                  <a:lnTo>
                    <a:pt x="385" y="362"/>
                  </a:lnTo>
                  <a:lnTo>
                    <a:pt x="409" y="359"/>
                  </a:lnTo>
                  <a:lnTo>
                    <a:pt x="434" y="359"/>
                  </a:lnTo>
                  <a:lnTo>
                    <a:pt x="455" y="357"/>
                  </a:lnTo>
                  <a:lnTo>
                    <a:pt x="477" y="351"/>
                  </a:lnTo>
                  <a:lnTo>
                    <a:pt x="493" y="346"/>
                  </a:lnTo>
                  <a:lnTo>
                    <a:pt x="504" y="343"/>
                  </a:lnTo>
                  <a:lnTo>
                    <a:pt x="509" y="338"/>
                  </a:lnTo>
                  <a:lnTo>
                    <a:pt x="517" y="335"/>
                  </a:lnTo>
                  <a:lnTo>
                    <a:pt x="522" y="330"/>
                  </a:lnTo>
                  <a:lnTo>
                    <a:pt x="528" y="325"/>
                  </a:lnTo>
                  <a:lnTo>
                    <a:pt x="533" y="319"/>
                  </a:lnTo>
                  <a:lnTo>
                    <a:pt x="541" y="306"/>
                  </a:lnTo>
                  <a:lnTo>
                    <a:pt x="549" y="292"/>
                  </a:lnTo>
                  <a:lnTo>
                    <a:pt x="555" y="274"/>
                  </a:lnTo>
                  <a:lnTo>
                    <a:pt x="557" y="255"/>
                  </a:lnTo>
                  <a:lnTo>
                    <a:pt x="560" y="236"/>
                  </a:lnTo>
                  <a:lnTo>
                    <a:pt x="563" y="215"/>
                  </a:lnTo>
                  <a:lnTo>
                    <a:pt x="563" y="193"/>
                  </a:lnTo>
                  <a:lnTo>
                    <a:pt x="560" y="172"/>
                  </a:lnTo>
                  <a:lnTo>
                    <a:pt x="560" y="153"/>
                  </a:lnTo>
                  <a:lnTo>
                    <a:pt x="557" y="131"/>
                  </a:lnTo>
                  <a:lnTo>
                    <a:pt x="557" y="113"/>
                  </a:lnTo>
                  <a:lnTo>
                    <a:pt x="555" y="94"/>
                  </a:lnTo>
                  <a:lnTo>
                    <a:pt x="552" y="78"/>
                  </a:lnTo>
                  <a:lnTo>
                    <a:pt x="549" y="64"/>
                  </a:lnTo>
                  <a:lnTo>
                    <a:pt x="547" y="59"/>
                  </a:lnTo>
                  <a:lnTo>
                    <a:pt x="547" y="54"/>
                  </a:lnTo>
                  <a:lnTo>
                    <a:pt x="544" y="46"/>
                  </a:lnTo>
                  <a:lnTo>
                    <a:pt x="541" y="38"/>
                  </a:lnTo>
                  <a:lnTo>
                    <a:pt x="539" y="30"/>
                  </a:lnTo>
                  <a:lnTo>
                    <a:pt x="536" y="27"/>
                  </a:lnTo>
                  <a:lnTo>
                    <a:pt x="533" y="22"/>
                  </a:lnTo>
                  <a:lnTo>
                    <a:pt x="528" y="19"/>
                  </a:lnTo>
                  <a:lnTo>
                    <a:pt x="522" y="19"/>
                  </a:lnTo>
                  <a:lnTo>
                    <a:pt x="520" y="16"/>
                  </a:lnTo>
                  <a:lnTo>
                    <a:pt x="506" y="16"/>
                  </a:lnTo>
                  <a:lnTo>
                    <a:pt x="495" y="16"/>
                  </a:lnTo>
                  <a:lnTo>
                    <a:pt x="479" y="16"/>
                  </a:lnTo>
                  <a:lnTo>
                    <a:pt x="474" y="13"/>
                  </a:lnTo>
                  <a:lnTo>
                    <a:pt x="466" y="13"/>
                  </a:lnTo>
                  <a:lnTo>
                    <a:pt x="458" y="13"/>
                  </a:lnTo>
                  <a:lnTo>
                    <a:pt x="450" y="11"/>
                  </a:lnTo>
                  <a:lnTo>
                    <a:pt x="431" y="11"/>
                  </a:lnTo>
                  <a:lnTo>
                    <a:pt x="409" y="11"/>
                  </a:lnTo>
                  <a:lnTo>
                    <a:pt x="388" y="13"/>
                  </a:lnTo>
                  <a:lnTo>
                    <a:pt x="364" y="13"/>
                  </a:lnTo>
                  <a:lnTo>
                    <a:pt x="342" y="13"/>
                  </a:lnTo>
                  <a:lnTo>
                    <a:pt x="321" y="13"/>
                  </a:lnTo>
                  <a:lnTo>
                    <a:pt x="302" y="13"/>
                  </a:lnTo>
                  <a:lnTo>
                    <a:pt x="283" y="11"/>
                  </a:lnTo>
                  <a:lnTo>
                    <a:pt x="264" y="11"/>
                  </a:lnTo>
                  <a:lnTo>
                    <a:pt x="248" y="5"/>
                  </a:lnTo>
                  <a:lnTo>
                    <a:pt x="229" y="3"/>
                  </a:lnTo>
                  <a:lnTo>
                    <a:pt x="213" y="0"/>
                  </a:lnTo>
                  <a:lnTo>
                    <a:pt x="200" y="0"/>
                  </a:lnTo>
                  <a:lnTo>
                    <a:pt x="186" y="0"/>
                  </a:lnTo>
                  <a:lnTo>
                    <a:pt x="181" y="0"/>
                  </a:lnTo>
                  <a:lnTo>
                    <a:pt x="175" y="0"/>
                  </a:lnTo>
                  <a:close/>
                </a:path>
              </a:pathLst>
            </a:custGeom>
            <a:solidFill>
              <a:srgbClr val="33CCFF">
                <a:alpha val="100000"/>
              </a:srgbClr>
            </a:solidFill>
            <a:ln w="9525">
              <a:noFill/>
            </a:ln>
          </p:spPr>
          <p:txBody>
            <a:bodyPr/>
            <a:p>
              <a:endParaRPr lang="zh-CN" altLang="en-US"/>
            </a:p>
          </p:txBody>
        </p:sp>
        <p:sp>
          <p:nvSpPr>
            <p:cNvPr id="138282" name="Freeform 53"/>
            <p:cNvSpPr/>
            <p:nvPr/>
          </p:nvSpPr>
          <p:spPr>
            <a:xfrm>
              <a:off x="4064" y="1504"/>
              <a:ext cx="218" cy="212"/>
            </a:xfrm>
            <a:custGeom>
              <a:avLst/>
              <a:gdLst/>
              <a:ahLst/>
              <a:cxnLst>
                <a:cxn ang="0">
                  <a:pos x="100" y="0"/>
                </a:cxn>
                <a:cxn ang="0">
                  <a:pos x="78" y="6"/>
                </a:cxn>
                <a:cxn ang="0">
                  <a:pos x="57" y="14"/>
                </a:cxn>
                <a:cxn ang="0">
                  <a:pos x="41" y="25"/>
                </a:cxn>
                <a:cxn ang="0">
                  <a:pos x="24" y="38"/>
                </a:cxn>
                <a:cxn ang="0">
                  <a:pos x="14" y="57"/>
                </a:cxn>
                <a:cxn ang="0">
                  <a:pos x="6" y="76"/>
                </a:cxn>
                <a:cxn ang="0">
                  <a:pos x="0" y="94"/>
                </a:cxn>
                <a:cxn ang="0">
                  <a:pos x="0" y="116"/>
                </a:cxn>
                <a:cxn ang="0">
                  <a:pos x="6" y="137"/>
                </a:cxn>
                <a:cxn ang="0">
                  <a:pos x="14" y="156"/>
                </a:cxn>
                <a:cxn ang="0">
                  <a:pos x="24" y="172"/>
                </a:cxn>
                <a:cxn ang="0">
                  <a:pos x="41" y="188"/>
                </a:cxn>
                <a:cxn ang="0">
                  <a:pos x="57" y="199"/>
                </a:cxn>
                <a:cxn ang="0">
                  <a:pos x="78" y="207"/>
                </a:cxn>
                <a:cxn ang="0">
                  <a:pos x="100" y="212"/>
                </a:cxn>
                <a:cxn ang="0">
                  <a:pos x="121" y="212"/>
                </a:cxn>
                <a:cxn ang="0">
                  <a:pos x="143" y="207"/>
                </a:cxn>
                <a:cxn ang="0">
                  <a:pos x="162" y="199"/>
                </a:cxn>
                <a:cxn ang="0">
                  <a:pos x="178" y="188"/>
                </a:cxn>
                <a:cxn ang="0">
                  <a:pos x="194" y="172"/>
                </a:cxn>
                <a:cxn ang="0">
                  <a:pos x="205" y="156"/>
                </a:cxn>
                <a:cxn ang="0">
                  <a:pos x="213" y="137"/>
                </a:cxn>
                <a:cxn ang="0">
                  <a:pos x="218" y="116"/>
                </a:cxn>
                <a:cxn ang="0">
                  <a:pos x="218" y="94"/>
                </a:cxn>
                <a:cxn ang="0">
                  <a:pos x="213" y="76"/>
                </a:cxn>
                <a:cxn ang="0">
                  <a:pos x="205" y="57"/>
                </a:cxn>
                <a:cxn ang="0">
                  <a:pos x="194" y="38"/>
                </a:cxn>
                <a:cxn ang="0">
                  <a:pos x="178" y="25"/>
                </a:cxn>
                <a:cxn ang="0">
                  <a:pos x="162" y="14"/>
                </a:cxn>
                <a:cxn ang="0">
                  <a:pos x="143" y="6"/>
                </a:cxn>
                <a:cxn ang="0">
                  <a:pos x="121" y="0"/>
                </a:cxn>
              </a:cxnLst>
              <a:pathLst>
                <a:path w="218" h="212">
                  <a:moveTo>
                    <a:pt x="111" y="0"/>
                  </a:moveTo>
                  <a:lnTo>
                    <a:pt x="100" y="0"/>
                  </a:lnTo>
                  <a:lnTo>
                    <a:pt x="89" y="3"/>
                  </a:lnTo>
                  <a:lnTo>
                    <a:pt x="78" y="6"/>
                  </a:lnTo>
                  <a:lnTo>
                    <a:pt x="67" y="8"/>
                  </a:lnTo>
                  <a:lnTo>
                    <a:pt x="57" y="14"/>
                  </a:lnTo>
                  <a:lnTo>
                    <a:pt x="49" y="19"/>
                  </a:lnTo>
                  <a:lnTo>
                    <a:pt x="41" y="25"/>
                  </a:lnTo>
                  <a:lnTo>
                    <a:pt x="33" y="33"/>
                  </a:lnTo>
                  <a:lnTo>
                    <a:pt x="24" y="38"/>
                  </a:lnTo>
                  <a:lnTo>
                    <a:pt x="19" y="46"/>
                  </a:lnTo>
                  <a:lnTo>
                    <a:pt x="14" y="57"/>
                  </a:lnTo>
                  <a:lnTo>
                    <a:pt x="8" y="65"/>
                  </a:lnTo>
                  <a:lnTo>
                    <a:pt x="6" y="76"/>
                  </a:lnTo>
                  <a:lnTo>
                    <a:pt x="3" y="84"/>
                  </a:lnTo>
                  <a:lnTo>
                    <a:pt x="0" y="94"/>
                  </a:lnTo>
                  <a:lnTo>
                    <a:pt x="0" y="105"/>
                  </a:lnTo>
                  <a:lnTo>
                    <a:pt x="0" y="116"/>
                  </a:lnTo>
                  <a:lnTo>
                    <a:pt x="3" y="126"/>
                  </a:lnTo>
                  <a:lnTo>
                    <a:pt x="6" y="137"/>
                  </a:lnTo>
                  <a:lnTo>
                    <a:pt x="8" y="148"/>
                  </a:lnTo>
                  <a:lnTo>
                    <a:pt x="14" y="156"/>
                  </a:lnTo>
                  <a:lnTo>
                    <a:pt x="19" y="164"/>
                  </a:lnTo>
                  <a:lnTo>
                    <a:pt x="24" y="172"/>
                  </a:lnTo>
                  <a:lnTo>
                    <a:pt x="33" y="180"/>
                  </a:lnTo>
                  <a:lnTo>
                    <a:pt x="41" y="188"/>
                  </a:lnTo>
                  <a:lnTo>
                    <a:pt x="49" y="193"/>
                  </a:lnTo>
                  <a:lnTo>
                    <a:pt x="57" y="199"/>
                  </a:lnTo>
                  <a:lnTo>
                    <a:pt x="67" y="204"/>
                  </a:lnTo>
                  <a:lnTo>
                    <a:pt x="78" y="207"/>
                  </a:lnTo>
                  <a:lnTo>
                    <a:pt x="89" y="210"/>
                  </a:lnTo>
                  <a:lnTo>
                    <a:pt x="100" y="212"/>
                  </a:lnTo>
                  <a:lnTo>
                    <a:pt x="111" y="212"/>
                  </a:lnTo>
                  <a:lnTo>
                    <a:pt x="121" y="212"/>
                  </a:lnTo>
                  <a:lnTo>
                    <a:pt x="132" y="210"/>
                  </a:lnTo>
                  <a:lnTo>
                    <a:pt x="143" y="207"/>
                  </a:lnTo>
                  <a:lnTo>
                    <a:pt x="154" y="204"/>
                  </a:lnTo>
                  <a:lnTo>
                    <a:pt x="162" y="199"/>
                  </a:lnTo>
                  <a:lnTo>
                    <a:pt x="170" y="193"/>
                  </a:lnTo>
                  <a:lnTo>
                    <a:pt x="178" y="188"/>
                  </a:lnTo>
                  <a:lnTo>
                    <a:pt x="186" y="180"/>
                  </a:lnTo>
                  <a:lnTo>
                    <a:pt x="194" y="172"/>
                  </a:lnTo>
                  <a:lnTo>
                    <a:pt x="199" y="164"/>
                  </a:lnTo>
                  <a:lnTo>
                    <a:pt x="205" y="156"/>
                  </a:lnTo>
                  <a:lnTo>
                    <a:pt x="210" y="148"/>
                  </a:lnTo>
                  <a:lnTo>
                    <a:pt x="213" y="137"/>
                  </a:lnTo>
                  <a:lnTo>
                    <a:pt x="215" y="126"/>
                  </a:lnTo>
                  <a:lnTo>
                    <a:pt x="218" y="116"/>
                  </a:lnTo>
                  <a:lnTo>
                    <a:pt x="218" y="105"/>
                  </a:lnTo>
                  <a:lnTo>
                    <a:pt x="218" y="94"/>
                  </a:lnTo>
                  <a:lnTo>
                    <a:pt x="215" y="84"/>
                  </a:lnTo>
                  <a:lnTo>
                    <a:pt x="213" y="76"/>
                  </a:lnTo>
                  <a:lnTo>
                    <a:pt x="210" y="65"/>
                  </a:lnTo>
                  <a:lnTo>
                    <a:pt x="205" y="57"/>
                  </a:lnTo>
                  <a:lnTo>
                    <a:pt x="199" y="46"/>
                  </a:lnTo>
                  <a:lnTo>
                    <a:pt x="194" y="38"/>
                  </a:lnTo>
                  <a:lnTo>
                    <a:pt x="186" y="33"/>
                  </a:lnTo>
                  <a:lnTo>
                    <a:pt x="178" y="25"/>
                  </a:lnTo>
                  <a:lnTo>
                    <a:pt x="170" y="19"/>
                  </a:lnTo>
                  <a:lnTo>
                    <a:pt x="162" y="14"/>
                  </a:lnTo>
                  <a:lnTo>
                    <a:pt x="154" y="8"/>
                  </a:lnTo>
                  <a:lnTo>
                    <a:pt x="143" y="6"/>
                  </a:lnTo>
                  <a:lnTo>
                    <a:pt x="132" y="3"/>
                  </a:lnTo>
                  <a:lnTo>
                    <a:pt x="121" y="0"/>
                  </a:lnTo>
                  <a:lnTo>
                    <a:pt x="111" y="0"/>
                  </a:lnTo>
                  <a:close/>
                </a:path>
              </a:pathLst>
            </a:custGeom>
            <a:solidFill>
              <a:srgbClr val="33CCFF">
                <a:alpha val="100000"/>
              </a:srgbClr>
            </a:solidFill>
            <a:ln w="9525">
              <a:noFill/>
            </a:ln>
          </p:spPr>
          <p:txBody>
            <a:bodyPr/>
            <a:p>
              <a:endParaRPr lang="zh-CN" altLang="en-US"/>
            </a:p>
          </p:txBody>
        </p:sp>
      </p:gr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9266" name="页脚占位符 4"/>
          <p:cNvSpPr txBox="1">
            <a:spLocks noGrp="1"/>
          </p:cNvSpPr>
          <p:nvPr>
            <p:ph type="ftr" sz="quarter" idx="11"/>
          </p:nvPr>
        </p:nvSpPr>
        <p:spPr/>
        <p:txBody>
          <a:bodyPr/>
          <a:p>
            <a:pPr marL="0" indent="0" algn="r">
              <a:spcBef>
                <a:spcPct val="0"/>
              </a:spcBef>
              <a:buClrTx/>
              <a:buSzTx/>
              <a:buFontTx/>
              <a:buNone/>
            </a:pPr>
            <a:r>
              <a:rPr lang="en-US" altLang="zh-CN" sz="1400" dirty="0">
                <a:ea typeface="宋体" panose="02010600030101010101" pitchFamily="2" charset="-122"/>
              </a:rPr>
              <a:t>Network Layer</a:t>
            </a:r>
            <a:endParaRPr lang="en-US" altLang="zh-CN" sz="1400" dirty="0">
              <a:latin typeface="Times New Roman" panose="02020603050405020304" pitchFamily="18" charset="0"/>
              <a:ea typeface="宋体" panose="02010600030101010101" pitchFamily="2" charset="-122"/>
            </a:endParaRPr>
          </a:p>
        </p:txBody>
      </p:sp>
      <p:sp>
        <p:nvSpPr>
          <p:cNvPr id="139267" name="灯片编号占位符 5"/>
          <p:cNvSpPr txBox="1">
            <a:spLocks noGrp="1"/>
          </p:cNvSpPr>
          <p:nvPr>
            <p:ph type="sldNum" sz="quarter" idx="12"/>
          </p:nvPr>
        </p:nvSpPr>
        <p:spPr/>
        <p:txBody>
          <a:bodyPr/>
          <a:p>
            <a:pPr marL="0" indent="0" algn="r">
              <a:spcBef>
                <a:spcPct val="0"/>
              </a:spcBef>
              <a:buClrTx/>
              <a:buSzTx/>
              <a:buFontTx/>
              <a:buNone/>
            </a:pPr>
            <a:r>
              <a:rPr lang="en-US" altLang="zh-CN" sz="1400" dirty="0">
                <a:ea typeface="宋体" panose="02010600030101010101" pitchFamily="2" charset="-122"/>
              </a:rPr>
              <a:t>4-</a:t>
            </a: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139268" name="Rectangle 2"/>
          <p:cNvSpPr>
            <a:spLocks noGrp="1"/>
          </p:cNvSpPr>
          <p:nvPr>
            <p:ph type="title"/>
          </p:nvPr>
        </p:nvSpPr>
        <p:spPr/>
        <p:txBody>
          <a:bodyPr vert="horz" wrap="square" lIns="91440" tIns="45720" rIns="91440" bIns="45720" anchor="ctr" anchorCtr="0"/>
          <a:p>
            <a:r>
              <a:rPr lang="en-US" altLang="zh-CN" sz="2800" dirty="0">
                <a:ea typeface="宋体" panose="02010600030101010101" pitchFamily="2" charset="-122"/>
              </a:rPr>
              <a:t>Why different Intra- and Inter-AS routing ?</a:t>
            </a:r>
            <a:r>
              <a:rPr lang="en-US" altLang="zh-CN" dirty="0">
                <a:ea typeface="宋体" panose="02010600030101010101" pitchFamily="2" charset="-122"/>
              </a:rPr>
              <a:t> </a:t>
            </a:r>
            <a:endParaRPr lang="en-US" altLang="zh-CN" dirty="0">
              <a:ea typeface="宋体" panose="02010600030101010101" pitchFamily="2" charset="-122"/>
            </a:endParaRPr>
          </a:p>
        </p:txBody>
      </p:sp>
      <p:sp>
        <p:nvSpPr>
          <p:cNvPr id="139269" name="Rectangle 3"/>
          <p:cNvSpPr>
            <a:spLocks noGrp="1"/>
          </p:cNvSpPr>
          <p:nvPr>
            <p:ph idx="1"/>
          </p:nvPr>
        </p:nvSpPr>
        <p:spPr>
          <a:xfrm>
            <a:off x="557213" y="1393825"/>
            <a:ext cx="8229600" cy="4572000"/>
          </a:xfrm>
        </p:spPr>
        <p:txBody>
          <a:bodyPr vert="horz" wrap="square" lIns="91440" tIns="45720" rIns="91440" bIns="45720" anchor="t" anchorCtr="0"/>
          <a:p>
            <a:pPr>
              <a:buNone/>
            </a:pPr>
            <a:r>
              <a:rPr lang="en-US" altLang="zh-CN" dirty="0">
                <a:solidFill>
                  <a:srgbClr val="FF0000"/>
                </a:solidFill>
                <a:ea typeface="宋体" panose="02010600030101010101" pitchFamily="2" charset="-122"/>
              </a:rPr>
              <a:t>Policy:</a:t>
            </a:r>
            <a:r>
              <a:rPr lang="en-US" altLang="zh-CN" sz="2400" dirty="0">
                <a:ea typeface="宋体" panose="02010600030101010101" pitchFamily="2" charset="-122"/>
              </a:rPr>
              <a:t> </a:t>
            </a:r>
            <a:endParaRPr lang="en-US" altLang="zh-CN" sz="2400" dirty="0">
              <a:ea typeface="宋体" panose="02010600030101010101" pitchFamily="2" charset="-122"/>
            </a:endParaRPr>
          </a:p>
          <a:p>
            <a:r>
              <a:rPr lang="en-US" altLang="zh-CN" sz="2400" dirty="0">
                <a:ea typeface="宋体" panose="02010600030101010101" pitchFamily="2" charset="-122"/>
              </a:rPr>
              <a:t>Inter-AS: admin wants control over how its traffic routed, who routes through its net. </a:t>
            </a:r>
            <a:endParaRPr lang="en-US" altLang="zh-CN" sz="2400" dirty="0">
              <a:ea typeface="宋体" panose="02010600030101010101" pitchFamily="2" charset="-122"/>
            </a:endParaRPr>
          </a:p>
          <a:p>
            <a:r>
              <a:rPr lang="en-US" altLang="zh-CN" sz="2400" dirty="0">
                <a:ea typeface="宋体" panose="02010600030101010101" pitchFamily="2" charset="-122"/>
              </a:rPr>
              <a:t>Intra-AS: single admin, so no policy decisions needed</a:t>
            </a:r>
            <a:endParaRPr lang="en-US" altLang="zh-CN" sz="2400" dirty="0">
              <a:ea typeface="宋体" panose="02010600030101010101" pitchFamily="2" charset="-122"/>
            </a:endParaRPr>
          </a:p>
          <a:p>
            <a:pPr>
              <a:buNone/>
            </a:pPr>
            <a:r>
              <a:rPr lang="en-US" altLang="zh-CN" dirty="0">
                <a:solidFill>
                  <a:srgbClr val="FF0000"/>
                </a:solidFill>
                <a:ea typeface="宋体" panose="02010600030101010101" pitchFamily="2" charset="-122"/>
              </a:rPr>
              <a:t>Scale:</a:t>
            </a:r>
            <a:endParaRPr lang="en-US" altLang="zh-CN" sz="2400" dirty="0">
              <a:ea typeface="宋体" panose="02010600030101010101" pitchFamily="2" charset="-122"/>
            </a:endParaRPr>
          </a:p>
          <a:p>
            <a:r>
              <a:rPr lang="en-US" altLang="zh-CN" sz="2400" dirty="0">
                <a:ea typeface="宋体" panose="02010600030101010101" pitchFamily="2" charset="-122"/>
              </a:rPr>
              <a:t>hierarchical routing saves table size, reduced update traffic</a:t>
            </a:r>
            <a:endParaRPr lang="en-US" altLang="zh-CN" sz="2400" dirty="0">
              <a:ea typeface="宋体" panose="02010600030101010101" pitchFamily="2" charset="-122"/>
            </a:endParaRPr>
          </a:p>
          <a:p>
            <a:pPr>
              <a:buNone/>
            </a:pPr>
            <a:r>
              <a:rPr lang="en-US" altLang="zh-CN" sz="2400" dirty="0">
                <a:solidFill>
                  <a:srgbClr val="FF0000"/>
                </a:solidFill>
                <a:ea typeface="宋体" panose="02010600030101010101" pitchFamily="2" charset="-122"/>
              </a:rPr>
              <a:t>Performance:</a:t>
            </a:r>
            <a:r>
              <a:rPr lang="en-US" altLang="zh-CN" sz="2400" dirty="0">
                <a:ea typeface="宋体" panose="02010600030101010101" pitchFamily="2" charset="-122"/>
              </a:rPr>
              <a:t> </a:t>
            </a:r>
            <a:endParaRPr lang="en-US" altLang="zh-CN" sz="2400" dirty="0">
              <a:ea typeface="宋体" panose="02010600030101010101" pitchFamily="2" charset="-122"/>
            </a:endParaRPr>
          </a:p>
          <a:p>
            <a:r>
              <a:rPr lang="en-US" altLang="zh-CN" sz="2400" dirty="0">
                <a:ea typeface="宋体" panose="02010600030101010101" pitchFamily="2" charset="-122"/>
              </a:rPr>
              <a:t>Intra-AS: can focus on performance</a:t>
            </a:r>
            <a:endParaRPr lang="en-US" altLang="zh-CN" sz="2400" dirty="0">
              <a:ea typeface="宋体" panose="02010600030101010101" pitchFamily="2" charset="-122"/>
            </a:endParaRPr>
          </a:p>
          <a:p>
            <a:r>
              <a:rPr lang="en-US" altLang="zh-CN" sz="2400" dirty="0">
                <a:ea typeface="宋体" panose="02010600030101010101" pitchFamily="2" charset="-122"/>
              </a:rPr>
              <a:t>Inter-AS: policy may dominate over performance</a:t>
            </a:r>
            <a:endParaRPr lang="en-US" altLang="zh-CN" sz="2400" dirty="0">
              <a:ea typeface="宋体" panose="02010600030101010101" pitchFamily="2" charset="-122"/>
            </a:endParaRP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0290" name="页脚占位符 5"/>
          <p:cNvSpPr txBox="1">
            <a:spLocks noGrp="1"/>
          </p:cNvSpPr>
          <p:nvPr>
            <p:ph type="ftr" sz="quarter" idx="11"/>
          </p:nvPr>
        </p:nvSpPr>
        <p:spPr/>
        <p:txBody>
          <a:bodyPr/>
          <a:p>
            <a:pPr marL="0" indent="0" algn="r">
              <a:spcBef>
                <a:spcPct val="0"/>
              </a:spcBef>
              <a:buClrTx/>
              <a:buSzTx/>
              <a:buFontTx/>
              <a:buNone/>
            </a:pPr>
            <a:r>
              <a:rPr lang="en-US" altLang="zh-CN" sz="1400" dirty="0">
                <a:ea typeface="宋体" panose="02010600030101010101" pitchFamily="2" charset="-122"/>
              </a:rPr>
              <a:t>Network Layer</a:t>
            </a:r>
            <a:endParaRPr lang="en-US" altLang="zh-CN" sz="1400" dirty="0">
              <a:latin typeface="Times New Roman" panose="02020603050405020304" pitchFamily="18" charset="0"/>
              <a:ea typeface="宋体" panose="02010600030101010101" pitchFamily="2" charset="-122"/>
            </a:endParaRPr>
          </a:p>
        </p:txBody>
      </p:sp>
      <p:sp>
        <p:nvSpPr>
          <p:cNvPr id="140291" name="灯片编号占位符 6"/>
          <p:cNvSpPr txBox="1">
            <a:spLocks noGrp="1"/>
          </p:cNvSpPr>
          <p:nvPr>
            <p:ph type="sldNum" sz="quarter" idx="12"/>
          </p:nvPr>
        </p:nvSpPr>
        <p:spPr/>
        <p:txBody>
          <a:bodyPr/>
          <a:p>
            <a:pPr marL="0" indent="0" algn="r">
              <a:spcBef>
                <a:spcPct val="0"/>
              </a:spcBef>
              <a:buClrTx/>
              <a:buSzTx/>
              <a:buFontTx/>
              <a:buNone/>
            </a:pPr>
            <a:r>
              <a:rPr lang="en-US" altLang="zh-CN" sz="1400" dirty="0">
                <a:ea typeface="宋体" panose="02010600030101010101" pitchFamily="2" charset="-122"/>
              </a:rPr>
              <a:t>4-</a:t>
            </a: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140292" name="Rectangle 2"/>
          <p:cNvSpPr>
            <a:spLocks noGrp="1"/>
          </p:cNvSpPr>
          <p:nvPr>
            <p:ph type="title"/>
          </p:nvPr>
        </p:nvSpPr>
        <p:spPr/>
        <p:txBody>
          <a:bodyPr vert="horz" wrap="square" lIns="91440" tIns="45720" rIns="91440" bIns="45720" anchor="ctr" anchorCtr="0"/>
          <a:p>
            <a:r>
              <a:rPr lang="en-US" altLang="zh-CN" dirty="0">
                <a:ea typeface="宋体" panose="02010600030101010101" pitchFamily="2" charset="-122"/>
              </a:rPr>
              <a:t>Chapter 4: Network Layer</a:t>
            </a:r>
            <a:endParaRPr lang="en-US" altLang="zh-CN" dirty="0">
              <a:ea typeface="宋体" panose="02010600030101010101" pitchFamily="2" charset="-122"/>
            </a:endParaRPr>
          </a:p>
        </p:txBody>
      </p:sp>
      <p:sp>
        <p:nvSpPr>
          <p:cNvPr id="140293" name="Rectangle 3"/>
          <p:cNvSpPr>
            <a:spLocks noGrp="1"/>
          </p:cNvSpPr>
          <p:nvPr>
            <p:ph sz="half" idx="1"/>
          </p:nvPr>
        </p:nvSpPr>
        <p:spPr/>
        <p:txBody>
          <a:bodyPr vert="horz" wrap="square" lIns="91440" tIns="45720" rIns="91440" bIns="45720" anchor="t" anchorCtr="0"/>
          <a:p>
            <a:pPr>
              <a:buClr>
                <a:schemeClr val="accent2"/>
              </a:buClr>
              <a:buSzPct val="85000"/>
              <a:buFont typeface="ZapfDingbats"/>
            </a:pPr>
            <a:r>
              <a:rPr lang="en-US" altLang="zh-CN" sz="2400" dirty="0">
                <a:ea typeface="宋体" panose="02010600030101010101" pitchFamily="2" charset="-122"/>
              </a:rPr>
              <a:t>4. 1 Introduction</a:t>
            </a:r>
            <a:endParaRPr lang="en-US" altLang="zh-CN" sz="2400" dirty="0">
              <a:ea typeface="宋体" panose="02010600030101010101" pitchFamily="2" charset="-122"/>
            </a:endParaRPr>
          </a:p>
          <a:p>
            <a:pPr>
              <a:buClr>
                <a:schemeClr val="accent2"/>
              </a:buClr>
              <a:buSzPct val="85000"/>
              <a:buFont typeface="ZapfDingbats"/>
            </a:pPr>
            <a:r>
              <a:rPr lang="en-US" altLang="zh-CN" sz="2400" dirty="0">
                <a:ea typeface="宋体" panose="02010600030101010101" pitchFamily="2" charset="-122"/>
              </a:rPr>
              <a:t>4.2 Virtual circuit and datagram networks</a:t>
            </a:r>
            <a:endParaRPr lang="en-US" altLang="zh-CN" sz="2400" dirty="0">
              <a:ea typeface="宋体" panose="02010600030101010101" pitchFamily="2" charset="-122"/>
            </a:endParaRPr>
          </a:p>
          <a:p>
            <a:pPr>
              <a:buClr>
                <a:schemeClr val="accent2"/>
              </a:buClr>
              <a:buSzPct val="85000"/>
              <a:buFont typeface="ZapfDingbats"/>
            </a:pPr>
            <a:r>
              <a:rPr lang="en-US" altLang="zh-CN" sz="2400" dirty="0">
                <a:ea typeface="宋体" panose="02010600030101010101" pitchFamily="2" charset="-122"/>
              </a:rPr>
              <a:t>4.3 What’s inside a router</a:t>
            </a:r>
            <a:endParaRPr lang="en-US" altLang="zh-CN" sz="2400" dirty="0">
              <a:ea typeface="宋体" panose="02010600030101010101" pitchFamily="2" charset="-122"/>
            </a:endParaRPr>
          </a:p>
          <a:p>
            <a:pPr>
              <a:buClr>
                <a:schemeClr val="accent2"/>
              </a:buClr>
              <a:buSzPct val="85000"/>
              <a:buFont typeface="ZapfDingbats"/>
            </a:pPr>
            <a:r>
              <a:rPr lang="en-US" altLang="zh-CN" sz="2400" dirty="0">
                <a:ea typeface="宋体" panose="02010600030101010101" pitchFamily="2" charset="-122"/>
              </a:rPr>
              <a:t>4.4 IP: Internet Protocol</a:t>
            </a:r>
            <a:endParaRPr lang="en-US" altLang="zh-CN" sz="24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Datagram format</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IPv4 addressing</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ICMP</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IPv6</a:t>
            </a:r>
            <a:endParaRPr lang="en-US" altLang="zh-CN" sz="2000" dirty="0">
              <a:ea typeface="宋体" panose="02010600030101010101" pitchFamily="2" charset="-122"/>
            </a:endParaRPr>
          </a:p>
        </p:txBody>
      </p:sp>
      <p:sp>
        <p:nvSpPr>
          <p:cNvPr id="140294" name="Rectangle 4"/>
          <p:cNvSpPr>
            <a:spLocks noGrp="1"/>
          </p:cNvSpPr>
          <p:nvPr>
            <p:ph sz="half" idx="2"/>
          </p:nvPr>
        </p:nvSpPr>
        <p:spPr/>
        <p:txBody>
          <a:bodyPr vert="horz" wrap="square" lIns="91440" tIns="45720" rIns="91440" bIns="45720" anchor="t" anchorCtr="0"/>
          <a:p>
            <a:pPr>
              <a:buClr>
                <a:schemeClr val="accent2"/>
              </a:buClr>
              <a:buSzPct val="85000"/>
              <a:buFont typeface="ZapfDingbats"/>
            </a:pPr>
            <a:r>
              <a:rPr lang="en-US" altLang="zh-CN" sz="2400" dirty="0">
                <a:ea typeface="宋体" panose="02010600030101010101" pitchFamily="2" charset="-122"/>
              </a:rPr>
              <a:t>4.5 Routing algorithms</a:t>
            </a:r>
            <a:endParaRPr lang="en-US" altLang="zh-CN" sz="24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Link state</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Distance Vector</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Hierarchical routing</a:t>
            </a:r>
            <a:endParaRPr lang="en-US" altLang="zh-CN" sz="2000" dirty="0">
              <a:ea typeface="宋体" panose="02010600030101010101" pitchFamily="2" charset="-122"/>
            </a:endParaRPr>
          </a:p>
          <a:p>
            <a:pPr>
              <a:buClr>
                <a:schemeClr val="accent2"/>
              </a:buClr>
              <a:buSzPct val="85000"/>
              <a:buFont typeface="ZapfDingbats"/>
            </a:pPr>
            <a:r>
              <a:rPr lang="en-US" altLang="zh-CN" sz="2400" dirty="0">
                <a:ea typeface="宋体" panose="02010600030101010101" pitchFamily="2" charset="-122"/>
              </a:rPr>
              <a:t>4.6 Routing in the Internet</a:t>
            </a:r>
            <a:endParaRPr lang="en-US" altLang="zh-CN" sz="24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RIP</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OSPF</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BGP</a:t>
            </a:r>
            <a:endParaRPr lang="en-US" altLang="zh-CN" sz="2000" dirty="0">
              <a:ea typeface="宋体" panose="02010600030101010101" pitchFamily="2" charset="-122"/>
            </a:endParaRPr>
          </a:p>
          <a:p>
            <a:pPr>
              <a:buClr>
                <a:schemeClr val="accent2"/>
              </a:buClr>
              <a:buSzPct val="85000"/>
              <a:buFont typeface="ZapfDingbats"/>
            </a:pPr>
            <a:r>
              <a:rPr lang="en-US" altLang="zh-CN" sz="2400" dirty="0">
                <a:solidFill>
                  <a:srgbClr val="FF0000"/>
                </a:solidFill>
                <a:ea typeface="宋体" panose="02010600030101010101" pitchFamily="2" charset="-122"/>
              </a:rPr>
              <a:t>4.7 Broadcast and multicast routing</a:t>
            </a:r>
            <a:endParaRPr lang="en-US" altLang="zh-CN" sz="2400" dirty="0">
              <a:solidFill>
                <a:srgbClr val="FF0000"/>
              </a:solidFill>
              <a:ea typeface="宋体" panose="02010600030101010101" pitchFamily="2" charset="-122"/>
            </a:endParaRPr>
          </a:p>
          <a:p>
            <a:pPr>
              <a:buClr>
                <a:schemeClr val="accent2"/>
              </a:buClr>
              <a:buSzPct val="85000"/>
              <a:buFont typeface="ZapfDingbats"/>
            </a:pPr>
            <a:endParaRPr lang="en-US" altLang="zh-CN" sz="2400" dirty="0">
              <a:ea typeface="宋体" panose="02010600030101010101" pitchFamily="2" charset="-122"/>
            </a:endParaRP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1314" name="页脚占位符 4"/>
          <p:cNvSpPr txBox="1">
            <a:spLocks noGrp="1"/>
          </p:cNvSpPr>
          <p:nvPr>
            <p:ph type="ftr" sz="quarter" idx="11"/>
          </p:nvPr>
        </p:nvSpPr>
        <p:spPr/>
        <p:txBody>
          <a:bodyPr/>
          <a:p>
            <a:pPr marL="0" indent="0" algn="r">
              <a:spcBef>
                <a:spcPct val="0"/>
              </a:spcBef>
              <a:buClrTx/>
              <a:buSzTx/>
              <a:buFontTx/>
              <a:buNone/>
            </a:pPr>
            <a:r>
              <a:rPr lang="en-US" altLang="zh-CN" sz="1400" dirty="0">
                <a:ea typeface="宋体" panose="02010600030101010101" pitchFamily="2" charset="-122"/>
              </a:rPr>
              <a:t>Network Layer</a:t>
            </a:r>
            <a:endParaRPr lang="en-US" altLang="zh-CN" sz="1400" dirty="0">
              <a:latin typeface="Times New Roman" panose="02020603050405020304" pitchFamily="18" charset="0"/>
              <a:ea typeface="宋体" panose="02010600030101010101" pitchFamily="2" charset="-122"/>
            </a:endParaRPr>
          </a:p>
        </p:txBody>
      </p:sp>
      <p:sp>
        <p:nvSpPr>
          <p:cNvPr id="141315" name="灯片编号占位符 5"/>
          <p:cNvSpPr txBox="1">
            <a:spLocks noGrp="1"/>
          </p:cNvSpPr>
          <p:nvPr>
            <p:ph type="sldNum" sz="quarter" idx="12"/>
          </p:nvPr>
        </p:nvSpPr>
        <p:spPr/>
        <p:txBody>
          <a:bodyPr/>
          <a:p>
            <a:pPr marL="0" indent="0" algn="r">
              <a:spcBef>
                <a:spcPct val="0"/>
              </a:spcBef>
              <a:buClrTx/>
              <a:buSzTx/>
              <a:buFontTx/>
              <a:buNone/>
            </a:pPr>
            <a:r>
              <a:rPr lang="en-US" altLang="zh-CN" sz="1400" dirty="0">
                <a:ea typeface="宋体" panose="02010600030101010101" pitchFamily="2" charset="-122"/>
              </a:rPr>
              <a:t>4-</a:t>
            </a: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grpSp>
        <p:nvGrpSpPr>
          <p:cNvPr id="141316" name="Group 103"/>
          <p:cNvGrpSpPr/>
          <p:nvPr/>
        </p:nvGrpSpPr>
        <p:grpSpPr>
          <a:xfrm>
            <a:off x="917575" y="2374900"/>
            <a:ext cx="5691188" cy="2765425"/>
            <a:chOff x="651" y="1471"/>
            <a:chExt cx="3585" cy="1742"/>
          </a:xfrm>
        </p:grpSpPr>
        <p:sp>
          <p:nvSpPr>
            <p:cNvPr id="141320" name="AutoShape 90"/>
            <p:cNvSpPr/>
            <p:nvPr/>
          </p:nvSpPr>
          <p:spPr>
            <a:xfrm>
              <a:off x="651" y="1471"/>
              <a:ext cx="717" cy="329"/>
            </a:xfrm>
            <a:prstGeom prst="irregularSeal1">
              <a:avLst/>
            </a:prstGeom>
            <a:noFill/>
            <a:ln w="9525" cap="flat" cmpd="sng">
              <a:solidFill>
                <a:srgbClr val="FF0000"/>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41321" name="Group 102"/>
            <p:cNvGrpSpPr/>
            <p:nvPr/>
          </p:nvGrpSpPr>
          <p:grpSpPr>
            <a:xfrm>
              <a:off x="714" y="1485"/>
              <a:ext cx="3522" cy="1728"/>
              <a:chOff x="535" y="738"/>
              <a:chExt cx="3522" cy="1728"/>
            </a:xfrm>
          </p:grpSpPr>
          <p:grpSp>
            <p:nvGrpSpPr>
              <p:cNvPr id="141322" name="Group 2"/>
              <p:cNvGrpSpPr/>
              <p:nvPr/>
            </p:nvGrpSpPr>
            <p:grpSpPr>
              <a:xfrm>
                <a:off x="1248" y="832"/>
                <a:ext cx="316" cy="212"/>
                <a:chOff x="2089" y="1715"/>
                <a:chExt cx="316" cy="212"/>
              </a:xfrm>
            </p:grpSpPr>
            <p:sp>
              <p:nvSpPr>
                <p:cNvPr id="141410" name="Oval 3"/>
                <p:cNvSpPr/>
                <p:nvPr/>
              </p:nvSpPr>
              <p:spPr>
                <a:xfrm>
                  <a:off x="2092" y="1799"/>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41411" name="Line 4"/>
                <p:cNvSpPr/>
                <p:nvPr/>
              </p:nvSpPr>
              <p:spPr>
                <a:xfrm>
                  <a:off x="2092" y="1792"/>
                  <a:ext cx="0" cy="50"/>
                </a:xfrm>
                <a:prstGeom prst="line">
                  <a:avLst/>
                </a:prstGeom>
                <a:ln w="12700" cap="flat" cmpd="sng">
                  <a:solidFill>
                    <a:schemeClr val="tx1"/>
                  </a:solidFill>
                  <a:prstDash val="solid"/>
                  <a:headEnd type="none" w="med" len="med"/>
                  <a:tailEnd type="none" w="med" len="med"/>
                </a:ln>
              </p:spPr>
            </p:sp>
            <p:sp>
              <p:nvSpPr>
                <p:cNvPr id="141412" name="Line 5"/>
                <p:cNvSpPr/>
                <p:nvPr/>
              </p:nvSpPr>
              <p:spPr>
                <a:xfrm>
                  <a:off x="2405" y="1792"/>
                  <a:ext cx="0" cy="50"/>
                </a:xfrm>
                <a:prstGeom prst="line">
                  <a:avLst/>
                </a:prstGeom>
                <a:ln w="12700" cap="flat" cmpd="sng">
                  <a:solidFill>
                    <a:schemeClr val="tx1"/>
                  </a:solidFill>
                  <a:prstDash val="solid"/>
                  <a:headEnd type="none" w="med" len="med"/>
                  <a:tailEnd type="none" w="med" len="med"/>
                </a:ln>
              </p:spPr>
            </p:sp>
            <p:sp>
              <p:nvSpPr>
                <p:cNvPr id="141413" name="Rectangle 6"/>
                <p:cNvSpPr/>
                <p:nvPr/>
              </p:nvSpPr>
              <p:spPr>
                <a:xfrm>
                  <a:off x="2092" y="1792"/>
                  <a:ext cx="310"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41414" name="Oval 7"/>
                <p:cNvSpPr/>
                <p:nvPr/>
              </p:nvSpPr>
              <p:spPr>
                <a:xfrm>
                  <a:off x="2089" y="1733"/>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41415" name="Group 8"/>
                <p:cNvGrpSpPr/>
                <p:nvPr/>
              </p:nvGrpSpPr>
              <p:grpSpPr>
                <a:xfrm>
                  <a:off x="2116" y="1715"/>
                  <a:ext cx="254" cy="212"/>
                  <a:chOff x="2929" y="2459"/>
                  <a:chExt cx="257" cy="212"/>
                </a:xfrm>
              </p:grpSpPr>
              <p:sp>
                <p:nvSpPr>
                  <p:cNvPr id="141416" name="Rectangle 9"/>
                  <p:cNvSpPr/>
                  <p:nvPr/>
                </p:nvSpPr>
                <p:spPr>
                  <a:xfrm>
                    <a:off x="2982" y="2490"/>
                    <a:ext cx="144" cy="1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41417" name="Text Box 10"/>
                  <p:cNvSpPr txBox="1"/>
                  <p:nvPr/>
                </p:nvSpPr>
                <p:spPr>
                  <a:xfrm>
                    <a:off x="2929" y="2459"/>
                    <a:ext cx="257" cy="2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600" dirty="0">
                        <a:ea typeface="宋体" panose="02010600030101010101" pitchFamily="2" charset="-122"/>
                      </a:rPr>
                      <a:t>R1</a:t>
                    </a:r>
                    <a:endParaRPr lang="en-US" altLang="zh-CN" sz="1600" dirty="0">
                      <a:latin typeface="Times New Roman" panose="02020603050405020304" pitchFamily="18" charset="0"/>
                      <a:ea typeface="宋体" panose="02010600030101010101" pitchFamily="2" charset="-122"/>
                    </a:endParaRPr>
                  </a:p>
                </p:txBody>
              </p:sp>
            </p:grpSp>
          </p:grpSp>
          <p:grpSp>
            <p:nvGrpSpPr>
              <p:cNvPr id="141323" name="Group 12"/>
              <p:cNvGrpSpPr/>
              <p:nvPr/>
            </p:nvGrpSpPr>
            <p:grpSpPr>
              <a:xfrm>
                <a:off x="1248" y="1238"/>
                <a:ext cx="316" cy="212"/>
                <a:chOff x="2089" y="1715"/>
                <a:chExt cx="316" cy="212"/>
              </a:xfrm>
            </p:grpSpPr>
            <p:sp>
              <p:nvSpPr>
                <p:cNvPr id="141402" name="Oval 13"/>
                <p:cNvSpPr/>
                <p:nvPr/>
              </p:nvSpPr>
              <p:spPr>
                <a:xfrm>
                  <a:off x="2092" y="1799"/>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41403" name="Line 14"/>
                <p:cNvSpPr/>
                <p:nvPr/>
              </p:nvSpPr>
              <p:spPr>
                <a:xfrm>
                  <a:off x="2092" y="1792"/>
                  <a:ext cx="0" cy="50"/>
                </a:xfrm>
                <a:prstGeom prst="line">
                  <a:avLst/>
                </a:prstGeom>
                <a:ln w="12700" cap="flat" cmpd="sng">
                  <a:solidFill>
                    <a:schemeClr val="tx1"/>
                  </a:solidFill>
                  <a:prstDash val="solid"/>
                  <a:headEnd type="none" w="med" len="med"/>
                  <a:tailEnd type="none" w="med" len="med"/>
                </a:ln>
              </p:spPr>
            </p:sp>
            <p:sp>
              <p:nvSpPr>
                <p:cNvPr id="141404" name="Line 15"/>
                <p:cNvSpPr/>
                <p:nvPr/>
              </p:nvSpPr>
              <p:spPr>
                <a:xfrm>
                  <a:off x="2405" y="1792"/>
                  <a:ext cx="0" cy="50"/>
                </a:xfrm>
                <a:prstGeom prst="line">
                  <a:avLst/>
                </a:prstGeom>
                <a:ln w="12700" cap="flat" cmpd="sng">
                  <a:solidFill>
                    <a:schemeClr val="tx1"/>
                  </a:solidFill>
                  <a:prstDash val="solid"/>
                  <a:headEnd type="none" w="med" len="med"/>
                  <a:tailEnd type="none" w="med" len="med"/>
                </a:ln>
              </p:spPr>
            </p:sp>
            <p:sp>
              <p:nvSpPr>
                <p:cNvPr id="141405" name="Rectangle 16"/>
                <p:cNvSpPr/>
                <p:nvPr/>
              </p:nvSpPr>
              <p:spPr>
                <a:xfrm>
                  <a:off x="2092" y="1792"/>
                  <a:ext cx="310"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41406" name="Oval 17"/>
                <p:cNvSpPr/>
                <p:nvPr/>
              </p:nvSpPr>
              <p:spPr>
                <a:xfrm>
                  <a:off x="2089" y="1733"/>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41407" name="Group 18"/>
                <p:cNvGrpSpPr/>
                <p:nvPr/>
              </p:nvGrpSpPr>
              <p:grpSpPr>
                <a:xfrm>
                  <a:off x="2106" y="1715"/>
                  <a:ext cx="274" cy="212"/>
                  <a:chOff x="2919" y="2459"/>
                  <a:chExt cx="277" cy="212"/>
                </a:xfrm>
              </p:grpSpPr>
              <p:sp>
                <p:nvSpPr>
                  <p:cNvPr id="141408" name="Rectangle 19"/>
                  <p:cNvSpPr/>
                  <p:nvPr/>
                </p:nvSpPr>
                <p:spPr>
                  <a:xfrm>
                    <a:off x="2982" y="2490"/>
                    <a:ext cx="144" cy="1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41409" name="Text Box 20"/>
                  <p:cNvSpPr txBox="1"/>
                  <p:nvPr/>
                </p:nvSpPr>
                <p:spPr>
                  <a:xfrm>
                    <a:off x="2919" y="2459"/>
                    <a:ext cx="277" cy="2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600" dirty="0">
                        <a:ea typeface="宋体" panose="02010600030101010101" pitchFamily="2" charset="-122"/>
                      </a:rPr>
                      <a:t>R2</a:t>
                    </a:r>
                    <a:endParaRPr lang="en-US" altLang="zh-CN" sz="1600" dirty="0">
                      <a:latin typeface="Times New Roman" panose="02020603050405020304" pitchFamily="18" charset="0"/>
                      <a:ea typeface="宋体" panose="02010600030101010101" pitchFamily="2" charset="-122"/>
                    </a:endParaRPr>
                  </a:p>
                </p:txBody>
              </p:sp>
            </p:grpSp>
          </p:grpSp>
          <p:grpSp>
            <p:nvGrpSpPr>
              <p:cNvPr id="141324" name="Group 21"/>
              <p:cNvGrpSpPr/>
              <p:nvPr/>
            </p:nvGrpSpPr>
            <p:grpSpPr>
              <a:xfrm>
                <a:off x="912" y="1728"/>
                <a:ext cx="316" cy="212"/>
                <a:chOff x="2089" y="1715"/>
                <a:chExt cx="316" cy="212"/>
              </a:xfrm>
            </p:grpSpPr>
            <p:sp>
              <p:nvSpPr>
                <p:cNvPr id="141394" name="Oval 22"/>
                <p:cNvSpPr/>
                <p:nvPr/>
              </p:nvSpPr>
              <p:spPr>
                <a:xfrm>
                  <a:off x="2092" y="1799"/>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41395" name="Line 23"/>
                <p:cNvSpPr/>
                <p:nvPr/>
              </p:nvSpPr>
              <p:spPr>
                <a:xfrm>
                  <a:off x="2092" y="1792"/>
                  <a:ext cx="0" cy="50"/>
                </a:xfrm>
                <a:prstGeom prst="line">
                  <a:avLst/>
                </a:prstGeom>
                <a:ln w="12700" cap="flat" cmpd="sng">
                  <a:solidFill>
                    <a:schemeClr val="tx1"/>
                  </a:solidFill>
                  <a:prstDash val="solid"/>
                  <a:headEnd type="none" w="med" len="med"/>
                  <a:tailEnd type="none" w="med" len="med"/>
                </a:ln>
              </p:spPr>
            </p:sp>
            <p:sp>
              <p:nvSpPr>
                <p:cNvPr id="141396" name="Line 24"/>
                <p:cNvSpPr/>
                <p:nvPr/>
              </p:nvSpPr>
              <p:spPr>
                <a:xfrm>
                  <a:off x="2405" y="1792"/>
                  <a:ext cx="0" cy="50"/>
                </a:xfrm>
                <a:prstGeom prst="line">
                  <a:avLst/>
                </a:prstGeom>
                <a:ln w="12700" cap="flat" cmpd="sng">
                  <a:solidFill>
                    <a:schemeClr val="tx1"/>
                  </a:solidFill>
                  <a:prstDash val="solid"/>
                  <a:headEnd type="none" w="med" len="med"/>
                  <a:tailEnd type="none" w="med" len="med"/>
                </a:ln>
              </p:spPr>
            </p:sp>
            <p:sp>
              <p:nvSpPr>
                <p:cNvPr id="141397" name="Rectangle 25"/>
                <p:cNvSpPr/>
                <p:nvPr/>
              </p:nvSpPr>
              <p:spPr>
                <a:xfrm>
                  <a:off x="2092" y="1792"/>
                  <a:ext cx="310"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41398" name="Oval 26"/>
                <p:cNvSpPr/>
                <p:nvPr/>
              </p:nvSpPr>
              <p:spPr>
                <a:xfrm>
                  <a:off x="2089" y="1733"/>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41399" name="Group 27"/>
                <p:cNvGrpSpPr/>
                <p:nvPr/>
              </p:nvGrpSpPr>
              <p:grpSpPr>
                <a:xfrm>
                  <a:off x="2106" y="1715"/>
                  <a:ext cx="274" cy="212"/>
                  <a:chOff x="2919" y="2459"/>
                  <a:chExt cx="277" cy="212"/>
                </a:xfrm>
              </p:grpSpPr>
              <p:sp>
                <p:nvSpPr>
                  <p:cNvPr id="141400" name="Rectangle 28"/>
                  <p:cNvSpPr/>
                  <p:nvPr/>
                </p:nvSpPr>
                <p:spPr>
                  <a:xfrm>
                    <a:off x="2982" y="2490"/>
                    <a:ext cx="144" cy="1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41401" name="Text Box 29"/>
                  <p:cNvSpPr txBox="1"/>
                  <p:nvPr/>
                </p:nvSpPr>
                <p:spPr>
                  <a:xfrm>
                    <a:off x="2919" y="2459"/>
                    <a:ext cx="277" cy="2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600" dirty="0">
                        <a:ea typeface="宋体" panose="02010600030101010101" pitchFamily="2" charset="-122"/>
                      </a:rPr>
                      <a:t>R3</a:t>
                    </a:r>
                    <a:endParaRPr lang="en-US" altLang="zh-CN" sz="1600" dirty="0">
                      <a:latin typeface="Times New Roman" panose="02020603050405020304" pitchFamily="18" charset="0"/>
                      <a:ea typeface="宋体" panose="02010600030101010101" pitchFamily="2" charset="-122"/>
                    </a:endParaRPr>
                  </a:p>
                </p:txBody>
              </p:sp>
            </p:grpSp>
          </p:grpSp>
          <p:grpSp>
            <p:nvGrpSpPr>
              <p:cNvPr id="141325" name="Group 30"/>
              <p:cNvGrpSpPr/>
              <p:nvPr/>
            </p:nvGrpSpPr>
            <p:grpSpPr>
              <a:xfrm>
                <a:off x="1581" y="1728"/>
                <a:ext cx="316" cy="212"/>
                <a:chOff x="2089" y="1715"/>
                <a:chExt cx="316" cy="212"/>
              </a:xfrm>
            </p:grpSpPr>
            <p:sp>
              <p:nvSpPr>
                <p:cNvPr id="141386" name="Oval 31"/>
                <p:cNvSpPr/>
                <p:nvPr/>
              </p:nvSpPr>
              <p:spPr>
                <a:xfrm>
                  <a:off x="2092" y="1799"/>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41387" name="Line 32"/>
                <p:cNvSpPr/>
                <p:nvPr/>
              </p:nvSpPr>
              <p:spPr>
                <a:xfrm>
                  <a:off x="2092" y="1792"/>
                  <a:ext cx="0" cy="50"/>
                </a:xfrm>
                <a:prstGeom prst="line">
                  <a:avLst/>
                </a:prstGeom>
                <a:ln w="12700" cap="flat" cmpd="sng">
                  <a:solidFill>
                    <a:schemeClr val="tx1"/>
                  </a:solidFill>
                  <a:prstDash val="solid"/>
                  <a:headEnd type="none" w="med" len="med"/>
                  <a:tailEnd type="none" w="med" len="med"/>
                </a:ln>
              </p:spPr>
            </p:sp>
            <p:sp>
              <p:nvSpPr>
                <p:cNvPr id="141388" name="Line 33"/>
                <p:cNvSpPr/>
                <p:nvPr/>
              </p:nvSpPr>
              <p:spPr>
                <a:xfrm>
                  <a:off x="2405" y="1792"/>
                  <a:ext cx="0" cy="50"/>
                </a:xfrm>
                <a:prstGeom prst="line">
                  <a:avLst/>
                </a:prstGeom>
                <a:ln w="12700" cap="flat" cmpd="sng">
                  <a:solidFill>
                    <a:schemeClr val="tx1"/>
                  </a:solidFill>
                  <a:prstDash val="solid"/>
                  <a:headEnd type="none" w="med" len="med"/>
                  <a:tailEnd type="none" w="med" len="med"/>
                </a:ln>
              </p:spPr>
            </p:sp>
            <p:sp>
              <p:nvSpPr>
                <p:cNvPr id="141389" name="Rectangle 34"/>
                <p:cNvSpPr/>
                <p:nvPr/>
              </p:nvSpPr>
              <p:spPr>
                <a:xfrm>
                  <a:off x="2092" y="1792"/>
                  <a:ext cx="310"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41390" name="Oval 35"/>
                <p:cNvSpPr/>
                <p:nvPr/>
              </p:nvSpPr>
              <p:spPr>
                <a:xfrm>
                  <a:off x="2089" y="1733"/>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41391" name="Group 36"/>
                <p:cNvGrpSpPr/>
                <p:nvPr/>
              </p:nvGrpSpPr>
              <p:grpSpPr>
                <a:xfrm>
                  <a:off x="2106" y="1715"/>
                  <a:ext cx="274" cy="212"/>
                  <a:chOff x="2919" y="2459"/>
                  <a:chExt cx="277" cy="212"/>
                </a:xfrm>
              </p:grpSpPr>
              <p:sp>
                <p:nvSpPr>
                  <p:cNvPr id="141392" name="Rectangle 37"/>
                  <p:cNvSpPr/>
                  <p:nvPr/>
                </p:nvSpPr>
                <p:spPr>
                  <a:xfrm>
                    <a:off x="2982" y="2490"/>
                    <a:ext cx="144" cy="1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41393" name="Text Box 38"/>
                  <p:cNvSpPr txBox="1"/>
                  <p:nvPr/>
                </p:nvSpPr>
                <p:spPr>
                  <a:xfrm>
                    <a:off x="2919" y="2459"/>
                    <a:ext cx="277" cy="2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600" dirty="0">
                        <a:ea typeface="宋体" panose="02010600030101010101" pitchFamily="2" charset="-122"/>
                      </a:rPr>
                      <a:t>R4</a:t>
                    </a:r>
                    <a:endParaRPr lang="en-US" altLang="zh-CN" sz="1600" dirty="0">
                      <a:latin typeface="Times New Roman" panose="02020603050405020304" pitchFamily="18" charset="0"/>
                      <a:ea typeface="宋体" panose="02010600030101010101" pitchFamily="2" charset="-122"/>
                    </a:endParaRPr>
                  </a:p>
                </p:txBody>
              </p:sp>
            </p:grpSp>
          </p:grpSp>
          <p:sp>
            <p:nvSpPr>
              <p:cNvPr id="141326" name="Line 39"/>
              <p:cNvSpPr/>
              <p:nvPr/>
            </p:nvSpPr>
            <p:spPr>
              <a:xfrm>
                <a:off x="1404" y="984"/>
                <a:ext cx="0" cy="274"/>
              </a:xfrm>
              <a:prstGeom prst="line">
                <a:avLst/>
              </a:prstGeom>
              <a:ln w="9525" cap="flat" cmpd="sng">
                <a:solidFill>
                  <a:schemeClr val="tx1"/>
                </a:solidFill>
                <a:prstDash val="solid"/>
                <a:headEnd type="none" w="med" len="med"/>
                <a:tailEnd type="none" w="med" len="med"/>
              </a:ln>
            </p:spPr>
          </p:sp>
          <p:sp>
            <p:nvSpPr>
              <p:cNvPr id="141327" name="Line 40"/>
              <p:cNvSpPr/>
              <p:nvPr/>
            </p:nvSpPr>
            <p:spPr>
              <a:xfrm flipH="1">
                <a:off x="1097" y="1410"/>
                <a:ext cx="297" cy="325"/>
              </a:xfrm>
              <a:prstGeom prst="line">
                <a:avLst/>
              </a:prstGeom>
              <a:ln w="9525" cap="flat" cmpd="sng">
                <a:solidFill>
                  <a:schemeClr val="tx1"/>
                </a:solidFill>
                <a:prstDash val="solid"/>
                <a:headEnd type="none" w="med" len="med"/>
                <a:tailEnd type="none" w="med" len="med"/>
              </a:ln>
            </p:spPr>
          </p:sp>
          <p:sp>
            <p:nvSpPr>
              <p:cNvPr id="141328" name="Line 41"/>
              <p:cNvSpPr/>
              <p:nvPr/>
            </p:nvSpPr>
            <p:spPr>
              <a:xfrm>
                <a:off x="1423" y="1416"/>
                <a:ext cx="297" cy="325"/>
              </a:xfrm>
              <a:prstGeom prst="line">
                <a:avLst/>
              </a:prstGeom>
              <a:ln w="9525" cap="flat" cmpd="sng">
                <a:solidFill>
                  <a:schemeClr val="tx1"/>
                </a:solidFill>
                <a:prstDash val="solid"/>
                <a:headEnd type="none" w="med" len="med"/>
                <a:tailEnd type="none" w="med" len="med"/>
              </a:ln>
            </p:spPr>
          </p:sp>
          <p:sp>
            <p:nvSpPr>
              <p:cNvPr id="141329" name="Text Box 42"/>
              <p:cNvSpPr txBox="1"/>
              <p:nvPr/>
            </p:nvSpPr>
            <p:spPr>
              <a:xfrm>
                <a:off x="947" y="2062"/>
                <a:ext cx="804" cy="40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eaLnBrk="1" hangingPunct="1">
                  <a:spcBef>
                    <a:spcPct val="0"/>
                  </a:spcBef>
                  <a:buClrTx/>
                  <a:buSzTx/>
                  <a:buFontTx/>
                  <a:buNone/>
                </a:pPr>
                <a:r>
                  <a:rPr lang="en-US" altLang="zh-CN" sz="1800" dirty="0">
                    <a:latin typeface="Arial" panose="020B0604020202020204" pitchFamily="34" charset="0"/>
                    <a:ea typeface="宋体" panose="02010600030101010101" pitchFamily="2" charset="-122"/>
                  </a:rPr>
                  <a:t>source</a:t>
                </a:r>
                <a:br>
                  <a:rPr lang="en-US" altLang="zh-CN" sz="1800" dirty="0">
                    <a:latin typeface="Arial" panose="020B0604020202020204" pitchFamily="34" charset="0"/>
                    <a:ea typeface="宋体" panose="02010600030101010101" pitchFamily="2" charset="-122"/>
                  </a:rPr>
                </a:br>
                <a:r>
                  <a:rPr lang="en-US" altLang="zh-CN" sz="1800" dirty="0">
                    <a:latin typeface="Arial" panose="020B0604020202020204" pitchFamily="34" charset="0"/>
                    <a:ea typeface="宋体" panose="02010600030101010101" pitchFamily="2" charset="-122"/>
                  </a:rPr>
                  <a:t>duplication</a:t>
                </a:r>
                <a:endParaRPr lang="en-US" altLang="zh-CN" sz="1800" dirty="0">
                  <a:latin typeface="Arial" panose="020B0604020202020204" pitchFamily="34" charset="0"/>
                  <a:ea typeface="宋体" panose="02010600030101010101" pitchFamily="2" charset="-122"/>
                </a:endParaRPr>
              </a:p>
            </p:txBody>
          </p:sp>
          <p:sp>
            <p:nvSpPr>
              <p:cNvPr id="141330" name="Line 43"/>
              <p:cNvSpPr/>
              <p:nvPr/>
            </p:nvSpPr>
            <p:spPr>
              <a:xfrm flipH="1">
                <a:off x="1442" y="1012"/>
                <a:ext cx="5" cy="240"/>
              </a:xfrm>
              <a:prstGeom prst="line">
                <a:avLst/>
              </a:prstGeom>
              <a:ln w="57150" cap="flat" cmpd="sng">
                <a:solidFill>
                  <a:schemeClr val="tx1"/>
                </a:solidFill>
                <a:prstDash val="solid"/>
                <a:headEnd type="none" w="med" len="med"/>
                <a:tailEnd type="triangle" w="med" len="med"/>
              </a:ln>
            </p:spPr>
          </p:sp>
          <p:sp>
            <p:nvSpPr>
              <p:cNvPr id="141331" name="Freeform 44"/>
              <p:cNvSpPr/>
              <p:nvPr/>
            </p:nvSpPr>
            <p:spPr>
              <a:xfrm>
                <a:off x="1510" y="1006"/>
                <a:ext cx="286" cy="744"/>
              </a:xfrm>
              <a:custGeom>
                <a:avLst/>
                <a:gdLst/>
                <a:ahLst/>
                <a:cxnLst>
                  <a:cxn ang="0">
                    <a:pos x="0" y="0"/>
                  </a:cxn>
                  <a:cxn ang="0">
                    <a:pos x="11" y="425"/>
                  </a:cxn>
                  <a:cxn ang="0">
                    <a:pos x="286" y="744"/>
                  </a:cxn>
                </a:cxnLst>
                <a:pathLst>
                  <a:path w="286" h="744">
                    <a:moveTo>
                      <a:pt x="0" y="0"/>
                    </a:moveTo>
                    <a:lnTo>
                      <a:pt x="11" y="425"/>
                    </a:lnTo>
                    <a:lnTo>
                      <a:pt x="286" y="744"/>
                    </a:lnTo>
                  </a:path>
                </a:pathLst>
              </a:custGeom>
              <a:noFill/>
              <a:ln w="57150" cap="flat" cmpd="sng">
                <a:solidFill>
                  <a:schemeClr val="tx1">
                    <a:alpha val="100000"/>
                  </a:schemeClr>
                </a:solidFill>
                <a:prstDash val="solid"/>
                <a:round/>
                <a:headEnd type="none" w="med" len="med"/>
                <a:tailEnd type="triangle" w="med" len="med"/>
              </a:ln>
            </p:spPr>
            <p:txBody>
              <a:bodyPr/>
              <a:p>
                <a:endParaRPr lang="zh-CN" altLang="en-US"/>
              </a:p>
            </p:txBody>
          </p:sp>
          <p:sp>
            <p:nvSpPr>
              <p:cNvPr id="141332" name="Freeform 45"/>
              <p:cNvSpPr/>
              <p:nvPr/>
            </p:nvSpPr>
            <p:spPr>
              <a:xfrm flipH="1">
                <a:off x="1013" y="1001"/>
                <a:ext cx="286" cy="744"/>
              </a:xfrm>
              <a:custGeom>
                <a:avLst/>
                <a:gdLst/>
                <a:ahLst/>
                <a:cxnLst>
                  <a:cxn ang="0">
                    <a:pos x="0" y="0"/>
                  </a:cxn>
                  <a:cxn ang="0">
                    <a:pos x="11" y="425"/>
                  </a:cxn>
                  <a:cxn ang="0">
                    <a:pos x="286" y="744"/>
                  </a:cxn>
                </a:cxnLst>
                <a:pathLst>
                  <a:path w="286" h="744">
                    <a:moveTo>
                      <a:pt x="0" y="0"/>
                    </a:moveTo>
                    <a:lnTo>
                      <a:pt x="11" y="425"/>
                    </a:lnTo>
                    <a:lnTo>
                      <a:pt x="286" y="744"/>
                    </a:lnTo>
                  </a:path>
                </a:pathLst>
              </a:custGeom>
              <a:noFill/>
              <a:ln w="57150" cap="flat" cmpd="sng">
                <a:solidFill>
                  <a:schemeClr val="tx1">
                    <a:alpha val="100000"/>
                  </a:schemeClr>
                </a:solidFill>
                <a:prstDash val="solid"/>
                <a:round/>
                <a:headEnd type="none" w="med" len="med"/>
                <a:tailEnd type="triangle" w="med" len="med"/>
              </a:ln>
            </p:spPr>
            <p:txBody>
              <a:bodyPr/>
              <a:p>
                <a:endParaRPr lang="zh-CN" altLang="en-US"/>
              </a:p>
            </p:txBody>
          </p:sp>
          <p:grpSp>
            <p:nvGrpSpPr>
              <p:cNvPr id="141333" name="Group 46"/>
              <p:cNvGrpSpPr/>
              <p:nvPr/>
            </p:nvGrpSpPr>
            <p:grpSpPr>
              <a:xfrm>
                <a:off x="2837" y="834"/>
                <a:ext cx="316" cy="212"/>
                <a:chOff x="2089" y="1715"/>
                <a:chExt cx="316" cy="212"/>
              </a:xfrm>
            </p:grpSpPr>
            <p:sp>
              <p:nvSpPr>
                <p:cNvPr id="141378" name="Oval 47"/>
                <p:cNvSpPr/>
                <p:nvPr/>
              </p:nvSpPr>
              <p:spPr>
                <a:xfrm>
                  <a:off x="2092" y="1799"/>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41379" name="Line 48"/>
                <p:cNvSpPr/>
                <p:nvPr/>
              </p:nvSpPr>
              <p:spPr>
                <a:xfrm>
                  <a:off x="2092" y="1792"/>
                  <a:ext cx="0" cy="50"/>
                </a:xfrm>
                <a:prstGeom prst="line">
                  <a:avLst/>
                </a:prstGeom>
                <a:ln w="12700" cap="flat" cmpd="sng">
                  <a:solidFill>
                    <a:schemeClr val="tx1"/>
                  </a:solidFill>
                  <a:prstDash val="solid"/>
                  <a:headEnd type="none" w="med" len="med"/>
                  <a:tailEnd type="none" w="med" len="med"/>
                </a:ln>
              </p:spPr>
            </p:sp>
            <p:sp>
              <p:nvSpPr>
                <p:cNvPr id="141380" name="Line 49"/>
                <p:cNvSpPr/>
                <p:nvPr/>
              </p:nvSpPr>
              <p:spPr>
                <a:xfrm>
                  <a:off x="2405" y="1792"/>
                  <a:ext cx="0" cy="50"/>
                </a:xfrm>
                <a:prstGeom prst="line">
                  <a:avLst/>
                </a:prstGeom>
                <a:ln w="12700" cap="flat" cmpd="sng">
                  <a:solidFill>
                    <a:schemeClr val="tx1"/>
                  </a:solidFill>
                  <a:prstDash val="solid"/>
                  <a:headEnd type="none" w="med" len="med"/>
                  <a:tailEnd type="none" w="med" len="med"/>
                </a:ln>
              </p:spPr>
            </p:sp>
            <p:sp>
              <p:nvSpPr>
                <p:cNvPr id="141381" name="Rectangle 50"/>
                <p:cNvSpPr/>
                <p:nvPr/>
              </p:nvSpPr>
              <p:spPr>
                <a:xfrm>
                  <a:off x="2092" y="1792"/>
                  <a:ext cx="310"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41382" name="Oval 51"/>
                <p:cNvSpPr/>
                <p:nvPr/>
              </p:nvSpPr>
              <p:spPr>
                <a:xfrm>
                  <a:off x="2089" y="1733"/>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41383" name="Group 52"/>
                <p:cNvGrpSpPr/>
                <p:nvPr/>
              </p:nvGrpSpPr>
              <p:grpSpPr>
                <a:xfrm>
                  <a:off x="2116" y="1715"/>
                  <a:ext cx="254" cy="212"/>
                  <a:chOff x="2929" y="2459"/>
                  <a:chExt cx="257" cy="212"/>
                </a:xfrm>
              </p:grpSpPr>
              <p:sp>
                <p:nvSpPr>
                  <p:cNvPr id="141384" name="Rectangle 53"/>
                  <p:cNvSpPr/>
                  <p:nvPr/>
                </p:nvSpPr>
                <p:spPr>
                  <a:xfrm>
                    <a:off x="2982" y="2490"/>
                    <a:ext cx="144" cy="1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41385" name="Text Box 54"/>
                  <p:cNvSpPr txBox="1"/>
                  <p:nvPr/>
                </p:nvSpPr>
                <p:spPr>
                  <a:xfrm>
                    <a:off x="2929" y="2459"/>
                    <a:ext cx="257" cy="2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600" dirty="0">
                        <a:ea typeface="宋体" panose="02010600030101010101" pitchFamily="2" charset="-122"/>
                      </a:rPr>
                      <a:t>R1</a:t>
                    </a:r>
                    <a:endParaRPr lang="en-US" altLang="zh-CN" sz="1600" dirty="0">
                      <a:latin typeface="Times New Roman" panose="02020603050405020304" pitchFamily="18" charset="0"/>
                      <a:ea typeface="宋体" panose="02010600030101010101" pitchFamily="2" charset="-122"/>
                    </a:endParaRPr>
                  </a:p>
                </p:txBody>
              </p:sp>
            </p:grpSp>
          </p:grpSp>
          <p:grpSp>
            <p:nvGrpSpPr>
              <p:cNvPr id="141334" name="Group 55"/>
              <p:cNvGrpSpPr/>
              <p:nvPr/>
            </p:nvGrpSpPr>
            <p:grpSpPr>
              <a:xfrm>
                <a:off x="2837" y="1234"/>
                <a:ext cx="316" cy="212"/>
                <a:chOff x="2089" y="1715"/>
                <a:chExt cx="316" cy="212"/>
              </a:xfrm>
            </p:grpSpPr>
            <p:sp>
              <p:nvSpPr>
                <p:cNvPr id="141370" name="Oval 56"/>
                <p:cNvSpPr/>
                <p:nvPr/>
              </p:nvSpPr>
              <p:spPr>
                <a:xfrm>
                  <a:off x="2092" y="1799"/>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41371" name="Line 57"/>
                <p:cNvSpPr/>
                <p:nvPr/>
              </p:nvSpPr>
              <p:spPr>
                <a:xfrm>
                  <a:off x="2092" y="1792"/>
                  <a:ext cx="0" cy="50"/>
                </a:xfrm>
                <a:prstGeom prst="line">
                  <a:avLst/>
                </a:prstGeom>
                <a:ln w="12700" cap="flat" cmpd="sng">
                  <a:solidFill>
                    <a:schemeClr val="tx1"/>
                  </a:solidFill>
                  <a:prstDash val="solid"/>
                  <a:headEnd type="none" w="med" len="med"/>
                  <a:tailEnd type="none" w="med" len="med"/>
                </a:ln>
              </p:spPr>
            </p:sp>
            <p:sp>
              <p:nvSpPr>
                <p:cNvPr id="141372" name="Line 58"/>
                <p:cNvSpPr/>
                <p:nvPr/>
              </p:nvSpPr>
              <p:spPr>
                <a:xfrm>
                  <a:off x="2405" y="1792"/>
                  <a:ext cx="0" cy="50"/>
                </a:xfrm>
                <a:prstGeom prst="line">
                  <a:avLst/>
                </a:prstGeom>
                <a:ln w="12700" cap="flat" cmpd="sng">
                  <a:solidFill>
                    <a:schemeClr val="tx1"/>
                  </a:solidFill>
                  <a:prstDash val="solid"/>
                  <a:headEnd type="none" w="med" len="med"/>
                  <a:tailEnd type="none" w="med" len="med"/>
                </a:ln>
              </p:spPr>
            </p:sp>
            <p:sp>
              <p:nvSpPr>
                <p:cNvPr id="141373" name="Rectangle 59"/>
                <p:cNvSpPr/>
                <p:nvPr/>
              </p:nvSpPr>
              <p:spPr>
                <a:xfrm>
                  <a:off x="2092" y="1792"/>
                  <a:ext cx="310"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41374" name="Oval 60"/>
                <p:cNvSpPr/>
                <p:nvPr/>
              </p:nvSpPr>
              <p:spPr>
                <a:xfrm>
                  <a:off x="2089" y="1733"/>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41375" name="Group 61"/>
                <p:cNvGrpSpPr/>
                <p:nvPr/>
              </p:nvGrpSpPr>
              <p:grpSpPr>
                <a:xfrm>
                  <a:off x="2106" y="1715"/>
                  <a:ext cx="274" cy="212"/>
                  <a:chOff x="2919" y="2459"/>
                  <a:chExt cx="277" cy="212"/>
                </a:xfrm>
              </p:grpSpPr>
              <p:sp>
                <p:nvSpPr>
                  <p:cNvPr id="141376" name="Rectangle 62"/>
                  <p:cNvSpPr/>
                  <p:nvPr/>
                </p:nvSpPr>
                <p:spPr>
                  <a:xfrm>
                    <a:off x="2982" y="2490"/>
                    <a:ext cx="144" cy="1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41377" name="Text Box 63"/>
                  <p:cNvSpPr txBox="1"/>
                  <p:nvPr/>
                </p:nvSpPr>
                <p:spPr>
                  <a:xfrm>
                    <a:off x="2919" y="2459"/>
                    <a:ext cx="277" cy="2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600" dirty="0">
                        <a:ea typeface="宋体" panose="02010600030101010101" pitchFamily="2" charset="-122"/>
                      </a:rPr>
                      <a:t>R2</a:t>
                    </a:r>
                    <a:endParaRPr lang="en-US" altLang="zh-CN" sz="1600" dirty="0">
                      <a:latin typeface="Times New Roman" panose="02020603050405020304" pitchFamily="18" charset="0"/>
                      <a:ea typeface="宋体" panose="02010600030101010101" pitchFamily="2" charset="-122"/>
                    </a:endParaRPr>
                  </a:p>
                </p:txBody>
              </p:sp>
            </p:grpSp>
          </p:grpSp>
          <p:grpSp>
            <p:nvGrpSpPr>
              <p:cNvPr id="141335" name="Group 64"/>
              <p:cNvGrpSpPr/>
              <p:nvPr/>
            </p:nvGrpSpPr>
            <p:grpSpPr>
              <a:xfrm>
                <a:off x="2501" y="1724"/>
                <a:ext cx="316" cy="212"/>
                <a:chOff x="2089" y="1715"/>
                <a:chExt cx="316" cy="212"/>
              </a:xfrm>
            </p:grpSpPr>
            <p:sp>
              <p:nvSpPr>
                <p:cNvPr id="141362" name="Oval 65"/>
                <p:cNvSpPr/>
                <p:nvPr/>
              </p:nvSpPr>
              <p:spPr>
                <a:xfrm>
                  <a:off x="2092" y="1799"/>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41363" name="Line 66"/>
                <p:cNvSpPr/>
                <p:nvPr/>
              </p:nvSpPr>
              <p:spPr>
                <a:xfrm>
                  <a:off x="2092" y="1792"/>
                  <a:ext cx="0" cy="50"/>
                </a:xfrm>
                <a:prstGeom prst="line">
                  <a:avLst/>
                </a:prstGeom>
                <a:ln w="12700" cap="flat" cmpd="sng">
                  <a:solidFill>
                    <a:schemeClr val="tx1"/>
                  </a:solidFill>
                  <a:prstDash val="solid"/>
                  <a:headEnd type="none" w="med" len="med"/>
                  <a:tailEnd type="none" w="med" len="med"/>
                </a:ln>
              </p:spPr>
            </p:sp>
            <p:sp>
              <p:nvSpPr>
                <p:cNvPr id="141364" name="Line 67"/>
                <p:cNvSpPr/>
                <p:nvPr/>
              </p:nvSpPr>
              <p:spPr>
                <a:xfrm>
                  <a:off x="2405" y="1792"/>
                  <a:ext cx="0" cy="50"/>
                </a:xfrm>
                <a:prstGeom prst="line">
                  <a:avLst/>
                </a:prstGeom>
                <a:ln w="12700" cap="flat" cmpd="sng">
                  <a:solidFill>
                    <a:schemeClr val="tx1"/>
                  </a:solidFill>
                  <a:prstDash val="solid"/>
                  <a:headEnd type="none" w="med" len="med"/>
                  <a:tailEnd type="none" w="med" len="med"/>
                </a:ln>
              </p:spPr>
            </p:sp>
            <p:sp>
              <p:nvSpPr>
                <p:cNvPr id="141365" name="Rectangle 68"/>
                <p:cNvSpPr/>
                <p:nvPr/>
              </p:nvSpPr>
              <p:spPr>
                <a:xfrm>
                  <a:off x="2092" y="1792"/>
                  <a:ext cx="310"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41366" name="Oval 69"/>
                <p:cNvSpPr/>
                <p:nvPr/>
              </p:nvSpPr>
              <p:spPr>
                <a:xfrm>
                  <a:off x="2089" y="1733"/>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41367" name="Group 70"/>
                <p:cNvGrpSpPr/>
                <p:nvPr/>
              </p:nvGrpSpPr>
              <p:grpSpPr>
                <a:xfrm>
                  <a:off x="2106" y="1715"/>
                  <a:ext cx="274" cy="212"/>
                  <a:chOff x="2919" y="2459"/>
                  <a:chExt cx="277" cy="212"/>
                </a:xfrm>
              </p:grpSpPr>
              <p:sp>
                <p:nvSpPr>
                  <p:cNvPr id="141368" name="Rectangle 71"/>
                  <p:cNvSpPr/>
                  <p:nvPr/>
                </p:nvSpPr>
                <p:spPr>
                  <a:xfrm>
                    <a:off x="2982" y="2490"/>
                    <a:ext cx="144" cy="1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41369" name="Text Box 72"/>
                  <p:cNvSpPr txBox="1"/>
                  <p:nvPr/>
                </p:nvSpPr>
                <p:spPr>
                  <a:xfrm>
                    <a:off x="2919" y="2459"/>
                    <a:ext cx="277" cy="2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600" dirty="0">
                        <a:ea typeface="宋体" panose="02010600030101010101" pitchFamily="2" charset="-122"/>
                      </a:rPr>
                      <a:t>R3</a:t>
                    </a:r>
                    <a:endParaRPr lang="en-US" altLang="zh-CN" sz="1600" dirty="0">
                      <a:latin typeface="Times New Roman" panose="02020603050405020304" pitchFamily="18" charset="0"/>
                      <a:ea typeface="宋体" panose="02010600030101010101" pitchFamily="2" charset="-122"/>
                    </a:endParaRPr>
                  </a:p>
                </p:txBody>
              </p:sp>
            </p:grpSp>
          </p:grpSp>
          <p:grpSp>
            <p:nvGrpSpPr>
              <p:cNvPr id="141336" name="Group 73"/>
              <p:cNvGrpSpPr/>
              <p:nvPr/>
            </p:nvGrpSpPr>
            <p:grpSpPr>
              <a:xfrm>
                <a:off x="3170" y="1724"/>
                <a:ext cx="316" cy="212"/>
                <a:chOff x="2089" y="1715"/>
                <a:chExt cx="316" cy="212"/>
              </a:xfrm>
            </p:grpSpPr>
            <p:sp>
              <p:nvSpPr>
                <p:cNvPr id="141354" name="Oval 74"/>
                <p:cNvSpPr/>
                <p:nvPr/>
              </p:nvSpPr>
              <p:spPr>
                <a:xfrm>
                  <a:off x="2092" y="1799"/>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41355" name="Line 75"/>
                <p:cNvSpPr/>
                <p:nvPr/>
              </p:nvSpPr>
              <p:spPr>
                <a:xfrm>
                  <a:off x="2092" y="1792"/>
                  <a:ext cx="0" cy="50"/>
                </a:xfrm>
                <a:prstGeom prst="line">
                  <a:avLst/>
                </a:prstGeom>
                <a:ln w="12700" cap="flat" cmpd="sng">
                  <a:solidFill>
                    <a:schemeClr val="tx1"/>
                  </a:solidFill>
                  <a:prstDash val="solid"/>
                  <a:headEnd type="none" w="med" len="med"/>
                  <a:tailEnd type="none" w="med" len="med"/>
                </a:ln>
              </p:spPr>
            </p:sp>
            <p:sp>
              <p:nvSpPr>
                <p:cNvPr id="141356" name="Line 76"/>
                <p:cNvSpPr/>
                <p:nvPr/>
              </p:nvSpPr>
              <p:spPr>
                <a:xfrm>
                  <a:off x="2405" y="1792"/>
                  <a:ext cx="0" cy="50"/>
                </a:xfrm>
                <a:prstGeom prst="line">
                  <a:avLst/>
                </a:prstGeom>
                <a:ln w="12700" cap="flat" cmpd="sng">
                  <a:solidFill>
                    <a:schemeClr val="tx1"/>
                  </a:solidFill>
                  <a:prstDash val="solid"/>
                  <a:headEnd type="none" w="med" len="med"/>
                  <a:tailEnd type="none" w="med" len="med"/>
                </a:ln>
              </p:spPr>
            </p:sp>
            <p:sp>
              <p:nvSpPr>
                <p:cNvPr id="141357" name="Rectangle 77"/>
                <p:cNvSpPr/>
                <p:nvPr/>
              </p:nvSpPr>
              <p:spPr>
                <a:xfrm>
                  <a:off x="2092" y="1792"/>
                  <a:ext cx="310"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41358" name="Oval 78"/>
                <p:cNvSpPr/>
                <p:nvPr/>
              </p:nvSpPr>
              <p:spPr>
                <a:xfrm>
                  <a:off x="2089" y="1733"/>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41359" name="Group 79"/>
                <p:cNvGrpSpPr/>
                <p:nvPr/>
              </p:nvGrpSpPr>
              <p:grpSpPr>
                <a:xfrm>
                  <a:off x="2106" y="1715"/>
                  <a:ext cx="274" cy="212"/>
                  <a:chOff x="2919" y="2459"/>
                  <a:chExt cx="277" cy="212"/>
                </a:xfrm>
              </p:grpSpPr>
              <p:sp>
                <p:nvSpPr>
                  <p:cNvPr id="141360" name="Rectangle 80"/>
                  <p:cNvSpPr/>
                  <p:nvPr/>
                </p:nvSpPr>
                <p:spPr>
                  <a:xfrm>
                    <a:off x="2982" y="2490"/>
                    <a:ext cx="144" cy="1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41361" name="Text Box 81"/>
                  <p:cNvSpPr txBox="1"/>
                  <p:nvPr/>
                </p:nvSpPr>
                <p:spPr>
                  <a:xfrm>
                    <a:off x="2919" y="2459"/>
                    <a:ext cx="277" cy="2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600" dirty="0">
                        <a:ea typeface="宋体" panose="02010600030101010101" pitchFamily="2" charset="-122"/>
                      </a:rPr>
                      <a:t>R4</a:t>
                    </a:r>
                    <a:endParaRPr lang="en-US" altLang="zh-CN" sz="1600" dirty="0">
                      <a:latin typeface="Times New Roman" panose="02020603050405020304" pitchFamily="18" charset="0"/>
                      <a:ea typeface="宋体" panose="02010600030101010101" pitchFamily="2" charset="-122"/>
                    </a:endParaRPr>
                  </a:p>
                </p:txBody>
              </p:sp>
            </p:grpSp>
          </p:grpSp>
          <p:sp>
            <p:nvSpPr>
              <p:cNvPr id="141337" name="Line 82"/>
              <p:cNvSpPr/>
              <p:nvPr/>
            </p:nvSpPr>
            <p:spPr>
              <a:xfrm>
                <a:off x="2993" y="980"/>
                <a:ext cx="0" cy="274"/>
              </a:xfrm>
              <a:prstGeom prst="line">
                <a:avLst/>
              </a:prstGeom>
              <a:ln w="9525" cap="flat" cmpd="sng">
                <a:solidFill>
                  <a:schemeClr val="tx1"/>
                </a:solidFill>
                <a:prstDash val="solid"/>
                <a:headEnd type="none" w="med" len="med"/>
                <a:tailEnd type="none" w="med" len="med"/>
              </a:ln>
            </p:spPr>
          </p:sp>
          <p:sp>
            <p:nvSpPr>
              <p:cNvPr id="141338" name="Line 83"/>
              <p:cNvSpPr/>
              <p:nvPr/>
            </p:nvSpPr>
            <p:spPr>
              <a:xfrm flipH="1">
                <a:off x="2686" y="1406"/>
                <a:ext cx="297" cy="325"/>
              </a:xfrm>
              <a:prstGeom prst="line">
                <a:avLst/>
              </a:prstGeom>
              <a:ln w="9525" cap="flat" cmpd="sng">
                <a:solidFill>
                  <a:schemeClr val="tx1"/>
                </a:solidFill>
                <a:prstDash val="solid"/>
                <a:headEnd type="none" w="med" len="med"/>
                <a:tailEnd type="none" w="med" len="med"/>
              </a:ln>
            </p:spPr>
          </p:sp>
          <p:sp>
            <p:nvSpPr>
              <p:cNvPr id="141339" name="Line 84"/>
              <p:cNvSpPr/>
              <p:nvPr/>
            </p:nvSpPr>
            <p:spPr>
              <a:xfrm>
                <a:off x="3012" y="1412"/>
                <a:ext cx="297" cy="325"/>
              </a:xfrm>
              <a:prstGeom prst="line">
                <a:avLst/>
              </a:prstGeom>
              <a:ln w="9525" cap="flat" cmpd="sng">
                <a:solidFill>
                  <a:schemeClr val="tx1"/>
                </a:solidFill>
                <a:prstDash val="solid"/>
                <a:headEnd type="none" w="med" len="med"/>
                <a:tailEnd type="none" w="med" len="med"/>
              </a:ln>
            </p:spPr>
          </p:sp>
          <p:sp>
            <p:nvSpPr>
              <p:cNvPr id="141340" name="Text Box 85"/>
              <p:cNvSpPr txBox="1"/>
              <p:nvPr/>
            </p:nvSpPr>
            <p:spPr>
              <a:xfrm>
                <a:off x="2880" y="2058"/>
                <a:ext cx="804" cy="40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eaLnBrk="1" hangingPunct="1">
                  <a:spcBef>
                    <a:spcPct val="0"/>
                  </a:spcBef>
                  <a:buClrTx/>
                  <a:buSzTx/>
                  <a:buFontTx/>
                  <a:buNone/>
                </a:pPr>
                <a:r>
                  <a:rPr lang="en-US" altLang="zh-CN" sz="1800" dirty="0">
                    <a:latin typeface="Arial" panose="020B0604020202020204" pitchFamily="34" charset="0"/>
                    <a:ea typeface="宋体" panose="02010600030101010101" pitchFamily="2" charset="-122"/>
                  </a:rPr>
                  <a:t>in-network</a:t>
                </a:r>
                <a:endParaRPr lang="en-US" altLang="zh-CN" sz="1800" dirty="0">
                  <a:latin typeface="Arial" panose="020B0604020202020204" pitchFamily="34" charset="0"/>
                  <a:ea typeface="宋体" panose="02010600030101010101" pitchFamily="2" charset="-122"/>
                </a:endParaRPr>
              </a:p>
              <a:p>
                <a:pPr marL="0" lvl="0" indent="0" algn="ctr" eaLnBrk="1" hangingPunct="1">
                  <a:spcBef>
                    <a:spcPct val="0"/>
                  </a:spcBef>
                  <a:buClrTx/>
                  <a:buSzTx/>
                  <a:buFontTx/>
                  <a:buNone/>
                </a:pPr>
                <a:r>
                  <a:rPr lang="en-US" altLang="zh-CN" sz="1800" dirty="0">
                    <a:latin typeface="Arial" panose="020B0604020202020204" pitchFamily="34" charset="0"/>
                    <a:ea typeface="宋体" panose="02010600030101010101" pitchFamily="2" charset="-122"/>
                  </a:rPr>
                  <a:t>duplication</a:t>
                </a:r>
                <a:endParaRPr lang="en-US" altLang="zh-CN" sz="1800" dirty="0">
                  <a:latin typeface="Arial" panose="020B0604020202020204" pitchFamily="34" charset="0"/>
                  <a:ea typeface="宋体" panose="02010600030101010101" pitchFamily="2" charset="-122"/>
                </a:endParaRPr>
              </a:p>
            </p:txBody>
          </p:sp>
          <p:sp>
            <p:nvSpPr>
              <p:cNvPr id="141341" name="Line 86"/>
              <p:cNvSpPr/>
              <p:nvPr/>
            </p:nvSpPr>
            <p:spPr>
              <a:xfrm flipH="1">
                <a:off x="3031" y="1008"/>
                <a:ext cx="5" cy="240"/>
              </a:xfrm>
              <a:prstGeom prst="line">
                <a:avLst/>
              </a:prstGeom>
              <a:ln w="57150" cap="flat" cmpd="sng">
                <a:solidFill>
                  <a:schemeClr val="tx1"/>
                </a:solidFill>
                <a:prstDash val="solid"/>
                <a:headEnd type="none" w="med" len="med"/>
                <a:tailEnd type="triangle" w="med" len="med"/>
              </a:ln>
            </p:spPr>
          </p:sp>
          <p:sp>
            <p:nvSpPr>
              <p:cNvPr id="141342" name="Freeform 87"/>
              <p:cNvSpPr/>
              <p:nvPr/>
            </p:nvSpPr>
            <p:spPr>
              <a:xfrm>
                <a:off x="3104" y="1405"/>
                <a:ext cx="275" cy="319"/>
              </a:xfrm>
              <a:custGeom>
                <a:avLst/>
                <a:gdLst/>
                <a:ahLst/>
                <a:cxnLst>
                  <a:cxn ang="0">
                    <a:pos x="0" y="0"/>
                  </a:cxn>
                  <a:cxn ang="0">
                    <a:pos x="275" y="319"/>
                  </a:cxn>
                </a:cxnLst>
                <a:pathLst>
                  <a:path w="275" h="319">
                    <a:moveTo>
                      <a:pt x="0" y="0"/>
                    </a:moveTo>
                    <a:lnTo>
                      <a:pt x="275" y="319"/>
                    </a:lnTo>
                  </a:path>
                </a:pathLst>
              </a:custGeom>
              <a:noFill/>
              <a:ln w="57150" cap="flat" cmpd="sng">
                <a:solidFill>
                  <a:schemeClr val="tx1">
                    <a:alpha val="100000"/>
                  </a:schemeClr>
                </a:solidFill>
                <a:prstDash val="solid"/>
                <a:round/>
                <a:headEnd type="none" w="med" len="med"/>
                <a:tailEnd type="triangle" w="med" len="med"/>
              </a:ln>
            </p:spPr>
            <p:txBody>
              <a:bodyPr/>
              <a:p>
                <a:endParaRPr lang="zh-CN" altLang="en-US"/>
              </a:p>
            </p:txBody>
          </p:sp>
          <p:sp>
            <p:nvSpPr>
              <p:cNvPr id="141343" name="Freeform 88"/>
              <p:cNvSpPr/>
              <p:nvPr/>
            </p:nvSpPr>
            <p:spPr>
              <a:xfrm>
                <a:off x="2602" y="1422"/>
                <a:ext cx="275" cy="319"/>
              </a:xfrm>
              <a:custGeom>
                <a:avLst/>
                <a:gdLst/>
                <a:ahLst/>
                <a:cxnLst>
                  <a:cxn ang="0">
                    <a:pos x="275" y="0"/>
                  </a:cxn>
                  <a:cxn ang="0">
                    <a:pos x="0" y="319"/>
                  </a:cxn>
                </a:cxnLst>
                <a:pathLst>
                  <a:path w="275" h="319">
                    <a:moveTo>
                      <a:pt x="275" y="0"/>
                    </a:moveTo>
                    <a:lnTo>
                      <a:pt x="0" y="319"/>
                    </a:lnTo>
                  </a:path>
                </a:pathLst>
              </a:custGeom>
              <a:noFill/>
              <a:ln w="57150" cap="flat" cmpd="sng">
                <a:solidFill>
                  <a:schemeClr val="tx1">
                    <a:alpha val="100000"/>
                  </a:schemeClr>
                </a:solidFill>
                <a:prstDash val="solid"/>
                <a:round/>
                <a:headEnd type="none" w="med" len="med"/>
                <a:tailEnd type="triangle" w="med" len="med"/>
              </a:ln>
            </p:spPr>
            <p:txBody>
              <a:bodyPr/>
              <a:p>
                <a:endParaRPr lang="zh-CN" altLang="en-US"/>
              </a:p>
            </p:txBody>
          </p:sp>
          <p:sp>
            <p:nvSpPr>
              <p:cNvPr id="141344" name="Text Box 89"/>
              <p:cNvSpPr txBox="1"/>
              <p:nvPr/>
            </p:nvSpPr>
            <p:spPr>
              <a:xfrm>
                <a:off x="1701" y="738"/>
                <a:ext cx="1020"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eaLnBrk="1" hangingPunct="1">
                  <a:spcBef>
                    <a:spcPct val="0"/>
                  </a:spcBef>
                  <a:buClrTx/>
                  <a:buSzTx/>
                  <a:buFontTx/>
                  <a:buNone/>
                </a:pPr>
                <a:r>
                  <a:rPr lang="en-US" altLang="zh-CN" sz="1200" dirty="0">
                    <a:latin typeface="Arial" panose="020B0604020202020204" pitchFamily="34" charset="0"/>
                    <a:ea typeface="宋体" panose="02010600030101010101" pitchFamily="2" charset="-122"/>
                  </a:rPr>
                  <a:t>duplicate</a:t>
                </a:r>
                <a:endParaRPr lang="en-US" altLang="zh-CN" sz="1200" dirty="0">
                  <a:latin typeface="Arial" panose="020B0604020202020204" pitchFamily="34" charset="0"/>
                  <a:ea typeface="宋体" panose="02010600030101010101" pitchFamily="2" charset="-122"/>
                </a:endParaRPr>
              </a:p>
              <a:p>
                <a:pPr marL="0" lvl="0" indent="0" algn="ctr" eaLnBrk="1" hangingPunct="1">
                  <a:spcBef>
                    <a:spcPct val="0"/>
                  </a:spcBef>
                  <a:buClrTx/>
                  <a:buSzTx/>
                  <a:buFontTx/>
                  <a:buNone/>
                </a:pPr>
                <a:r>
                  <a:rPr lang="en-US" altLang="zh-CN" sz="1200" dirty="0">
                    <a:latin typeface="Arial" panose="020B0604020202020204" pitchFamily="34" charset="0"/>
                    <a:ea typeface="宋体" panose="02010600030101010101" pitchFamily="2" charset="-122"/>
                  </a:rPr>
                  <a:t>creation/transmission</a:t>
                </a:r>
                <a:endParaRPr lang="en-US" altLang="zh-CN" sz="1200" dirty="0">
                  <a:latin typeface="Arial" panose="020B0604020202020204" pitchFamily="34" charset="0"/>
                  <a:ea typeface="宋体" panose="02010600030101010101" pitchFamily="2" charset="-122"/>
                </a:endParaRPr>
              </a:p>
            </p:txBody>
          </p:sp>
          <p:sp>
            <p:nvSpPr>
              <p:cNvPr id="141345" name="Text Box 91"/>
              <p:cNvSpPr txBox="1"/>
              <p:nvPr/>
            </p:nvSpPr>
            <p:spPr>
              <a:xfrm>
                <a:off x="535" y="791"/>
                <a:ext cx="563" cy="19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eaLnBrk="1" hangingPunct="1">
                  <a:spcBef>
                    <a:spcPct val="0"/>
                  </a:spcBef>
                  <a:buClrTx/>
                  <a:buSzTx/>
                  <a:buFontTx/>
                  <a:buNone/>
                </a:pPr>
                <a:r>
                  <a:rPr lang="en-US" altLang="zh-CN" sz="1400" dirty="0">
                    <a:solidFill>
                      <a:srgbClr val="FF0000"/>
                    </a:solidFill>
                    <a:latin typeface="Arial" panose="020B0604020202020204" pitchFamily="34" charset="0"/>
                    <a:ea typeface="宋体" panose="02010600030101010101" pitchFamily="2" charset="-122"/>
                  </a:rPr>
                  <a:t>duplicate</a:t>
                </a:r>
                <a:endParaRPr lang="en-US" altLang="zh-CN" sz="1400" dirty="0">
                  <a:solidFill>
                    <a:srgbClr val="FF0000"/>
                  </a:solidFill>
                  <a:latin typeface="Arial" panose="020B0604020202020204" pitchFamily="34" charset="0"/>
                  <a:ea typeface="宋体" panose="02010600030101010101" pitchFamily="2" charset="-122"/>
                </a:endParaRPr>
              </a:p>
            </p:txBody>
          </p:sp>
          <p:sp>
            <p:nvSpPr>
              <p:cNvPr id="141346" name="Oval 92"/>
              <p:cNvSpPr/>
              <p:nvPr/>
            </p:nvSpPr>
            <p:spPr>
              <a:xfrm>
                <a:off x="1179" y="980"/>
                <a:ext cx="442" cy="56"/>
              </a:xfrm>
              <a:prstGeom prst="ellipse">
                <a:avLst/>
              </a:prstGeom>
              <a:noFill/>
              <a:ln w="9525" cap="flat" cmpd="sng">
                <a:solidFill>
                  <a:srgbClr val="FF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41347" name="Line 93"/>
              <p:cNvSpPr/>
              <p:nvPr/>
            </p:nvSpPr>
            <p:spPr>
              <a:xfrm flipH="1" flipV="1">
                <a:off x="1035" y="946"/>
                <a:ext cx="145" cy="61"/>
              </a:xfrm>
              <a:prstGeom prst="line">
                <a:avLst/>
              </a:prstGeom>
              <a:ln w="9525" cap="flat" cmpd="sng">
                <a:solidFill>
                  <a:srgbClr val="FF0000"/>
                </a:solidFill>
                <a:prstDash val="solid"/>
                <a:headEnd type="none" w="med" len="med"/>
                <a:tailEnd type="none" w="med" len="med"/>
              </a:ln>
            </p:spPr>
          </p:sp>
          <p:sp>
            <p:nvSpPr>
              <p:cNvPr id="141348" name="AutoShape 94"/>
              <p:cNvSpPr/>
              <p:nvPr/>
            </p:nvSpPr>
            <p:spPr>
              <a:xfrm>
                <a:off x="3340" y="1020"/>
                <a:ext cx="717" cy="329"/>
              </a:xfrm>
              <a:prstGeom prst="irregularSeal1">
                <a:avLst/>
              </a:prstGeom>
              <a:noFill/>
              <a:ln w="9525" cap="flat" cmpd="sng">
                <a:solidFill>
                  <a:srgbClr val="FF0000"/>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41349" name="Text Box 95"/>
              <p:cNvSpPr txBox="1"/>
              <p:nvPr/>
            </p:nvSpPr>
            <p:spPr>
              <a:xfrm>
                <a:off x="3421" y="1083"/>
                <a:ext cx="563" cy="19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eaLnBrk="1" hangingPunct="1">
                  <a:spcBef>
                    <a:spcPct val="0"/>
                  </a:spcBef>
                  <a:buClrTx/>
                  <a:buSzTx/>
                  <a:buFontTx/>
                  <a:buNone/>
                </a:pPr>
                <a:r>
                  <a:rPr lang="en-US" altLang="zh-CN" sz="1400" dirty="0">
                    <a:solidFill>
                      <a:srgbClr val="FF0000"/>
                    </a:solidFill>
                    <a:latin typeface="Arial" panose="020B0604020202020204" pitchFamily="34" charset="0"/>
                    <a:ea typeface="宋体" panose="02010600030101010101" pitchFamily="2" charset="-122"/>
                  </a:rPr>
                  <a:t>duplicate</a:t>
                </a:r>
                <a:endParaRPr lang="en-US" altLang="zh-CN" sz="1400" dirty="0">
                  <a:solidFill>
                    <a:srgbClr val="FF0000"/>
                  </a:solidFill>
                  <a:latin typeface="Arial" panose="020B0604020202020204" pitchFamily="34" charset="0"/>
                  <a:ea typeface="宋体" panose="02010600030101010101" pitchFamily="2" charset="-122"/>
                </a:endParaRPr>
              </a:p>
            </p:txBody>
          </p:sp>
          <p:sp>
            <p:nvSpPr>
              <p:cNvPr id="141350" name="Oval 96"/>
              <p:cNvSpPr/>
              <p:nvPr/>
            </p:nvSpPr>
            <p:spPr>
              <a:xfrm>
                <a:off x="2662" y="1389"/>
                <a:ext cx="694" cy="56"/>
              </a:xfrm>
              <a:prstGeom prst="ellipse">
                <a:avLst/>
              </a:prstGeom>
              <a:noFill/>
              <a:ln w="9525" cap="flat" cmpd="sng">
                <a:solidFill>
                  <a:srgbClr val="FF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41351" name="Line 97"/>
              <p:cNvSpPr/>
              <p:nvPr/>
            </p:nvSpPr>
            <p:spPr>
              <a:xfrm flipH="1">
                <a:off x="3334" y="1294"/>
                <a:ext cx="161" cy="140"/>
              </a:xfrm>
              <a:prstGeom prst="line">
                <a:avLst/>
              </a:prstGeom>
              <a:ln w="9525" cap="flat" cmpd="sng">
                <a:solidFill>
                  <a:srgbClr val="FF0000"/>
                </a:solidFill>
                <a:prstDash val="solid"/>
                <a:headEnd type="none" w="med" len="med"/>
                <a:tailEnd type="none" w="med" len="med"/>
              </a:ln>
            </p:spPr>
          </p:sp>
          <p:sp>
            <p:nvSpPr>
              <p:cNvPr id="141352" name="Line 98"/>
              <p:cNvSpPr/>
              <p:nvPr/>
            </p:nvSpPr>
            <p:spPr>
              <a:xfrm>
                <a:off x="1226" y="1825"/>
                <a:ext cx="359" cy="0"/>
              </a:xfrm>
              <a:prstGeom prst="line">
                <a:avLst/>
              </a:prstGeom>
              <a:ln w="9525" cap="flat" cmpd="sng">
                <a:solidFill>
                  <a:schemeClr val="tx1"/>
                </a:solidFill>
                <a:prstDash val="solid"/>
                <a:headEnd type="none" w="med" len="med"/>
                <a:tailEnd type="none" w="med" len="med"/>
              </a:ln>
            </p:spPr>
          </p:sp>
          <p:sp>
            <p:nvSpPr>
              <p:cNvPr id="141353" name="Line 99"/>
              <p:cNvSpPr/>
              <p:nvPr/>
            </p:nvSpPr>
            <p:spPr>
              <a:xfrm>
                <a:off x="2816" y="1824"/>
                <a:ext cx="359" cy="0"/>
              </a:xfrm>
              <a:prstGeom prst="line">
                <a:avLst/>
              </a:prstGeom>
              <a:ln w="9525" cap="flat" cmpd="sng">
                <a:solidFill>
                  <a:schemeClr val="tx1"/>
                </a:solidFill>
                <a:prstDash val="solid"/>
                <a:headEnd type="none" w="med" len="med"/>
                <a:tailEnd type="none" w="med" len="med"/>
              </a:ln>
            </p:spPr>
          </p:sp>
        </p:grpSp>
      </p:grpSp>
      <p:sp>
        <p:nvSpPr>
          <p:cNvPr id="141317" name="Rectangle 100"/>
          <p:cNvSpPr>
            <a:spLocks noGrp="1"/>
          </p:cNvSpPr>
          <p:nvPr>
            <p:ph type="title"/>
          </p:nvPr>
        </p:nvSpPr>
        <p:spPr>
          <a:xfrm>
            <a:off x="533400" y="0"/>
            <a:ext cx="7772400" cy="1143000"/>
          </a:xfrm>
        </p:spPr>
        <p:txBody>
          <a:bodyPr vert="horz" wrap="square" lIns="91440" tIns="45720" rIns="91440" bIns="45720" anchor="ctr" anchorCtr="0"/>
          <a:p>
            <a:r>
              <a:rPr lang="en-US" altLang="zh-CN" dirty="0">
                <a:ea typeface="宋体" panose="02010600030101010101" pitchFamily="2" charset="-122"/>
              </a:rPr>
              <a:t>Broadcast Routing</a:t>
            </a:r>
            <a:endParaRPr lang="en-US" altLang="zh-CN" dirty="0">
              <a:ea typeface="宋体" panose="02010600030101010101" pitchFamily="2" charset="-122"/>
            </a:endParaRPr>
          </a:p>
        </p:txBody>
      </p:sp>
      <p:sp>
        <p:nvSpPr>
          <p:cNvPr id="141318" name="Rectangle 101"/>
          <p:cNvSpPr>
            <a:spLocks noGrp="1"/>
          </p:cNvSpPr>
          <p:nvPr>
            <p:ph idx="1"/>
          </p:nvPr>
        </p:nvSpPr>
        <p:spPr>
          <a:xfrm>
            <a:off x="274638" y="1109663"/>
            <a:ext cx="8577262" cy="965200"/>
          </a:xfrm>
        </p:spPr>
        <p:txBody>
          <a:bodyPr vert="horz" wrap="square" lIns="91440" tIns="45720" rIns="91440" bIns="45720" anchor="t" anchorCtr="0"/>
          <a:p>
            <a:pPr>
              <a:lnSpc>
                <a:spcPct val="90000"/>
              </a:lnSpc>
            </a:pPr>
            <a:r>
              <a:rPr lang="en-US" altLang="zh-CN" dirty="0">
                <a:ea typeface="宋体" panose="02010600030101010101" pitchFamily="2" charset="-122"/>
              </a:rPr>
              <a:t>deliver packets from source to all other nodes</a:t>
            </a:r>
            <a:endParaRPr lang="en-US" altLang="zh-CN" dirty="0">
              <a:ea typeface="宋体" panose="02010600030101010101" pitchFamily="2" charset="-122"/>
            </a:endParaRPr>
          </a:p>
          <a:p>
            <a:pPr>
              <a:lnSpc>
                <a:spcPct val="90000"/>
              </a:lnSpc>
            </a:pPr>
            <a:r>
              <a:rPr lang="en-US" altLang="zh-CN" dirty="0">
                <a:ea typeface="宋体" panose="02010600030101010101" pitchFamily="2" charset="-122"/>
              </a:rPr>
              <a:t>source duplication is inefficient:</a:t>
            </a:r>
            <a:endParaRPr lang="en-US" altLang="zh-CN" dirty="0">
              <a:ea typeface="宋体" panose="02010600030101010101" pitchFamily="2" charset="-122"/>
            </a:endParaRPr>
          </a:p>
        </p:txBody>
      </p:sp>
      <p:sp>
        <p:nvSpPr>
          <p:cNvPr id="141319" name="Rectangle 104"/>
          <p:cNvSpPr/>
          <p:nvPr/>
        </p:nvSpPr>
        <p:spPr>
          <a:xfrm>
            <a:off x="290513" y="5249863"/>
            <a:ext cx="8120062" cy="965200"/>
          </a:xfrm>
          <a:prstGeom prst="rect">
            <a:avLst/>
          </a:prstGeom>
          <a:noFill/>
          <a:ln w="9525">
            <a:noFill/>
          </a:ln>
        </p:spPr>
        <p:txBody>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342900" lvl="0" indent="-342900">
              <a:lnSpc>
                <a:spcPct val="90000"/>
              </a:lnSpc>
            </a:pPr>
            <a:r>
              <a:rPr lang="en-US" altLang="zh-CN" dirty="0">
                <a:ea typeface="宋体" panose="02010600030101010101" pitchFamily="2" charset="-122"/>
              </a:rPr>
              <a:t>source duplication: how does source determine recipient addresses?</a:t>
            </a:r>
            <a:endParaRPr lang="en-US" altLang="zh-CN" dirty="0">
              <a:ea typeface="宋体" panose="02010600030101010101" pitchFamily="2" charset="-122"/>
            </a:endParaRP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2338" name="页脚占位符 4"/>
          <p:cNvSpPr txBox="1">
            <a:spLocks noGrp="1"/>
          </p:cNvSpPr>
          <p:nvPr>
            <p:ph type="ftr" sz="quarter" idx="11"/>
          </p:nvPr>
        </p:nvSpPr>
        <p:spPr/>
        <p:txBody>
          <a:bodyPr/>
          <a:p>
            <a:pPr marL="0" indent="0" algn="r">
              <a:spcBef>
                <a:spcPct val="0"/>
              </a:spcBef>
              <a:buClrTx/>
              <a:buSzTx/>
              <a:buFontTx/>
              <a:buNone/>
            </a:pPr>
            <a:r>
              <a:rPr lang="en-US" altLang="zh-CN" sz="1400" dirty="0">
                <a:ea typeface="宋体" panose="02010600030101010101" pitchFamily="2" charset="-122"/>
              </a:rPr>
              <a:t>Network Layer</a:t>
            </a:r>
            <a:endParaRPr lang="en-US" altLang="zh-CN" sz="1400" dirty="0">
              <a:latin typeface="Times New Roman" panose="02020603050405020304" pitchFamily="18" charset="0"/>
              <a:ea typeface="宋体" panose="02010600030101010101" pitchFamily="2" charset="-122"/>
            </a:endParaRPr>
          </a:p>
        </p:txBody>
      </p:sp>
      <p:sp>
        <p:nvSpPr>
          <p:cNvPr id="142339" name="灯片编号占位符 5"/>
          <p:cNvSpPr txBox="1">
            <a:spLocks noGrp="1"/>
          </p:cNvSpPr>
          <p:nvPr>
            <p:ph type="sldNum" sz="quarter" idx="12"/>
          </p:nvPr>
        </p:nvSpPr>
        <p:spPr/>
        <p:txBody>
          <a:bodyPr/>
          <a:p>
            <a:pPr marL="0" indent="0" algn="r">
              <a:spcBef>
                <a:spcPct val="0"/>
              </a:spcBef>
              <a:buClrTx/>
              <a:buSzTx/>
              <a:buFontTx/>
              <a:buNone/>
            </a:pPr>
            <a:r>
              <a:rPr lang="en-US" altLang="zh-CN" sz="1400" dirty="0">
                <a:ea typeface="宋体" panose="02010600030101010101" pitchFamily="2" charset="-122"/>
              </a:rPr>
              <a:t>4-</a:t>
            </a: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142340" name="Rectangle 2"/>
          <p:cNvSpPr>
            <a:spLocks noGrp="1"/>
          </p:cNvSpPr>
          <p:nvPr>
            <p:ph type="title"/>
          </p:nvPr>
        </p:nvSpPr>
        <p:spPr/>
        <p:txBody>
          <a:bodyPr vert="horz" wrap="square" lIns="91440" tIns="45720" rIns="91440" bIns="45720" anchor="ctr" anchorCtr="0"/>
          <a:p>
            <a:r>
              <a:rPr lang="en-US" altLang="zh-CN" dirty="0">
                <a:ea typeface="宋体" panose="02010600030101010101" pitchFamily="2" charset="-122"/>
              </a:rPr>
              <a:t>In-network duplication</a:t>
            </a:r>
            <a:endParaRPr lang="en-US" altLang="zh-CN" dirty="0">
              <a:ea typeface="宋体" panose="02010600030101010101" pitchFamily="2" charset="-122"/>
            </a:endParaRPr>
          </a:p>
        </p:txBody>
      </p:sp>
      <p:sp>
        <p:nvSpPr>
          <p:cNvPr id="142341" name="Rectangle 3"/>
          <p:cNvSpPr>
            <a:spLocks noGrp="1"/>
          </p:cNvSpPr>
          <p:nvPr>
            <p:ph idx="1"/>
          </p:nvPr>
        </p:nvSpPr>
        <p:spPr/>
        <p:txBody>
          <a:bodyPr vert="horz" wrap="square" lIns="91440" tIns="45720" rIns="91440" bIns="45720" anchor="t" anchorCtr="0"/>
          <a:p>
            <a:pPr>
              <a:lnSpc>
                <a:spcPct val="90000"/>
              </a:lnSpc>
            </a:pPr>
            <a:r>
              <a:rPr lang="en-US" altLang="zh-CN" dirty="0">
                <a:ea typeface="宋体" panose="02010600030101010101" pitchFamily="2" charset="-122"/>
              </a:rPr>
              <a:t>flooding: when node receives brdcst pckt, sends copy to all neighbors</a:t>
            </a:r>
            <a:endParaRPr lang="en-US" altLang="zh-CN" dirty="0">
              <a:ea typeface="宋体" panose="02010600030101010101" pitchFamily="2" charset="-122"/>
            </a:endParaRPr>
          </a:p>
          <a:p>
            <a:pPr lvl="1">
              <a:lnSpc>
                <a:spcPct val="90000"/>
              </a:lnSpc>
            </a:pPr>
            <a:r>
              <a:rPr lang="en-US" altLang="zh-CN" dirty="0">
                <a:solidFill>
                  <a:schemeClr val="accent2"/>
                </a:solidFill>
                <a:ea typeface="宋体" panose="02010600030101010101" pitchFamily="2" charset="-122"/>
              </a:rPr>
              <a:t>Problems: cycles &amp; broadcast storm</a:t>
            </a:r>
            <a:endParaRPr lang="en-US" altLang="zh-CN" dirty="0">
              <a:solidFill>
                <a:schemeClr val="accent2"/>
              </a:solidFill>
              <a:ea typeface="宋体" panose="02010600030101010101" pitchFamily="2" charset="-122"/>
            </a:endParaRPr>
          </a:p>
          <a:p>
            <a:pPr>
              <a:lnSpc>
                <a:spcPct val="90000"/>
              </a:lnSpc>
            </a:pPr>
            <a:r>
              <a:rPr lang="en-US" altLang="zh-CN" dirty="0">
                <a:ea typeface="宋体" panose="02010600030101010101" pitchFamily="2" charset="-122"/>
              </a:rPr>
              <a:t>controlled flooding: node only brdcsts pkt if it hasn’t brdcst same packet before</a:t>
            </a:r>
            <a:endParaRPr lang="en-US" altLang="zh-CN" dirty="0">
              <a:ea typeface="宋体" panose="02010600030101010101" pitchFamily="2" charset="-122"/>
            </a:endParaRPr>
          </a:p>
          <a:p>
            <a:pPr lvl="1">
              <a:lnSpc>
                <a:spcPct val="90000"/>
              </a:lnSpc>
            </a:pPr>
            <a:r>
              <a:rPr lang="en-US" altLang="zh-CN" dirty="0">
                <a:solidFill>
                  <a:schemeClr val="accent2"/>
                </a:solidFill>
                <a:ea typeface="宋体" panose="02010600030101010101" pitchFamily="2" charset="-122"/>
              </a:rPr>
              <a:t>Node keeps track of pckt ids already brdcsted</a:t>
            </a:r>
            <a:endParaRPr lang="en-US" altLang="zh-CN" dirty="0">
              <a:solidFill>
                <a:schemeClr val="accent2"/>
              </a:solidFill>
              <a:ea typeface="宋体" panose="02010600030101010101" pitchFamily="2" charset="-122"/>
            </a:endParaRPr>
          </a:p>
          <a:p>
            <a:pPr lvl="1">
              <a:lnSpc>
                <a:spcPct val="90000"/>
              </a:lnSpc>
            </a:pPr>
            <a:r>
              <a:rPr lang="en-US" altLang="zh-CN" dirty="0">
                <a:solidFill>
                  <a:schemeClr val="accent2"/>
                </a:solidFill>
                <a:ea typeface="宋体" panose="02010600030101010101" pitchFamily="2" charset="-122"/>
              </a:rPr>
              <a:t>Or reverse path forwarding (RPF): only forward pckt if it arrived on shortest path between node and source</a:t>
            </a:r>
            <a:endParaRPr lang="en-US" altLang="zh-CN" dirty="0">
              <a:solidFill>
                <a:schemeClr val="accent2"/>
              </a:solidFill>
              <a:ea typeface="宋体" panose="02010600030101010101" pitchFamily="2" charset="-122"/>
            </a:endParaRPr>
          </a:p>
          <a:p>
            <a:pPr>
              <a:lnSpc>
                <a:spcPct val="90000"/>
              </a:lnSpc>
            </a:pPr>
            <a:r>
              <a:rPr lang="en-US" altLang="zh-CN" dirty="0">
                <a:ea typeface="宋体" panose="02010600030101010101" pitchFamily="2" charset="-122"/>
              </a:rPr>
              <a:t>spanning tree</a:t>
            </a:r>
            <a:endParaRPr lang="en-US" altLang="zh-CN" dirty="0">
              <a:ea typeface="宋体" panose="02010600030101010101" pitchFamily="2" charset="-122"/>
            </a:endParaRPr>
          </a:p>
          <a:p>
            <a:pPr lvl="1">
              <a:lnSpc>
                <a:spcPct val="90000"/>
              </a:lnSpc>
            </a:pPr>
            <a:r>
              <a:rPr lang="en-US" altLang="zh-CN" dirty="0">
                <a:solidFill>
                  <a:schemeClr val="accent2"/>
                </a:solidFill>
                <a:ea typeface="宋体" panose="02010600030101010101" pitchFamily="2" charset="-122"/>
              </a:rPr>
              <a:t>No redundant packets received by any node</a:t>
            </a:r>
            <a:endParaRPr lang="en-US" altLang="zh-CN" dirty="0">
              <a:solidFill>
                <a:schemeClr val="accent2"/>
              </a:solidFill>
              <a:ea typeface="宋体" panose="02010600030101010101" pitchFamily="2" charset="-122"/>
            </a:endParaRP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62" name="页脚占位符 4"/>
          <p:cNvSpPr txBox="1">
            <a:spLocks noGrp="1"/>
          </p:cNvSpPr>
          <p:nvPr>
            <p:ph type="ftr" sz="quarter" idx="11"/>
          </p:nvPr>
        </p:nvSpPr>
        <p:spPr/>
        <p:txBody>
          <a:bodyPr/>
          <a:p>
            <a:pPr marL="0" indent="0" algn="r">
              <a:spcBef>
                <a:spcPct val="0"/>
              </a:spcBef>
              <a:buClrTx/>
              <a:buSzTx/>
              <a:buFontTx/>
              <a:buNone/>
            </a:pPr>
            <a:r>
              <a:rPr lang="en-US" altLang="zh-CN" sz="1400" dirty="0">
                <a:ea typeface="宋体" panose="02010600030101010101" pitchFamily="2" charset="-122"/>
              </a:rPr>
              <a:t>Network Layer</a:t>
            </a:r>
            <a:endParaRPr lang="en-US" altLang="zh-CN" sz="1400" dirty="0">
              <a:latin typeface="Times New Roman" panose="02020603050405020304" pitchFamily="18" charset="0"/>
              <a:ea typeface="宋体" panose="02010600030101010101" pitchFamily="2" charset="-122"/>
            </a:endParaRPr>
          </a:p>
        </p:txBody>
      </p:sp>
      <p:sp>
        <p:nvSpPr>
          <p:cNvPr id="143363" name="灯片编号占位符 5"/>
          <p:cNvSpPr txBox="1">
            <a:spLocks noGrp="1"/>
          </p:cNvSpPr>
          <p:nvPr>
            <p:ph type="sldNum" sz="quarter" idx="12"/>
          </p:nvPr>
        </p:nvSpPr>
        <p:spPr/>
        <p:txBody>
          <a:bodyPr/>
          <a:p>
            <a:pPr marL="0" indent="0" algn="r">
              <a:spcBef>
                <a:spcPct val="0"/>
              </a:spcBef>
              <a:buClrTx/>
              <a:buSzTx/>
              <a:buFontTx/>
              <a:buNone/>
            </a:pPr>
            <a:r>
              <a:rPr lang="en-US" altLang="zh-CN" sz="1400" dirty="0">
                <a:ea typeface="宋体" panose="02010600030101010101" pitchFamily="2" charset="-122"/>
              </a:rPr>
              <a:t>4-</a:t>
            </a: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grpSp>
        <p:nvGrpSpPr>
          <p:cNvPr id="143364" name="Group 160"/>
          <p:cNvGrpSpPr/>
          <p:nvPr/>
        </p:nvGrpSpPr>
        <p:grpSpPr>
          <a:xfrm>
            <a:off x="1049338" y="3216275"/>
            <a:ext cx="7016750" cy="2749550"/>
            <a:chOff x="547" y="639"/>
            <a:chExt cx="4420" cy="1732"/>
          </a:xfrm>
        </p:grpSpPr>
        <p:grpSp>
          <p:nvGrpSpPr>
            <p:cNvPr id="143367" name="Group 3"/>
            <p:cNvGrpSpPr/>
            <p:nvPr/>
          </p:nvGrpSpPr>
          <p:grpSpPr>
            <a:xfrm>
              <a:off x="669" y="639"/>
              <a:ext cx="1796" cy="1482"/>
              <a:chOff x="1383" y="765"/>
              <a:chExt cx="1796" cy="1482"/>
            </a:xfrm>
          </p:grpSpPr>
          <p:sp>
            <p:nvSpPr>
              <p:cNvPr id="143447" name="Line 4"/>
              <p:cNvSpPr/>
              <p:nvPr/>
            </p:nvSpPr>
            <p:spPr>
              <a:xfrm>
                <a:off x="2550" y="1192"/>
                <a:ext cx="213" cy="427"/>
              </a:xfrm>
              <a:prstGeom prst="line">
                <a:avLst/>
              </a:prstGeom>
              <a:ln w="57150" cap="flat" cmpd="sng">
                <a:solidFill>
                  <a:schemeClr val="tx1"/>
                </a:solidFill>
                <a:prstDash val="solid"/>
                <a:headEnd type="none" w="med" len="med"/>
                <a:tailEnd type="none" w="med" len="med"/>
              </a:ln>
            </p:spPr>
          </p:sp>
          <p:sp>
            <p:nvSpPr>
              <p:cNvPr id="143448" name="Line 5"/>
              <p:cNvSpPr/>
              <p:nvPr/>
            </p:nvSpPr>
            <p:spPr>
              <a:xfrm>
                <a:off x="2774" y="1633"/>
                <a:ext cx="216" cy="477"/>
              </a:xfrm>
              <a:prstGeom prst="line">
                <a:avLst/>
              </a:prstGeom>
              <a:ln w="57150" cap="flat" cmpd="sng">
                <a:solidFill>
                  <a:schemeClr val="tx1"/>
                </a:solidFill>
                <a:prstDash val="solid"/>
                <a:headEnd type="none" w="med" len="med"/>
                <a:tailEnd type="none" w="med" len="med"/>
              </a:ln>
            </p:spPr>
          </p:sp>
          <p:sp>
            <p:nvSpPr>
              <p:cNvPr id="143449" name="Line 6"/>
              <p:cNvSpPr/>
              <p:nvPr/>
            </p:nvSpPr>
            <p:spPr>
              <a:xfrm flipH="1">
                <a:off x="2287" y="1679"/>
                <a:ext cx="379" cy="122"/>
              </a:xfrm>
              <a:prstGeom prst="line">
                <a:avLst/>
              </a:prstGeom>
              <a:ln w="9525" cap="flat" cmpd="sng">
                <a:solidFill>
                  <a:schemeClr val="tx1"/>
                </a:solidFill>
                <a:prstDash val="solid"/>
                <a:headEnd type="none" w="med" len="med"/>
                <a:tailEnd type="none" w="med" len="med"/>
              </a:ln>
            </p:spPr>
          </p:sp>
          <p:sp>
            <p:nvSpPr>
              <p:cNvPr id="143450" name="Line 7"/>
              <p:cNvSpPr/>
              <p:nvPr/>
            </p:nvSpPr>
            <p:spPr>
              <a:xfrm flipH="1">
                <a:off x="1622" y="1851"/>
                <a:ext cx="463" cy="0"/>
              </a:xfrm>
              <a:prstGeom prst="line">
                <a:avLst/>
              </a:prstGeom>
              <a:ln w="9525" cap="flat" cmpd="sng">
                <a:solidFill>
                  <a:schemeClr val="tx1"/>
                </a:solidFill>
                <a:prstDash val="solid"/>
                <a:headEnd type="none" w="med" len="med"/>
                <a:tailEnd type="none" w="med" len="med"/>
              </a:ln>
            </p:spPr>
          </p:sp>
          <p:sp>
            <p:nvSpPr>
              <p:cNvPr id="143451" name="Line 8"/>
              <p:cNvSpPr/>
              <p:nvPr/>
            </p:nvSpPr>
            <p:spPr>
              <a:xfrm flipH="1" flipV="1">
                <a:off x="1896" y="1339"/>
                <a:ext cx="171" cy="453"/>
              </a:xfrm>
              <a:prstGeom prst="line">
                <a:avLst/>
              </a:prstGeom>
              <a:ln w="57150" cap="flat" cmpd="sng">
                <a:solidFill>
                  <a:schemeClr val="tx1"/>
                </a:solidFill>
                <a:prstDash val="solid"/>
                <a:headEnd type="none" w="med" len="med"/>
                <a:tailEnd type="none" w="med" len="med"/>
              </a:ln>
            </p:spPr>
          </p:sp>
          <p:sp>
            <p:nvSpPr>
              <p:cNvPr id="143452" name="Line 9"/>
              <p:cNvSpPr/>
              <p:nvPr/>
            </p:nvSpPr>
            <p:spPr>
              <a:xfrm flipV="1">
                <a:off x="2004" y="1187"/>
                <a:ext cx="422" cy="122"/>
              </a:xfrm>
              <a:prstGeom prst="line">
                <a:avLst/>
              </a:prstGeom>
              <a:ln w="9525" cap="flat" cmpd="sng">
                <a:solidFill>
                  <a:schemeClr val="tx1"/>
                </a:solidFill>
                <a:prstDash val="solid"/>
                <a:headEnd type="none" w="med" len="med"/>
                <a:tailEnd type="none" w="med" len="med"/>
              </a:ln>
            </p:spPr>
          </p:sp>
          <p:sp>
            <p:nvSpPr>
              <p:cNvPr id="143453" name="Line 10"/>
              <p:cNvSpPr/>
              <p:nvPr/>
            </p:nvSpPr>
            <p:spPr>
              <a:xfrm>
                <a:off x="2226" y="900"/>
                <a:ext cx="279" cy="258"/>
              </a:xfrm>
              <a:prstGeom prst="line">
                <a:avLst/>
              </a:prstGeom>
              <a:ln w="57150" cap="flat" cmpd="sng">
                <a:solidFill>
                  <a:schemeClr val="tx1"/>
                </a:solidFill>
                <a:prstDash val="solid"/>
                <a:headEnd type="none" w="med" len="med"/>
                <a:tailEnd type="none" w="med" len="med"/>
              </a:ln>
            </p:spPr>
          </p:sp>
          <p:grpSp>
            <p:nvGrpSpPr>
              <p:cNvPr id="143454" name="Group 11"/>
              <p:cNvGrpSpPr/>
              <p:nvPr/>
            </p:nvGrpSpPr>
            <p:grpSpPr>
              <a:xfrm>
                <a:off x="1941" y="765"/>
                <a:ext cx="316" cy="212"/>
                <a:chOff x="2089" y="1715"/>
                <a:chExt cx="316" cy="212"/>
              </a:xfrm>
            </p:grpSpPr>
            <p:sp>
              <p:nvSpPr>
                <p:cNvPr id="143516" name="Oval 12"/>
                <p:cNvSpPr/>
                <p:nvPr/>
              </p:nvSpPr>
              <p:spPr>
                <a:xfrm>
                  <a:off x="2092" y="1799"/>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43517" name="Line 13"/>
                <p:cNvSpPr/>
                <p:nvPr/>
              </p:nvSpPr>
              <p:spPr>
                <a:xfrm>
                  <a:off x="2092" y="1792"/>
                  <a:ext cx="0" cy="50"/>
                </a:xfrm>
                <a:prstGeom prst="line">
                  <a:avLst/>
                </a:prstGeom>
                <a:ln w="12700" cap="flat" cmpd="sng">
                  <a:solidFill>
                    <a:schemeClr val="tx1"/>
                  </a:solidFill>
                  <a:prstDash val="solid"/>
                  <a:headEnd type="none" w="med" len="med"/>
                  <a:tailEnd type="none" w="med" len="med"/>
                </a:ln>
              </p:spPr>
            </p:sp>
            <p:sp>
              <p:nvSpPr>
                <p:cNvPr id="143518" name="Line 14"/>
                <p:cNvSpPr/>
                <p:nvPr/>
              </p:nvSpPr>
              <p:spPr>
                <a:xfrm>
                  <a:off x="2405" y="1792"/>
                  <a:ext cx="0" cy="50"/>
                </a:xfrm>
                <a:prstGeom prst="line">
                  <a:avLst/>
                </a:prstGeom>
                <a:ln w="12700" cap="flat" cmpd="sng">
                  <a:solidFill>
                    <a:schemeClr val="tx1"/>
                  </a:solidFill>
                  <a:prstDash val="solid"/>
                  <a:headEnd type="none" w="med" len="med"/>
                  <a:tailEnd type="none" w="med" len="med"/>
                </a:ln>
              </p:spPr>
            </p:sp>
            <p:sp>
              <p:nvSpPr>
                <p:cNvPr id="143519" name="Rectangle 15"/>
                <p:cNvSpPr/>
                <p:nvPr/>
              </p:nvSpPr>
              <p:spPr>
                <a:xfrm>
                  <a:off x="2092" y="1792"/>
                  <a:ext cx="310"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43520" name="Oval 16"/>
                <p:cNvSpPr/>
                <p:nvPr/>
              </p:nvSpPr>
              <p:spPr>
                <a:xfrm>
                  <a:off x="2089" y="1733"/>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43521" name="Group 17"/>
                <p:cNvGrpSpPr/>
                <p:nvPr/>
              </p:nvGrpSpPr>
              <p:grpSpPr>
                <a:xfrm>
                  <a:off x="2138" y="1715"/>
                  <a:ext cx="210" cy="212"/>
                  <a:chOff x="2951" y="2459"/>
                  <a:chExt cx="213" cy="212"/>
                </a:xfrm>
              </p:grpSpPr>
              <p:sp>
                <p:nvSpPr>
                  <p:cNvPr id="143522" name="Rectangle 18"/>
                  <p:cNvSpPr/>
                  <p:nvPr/>
                </p:nvSpPr>
                <p:spPr>
                  <a:xfrm>
                    <a:off x="2982" y="2490"/>
                    <a:ext cx="144" cy="1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43523" name="Text Box 19"/>
                  <p:cNvSpPr txBox="1"/>
                  <p:nvPr/>
                </p:nvSpPr>
                <p:spPr>
                  <a:xfrm>
                    <a:off x="2951" y="2459"/>
                    <a:ext cx="213" cy="2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600" dirty="0">
                        <a:ea typeface="宋体" panose="02010600030101010101" pitchFamily="2" charset="-122"/>
                      </a:rPr>
                      <a:t>A</a:t>
                    </a:r>
                    <a:endParaRPr lang="en-US" altLang="zh-CN" sz="1600" dirty="0">
                      <a:latin typeface="Times New Roman" panose="02020603050405020304" pitchFamily="18" charset="0"/>
                      <a:ea typeface="宋体" panose="02010600030101010101" pitchFamily="2" charset="-122"/>
                    </a:endParaRPr>
                  </a:p>
                </p:txBody>
              </p:sp>
            </p:grpSp>
          </p:grpSp>
          <p:grpSp>
            <p:nvGrpSpPr>
              <p:cNvPr id="143455" name="Group 20"/>
              <p:cNvGrpSpPr/>
              <p:nvPr/>
            </p:nvGrpSpPr>
            <p:grpSpPr>
              <a:xfrm>
                <a:off x="2389" y="1085"/>
                <a:ext cx="316" cy="212"/>
                <a:chOff x="2089" y="1715"/>
                <a:chExt cx="316" cy="212"/>
              </a:xfrm>
            </p:grpSpPr>
            <p:sp>
              <p:nvSpPr>
                <p:cNvPr id="143508" name="Oval 21"/>
                <p:cNvSpPr/>
                <p:nvPr/>
              </p:nvSpPr>
              <p:spPr>
                <a:xfrm>
                  <a:off x="2092" y="1799"/>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43509" name="Line 22"/>
                <p:cNvSpPr/>
                <p:nvPr/>
              </p:nvSpPr>
              <p:spPr>
                <a:xfrm>
                  <a:off x="2092" y="1792"/>
                  <a:ext cx="0" cy="50"/>
                </a:xfrm>
                <a:prstGeom prst="line">
                  <a:avLst/>
                </a:prstGeom>
                <a:ln w="12700" cap="flat" cmpd="sng">
                  <a:solidFill>
                    <a:schemeClr val="tx1"/>
                  </a:solidFill>
                  <a:prstDash val="solid"/>
                  <a:headEnd type="none" w="med" len="med"/>
                  <a:tailEnd type="none" w="med" len="med"/>
                </a:ln>
              </p:spPr>
            </p:sp>
            <p:sp>
              <p:nvSpPr>
                <p:cNvPr id="143510" name="Line 23"/>
                <p:cNvSpPr/>
                <p:nvPr/>
              </p:nvSpPr>
              <p:spPr>
                <a:xfrm>
                  <a:off x="2405" y="1792"/>
                  <a:ext cx="0" cy="50"/>
                </a:xfrm>
                <a:prstGeom prst="line">
                  <a:avLst/>
                </a:prstGeom>
                <a:ln w="12700" cap="flat" cmpd="sng">
                  <a:solidFill>
                    <a:schemeClr val="tx1"/>
                  </a:solidFill>
                  <a:prstDash val="solid"/>
                  <a:headEnd type="none" w="med" len="med"/>
                  <a:tailEnd type="none" w="med" len="med"/>
                </a:ln>
              </p:spPr>
            </p:sp>
            <p:sp>
              <p:nvSpPr>
                <p:cNvPr id="143511" name="Rectangle 24"/>
                <p:cNvSpPr/>
                <p:nvPr/>
              </p:nvSpPr>
              <p:spPr>
                <a:xfrm>
                  <a:off x="2092" y="1792"/>
                  <a:ext cx="310"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43512" name="Oval 25"/>
                <p:cNvSpPr/>
                <p:nvPr/>
              </p:nvSpPr>
              <p:spPr>
                <a:xfrm>
                  <a:off x="2089" y="1733"/>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43513" name="Group 26"/>
                <p:cNvGrpSpPr/>
                <p:nvPr/>
              </p:nvGrpSpPr>
              <p:grpSpPr>
                <a:xfrm>
                  <a:off x="2144" y="1715"/>
                  <a:ext cx="197" cy="212"/>
                  <a:chOff x="2957" y="2459"/>
                  <a:chExt cx="200" cy="212"/>
                </a:xfrm>
              </p:grpSpPr>
              <p:sp>
                <p:nvSpPr>
                  <p:cNvPr id="143514" name="Rectangle 27"/>
                  <p:cNvSpPr/>
                  <p:nvPr/>
                </p:nvSpPr>
                <p:spPr>
                  <a:xfrm>
                    <a:off x="2982" y="2490"/>
                    <a:ext cx="144" cy="1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43515" name="Text Box 28"/>
                  <p:cNvSpPr txBox="1"/>
                  <p:nvPr/>
                </p:nvSpPr>
                <p:spPr>
                  <a:xfrm>
                    <a:off x="2957" y="2459"/>
                    <a:ext cx="200" cy="2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600" dirty="0">
                        <a:ea typeface="宋体" panose="02010600030101010101" pitchFamily="2" charset="-122"/>
                      </a:rPr>
                      <a:t>B</a:t>
                    </a:r>
                    <a:endParaRPr lang="en-US" altLang="zh-CN" sz="1600" dirty="0">
                      <a:latin typeface="Times New Roman" panose="02020603050405020304" pitchFamily="18" charset="0"/>
                      <a:ea typeface="宋体" panose="02010600030101010101" pitchFamily="2" charset="-122"/>
                    </a:endParaRPr>
                  </a:p>
                </p:txBody>
              </p:sp>
            </p:grpSp>
          </p:grpSp>
          <p:grpSp>
            <p:nvGrpSpPr>
              <p:cNvPr id="143456" name="Group 29"/>
              <p:cNvGrpSpPr/>
              <p:nvPr/>
            </p:nvGrpSpPr>
            <p:grpSpPr>
              <a:xfrm>
                <a:off x="2863" y="2035"/>
                <a:ext cx="316" cy="212"/>
                <a:chOff x="2089" y="1715"/>
                <a:chExt cx="316" cy="212"/>
              </a:xfrm>
            </p:grpSpPr>
            <p:sp>
              <p:nvSpPr>
                <p:cNvPr id="143500" name="Oval 30"/>
                <p:cNvSpPr/>
                <p:nvPr/>
              </p:nvSpPr>
              <p:spPr>
                <a:xfrm>
                  <a:off x="2092" y="1799"/>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43501" name="Line 31"/>
                <p:cNvSpPr/>
                <p:nvPr/>
              </p:nvSpPr>
              <p:spPr>
                <a:xfrm>
                  <a:off x="2092" y="1792"/>
                  <a:ext cx="0" cy="50"/>
                </a:xfrm>
                <a:prstGeom prst="line">
                  <a:avLst/>
                </a:prstGeom>
                <a:ln w="12700" cap="flat" cmpd="sng">
                  <a:solidFill>
                    <a:schemeClr val="tx1"/>
                  </a:solidFill>
                  <a:prstDash val="solid"/>
                  <a:headEnd type="none" w="med" len="med"/>
                  <a:tailEnd type="none" w="med" len="med"/>
                </a:ln>
              </p:spPr>
            </p:sp>
            <p:sp>
              <p:nvSpPr>
                <p:cNvPr id="143502" name="Line 32"/>
                <p:cNvSpPr/>
                <p:nvPr/>
              </p:nvSpPr>
              <p:spPr>
                <a:xfrm>
                  <a:off x="2405" y="1792"/>
                  <a:ext cx="0" cy="50"/>
                </a:xfrm>
                <a:prstGeom prst="line">
                  <a:avLst/>
                </a:prstGeom>
                <a:ln w="12700" cap="flat" cmpd="sng">
                  <a:solidFill>
                    <a:schemeClr val="tx1"/>
                  </a:solidFill>
                  <a:prstDash val="solid"/>
                  <a:headEnd type="none" w="med" len="med"/>
                  <a:tailEnd type="none" w="med" len="med"/>
                </a:ln>
              </p:spPr>
            </p:sp>
            <p:sp>
              <p:nvSpPr>
                <p:cNvPr id="143503" name="Rectangle 33"/>
                <p:cNvSpPr/>
                <p:nvPr/>
              </p:nvSpPr>
              <p:spPr>
                <a:xfrm>
                  <a:off x="2092" y="1792"/>
                  <a:ext cx="310"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43504" name="Oval 34"/>
                <p:cNvSpPr/>
                <p:nvPr/>
              </p:nvSpPr>
              <p:spPr>
                <a:xfrm>
                  <a:off x="2089" y="1733"/>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43505" name="Group 35"/>
                <p:cNvGrpSpPr/>
                <p:nvPr/>
              </p:nvGrpSpPr>
              <p:grpSpPr>
                <a:xfrm>
                  <a:off x="2141" y="1715"/>
                  <a:ext cx="203" cy="212"/>
                  <a:chOff x="2954" y="2459"/>
                  <a:chExt cx="206" cy="212"/>
                </a:xfrm>
              </p:grpSpPr>
              <p:sp>
                <p:nvSpPr>
                  <p:cNvPr id="143506" name="Rectangle 36"/>
                  <p:cNvSpPr/>
                  <p:nvPr/>
                </p:nvSpPr>
                <p:spPr>
                  <a:xfrm>
                    <a:off x="2982" y="2490"/>
                    <a:ext cx="144" cy="1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43507" name="Text Box 37"/>
                  <p:cNvSpPr txBox="1"/>
                  <p:nvPr/>
                </p:nvSpPr>
                <p:spPr>
                  <a:xfrm>
                    <a:off x="2954" y="2459"/>
                    <a:ext cx="206" cy="2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600" dirty="0">
                        <a:ea typeface="宋体" panose="02010600030101010101" pitchFamily="2" charset="-122"/>
                      </a:rPr>
                      <a:t>G</a:t>
                    </a:r>
                    <a:endParaRPr lang="en-US" altLang="zh-CN" sz="1600" dirty="0">
                      <a:latin typeface="Times New Roman" panose="02020603050405020304" pitchFamily="18" charset="0"/>
                      <a:ea typeface="宋体" panose="02010600030101010101" pitchFamily="2" charset="-122"/>
                    </a:endParaRPr>
                  </a:p>
                </p:txBody>
              </p:sp>
            </p:grpSp>
          </p:grpSp>
          <p:grpSp>
            <p:nvGrpSpPr>
              <p:cNvPr id="143457" name="Group 38"/>
              <p:cNvGrpSpPr/>
              <p:nvPr/>
            </p:nvGrpSpPr>
            <p:grpSpPr>
              <a:xfrm>
                <a:off x="2651" y="1577"/>
                <a:ext cx="316" cy="212"/>
                <a:chOff x="2089" y="1715"/>
                <a:chExt cx="316" cy="212"/>
              </a:xfrm>
            </p:grpSpPr>
            <p:sp>
              <p:nvSpPr>
                <p:cNvPr id="143492" name="Oval 39"/>
                <p:cNvSpPr/>
                <p:nvPr/>
              </p:nvSpPr>
              <p:spPr>
                <a:xfrm>
                  <a:off x="2092" y="1799"/>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43493" name="Line 40"/>
                <p:cNvSpPr/>
                <p:nvPr/>
              </p:nvSpPr>
              <p:spPr>
                <a:xfrm>
                  <a:off x="2092" y="1792"/>
                  <a:ext cx="0" cy="50"/>
                </a:xfrm>
                <a:prstGeom prst="line">
                  <a:avLst/>
                </a:prstGeom>
                <a:ln w="12700" cap="flat" cmpd="sng">
                  <a:solidFill>
                    <a:schemeClr val="tx1"/>
                  </a:solidFill>
                  <a:prstDash val="solid"/>
                  <a:headEnd type="none" w="med" len="med"/>
                  <a:tailEnd type="none" w="med" len="med"/>
                </a:ln>
              </p:spPr>
            </p:sp>
            <p:sp>
              <p:nvSpPr>
                <p:cNvPr id="143494" name="Line 41"/>
                <p:cNvSpPr/>
                <p:nvPr/>
              </p:nvSpPr>
              <p:spPr>
                <a:xfrm>
                  <a:off x="2405" y="1792"/>
                  <a:ext cx="0" cy="50"/>
                </a:xfrm>
                <a:prstGeom prst="line">
                  <a:avLst/>
                </a:prstGeom>
                <a:ln w="12700" cap="flat" cmpd="sng">
                  <a:solidFill>
                    <a:schemeClr val="tx1"/>
                  </a:solidFill>
                  <a:prstDash val="solid"/>
                  <a:headEnd type="none" w="med" len="med"/>
                  <a:tailEnd type="none" w="med" len="med"/>
                </a:ln>
              </p:spPr>
            </p:sp>
            <p:sp>
              <p:nvSpPr>
                <p:cNvPr id="143495" name="Rectangle 42"/>
                <p:cNvSpPr/>
                <p:nvPr/>
              </p:nvSpPr>
              <p:spPr>
                <a:xfrm>
                  <a:off x="2092" y="1792"/>
                  <a:ext cx="310"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43496" name="Oval 43"/>
                <p:cNvSpPr/>
                <p:nvPr/>
              </p:nvSpPr>
              <p:spPr>
                <a:xfrm>
                  <a:off x="2089" y="1733"/>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43497" name="Group 44"/>
                <p:cNvGrpSpPr/>
                <p:nvPr/>
              </p:nvGrpSpPr>
              <p:grpSpPr>
                <a:xfrm>
                  <a:off x="2139" y="1715"/>
                  <a:ext cx="208" cy="212"/>
                  <a:chOff x="2952" y="2459"/>
                  <a:chExt cx="211" cy="212"/>
                </a:xfrm>
              </p:grpSpPr>
              <p:sp>
                <p:nvSpPr>
                  <p:cNvPr id="143498" name="Rectangle 45"/>
                  <p:cNvSpPr/>
                  <p:nvPr/>
                </p:nvSpPr>
                <p:spPr>
                  <a:xfrm>
                    <a:off x="2982" y="2490"/>
                    <a:ext cx="144" cy="1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43499" name="Text Box 46"/>
                  <p:cNvSpPr txBox="1"/>
                  <p:nvPr/>
                </p:nvSpPr>
                <p:spPr>
                  <a:xfrm>
                    <a:off x="2952" y="2459"/>
                    <a:ext cx="211" cy="2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600" dirty="0">
                        <a:ea typeface="宋体" panose="02010600030101010101" pitchFamily="2" charset="-122"/>
                      </a:rPr>
                      <a:t>D</a:t>
                    </a:r>
                    <a:endParaRPr lang="en-US" altLang="zh-CN" sz="1600" dirty="0">
                      <a:latin typeface="Times New Roman" panose="02020603050405020304" pitchFamily="18" charset="0"/>
                      <a:ea typeface="宋体" panose="02010600030101010101" pitchFamily="2" charset="-122"/>
                    </a:endParaRPr>
                  </a:p>
                </p:txBody>
              </p:sp>
            </p:grpSp>
          </p:grpSp>
          <p:grpSp>
            <p:nvGrpSpPr>
              <p:cNvPr id="143458" name="Group 47"/>
              <p:cNvGrpSpPr/>
              <p:nvPr/>
            </p:nvGrpSpPr>
            <p:grpSpPr>
              <a:xfrm>
                <a:off x="1989" y="1742"/>
                <a:ext cx="316" cy="212"/>
                <a:chOff x="2089" y="1715"/>
                <a:chExt cx="316" cy="212"/>
              </a:xfrm>
            </p:grpSpPr>
            <p:sp>
              <p:nvSpPr>
                <p:cNvPr id="143484" name="Oval 48"/>
                <p:cNvSpPr/>
                <p:nvPr/>
              </p:nvSpPr>
              <p:spPr>
                <a:xfrm>
                  <a:off x="2092" y="1799"/>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43485" name="Line 49"/>
                <p:cNvSpPr/>
                <p:nvPr/>
              </p:nvSpPr>
              <p:spPr>
                <a:xfrm>
                  <a:off x="2092" y="1792"/>
                  <a:ext cx="0" cy="50"/>
                </a:xfrm>
                <a:prstGeom prst="line">
                  <a:avLst/>
                </a:prstGeom>
                <a:ln w="12700" cap="flat" cmpd="sng">
                  <a:solidFill>
                    <a:schemeClr val="tx1"/>
                  </a:solidFill>
                  <a:prstDash val="solid"/>
                  <a:headEnd type="none" w="med" len="med"/>
                  <a:tailEnd type="none" w="med" len="med"/>
                </a:ln>
              </p:spPr>
            </p:sp>
            <p:sp>
              <p:nvSpPr>
                <p:cNvPr id="143486" name="Line 50"/>
                <p:cNvSpPr/>
                <p:nvPr/>
              </p:nvSpPr>
              <p:spPr>
                <a:xfrm>
                  <a:off x="2405" y="1792"/>
                  <a:ext cx="0" cy="50"/>
                </a:xfrm>
                <a:prstGeom prst="line">
                  <a:avLst/>
                </a:prstGeom>
                <a:ln w="12700" cap="flat" cmpd="sng">
                  <a:solidFill>
                    <a:schemeClr val="tx1"/>
                  </a:solidFill>
                  <a:prstDash val="solid"/>
                  <a:headEnd type="none" w="med" len="med"/>
                  <a:tailEnd type="none" w="med" len="med"/>
                </a:ln>
              </p:spPr>
            </p:sp>
            <p:sp>
              <p:nvSpPr>
                <p:cNvPr id="143487" name="Rectangle 51"/>
                <p:cNvSpPr/>
                <p:nvPr/>
              </p:nvSpPr>
              <p:spPr>
                <a:xfrm>
                  <a:off x="2092" y="1792"/>
                  <a:ext cx="310"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43488" name="Oval 52"/>
                <p:cNvSpPr/>
                <p:nvPr/>
              </p:nvSpPr>
              <p:spPr>
                <a:xfrm>
                  <a:off x="2089" y="1733"/>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43489" name="Group 53"/>
                <p:cNvGrpSpPr/>
                <p:nvPr/>
              </p:nvGrpSpPr>
              <p:grpSpPr>
                <a:xfrm>
                  <a:off x="2144" y="1715"/>
                  <a:ext cx="197" cy="212"/>
                  <a:chOff x="2957" y="2459"/>
                  <a:chExt cx="200" cy="212"/>
                </a:xfrm>
              </p:grpSpPr>
              <p:sp>
                <p:nvSpPr>
                  <p:cNvPr id="143490" name="Rectangle 54"/>
                  <p:cNvSpPr/>
                  <p:nvPr/>
                </p:nvSpPr>
                <p:spPr>
                  <a:xfrm>
                    <a:off x="2982" y="2490"/>
                    <a:ext cx="144" cy="1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43491" name="Text Box 55"/>
                  <p:cNvSpPr txBox="1"/>
                  <p:nvPr/>
                </p:nvSpPr>
                <p:spPr>
                  <a:xfrm>
                    <a:off x="2957" y="2459"/>
                    <a:ext cx="200" cy="2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600" dirty="0">
                        <a:ea typeface="宋体" panose="02010600030101010101" pitchFamily="2" charset="-122"/>
                      </a:rPr>
                      <a:t>E</a:t>
                    </a:r>
                    <a:endParaRPr lang="en-US" altLang="zh-CN" sz="1600" dirty="0">
                      <a:latin typeface="Times New Roman" panose="02020603050405020304" pitchFamily="18" charset="0"/>
                      <a:ea typeface="宋体" panose="02010600030101010101" pitchFamily="2" charset="-122"/>
                    </a:endParaRPr>
                  </a:p>
                </p:txBody>
              </p:sp>
            </p:grpSp>
          </p:grpSp>
          <p:sp>
            <p:nvSpPr>
              <p:cNvPr id="143459" name="Line 56"/>
              <p:cNvSpPr/>
              <p:nvPr/>
            </p:nvSpPr>
            <p:spPr>
              <a:xfrm flipH="1">
                <a:off x="1616" y="939"/>
                <a:ext cx="425" cy="873"/>
              </a:xfrm>
              <a:prstGeom prst="line">
                <a:avLst/>
              </a:prstGeom>
              <a:ln w="57150" cap="flat" cmpd="sng">
                <a:solidFill>
                  <a:schemeClr val="tx1"/>
                </a:solidFill>
                <a:prstDash val="solid"/>
                <a:headEnd type="none" w="med" len="med"/>
                <a:tailEnd type="none" w="med" len="med"/>
              </a:ln>
            </p:spPr>
          </p:sp>
          <p:grpSp>
            <p:nvGrpSpPr>
              <p:cNvPr id="143460" name="Group 57"/>
              <p:cNvGrpSpPr/>
              <p:nvPr/>
            </p:nvGrpSpPr>
            <p:grpSpPr>
              <a:xfrm>
                <a:off x="1717" y="1207"/>
                <a:ext cx="316" cy="212"/>
                <a:chOff x="2089" y="1715"/>
                <a:chExt cx="316" cy="212"/>
              </a:xfrm>
            </p:grpSpPr>
            <p:sp>
              <p:nvSpPr>
                <p:cNvPr id="143476" name="Oval 58"/>
                <p:cNvSpPr/>
                <p:nvPr/>
              </p:nvSpPr>
              <p:spPr>
                <a:xfrm>
                  <a:off x="2092" y="1799"/>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43477" name="Line 59"/>
                <p:cNvSpPr/>
                <p:nvPr/>
              </p:nvSpPr>
              <p:spPr>
                <a:xfrm>
                  <a:off x="2092" y="1792"/>
                  <a:ext cx="0" cy="50"/>
                </a:xfrm>
                <a:prstGeom prst="line">
                  <a:avLst/>
                </a:prstGeom>
                <a:ln w="12700" cap="flat" cmpd="sng">
                  <a:solidFill>
                    <a:schemeClr val="tx1"/>
                  </a:solidFill>
                  <a:prstDash val="solid"/>
                  <a:headEnd type="none" w="med" len="med"/>
                  <a:tailEnd type="none" w="med" len="med"/>
                </a:ln>
              </p:spPr>
            </p:sp>
            <p:sp>
              <p:nvSpPr>
                <p:cNvPr id="143478" name="Line 60"/>
                <p:cNvSpPr/>
                <p:nvPr/>
              </p:nvSpPr>
              <p:spPr>
                <a:xfrm>
                  <a:off x="2405" y="1792"/>
                  <a:ext cx="0" cy="50"/>
                </a:xfrm>
                <a:prstGeom prst="line">
                  <a:avLst/>
                </a:prstGeom>
                <a:ln w="12700" cap="flat" cmpd="sng">
                  <a:solidFill>
                    <a:schemeClr val="tx1"/>
                  </a:solidFill>
                  <a:prstDash val="solid"/>
                  <a:headEnd type="none" w="med" len="med"/>
                  <a:tailEnd type="none" w="med" len="med"/>
                </a:ln>
              </p:spPr>
            </p:sp>
            <p:sp>
              <p:nvSpPr>
                <p:cNvPr id="143479" name="Rectangle 61"/>
                <p:cNvSpPr/>
                <p:nvPr/>
              </p:nvSpPr>
              <p:spPr>
                <a:xfrm>
                  <a:off x="2092" y="1792"/>
                  <a:ext cx="310"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43480" name="Oval 62"/>
                <p:cNvSpPr/>
                <p:nvPr/>
              </p:nvSpPr>
              <p:spPr>
                <a:xfrm>
                  <a:off x="2089" y="1733"/>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43481" name="Group 63"/>
                <p:cNvGrpSpPr/>
                <p:nvPr/>
              </p:nvGrpSpPr>
              <p:grpSpPr>
                <a:xfrm>
                  <a:off x="2151" y="1715"/>
                  <a:ext cx="182" cy="212"/>
                  <a:chOff x="2964" y="2459"/>
                  <a:chExt cx="185" cy="212"/>
                </a:xfrm>
              </p:grpSpPr>
              <p:sp>
                <p:nvSpPr>
                  <p:cNvPr id="143482" name="Rectangle 64"/>
                  <p:cNvSpPr/>
                  <p:nvPr/>
                </p:nvSpPr>
                <p:spPr>
                  <a:xfrm>
                    <a:off x="2982" y="2490"/>
                    <a:ext cx="144" cy="1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43483" name="Text Box 65"/>
                  <p:cNvSpPr txBox="1"/>
                  <p:nvPr/>
                </p:nvSpPr>
                <p:spPr>
                  <a:xfrm>
                    <a:off x="2964" y="2459"/>
                    <a:ext cx="185" cy="2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600" dirty="0">
                        <a:ea typeface="宋体" panose="02010600030101010101" pitchFamily="2" charset="-122"/>
                      </a:rPr>
                      <a:t>c</a:t>
                    </a:r>
                    <a:endParaRPr lang="en-US" altLang="zh-CN" sz="1600" dirty="0">
                      <a:latin typeface="Times New Roman" panose="02020603050405020304" pitchFamily="18" charset="0"/>
                      <a:ea typeface="宋体" panose="02010600030101010101" pitchFamily="2" charset="-122"/>
                    </a:endParaRPr>
                  </a:p>
                </p:txBody>
              </p:sp>
            </p:grpSp>
          </p:grpSp>
          <p:grpSp>
            <p:nvGrpSpPr>
              <p:cNvPr id="143461" name="Group 66"/>
              <p:cNvGrpSpPr/>
              <p:nvPr/>
            </p:nvGrpSpPr>
            <p:grpSpPr>
              <a:xfrm>
                <a:off x="1383" y="1746"/>
                <a:ext cx="316" cy="212"/>
                <a:chOff x="2089" y="1715"/>
                <a:chExt cx="316" cy="212"/>
              </a:xfrm>
            </p:grpSpPr>
            <p:sp>
              <p:nvSpPr>
                <p:cNvPr id="143468" name="Oval 67"/>
                <p:cNvSpPr/>
                <p:nvPr/>
              </p:nvSpPr>
              <p:spPr>
                <a:xfrm>
                  <a:off x="2092" y="1799"/>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43469" name="Line 68"/>
                <p:cNvSpPr/>
                <p:nvPr/>
              </p:nvSpPr>
              <p:spPr>
                <a:xfrm>
                  <a:off x="2092" y="1792"/>
                  <a:ext cx="0" cy="50"/>
                </a:xfrm>
                <a:prstGeom prst="line">
                  <a:avLst/>
                </a:prstGeom>
                <a:ln w="12700" cap="flat" cmpd="sng">
                  <a:solidFill>
                    <a:schemeClr val="tx1"/>
                  </a:solidFill>
                  <a:prstDash val="solid"/>
                  <a:headEnd type="none" w="med" len="med"/>
                  <a:tailEnd type="none" w="med" len="med"/>
                </a:ln>
              </p:spPr>
            </p:sp>
            <p:sp>
              <p:nvSpPr>
                <p:cNvPr id="143470" name="Line 69"/>
                <p:cNvSpPr/>
                <p:nvPr/>
              </p:nvSpPr>
              <p:spPr>
                <a:xfrm>
                  <a:off x="2405" y="1792"/>
                  <a:ext cx="0" cy="50"/>
                </a:xfrm>
                <a:prstGeom prst="line">
                  <a:avLst/>
                </a:prstGeom>
                <a:ln w="12700" cap="flat" cmpd="sng">
                  <a:solidFill>
                    <a:schemeClr val="tx1"/>
                  </a:solidFill>
                  <a:prstDash val="solid"/>
                  <a:headEnd type="none" w="med" len="med"/>
                  <a:tailEnd type="none" w="med" len="med"/>
                </a:ln>
              </p:spPr>
            </p:sp>
            <p:sp>
              <p:nvSpPr>
                <p:cNvPr id="143471" name="Rectangle 70"/>
                <p:cNvSpPr/>
                <p:nvPr/>
              </p:nvSpPr>
              <p:spPr>
                <a:xfrm>
                  <a:off x="2092" y="1792"/>
                  <a:ext cx="310"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43472" name="Oval 71"/>
                <p:cNvSpPr/>
                <p:nvPr/>
              </p:nvSpPr>
              <p:spPr>
                <a:xfrm>
                  <a:off x="2089" y="1733"/>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43473" name="Group 72"/>
                <p:cNvGrpSpPr/>
                <p:nvPr/>
              </p:nvGrpSpPr>
              <p:grpSpPr>
                <a:xfrm>
                  <a:off x="2145" y="1715"/>
                  <a:ext cx="194" cy="212"/>
                  <a:chOff x="2958" y="2459"/>
                  <a:chExt cx="197" cy="212"/>
                </a:xfrm>
              </p:grpSpPr>
              <p:sp>
                <p:nvSpPr>
                  <p:cNvPr id="143474" name="Rectangle 73"/>
                  <p:cNvSpPr/>
                  <p:nvPr/>
                </p:nvSpPr>
                <p:spPr>
                  <a:xfrm>
                    <a:off x="2982" y="2490"/>
                    <a:ext cx="144" cy="1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43475" name="Text Box 74"/>
                  <p:cNvSpPr txBox="1"/>
                  <p:nvPr/>
                </p:nvSpPr>
                <p:spPr>
                  <a:xfrm>
                    <a:off x="2958" y="2459"/>
                    <a:ext cx="197" cy="2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600" dirty="0">
                        <a:ea typeface="宋体" panose="02010600030101010101" pitchFamily="2" charset="-122"/>
                      </a:rPr>
                      <a:t>F</a:t>
                    </a:r>
                    <a:endParaRPr lang="en-US" altLang="zh-CN" sz="1600" dirty="0">
                      <a:latin typeface="Times New Roman" panose="02020603050405020304" pitchFamily="18" charset="0"/>
                      <a:ea typeface="宋体" panose="02010600030101010101" pitchFamily="2" charset="-122"/>
                    </a:endParaRPr>
                  </a:p>
                </p:txBody>
              </p:sp>
            </p:grpSp>
          </p:grpSp>
          <p:sp>
            <p:nvSpPr>
              <p:cNvPr id="143462" name="Line 75"/>
              <p:cNvSpPr/>
              <p:nvPr/>
            </p:nvSpPr>
            <p:spPr>
              <a:xfrm flipH="1">
                <a:off x="1862" y="951"/>
                <a:ext cx="101" cy="235"/>
              </a:xfrm>
              <a:prstGeom prst="line">
                <a:avLst/>
              </a:prstGeom>
              <a:ln w="9525" cap="flat" cmpd="sng">
                <a:solidFill>
                  <a:schemeClr val="tx1"/>
                </a:solidFill>
                <a:prstDash val="solid"/>
                <a:headEnd type="none" w="med" len="med"/>
                <a:tailEnd type="triangle" w="med" len="med"/>
              </a:ln>
            </p:spPr>
          </p:sp>
          <p:sp>
            <p:nvSpPr>
              <p:cNvPr id="143463" name="Line 76"/>
              <p:cNvSpPr/>
              <p:nvPr/>
            </p:nvSpPr>
            <p:spPr>
              <a:xfrm flipH="1">
                <a:off x="1622" y="1439"/>
                <a:ext cx="101" cy="235"/>
              </a:xfrm>
              <a:prstGeom prst="line">
                <a:avLst/>
              </a:prstGeom>
              <a:ln w="9525" cap="flat" cmpd="sng">
                <a:solidFill>
                  <a:schemeClr val="tx1"/>
                </a:solidFill>
                <a:prstDash val="solid"/>
                <a:headEnd type="none" w="med" len="med"/>
                <a:tailEnd type="triangle" w="med" len="med"/>
              </a:ln>
            </p:spPr>
          </p:sp>
          <p:sp>
            <p:nvSpPr>
              <p:cNvPr id="143464" name="Line 77"/>
              <p:cNvSpPr/>
              <p:nvPr/>
            </p:nvSpPr>
            <p:spPr>
              <a:xfrm>
                <a:off x="2283" y="881"/>
                <a:ext cx="179" cy="184"/>
              </a:xfrm>
              <a:prstGeom prst="line">
                <a:avLst/>
              </a:prstGeom>
              <a:ln w="9525" cap="flat" cmpd="sng">
                <a:solidFill>
                  <a:schemeClr val="tx1"/>
                </a:solidFill>
                <a:prstDash val="solid"/>
                <a:headEnd type="none" w="med" len="med"/>
                <a:tailEnd type="triangle" w="med" len="med"/>
              </a:ln>
            </p:spPr>
          </p:sp>
          <p:sp>
            <p:nvSpPr>
              <p:cNvPr id="143465" name="Line 78"/>
              <p:cNvSpPr/>
              <p:nvPr/>
            </p:nvSpPr>
            <p:spPr>
              <a:xfrm>
                <a:off x="2647" y="1274"/>
                <a:ext cx="142" cy="278"/>
              </a:xfrm>
              <a:prstGeom prst="line">
                <a:avLst/>
              </a:prstGeom>
              <a:ln w="9525" cap="flat" cmpd="sng">
                <a:solidFill>
                  <a:schemeClr val="tx1"/>
                </a:solidFill>
                <a:prstDash val="solid"/>
                <a:headEnd type="none" w="med" len="med"/>
                <a:tailEnd type="triangle" w="med" len="med"/>
              </a:ln>
            </p:spPr>
          </p:sp>
          <p:sp>
            <p:nvSpPr>
              <p:cNvPr id="143466" name="Line 79"/>
              <p:cNvSpPr/>
              <p:nvPr/>
            </p:nvSpPr>
            <p:spPr>
              <a:xfrm>
                <a:off x="2899" y="1782"/>
                <a:ext cx="112" cy="223"/>
              </a:xfrm>
              <a:prstGeom prst="line">
                <a:avLst/>
              </a:prstGeom>
              <a:ln w="9525" cap="flat" cmpd="sng">
                <a:solidFill>
                  <a:schemeClr val="tx1"/>
                </a:solidFill>
                <a:prstDash val="solid"/>
                <a:headEnd type="none" w="med" len="med"/>
                <a:tailEnd type="triangle" w="med" len="med"/>
              </a:ln>
            </p:spPr>
          </p:sp>
          <p:sp>
            <p:nvSpPr>
              <p:cNvPr id="143467" name="Line 80"/>
              <p:cNvSpPr/>
              <p:nvPr/>
            </p:nvSpPr>
            <p:spPr>
              <a:xfrm>
                <a:off x="1987" y="1427"/>
                <a:ext cx="109" cy="265"/>
              </a:xfrm>
              <a:prstGeom prst="line">
                <a:avLst/>
              </a:prstGeom>
              <a:ln w="9525" cap="flat" cmpd="sng">
                <a:solidFill>
                  <a:schemeClr val="tx1"/>
                </a:solidFill>
                <a:prstDash val="solid"/>
                <a:headEnd type="none" w="med" len="med"/>
                <a:tailEnd type="triangle" w="med" len="med"/>
              </a:ln>
            </p:spPr>
          </p:sp>
        </p:grpSp>
        <p:sp>
          <p:nvSpPr>
            <p:cNvPr id="143368" name="Line 81"/>
            <p:cNvSpPr/>
            <p:nvPr/>
          </p:nvSpPr>
          <p:spPr>
            <a:xfrm>
              <a:off x="4188" y="1078"/>
              <a:ext cx="213" cy="427"/>
            </a:xfrm>
            <a:prstGeom prst="line">
              <a:avLst/>
            </a:prstGeom>
            <a:ln w="57150" cap="flat" cmpd="sng">
              <a:solidFill>
                <a:schemeClr val="tx1"/>
              </a:solidFill>
              <a:prstDash val="solid"/>
              <a:headEnd type="none" w="med" len="med"/>
              <a:tailEnd type="none" w="med" len="med"/>
            </a:ln>
          </p:spPr>
        </p:sp>
        <p:sp>
          <p:nvSpPr>
            <p:cNvPr id="143369" name="Line 82"/>
            <p:cNvSpPr/>
            <p:nvPr/>
          </p:nvSpPr>
          <p:spPr>
            <a:xfrm>
              <a:off x="4412" y="1519"/>
              <a:ext cx="216" cy="477"/>
            </a:xfrm>
            <a:prstGeom prst="line">
              <a:avLst/>
            </a:prstGeom>
            <a:ln w="57150" cap="flat" cmpd="sng">
              <a:solidFill>
                <a:schemeClr val="tx1"/>
              </a:solidFill>
              <a:prstDash val="solid"/>
              <a:headEnd type="none" w="med" len="med"/>
              <a:tailEnd type="none" w="med" len="med"/>
            </a:ln>
          </p:spPr>
        </p:sp>
        <p:sp>
          <p:nvSpPr>
            <p:cNvPr id="143370" name="Line 83"/>
            <p:cNvSpPr/>
            <p:nvPr/>
          </p:nvSpPr>
          <p:spPr>
            <a:xfrm flipH="1">
              <a:off x="3925" y="1565"/>
              <a:ext cx="379" cy="122"/>
            </a:xfrm>
            <a:prstGeom prst="line">
              <a:avLst/>
            </a:prstGeom>
            <a:ln w="9525" cap="flat" cmpd="sng">
              <a:solidFill>
                <a:schemeClr val="tx1"/>
              </a:solidFill>
              <a:prstDash val="solid"/>
              <a:headEnd type="none" w="med" len="med"/>
              <a:tailEnd type="none" w="med" len="med"/>
            </a:ln>
          </p:spPr>
        </p:sp>
        <p:sp>
          <p:nvSpPr>
            <p:cNvPr id="143371" name="Line 84"/>
            <p:cNvSpPr/>
            <p:nvPr/>
          </p:nvSpPr>
          <p:spPr>
            <a:xfrm flipH="1">
              <a:off x="3260" y="1737"/>
              <a:ext cx="463" cy="0"/>
            </a:xfrm>
            <a:prstGeom prst="line">
              <a:avLst/>
            </a:prstGeom>
            <a:ln w="9525" cap="flat" cmpd="sng">
              <a:solidFill>
                <a:schemeClr val="tx1"/>
              </a:solidFill>
              <a:prstDash val="solid"/>
              <a:headEnd type="none" w="med" len="med"/>
              <a:tailEnd type="none" w="med" len="med"/>
            </a:ln>
          </p:spPr>
        </p:sp>
        <p:sp>
          <p:nvSpPr>
            <p:cNvPr id="143372" name="Line 85"/>
            <p:cNvSpPr/>
            <p:nvPr/>
          </p:nvSpPr>
          <p:spPr>
            <a:xfrm flipH="1" flipV="1">
              <a:off x="3534" y="1225"/>
              <a:ext cx="171" cy="453"/>
            </a:xfrm>
            <a:prstGeom prst="line">
              <a:avLst/>
            </a:prstGeom>
            <a:ln w="57150" cap="flat" cmpd="sng">
              <a:solidFill>
                <a:schemeClr val="tx1"/>
              </a:solidFill>
              <a:prstDash val="solid"/>
              <a:headEnd type="none" w="med" len="med"/>
              <a:tailEnd type="none" w="med" len="med"/>
            </a:ln>
          </p:spPr>
        </p:sp>
        <p:sp>
          <p:nvSpPr>
            <p:cNvPr id="143373" name="Line 86"/>
            <p:cNvSpPr/>
            <p:nvPr/>
          </p:nvSpPr>
          <p:spPr>
            <a:xfrm flipV="1">
              <a:off x="3642" y="1073"/>
              <a:ext cx="422" cy="122"/>
            </a:xfrm>
            <a:prstGeom prst="line">
              <a:avLst/>
            </a:prstGeom>
            <a:ln w="9525" cap="flat" cmpd="sng">
              <a:solidFill>
                <a:schemeClr val="tx1"/>
              </a:solidFill>
              <a:prstDash val="solid"/>
              <a:headEnd type="none" w="med" len="med"/>
              <a:tailEnd type="none" w="med" len="med"/>
            </a:ln>
          </p:spPr>
        </p:sp>
        <p:sp>
          <p:nvSpPr>
            <p:cNvPr id="143374" name="Line 87"/>
            <p:cNvSpPr/>
            <p:nvPr/>
          </p:nvSpPr>
          <p:spPr>
            <a:xfrm>
              <a:off x="3864" y="786"/>
              <a:ext cx="279" cy="258"/>
            </a:xfrm>
            <a:prstGeom prst="line">
              <a:avLst/>
            </a:prstGeom>
            <a:ln w="57150" cap="flat" cmpd="sng">
              <a:solidFill>
                <a:schemeClr val="tx1"/>
              </a:solidFill>
              <a:prstDash val="solid"/>
              <a:headEnd type="none" w="med" len="med"/>
              <a:tailEnd type="none" w="med" len="med"/>
            </a:ln>
          </p:spPr>
        </p:sp>
        <p:grpSp>
          <p:nvGrpSpPr>
            <p:cNvPr id="143375" name="Group 88"/>
            <p:cNvGrpSpPr/>
            <p:nvPr/>
          </p:nvGrpSpPr>
          <p:grpSpPr>
            <a:xfrm>
              <a:off x="3579" y="651"/>
              <a:ext cx="316" cy="212"/>
              <a:chOff x="2089" y="1715"/>
              <a:chExt cx="316" cy="212"/>
            </a:xfrm>
          </p:grpSpPr>
          <p:sp>
            <p:nvSpPr>
              <p:cNvPr id="143439" name="Oval 89"/>
              <p:cNvSpPr/>
              <p:nvPr/>
            </p:nvSpPr>
            <p:spPr>
              <a:xfrm>
                <a:off x="2092" y="1799"/>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43440" name="Line 90"/>
              <p:cNvSpPr/>
              <p:nvPr/>
            </p:nvSpPr>
            <p:spPr>
              <a:xfrm>
                <a:off x="2092" y="1792"/>
                <a:ext cx="0" cy="50"/>
              </a:xfrm>
              <a:prstGeom prst="line">
                <a:avLst/>
              </a:prstGeom>
              <a:ln w="12700" cap="flat" cmpd="sng">
                <a:solidFill>
                  <a:schemeClr val="tx1"/>
                </a:solidFill>
                <a:prstDash val="solid"/>
                <a:headEnd type="none" w="med" len="med"/>
                <a:tailEnd type="none" w="med" len="med"/>
              </a:ln>
            </p:spPr>
          </p:sp>
          <p:sp>
            <p:nvSpPr>
              <p:cNvPr id="143441" name="Line 91"/>
              <p:cNvSpPr/>
              <p:nvPr/>
            </p:nvSpPr>
            <p:spPr>
              <a:xfrm>
                <a:off x="2405" y="1792"/>
                <a:ext cx="0" cy="50"/>
              </a:xfrm>
              <a:prstGeom prst="line">
                <a:avLst/>
              </a:prstGeom>
              <a:ln w="12700" cap="flat" cmpd="sng">
                <a:solidFill>
                  <a:schemeClr val="tx1"/>
                </a:solidFill>
                <a:prstDash val="solid"/>
                <a:headEnd type="none" w="med" len="med"/>
                <a:tailEnd type="none" w="med" len="med"/>
              </a:ln>
            </p:spPr>
          </p:sp>
          <p:sp>
            <p:nvSpPr>
              <p:cNvPr id="143442" name="Rectangle 92"/>
              <p:cNvSpPr/>
              <p:nvPr/>
            </p:nvSpPr>
            <p:spPr>
              <a:xfrm>
                <a:off x="2092" y="1792"/>
                <a:ext cx="310"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43443" name="Oval 93"/>
              <p:cNvSpPr/>
              <p:nvPr/>
            </p:nvSpPr>
            <p:spPr>
              <a:xfrm>
                <a:off x="2089" y="1733"/>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43444" name="Group 94"/>
              <p:cNvGrpSpPr/>
              <p:nvPr/>
            </p:nvGrpSpPr>
            <p:grpSpPr>
              <a:xfrm>
                <a:off x="2138" y="1715"/>
                <a:ext cx="210" cy="212"/>
                <a:chOff x="2951" y="2459"/>
                <a:chExt cx="213" cy="212"/>
              </a:xfrm>
            </p:grpSpPr>
            <p:sp>
              <p:nvSpPr>
                <p:cNvPr id="143445" name="Rectangle 95"/>
                <p:cNvSpPr/>
                <p:nvPr/>
              </p:nvSpPr>
              <p:spPr>
                <a:xfrm>
                  <a:off x="2982" y="2490"/>
                  <a:ext cx="144" cy="1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43446" name="Text Box 96"/>
                <p:cNvSpPr txBox="1"/>
                <p:nvPr/>
              </p:nvSpPr>
              <p:spPr>
                <a:xfrm>
                  <a:off x="2951" y="2459"/>
                  <a:ext cx="213" cy="2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600" dirty="0">
                      <a:ea typeface="宋体" panose="02010600030101010101" pitchFamily="2" charset="-122"/>
                    </a:rPr>
                    <a:t>A</a:t>
                  </a:r>
                  <a:endParaRPr lang="en-US" altLang="zh-CN" sz="1600" dirty="0">
                    <a:latin typeface="Times New Roman" panose="02020603050405020304" pitchFamily="18" charset="0"/>
                    <a:ea typeface="宋体" panose="02010600030101010101" pitchFamily="2" charset="-122"/>
                  </a:endParaRPr>
                </a:p>
              </p:txBody>
            </p:sp>
          </p:grpSp>
        </p:grpSp>
        <p:grpSp>
          <p:nvGrpSpPr>
            <p:cNvPr id="143376" name="Group 97"/>
            <p:cNvGrpSpPr/>
            <p:nvPr/>
          </p:nvGrpSpPr>
          <p:grpSpPr>
            <a:xfrm>
              <a:off x="4027" y="971"/>
              <a:ext cx="316" cy="212"/>
              <a:chOff x="2089" y="1715"/>
              <a:chExt cx="316" cy="212"/>
            </a:xfrm>
          </p:grpSpPr>
          <p:sp>
            <p:nvSpPr>
              <p:cNvPr id="143431" name="Oval 98"/>
              <p:cNvSpPr/>
              <p:nvPr/>
            </p:nvSpPr>
            <p:spPr>
              <a:xfrm>
                <a:off x="2092" y="1799"/>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43432" name="Line 99"/>
              <p:cNvSpPr/>
              <p:nvPr/>
            </p:nvSpPr>
            <p:spPr>
              <a:xfrm>
                <a:off x="2092" y="1792"/>
                <a:ext cx="0" cy="50"/>
              </a:xfrm>
              <a:prstGeom prst="line">
                <a:avLst/>
              </a:prstGeom>
              <a:ln w="12700" cap="flat" cmpd="sng">
                <a:solidFill>
                  <a:schemeClr val="tx1"/>
                </a:solidFill>
                <a:prstDash val="solid"/>
                <a:headEnd type="none" w="med" len="med"/>
                <a:tailEnd type="none" w="med" len="med"/>
              </a:ln>
            </p:spPr>
          </p:sp>
          <p:sp>
            <p:nvSpPr>
              <p:cNvPr id="143433" name="Line 100"/>
              <p:cNvSpPr/>
              <p:nvPr/>
            </p:nvSpPr>
            <p:spPr>
              <a:xfrm>
                <a:off x="2405" y="1792"/>
                <a:ext cx="0" cy="50"/>
              </a:xfrm>
              <a:prstGeom prst="line">
                <a:avLst/>
              </a:prstGeom>
              <a:ln w="12700" cap="flat" cmpd="sng">
                <a:solidFill>
                  <a:schemeClr val="tx1"/>
                </a:solidFill>
                <a:prstDash val="solid"/>
                <a:headEnd type="none" w="med" len="med"/>
                <a:tailEnd type="none" w="med" len="med"/>
              </a:ln>
            </p:spPr>
          </p:sp>
          <p:sp>
            <p:nvSpPr>
              <p:cNvPr id="143434" name="Rectangle 101"/>
              <p:cNvSpPr/>
              <p:nvPr/>
            </p:nvSpPr>
            <p:spPr>
              <a:xfrm>
                <a:off x="2092" y="1792"/>
                <a:ext cx="310"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43435" name="Oval 102"/>
              <p:cNvSpPr/>
              <p:nvPr/>
            </p:nvSpPr>
            <p:spPr>
              <a:xfrm>
                <a:off x="2089" y="1733"/>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43436" name="Group 103"/>
              <p:cNvGrpSpPr/>
              <p:nvPr/>
            </p:nvGrpSpPr>
            <p:grpSpPr>
              <a:xfrm>
                <a:off x="2144" y="1715"/>
                <a:ext cx="197" cy="212"/>
                <a:chOff x="2957" y="2459"/>
                <a:chExt cx="200" cy="212"/>
              </a:xfrm>
            </p:grpSpPr>
            <p:sp>
              <p:nvSpPr>
                <p:cNvPr id="143437" name="Rectangle 104"/>
                <p:cNvSpPr/>
                <p:nvPr/>
              </p:nvSpPr>
              <p:spPr>
                <a:xfrm>
                  <a:off x="2982" y="2490"/>
                  <a:ext cx="144" cy="1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43438" name="Text Box 105"/>
                <p:cNvSpPr txBox="1"/>
                <p:nvPr/>
              </p:nvSpPr>
              <p:spPr>
                <a:xfrm>
                  <a:off x="2957" y="2459"/>
                  <a:ext cx="200" cy="2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600" dirty="0">
                      <a:ea typeface="宋体" panose="02010600030101010101" pitchFamily="2" charset="-122"/>
                    </a:rPr>
                    <a:t>B</a:t>
                  </a:r>
                  <a:endParaRPr lang="en-US" altLang="zh-CN" sz="1600" dirty="0">
                    <a:latin typeface="Times New Roman" panose="02020603050405020304" pitchFamily="18" charset="0"/>
                    <a:ea typeface="宋体" panose="02010600030101010101" pitchFamily="2" charset="-122"/>
                  </a:endParaRPr>
                </a:p>
              </p:txBody>
            </p:sp>
          </p:grpSp>
        </p:grpSp>
        <p:grpSp>
          <p:nvGrpSpPr>
            <p:cNvPr id="143377" name="Group 106"/>
            <p:cNvGrpSpPr/>
            <p:nvPr/>
          </p:nvGrpSpPr>
          <p:grpSpPr>
            <a:xfrm>
              <a:off x="4501" y="1921"/>
              <a:ext cx="316" cy="212"/>
              <a:chOff x="2089" y="1715"/>
              <a:chExt cx="316" cy="212"/>
            </a:xfrm>
          </p:grpSpPr>
          <p:sp>
            <p:nvSpPr>
              <p:cNvPr id="143423" name="Oval 107"/>
              <p:cNvSpPr/>
              <p:nvPr/>
            </p:nvSpPr>
            <p:spPr>
              <a:xfrm>
                <a:off x="2092" y="1799"/>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43424" name="Line 108"/>
              <p:cNvSpPr/>
              <p:nvPr/>
            </p:nvSpPr>
            <p:spPr>
              <a:xfrm>
                <a:off x="2092" y="1792"/>
                <a:ext cx="0" cy="50"/>
              </a:xfrm>
              <a:prstGeom prst="line">
                <a:avLst/>
              </a:prstGeom>
              <a:ln w="12700" cap="flat" cmpd="sng">
                <a:solidFill>
                  <a:schemeClr val="tx1"/>
                </a:solidFill>
                <a:prstDash val="solid"/>
                <a:headEnd type="none" w="med" len="med"/>
                <a:tailEnd type="none" w="med" len="med"/>
              </a:ln>
            </p:spPr>
          </p:sp>
          <p:sp>
            <p:nvSpPr>
              <p:cNvPr id="143425" name="Line 109"/>
              <p:cNvSpPr/>
              <p:nvPr/>
            </p:nvSpPr>
            <p:spPr>
              <a:xfrm>
                <a:off x="2405" y="1792"/>
                <a:ext cx="0" cy="50"/>
              </a:xfrm>
              <a:prstGeom prst="line">
                <a:avLst/>
              </a:prstGeom>
              <a:ln w="12700" cap="flat" cmpd="sng">
                <a:solidFill>
                  <a:schemeClr val="tx1"/>
                </a:solidFill>
                <a:prstDash val="solid"/>
                <a:headEnd type="none" w="med" len="med"/>
                <a:tailEnd type="none" w="med" len="med"/>
              </a:ln>
            </p:spPr>
          </p:sp>
          <p:sp>
            <p:nvSpPr>
              <p:cNvPr id="143426" name="Rectangle 110"/>
              <p:cNvSpPr/>
              <p:nvPr/>
            </p:nvSpPr>
            <p:spPr>
              <a:xfrm>
                <a:off x="2092" y="1792"/>
                <a:ext cx="310"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43427" name="Oval 111"/>
              <p:cNvSpPr/>
              <p:nvPr/>
            </p:nvSpPr>
            <p:spPr>
              <a:xfrm>
                <a:off x="2089" y="1733"/>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43428" name="Group 112"/>
              <p:cNvGrpSpPr/>
              <p:nvPr/>
            </p:nvGrpSpPr>
            <p:grpSpPr>
              <a:xfrm>
                <a:off x="2141" y="1715"/>
                <a:ext cx="203" cy="212"/>
                <a:chOff x="2954" y="2459"/>
                <a:chExt cx="206" cy="212"/>
              </a:xfrm>
            </p:grpSpPr>
            <p:sp>
              <p:nvSpPr>
                <p:cNvPr id="143429" name="Rectangle 113"/>
                <p:cNvSpPr/>
                <p:nvPr/>
              </p:nvSpPr>
              <p:spPr>
                <a:xfrm>
                  <a:off x="2982" y="2490"/>
                  <a:ext cx="144" cy="1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43430" name="Text Box 114"/>
                <p:cNvSpPr txBox="1"/>
                <p:nvPr/>
              </p:nvSpPr>
              <p:spPr>
                <a:xfrm>
                  <a:off x="2954" y="2459"/>
                  <a:ext cx="206" cy="2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600" dirty="0">
                      <a:ea typeface="宋体" panose="02010600030101010101" pitchFamily="2" charset="-122"/>
                    </a:rPr>
                    <a:t>G</a:t>
                  </a:r>
                  <a:endParaRPr lang="en-US" altLang="zh-CN" sz="1600" dirty="0">
                    <a:latin typeface="Times New Roman" panose="02020603050405020304" pitchFamily="18" charset="0"/>
                    <a:ea typeface="宋体" panose="02010600030101010101" pitchFamily="2" charset="-122"/>
                  </a:endParaRPr>
                </a:p>
              </p:txBody>
            </p:sp>
          </p:grpSp>
        </p:grpSp>
        <p:grpSp>
          <p:nvGrpSpPr>
            <p:cNvPr id="143378" name="Group 115"/>
            <p:cNvGrpSpPr/>
            <p:nvPr/>
          </p:nvGrpSpPr>
          <p:grpSpPr>
            <a:xfrm>
              <a:off x="4289" y="1463"/>
              <a:ext cx="316" cy="212"/>
              <a:chOff x="2089" y="1715"/>
              <a:chExt cx="316" cy="212"/>
            </a:xfrm>
          </p:grpSpPr>
          <p:sp>
            <p:nvSpPr>
              <p:cNvPr id="143415" name="Oval 116"/>
              <p:cNvSpPr/>
              <p:nvPr/>
            </p:nvSpPr>
            <p:spPr>
              <a:xfrm>
                <a:off x="2092" y="1799"/>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43416" name="Line 117"/>
              <p:cNvSpPr/>
              <p:nvPr/>
            </p:nvSpPr>
            <p:spPr>
              <a:xfrm>
                <a:off x="2092" y="1792"/>
                <a:ext cx="0" cy="50"/>
              </a:xfrm>
              <a:prstGeom prst="line">
                <a:avLst/>
              </a:prstGeom>
              <a:ln w="12700" cap="flat" cmpd="sng">
                <a:solidFill>
                  <a:schemeClr val="tx1"/>
                </a:solidFill>
                <a:prstDash val="solid"/>
                <a:headEnd type="none" w="med" len="med"/>
                <a:tailEnd type="none" w="med" len="med"/>
              </a:ln>
            </p:spPr>
          </p:sp>
          <p:sp>
            <p:nvSpPr>
              <p:cNvPr id="143417" name="Line 118"/>
              <p:cNvSpPr/>
              <p:nvPr/>
            </p:nvSpPr>
            <p:spPr>
              <a:xfrm>
                <a:off x="2405" y="1792"/>
                <a:ext cx="0" cy="50"/>
              </a:xfrm>
              <a:prstGeom prst="line">
                <a:avLst/>
              </a:prstGeom>
              <a:ln w="12700" cap="flat" cmpd="sng">
                <a:solidFill>
                  <a:schemeClr val="tx1"/>
                </a:solidFill>
                <a:prstDash val="solid"/>
                <a:headEnd type="none" w="med" len="med"/>
                <a:tailEnd type="none" w="med" len="med"/>
              </a:ln>
            </p:spPr>
          </p:sp>
          <p:sp>
            <p:nvSpPr>
              <p:cNvPr id="143418" name="Rectangle 119"/>
              <p:cNvSpPr/>
              <p:nvPr/>
            </p:nvSpPr>
            <p:spPr>
              <a:xfrm>
                <a:off x="2092" y="1792"/>
                <a:ext cx="310"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43419" name="Oval 120"/>
              <p:cNvSpPr/>
              <p:nvPr/>
            </p:nvSpPr>
            <p:spPr>
              <a:xfrm>
                <a:off x="2089" y="1733"/>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43420" name="Group 121"/>
              <p:cNvGrpSpPr/>
              <p:nvPr/>
            </p:nvGrpSpPr>
            <p:grpSpPr>
              <a:xfrm>
                <a:off x="2139" y="1715"/>
                <a:ext cx="208" cy="212"/>
                <a:chOff x="2952" y="2459"/>
                <a:chExt cx="211" cy="212"/>
              </a:xfrm>
            </p:grpSpPr>
            <p:sp>
              <p:nvSpPr>
                <p:cNvPr id="143421" name="Rectangle 122"/>
                <p:cNvSpPr/>
                <p:nvPr/>
              </p:nvSpPr>
              <p:spPr>
                <a:xfrm>
                  <a:off x="2982" y="2490"/>
                  <a:ext cx="144" cy="1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43422" name="Text Box 123"/>
                <p:cNvSpPr txBox="1"/>
                <p:nvPr/>
              </p:nvSpPr>
              <p:spPr>
                <a:xfrm>
                  <a:off x="2952" y="2459"/>
                  <a:ext cx="211" cy="2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600" dirty="0">
                      <a:ea typeface="宋体" panose="02010600030101010101" pitchFamily="2" charset="-122"/>
                    </a:rPr>
                    <a:t>D</a:t>
                  </a:r>
                  <a:endParaRPr lang="en-US" altLang="zh-CN" sz="1600" dirty="0">
                    <a:latin typeface="Times New Roman" panose="02020603050405020304" pitchFamily="18" charset="0"/>
                    <a:ea typeface="宋体" panose="02010600030101010101" pitchFamily="2" charset="-122"/>
                  </a:endParaRPr>
                </a:p>
              </p:txBody>
            </p:sp>
          </p:grpSp>
        </p:grpSp>
        <p:grpSp>
          <p:nvGrpSpPr>
            <p:cNvPr id="143379" name="Group 124"/>
            <p:cNvGrpSpPr/>
            <p:nvPr/>
          </p:nvGrpSpPr>
          <p:grpSpPr>
            <a:xfrm>
              <a:off x="3627" y="1628"/>
              <a:ext cx="316" cy="212"/>
              <a:chOff x="2089" y="1715"/>
              <a:chExt cx="316" cy="212"/>
            </a:xfrm>
          </p:grpSpPr>
          <p:sp>
            <p:nvSpPr>
              <p:cNvPr id="143407" name="Oval 125"/>
              <p:cNvSpPr/>
              <p:nvPr/>
            </p:nvSpPr>
            <p:spPr>
              <a:xfrm>
                <a:off x="2092" y="1799"/>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43408" name="Line 126"/>
              <p:cNvSpPr/>
              <p:nvPr/>
            </p:nvSpPr>
            <p:spPr>
              <a:xfrm>
                <a:off x="2092" y="1792"/>
                <a:ext cx="0" cy="50"/>
              </a:xfrm>
              <a:prstGeom prst="line">
                <a:avLst/>
              </a:prstGeom>
              <a:ln w="12700" cap="flat" cmpd="sng">
                <a:solidFill>
                  <a:schemeClr val="tx1"/>
                </a:solidFill>
                <a:prstDash val="solid"/>
                <a:headEnd type="none" w="med" len="med"/>
                <a:tailEnd type="none" w="med" len="med"/>
              </a:ln>
            </p:spPr>
          </p:sp>
          <p:sp>
            <p:nvSpPr>
              <p:cNvPr id="143409" name="Line 127"/>
              <p:cNvSpPr/>
              <p:nvPr/>
            </p:nvSpPr>
            <p:spPr>
              <a:xfrm>
                <a:off x="2405" y="1792"/>
                <a:ext cx="0" cy="50"/>
              </a:xfrm>
              <a:prstGeom prst="line">
                <a:avLst/>
              </a:prstGeom>
              <a:ln w="12700" cap="flat" cmpd="sng">
                <a:solidFill>
                  <a:schemeClr val="tx1"/>
                </a:solidFill>
                <a:prstDash val="solid"/>
                <a:headEnd type="none" w="med" len="med"/>
                <a:tailEnd type="none" w="med" len="med"/>
              </a:ln>
            </p:spPr>
          </p:sp>
          <p:sp>
            <p:nvSpPr>
              <p:cNvPr id="143410" name="Rectangle 128"/>
              <p:cNvSpPr/>
              <p:nvPr/>
            </p:nvSpPr>
            <p:spPr>
              <a:xfrm>
                <a:off x="2092" y="1792"/>
                <a:ext cx="310"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43411" name="Oval 129"/>
              <p:cNvSpPr/>
              <p:nvPr/>
            </p:nvSpPr>
            <p:spPr>
              <a:xfrm>
                <a:off x="2089" y="1733"/>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43412" name="Group 130"/>
              <p:cNvGrpSpPr/>
              <p:nvPr/>
            </p:nvGrpSpPr>
            <p:grpSpPr>
              <a:xfrm>
                <a:off x="2144" y="1715"/>
                <a:ext cx="197" cy="212"/>
                <a:chOff x="2957" y="2459"/>
                <a:chExt cx="200" cy="212"/>
              </a:xfrm>
            </p:grpSpPr>
            <p:sp>
              <p:nvSpPr>
                <p:cNvPr id="143413" name="Rectangle 131"/>
                <p:cNvSpPr/>
                <p:nvPr/>
              </p:nvSpPr>
              <p:spPr>
                <a:xfrm>
                  <a:off x="2982" y="2490"/>
                  <a:ext cx="144" cy="1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43414" name="Text Box 132"/>
                <p:cNvSpPr txBox="1"/>
                <p:nvPr/>
              </p:nvSpPr>
              <p:spPr>
                <a:xfrm>
                  <a:off x="2957" y="2459"/>
                  <a:ext cx="200" cy="2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600" dirty="0">
                      <a:ea typeface="宋体" panose="02010600030101010101" pitchFamily="2" charset="-122"/>
                    </a:rPr>
                    <a:t>E</a:t>
                  </a:r>
                  <a:endParaRPr lang="en-US" altLang="zh-CN" sz="1600" dirty="0">
                    <a:latin typeface="Times New Roman" panose="02020603050405020304" pitchFamily="18" charset="0"/>
                    <a:ea typeface="宋体" panose="02010600030101010101" pitchFamily="2" charset="-122"/>
                  </a:endParaRPr>
                </a:p>
              </p:txBody>
            </p:sp>
          </p:grpSp>
        </p:grpSp>
        <p:sp>
          <p:nvSpPr>
            <p:cNvPr id="143380" name="Line 133"/>
            <p:cNvSpPr/>
            <p:nvPr/>
          </p:nvSpPr>
          <p:spPr>
            <a:xfrm flipH="1">
              <a:off x="3254" y="825"/>
              <a:ext cx="425" cy="873"/>
            </a:xfrm>
            <a:prstGeom prst="line">
              <a:avLst/>
            </a:prstGeom>
            <a:ln w="57150" cap="flat" cmpd="sng">
              <a:solidFill>
                <a:schemeClr val="tx1"/>
              </a:solidFill>
              <a:prstDash val="solid"/>
              <a:headEnd type="none" w="med" len="med"/>
              <a:tailEnd type="none" w="med" len="med"/>
            </a:ln>
          </p:spPr>
        </p:sp>
        <p:grpSp>
          <p:nvGrpSpPr>
            <p:cNvPr id="143381" name="Group 134"/>
            <p:cNvGrpSpPr/>
            <p:nvPr/>
          </p:nvGrpSpPr>
          <p:grpSpPr>
            <a:xfrm>
              <a:off x="3355" y="1093"/>
              <a:ext cx="316" cy="212"/>
              <a:chOff x="2089" y="1715"/>
              <a:chExt cx="316" cy="212"/>
            </a:xfrm>
          </p:grpSpPr>
          <p:sp>
            <p:nvSpPr>
              <p:cNvPr id="143399" name="Oval 135"/>
              <p:cNvSpPr/>
              <p:nvPr/>
            </p:nvSpPr>
            <p:spPr>
              <a:xfrm>
                <a:off x="2092" y="1799"/>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43400" name="Line 136"/>
              <p:cNvSpPr/>
              <p:nvPr/>
            </p:nvSpPr>
            <p:spPr>
              <a:xfrm>
                <a:off x="2092" y="1792"/>
                <a:ext cx="0" cy="50"/>
              </a:xfrm>
              <a:prstGeom prst="line">
                <a:avLst/>
              </a:prstGeom>
              <a:ln w="12700" cap="flat" cmpd="sng">
                <a:solidFill>
                  <a:schemeClr val="tx1"/>
                </a:solidFill>
                <a:prstDash val="solid"/>
                <a:headEnd type="none" w="med" len="med"/>
                <a:tailEnd type="none" w="med" len="med"/>
              </a:ln>
            </p:spPr>
          </p:sp>
          <p:sp>
            <p:nvSpPr>
              <p:cNvPr id="143401" name="Line 137"/>
              <p:cNvSpPr/>
              <p:nvPr/>
            </p:nvSpPr>
            <p:spPr>
              <a:xfrm>
                <a:off x="2405" y="1792"/>
                <a:ext cx="0" cy="50"/>
              </a:xfrm>
              <a:prstGeom prst="line">
                <a:avLst/>
              </a:prstGeom>
              <a:ln w="12700" cap="flat" cmpd="sng">
                <a:solidFill>
                  <a:schemeClr val="tx1"/>
                </a:solidFill>
                <a:prstDash val="solid"/>
                <a:headEnd type="none" w="med" len="med"/>
                <a:tailEnd type="none" w="med" len="med"/>
              </a:ln>
            </p:spPr>
          </p:sp>
          <p:sp>
            <p:nvSpPr>
              <p:cNvPr id="143402" name="Rectangle 138"/>
              <p:cNvSpPr/>
              <p:nvPr/>
            </p:nvSpPr>
            <p:spPr>
              <a:xfrm>
                <a:off x="2092" y="1792"/>
                <a:ext cx="310"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43403" name="Oval 139"/>
              <p:cNvSpPr/>
              <p:nvPr/>
            </p:nvSpPr>
            <p:spPr>
              <a:xfrm>
                <a:off x="2089" y="1733"/>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43404" name="Group 140"/>
              <p:cNvGrpSpPr/>
              <p:nvPr/>
            </p:nvGrpSpPr>
            <p:grpSpPr>
              <a:xfrm>
                <a:off x="2151" y="1715"/>
                <a:ext cx="182" cy="212"/>
                <a:chOff x="2964" y="2459"/>
                <a:chExt cx="185" cy="212"/>
              </a:xfrm>
            </p:grpSpPr>
            <p:sp>
              <p:nvSpPr>
                <p:cNvPr id="143405" name="Rectangle 141"/>
                <p:cNvSpPr/>
                <p:nvPr/>
              </p:nvSpPr>
              <p:spPr>
                <a:xfrm>
                  <a:off x="2982" y="2490"/>
                  <a:ext cx="144" cy="1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43406" name="Text Box 142"/>
                <p:cNvSpPr txBox="1"/>
                <p:nvPr/>
              </p:nvSpPr>
              <p:spPr>
                <a:xfrm>
                  <a:off x="2964" y="2459"/>
                  <a:ext cx="185" cy="2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600" dirty="0">
                      <a:ea typeface="宋体" panose="02010600030101010101" pitchFamily="2" charset="-122"/>
                    </a:rPr>
                    <a:t>c</a:t>
                  </a:r>
                  <a:endParaRPr lang="en-US" altLang="zh-CN" sz="1600" dirty="0">
                    <a:latin typeface="Times New Roman" panose="02020603050405020304" pitchFamily="18" charset="0"/>
                    <a:ea typeface="宋体" panose="02010600030101010101" pitchFamily="2" charset="-122"/>
                  </a:endParaRPr>
                </a:p>
              </p:txBody>
            </p:sp>
          </p:grpSp>
        </p:grpSp>
        <p:grpSp>
          <p:nvGrpSpPr>
            <p:cNvPr id="143382" name="Group 143"/>
            <p:cNvGrpSpPr/>
            <p:nvPr/>
          </p:nvGrpSpPr>
          <p:grpSpPr>
            <a:xfrm>
              <a:off x="3021" y="1632"/>
              <a:ext cx="316" cy="212"/>
              <a:chOff x="2089" y="1715"/>
              <a:chExt cx="316" cy="212"/>
            </a:xfrm>
          </p:grpSpPr>
          <p:sp>
            <p:nvSpPr>
              <p:cNvPr id="143391" name="Oval 144"/>
              <p:cNvSpPr/>
              <p:nvPr/>
            </p:nvSpPr>
            <p:spPr>
              <a:xfrm>
                <a:off x="2092" y="1799"/>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43392" name="Line 145"/>
              <p:cNvSpPr/>
              <p:nvPr/>
            </p:nvSpPr>
            <p:spPr>
              <a:xfrm>
                <a:off x="2092" y="1792"/>
                <a:ext cx="0" cy="50"/>
              </a:xfrm>
              <a:prstGeom prst="line">
                <a:avLst/>
              </a:prstGeom>
              <a:ln w="12700" cap="flat" cmpd="sng">
                <a:solidFill>
                  <a:schemeClr val="tx1"/>
                </a:solidFill>
                <a:prstDash val="solid"/>
                <a:headEnd type="none" w="med" len="med"/>
                <a:tailEnd type="none" w="med" len="med"/>
              </a:ln>
            </p:spPr>
          </p:sp>
          <p:sp>
            <p:nvSpPr>
              <p:cNvPr id="143393" name="Line 146"/>
              <p:cNvSpPr/>
              <p:nvPr/>
            </p:nvSpPr>
            <p:spPr>
              <a:xfrm>
                <a:off x="2405" y="1792"/>
                <a:ext cx="0" cy="50"/>
              </a:xfrm>
              <a:prstGeom prst="line">
                <a:avLst/>
              </a:prstGeom>
              <a:ln w="12700" cap="flat" cmpd="sng">
                <a:solidFill>
                  <a:schemeClr val="tx1"/>
                </a:solidFill>
                <a:prstDash val="solid"/>
                <a:headEnd type="none" w="med" len="med"/>
                <a:tailEnd type="none" w="med" len="med"/>
              </a:ln>
            </p:spPr>
          </p:sp>
          <p:sp>
            <p:nvSpPr>
              <p:cNvPr id="143394" name="Rectangle 147"/>
              <p:cNvSpPr/>
              <p:nvPr/>
            </p:nvSpPr>
            <p:spPr>
              <a:xfrm>
                <a:off x="2092" y="1792"/>
                <a:ext cx="310"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43395" name="Oval 148"/>
              <p:cNvSpPr/>
              <p:nvPr/>
            </p:nvSpPr>
            <p:spPr>
              <a:xfrm>
                <a:off x="2089" y="1733"/>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43396" name="Group 149"/>
              <p:cNvGrpSpPr/>
              <p:nvPr/>
            </p:nvGrpSpPr>
            <p:grpSpPr>
              <a:xfrm>
                <a:off x="2145" y="1715"/>
                <a:ext cx="194" cy="212"/>
                <a:chOff x="2958" y="2459"/>
                <a:chExt cx="197" cy="212"/>
              </a:xfrm>
            </p:grpSpPr>
            <p:sp>
              <p:nvSpPr>
                <p:cNvPr id="143397" name="Rectangle 150"/>
                <p:cNvSpPr/>
                <p:nvPr/>
              </p:nvSpPr>
              <p:spPr>
                <a:xfrm>
                  <a:off x="2982" y="2490"/>
                  <a:ext cx="144" cy="1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43398" name="Text Box 151"/>
                <p:cNvSpPr txBox="1"/>
                <p:nvPr/>
              </p:nvSpPr>
              <p:spPr>
                <a:xfrm>
                  <a:off x="2958" y="2459"/>
                  <a:ext cx="197" cy="2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600" dirty="0">
                      <a:ea typeface="宋体" panose="02010600030101010101" pitchFamily="2" charset="-122"/>
                    </a:rPr>
                    <a:t>F</a:t>
                  </a:r>
                  <a:endParaRPr lang="en-US" altLang="zh-CN" sz="1600" dirty="0">
                    <a:latin typeface="Times New Roman" panose="02020603050405020304" pitchFamily="18" charset="0"/>
                    <a:ea typeface="宋体" panose="02010600030101010101" pitchFamily="2" charset="-122"/>
                  </a:endParaRPr>
                </a:p>
              </p:txBody>
            </p:sp>
          </p:grpSp>
        </p:grpSp>
        <p:sp>
          <p:nvSpPr>
            <p:cNvPr id="143383" name="Line 152"/>
            <p:cNvSpPr/>
            <p:nvPr/>
          </p:nvSpPr>
          <p:spPr>
            <a:xfrm flipH="1">
              <a:off x="3500" y="837"/>
              <a:ext cx="101" cy="235"/>
            </a:xfrm>
            <a:prstGeom prst="line">
              <a:avLst/>
            </a:prstGeom>
            <a:ln w="9525" cap="flat" cmpd="sng">
              <a:solidFill>
                <a:schemeClr val="tx1"/>
              </a:solidFill>
              <a:prstDash val="solid"/>
              <a:headEnd type="none" w="med" len="med"/>
              <a:tailEnd type="triangle" w="med" len="med"/>
            </a:ln>
          </p:spPr>
        </p:sp>
        <p:sp>
          <p:nvSpPr>
            <p:cNvPr id="143384" name="Line 153"/>
            <p:cNvSpPr/>
            <p:nvPr/>
          </p:nvSpPr>
          <p:spPr>
            <a:xfrm flipH="1">
              <a:off x="3260" y="1325"/>
              <a:ext cx="101" cy="235"/>
            </a:xfrm>
            <a:prstGeom prst="line">
              <a:avLst/>
            </a:prstGeom>
            <a:ln w="9525" cap="flat" cmpd="sng">
              <a:solidFill>
                <a:schemeClr val="tx1"/>
              </a:solidFill>
              <a:prstDash val="solid"/>
              <a:headEnd type="none" w="med" len="med"/>
              <a:tailEnd type="triangle" w="med" len="med"/>
            </a:ln>
          </p:spPr>
        </p:sp>
        <p:sp>
          <p:nvSpPr>
            <p:cNvPr id="143385" name="Line 154"/>
            <p:cNvSpPr/>
            <p:nvPr/>
          </p:nvSpPr>
          <p:spPr>
            <a:xfrm>
              <a:off x="3921" y="767"/>
              <a:ext cx="179" cy="184"/>
            </a:xfrm>
            <a:prstGeom prst="line">
              <a:avLst/>
            </a:prstGeom>
            <a:ln w="9525" cap="flat" cmpd="sng">
              <a:solidFill>
                <a:schemeClr val="tx1"/>
              </a:solidFill>
              <a:prstDash val="solid"/>
              <a:headEnd type="triangle" w="med" len="med"/>
              <a:tailEnd type="none" w="med" len="med"/>
            </a:ln>
          </p:spPr>
        </p:sp>
        <p:sp>
          <p:nvSpPr>
            <p:cNvPr id="143386" name="Line 155"/>
            <p:cNvSpPr/>
            <p:nvPr/>
          </p:nvSpPr>
          <p:spPr>
            <a:xfrm>
              <a:off x="4285" y="1160"/>
              <a:ext cx="142" cy="278"/>
            </a:xfrm>
            <a:prstGeom prst="line">
              <a:avLst/>
            </a:prstGeom>
            <a:ln w="9525" cap="flat" cmpd="sng">
              <a:solidFill>
                <a:schemeClr val="tx1"/>
              </a:solidFill>
              <a:prstDash val="solid"/>
              <a:headEnd type="triangle" w="med" len="med"/>
              <a:tailEnd type="none" w="med" len="med"/>
            </a:ln>
          </p:spPr>
        </p:sp>
        <p:sp>
          <p:nvSpPr>
            <p:cNvPr id="143387" name="Line 156"/>
            <p:cNvSpPr/>
            <p:nvPr/>
          </p:nvSpPr>
          <p:spPr>
            <a:xfrm>
              <a:off x="4537" y="1668"/>
              <a:ext cx="112" cy="223"/>
            </a:xfrm>
            <a:prstGeom prst="line">
              <a:avLst/>
            </a:prstGeom>
            <a:ln w="9525" cap="flat" cmpd="sng">
              <a:solidFill>
                <a:schemeClr val="tx1"/>
              </a:solidFill>
              <a:prstDash val="solid"/>
              <a:headEnd type="none" w="med" len="med"/>
              <a:tailEnd type="triangle" w="med" len="med"/>
            </a:ln>
          </p:spPr>
        </p:sp>
        <p:sp>
          <p:nvSpPr>
            <p:cNvPr id="143388" name="Line 157"/>
            <p:cNvSpPr/>
            <p:nvPr/>
          </p:nvSpPr>
          <p:spPr>
            <a:xfrm>
              <a:off x="3625" y="1313"/>
              <a:ext cx="109" cy="265"/>
            </a:xfrm>
            <a:prstGeom prst="line">
              <a:avLst/>
            </a:prstGeom>
            <a:ln w="9525" cap="flat" cmpd="sng">
              <a:solidFill>
                <a:schemeClr val="tx1"/>
              </a:solidFill>
              <a:prstDash val="solid"/>
              <a:headEnd type="none" w="med" len="med"/>
              <a:tailEnd type="triangle" w="med" len="med"/>
            </a:ln>
          </p:spPr>
        </p:sp>
        <p:sp>
          <p:nvSpPr>
            <p:cNvPr id="143389" name="Text Box 158"/>
            <p:cNvSpPr txBox="1"/>
            <p:nvPr/>
          </p:nvSpPr>
          <p:spPr>
            <a:xfrm>
              <a:off x="547" y="2140"/>
              <a:ext cx="1940"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eaLnBrk="1" hangingPunct="1">
                <a:spcBef>
                  <a:spcPct val="0"/>
                </a:spcBef>
                <a:buClrTx/>
                <a:buSzTx/>
                <a:buFontTx/>
                <a:buNone/>
              </a:pPr>
              <a:r>
                <a:rPr lang="en-US" altLang="zh-CN" sz="1800" b="1" dirty="0">
                  <a:latin typeface="Arial" panose="020B0604020202020204" pitchFamily="34" charset="0"/>
                  <a:ea typeface="宋体" panose="02010600030101010101" pitchFamily="2" charset="-122"/>
                </a:rPr>
                <a:t>(a) Broadcast initiated at A</a:t>
              </a:r>
              <a:endParaRPr lang="en-US" altLang="zh-CN" sz="1800" dirty="0">
                <a:latin typeface="Arial" panose="020B0604020202020204" pitchFamily="34" charset="0"/>
                <a:ea typeface="宋体" panose="02010600030101010101" pitchFamily="2" charset="-122"/>
              </a:endParaRPr>
            </a:p>
          </p:txBody>
        </p:sp>
        <p:sp>
          <p:nvSpPr>
            <p:cNvPr id="143390" name="Text Box 159"/>
            <p:cNvSpPr txBox="1"/>
            <p:nvPr/>
          </p:nvSpPr>
          <p:spPr>
            <a:xfrm>
              <a:off x="3019" y="2116"/>
              <a:ext cx="1948"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eaLnBrk="1" hangingPunct="1">
                <a:spcBef>
                  <a:spcPct val="0"/>
                </a:spcBef>
                <a:buClrTx/>
                <a:buSzTx/>
                <a:buFontTx/>
                <a:buNone/>
              </a:pPr>
              <a:r>
                <a:rPr lang="en-US" altLang="zh-CN" sz="1800" b="1" dirty="0">
                  <a:latin typeface="Arial" panose="020B0604020202020204" pitchFamily="34" charset="0"/>
                  <a:ea typeface="宋体" panose="02010600030101010101" pitchFamily="2" charset="-122"/>
                </a:rPr>
                <a:t>(b) Broadcast initiated at D</a:t>
              </a:r>
              <a:endParaRPr lang="en-US" altLang="zh-CN" sz="1800" dirty="0">
                <a:latin typeface="Arial" panose="020B0604020202020204" pitchFamily="34" charset="0"/>
                <a:ea typeface="宋体" panose="02010600030101010101" pitchFamily="2" charset="-122"/>
              </a:endParaRPr>
            </a:p>
          </p:txBody>
        </p:sp>
      </p:grpSp>
      <p:sp>
        <p:nvSpPr>
          <p:cNvPr id="143365" name="Rectangle 161"/>
          <p:cNvSpPr>
            <a:spLocks noGrp="1"/>
          </p:cNvSpPr>
          <p:nvPr>
            <p:ph type="title"/>
          </p:nvPr>
        </p:nvSpPr>
        <p:spPr/>
        <p:txBody>
          <a:bodyPr vert="horz" wrap="square" lIns="91440" tIns="45720" rIns="91440" bIns="45720" anchor="ctr" anchorCtr="0"/>
          <a:p>
            <a:r>
              <a:rPr lang="en-US" altLang="zh-CN" dirty="0">
                <a:ea typeface="宋体" panose="02010600030101010101" pitchFamily="2" charset="-122"/>
              </a:rPr>
              <a:t>Spanning Tree</a:t>
            </a:r>
            <a:endParaRPr lang="en-US" altLang="zh-CN" dirty="0">
              <a:ea typeface="宋体" panose="02010600030101010101" pitchFamily="2" charset="-122"/>
            </a:endParaRPr>
          </a:p>
        </p:txBody>
      </p:sp>
      <p:sp>
        <p:nvSpPr>
          <p:cNvPr id="143366" name="Rectangle 162"/>
          <p:cNvSpPr>
            <a:spLocks noGrp="1"/>
          </p:cNvSpPr>
          <p:nvPr>
            <p:ph idx="1"/>
          </p:nvPr>
        </p:nvSpPr>
        <p:spPr>
          <a:xfrm>
            <a:off x="533400" y="1600200"/>
            <a:ext cx="7772400" cy="1854200"/>
          </a:xfrm>
        </p:spPr>
        <p:txBody>
          <a:bodyPr vert="horz" wrap="square" lIns="91440" tIns="45720" rIns="91440" bIns="45720" anchor="t" anchorCtr="0"/>
          <a:p>
            <a:r>
              <a:rPr lang="en-US" altLang="zh-CN" dirty="0">
                <a:ea typeface="宋体" panose="02010600030101010101" pitchFamily="2" charset="-122"/>
              </a:rPr>
              <a:t>First construct a spanning tree</a:t>
            </a:r>
            <a:endParaRPr lang="en-US" altLang="zh-CN" dirty="0">
              <a:ea typeface="宋体" panose="02010600030101010101" pitchFamily="2" charset="-122"/>
            </a:endParaRPr>
          </a:p>
          <a:p>
            <a:r>
              <a:rPr lang="en-US" altLang="zh-CN" dirty="0">
                <a:ea typeface="宋体" panose="02010600030101010101" pitchFamily="2" charset="-122"/>
              </a:rPr>
              <a:t>Nodes forward copies only along spanning tree</a:t>
            </a:r>
            <a:endParaRPr lang="en-US" altLang="zh-CN" dirty="0">
              <a:ea typeface="宋体" panose="02010600030101010101" pitchFamily="2" charset="-122"/>
            </a:endParaRP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4386" name="页脚占位符 4"/>
          <p:cNvSpPr txBox="1">
            <a:spLocks noGrp="1"/>
          </p:cNvSpPr>
          <p:nvPr>
            <p:ph type="ftr" sz="quarter" idx="11"/>
          </p:nvPr>
        </p:nvSpPr>
        <p:spPr/>
        <p:txBody>
          <a:bodyPr/>
          <a:p>
            <a:pPr marL="0" indent="0" algn="r">
              <a:spcBef>
                <a:spcPct val="0"/>
              </a:spcBef>
              <a:buClrTx/>
              <a:buSzTx/>
              <a:buFontTx/>
              <a:buNone/>
            </a:pPr>
            <a:r>
              <a:rPr lang="en-US" altLang="zh-CN" sz="1400" dirty="0">
                <a:ea typeface="宋体" panose="02010600030101010101" pitchFamily="2" charset="-122"/>
              </a:rPr>
              <a:t>Network Layer</a:t>
            </a:r>
            <a:endParaRPr lang="en-US" altLang="zh-CN" sz="1400" dirty="0">
              <a:latin typeface="Times New Roman" panose="02020603050405020304" pitchFamily="18" charset="0"/>
              <a:ea typeface="宋体" panose="02010600030101010101" pitchFamily="2" charset="-122"/>
            </a:endParaRPr>
          </a:p>
        </p:txBody>
      </p:sp>
      <p:sp>
        <p:nvSpPr>
          <p:cNvPr id="144387" name="灯片编号占位符 5"/>
          <p:cNvSpPr txBox="1">
            <a:spLocks noGrp="1"/>
          </p:cNvSpPr>
          <p:nvPr>
            <p:ph type="sldNum" sz="quarter" idx="12"/>
          </p:nvPr>
        </p:nvSpPr>
        <p:spPr/>
        <p:txBody>
          <a:bodyPr/>
          <a:p>
            <a:pPr marL="0" indent="0" algn="r">
              <a:spcBef>
                <a:spcPct val="0"/>
              </a:spcBef>
              <a:buClrTx/>
              <a:buSzTx/>
              <a:buFontTx/>
              <a:buNone/>
            </a:pPr>
            <a:r>
              <a:rPr lang="en-US" altLang="zh-CN" sz="1400" dirty="0">
                <a:ea typeface="宋体" panose="02010600030101010101" pitchFamily="2" charset="-122"/>
              </a:rPr>
              <a:t>4-</a:t>
            </a: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144388" name="Line 4"/>
          <p:cNvSpPr/>
          <p:nvPr/>
        </p:nvSpPr>
        <p:spPr>
          <a:xfrm>
            <a:off x="2949575" y="4105275"/>
            <a:ext cx="338138" cy="677863"/>
          </a:xfrm>
          <a:prstGeom prst="line">
            <a:avLst/>
          </a:prstGeom>
          <a:ln w="12700" cap="flat" cmpd="sng">
            <a:solidFill>
              <a:schemeClr val="tx1"/>
            </a:solidFill>
            <a:prstDash val="solid"/>
            <a:headEnd type="none" w="med" len="med"/>
            <a:tailEnd type="none" w="med" len="med"/>
          </a:ln>
        </p:spPr>
      </p:sp>
      <p:sp>
        <p:nvSpPr>
          <p:cNvPr id="144389" name="Line 5"/>
          <p:cNvSpPr/>
          <p:nvPr/>
        </p:nvSpPr>
        <p:spPr>
          <a:xfrm>
            <a:off x="3305175" y="4805363"/>
            <a:ext cx="342900" cy="757237"/>
          </a:xfrm>
          <a:prstGeom prst="line">
            <a:avLst/>
          </a:prstGeom>
          <a:ln w="12700" cap="flat" cmpd="sng">
            <a:solidFill>
              <a:schemeClr val="tx1"/>
            </a:solidFill>
            <a:prstDash val="solid"/>
            <a:headEnd type="none" w="med" len="med"/>
            <a:tailEnd type="none" w="med" len="med"/>
          </a:ln>
        </p:spPr>
      </p:sp>
      <p:sp>
        <p:nvSpPr>
          <p:cNvPr id="144390" name="Line 6"/>
          <p:cNvSpPr/>
          <p:nvPr/>
        </p:nvSpPr>
        <p:spPr>
          <a:xfrm flipH="1">
            <a:off x="2532063" y="4878388"/>
            <a:ext cx="601662" cy="193675"/>
          </a:xfrm>
          <a:prstGeom prst="line">
            <a:avLst/>
          </a:prstGeom>
          <a:ln w="12700" cap="flat" cmpd="sng">
            <a:solidFill>
              <a:schemeClr val="tx1"/>
            </a:solidFill>
            <a:prstDash val="solid"/>
            <a:headEnd type="none" w="med" len="med"/>
            <a:tailEnd type="none" w="med" len="med"/>
          </a:ln>
        </p:spPr>
      </p:sp>
      <p:sp>
        <p:nvSpPr>
          <p:cNvPr id="144391" name="Line 7"/>
          <p:cNvSpPr/>
          <p:nvPr/>
        </p:nvSpPr>
        <p:spPr>
          <a:xfrm flipH="1">
            <a:off x="1476375" y="5151438"/>
            <a:ext cx="735013" cy="0"/>
          </a:xfrm>
          <a:prstGeom prst="line">
            <a:avLst/>
          </a:prstGeom>
          <a:ln w="12700" cap="flat" cmpd="sng">
            <a:solidFill>
              <a:schemeClr val="tx1"/>
            </a:solidFill>
            <a:prstDash val="solid"/>
            <a:headEnd type="none" w="med" len="med"/>
            <a:tailEnd type="none" w="med" len="med"/>
          </a:ln>
        </p:spPr>
      </p:sp>
      <p:sp>
        <p:nvSpPr>
          <p:cNvPr id="144392" name="Line 8"/>
          <p:cNvSpPr/>
          <p:nvPr/>
        </p:nvSpPr>
        <p:spPr>
          <a:xfrm flipH="1" flipV="1">
            <a:off x="1911350" y="4338638"/>
            <a:ext cx="271463" cy="719137"/>
          </a:xfrm>
          <a:prstGeom prst="line">
            <a:avLst/>
          </a:prstGeom>
          <a:ln w="12700" cap="flat" cmpd="sng">
            <a:solidFill>
              <a:schemeClr val="tx1"/>
            </a:solidFill>
            <a:prstDash val="solid"/>
            <a:headEnd type="none" w="med" len="med"/>
            <a:tailEnd type="none" w="med" len="med"/>
          </a:ln>
        </p:spPr>
      </p:sp>
      <p:sp>
        <p:nvSpPr>
          <p:cNvPr id="144393" name="Line 9"/>
          <p:cNvSpPr/>
          <p:nvPr/>
        </p:nvSpPr>
        <p:spPr>
          <a:xfrm flipV="1">
            <a:off x="2082800" y="4097338"/>
            <a:ext cx="669925" cy="193675"/>
          </a:xfrm>
          <a:prstGeom prst="line">
            <a:avLst/>
          </a:prstGeom>
          <a:ln w="12700" cap="flat" cmpd="sng">
            <a:solidFill>
              <a:schemeClr val="tx1"/>
            </a:solidFill>
            <a:prstDash val="solid"/>
            <a:headEnd type="none" w="med" len="med"/>
            <a:tailEnd type="none" w="med" len="med"/>
          </a:ln>
        </p:spPr>
      </p:sp>
      <p:sp>
        <p:nvSpPr>
          <p:cNvPr id="144394" name="Line 10"/>
          <p:cNvSpPr/>
          <p:nvPr/>
        </p:nvSpPr>
        <p:spPr>
          <a:xfrm>
            <a:off x="2435225" y="3641725"/>
            <a:ext cx="442913" cy="409575"/>
          </a:xfrm>
          <a:prstGeom prst="line">
            <a:avLst/>
          </a:prstGeom>
          <a:ln w="12700" cap="flat" cmpd="sng">
            <a:solidFill>
              <a:schemeClr val="tx1"/>
            </a:solidFill>
            <a:prstDash val="solid"/>
            <a:headEnd type="none" w="med" len="med"/>
            <a:tailEnd type="none" w="med" len="med"/>
          </a:ln>
        </p:spPr>
      </p:sp>
      <p:grpSp>
        <p:nvGrpSpPr>
          <p:cNvPr id="144395" name="Group 11"/>
          <p:cNvGrpSpPr/>
          <p:nvPr/>
        </p:nvGrpSpPr>
        <p:grpSpPr>
          <a:xfrm>
            <a:off x="1982788" y="3427413"/>
            <a:ext cx="501650" cy="336550"/>
            <a:chOff x="2089" y="1715"/>
            <a:chExt cx="316" cy="212"/>
          </a:xfrm>
        </p:grpSpPr>
        <p:sp>
          <p:nvSpPr>
            <p:cNvPr id="144542" name="Oval 12"/>
            <p:cNvSpPr/>
            <p:nvPr/>
          </p:nvSpPr>
          <p:spPr>
            <a:xfrm>
              <a:off x="2092" y="1799"/>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44543" name="Line 13"/>
            <p:cNvSpPr/>
            <p:nvPr/>
          </p:nvSpPr>
          <p:spPr>
            <a:xfrm>
              <a:off x="2092" y="1792"/>
              <a:ext cx="0" cy="50"/>
            </a:xfrm>
            <a:prstGeom prst="line">
              <a:avLst/>
            </a:prstGeom>
            <a:ln w="12700" cap="flat" cmpd="sng">
              <a:solidFill>
                <a:schemeClr val="tx1"/>
              </a:solidFill>
              <a:prstDash val="solid"/>
              <a:headEnd type="none" w="med" len="med"/>
              <a:tailEnd type="none" w="med" len="med"/>
            </a:ln>
          </p:spPr>
        </p:sp>
        <p:sp>
          <p:nvSpPr>
            <p:cNvPr id="144544" name="Line 14"/>
            <p:cNvSpPr/>
            <p:nvPr/>
          </p:nvSpPr>
          <p:spPr>
            <a:xfrm>
              <a:off x="2405" y="1792"/>
              <a:ext cx="0" cy="50"/>
            </a:xfrm>
            <a:prstGeom prst="line">
              <a:avLst/>
            </a:prstGeom>
            <a:ln w="12700" cap="flat" cmpd="sng">
              <a:solidFill>
                <a:schemeClr val="tx1"/>
              </a:solidFill>
              <a:prstDash val="solid"/>
              <a:headEnd type="none" w="med" len="med"/>
              <a:tailEnd type="none" w="med" len="med"/>
            </a:ln>
          </p:spPr>
        </p:sp>
        <p:sp>
          <p:nvSpPr>
            <p:cNvPr id="144545" name="Rectangle 15"/>
            <p:cNvSpPr/>
            <p:nvPr/>
          </p:nvSpPr>
          <p:spPr>
            <a:xfrm>
              <a:off x="2092" y="1792"/>
              <a:ext cx="310"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44546" name="Oval 16"/>
            <p:cNvSpPr/>
            <p:nvPr/>
          </p:nvSpPr>
          <p:spPr>
            <a:xfrm>
              <a:off x="2089" y="1733"/>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44547" name="Group 17"/>
            <p:cNvGrpSpPr/>
            <p:nvPr/>
          </p:nvGrpSpPr>
          <p:grpSpPr>
            <a:xfrm>
              <a:off x="2138" y="1715"/>
              <a:ext cx="210" cy="212"/>
              <a:chOff x="2951" y="2459"/>
              <a:chExt cx="213" cy="212"/>
            </a:xfrm>
          </p:grpSpPr>
          <p:sp>
            <p:nvSpPr>
              <p:cNvPr id="144548" name="Rectangle 18"/>
              <p:cNvSpPr/>
              <p:nvPr/>
            </p:nvSpPr>
            <p:spPr>
              <a:xfrm>
                <a:off x="2982" y="2490"/>
                <a:ext cx="144" cy="1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44549" name="Text Box 19"/>
              <p:cNvSpPr txBox="1"/>
              <p:nvPr/>
            </p:nvSpPr>
            <p:spPr>
              <a:xfrm>
                <a:off x="2951" y="2459"/>
                <a:ext cx="213" cy="2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600" dirty="0">
                    <a:ea typeface="宋体" panose="02010600030101010101" pitchFamily="2" charset="-122"/>
                  </a:rPr>
                  <a:t>A</a:t>
                </a:r>
                <a:endParaRPr lang="en-US" altLang="zh-CN" sz="1600" dirty="0">
                  <a:latin typeface="Times New Roman" panose="02020603050405020304" pitchFamily="18" charset="0"/>
                  <a:ea typeface="宋体" panose="02010600030101010101" pitchFamily="2" charset="-122"/>
                </a:endParaRPr>
              </a:p>
            </p:txBody>
          </p:sp>
        </p:grpSp>
      </p:grpSp>
      <p:grpSp>
        <p:nvGrpSpPr>
          <p:cNvPr id="144396" name="Group 20"/>
          <p:cNvGrpSpPr/>
          <p:nvPr/>
        </p:nvGrpSpPr>
        <p:grpSpPr>
          <a:xfrm>
            <a:off x="2693988" y="3935413"/>
            <a:ext cx="501650" cy="336550"/>
            <a:chOff x="2089" y="1715"/>
            <a:chExt cx="316" cy="212"/>
          </a:xfrm>
        </p:grpSpPr>
        <p:sp>
          <p:nvSpPr>
            <p:cNvPr id="144534" name="Oval 21"/>
            <p:cNvSpPr/>
            <p:nvPr/>
          </p:nvSpPr>
          <p:spPr>
            <a:xfrm>
              <a:off x="2092" y="1799"/>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44535" name="Line 22"/>
            <p:cNvSpPr/>
            <p:nvPr/>
          </p:nvSpPr>
          <p:spPr>
            <a:xfrm>
              <a:off x="2092" y="1792"/>
              <a:ext cx="0" cy="50"/>
            </a:xfrm>
            <a:prstGeom prst="line">
              <a:avLst/>
            </a:prstGeom>
            <a:ln w="12700" cap="flat" cmpd="sng">
              <a:solidFill>
                <a:schemeClr val="tx1"/>
              </a:solidFill>
              <a:prstDash val="solid"/>
              <a:headEnd type="none" w="med" len="med"/>
              <a:tailEnd type="none" w="med" len="med"/>
            </a:ln>
          </p:spPr>
        </p:sp>
        <p:sp>
          <p:nvSpPr>
            <p:cNvPr id="144536" name="Line 23"/>
            <p:cNvSpPr/>
            <p:nvPr/>
          </p:nvSpPr>
          <p:spPr>
            <a:xfrm>
              <a:off x="2405" y="1792"/>
              <a:ext cx="0" cy="50"/>
            </a:xfrm>
            <a:prstGeom prst="line">
              <a:avLst/>
            </a:prstGeom>
            <a:ln w="12700" cap="flat" cmpd="sng">
              <a:solidFill>
                <a:schemeClr val="tx1"/>
              </a:solidFill>
              <a:prstDash val="solid"/>
              <a:headEnd type="none" w="med" len="med"/>
              <a:tailEnd type="none" w="med" len="med"/>
            </a:ln>
          </p:spPr>
        </p:sp>
        <p:sp>
          <p:nvSpPr>
            <p:cNvPr id="144537" name="Rectangle 24"/>
            <p:cNvSpPr/>
            <p:nvPr/>
          </p:nvSpPr>
          <p:spPr>
            <a:xfrm>
              <a:off x="2092" y="1792"/>
              <a:ext cx="310"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44538" name="Oval 25"/>
            <p:cNvSpPr/>
            <p:nvPr/>
          </p:nvSpPr>
          <p:spPr>
            <a:xfrm>
              <a:off x="2089" y="1733"/>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44539" name="Group 26"/>
            <p:cNvGrpSpPr/>
            <p:nvPr/>
          </p:nvGrpSpPr>
          <p:grpSpPr>
            <a:xfrm>
              <a:off x="2144" y="1715"/>
              <a:ext cx="197" cy="212"/>
              <a:chOff x="2957" y="2459"/>
              <a:chExt cx="200" cy="212"/>
            </a:xfrm>
          </p:grpSpPr>
          <p:sp>
            <p:nvSpPr>
              <p:cNvPr id="144540" name="Rectangle 27"/>
              <p:cNvSpPr/>
              <p:nvPr/>
            </p:nvSpPr>
            <p:spPr>
              <a:xfrm>
                <a:off x="2982" y="2490"/>
                <a:ext cx="144" cy="1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44541" name="Text Box 28"/>
              <p:cNvSpPr txBox="1"/>
              <p:nvPr/>
            </p:nvSpPr>
            <p:spPr>
              <a:xfrm>
                <a:off x="2957" y="2459"/>
                <a:ext cx="200" cy="2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600" dirty="0">
                    <a:ea typeface="宋体" panose="02010600030101010101" pitchFamily="2" charset="-122"/>
                  </a:rPr>
                  <a:t>B</a:t>
                </a:r>
                <a:endParaRPr lang="en-US" altLang="zh-CN" sz="1600" dirty="0">
                  <a:latin typeface="Times New Roman" panose="02020603050405020304" pitchFamily="18" charset="0"/>
                  <a:ea typeface="宋体" panose="02010600030101010101" pitchFamily="2" charset="-122"/>
                </a:endParaRPr>
              </a:p>
            </p:txBody>
          </p:sp>
        </p:grpSp>
      </p:grpSp>
      <p:grpSp>
        <p:nvGrpSpPr>
          <p:cNvPr id="144397" name="Group 29"/>
          <p:cNvGrpSpPr/>
          <p:nvPr/>
        </p:nvGrpSpPr>
        <p:grpSpPr>
          <a:xfrm>
            <a:off x="3446463" y="5443538"/>
            <a:ext cx="501650" cy="336550"/>
            <a:chOff x="2089" y="1715"/>
            <a:chExt cx="316" cy="212"/>
          </a:xfrm>
        </p:grpSpPr>
        <p:sp>
          <p:nvSpPr>
            <p:cNvPr id="144526" name="Oval 30"/>
            <p:cNvSpPr/>
            <p:nvPr/>
          </p:nvSpPr>
          <p:spPr>
            <a:xfrm>
              <a:off x="2092" y="1799"/>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44527" name="Line 31"/>
            <p:cNvSpPr/>
            <p:nvPr/>
          </p:nvSpPr>
          <p:spPr>
            <a:xfrm>
              <a:off x="2092" y="1792"/>
              <a:ext cx="0" cy="50"/>
            </a:xfrm>
            <a:prstGeom prst="line">
              <a:avLst/>
            </a:prstGeom>
            <a:ln w="12700" cap="flat" cmpd="sng">
              <a:solidFill>
                <a:schemeClr val="tx1"/>
              </a:solidFill>
              <a:prstDash val="solid"/>
              <a:headEnd type="none" w="med" len="med"/>
              <a:tailEnd type="none" w="med" len="med"/>
            </a:ln>
          </p:spPr>
        </p:sp>
        <p:sp>
          <p:nvSpPr>
            <p:cNvPr id="144528" name="Line 32"/>
            <p:cNvSpPr/>
            <p:nvPr/>
          </p:nvSpPr>
          <p:spPr>
            <a:xfrm>
              <a:off x="2405" y="1792"/>
              <a:ext cx="0" cy="50"/>
            </a:xfrm>
            <a:prstGeom prst="line">
              <a:avLst/>
            </a:prstGeom>
            <a:ln w="12700" cap="flat" cmpd="sng">
              <a:solidFill>
                <a:schemeClr val="tx1"/>
              </a:solidFill>
              <a:prstDash val="solid"/>
              <a:headEnd type="none" w="med" len="med"/>
              <a:tailEnd type="none" w="med" len="med"/>
            </a:ln>
          </p:spPr>
        </p:sp>
        <p:sp>
          <p:nvSpPr>
            <p:cNvPr id="144529" name="Rectangle 33"/>
            <p:cNvSpPr/>
            <p:nvPr/>
          </p:nvSpPr>
          <p:spPr>
            <a:xfrm>
              <a:off x="2092" y="1792"/>
              <a:ext cx="310"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44530" name="Oval 34"/>
            <p:cNvSpPr/>
            <p:nvPr/>
          </p:nvSpPr>
          <p:spPr>
            <a:xfrm>
              <a:off x="2089" y="1733"/>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44531" name="Group 35"/>
            <p:cNvGrpSpPr/>
            <p:nvPr/>
          </p:nvGrpSpPr>
          <p:grpSpPr>
            <a:xfrm>
              <a:off x="2141" y="1715"/>
              <a:ext cx="203" cy="212"/>
              <a:chOff x="2954" y="2459"/>
              <a:chExt cx="206" cy="212"/>
            </a:xfrm>
          </p:grpSpPr>
          <p:sp>
            <p:nvSpPr>
              <p:cNvPr id="144532" name="Rectangle 36"/>
              <p:cNvSpPr/>
              <p:nvPr/>
            </p:nvSpPr>
            <p:spPr>
              <a:xfrm>
                <a:off x="2982" y="2490"/>
                <a:ext cx="144" cy="1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44533" name="Text Box 37"/>
              <p:cNvSpPr txBox="1"/>
              <p:nvPr/>
            </p:nvSpPr>
            <p:spPr>
              <a:xfrm>
                <a:off x="2954" y="2459"/>
                <a:ext cx="206" cy="2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600" dirty="0">
                    <a:ea typeface="宋体" panose="02010600030101010101" pitchFamily="2" charset="-122"/>
                  </a:rPr>
                  <a:t>G</a:t>
                </a:r>
                <a:endParaRPr lang="en-US" altLang="zh-CN" sz="1600" dirty="0">
                  <a:latin typeface="Times New Roman" panose="02020603050405020304" pitchFamily="18" charset="0"/>
                  <a:ea typeface="宋体" panose="02010600030101010101" pitchFamily="2" charset="-122"/>
                </a:endParaRPr>
              </a:p>
            </p:txBody>
          </p:sp>
        </p:grpSp>
      </p:grpSp>
      <p:grpSp>
        <p:nvGrpSpPr>
          <p:cNvPr id="144398" name="Group 38"/>
          <p:cNvGrpSpPr/>
          <p:nvPr/>
        </p:nvGrpSpPr>
        <p:grpSpPr>
          <a:xfrm>
            <a:off x="3109913" y="4716463"/>
            <a:ext cx="501650" cy="336550"/>
            <a:chOff x="2089" y="1715"/>
            <a:chExt cx="316" cy="212"/>
          </a:xfrm>
        </p:grpSpPr>
        <p:sp>
          <p:nvSpPr>
            <p:cNvPr id="144518" name="Oval 39"/>
            <p:cNvSpPr/>
            <p:nvPr/>
          </p:nvSpPr>
          <p:spPr>
            <a:xfrm>
              <a:off x="2092" y="1799"/>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44519" name="Line 40"/>
            <p:cNvSpPr/>
            <p:nvPr/>
          </p:nvSpPr>
          <p:spPr>
            <a:xfrm>
              <a:off x="2092" y="1792"/>
              <a:ext cx="0" cy="50"/>
            </a:xfrm>
            <a:prstGeom prst="line">
              <a:avLst/>
            </a:prstGeom>
            <a:ln w="12700" cap="flat" cmpd="sng">
              <a:solidFill>
                <a:schemeClr val="tx1"/>
              </a:solidFill>
              <a:prstDash val="solid"/>
              <a:headEnd type="none" w="med" len="med"/>
              <a:tailEnd type="none" w="med" len="med"/>
            </a:ln>
          </p:spPr>
        </p:sp>
        <p:sp>
          <p:nvSpPr>
            <p:cNvPr id="144520" name="Line 41"/>
            <p:cNvSpPr/>
            <p:nvPr/>
          </p:nvSpPr>
          <p:spPr>
            <a:xfrm>
              <a:off x="2405" y="1792"/>
              <a:ext cx="0" cy="50"/>
            </a:xfrm>
            <a:prstGeom prst="line">
              <a:avLst/>
            </a:prstGeom>
            <a:ln w="12700" cap="flat" cmpd="sng">
              <a:solidFill>
                <a:schemeClr val="tx1"/>
              </a:solidFill>
              <a:prstDash val="solid"/>
              <a:headEnd type="none" w="med" len="med"/>
              <a:tailEnd type="none" w="med" len="med"/>
            </a:ln>
          </p:spPr>
        </p:sp>
        <p:sp>
          <p:nvSpPr>
            <p:cNvPr id="144521" name="Rectangle 42"/>
            <p:cNvSpPr/>
            <p:nvPr/>
          </p:nvSpPr>
          <p:spPr>
            <a:xfrm>
              <a:off x="2092" y="1792"/>
              <a:ext cx="310"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44522" name="Oval 43"/>
            <p:cNvSpPr/>
            <p:nvPr/>
          </p:nvSpPr>
          <p:spPr>
            <a:xfrm>
              <a:off x="2089" y="1733"/>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44523" name="Group 44"/>
            <p:cNvGrpSpPr/>
            <p:nvPr/>
          </p:nvGrpSpPr>
          <p:grpSpPr>
            <a:xfrm>
              <a:off x="2139" y="1715"/>
              <a:ext cx="208" cy="212"/>
              <a:chOff x="2952" y="2459"/>
              <a:chExt cx="211" cy="212"/>
            </a:xfrm>
          </p:grpSpPr>
          <p:sp>
            <p:nvSpPr>
              <p:cNvPr id="144524" name="Rectangle 45"/>
              <p:cNvSpPr/>
              <p:nvPr/>
            </p:nvSpPr>
            <p:spPr>
              <a:xfrm>
                <a:off x="2982" y="2490"/>
                <a:ext cx="144" cy="1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44525" name="Text Box 46"/>
              <p:cNvSpPr txBox="1"/>
              <p:nvPr/>
            </p:nvSpPr>
            <p:spPr>
              <a:xfrm>
                <a:off x="2952" y="2459"/>
                <a:ext cx="211" cy="2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600" dirty="0">
                    <a:ea typeface="宋体" panose="02010600030101010101" pitchFamily="2" charset="-122"/>
                  </a:rPr>
                  <a:t>D</a:t>
                </a:r>
                <a:endParaRPr lang="en-US" altLang="zh-CN" sz="1600" dirty="0">
                  <a:latin typeface="Times New Roman" panose="02020603050405020304" pitchFamily="18" charset="0"/>
                  <a:ea typeface="宋体" panose="02010600030101010101" pitchFamily="2" charset="-122"/>
                </a:endParaRPr>
              </a:p>
            </p:txBody>
          </p:sp>
        </p:grpSp>
      </p:grpSp>
      <p:grpSp>
        <p:nvGrpSpPr>
          <p:cNvPr id="144399" name="Group 47"/>
          <p:cNvGrpSpPr/>
          <p:nvPr/>
        </p:nvGrpSpPr>
        <p:grpSpPr>
          <a:xfrm>
            <a:off x="2058988" y="4978400"/>
            <a:ext cx="501650" cy="336550"/>
            <a:chOff x="2089" y="1715"/>
            <a:chExt cx="316" cy="212"/>
          </a:xfrm>
        </p:grpSpPr>
        <p:sp>
          <p:nvSpPr>
            <p:cNvPr id="144510" name="Oval 48"/>
            <p:cNvSpPr/>
            <p:nvPr/>
          </p:nvSpPr>
          <p:spPr>
            <a:xfrm>
              <a:off x="2092" y="1799"/>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44511" name="Line 49"/>
            <p:cNvSpPr/>
            <p:nvPr/>
          </p:nvSpPr>
          <p:spPr>
            <a:xfrm>
              <a:off x="2092" y="1792"/>
              <a:ext cx="0" cy="50"/>
            </a:xfrm>
            <a:prstGeom prst="line">
              <a:avLst/>
            </a:prstGeom>
            <a:ln w="12700" cap="flat" cmpd="sng">
              <a:solidFill>
                <a:schemeClr val="tx1"/>
              </a:solidFill>
              <a:prstDash val="solid"/>
              <a:headEnd type="none" w="med" len="med"/>
              <a:tailEnd type="none" w="med" len="med"/>
            </a:ln>
          </p:spPr>
        </p:sp>
        <p:sp>
          <p:nvSpPr>
            <p:cNvPr id="144512" name="Line 50"/>
            <p:cNvSpPr/>
            <p:nvPr/>
          </p:nvSpPr>
          <p:spPr>
            <a:xfrm>
              <a:off x="2405" y="1792"/>
              <a:ext cx="0" cy="50"/>
            </a:xfrm>
            <a:prstGeom prst="line">
              <a:avLst/>
            </a:prstGeom>
            <a:ln w="12700" cap="flat" cmpd="sng">
              <a:solidFill>
                <a:schemeClr val="tx1"/>
              </a:solidFill>
              <a:prstDash val="solid"/>
              <a:headEnd type="none" w="med" len="med"/>
              <a:tailEnd type="none" w="med" len="med"/>
            </a:ln>
          </p:spPr>
        </p:sp>
        <p:sp>
          <p:nvSpPr>
            <p:cNvPr id="144513" name="Rectangle 51"/>
            <p:cNvSpPr/>
            <p:nvPr/>
          </p:nvSpPr>
          <p:spPr>
            <a:xfrm>
              <a:off x="2092" y="1792"/>
              <a:ext cx="310"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44514" name="Oval 52"/>
            <p:cNvSpPr/>
            <p:nvPr/>
          </p:nvSpPr>
          <p:spPr>
            <a:xfrm>
              <a:off x="2089" y="1733"/>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44515" name="Group 53"/>
            <p:cNvGrpSpPr/>
            <p:nvPr/>
          </p:nvGrpSpPr>
          <p:grpSpPr>
            <a:xfrm>
              <a:off x="2144" y="1715"/>
              <a:ext cx="197" cy="212"/>
              <a:chOff x="2957" y="2459"/>
              <a:chExt cx="200" cy="212"/>
            </a:xfrm>
          </p:grpSpPr>
          <p:sp>
            <p:nvSpPr>
              <p:cNvPr id="144516" name="Rectangle 54"/>
              <p:cNvSpPr/>
              <p:nvPr/>
            </p:nvSpPr>
            <p:spPr>
              <a:xfrm>
                <a:off x="2982" y="2490"/>
                <a:ext cx="144" cy="1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44517" name="Text Box 55"/>
              <p:cNvSpPr txBox="1"/>
              <p:nvPr/>
            </p:nvSpPr>
            <p:spPr>
              <a:xfrm>
                <a:off x="2957" y="2459"/>
                <a:ext cx="200" cy="2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600" dirty="0">
                    <a:ea typeface="宋体" panose="02010600030101010101" pitchFamily="2" charset="-122"/>
                  </a:rPr>
                  <a:t>E</a:t>
                </a:r>
                <a:endParaRPr lang="en-US" altLang="zh-CN" sz="1600" dirty="0">
                  <a:latin typeface="Times New Roman" panose="02020603050405020304" pitchFamily="18" charset="0"/>
                  <a:ea typeface="宋体" panose="02010600030101010101" pitchFamily="2" charset="-122"/>
                </a:endParaRPr>
              </a:p>
            </p:txBody>
          </p:sp>
        </p:grpSp>
      </p:grpSp>
      <p:sp>
        <p:nvSpPr>
          <p:cNvPr id="144400" name="Line 56"/>
          <p:cNvSpPr/>
          <p:nvPr/>
        </p:nvSpPr>
        <p:spPr>
          <a:xfrm flipH="1">
            <a:off x="1466850" y="3703638"/>
            <a:ext cx="674688" cy="1385887"/>
          </a:xfrm>
          <a:prstGeom prst="line">
            <a:avLst/>
          </a:prstGeom>
          <a:ln w="12700" cap="flat" cmpd="sng">
            <a:solidFill>
              <a:schemeClr val="tx1"/>
            </a:solidFill>
            <a:prstDash val="solid"/>
            <a:headEnd type="none" w="med" len="med"/>
            <a:tailEnd type="none" w="med" len="med"/>
          </a:ln>
        </p:spPr>
      </p:sp>
      <p:grpSp>
        <p:nvGrpSpPr>
          <p:cNvPr id="144401" name="Group 57"/>
          <p:cNvGrpSpPr/>
          <p:nvPr/>
        </p:nvGrpSpPr>
        <p:grpSpPr>
          <a:xfrm>
            <a:off x="1627188" y="4129088"/>
            <a:ext cx="501650" cy="336550"/>
            <a:chOff x="2089" y="1715"/>
            <a:chExt cx="316" cy="212"/>
          </a:xfrm>
        </p:grpSpPr>
        <p:sp>
          <p:nvSpPr>
            <p:cNvPr id="144502" name="Oval 58"/>
            <p:cNvSpPr/>
            <p:nvPr/>
          </p:nvSpPr>
          <p:spPr>
            <a:xfrm>
              <a:off x="2092" y="1799"/>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44503" name="Line 59"/>
            <p:cNvSpPr/>
            <p:nvPr/>
          </p:nvSpPr>
          <p:spPr>
            <a:xfrm>
              <a:off x="2092" y="1792"/>
              <a:ext cx="0" cy="50"/>
            </a:xfrm>
            <a:prstGeom prst="line">
              <a:avLst/>
            </a:prstGeom>
            <a:ln w="12700" cap="flat" cmpd="sng">
              <a:solidFill>
                <a:schemeClr val="tx1"/>
              </a:solidFill>
              <a:prstDash val="solid"/>
              <a:headEnd type="none" w="med" len="med"/>
              <a:tailEnd type="none" w="med" len="med"/>
            </a:ln>
          </p:spPr>
        </p:sp>
        <p:sp>
          <p:nvSpPr>
            <p:cNvPr id="144504" name="Line 60"/>
            <p:cNvSpPr/>
            <p:nvPr/>
          </p:nvSpPr>
          <p:spPr>
            <a:xfrm>
              <a:off x="2405" y="1792"/>
              <a:ext cx="0" cy="50"/>
            </a:xfrm>
            <a:prstGeom prst="line">
              <a:avLst/>
            </a:prstGeom>
            <a:ln w="12700" cap="flat" cmpd="sng">
              <a:solidFill>
                <a:schemeClr val="tx1"/>
              </a:solidFill>
              <a:prstDash val="solid"/>
              <a:headEnd type="none" w="med" len="med"/>
              <a:tailEnd type="none" w="med" len="med"/>
            </a:ln>
          </p:spPr>
        </p:sp>
        <p:sp>
          <p:nvSpPr>
            <p:cNvPr id="144505" name="Rectangle 61"/>
            <p:cNvSpPr/>
            <p:nvPr/>
          </p:nvSpPr>
          <p:spPr>
            <a:xfrm>
              <a:off x="2092" y="1792"/>
              <a:ext cx="310"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44506" name="Oval 62"/>
            <p:cNvSpPr/>
            <p:nvPr/>
          </p:nvSpPr>
          <p:spPr>
            <a:xfrm>
              <a:off x="2089" y="1733"/>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44507" name="Group 63"/>
            <p:cNvGrpSpPr/>
            <p:nvPr/>
          </p:nvGrpSpPr>
          <p:grpSpPr>
            <a:xfrm>
              <a:off x="2151" y="1715"/>
              <a:ext cx="182" cy="212"/>
              <a:chOff x="2964" y="2459"/>
              <a:chExt cx="185" cy="212"/>
            </a:xfrm>
          </p:grpSpPr>
          <p:sp>
            <p:nvSpPr>
              <p:cNvPr id="144508" name="Rectangle 64"/>
              <p:cNvSpPr/>
              <p:nvPr/>
            </p:nvSpPr>
            <p:spPr>
              <a:xfrm>
                <a:off x="2982" y="2490"/>
                <a:ext cx="144" cy="1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44509" name="Text Box 65"/>
              <p:cNvSpPr txBox="1"/>
              <p:nvPr/>
            </p:nvSpPr>
            <p:spPr>
              <a:xfrm>
                <a:off x="2964" y="2459"/>
                <a:ext cx="185" cy="2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600" dirty="0">
                    <a:ea typeface="宋体" panose="02010600030101010101" pitchFamily="2" charset="-122"/>
                  </a:rPr>
                  <a:t>c</a:t>
                </a:r>
                <a:endParaRPr lang="en-US" altLang="zh-CN" sz="1600" dirty="0">
                  <a:latin typeface="Times New Roman" panose="02020603050405020304" pitchFamily="18" charset="0"/>
                  <a:ea typeface="宋体" panose="02010600030101010101" pitchFamily="2" charset="-122"/>
                </a:endParaRPr>
              </a:p>
            </p:txBody>
          </p:sp>
        </p:grpSp>
      </p:grpSp>
      <p:grpSp>
        <p:nvGrpSpPr>
          <p:cNvPr id="144402" name="Group 66"/>
          <p:cNvGrpSpPr/>
          <p:nvPr/>
        </p:nvGrpSpPr>
        <p:grpSpPr>
          <a:xfrm>
            <a:off x="1096963" y="4984750"/>
            <a:ext cx="501650" cy="336550"/>
            <a:chOff x="2089" y="1715"/>
            <a:chExt cx="316" cy="212"/>
          </a:xfrm>
        </p:grpSpPr>
        <p:sp>
          <p:nvSpPr>
            <p:cNvPr id="144494" name="Oval 67"/>
            <p:cNvSpPr/>
            <p:nvPr/>
          </p:nvSpPr>
          <p:spPr>
            <a:xfrm>
              <a:off x="2092" y="1799"/>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44495" name="Line 68"/>
            <p:cNvSpPr/>
            <p:nvPr/>
          </p:nvSpPr>
          <p:spPr>
            <a:xfrm>
              <a:off x="2092" y="1792"/>
              <a:ext cx="0" cy="50"/>
            </a:xfrm>
            <a:prstGeom prst="line">
              <a:avLst/>
            </a:prstGeom>
            <a:ln w="12700" cap="flat" cmpd="sng">
              <a:solidFill>
                <a:schemeClr val="tx1"/>
              </a:solidFill>
              <a:prstDash val="solid"/>
              <a:headEnd type="none" w="med" len="med"/>
              <a:tailEnd type="none" w="med" len="med"/>
            </a:ln>
          </p:spPr>
        </p:sp>
        <p:sp>
          <p:nvSpPr>
            <p:cNvPr id="144496" name="Line 69"/>
            <p:cNvSpPr/>
            <p:nvPr/>
          </p:nvSpPr>
          <p:spPr>
            <a:xfrm>
              <a:off x="2405" y="1792"/>
              <a:ext cx="0" cy="50"/>
            </a:xfrm>
            <a:prstGeom prst="line">
              <a:avLst/>
            </a:prstGeom>
            <a:ln w="12700" cap="flat" cmpd="sng">
              <a:solidFill>
                <a:schemeClr val="tx1"/>
              </a:solidFill>
              <a:prstDash val="solid"/>
              <a:headEnd type="none" w="med" len="med"/>
              <a:tailEnd type="none" w="med" len="med"/>
            </a:ln>
          </p:spPr>
        </p:sp>
        <p:sp>
          <p:nvSpPr>
            <p:cNvPr id="144497" name="Rectangle 70"/>
            <p:cNvSpPr/>
            <p:nvPr/>
          </p:nvSpPr>
          <p:spPr>
            <a:xfrm>
              <a:off x="2092" y="1792"/>
              <a:ext cx="310"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44498" name="Oval 71"/>
            <p:cNvSpPr/>
            <p:nvPr/>
          </p:nvSpPr>
          <p:spPr>
            <a:xfrm>
              <a:off x="2089" y="1733"/>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44499" name="Group 72"/>
            <p:cNvGrpSpPr/>
            <p:nvPr/>
          </p:nvGrpSpPr>
          <p:grpSpPr>
            <a:xfrm>
              <a:off x="2145" y="1715"/>
              <a:ext cx="194" cy="212"/>
              <a:chOff x="2958" y="2459"/>
              <a:chExt cx="197" cy="212"/>
            </a:xfrm>
          </p:grpSpPr>
          <p:sp>
            <p:nvSpPr>
              <p:cNvPr id="144500" name="Rectangle 73"/>
              <p:cNvSpPr/>
              <p:nvPr/>
            </p:nvSpPr>
            <p:spPr>
              <a:xfrm>
                <a:off x="2982" y="2490"/>
                <a:ext cx="144" cy="1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44501" name="Text Box 74"/>
              <p:cNvSpPr txBox="1"/>
              <p:nvPr/>
            </p:nvSpPr>
            <p:spPr>
              <a:xfrm>
                <a:off x="2958" y="2459"/>
                <a:ext cx="197" cy="2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600" dirty="0">
                    <a:ea typeface="宋体" panose="02010600030101010101" pitchFamily="2" charset="-122"/>
                  </a:rPr>
                  <a:t>F</a:t>
                </a:r>
                <a:endParaRPr lang="en-US" altLang="zh-CN" sz="1600" dirty="0">
                  <a:latin typeface="Times New Roman" panose="02020603050405020304" pitchFamily="18" charset="0"/>
                  <a:ea typeface="宋体" panose="02010600030101010101" pitchFamily="2" charset="-122"/>
                </a:endParaRPr>
              </a:p>
            </p:txBody>
          </p:sp>
        </p:grpSp>
      </p:grpSp>
      <p:sp>
        <p:nvSpPr>
          <p:cNvPr id="144403" name="Line 75"/>
          <p:cNvSpPr/>
          <p:nvPr/>
        </p:nvSpPr>
        <p:spPr>
          <a:xfrm>
            <a:off x="1627188" y="5221288"/>
            <a:ext cx="401637" cy="1587"/>
          </a:xfrm>
          <a:prstGeom prst="line">
            <a:avLst/>
          </a:prstGeom>
          <a:ln w="38100" cap="flat" cmpd="sng">
            <a:pattFill prst="pct50">
              <a:fgClr>
                <a:schemeClr val="tx1"/>
              </a:fgClr>
              <a:bgClr>
                <a:srgbClr val="FFFFFF"/>
              </a:bgClr>
            </a:pattFill>
            <a:prstDash val="solid"/>
            <a:headEnd type="none" w="med" len="med"/>
            <a:tailEnd type="triangle" w="med" len="med"/>
          </a:ln>
        </p:spPr>
      </p:sp>
      <p:sp>
        <p:nvSpPr>
          <p:cNvPr id="611404" name="Text Box 76"/>
          <p:cNvSpPr txBox="1"/>
          <p:nvPr/>
        </p:nvSpPr>
        <p:spPr>
          <a:xfrm>
            <a:off x="1652588" y="5200650"/>
            <a:ext cx="282575" cy="3048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eaLnBrk="1" hangingPunct="1">
              <a:spcBef>
                <a:spcPct val="0"/>
              </a:spcBef>
              <a:buClrTx/>
              <a:buSzTx/>
              <a:buFontTx/>
              <a:buNone/>
            </a:pPr>
            <a:r>
              <a:rPr lang="en-US" altLang="zh-CN" sz="1400" dirty="0">
                <a:solidFill>
                  <a:schemeClr val="bg2"/>
                </a:solidFill>
                <a:latin typeface="Arial" panose="020B0604020202020204" pitchFamily="34" charset="0"/>
                <a:ea typeface="宋体" panose="02010600030101010101" pitchFamily="2" charset="-122"/>
              </a:rPr>
              <a:t>1</a:t>
            </a:r>
            <a:endParaRPr lang="en-US" altLang="zh-CN" sz="1400" dirty="0">
              <a:solidFill>
                <a:schemeClr val="bg2"/>
              </a:solidFill>
              <a:latin typeface="Arial" panose="020B0604020202020204" pitchFamily="34" charset="0"/>
              <a:ea typeface="宋体" panose="02010600030101010101" pitchFamily="2" charset="-122"/>
            </a:endParaRPr>
          </a:p>
        </p:txBody>
      </p:sp>
      <p:sp>
        <p:nvSpPr>
          <p:cNvPr id="144405" name="Freeform 77"/>
          <p:cNvSpPr/>
          <p:nvPr/>
        </p:nvSpPr>
        <p:spPr>
          <a:xfrm>
            <a:off x="2511425" y="4241800"/>
            <a:ext cx="628650" cy="738188"/>
          </a:xfrm>
          <a:custGeom>
            <a:avLst/>
            <a:gdLst/>
            <a:ahLst/>
            <a:cxnLst>
              <a:cxn ang="0">
                <a:pos x="2147483646" y="0"/>
              </a:cxn>
              <a:cxn ang="0">
                <a:pos x="2147483646" y="2147483646"/>
              </a:cxn>
              <a:cxn ang="0">
                <a:pos x="0" y="2147483646"/>
              </a:cxn>
            </a:cxnLst>
            <a:pathLst>
              <a:path w="396" h="465">
                <a:moveTo>
                  <a:pt x="246" y="0"/>
                </a:moveTo>
                <a:lnTo>
                  <a:pt x="396" y="321"/>
                </a:lnTo>
                <a:lnTo>
                  <a:pt x="0" y="465"/>
                </a:lnTo>
              </a:path>
            </a:pathLst>
          </a:custGeom>
          <a:noFill/>
          <a:ln w="38100" cap="flat" cmpd="sng">
            <a:pattFill prst="pct50">
              <a:fgClr>
                <a:schemeClr val="tx1">
                  <a:alpha val="100000"/>
                </a:schemeClr>
              </a:fgClr>
              <a:bgClr>
                <a:srgbClr val="FFFFFF"/>
              </a:bgClr>
            </a:pattFill>
            <a:prstDash val="solid"/>
            <a:round/>
            <a:headEnd type="none" w="med" len="med"/>
            <a:tailEnd type="triangle" w="med" len="med"/>
          </a:ln>
        </p:spPr>
        <p:txBody>
          <a:bodyPr/>
          <a:p>
            <a:endParaRPr lang="zh-CN" altLang="en-US"/>
          </a:p>
        </p:txBody>
      </p:sp>
      <p:sp>
        <p:nvSpPr>
          <p:cNvPr id="611406" name="Text Box 78"/>
          <p:cNvSpPr txBox="1"/>
          <p:nvPr/>
        </p:nvSpPr>
        <p:spPr>
          <a:xfrm>
            <a:off x="2657475" y="4591050"/>
            <a:ext cx="282575" cy="3048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eaLnBrk="1" hangingPunct="1">
              <a:spcBef>
                <a:spcPct val="0"/>
              </a:spcBef>
              <a:buClrTx/>
              <a:buSzTx/>
              <a:buFontTx/>
              <a:buNone/>
            </a:pPr>
            <a:r>
              <a:rPr lang="en-US" altLang="zh-CN" sz="1400" dirty="0">
                <a:solidFill>
                  <a:schemeClr val="bg2"/>
                </a:solidFill>
                <a:latin typeface="Arial" panose="020B0604020202020204" pitchFamily="34" charset="0"/>
                <a:ea typeface="宋体" panose="02010600030101010101" pitchFamily="2" charset="-122"/>
              </a:rPr>
              <a:t>2</a:t>
            </a:r>
            <a:endParaRPr lang="en-US" altLang="zh-CN" sz="1400" dirty="0">
              <a:solidFill>
                <a:schemeClr val="bg2"/>
              </a:solidFill>
              <a:latin typeface="Arial" panose="020B0604020202020204" pitchFamily="34" charset="0"/>
              <a:ea typeface="宋体" panose="02010600030101010101" pitchFamily="2" charset="-122"/>
            </a:endParaRPr>
          </a:p>
        </p:txBody>
      </p:sp>
      <p:sp>
        <p:nvSpPr>
          <p:cNvPr id="144407" name="Line 79"/>
          <p:cNvSpPr/>
          <p:nvPr/>
        </p:nvSpPr>
        <p:spPr>
          <a:xfrm>
            <a:off x="2398713" y="3702050"/>
            <a:ext cx="273050" cy="273050"/>
          </a:xfrm>
          <a:prstGeom prst="line">
            <a:avLst/>
          </a:prstGeom>
          <a:ln w="38100" cap="flat" cmpd="sng">
            <a:pattFill prst="pct50">
              <a:fgClr>
                <a:schemeClr val="tx1"/>
              </a:fgClr>
              <a:bgClr>
                <a:srgbClr val="FFFFFF"/>
              </a:bgClr>
            </a:pattFill>
            <a:prstDash val="solid"/>
            <a:headEnd type="none" w="med" len="med"/>
            <a:tailEnd type="triangle" w="med" len="med"/>
          </a:ln>
        </p:spPr>
      </p:sp>
      <p:sp>
        <p:nvSpPr>
          <p:cNvPr id="611408" name="Text Box 80"/>
          <p:cNvSpPr txBox="1"/>
          <p:nvPr/>
        </p:nvSpPr>
        <p:spPr>
          <a:xfrm>
            <a:off x="2286000" y="3719513"/>
            <a:ext cx="282575" cy="3048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eaLnBrk="1" hangingPunct="1">
              <a:spcBef>
                <a:spcPct val="0"/>
              </a:spcBef>
              <a:buClrTx/>
              <a:buSzTx/>
              <a:buFontTx/>
              <a:buNone/>
            </a:pPr>
            <a:r>
              <a:rPr lang="en-US" altLang="zh-CN" sz="1400" dirty="0">
                <a:solidFill>
                  <a:schemeClr val="bg2"/>
                </a:solidFill>
                <a:latin typeface="Arial" panose="020B0604020202020204" pitchFamily="34" charset="0"/>
                <a:ea typeface="宋体" panose="02010600030101010101" pitchFamily="2" charset="-122"/>
              </a:rPr>
              <a:t>3</a:t>
            </a:r>
            <a:endParaRPr lang="en-US" altLang="zh-CN" sz="1400" dirty="0">
              <a:solidFill>
                <a:schemeClr val="bg2"/>
              </a:solidFill>
              <a:latin typeface="Arial" panose="020B0604020202020204" pitchFamily="34" charset="0"/>
              <a:ea typeface="宋体" panose="02010600030101010101" pitchFamily="2" charset="-122"/>
            </a:endParaRPr>
          </a:p>
        </p:txBody>
      </p:sp>
      <p:sp>
        <p:nvSpPr>
          <p:cNvPr id="144409" name="Line 81"/>
          <p:cNvSpPr/>
          <p:nvPr/>
        </p:nvSpPr>
        <p:spPr>
          <a:xfrm>
            <a:off x="2017713" y="4435475"/>
            <a:ext cx="206375" cy="511175"/>
          </a:xfrm>
          <a:prstGeom prst="line">
            <a:avLst/>
          </a:prstGeom>
          <a:ln w="38100" cap="flat" cmpd="sng">
            <a:pattFill prst="pct50">
              <a:fgClr>
                <a:schemeClr val="tx1"/>
              </a:fgClr>
              <a:bgClr>
                <a:srgbClr val="FFFFFF"/>
              </a:bgClr>
            </a:pattFill>
            <a:prstDash val="solid"/>
            <a:headEnd type="none" w="med" len="med"/>
            <a:tailEnd type="triangle" w="med" len="med"/>
          </a:ln>
        </p:spPr>
      </p:sp>
      <p:sp>
        <p:nvSpPr>
          <p:cNvPr id="144410" name="Line 82"/>
          <p:cNvSpPr/>
          <p:nvPr/>
        </p:nvSpPr>
        <p:spPr>
          <a:xfrm flipH="1" flipV="1">
            <a:off x="3333750" y="5046663"/>
            <a:ext cx="165100" cy="384175"/>
          </a:xfrm>
          <a:prstGeom prst="line">
            <a:avLst/>
          </a:prstGeom>
          <a:ln w="38100" cap="flat" cmpd="sng">
            <a:pattFill prst="pct50">
              <a:fgClr>
                <a:schemeClr val="tx1"/>
              </a:fgClr>
              <a:bgClr>
                <a:srgbClr val="FFFFFF"/>
              </a:bgClr>
            </a:pattFill>
            <a:prstDash val="solid"/>
            <a:headEnd type="none" w="med" len="med"/>
            <a:tailEnd type="triangle" w="med" len="med"/>
          </a:ln>
        </p:spPr>
      </p:sp>
      <p:sp>
        <p:nvSpPr>
          <p:cNvPr id="611411" name="Text Box 83"/>
          <p:cNvSpPr txBox="1"/>
          <p:nvPr/>
        </p:nvSpPr>
        <p:spPr>
          <a:xfrm>
            <a:off x="2047875" y="4462463"/>
            <a:ext cx="282575" cy="3048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eaLnBrk="1" hangingPunct="1">
              <a:spcBef>
                <a:spcPct val="0"/>
              </a:spcBef>
              <a:buClrTx/>
              <a:buSzTx/>
              <a:buFontTx/>
              <a:buNone/>
            </a:pPr>
            <a:r>
              <a:rPr lang="en-US" altLang="zh-CN" sz="1400" dirty="0">
                <a:solidFill>
                  <a:schemeClr val="bg2"/>
                </a:solidFill>
                <a:latin typeface="Arial" panose="020B0604020202020204" pitchFamily="34" charset="0"/>
                <a:ea typeface="宋体" panose="02010600030101010101" pitchFamily="2" charset="-122"/>
              </a:rPr>
              <a:t>4</a:t>
            </a:r>
            <a:endParaRPr lang="en-US" altLang="zh-CN" sz="1400" dirty="0">
              <a:solidFill>
                <a:schemeClr val="bg2"/>
              </a:solidFill>
              <a:latin typeface="Arial" panose="020B0604020202020204" pitchFamily="34" charset="0"/>
              <a:ea typeface="宋体" panose="02010600030101010101" pitchFamily="2" charset="-122"/>
            </a:endParaRPr>
          </a:p>
        </p:txBody>
      </p:sp>
      <p:sp>
        <p:nvSpPr>
          <p:cNvPr id="611412" name="Text Box 84"/>
          <p:cNvSpPr txBox="1"/>
          <p:nvPr/>
        </p:nvSpPr>
        <p:spPr>
          <a:xfrm>
            <a:off x="3186113" y="5157788"/>
            <a:ext cx="282575" cy="3048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eaLnBrk="1" hangingPunct="1">
              <a:spcBef>
                <a:spcPct val="0"/>
              </a:spcBef>
              <a:buClrTx/>
              <a:buSzTx/>
              <a:buFontTx/>
              <a:buNone/>
            </a:pPr>
            <a:r>
              <a:rPr lang="en-US" altLang="zh-CN" sz="1400" dirty="0">
                <a:solidFill>
                  <a:schemeClr val="bg2"/>
                </a:solidFill>
                <a:latin typeface="Arial" panose="020B0604020202020204" pitchFamily="34" charset="0"/>
                <a:ea typeface="宋体" panose="02010600030101010101" pitchFamily="2" charset="-122"/>
              </a:rPr>
              <a:t>5</a:t>
            </a:r>
            <a:endParaRPr lang="en-US" altLang="zh-CN" sz="1400" dirty="0">
              <a:solidFill>
                <a:schemeClr val="bg2"/>
              </a:solidFill>
              <a:latin typeface="Arial" panose="020B0604020202020204" pitchFamily="34" charset="0"/>
              <a:ea typeface="宋体" panose="02010600030101010101" pitchFamily="2" charset="-122"/>
            </a:endParaRPr>
          </a:p>
        </p:txBody>
      </p:sp>
      <p:sp>
        <p:nvSpPr>
          <p:cNvPr id="144413" name="Text Box 85"/>
          <p:cNvSpPr txBox="1"/>
          <p:nvPr/>
        </p:nvSpPr>
        <p:spPr>
          <a:xfrm>
            <a:off x="860425" y="5792788"/>
            <a:ext cx="3030538" cy="641350"/>
          </a:xfrm>
          <a:prstGeom prst="rect">
            <a:avLst/>
          </a:prstGeom>
          <a:noFill/>
          <a:ln w="9525">
            <a:noFill/>
          </a:ln>
        </p:spPr>
        <p:txBody>
          <a:bodyPr>
            <a:spAutoFit/>
          </a:bodyPr>
          <a:p>
            <a:pPr marL="342900" indent="-342900" eaLnBrk="1" hangingPunct="1">
              <a:buAutoNum type="alphaLcParenBoth"/>
            </a:pPr>
            <a:r>
              <a:rPr lang="en-US" altLang="zh-CN" b="1" dirty="0">
                <a:latin typeface="Arial" panose="020B0604020202020204" pitchFamily="34" charset="0"/>
                <a:ea typeface="宋体" panose="02010600030101010101" pitchFamily="2" charset="-122"/>
              </a:rPr>
              <a:t>Stepwise construction of spanning tree</a:t>
            </a:r>
            <a:endParaRPr lang="en-US" altLang="zh-CN" dirty="0">
              <a:latin typeface="Arial" panose="020B0604020202020204" pitchFamily="34" charset="0"/>
              <a:ea typeface="宋体" panose="02010600030101010101" pitchFamily="2" charset="-122"/>
            </a:endParaRPr>
          </a:p>
        </p:txBody>
      </p:sp>
      <p:sp>
        <p:nvSpPr>
          <p:cNvPr id="611414" name="Line 86"/>
          <p:cNvSpPr/>
          <p:nvPr/>
        </p:nvSpPr>
        <p:spPr>
          <a:xfrm>
            <a:off x="6767513" y="4106863"/>
            <a:ext cx="338137" cy="677862"/>
          </a:xfrm>
          <a:prstGeom prst="line">
            <a:avLst/>
          </a:prstGeom>
          <a:ln w="57150" cap="flat" cmpd="sng">
            <a:solidFill>
              <a:schemeClr val="tx1"/>
            </a:solidFill>
            <a:prstDash val="solid"/>
            <a:headEnd type="none" w="med" len="med"/>
            <a:tailEnd type="none" w="med" len="med"/>
          </a:ln>
        </p:spPr>
      </p:sp>
      <p:sp>
        <p:nvSpPr>
          <p:cNvPr id="611415" name="Line 87"/>
          <p:cNvSpPr/>
          <p:nvPr/>
        </p:nvSpPr>
        <p:spPr>
          <a:xfrm>
            <a:off x="7123113" y="4806950"/>
            <a:ext cx="342900" cy="757238"/>
          </a:xfrm>
          <a:prstGeom prst="line">
            <a:avLst/>
          </a:prstGeom>
          <a:ln w="57150" cap="flat" cmpd="sng">
            <a:solidFill>
              <a:schemeClr val="tx1"/>
            </a:solidFill>
            <a:prstDash val="solid"/>
            <a:headEnd type="none" w="med" len="med"/>
            <a:tailEnd type="none" w="med" len="med"/>
          </a:ln>
        </p:spPr>
      </p:sp>
      <p:sp>
        <p:nvSpPr>
          <p:cNvPr id="611416" name="Line 88"/>
          <p:cNvSpPr/>
          <p:nvPr/>
        </p:nvSpPr>
        <p:spPr>
          <a:xfrm flipH="1">
            <a:off x="6350000" y="4879975"/>
            <a:ext cx="601663" cy="193675"/>
          </a:xfrm>
          <a:prstGeom prst="line">
            <a:avLst/>
          </a:prstGeom>
          <a:ln w="57150" cap="flat" cmpd="sng">
            <a:solidFill>
              <a:schemeClr val="tx1"/>
            </a:solidFill>
            <a:prstDash val="solid"/>
            <a:headEnd type="none" w="med" len="med"/>
            <a:tailEnd type="none" w="med" len="med"/>
          </a:ln>
        </p:spPr>
      </p:sp>
      <p:sp>
        <p:nvSpPr>
          <p:cNvPr id="611417" name="Line 89"/>
          <p:cNvSpPr/>
          <p:nvPr/>
        </p:nvSpPr>
        <p:spPr>
          <a:xfrm flipH="1">
            <a:off x="5294313" y="5153025"/>
            <a:ext cx="735012" cy="0"/>
          </a:xfrm>
          <a:prstGeom prst="line">
            <a:avLst/>
          </a:prstGeom>
          <a:ln w="57150" cap="flat" cmpd="sng">
            <a:solidFill>
              <a:schemeClr val="tx1"/>
            </a:solidFill>
            <a:prstDash val="solid"/>
            <a:headEnd type="none" w="med" len="med"/>
            <a:tailEnd type="none" w="med" len="med"/>
          </a:ln>
        </p:spPr>
      </p:sp>
      <p:sp>
        <p:nvSpPr>
          <p:cNvPr id="611418" name="Line 90"/>
          <p:cNvSpPr/>
          <p:nvPr/>
        </p:nvSpPr>
        <p:spPr>
          <a:xfrm flipH="1" flipV="1">
            <a:off x="5729288" y="4340225"/>
            <a:ext cx="271462" cy="719138"/>
          </a:xfrm>
          <a:prstGeom prst="line">
            <a:avLst/>
          </a:prstGeom>
          <a:ln w="57150" cap="flat" cmpd="sng">
            <a:solidFill>
              <a:schemeClr val="tx1"/>
            </a:solidFill>
            <a:prstDash val="solid"/>
            <a:headEnd type="none" w="med" len="med"/>
            <a:tailEnd type="none" w="med" len="med"/>
          </a:ln>
        </p:spPr>
      </p:sp>
      <p:sp>
        <p:nvSpPr>
          <p:cNvPr id="144419" name="Line 91"/>
          <p:cNvSpPr/>
          <p:nvPr/>
        </p:nvSpPr>
        <p:spPr>
          <a:xfrm flipV="1">
            <a:off x="5900738" y="4098925"/>
            <a:ext cx="669925" cy="193675"/>
          </a:xfrm>
          <a:prstGeom prst="line">
            <a:avLst/>
          </a:prstGeom>
          <a:ln w="12700" cap="flat" cmpd="sng">
            <a:solidFill>
              <a:schemeClr val="tx1"/>
            </a:solidFill>
            <a:prstDash val="solid"/>
            <a:headEnd type="none" w="med" len="med"/>
            <a:tailEnd type="none" w="med" len="med"/>
          </a:ln>
        </p:spPr>
      </p:sp>
      <p:sp>
        <p:nvSpPr>
          <p:cNvPr id="611420" name="Line 92"/>
          <p:cNvSpPr/>
          <p:nvPr/>
        </p:nvSpPr>
        <p:spPr>
          <a:xfrm>
            <a:off x="6253163" y="3643313"/>
            <a:ext cx="442912" cy="409575"/>
          </a:xfrm>
          <a:prstGeom prst="line">
            <a:avLst/>
          </a:prstGeom>
          <a:ln w="57150" cap="flat" cmpd="sng">
            <a:solidFill>
              <a:schemeClr val="tx1"/>
            </a:solidFill>
            <a:prstDash val="solid"/>
            <a:headEnd type="none" w="med" len="med"/>
            <a:tailEnd type="none" w="med" len="med"/>
          </a:ln>
        </p:spPr>
      </p:sp>
      <p:grpSp>
        <p:nvGrpSpPr>
          <p:cNvPr id="144421" name="Group 93"/>
          <p:cNvGrpSpPr/>
          <p:nvPr/>
        </p:nvGrpSpPr>
        <p:grpSpPr>
          <a:xfrm>
            <a:off x="5800725" y="3429000"/>
            <a:ext cx="501650" cy="336550"/>
            <a:chOff x="2089" y="1715"/>
            <a:chExt cx="316" cy="212"/>
          </a:xfrm>
        </p:grpSpPr>
        <p:sp>
          <p:nvSpPr>
            <p:cNvPr id="144486" name="Oval 94"/>
            <p:cNvSpPr/>
            <p:nvPr/>
          </p:nvSpPr>
          <p:spPr>
            <a:xfrm>
              <a:off x="2092" y="1799"/>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44487" name="Line 95"/>
            <p:cNvSpPr/>
            <p:nvPr/>
          </p:nvSpPr>
          <p:spPr>
            <a:xfrm>
              <a:off x="2092" y="1792"/>
              <a:ext cx="0" cy="50"/>
            </a:xfrm>
            <a:prstGeom prst="line">
              <a:avLst/>
            </a:prstGeom>
            <a:ln w="12700" cap="flat" cmpd="sng">
              <a:solidFill>
                <a:schemeClr val="tx1"/>
              </a:solidFill>
              <a:prstDash val="solid"/>
              <a:headEnd type="none" w="med" len="med"/>
              <a:tailEnd type="none" w="med" len="med"/>
            </a:ln>
          </p:spPr>
        </p:sp>
        <p:sp>
          <p:nvSpPr>
            <p:cNvPr id="144488" name="Line 96"/>
            <p:cNvSpPr/>
            <p:nvPr/>
          </p:nvSpPr>
          <p:spPr>
            <a:xfrm>
              <a:off x="2405" y="1792"/>
              <a:ext cx="0" cy="50"/>
            </a:xfrm>
            <a:prstGeom prst="line">
              <a:avLst/>
            </a:prstGeom>
            <a:ln w="12700" cap="flat" cmpd="sng">
              <a:solidFill>
                <a:schemeClr val="tx1"/>
              </a:solidFill>
              <a:prstDash val="solid"/>
              <a:headEnd type="none" w="med" len="med"/>
              <a:tailEnd type="none" w="med" len="med"/>
            </a:ln>
          </p:spPr>
        </p:sp>
        <p:sp>
          <p:nvSpPr>
            <p:cNvPr id="144489" name="Rectangle 97"/>
            <p:cNvSpPr/>
            <p:nvPr/>
          </p:nvSpPr>
          <p:spPr>
            <a:xfrm>
              <a:off x="2092" y="1792"/>
              <a:ext cx="310"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44490" name="Oval 98"/>
            <p:cNvSpPr/>
            <p:nvPr/>
          </p:nvSpPr>
          <p:spPr>
            <a:xfrm>
              <a:off x="2089" y="1733"/>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44491" name="Group 99"/>
            <p:cNvGrpSpPr/>
            <p:nvPr/>
          </p:nvGrpSpPr>
          <p:grpSpPr>
            <a:xfrm>
              <a:off x="2138" y="1715"/>
              <a:ext cx="210" cy="212"/>
              <a:chOff x="2951" y="2459"/>
              <a:chExt cx="213" cy="212"/>
            </a:xfrm>
          </p:grpSpPr>
          <p:sp>
            <p:nvSpPr>
              <p:cNvPr id="144492" name="Rectangle 100"/>
              <p:cNvSpPr/>
              <p:nvPr/>
            </p:nvSpPr>
            <p:spPr>
              <a:xfrm>
                <a:off x="2982" y="2490"/>
                <a:ext cx="144" cy="1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44493" name="Text Box 101"/>
              <p:cNvSpPr txBox="1"/>
              <p:nvPr/>
            </p:nvSpPr>
            <p:spPr>
              <a:xfrm>
                <a:off x="2951" y="2459"/>
                <a:ext cx="213" cy="2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600" dirty="0">
                    <a:ea typeface="宋体" panose="02010600030101010101" pitchFamily="2" charset="-122"/>
                  </a:rPr>
                  <a:t>A</a:t>
                </a:r>
                <a:endParaRPr lang="en-US" altLang="zh-CN" sz="1600" dirty="0">
                  <a:latin typeface="Times New Roman" panose="02020603050405020304" pitchFamily="18" charset="0"/>
                  <a:ea typeface="宋体" panose="02010600030101010101" pitchFamily="2" charset="-122"/>
                </a:endParaRPr>
              </a:p>
            </p:txBody>
          </p:sp>
        </p:grpSp>
      </p:grpSp>
      <p:grpSp>
        <p:nvGrpSpPr>
          <p:cNvPr id="144422" name="Group 102"/>
          <p:cNvGrpSpPr/>
          <p:nvPr/>
        </p:nvGrpSpPr>
        <p:grpSpPr>
          <a:xfrm>
            <a:off x="6511925" y="3937000"/>
            <a:ext cx="501650" cy="336550"/>
            <a:chOff x="2089" y="1715"/>
            <a:chExt cx="316" cy="212"/>
          </a:xfrm>
        </p:grpSpPr>
        <p:sp>
          <p:nvSpPr>
            <p:cNvPr id="144478" name="Oval 103"/>
            <p:cNvSpPr/>
            <p:nvPr/>
          </p:nvSpPr>
          <p:spPr>
            <a:xfrm>
              <a:off x="2092" y="1799"/>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44479" name="Line 104"/>
            <p:cNvSpPr/>
            <p:nvPr/>
          </p:nvSpPr>
          <p:spPr>
            <a:xfrm>
              <a:off x="2092" y="1792"/>
              <a:ext cx="0" cy="50"/>
            </a:xfrm>
            <a:prstGeom prst="line">
              <a:avLst/>
            </a:prstGeom>
            <a:ln w="12700" cap="flat" cmpd="sng">
              <a:solidFill>
                <a:schemeClr val="tx1"/>
              </a:solidFill>
              <a:prstDash val="solid"/>
              <a:headEnd type="none" w="med" len="med"/>
              <a:tailEnd type="none" w="med" len="med"/>
            </a:ln>
          </p:spPr>
        </p:sp>
        <p:sp>
          <p:nvSpPr>
            <p:cNvPr id="144480" name="Line 105"/>
            <p:cNvSpPr/>
            <p:nvPr/>
          </p:nvSpPr>
          <p:spPr>
            <a:xfrm>
              <a:off x="2405" y="1792"/>
              <a:ext cx="0" cy="50"/>
            </a:xfrm>
            <a:prstGeom prst="line">
              <a:avLst/>
            </a:prstGeom>
            <a:ln w="12700" cap="flat" cmpd="sng">
              <a:solidFill>
                <a:schemeClr val="tx1"/>
              </a:solidFill>
              <a:prstDash val="solid"/>
              <a:headEnd type="none" w="med" len="med"/>
              <a:tailEnd type="none" w="med" len="med"/>
            </a:ln>
          </p:spPr>
        </p:sp>
        <p:sp>
          <p:nvSpPr>
            <p:cNvPr id="144481" name="Rectangle 106"/>
            <p:cNvSpPr/>
            <p:nvPr/>
          </p:nvSpPr>
          <p:spPr>
            <a:xfrm>
              <a:off x="2092" y="1792"/>
              <a:ext cx="310"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44482" name="Oval 107"/>
            <p:cNvSpPr/>
            <p:nvPr/>
          </p:nvSpPr>
          <p:spPr>
            <a:xfrm>
              <a:off x="2089" y="1733"/>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44483" name="Group 108"/>
            <p:cNvGrpSpPr/>
            <p:nvPr/>
          </p:nvGrpSpPr>
          <p:grpSpPr>
            <a:xfrm>
              <a:off x="2144" y="1715"/>
              <a:ext cx="197" cy="212"/>
              <a:chOff x="2957" y="2459"/>
              <a:chExt cx="200" cy="212"/>
            </a:xfrm>
          </p:grpSpPr>
          <p:sp>
            <p:nvSpPr>
              <p:cNvPr id="144484" name="Rectangle 109"/>
              <p:cNvSpPr/>
              <p:nvPr/>
            </p:nvSpPr>
            <p:spPr>
              <a:xfrm>
                <a:off x="2982" y="2490"/>
                <a:ext cx="144" cy="1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44485" name="Text Box 110"/>
              <p:cNvSpPr txBox="1"/>
              <p:nvPr/>
            </p:nvSpPr>
            <p:spPr>
              <a:xfrm>
                <a:off x="2957" y="2459"/>
                <a:ext cx="200" cy="2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600" dirty="0">
                    <a:ea typeface="宋体" panose="02010600030101010101" pitchFamily="2" charset="-122"/>
                  </a:rPr>
                  <a:t>B</a:t>
                </a:r>
                <a:endParaRPr lang="en-US" altLang="zh-CN" sz="1600" dirty="0">
                  <a:latin typeface="Times New Roman" panose="02020603050405020304" pitchFamily="18" charset="0"/>
                  <a:ea typeface="宋体" panose="02010600030101010101" pitchFamily="2" charset="-122"/>
                </a:endParaRPr>
              </a:p>
            </p:txBody>
          </p:sp>
        </p:grpSp>
      </p:grpSp>
      <p:grpSp>
        <p:nvGrpSpPr>
          <p:cNvPr id="144423" name="Group 111"/>
          <p:cNvGrpSpPr/>
          <p:nvPr/>
        </p:nvGrpSpPr>
        <p:grpSpPr>
          <a:xfrm>
            <a:off x="7264400" y="5445125"/>
            <a:ext cx="501650" cy="336550"/>
            <a:chOff x="2089" y="1715"/>
            <a:chExt cx="316" cy="212"/>
          </a:xfrm>
        </p:grpSpPr>
        <p:sp>
          <p:nvSpPr>
            <p:cNvPr id="144470" name="Oval 112"/>
            <p:cNvSpPr/>
            <p:nvPr/>
          </p:nvSpPr>
          <p:spPr>
            <a:xfrm>
              <a:off x="2092" y="1799"/>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44471" name="Line 113"/>
            <p:cNvSpPr/>
            <p:nvPr/>
          </p:nvSpPr>
          <p:spPr>
            <a:xfrm>
              <a:off x="2092" y="1792"/>
              <a:ext cx="0" cy="50"/>
            </a:xfrm>
            <a:prstGeom prst="line">
              <a:avLst/>
            </a:prstGeom>
            <a:ln w="12700" cap="flat" cmpd="sng">
              <a:solidFill>
                <a:schemeClr val="tx1"/>
              </a:solidFill>
              <a:prstDash val="solid"/>
              <a:headEnd type="none" w="med" len="med"/>
              <a:tailEnd type="none" w="med" len="med"/>
            </a:ln>
          </p:spPr>
        </p:sp>
        <p:sp>
          <p:nvSpPr>
            <p:cNvPr id="144472" name="Line 114"/>
            <p:cNvSpPr/>
            <p:nvPr/>
          </p:nvSpPr>
          <p:spPr>
            <a:xfrm>
              <a:off x="2405" y="1792"/>
              <a:ext cx="0" cy="50"/>
            </a:xfrm>
            <a:prstGeom prst="line">
              <a:avLst/>
            </a:prstGeom>
            <a:ln w="12700" cap="flat" cmpd="sng">
              <a:solidFill>
                <a:schemeClr val="tx1"/>
              </a:solidFill>
              <a:prstDash val="solid"/>
              <a:headEnd type="none" w="med" len="med"/>
              <a:tailEnd type="none" w="med" len="med"/>
            </a:ln>
          </p:spPr>
        </p:sp>
        <p:sp>
          <p:nvSpPr>
            <p:cNvPr id="144473" name="Rectangle 115"/>
            <p:cNvSpPr/>
            <p:nvPr/>
          </p:nvSpPr>
          <p:spPr>
            <a:xfrm>
              <a:off x="2092" y="1792"/>
              <a:ext cx="310"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44474" name="Oval 116"/>
            <p:cNvSpPr/>
            <p:nvPr/>
          </p:nvSpPr>
          <p:spPr>
            <a:xfrm>
              <a:off x="2089" y="1733"/>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44475" name="Group 117"/>
            <p:cNvGrpSpPr/>
            <p:nvPr/>
          </p:nvGrpSpPr>
          <p:grpSpPr>
            <a:xfrm>
              <a:off x="2141" y="1715"/>
              <a:ext cx="203" cy="212"/>
              <a:chOff x="2954" y="2459"/>
              <a:chExt cx="206" cy="212"/>
            </a:xfrm>
          </p:grpSpPr>
          <p:sp>
            <p:nvSpPr>
              <p:cNvPr id="144476" name="Rectangle 118"/>
              <p:cNvSpPr/>
              <p:nvPr/>
            </p:nvSpPr>
            <p:spPr>
              <a:xfrm>
                <a:off x="2982" y="2490"/>
                <a:ext cx="144" cy="1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44477" name="Text Box 119"/>
              <p:cNvSpPr txBox="1"/>
              <p:nvPr/>
            </p:nvSpPr>
            <p:spPr>
              <a:xfrm>
                <a:off x="2954" y="2459"/>
                <a:ext cx="206" cy="2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600" dirty="0">
                    <a:ea typeface="宋体" panose="02010600030101010101" pitchFamily="2" charset="-122"/>
                  </a:rPr>
                  <a:t>G</a:t>
                </a:r>
                <a:endParaRPr lang="en-US" altLang="zh-CN" sz="1600" dirty="0">
                  <a:latin typeface="Times New Roman" panose="02020603050405020304" pitchFamily="18" charset="0"/>
                  <a:ea typeface="宋体" panose="02010600030101010101" pitchFamily="2" charset="-122"/>
                </a:endParaRPr>
              </a:p>
            </p:txBody>
          </p:sp>
        </p:grpSp>
      </p:grpSp>
      <p:grpSp>
        <p:nvGrpSpPr>
          <p:cNvPr id="144424" name="Group 120"/>
          <p:cNvGrpSpPr/>
          <p:nvPr/>
        </p:nvGrpSpPr>
        <p:grpSpPr>
          <a:xfrm>
            <a:off x="6927850" y="4718050"/>
            <a:ext cx="501650" cy="336550"/>
            <a:chOff x="2089" y="1715"/>
            <a:chExt cx="316" cy="212"/>
          </a:xfrm>
        </p:grpSpPr>
        <p:sp>
          <p:nvSpPr>
            <p:cNvPr id="144462" name="Oval 121"/>
            <p:cNvSpPr/>
            <p:nvPr/>
          </p:nvSpPr>
          <p:spPr>
            <a:xfrm>
              <a:off x="2092" y="1799"/>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44463" name="Line 122"/>
            <p:cNvSpPr/>
            <p:nvPr/>
          </p:nvSpPr>
          <p:spPr>
            <a:xfrm>
              <a:off x="2092" y="1792"/>
              <a:ext cx="0" cy="50"/>
            </a:xfrm>
            <a:prstGeom prst="line">
              <a:avLst/>
            </a:prstGeom>
            <a:ln w="12700" cap="flat" cmpd="sng">
              <a:solidFill>
                <a:schemeClr val="tx1"/>
              </a:solidFill>
              <a:prstDash val="solid"/>
              <a:headEnd type="none" w="med" len="med"/>
              <a:tailEnd type="none" w="med" len="med"/>
            </a:ln>
          </p:spPr>
        </p:sp>
        <p:sp>
          <p:nvSpPr>
            <p:cNvPr id="144464" name="Line 123"/>
            <p:cNvSpPr/>
            <p:nvPr/>
          </p:nvSpPr>
          <p:spPr>
            <a:xfrm>
              <a:off x="2405" y="1792"/>
              <a:ext cx="0" cy="50"/>
            </a:xfrm>
            <a:prstGeom prst="line">
              <a:avLst/>
            </a:prstGeom>
            <a:ln w="12700" cap="flat" cmpd="sng">
              <a:solidFill>
                <a:schemeClr val="tx1"/>
              </a:solidFill>
              <a:prstDash val="solid"/>
              <a:headEnd type="none" w="med" len="med"/>
              <a:tailEnd type="none" w="med" len="med"/>
            </a:ln>
          </p:spPr>
        </p:sp>
        <p:sp>
          <p:nvSpPr>
            <p:cNvPr id="144465" name="Rectangle 124"/>
            <p:cNvSpPr/>
            <p:nvPr/>
          </p:nvSpPr>
          <p:spPr>
            <a:xfrm>
              <a:off x="2092" y="1792"/>
              <a:ext cx="310"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44466" name="Oval 125"/>
            <p:cNvSpPr/>
            <p:nvPr/>
          </p:nvSpPr>
          <p:spPr>
            <a:xfrm>
              <a:off x="2089" y="1733"/>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44467" name="Group 126"/>
            <p:cNvGrpSpPr/>
            <p:nvPr/>
          </p:nvGrpSpPr>
          <p:grpSpPr>
            <a:xfrm>
              <a:off x="2139" y="1715"/>
              <a:ext cx="208" cy="212"/>
              <a:chOff x="2952" y="2459"/>
              <a:chExt cx="211" cy="212"/>
            </a:xfrm>
          </p:grpSpPr>
          <p:sp>
            <p:nvSpPr>
              <p:cNvPr id="144468" name="Rectangle 127"/>
              <p:cNvSpPr/>
              <p:nvPr/>
            </p:nvSpPr>
            <p:spPr>
              <a:xfrm>
                <a:off x="2982" y="2490"/>
                <a:ext cx="144" cy="1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44469" name="Text Box 128"/>
              <p:cNvSpPr txBox="1"/>
              <p:nvPr/>
            </p:nvSpPr>
            <p:spPr>
              <a:xfrm>
                <a:off x="2952" y="2459"/>
                <a:ext cx="211" cy="2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600" dirty="0">
                    <a:ea typeface="宋体" panose="02010600030101010101" pitchFamily="2" charset="-122"/>
                  </a:rPr>
                  <a:t>D</a:t>
                </a:r>
                <a:endParaRPr lang="en-US" altLang="zh-CN" sz="1600" dirty="0">
                  <a:latin typeface="Times New Roman" panose="02020603050405020304" pitchFamily="18" charset="0"/>
                  <a:ea typeface="宋体" panose="02010600030101010101" pitchFamily="2" charset="-122"/>
                </a:endParaRPr>
              </a:p>
            </p:txBody>
          </p:sp>
        </p:grpSp>
      </p:grpSp>
      <p:grpSp>
        <p:nvGrpSpPr>
          <p:cNvPr id="144425" name="Group 129"/>
          <p:cNvGrpSpPr/>
          <p:nvPr/>
        </p:nvGrpSpPr>
        <p:grpSpPr>
          <a:xfrm>
            <a:off x="5876925" y="4979988"/>
            <a:ext cx="501650" cy="336550"/>
            <a:chOff x="2089" y="1715"/>
            <a:chExt cx="316" cy="212"/>
          </a:xfrm>
        </p:grpSpPr>
        <p:sp>
          <p:nvSpPr>
            <p:cNvPr id="144454" name="Oval 130"/>
            <p:cNvSpPr/>
            <p:nvPr/>
          </p:nvSpPr>
          <p:spPr>
            <a:xfrm>
              <a:off x="2092" y="1799"/>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44455" name="Line 131"/>
            <p:cNvSpPr/>
            <p:nvPr/>
          </p:nvSpPr>
          <p:spPr>
            <a:xfrm>
              <a:off x="2092" y="1792"/>
              <a:ext cx="0" cy="50"/>
            </a:xfrm>
            <a:prstGeom prst="line">
              <a:avLst/>
            </a:prstGeom>
            <a:ln w="12700" cap="flat" cmpd="sng">
              <a:solidFill>
                <a:schemeClr val="tx1"/>
              </a:solidFill>
              <a:prstDash val="solid"/>
              <a:headEnd type="none" w="med" len="med"/>
              <a:tailEnd type="none" w="med" len="med"/>
            </a:ln>
          </p:spPr>
        </p:sp>
        <p:sp>
          <p:nvSpPr>
            <p:cNvPr id="144456" name="Line 132"/>
            <p:cNvSpPr/>
            <p:nvPr/>
          </p:nvSpPr>
          <p:spPr>
            <a:xfrm>
              <a:off x="2405" y="1792"/>
              <a:ext cx="0" cy="50"/>
            </a:xfrm>
            <a:prstGeom prst="line">
              <a:avLst/>
            </a:prstGeom>
            <a:ln w="12700" cap="flat" cmpd="sng">
              <a:solidFill>
                <a:schemeClr val="tx1"/>
              </a:solidFill>
              <a:prstDash val="solid"/>
              <a:headEnd type="none" w="med" len="med"/>
              <a:tailEnd type="none" w="med" len="med"/>
            </a:ln>
          </p:spPr>
        </p:sp>
        <p:sp>
          <p:nvSpPr>
            <p:cNvPr id="144457" name="Rectangle 133"/>
            <p:cNvSpPr/>
            <p:nvPr/>
          </p:nvSpPr>
          <p:spPr>
            <a:xfrm>
              <a:off x="2092" y="1792"/>
              <a:ext cx="310"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44458" name="Oval 134"/>
            <p:cNvSpPr/>
            <p:nvPr/>
          </p:nvSpPr>
          <p:spPr>
            <a:xfrm>
              <a:off x="2089" y="1733"/>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44459" name="Group 135"/>
            <p:cNvGrpSpPr/>
            <p:nvPr/>
          </p:nvGrpSpPr>
          <p:grpSpPr>
            <a:xfrm>
              <a:off x="2144" y="1715"/>
              <a:ext cx="197" cy="212"/>
              <a:chOff x="2957" y="2459"/>
              <a:chExt cx="200" cy="212"/>
            </a:xfrm>
          </p:grpSpPr>
          <p:sp>
            <p:nvSpPr>
              <p:cNvPr id="144460" name="Rectangle 136"/>
              <p:cNvSpPr/>
              <p:nvPr/>
            </p:nvSpPr>
            <p:spPr>
              <a:xfrm>
                <a:off x="2982" y="2490"/>
                <a:ext cx="144" cy="1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44461" name="Text Box 137"/>
              <p:cNvSpPr txBox="1"/>
              <p:nvPr/>
            </p:nvSpPr>
            <p:spPr>
              <a:xfrm>
                <a:off x="2957" y="2459"/>
                <a:ext cx="200" cy="2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600" dirty="0">
                    <a:ea typeface="宋体" panose="02010600030101010101" pitchFamily="2" charset="-122"/>
                  </a:rPr>
                  <a:t>E</a:t>
                </a:r>
                <a:endParaRPr lang="en-US" altLang="zh-CN" sz="1600" dirty="0">
                  <a:latin typeface="Times New Roman" panose="02020603050405020304" pitchFamily="18" charset="0"/>
                  <a:ea typeface="宋体" panose="02010600030101010101" pitchFamily="2" charset="-122"/>
                </a:endParaRPr>
              </a:p>
            </p:txBody>
          </p:sp>
        </p:grpSp>
      </p:grpSp>
      <p:sp>
        <p:nvSpPr>
          <p:cNvPr id="144426" name="Line 138"/>
          <p:cNvSpPr/>
          <p:nvPr/>
        </p:nvSpPr>
        <p:spPr>
          <a:xfrm flipH="1">
            <a:off x="5284788" y="3705225"/>
            <a:ext cx="674687" cy="1385888"/>
          </a:xfrm>
          <a:prstGeom prst="line">
            <a:avLst/>
          </a:prstGeom>
          <a:ln w="12700" cap="flat" cmpd="sng">
            <a:solidFill>
              <a:schemeClr val="tx1"/>
            </a:solidFill>
            <a:prstDash val="solid"/>
            <a:headEnd type="none" w="med" len="med"/>
            <a:tailEnd type="none" w="med" len="med"/>
          </a:ln>
        </p:spPr>
      </p:sp>
      <p:grpSp>
        <p:nvGrpSpPr>
          <p:cNvPr id="144427" name="Group 139"/>
          <p:cNvGrpSpPr/>
          <p:nvPr/>
        </p:nvGrpSpPr>
        <p:grpSpPr>
          <a:xfrm>
            <a:off x="5445125" y="4130675"/>
            <a:ext cx="501650" cy="336550"/>
            <a:chOff x="2089" y="1715"/>
            <a:chExt cx="316" cy="212"/>
          </a:xfrm>
        </p:grpSpPr>
        <p:sp>
          <p:nvSpPr>
            <p:cNvPr id="144446" name="Oval 140"/>
            <p:cNvSpPr/>
            <p:nvPr/>
          </p:nvSpPr>
          <p:spPr>
            <a:xfrm>
              <a:off x="2092" y="1799"/>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44447" name="Line 141"/>
            <p:cNvSpPr/>
            <p:nvPr/>
          </p:nvSpPr>
          <p:spPr>
            <a:xfrm>
              <a:off x="2092" y="1792"/>
              <a:ext cx="0" cy="50"/>
            </a:xfrm>
            <a:prstGeom prst="line">
              <a:avLst/>
            </a:prstGeom>
            <a:ln w="12700" cap="flat" cmpd="sng">
              <a:solidFill>
                <a:schemeClr val="tx1"/>
              </a:solidFill>
              <a:prstDash val="solid"/>
              <a:headEnd type="none" w="med" len="med"/>
              <a:tailEnd type="none" w="med" len="med"/>
            </a:ln>
          </p:spPr>
        </p:sp>
        <p:sp>
          <p:nvSpPr>
            <p:cNvPr id="144448" name="Line 142"/>
            <p:cNvSpPr/>
            <p:nvPr/>
          </p:nvSpPr>
          <p:spPr>
            <a:xfrm>
              <a:off x="2405" y="1792"/>
              <a:ext cx="0" cy="50"/>
            </a:xfrm>
            <a:prstGeom prst="line">
              <a:avLst/>
            </a:prstGeom>
            <a:ln w="12700" cap="flat" cmpd="sng">
              <a:solidFill>
                <a:schemeClr val="tx1"/>
              </a:solidFill>
              <a:prstDash val="solid"/>
              <a:headEnd type="none" w="med" len="med"/>
              <a:tailEnd type="none" w="med" len="med"/>
            </a:ln>
          </p:spPr>
        </p:sp>
        <p:sp>
          <p:nvSpPr>
            <p:cNvPr id="144449" name="Rectangle 143"/>
            <p:cNvSpPr/>
            <p:nvPr/>
          </p:nvSpPr>
          <p:spPr>
            <a:xfrm>
              <a:off x="2092" y="1792"/>
              <a:ext cx="310"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44450" name="Oval 144"/>
            <p:cNvSpPr/>
            <p:nvPr/>
          </p:nvSpPr>
          <p:spPr>
            <a:xfrm>
              <a:off x="2089" y="1733"/>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44451" name="Group 145"/>
            <p:cNvGrpSpPr/>
            <p:nvPr/>
          </p:nvGrpSpPr>
          <p:grpSpPr>
            <a:xfrm>
              <a:off x="2151" y="1715"/>
              <a:ext cx="182" cy="212"/>
              <a:chOff x="2964" y="2459"/>
              <a:chExt cx="185" cy="212"/>
            </a:xfrm>
          </p:grpSpPr>
          <p:sp>
            <p:nvSpPr>
              <p:cNvPr id="144452" name="Rectangle 146"/>
              <p:cNvSpPr/>
              <p:nvPr/>
            </p:nvSpPr>
            <p:spPr>
              <a:xfrm>
                <a:off x="2982" y="2490"/>
                <a:ext cx="144" cy="1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44453" name="Text Box 147"/>
              <p:cNvSpPr txBox="1"/>
              <p:nvPr/>
            </p:nvSpPr>
            <p:spPr>
              <a:xfrm>
                <a:off x="2964" y="2459"/>
                <a:ext cx="185" cy="2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600" dirty="0">
                    <a:ea typeface="宋体" panose="02010600030101010101" pitchFamily="2" charset="-122"/>
                  </a:rPr>
                  <a:t>c</a:t>
                </a:r>
                <a:endParaRPr lang="en-US" altLang="zh-CN" sz="1600" dirty="0">
                  <a:latin typeface="Times New Roman" panose="02020603050405020304" pitchFamily="18" charset="0"/>
                  <a:ea typeface="宋体" panose="02010600030101010101" pitchFamily="2" charset="-122"/>
                </a:endParaRPr>
              </a:p>
            </p:txBody>
          </p:sp>
        </p:grpSp>
      </p:grpSp>
      <p:grpSp>
        <p:nvGrpSpPr>
          <p:cNvPr id="144428" name="Group 148"/>
          <p:cNvGrpSpPr/>
          <p:nvPr/>
        </p:nvGrpSpPr>
        <p:grpSpPr>
          <a:xfrm>
            <a:off x="4914900" y="4986338"/>
            <a:ext cx="501650" cy="336550"/>
            <a:chOff x="2089" y="1715"/>
            <a:chExt cx="316" cy="212"/>
          </a:xfrm>
        </p:grpSpPr>
        <p:sp>
          <p:nvSpPr>
            <p:cNvPr id="144438" name="Oval 149"/>
            <p:cNvSpPr/>
            <p:nvPr/>
          </p:nvSpPr>
          <p:spPr>
            <a:xfrm>
              <a:off x="2092" y="1799"/>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44439" name="Line 150"/>
            <p:cNvSpPr/>
            <p:nvPr/>
          </p:nvSpPr>
          <p:spPr>
            <a:xfrm>
              <a:off x="2092" y="1792"/>
              <a:ext cx="0" cy="50"/>
            </a:xfrm>
            <a:prstGeom prst="line">
              <a:avLst/>
            </a:prstGeom>
            <a:ln w="12700" cap="flat" cmpd="sng">
              <a:solidFill>
                <a:schemeClr val="tx1"/>
              </a:solidFill>
              <a:prstDash val="solid"/>
              <a:headEnd type="none" w="med" len="med"/>
              <a:tailEnd type="none" w="med" len="med"/>
            </a:ln>
          </p:spPr>
        </p:sp>
        <p:sp>
          <p:nvSpPr>
            <p:cNvPr id="144440" name="Line 151"/>
            <p:cNvSpPr/>
            <p:nvPr/>
          </p:nvSpPr>
          <p:spPr>
            <a:xfrm>
              <a:off x="2405" y="1792"/>
              <a:ext cx="0" cy="50"/>
            </a:xfrm>
            <a:prstGeom prst="line">
              <a:avLst/>
            </a:prstGeom>
            <a:ln w="12700" cap="flat" cmpd="sng">
              <a:solidFill>
                <a:schemeClr val="tx1"/>
              </a:solidFill>
              <a:prstDash val="solid"/>
              <a:headEnd type="none" w="med" len="med"/>
              <a:tailEnd type="none" w="med" len="med"/>
            </a:ln>
          </p:spPr>
        </p:sp>
        <p:sp>
          <p:nvSpPr>
            <p:cNvPr id="144441" name="Rectangle 152"/>
            <p:cNvSpPr/>
            <p:nvPr/>
          </p:nvSpPr>
          <p:spPr>
            <a:xfrm>
              <a:off x="2092" y="1792"/>
              <a:ext cx="310" cy="49"/>
            </a:xfrm>
            <a:prstGeom prst="rect">
              <a:avLst/>
            </a:prstGeom>
            <a:solidFill>
              <a:schemeClr val="hlink"/>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44442" name="Oval 153"/>
            <p:cNvSpPr/>
            <p:nvPr/>
          </p:nvSpPr>
          <p:spPr>
            <a:xfrm>
              <a:off x="2089" y="1733"/>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44443" name="Group 154"/>
            <p:cNvGrpSpPr/>
            <p:nvPr/>
          </p:nvGrpSpPr>
          <p:grpSpPr>
            <a:xfrm>
              <a:off x="2145" y="1715"/>
              <a:ext cx="194" cy="212"/>
              <a:chOff x="2958" y="2459"/>
              <a:chExt cx="197" cy="212"/>
            </a:xfrm>
          </p:grpSpPr>
          <p:sp>
            <p:nvSpPr>
              <p:cNvPr id="144444" name="Rectangle 155"/>
              <p:cNvSpPr/>
              <p:nvPr/>
            </p:nvSpPr>
            <p:spPr>
              <a:xfrm>
                <a:off x="2982" y="2490"/>
                <a:ext cx="144" cy="132"/>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44445" name="Text Box 156"/>
              <p:cNvSpPr txBox="1"/>
              <p:nvPr/>
            </p:nvSpPr>
            <p:spPr>
              <a:xfrm>
                <a:off x="2958" y="2459"/>
                <a:ext cx="197" cy="2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r>
                  <a:rPr lang="en-US" altLang="zh-CN" sz="1600" dirty="0">
                    <a:ea typeface="宋体" panose="02010600030101010101" pitchFamily="2" charset="-122"/>
                  </a:rPr>
                  <a:t>F</a:t>
                </a:r>
                <a:endParaRPr lang="en-US" altLang="zh-CN" sz="1600" dirty="0">
                  <a:latin typeface="Times New Roman" panose="02020603050405020304" pitchFamily="18" charset="0"/>
                  <a:ea typeface="宋体" panose="02010600030101010101" pitchFamily="2" charset="-122"/>
                </a:endParaRPr>
              </a:p>
            </p:txBody>
          </p:sp>
        </p:grpSp>
      </p:grpSp>
      <p:sp>
        <p:nvSpPr>
          <p:cNvPr id="144429" name="Text Box 157"/>
          <p:cNvSpPr txBox="1"/>
          <p:nvPr/>
        </p:nvSpPr>
        <p:spPr>
          <a:xfrm>
            <a:off x="4678363" y="5794375"/>
            <a:ext cx="3030537" cy="641350"/>
          </a:xfrm>
          <a:prstGeom prst="rect">
            <a:avLst/>
          </a:prstGeom>
          <a:noFill/>
          <a:ln w="9525">
            <a:noFill/>
          </a:ln>
        </p:spPr>
        <p:txBody>
          <a:bodyPr>
            <a:spAutoFit/>
          </a:bodyPr>
          <a:p>
            <a:pPr marL="342900" indent="-342900" eaLnBrk="1" hangingPunct="1"/>
            <a:r>
              <a:rPr lang="en-US" altLang="zh-CN" b="1" dirty="0">
                <a:latin typeface="Arial" panose="020B0604020202020204" pitchFamily="34" charset="0"/>
                <a:ea typeface="宋体" panose="02010600030101010101" pitchFamily="2" charset="-122"/>
              </a:rPr>
              <a:t>(b) Constructed spanning tree</a:t>
            </a:r>
            <a:endParaRPr lang="en-US" altLang="zh-CN" dirty="0">
              <a:latin typeface="Arial" panose="020B0604020202020204" pitchFamily="34" charset="0"/>
              <a:ea typeface="宋体" panose="02010600030101010101" pitchFamily="2" charset="-122"/>
            </a:endParaRPr>
          </a:p>
        </p:txBody>
      </p:sp>
      <p:sp>
        <p:nvSpPr>
          <p:cNvPr id="144430" name="Rectangle 159"/>
          <p:cNvSpPr>
            <a:spLocks noGrp="1"/>
          </p:cNvSpPr>
          <p:nvPr>
            <p:ph type="title"/>
          </p:nvPr>
        </p:nvSpPr>
        <p:spPr>
          <a:xfrm>
            <a:off x="533400" y="0"/>
            <a:ext cx="7772400" cy="1143000"/>
          </a:xfrm>
        </p:spPr>
        <p:txBody>
          <a:bodyPr vert="horz" wrap="square" lIns="91440" tIns="45720" rIns="91440" bIns="45720" anchor="ctr" anchorCtr="0"/>
          <a:p>
            <a:r>
              <a:rPr lang="en-US" altLang="zh-CN" dirty="0">
                <a:ea typeface="宋体" panose="02010600030101010101" pitchFamily="2" charset="-122"/>
              </a:rPr>
              <a:t>Spanning Tree: Creation</a:t>
            </a:r>
            <a:endParaRPr lang="en-US" altLang="zh-CN" dirty="0">
              <a:ea typeface="宋体" panose="02010600030101010101" pitchFamily="2" charset="-122"/>
            </a:endParaRPr>
          </a:p>
        </p:txBody>
      </p:sp>
      <p:sp>
        <p:nvSpPr>
          <p:cNvPr id="144431" name="Rectangle 160"/>
          <p:cNvSpPr>
            <a:spLocks noGrp="1"/>
          </p:cNvSpPr>
          <p:nvPr>
            <p:ph idx="1"/>
          </p:nvPr>
        </p:nvSpPr>
        <p:spPr>
          <a:xfrm>
            <a:off x="520700" y="1187450"/>
            <a:ext cx="7772400" cy="2008188"/>
          </a:xfrm>
        </p:spPr>
        <p:txBody>
          <a:bodyPr vert="horz" wrap="square" lIns="91440" tIns="45720" rIns="91440" bIns="45720" anchor="t" anchorCtr="0"/>
          <a:p>
            <a:r>
              <a:rPr lang="en-US" altLang="zh-CN" sz="2400" dirty="0">
                <a:ea typeface="宋体" panose="02010600030101010101" pitchFamily="2" charset="-122"/>
              </a:rPr>
              <a:t>Center node</a:t>
            </a:r>
            <a:endParaRPr lang="en-US" altLang="zh-CN" sz="2400" dirty="0">
              <a:ea typeface="宋体" panose="02010600030101010101" pitchFamily="2" charset="-122"/>
            </a:endParaRPr>
          </a:p>
          <a:p>
            <a:r>
              <a:rPr lang="en-US" altLang="zh-CN" sz="2400" dirty="0">
                <a:ea typeface="宋体" panose="02010600030101010101" pitchFamily="2" charset="-122"/>
              </a:rPr>
              <a:t>Each node sends unicast join message to center node</a:t>
            </a:r>
            <a:endParaRPr lang="en-US" altLang="zh-CN" sz="2400" dirty="0">
              <a:ea typeface="宋体" panose="02010600030101010101" pitchFamily="2" charset="-122"/>
            </a:endParaRPr>
          </a:p>
          <a:p>
            <a:pPr lvl="1"/>
            <a:r>
              <a:rPr lang="en-US" altLang="zh-CN" sz="2000" dirty="0">
                <a:solidFill>
                  <a:schemeClr val="accent2"/>
                </a:solidFill>
                <a:ea typeface="宋体" panose="02010600030101010101" pitchFamily="2" charset="-122"/>
              </a:rPr>
              <a:t>Message forwarded until it arrives at a node already belonging to spanning tree</a:t>
            </a:r>
            <a:endParaRPr lang="en-US" altLang="zh-CN" sz="2000" dirty="0">
              <a:solidFill>
                <a:schemeClr val="accent2"/>
              </a:solidFill>
              <a:ea typeface="宋体" panose="02010600030101010101" pitchFamily="2" charset="-122"/>
            </a:endParaRPr>
          </a:p>
        </p:txBody>
      </p:sp>
      <p:sp>
        <p:nvSpPr>
          <p:cNvPr id="144432" name="Line 161"/>
          <p:cNvSpPr/>
          <p:nvPr/>
        </p:nvSpPr>
        <p:spPr>
          <a:xfrm>
            <a:off x="6246813" y="3632200"/>
            <a:ext cx="373062" cy="347663"/>
          </a:xfrm>
          <a:prstGeom prst="line">
            <a:avLst/>
          </a:prstGeom>
          <a:ln w="9525" cap="flat" cmpd="sng">
            <a:solidFill>
              <a:schemeClr val="tx1"/>
            </a:solidFill>
            <a:prstDash val="solid"/>
            <a:headEnd type="none" w="med" len="med"/>
            <a:tailEnd type="none" w="med" len="med"/>
          </a:ln>
        </p:spPr>
      </p:sp>
      <p:sp>
        <p:nvSpPr>
          <p:cNvPr id="144433" name="Line 162"/>
          <p:cNvSpPr/>
          <p:nvPr/>
        </p:nvSpPr>
        <p:spPr>
          <a:xfrm>
            <a:off x="5756275" y="4391025"/>
            <a:ext cx="246063" cy="682625"/>
          </a:xfrm>
          <a:prstGeom prst="line">
            <a:avLst/>
          </a:prstGeom>
          <a:ln w="9525" cap="flat" cmpd="sng">
            <a:solidFill>
              <a:schemeClr val="tx1"/>
            </a:solidFill>
            <a:prstDash val="solid"/>
            <a:headEnd type="none" w="med" len="med"/>
            <a:tailEnd type="none" w="med" len="med"/>
          </a:ln>
        </p:spPr>
      </p:sp>
      <p:sp>
        <p:nvSpPr>
          <p:cNvPr id="144434" name="Line 163"/>
          <p:cNvSpPr/>
          <p:nvPr/>
        </p:nvSpPr>
        <p:spPr>
          <a:xfrm>
            <a:off x="6813550" y="4173538"/>
            <a:ext cx="307975" cy="642937"/>
          </a:xfrm>
          <a:prstGeom prst="line">
            <a:avLst/>
          </a:prstGeom>
          <a:ln w="9525" cap="flat" cmpd="sng">
            <a:solidFill>
              <a:schemeClr val="tx1"/>
            </a:solidFill>
            <a:prstDash val="solid"/>
            <a:headEnd type="none" w="med" len="med"/>
            <a:tailEnd type="none" w="med" len="med"/>
          </a:ln>
        </p:spPr>
      </p:sp>
      <p:sp>
        <p:nvSpPr>
          <p:cNvPr id="144435" name="Line 164"/>
          <p:cNvSpPr/>
          <p:nvPr/>
        </p:nvSpPr>
        <p:spPr>
          <a:xfrm>
            <a:off x="7199313" y="4957763"/>
            <a:ext cx="219075" cy="528637"/>
          </a:xfrm>
          <a:prstGeom prst="line">
            <a:avLst/>
          </a:prstGeom>
          <a:ln w="9525" cap="flat" cmpd="sng">
            <a:solidFill>
              <a:schemeClr val="tx1"/>
            </a:solidFill>
            <a:prstDash val="solid"/>
            <a:headEnd type="none" w="med" len="med"/>
            <a:tailEnd type="none" w="med" len="med"/>
          </a:ln>
        </p:spPr>
      </p:sp>
      <p:sp>
        <p:nvSpPr>
          <p:cNvPr id="144436" name="Line 165"/>
          <p:cNvSpPr/>
          <p:nvPr/>
        </p:nvSpPr>
        <p:spPr>
          <a:xfrm flipV="1">
            <a:off x="5408613" y="5151438"/>
            <a:ext cx="503237" cy="12700"/>
          </a:xfrm>
          <a:prstGeom prst="line">
            <a:avLst/>
          </a:prstGeom>
          <a:ln w="9525" cap="flat" cmpd="sng">
            <a:solidFill>
              <a:schemeClr val="tx1"/>
            </a:solidFill>
            <a:prstDash val="solid"/>
            <a:headEnd type="none" w="med" len="med"/>
            <a:tailEnd type="none" w="med" len="med"/>
          </a:ln>
        </p:spPr>
      </p:sp>
      <p:sp>
        <p:nvSpPr>
          <p:cNvPr id="144437" name="Line 166"/>
          <p:cNvSpPr/>
          <p:nvPr/>
        </p:nvSpPr>
        <p:spPr>
          <a:xfrm flipV="1">
            <a:off x="6375400" y="4881563"/>
            <a:ext cx="642938" cy="206375"/>
          </a:xfrm>
          <a:prstGeom prst="line">
            <a:avLst/>
          </a:prstGeom>
          <a:ln w="9525" cap="flat" cmpd="sng">
            <a:solidFill>
              <a:schemeClr val="tx1"/>
            </a:solidFill>
            <a:prstDash val="solid"/>
            <a:headEnd type="none" w="med" len="med"/>
            <a:tailEnd type="none" w="med" len="med"/>
          </a:ln>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1140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440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114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440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1140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1141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1141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1140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44407"/>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1142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4440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611411"/>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61141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4441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611412"/>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6114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1404" grpId="0"/>
      <p:bldP spid="611406" grpId="0"/>
      <p:bldP spid="611408" grpId="0"/>
      <p:bldP spid="611411" grpId="0"/>
      <p:bldP spid="611412" grpId="0"/>
    </p:bld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5410" name="Rectangle 2"/>
          <p:cNvSpPr>
            <a:spLocks noGrp="1"/>
          </p:cNvSpPr>
          <p:nvPr>
            <p:ph type="title"/>
          </p:nvPr>
        </p:nvSpPr>
        <p:spPr>
          <a:xfrm>
            <a:off x="438150" y="476250"/>
            <a:ext cx="8394700" cy="685800"/>
          </a:xfrm>
        </p:spPr>
        <p:txBody>
          <a:bodyPr vert="horz" wrap="square" lIns="92075" tIns="46038" rIns="92075" bIns="46038" anchor="ctr" anchorCtr="0"/>
          <a:p>
            <a:r>
              <a:rPr lang="en-US" altLang="zh-CN" sz="3600" dirty="0">
                <a:ea typeface="宋体" panose="02010600030101010101" pitchFamily="2" charset="-122"/>
              </a:rPr>
              <a:t>Multicast Routing: Problem Statement</a:t>
            </a:r>
            <a:endParaRPr lang="en-US" altLang="zh-CN" sz="3600" dirty="0">
              <a:ea typeface="宋体" panose="02010600030101010101" pitchFamily="2" charset="-122"/>
            </a:endParaRPr>
          </a:p>
        </p:txBody>
      </p:sp>
      <p:sp>
        <p:nvSpPr>
          <p:cNvPr id="145411" name="Rectangle 3"/>
          <p:cNvSpPr>
            <a:spLocks noGrp="1"/>
          </p:cNvSpPr>
          <p:nvPr>
            <p:ph idx="1"/>
          </p:nvPr>
        </p:nvSpPr>
        <p:spPr>
          <a:xfrm>
            <a:off x="569913" y="1335088"/>
            <a:ext cx="8229600" cy="2819400"/>
          </a:xfrm>
        </p:spPr>
        <p:txBody>
          <a:bodyPr vert="horz" wrap="square" lIns="92075" tIns="46038" rIns="92075" bIns="46038" anchor="t" anchorCtr="0"/>
          <a:p>
            <a:r>
              <a:rPr lang="en-US" altLang="zh-CN" b="1" i="1" u="sng" dirty="0">
                <a:solidFill>
                  <a:srgbClr val="FF0000"/>
                </a:solidFill>
                <a:ea typeface="宋体" panose="02010600030101010101" pitchFamily="2" charset="-122"/>
              </a:rPr>
              <a:t>Goal:</a:t>
            </a:r>
            <a:r>
              <a:rPr lang="en-US" altLang="zh-CN" dirty="0">
                <a:ea typeface="宋体" panose="02010600030101010101" pitchFamily="2" charset="-122"/>
              </a:rPr>
              <a:t> find a tree (or trees) connecting routers having local mcast group members </a:t>
            </a:r>
            <a:endParaRPr lang="en-US" altLang="zh-CN" dirty="0">
              <a:ea typeface="宋体" panose="02010600030101010101" pitchFamily="2" charset="-122"/>
            </a:endParaRPr>
          </a:p>
          <a:p>
            <a:pPr lvl="1"/>
            <a:r>
              <a:rPr lang="en-US" altLang="zh-CN" sz="2000" i="1" u="sng" dirty="0">
                <a:solidFill>
                  <a:srgbClr val="FF0000"/>
                </a:solidFill>
                <a:ea typeface="宋体" panose="02010600030101010101" pitchFamily="2" charset="-122"/>
              </a:rPr>
              <a:t>tree:</a:t>
            </a:r>
            <a:r>
              <a:rPr lang="en-US" altLang="zh-CN" sz="2000" dirty="0">
                <a:ea typeface="宋体" panose="02010600030101010101" pitchFamily="2" charset="-122"/>
              </a:rPr>
              <a:t> not all paths between routers used</a:t>
            </a:r>
            <a:endParaRPr lang="en-US" altLang="zh-CN" sz="2000" dirty="0">
              <a:ea typeface="宋体" panose="02010600030101010101" pitchFamily="2" charset="-122"/>
            </a:endParaRPr>
          </a:p>
          <a:p>
            <a:pPr lvl="1"/>
            <a:r>
              <a:rPr lang="en-US" altLang="zh-CN" sz="2000" i="1" u="sng" dirty="0">
                <a:solidFill>
                  <a:srgbClr val="FF0000"/>
                </a:solidFill>
                <a:ea typeface="宋体" panose="02010600030101010101" pitchFamily="2" charset="-122"/>
              </a:rPr>
              <a:t>source-based:</a:t>
            </a:r>
            <a:r>
              <a:rPr lang="en-US" altLang="zh-CN" sz="2000" dirty="0">
                <a:ea typeface="宋体" panose="02010600030101010101" pitchFamily="2" charset="-122"/>
              </a:rPr>
              <a:t> different tree from each sender to rcvrs</a:t>
            </a:r>
            <a:endParaRPr lang="en-US" altLang="zh-CN" sz="2000" dirty="0">
              <a:ea typeface="宋体" panose="02010600030101010101" pitchFamily="2" charset="-122"/>
            </a:endParaRPr>
          </a:p>
          <a:p>
            <a:pPr lvl="1"/>
            <a:r>
              <a:rPr lang="en-US" altLang="zh-CN" sz="2000" i="1" u="sng" dirty="0">
                <a:solidFill>
                  <a:srgbClr val="FF0000"/>
                </a:solidFill>
                <a:ea typeface="宋体" panose="02010600030101010101" pitchFamily="2" charset="-122"/>
              </a:rPr>
              <a:t>shared-tree:</a:t>
            </a:r>
            <a:r>
              <a:rPr lang="en-US" altLang="zh-CN" sz="2000" dirty="0">
                <a:ea typeface="宋体" panose="02010600030101010101" pitchFamily="2" charset="-122"/>
              </a:rPr>
              <a:t> same tree used by all group members</a:t>
            </a:r>
            <a:endParaRPr lang="en-US" altLang="zh-CN" sz="2000" dirty="0">
              <a:ea typeface="宋体" panose="02010600030101010101" pitchFamily="2" charset="-122"/>
            </a:endParaRPr>
          </a:p>
        </p:txBody>
      </p:sp>
      <p:sp>
        <p:nvSpPr>
          <p:cNvPr id="145412" name="Line 4"/>
          <p:cNvSpPr/>
          <p:nvPr/>
        </p:nvSpPr>
        <p:spPr>
          <a:xfrm flipV="1">
            <a:off x="2135188" y="4540250"/>
            <a:ext cx="1047750" cy="292100"/>
          </a:xfrm>
          <a:prstGeom prst="line">
            <a:avLst/>
          </a:prstGeom>
          <a:ln w="19050" cap="flat" cmpd="sng">
            <a:solidFill>
              <a:schemeClr val="tx1"/>
            </a:solidFill>
            <a:prstDash val="solid"/>
            <a:headEnd type="none" w="med" len="med"/>
            <a:tailEnd type="none" w="med" len="med"/>
          </a:ln>
        </p:spPr>
      </p:sp>
      <p:sp>
        <p:nvSpPr>
          <p:cNvPr id="145413" name="Line 5"/>
          <p:cNvSpPr/>
          <p:nvPr/>
        </p:nvSpPr>
        <p:spPr>
          <a:xfrm>
            <a:off x="1931988" y="4806950"/>
            <a:ext cx="654050" cy="819150"/>
          </a:xfrm>
          <a:prstGeom prst="line">
            <a:avLst/>
          </a:prstGeom>
          <a:ln w="57150" cap="flat" cmpd="sng">
            <a:solidFill>
              <a:srgbClr val="FF0000"/>
            </a:solidFill>
            <a:prstDash val="solid"/>
            <a:headEnd type="none" w="med" len="med"/>
            <a:tailEnd type="none" w="med" len="med"/>
          </a:ln>
        </p:spPr>
      </p:sp>
      <p:sp>
        <p:nvSpPr>
          <p:cNvPr id="145414" name="Line 6"/>
          <p:cNvSpPr/>
          <p:nvPr/>
        </p:nvSpPr>
        <p:spPr>
          <a:xfrm>
            <a:off x="2382838" y="4171950"/>
            <a:ext cx="762000" cy="374650"/>
          </a:xfrm>
          <a:prstGeom prst="line">
            <a:avLst/>
          </a:prstGeom>
          <a:ln w="57150" cap="flat" cmpd="sng">
            <a:solidFill>
              <a:srgbClr val="FF0000"/>
            </a:solidFill>
            <a:prstDash val="solid"/>
            <a:headEnd type="none" w="med" len="med"/>
            <a:tailEnd type="none" w="med" len="med"/>
          </a:ln>
        </p:spPr>
      </p:sp>
      <p:sp>
        <p:nvSpPr>
          <p:cNvPr id="145415" name="Line 7"/>
          <p:cNvSpPr/>
          <p:nvPr/>
        </p:nvSpPr>
        <p:spPr>
          <a:xfrm flipV="1">
            <a:off x="2789238" y="5283200"/>
            <a:ext cx="412750" cy="393700"/>
          </a:xfrm>
          <a:prstGeom prst="line">
            <a:avLst/>
          </a:prstGeom>
          <a:ln w="19050" cap="flat" cmpd="sng">
            <a:solidFill>
              <a:schemeClr val="tx1"/>
            </a:solidFill>
            <a:prstDash val="solid"/>
            <a:headEnd type="none" w="med" len="med"/>
            <a:tailEnd type="none" w="med" len="med"/>
          </a:ln>
        </p:spPr>
      </p:sp>
      <p:sp>
        <p:nvSpPr>
          <p:cNvPr id="145416" name="Line 8"/>
          <p:cNvSpPr/>
          <p:nvPr/>
        </p:nvSpPr>
        <p:spPr>
          <a:xfrm>
            <a:off x="3189288" y="4629150"/>
            <a:ext cx="0" cy="603250"/>
          </a:xfrm>
          <a:prstGeom prst="line">
            <a:avLst/>
          </a:prstGeom>
          <a:ln w="19050" cap="flat" cmpd="sng">
            <a:solidFill>
              <a:schemeClr val="tx1"/>
            </a:solidFill>
            <a:prstDash val="solid"/>
            <a:headEnd type="none" w="med" len="med"/>
            <a:tailEnd type="none" w="med" len="med"/>
          </a:ln>
        </p:spPr>
      </p:sp>
      <p:sp>
        <p:nvSpPr>
          <p:cNvPr id="145417" name="Line 9"/>
          <p:cNvSpPr/>
          <p:nvPr/>
        </p:nvSpPr>
        <p:spPr>
          <a:xfrm>
            <a:off x="1684338" y="5670550"/>
            <a:ext cx="787400" cy="0"/>
          </a:xfrm>
          <a:prstGeom prst="line">
            <a:avLst/>
          </a:prstGeom>
          <a:ln w="19050" cap="flat" cmpd="sng">
            <a:solidFill>
              <a:schemeClr val="tx1"/>
            </a:solidFill>
            <a:prstDash val="solid"/>
            <a:headEnd type="none" w="med" len="med"/>
            <a:tailEnd type="none" w="med" len="med"/>
          </a:ln>
        </p:spPr>
      </p:sp>
      <p:sp>
        <p:nvSpPr>
          <p:cNvPr id="145418" name="Line 10"/>
          <p:cNvSpPr/>
          <p:nvPr/>
        </p:nvSpPr>
        <p:spPr>
          <a:xfrm flipH="1">
            <a:off x="1582738" y="4895850"/>
            <a:ext cx="285750" cy="711200"/>
          </a:xfrm>
          <a:prstGeom prst="line">
            <a:avLst/>
          </a:prstGeom>
          <a:ln w="57150" cap="flat" cmpd="sng">
            <a:solidFill>
              <a:srgbClr val="FF0000"/>
            </a:solidFill>
            <a:prstDash val="solid"/>
            <a:headEnd type="none" w="med" len="med"/>
            <a:tailEnd type="none" w="med" len="med"/>
          </a:ln>
        </p:spPr>
      </p:sp>
      <p:sp>
        <p:nvSpPr>
          <p:cNvPr id="145419" name="Line 11"/>
          <p:cNvSpPr/>
          <p:nvPr/>
        </p:nvSpPr>
        <p:spPr>
          <a:xfrm flipH="1">
            <a:off x="1925638" y="4184650"/>
            <a:ext cx="266700" cy="628650"/>
          </a:xfrm>
          <a:prstGeom prst="line">
            <a:avLst/>
          </a:prstGeom>
          <a:ln w="57150" cap="flat" cmpd="sng">
            <a:solidFill>
              <a:srgbClr val="FF0000"/>
            </a:solidFill>
            <a:prstDash val="solid"/>
            <a:headEnd type="none" w="med" len="med"/>
            <a:tailEnd type="none" w="med" len="med"/>
          </a:ln>
        </p:spPr>
      </p:sp>
      <p:grpSp>
        <p:nvGrpSpPr>
          <p:cNvPr id="145420" name="Group 12"/>
          <p:cNvGrpSpPr/>
          <p:nvPr/>
        </p:nvGrpSpPr>
        <p:grpSpPr>
          <a:xfrm>
            <a:off x="2155825" y="5565775"/>
            <a:ext cx="863600" cy="500063"/>
            <a:chOff x="1659" y="3364"/>
            <a:chExt cx="544" cy="315"/>
          </a:xfrm>
        </p:grpSpPr>
        <p:grpSp>
          <p:nvGrpSpPr>
            <p:cNvPr id="146523" name="Group 13"/>
            <p:cNvGrpSpPr/>
            <p:nvPr/>
          </p:nvGrpSpPr>
          <p:grpSpPr>
            <a:xfrm>
              <a:off x="2044" y="3533"/>
              <a:ext cx="159" cy="146"/>
              <a:chOff x="4781" y="1833"/>
              <a:chExt cx="318" cy="262"/>
            </a:xfrm>
          </p:grpSpPr>
          <p:sp>
            <p:nvSpPr>
              <p:cNvPr id="146580" name="AutoShape 14"/>
              <p:cNvSpPr>
                <a:spLocks noChangeAspect="1" noTextEdit="1"/>
              </p:cNvSpPr>
              <p:nvPr/>
            </p:nvSpPr>
            <p:spPr>
              <a:xfrm>
                <a:off x="4787" y="1835"/>
                <a:ext cx="312" cy="260"/>
              </a:xfrm>
              <a:prstGeom prst="rect">
                <a:avLst/>
              </a:prstGeom>
              <a:noFill/>
              <a:ln w="9525">
                <a:noFill/>
              </a:ln>
            </p:spPr>
            <p:txBody>
              <a:bodyPr/>
              <a:p>
                <a:endParaRPr lang="zh-CN" altLang="en-US"/>
              </a:p>
            </p:txBody>
          </p:sp>
          <p:sp>
            <p:nvSpPr>
              <p:cNvPr id="146581" name="Freeform 15"/>
              <p:cNvSpPr/>
              <p:nvPr/>
            </p:nvSpPr>
            <p:spPr>
              <a:xfrm>
                <a:off x="4781" y="1833"/>
                <a:ext cx="307" cy="25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150" h="1804">
                    <a:moveTo>
                      <a:pt x="582" y="239"/>
                    </a:moveTo>
                    <a:lnTo>
                      <a:pt x="606" y="129"/>
                    </a:lnTo>
                    <a:lnTo>
                      <a:pt x="607" y="129"/>
                    </a:lnTo>
                    <a:lnTo>
                      <a:pt x="611" y="128"/>
                    </a:lnTo>
                    <a:lnTo>
                      <a:pt x="616" y="125"/>
                    </a:lnTo>
                    <a:lnTo>
                      <a:pt x="623" y="123"/>
                    </a:lnTo>
                    <a:lnTo>
                      <a:pt x="633" y="120"/>
                    </a:lnTo>
                    <a:lnTo>
                      <a:pt x="645" y="115"/>
                    </a:lnTo>
                    <a:lnTo>
                      <a:pt x="659" y="112"/>
                    </a:lnTo>
                    <a:lnTo>
                      <a:pt x="676" y="107"/>
                    </a:lnTo>
                    <a:lnTo>
                      <a:pt x="694" y="101"/>
                    </a:lnTo>
                    <a:lnTo>
                      <a:pt x="715" y="95"/>
                    </a:lnTo>
                    <a:lnTo>
                      <a:pt x="738" y="90"/>
                    </a:lnTo>
                    <a:lnTo>
                      <a:pt x="763" y="84"/>
                    </a:lnTo>
                    <a:lnTo>
                      <a:pt x="790" y="78"/>
                    </a:lnTo>
                    <a:lnTo>
                      <a:pt x="820" y="71"/>
                    </a:lnTo>
                    <a:lnTo>
                      <a:pt x="852" y="64"/>
                    </a:lnTo>
                    <a:lnTo>
                      <a:pt x="886" y="59"/>
                    </a:lnTo>
                    <a:lnTo>
                      <a:pt x="922" y="52"/>
                    </a:lnTo>
                    <a:lnTo>
                      <a:pt x="961" y="46"/>
                    </a:lnTo>
                    <a:lnTo>
                      <a:pt x="1002" y="40"/>
                    </a:lnTo>
                    <a:lnTo>
                      <a:pt x="1044" y="35"/>
                    </a:lnTo>
                    <a:lnTo>
                      <a:pt x="1090" y="29"/>
                    </a:lnTo>
                    <a:lnTo>
                      <a:pt x="1138" y="23"/>
                    </a:lnTo>
                    <a:lnTo>
                      <a:pt x="1187" y="18"/>
                    </a:lnTo>
                    <a:lnTo>
                      <a:pt x="1240" y="14"/>
                    </a:lnTo>
                    <a:lnTo>
                      <a:pt x="1294" y="10"/>
                    </a:lnTo>
                    <a:lnTo>
                      <a:pt x="1350" y="7"/>
                    </a:lnTo>
                    <a:lnTo>
                      <a:pt x="1410" y="4"/>
                    </a:lnTo>
                    <a:lnTo>
                      <a:pt x="1470" y="1"/>
                    </a:lnTo>
                    <a:lnTo>
                      <a:pt x="1535" y="0"/>
                    </a:lnTo>
                    <a:lnTo>
                      <a:pt x="1601" y="0"/>
                    </a:lnTo>
                    <a:lnTo>
                      <a:pt x="1668" y="0"/>
                    </a:lnTo>
                    <a:lnTo>
                      <a:pt x="1739" y="1"/>
                    </a:lnTo>
                    <a:lnTo>
                      <a:pt x="1816" y="44"/>
                    </a:lnTo>
                    <a:lnTo>
                      <a:pt x="1799" y="248"/>
                    </a:lnTo>
                    <a:lnTo>
                      <a:pt x="1804" y="251"/>
                    </a:lnTo>
                    <a:lnTo>
                      <a:pt x="1820" y="259"/>
                    </a:lnTo>
                    <a:lnTo>
                      <a:pt x="1842" y="272"/>
                    </a:lnTo>
                    <a:lnTo>
                      <a:pt x="1868" y="292"/>
                    </a:lnTo>
                    <a:lnTo>
                      <a:pt x="1896" y="318"/>
                    </a:lnTo>
                    <a:lnTo>
                      <a:pt x="1920" y="351"/>
                    </a:lnTo>
                    <a:lnTo>
                      <a:pt x="1939" y="390"/>
                    </a:lnTo>
                    <a:lnTo>
                      <a:pt x="1951" y="436"/>
                    </a:lnTo>
                    <a:lnTo>
                      <a:pt x="2125" y="593"/>
                    </a:lnTo>
                    <a:lnTo>
                      <a:pt x="2078" y="1009"/>
                    </a:lnTo>
                    <a:lnTo>
                      <a:pt x="1799" y="1149"/>
                    </a:lnTo>
                    <a:lnTo>
                      <a:pt x="2129" y="1247"/>
                    </a:lnTo>
                    <a:lnTo>
                      <a:pt x="2131" y="1251"/>
                    </a:lnTo>
                    <a:lnTo>
                      <a:pt x="2137" y="1264"/>
                    </a:lnTo>
                    <a:lnTo>
                      <a:pt x="2143" y="1284"/>
                    </a:lnTo>
                    <a:lnTo>
                      <a:pt x="2149" y="1310"/>
                    </a:lnTo>
                    <a:lnTo>
                      <a:pt x="2150" y="1342"/>
                    </a:lnTo>
                    <a:lnTo>
                      <a:pt x="2147" y="1380"/>
                    </a:lnTo>
                    <a:lnTo>
                      <a:pt x="2136" y="1423"/>
                    </a:lnTo>
                    <a:lnTo>
                      <a:pt x="2117" y="1468"/>
                    </a:lnTo>
                    <a:lnTo>
                      <a:pt x="1244" y="1804"/>
                    </a:lnTo>
                    <a:lnTo>
                      <a:pt x="0" y="1413"/>
                    </a:lnTo>
                    <a:lnTo>
                      <a:pt x="22" y="1367"/>
                    </a:lnTo>
                    <a:lnTo>
                      <a:pt x="212" y="1302"/>
                    </a:lnTo>
                    <a:lnTo>
                      <a:pt x="212" y="248"/>
                    </a:lnTo>
                    <a:lnTo>
                      <a:pt x="213" y="247"/>
                    </a:lnTo>
                    <a:lnTo>
                      <a:pt x="217" y="244"/>
                    </a:lnTo>
                    <a:lnTo>
                      <a:pt x="223" y="240"/>
                    </a:lnTo>
                    <a:lnTo>
                      <a:pt x="232" y="234"/>
                    </a:lnTo>
                    <a:lnTo>
                      <a:pt x="245" y="228"/>
                    </a:lnTo>
                    <a:lnTo>
                      <a:pt x="258" y="221"/>
                    </a:lnTo>
                    <a:lnTo>
                      <a:pt x="276" y="214"/>
                    </a:lnTo>
                    <a:lnTo>
                      <a:pt x="294" y="207"/>
                    </a:lnTo>
                    <a:lnTo>
                      <a:pt x="316" y="201"/>
                    </a:lnTo>
                    <a:lnTo>
                      <a:pt x="340" y="197"/>
                    </a:lnTo>
                    <a:lnTo>
                      <a:pt x="366" y="194"/>
                    </a:lnTo>
                    <a:lnTo>
                      <a:pt x="393" y="192"/>
                    </a:lnTo>
                    <a:lnTo>
                      <a:pt x="424" y="193"/>
                    </a:lnTo>
                    <a:lnTo>
                      <a:pt x="457" y="197"/>
                    </a:lnTo>
                    <a:lnTo>
                      <a:pt x="493" y="203"/>
                    </a:lnTo>
                    <a:lnTo>
                      <a:pt x="529" y="214"/>
                    </a:lnTo>
                    <a:lnTo>
                      <a:pt x="582" y="239"/>
                    </a:lnTo>
                    <a:close/>
                  </a:path>
                </a:pathLst>
              </a:custGeom>
              <a:solidFill>
                <a:srgbClr val="FF0000">
                  <a:alpha val="100000"/>
                </a:srgbClr>
              </a:solidFill>
              <a:ln w="9525">
                <a:noFill/>
              </a:ln>
            </p:spPr>
            <p:txBody>
              <a:bodyPr/>
              <a:p>
                <a:endParaRPr lang="zh-CN" altLang="en-US"/>
              </a:p>
            </p:txBody>
          </p:sp>
          <p:sp>
            <p:nvSpPr>
              <p:cNvPr id="146582" name="Freeform 16"/>
              <p:cNvSpPr/>
              <p:nvPr/>
            </p:nvSpPr>
            <p:spPr>
              <a:xfrm>
                <a:off x="4894" y="1857"/>
                <a:ext cx="98" cy="112"/>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690" h="782">
                    <a:moveTo>
                      <a:pt x="684" y="29"/>
                    </a:moveTo>
                    <a:lnTo>
                      <a:pt x="681" y="28"/>
                    </a:lnTo>
                    <a:lnTo>
                      <a:pt x="670" y="25"/>
                    </a:lnTo>
                    <a:lnTo>
                      <a:pt x="652" y="21"/>
                    </a:lnTo>
                    <a:lnTo>
                      <a:pt x="628" y="16"/>
                    </a:lnTo>
                    <a:lnTo>
                      <a:pt x="600" y="11"/>
                    </a:lnTo>
                    <a:lnTo>
                      <a:pt x="566" y="7"/>
                    </a:lnTo>
                    <a:lnTo>
                      <a:pt x="527" y="3"/>
                    </a:lnTo>
                    <a:lnTo>
                      <a:pt x="483" y="1"/>
                    </a:lnTo>
                    <a:lnTo>
                      <a:pt x="436" y="0"/>
                    </a:lnTo>
                    <a:lnTo>
                      <a:pt x="386" y="2"/>
                    </a:lnTo>
                    <a:lnTo>
                      <a:pt x="333" y="7"/>
                    </a:lnTo>
                    <a:lnTo>
                      <a:pt x="277" y="16"/>
                    </a:lnTo>
                    <a:lnTo>
                      <a:pt x="221" y="28"/>
                    </a:lnTo>
                    <a:lnTo>
                      <a:pt x="163" y="45"/>
                    </a:lnTo>
                    <a:lnTo>
                      <a:pt x="104" y="65"/>
                    </a:lnTo>
                    <a:lnTo>
                      <a:pt x="44" y="93"/>
                    </a:lnTo>
                    <a:lnTo>
                      <a:pt x="40" y="108"/>
                    </a:lnTo>
                    <a:lnTo>
                      <a:pt x="29" y="150"/>
                    </a:lnTo>
                    <a:lnTo>
                      <a:pt x="17" y="216"/>
                    </a:lnTo>
                    <a:lnTo>
                      <a:pt x="5" y="301"/>
                    </a:lnTo>
                    <a:lnTo>
                      <a:pt x="0" y="402"/>
                    </a:lnTo>
                    <a:lnTo>
                      <a:pt x="4" y="516"/>
                    </a:lnTo>
                    <a:lnTo>
                      <a:pt x="21" y="638"/>
                    </a:lnTo>
                    <a:lnTo>
                      <a:pt x="57" y="763"/>
                    </a:lnTo>
                    <a:lnTo>
                      <a:pt x="60" y="763"/>
                    </a:lnTo>
                    <a:lnTo>
                      <a:pt x="69" y="762"/>
                    </a:lnTo>
                    <a:lnTo>
                      <a:pt x="84" y="759"/>
                    </a:lnTo>
                    <a:lnTo>
                      <a:pt x="105" y="758"/>
                    </a:lnTo>
                    <a:lnTo>
                      <a:pt x="131" y="756"/>
                    </a:lnTo>
                    <a:lnTo>
                      <a:pt x="162" y="754"/>
                    </a:lnTo>
                    <a:lnTo>
                      <a:pt x="198" y="753"/>
                    </a:lnTo>
                    <a:lnTo>
                      <a:pt x="239" y="751"/>
                    </a:lnTo>
                    <a:lnTo>
                      <a:pt x="283" y="750"/>
                    </a:lnTo>
                    <a:lnTo>
                      <a:pt x="331" y="751"/>
                    </a:lnTo>
                    <a:lnTo>
                      <a:pt x="384" y="753"/>
                    </a:lnTo>
                    <a:lnTo>
                      <a:pt x="440" y="755"/>
                    </a:lnTo>
                    <a:lnTo>
                      <a:pt x="498" y="759"/>
                    </a:lnTo>
                    <a:lnTo>
                      <a:pt x="560" y="765"/>
                    </a:lnTo>
                    <a:lnTo>
                      <a:pt x="624" y="773"/>
                    </a:lnTo>
                    <a:lnTo>
                      <a:pt x="690" y="782"/>
                    </a:lnTo>
                    <a:lnTo>
                      <a:pt x="687" y="759"/>
                    </a:lnTo>
                    <a:lnTo>
                      <a:pt x="680" y="697"/>
                    </a:lnTo>
                    <a:lnTo>
                      <a:pt x="670" y="604"/>
                    </a:lnTo>
                    <a:lnTo>
                      <a:pt x="662" y="492"/>
                    </a:lnTo>
                    <a:lnTo>
                      <a:pt x="656" y="368"/>
                    </a:lnTo>
                    <a:lnTo>
                      <a:pt x="656" y="244"/>
                    </a:lnTo>
                    <a:lnTo>
                      <a:pt x="665" y="128"/>
                    </a:lnTo>
                    <a:lnTo>
                      <a:pt x="684" y="29"/>
                    </a:lnTo>
                    <a:close/>
                  </a:path>
                </a:pathLst>
              </a:custGeom>
              <a:solidFill>
                <a:srgbClr val="FF0000">
                  <a:alpha val="100000"/>
                </a:srgbClr>
              </a:solidFill>
              <a:ln w="9525">
                <a:noFill/>
              </a:ln>
            </p:spPr>
            <p:txBody>
              <a:bodyPr/>
              <a:p>
                <a:endParaRPr lang="zh-CN" altLang="en-US"/>
              </a:p>
            </p:txBody>
          </p:sp>
          <p:sp>
            <p:nvSpPr>
              <p:cNvPr id="146583" name="Freeform 17"/>
              <p:cNvSpPr/>
              <p:nvPr/>
            </p:nvSpPr>
            <p:spPr>
              <a:xfrm>
                <a:off x="4904" y="1888"/>
                <a:ext cx="163" cy="11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39" h="778">
                    <a:moveTo>
                      <a:pt x="7" y="587"/>
                    </a:moveTo>
                    <a:lnTo>
                      <a:pt x="0" y="682"/>
                    </a:lnTo>
                    <a:lnTo>
                      <a:pt x="742" y="778"/>
                    </a:lnTo>
                    <a:lnTo>
                      <a:pt x="748" y="775"/>
                    </a:lnTo>
                    <a:lnTo>
                      <a:pt x="763" y="767"/>
                    </a:lnTo>
                    <a:lnTo>
                      <a:pt x="787" y="755"/>
                    </a:lnTo>
                    <a:lnTo>
                      <a:pt x="816" y="737"/>
                    </a:lnTo>
                    <a:lnTo>
                      <a:pt x="852" y="714"/>
                    </a:lnTo>
                    <a:lnTo>
                      <a:pt x="891" y="686"/>
                    </a:lnTo>
                    <a:lnTo>
                      <a:pt x="932" y="652"/>
                    </a:lnTo>
                    <a:lnTo>
                      <a:pt x="973" y="613"/>
                    </a:lnTo>
                    <a:lnTo>
                      <a:pt x="1013" y="570"/>
                    </a:lnTo>
                    <a:lnTo>
                      <a:pt x="1051" y="521"/>
                    </a:lnTo>
                    <a:lnTo>
                      <a:pt x="1083" y="466"/>
                    </a:lnTo>
                    <a:lnTo>
                      <a:pt x="1109" y="406"/>
                    </a:lnTo>
                    <a:lnTo>
                      <a:pt x="1129" y="342"/>
                    </a:lnTo>
                    <a:lnTo>
                      <a:pt x="1139" y="271"/>
                    </a:lnTo>
                    <a:lnTo>
                      <a:pt x="1138" y="196"/>
                    </a:lnTo>
                    <a:lnTo>
                      <a:pt x="1124" y="115"/>
                    </a:lnTo>
                    <a:lnTo>
                      <a:pt x="1122" y="110"/>
                    </a:lnTo>
                    <a:lnTo>
                      <a:pt x="1115" y="97"/>
                    </a:lnTo>
                    <a:lnTo>
                      <a:pt x="1102" y="80"/>
                    </a:lnTo>
                    <a:lnTo>
                      <a:pt x="1086" y="59"/>
                    </a:lnTo>
                    <a:lnTo>
                      <a:pt x="1066" y="39"/>
                    </a:lnTo>
                    <a:lnTo>
                      <a:pt x="1041" y="20"/>
                    </a:lnTo>
                    <a:lnTo>
                      <a:pt x="1011" y="7"/>
                    </a:lnTo>
                    <a:lnTo>
                      <a:pt x="978" y="0"/>
                    </a:lnTo>
                    <a:lnTo>
                      <a:pt x="982" y="12"/>
                    </a:lnTo>
                    <a:lnTo>
                      <a:pt x="994" y="46"/>
                    </a:lnTo>
                    <a:lnTo>
                      <a:pt x="1007" y="100"/>
                    </a:lnTo>
                    <a:lnTo>
                      <a:pt x="1019" y="169"/>
                    </a:lnTo>
                    <a:lnTo>
                      <a:pt x="1022" y="252"/>
                    </a:lnTo>
                    <a:lnTo>
                      <a:pt x="1013" y="344"/>
                    </a:lnTo>
                    <a:lnTo>
                      <a:pt x="987" y="444"/>
                    </a:lnTo>
                    <a:lnTo>
                      <a:pt x="940" y="549"/>
                    </a:lnTo>
                    <a:lnTo>
                      <a:pt x="939" y="550"/>
                    </a:lnTo>
                    <a:lnTo>
                      <a:pt x="934" y="553"/>
                    </a:lnTo>
                    <a:lnTo>
                      <a:pt x="927" y="559"/>
                    </a:lnTo>
                    <a:lnTo>
                      <a:pt x="917" y="567"/>
                    </a:lnTo>
                    <a:lnTo>
                      <a:pt x="904" y="575"/>
                    </a:lnTo>
                    <a:lnTo>
                      <a:pt x="890" y="585"/>
                    </a:lnTo>
                    <a:lnTo>
                      <a:pt x="871" y="594"/>
                    </a:lnTo>
                    <a:lnTo>
                      <a:pt x="851" y="603"/>
                    </a:lnTo>
                    <a:lnTo>
                      <a:pt x="828" y="611"/>
                    </a:lnTo>
                    <a:lnTo>
                      <a:pt x="802" y="619"/>
                    </a:lnTo>
                    <a:lnTo>
                      <a:pt x="773" y="625"/>
                    </a:lnTo>
                    <a:lnTo>
                      <a:pt x="741" y="629"/>
                    </a:lnTo>
                    <a:lnTo>
                      <a:pt x="708" y="630"/>
                    </a:lnTo>
                    <a:lnTo>
                      <a:pt x="671" y="629"/>
                    </a:lnTo>
                    <a:lnTo>
                      <a:pt x="631" y="626"/>
                    </a:lnTo>
                    <a:lnTo>
                      <a:pt x="590" y="618"/>
                    </a:lnTo>
                    <a:lnTo>
                      <a:pt x="590" y="720"/>
                    </a:lnTo>
                    <a:lnTo>
                      <a:pt x="26" y="663"/>
                    </a:lnTo>
                    <a:lnTo>
                      <a:pt x="7" y="587"/>
                    </a:lnTo>
                    <a:close/>
                  </a:path>
                </a:pathLst>
              </a:custGeom>
              <a:solidFill>
                <a:schemeClr val="bg1">
                  <a:alpha val="100000"/>
                </a:schemeClr>
              </a:solidFill>
              <a:ln w="9525">
                <a:noFill/>
              </a:ln>
            </p:spPr>
            <p:txBody>
              <a:bodyPr/>
              <a:p>
                <a:endParaRPr lang="zh-CN" altLang="en-US"/>
              </a:p>
            </p:txBody>
          </p:sp>
          <p:sp>
            <p:nvSpPr>
              <p:cNvPr id="146584" name="Freeform 18"/>
              <p:cNvSpPr/>
              <p:nvPr/>
            </p:nvSpPr>
            <p:spPr>
              <a:xfrm>
                <a:off x="4884" y="1997"/>
                <a:ext cx="119" cy="38"/>
              </a:xfrm>
              <a:custGeom>
                <a:avLst/>
                <a:gdLst/>
                <a:ahLst/>
                <a:cxnLst>
                  <a:cxn ang="0">
                    <a:pos x="0" y="0"/>
                  </a:cxn>
                  <a:cxn ang="0">
                    <a:pos x="0" y="0"/>
                  </a:cxn>
                  <a:cxn ang="0">
                    <a:pos x="0" y="0"/>
                  </a:cxn>
                  <a:cxn ang="0">
                    <a:pos x="0" y="0"/>
                  </a:cxn>
                  <a:cxn ang="0">
                    <a:pos x="0" y="0"/>
                  </a:cxn>
                </a:cxnLst>
                <a:pathLst>
                  <a:path w="837" h="269">
                    <a:moveTo>
                      <a:pt x="837" y="96"/>
                    </a:moveTo>
                    <a:lnTo>
                      <a:pt x="12" y="0"/>
                    </a:lnTo>
                    <a:lnTo>
                      <a:pt x="0" y="96"/>
                    </a:lnTo>
                    <a:lnTo>
                      <a:pt x="812" y="269"/>
                    </a:lnTo>
                    <a:lnTo>
                      <a:pt x="837" y="96"/>
                    </a:lnTo>
                    <a:close/>
                  </a:path>
                </a:pathLst>
              </a:custGeom>
              <a:solidFill>
                <a:schemeClr val="bg1">
                  <a:alpha val="100000"/>
                </a:schemeClr>
              </a:solidFill>
              <a:ln w="9525">
                <a:noFill/>
              </a:ln>
            </p:spPr>
            <p:txBody>
              <a:bodyPr/>
              <a:p>
                <a:endParaRPr lang="zh-CN" altLang="en-US"/>
              </a:p>
            </p:txBody>
          </p:sp>
          <p:sp>
            <p:nvSpPr>
              <p:cNvPr id="146585" name="Freeform 19"/>
              <p:cNvSpPr/>
              <p:nvPr/>
            </p:nvSpPr>
            <p:spPr>
              <a:xfrm>
                <a:off x="4943" y="2009"/>
                <a:ext cx="51" cy="18"/>
              </a:xfrm>
              <a:custGeom>
                <a:avLst/>
                <a:gdLst/>
                <a:ahLst/>
                <a:cxnLst>
                  <a:cxn ang="0">
                    <a:pos x="0" y="0"/>
                  </a:cxn>
                  <a:cxn ang="0">
                    <a:pos x="0" y="0"/>
                  </a:cxn>
                  <a:cxn ang="0">
                    <a:pos x="0" y="0"/>
                  </a:cxn>
                  <a:cxn ang="0">
                    <a:pos x="0" y="0"/>
                  </a:cxn>
                  <a:cxn ang="0">
                    <a:pos x="0" y="0"/>
                  </a:cxn>
                </a:cxnLst>
                <a:pathLst>
                  <a:path w="358" h="122">
                    <a:moveTo>
                      <a:pt x="358" y="53"/>
                    </a:moveTo>
                    <a:lnTo>
                      <a:pt x="5" y="0"/>
                    </a:lnTo>
                    <a:lnTo>
                      <a:pt x="0" y="51"/>
                    </a:lnTo>
                    <a:lnTo>
                      <a:pt x="348" y="122"/>
                    </a:lnTo>
                    <a:lnTo>
                      <a:pt x="358" y="53"/>
                    </a:lnTo>
                    <a:close/>
                  </a:path>
                </a:pathLst>
              </a:custGeom>
              <a:solidFill>
                <a:srgbClr val="FFCCFF">
                  <a:alpha val="100000"/>
                </a:srgbClr>
              </a:solidFill>
              <a:ln w="9525">
                <a:noFill/>
              </a:ln>
            </p:spPr>
            <p:txBody>
              <a:bodyPr/>
              <a:p>
                <a:endParaRPr lang="zh-CN" altLang="en-US"/>
              </a:p>
            </p:txBody>
          </p:sp>
          <p:sp>
            <p:nvSpPr>
              <p:cNvPr id="146586" name="Freeform 20"/>
              <p:cNvSpPr/>
              <p:nvPr/>
            </p:nvSpPr>
            <p:spPr>
              <a:xfrm>
                <a:off x="4891" y="2000"/>
                <a:ext cx="34" cy="13"/>
              </a:xfrm>
              <a:custGeom>
                <a:avLst/>
                <a:gdLst/>
                <a:ahLst/>
                <a:cxnLst>
                  <a:cxn ang="0">
                    <a:pos x="0" y="0"/>
                  </a:cxn>
                  <a:cxn ang="0">
                    <a:pos x="0" y="0"/>
                  </a:cxn>
                  <a:cxn ang="0">
                    <a:pos x="0" y="0"/>
                  </a:cxn>
                  <a:cxn ang="0">
                    <a:pos x="0" y="0"/>
                  </a:cxn>
                  <a:cxn ang="0">
                    <a:pos x="0" y="0"/>
                  </a:cxn>
                </a:cxnLst>
                <a:pathLst>
                  <a:path w="239" h="91">
                    <a:moveTo>
                      <a:pt x="239" y="42"/>
                    </a:moveTo>
                    <a:lnTo>
                      <a:pt x="0" y="0"/>
                    </a:lnTo>
                    <a:lnTo>
                      <a:pt x="2" y="44"/>
                    </a:lnTo>
                    <a:lnTo>
                      <a:pt x="231" y="91"/>
                    </a:lnTo>
                    <a:lnTo>
                      <a:pt x="239" y="42"/>
                    </a:lnTo>
                    <a:close/>
                  </a:path>
                </a:pathLst>
              </a:custGeom>
              <a:solidFill>
                <a:srgbClr val="FFCCFF">
                  <a:alpha val="100000"/>
                </a:srgbClr>
              </a:solidFill>
              <a:ln w="9525">
                <a:noFill/>
              </a:ln>
            </p:spPr>
            <p:txBody>
              <a:bodyPr/>
              <a:p>
                <a:endParaRPr lang="zh-CN" altLang="en-US"/>
              </a:p>
            </p:txBody>
          </p:sp>
          <p:sp>
            <p:nvSpPr>
              <p:cNvPr id="146587" name="Freeform 21"/>
              <p:cNvSpPr/>
              <p:nvPr/>
            </p:nvSpPr>
            <p:spPr>
              <a:xfrm>
                <a:off x="4805" y="2013"/>
                <a:ext cx="202" cy="67"/>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409" h="466">
                    <a:moveTo>
                      <a:pt x="0" y="140"/>
                    </a:moveTo>
                    <a:lnTo>
                      <a:pt x="4" y="140"/>
                    </a:lnTo>
                    <a:lnTo>
                      <a:pt x="12" y="138"/>
                    </a:lnTo>
                    <a:lnTo>
                      <a:pt x="27" y="135"/>
                    </a:lnTo>
                    <a:lnTo>
                      <a:pt x="45" y="132"/>
                    </a:lnTo>
                    <a:lnTo>
                      <a:pt x="67" y="128"/>
                    </a:lnTo>
                    <a:lnTo>
                      <a:pt x="92" y="123"/>
                    </a:lnTo>
                    <a:lnTo>
                      <a:pt x="120" y="116"/>
                    </a:lnTo>
                    <a:lnTo>
                      <a:pt x="150" y="108"/>
                    </a:lnTo>
                    <a:lnTo>
                      <a:pt x="181" y="100"/>
                    </a:lnTo>
                    <a:lnTo>
                      <a:pt x="212" y="89"/>
                    </a:lnTo>
                    <a:lnTo>
                      <a:pt x="243" y="78"/>
                    </a:lnTo>
                    <a:lnTo>
                      <a:pt x="273" y="65"/>
                    </a:lnTo>
                    <a:lnTo>
                      <a:pt x="303" y="50"/>
                    </a:lnTo>
                    <a:lnTo>
                      <a:pt x="330" y="35"/>
                    </a:lnTo>
                    <a:lnTo>
                      <a:pt x="355" y="18"/>
                    </a:lnTo>
                    <a:lnTo>
                      <a:pt x="375" y="0"/>
                    </a:lnTo>
                    <a:lnTo>
                      <a:pt x="1409" y="236"/>
                    </a:lnTo>
                    <a:lnTo>
                      <a:pt x="1407" y="239"/>
                    </a:lnTo>
                    <a:lnTo>
                      <a:pt x="1401" y="245"/>
                    </a:lnTo>
                    <a:lnTo>
                      <a:pt x="1392" y="254"/>
                    </a:lnTo>
                    <a:lnTo>
                      <a:pt x="1379" y="265"/>
                    </a:lnTo>
                    <a:lnTo>
                      <a:pt x="1363" y="279"/>
                    </a:lnTo>
                    <a:lnTo>
                      <a:pt x="1345" y="295"/>
                    </a:lnTo>
                    <a:lnTo>
                      <a:pt x="1325" y="313"/>
                    </a:lnTo>
                    <a:lnTo>
                      <a:pt x="1303" y="332"/>
                    </a:lnTo>
                    <a:lnTo>
                      <a:pt x="1279" y="351"/>
                    </a:lnTo>
                    <a:lnTo>
                      <a:pt x="1253" y="371"/>
                    </a:lnTo>
                    <a:lnTo>
                      <a:pt x="1227" y="390"/>
                    </a:lnTo>
                    <a:lnTo>
                      <a:pt x="1200" y="409"/>
                    </a:lnTo>
                    <a:lnTo>
                      <a:pt x="1172" y="426"/>
                    </a:lnTo>
                    <a:lnTo>
                      <a:pt x="1145" y="441"/>
                    </a:lnTo>
                    <a:lnTo>
                      <a:pt x="1117" y="455"/>
                    </a:lnTo>
                    <a:lnTo>
                      <a:pt x="1091" y="466"/>
                    </a:lnTo>
                    <a:lnTo>
                      <a:pt x="0" y="140"/>
                    </a:lnTo>
                    <a:close/>
                  </a:path>
                </a:pathLst>
              </a:custGeom>
              <a:solidFill>
                <a:srgbClr val="FFCCFF">
                  <a:alpha val="100000"/>
                </a:srgbClr>
              </a:solidFill>
              <a:ln w="9525">
                <a:noFill/>
              </a:ln>
            </p:spPr>
            <p:txBody>
              <a:bodyPr/>
              <a:p>
                <a:endParaRPr lang="zh-CN" altLang="en-US"/>
              </a:p>
            </p:txBody>
          </p:sp>
          <p:sp>
            <p:nvSpPr>
              <p:cNvPr id="146588" name="Freeform 22"/>
              <p:cNvSpPr/>
              <p:nvPr/>
            </p:nvSpPr>
            <p:spPr>
              <a:xfrm>
                <a:off x="5006" y="2006"/>
                <a:ext cx="72" cy="32"/>
              </a:xfrm>
              <a:custGeom>
                <a:avLst/>
                <a:gdLst/>
                <a:ahLst/>
                <a:cxnLst>
                  <a:cxn ang="0">
                    <a:pos x="0" y="0"/>
                  </a:cxn>
                  <a:cxn ang="0">
                    <a:pos x="0" y="0"/>
                  </a:cxn>
                  <a:cxn ang="0">
                    <a:pos x="0" y="0"/>
                  </a:cxn>
                  <a:cxn ang="0">
                    <a:pos x="0" y="0"/>
                  </a:cxn>
                  <a:cxn ang="0">
                    <a:pos x="0" y="0"/>
                  </a:cxn>
                  <a:cxn ang="0">
                    <a:pos x="0" y="0"/>
                  </a:cxn>
                </a:cxnLst>
                <a:pathLst>
                  <a:path w="502" h="223">
                    <a:moveTo>
                      <a:pt x="51" y="223"/>
                    </a:moveTo>
                    <a:lnTo>
                      <a:pt x="502" y="90"/>
                    </a:lnTo>
                    <a:lnTo>
                      <a:pt x="229" y="0"/>
                    </a:lnTo>
                    <a:lnTo>
                      <a:pt x="6" y="26"/>
                    </a:lnTo>
                    <a:lnTo>
                      <a:pt x="0" y="211"/>
                    </a:lnTo>
                    <a:lnTo>
                      <a:pt x="51" y="223"/>
                    </a:lnTo>
                    <a:close/>
                  </a:path>
                </a:pathLst>
              </a:custGeom>
              <a:solidFill>
                <a:schemeClr val="bg1">
                  <a:alpha val="100000"/>
                </a:schemeClr>
              </a:solidFill>
              <a:ln w="9525">
                <a:noFill/>
              </a:ln>
            </p:spPr>
            <p:txBody>
              <a:bodyPr/>
              <a:p>
                <a:endParaRPr lang="zh-CN" altLang="en-US"/>
              </a:p>
            </p:txBody>
          </p:sp>
          <p:sp>
            <p:nvSpPr>
              <p:cNvPr id="146589" name="Freeform 23"/>
              <p:cNvSpPr/>
              <p:nvPr/>
            </p:nvSpPr>
            <p:spPr>
              <a:xfrm>
                <a:off x="4821" y="1869"/>
                <a:ext cx="38" cy="152"/>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67" h="1064">
                    <a:moveTo>
                      <a:pt x="267" y="26"/>
                    </a:moveTo>
                    <a:lnTo>
                      <a:pt x="266" y="24"/>
                    </a:lnTo>
                    <a:lnTo>
                      <a:pt x="262" y="22"/>
                    </a:lnTo>
                    <a:lnTo>
                      <a:pt x="254" y="20"/>
                    </a:lnTo>
                    <a:lnTo>
                      <a:pt x="244" y="16"/>
                    </a:lnTo>
                    <a:lnTo>
                      <a:pt x="232" y="12"/>
                    </a:lnTo>
                    <a:lnTo>
                      <a:pt x="218" y="8"/>
                    </a:lnTo>
                    <a:lnTo>
                      <a:pt x="202" y="5"/>
                    </a:lnTo>
                    <a:lnTo>
                      <a:pt x="184" y="1"/>
                    </a:lnTo>
                    <a:lnTo>
                      <a:pt x="164" y="0"/>
                    </a:lnTo>
                    <a:lnTo>
                      <a:pt x="143" y="0"/>
                    </a:lnTo>
                    <a:lnTo>
                      <a:pt x="121" y="3"/>
                    </a:lnTo>
                    <a:lnTo>
                      <a:pt x="98" y="6"/>
                    </a:lnTo>
                    <a:lnTo>
                      <a:pt x="74" y="13"/>
                    </a:lnTo>
                    <a:lnTo>
                      <a:pt x="50" y="22"/>
                    </a:lnTo>
                    <a:lnTo>
                      <a:pt x="25" y="35"/>
                    </a:lnTo>
                    <a:lnTo>
                      <a:pt x="0" y="51"/>
                    </a:lnTo>
                    <a:lnTo>
                      <a:pt x="0" y="1064"/>
                    </a:lnTo>
                    <a:lnTo>
                      <a:pt x="1" y="1064"/>
                    </a:lnTo>
                    <a:lnTo>
                      <a:pt x="7" y="1064"/>
                    </a:lnTo>
                    <a:lnTo>
                      <a:pt x="15" y="1063"/>
                    </a:lnTo>
                    <a:lnTo>
                      <a:pt x="25" y="1062"/>
                    </a:lnTo>
                    <a:lnTo>
                      <a:pt x="37" y="1060"/>
                    </a:lnTo>
                    <a:lnTo>
                      <a:pt x="52" y="1057"/>
                    </a:lnTo>
                    <a:lnTo>
                      <a:pt x="69" y="1054"/>
                    </a:lnTo>
                    <a:lnTo>
                      <a:pt x="88" y="1049"/>
                    </a:lnTo>
                    <a:lnTo>
                      <a:pt x="108" y="1044"/>
                    </a:lnTo>
                    <a:lnTo>
                      <a:pt x="129" y="1037"/>
                    </a:lnTo>
                    <a:lnTo>
                      <a:pt x="152" y="1029"/>
                    </a:lnTo>
                    <a:lnTo>
                      <a:pt x="175" y="1018"/>
                    </a:lnTo>
                    <a:lnTo>
                      <a:pt x="198" y="1007"/>
                    </a:lnTo>
                    <a:lnTo>
                      <a:pt x="222" y="994"/>
                    </a:lnTo>
                    <a:lnTo>
                      <a:pt x="244" y="979"/>
                    </a:lnTo>
                    <a:lnTo>
                      <a:pt x="267" y="962"/>
                    </a:lnTo>
                    <a:lnTo>
                      <a:pt x="267" y="26"/>
                    </a:lnTo>
                    <a:close/>
                  </a:path>
                </a:pathLst>
              </a:custGeom>
              <a:solidFill>
                <a:schemeClr val="bg1">
                  <a:alpha val="100000"/>
                </a:schemeClr>
              </a:solidFill>
              <a:ln w="9525">
                <a:noFill/>
              </a:ln>
            </p:spPr>
            <p:txBody>
              <a:bodyPr/>
              <a:p>
                <a:endParaRPr lang="zh-CN" altLang="en-US"/>
              </a:p>
            </p:txBody>
          </p:sp>
          <p:sp>
            <p:nvSpPr>
              <p:cNvPr id="146590" name="Freeform 24"/>
              <p:cNvSpPr/>
              <p:nvPr/>
            </p:nvSpPr>
            <p:spPr>
              <a:xfrm>
                <a:off x="4822" y="1871"/>
                <a:ext cx="33" cy="12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28" h="898">
                    <a:moveTo>
                      <a:pt x="228" y="21"/>
                    </a:moveTo>
                    <a:lnTo>
                      <a:pt x="227" y="20"/>
                    </a:lnTo>
                    <a:lnTo>
                      <a:pt x="224" y="19"/>
                    </a:lnTo>
                    <a:lnTo>
                      <a:pt x="217" y="17"/>
                    </a:lnTo>
                    <a:lnTo>
                      <a:pt x="209" y="13"/>
                    </a:lnTo>
                    <a:lnTo>
                      <a:pt x="199" y="10"/>
                    </a:lnTo>
                    <a:lnTo>
                      <a:pt x="186" y="6"/>
                    </a:lnTo>
                    <a:lnTo>
                      <a:pt x="172" y="4"/>
                    </a:lnTo>
                    <a:lnTo>
                      <a:pt x="157" y="2"/>
                    </a:lnTo>
                    <a:lnTo>
                      <a:pt x="140" y="0"/>
                    </a:lnTo>
                    <a:lnTo>
                      <a:pt x="122" y="0"/>
                    </a:lnTo>
                    <a:lnTo>
                      <a:pt x="104" y="2"/>
                    </a:lnTo>
                    <a:lnTo>
                      <a:pt x="83" y="5"/>
                    </a:lnTo>
                    <a:lnTo>
                      <a:pt x="64" y="11"/>
                    </a:lnTo>
                    <a:lnTo>
                      <a:pt x="42" y="19"/>
                    </a:lnTo>
                    <a:lnTo>
                      <a:pt x="21" y="29"/>
                    </a:lnTo>
                    <a:lnTo>
                      <a:pt x="0" y="43"/>
                    </a:lnTo>
                    <a:lnTo>
                      <a:pt x="0" y="898"/>
                    </a:lnTo>
                    <a:lnTo>
                      <a:pt x="1" y="898"/>
                    </a:lnTo>
                    <a:lnTo>
                      <a:pt x="5" y="898"/>
                    </a:lnTo>
                    <a:lnTo>
                      <a:pt x="12" y="897"/>
                    </a:lnTo>
                    <a:lnTo>
                      <a:pt x="21" y="896"/>
                    </a:lnTo>
                    <a:lnTo>
                      <a:pt x="32" y="894"/>
                    </a:lnTo>
                    <a:lnTo>
                      <a:pt x="45" y="892"/>
                    </a:lnTo>
                    <a:lnTo>
                      <a:pt x="59" y="889"/>
                    </a:lnTo>
                    <a:lnTo>
                      <a:pt x="75" y="884"/>
                    </a:lnTo>
                    <a:lnTo>
                      <a:pt x="92" y="879"/>
                    </a:lnTo>
                    <a:lnTo>
                      <a:pt x="111" y="874"/>
                    </a:lnTo>
                    <a:lnTo>
                      <a:pt x="130" y="867"/>
                    </a:lnTo>
                    <a:lnTo>
                      <a:pt x="149" y="858"/>
                    </a:lnTo>
                    <a:lnTo>
                      <a:pt x="169" y="848"/>
                    </a:lnTo>
                    <a:lnTo>
                      <a:pt x="190" y="837"/>
                    </a:lnTo>
                    <a:lnTo>
                      <a:pt x="209" y="824"/>
                    </a:lnTo>
                    <a:lnTo>
                      <a:pt x="228" y="809"/>
                    </a:lnTo>
                    <a:lnTo>
                      <a:pt x="228" y="21"/>
                    </a:lnTo>
                    <a:close/>
                  </a:path>
                </a:pathLst>
              </a:custGeom>
              <a:solidFill>
                <a:srgbClr val="FFCCFF">
                  <a:alpha val="100000"/>
                </a:srgbClr>
              </a:solidFill>
              <a:ln w="9525">
                <a:noFill/>
              </a:ln>
            </p:spPr>
            <p:txBody>
              <a:bodyPr/>
              <a:p>
                <a:endParaRPr lang="zh-CN" altLang="en-US"/>
              </a:p>
            </p:txBody>
          </p:sp>
          <p:sp>
            <p:nvSpPr>
              <p:cNvPr id="146591" name="Freeform 25"/>
              <p:cNvSpPr/>
              <p:nvPr/>
            </p:nvSpPr>
            <p:spPr>
              <a:xfrm>
                <a:off x="4823" y="1872"/>
                <a:ext cx="27" cy="104"/>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92" h="729">
                    <a:moveTo>
                      <a:pt x="192" y="17"/>
                    </a:moveTo>
                    <a:lnTo>
                      <a:pt x="191" y="17"/>
                    </a:lnTo>
                    <a:lnTo>
                      <a:pt x="187" y="15"/>
                    </a:lnTo>
                    <a:lnTo>
                      <a:pt x="183" y="12"/>
                    </a:lnTo>
                    <a:lnTo>
                      <a:pt x="176" y="10"/>
                    </a:lnTo>
                    <a:lnTo>
                      <a:pt x="167" y="8"/>
                    </a:lnTo>
                    <a:lnTo>
                      <a:pt x="156" y="4"/>
                    </a:lnTo>
                    <a:lnTo>
                      <a:pt x="145" y="2"/>
                    </a:lnTo>
                    <a:lnTo>
                      <a:pt x="132" y="0"/>
                    </a:lnTo>
                    <a:lnTo>
                      <a:pt x="117" y="0"/>
                    </a:lnTo>
                    <a:lnTo>
                      <a:pt x="102" y="0"/>
                    </a:lnTo>
                    <a:lnTo>
                      <a:pt x="86" y="1"/>
                    </a:lnTo>
                    <a:lnTo>
                      <a:pt x="70" y="3"/>
                    </a:lnTo>
                    <a:lnTo>
                      <a:pt x="53" y="8"/>
                    </a:lnTo>
                    <a:lnTo>
                      <a:pt x="35" y="15"/>
                    </a:lnTo>
                    <a:lnTo>
                      <a:pt x="18" y="24"/>
                    </a:lnTo>
                    <a:lnTo>
                      <a:pt x="0" y="35"/>
                    </a:lnTo>
                    <a:lnTo>
                      <a:pt x="0" y="729"/>
                    </a:lnTo>
                    <a:lnTo>
                      <a:pt x="1" y="729"/>
                    </a:lnTo>
                    <a:lnTo>
                      <a:pt x="4" y="729"/>
                    </a:lnTo>
                    <a:lnTo>
                      <a:pt x="10" y="728"/>
                    </a:lnTo>
                    <a:lnTo>
                      <a:pt x="18" y="727"/>
                    </a:lnTo>
                    <a:lnTo>
                      <a:pt x="27" y="726"/>
                    </a:lnTo>
                    <a:lnTo>
                      <a:pt x="37" y="725"/>
                    </a:lnTo>
                    <a:lnTo>
                      <a:pt x="50" y="721"/>
                    </a:lnTo>
                    <a:lnTo>
                      <a:pt x="64" y="719"/>
                    </a:lnTo>
                    <a:lnTo>
                      <a:pt x="77" y="714"/>
                    </a:lnTo>
                    <a:lnTo>
                      <a:pt x="92" y="710"/>
                    </a:lnTo>
                    <a:lnTo>
                      <a:pt x="108" y="704"/>
                    </a:lnTo>
                    <a:lnTo>
                      <a:pt x="125" y="697"/>
                    </a:lnTo>
                    <a:lnTo>
                      <a:pt x="141" y="689"/>
                    </a:lnTo>
                    <a:lnTo>
                      <a:pt x="159" y="680"/>
                    </a:lnTo>
                    <a:lnTo>
                      <a:pt x="176" y="668"/>
                    </a:lnTo>
                    <a:lnTo>
                      <a:pt x="192" y="657"/>
                    </a:lnTo>
                    <a:lnTo>
                      <a:pt x="192" y="17"/>
                    </a:lnTo>
                    <a:close/>
                  </a:path>
                </a:pathLst>
              </a:custGeom>
              <a:solidFill>
                <a:schemeClr val="bg1">
                  <a:alpha val="100000"/>
                </a:schemeClr>
              </a:solidFill>
              <a:ln w="9525">
                <a:noFill/>
              </a:ln>
            </p:spPr>
            <p:txBody>
              <a:bodyPr/>
              <a:p>
                <a:endParaRPr lang="zh-CN" altLang="en-US"/>
              </a:p>
            </p:txBody>
          </p:sp>
          <p:sp>
            <p:nvSpPr>
              <p:cNvPr id="146592" name="Freeform 26"/>
              <p:cNvSpPr/>
              <p:nvPr/>
            </p:nvSpPr>
            <p:spPr>
              <a:xfrm>
                <a:off x="4824" y="1873"/>
                <a:ext cx="22" cy="8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56" h="564">
                    <a:moveTo>
                      <a:pt x="156" y="15"/>
                    </a:moveTo>
                    <a:lnTo>
                      <a:pt x="153" y="14"/>
                    </a:lnTo>
                    <a:lnTo>
                      <a:pt x="142" y="9"/>
                    </a:lnTo>
                    <a:lnTo>
                      <a:pt x="127" y="4"/>
                    </a:lnTo>
                    <a:lnTo>
                      <a:pt x="108" y="1"/>
                    </a:lnTo>
                    <a:lnTo>
                      <a:pt x="84" y="0"/>
                    </a:lnTo>
                    <a:lnTo>
                      <a:pt x="58" y="3"/>
                    </a:lnTo>
                    <a:lnTo>
                      <a:pt x="29" y="12"/>
                    </a:lnTo>
                    <a:lnTo>
                      <a:pt x="0" y="28"/>
                    </a:lnTo>
                    <a:lnTo>
                      <a:pt x="0" y="564"/>
                    </a:lnTo>
                    <a:lnTo>
                      <a:pt x="4" y="564"/>
                    </a:lnTo>
                    <a:lnTo>
                      <a:pt x="15" y="563"/>
                    </a:lnTo>
                    <a:lnTo>
                      <a:pt x="31" y="560"/>
                    </a:lnTo>
                    <a:lnTo>
                      <a:pt x="52" y="555"/>
                    </a:lnTo>
                    <a:lnTo>
                      <a:pt x="76" y="548"/>
                    </a:lnTo>
                    <a:lnTo>
                      <a:pt x="102" y="537"/>
                    </a:lnTo>
                    <a:lnTo>
                      <a:pt x="128" y="524"/>
                    </a:lnTo>
                    <a:lnTo>
                      <a:pt x="156" y="505"/>
                    </a:lnTo>
                    <a:lnTo>
                      <a:pt x="156" y="15"/>
                    </a:lnTo>
                    <a:close/>
                  </a:path>
                </a:pathLst>
              </a:custGeom>
              <a:solidFill>
                <a:schemeClr val="bg1">
                  <a:alpha val="100000"/>
                </a:schemeClr>
              </a:solidFill>
              <a:ln w="9525">
                <a:noFill/>
              </a:ln>
            </p:spPr>
            <p:txBody>
              <a:bodyPr/>
              <a:p>
                <a:endParaRPr lang="zh-CN" altLang="en-US"/>
              </a:p>
            </p:txBody>
          </p:sp>
          <p:sp>
            <p:nvSpPr>
              <p:cNvPr id="146593" name="Freeform 27"/>
              <p:cNvSpPr/>
              <p:nvPr/>
            </p:nvSpPr>
            <p:spPr>
              <a:xfrm>
                <a:off x="4825" y="1875"/>
                <a:ext cx="17" cy="5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7" h="396">
                    <a:moveTo>
                      <a:pt x="117" y="10"/>
                    </a:moveTo>
                    <a:lnTo>
                      <a:pt x="115" y="9"/>
                    </a:lnTo>
                    <a:lnTo>
                      <a:pt x="107" y="6"/>
                    </a:lnTo>
                    <a:lnTo>
                      <a:pt x="95" y="2"/>
                    </a:lnTo>
                    <a:lnTo>
                      <a:pt x="80" y="0"/>
                    </a:lnTo>
                    <a:lnTo>
                      <a:pt x="63" y="0"/>
                    </a:lnTo>
                    <a:lnTo>
                      <a:pt x="43" y="2"/>
                    </a:lnTo>
                    <a:lnTo>
                      <a:pt x="22" y="9"/>
                    </a:lnTo>
                    <a:lnTo>
                      <a:pt x="0" y="22"/>
                    </a:lnTo>
                    <a:lnTo>
                      <a:pt x="0" y="396"/>
                    </a:lnTo>
                    <a:lnTo>
                      <a:pt x="3" y="396"/>
                    </a:lnTo>
                    <a:lnTo>
                      <a:pt x="11" y="395"/>
                    </a:lnTo>
                    <a:lnTo>
                      <a:pt x="23" y="393"/>
                    </a:lnTo>
                    <a:lnTo>
                      <a:pt x="39" y="389"/>
                    </a:lnTo>
                    <a:lnTo>
                      <a:pt x="58" y="385"/>
                    </a:lnTo>
                    <a:lnTo>
                      <a:pt x="77" y="377"/>
                    </a:lnTo>
                    <a:lnTo>
                      <a:pt x="96" y="365"/>
                    </a:lnTo>
                    <a:lnTo>
                      <a:pt x="117" y="351"/>
                    </a:lnTo>
                    <a:lnTo>
                      <a:pt x="117" y="10"/>
                    </a:lnTo>
                    <a:close/>
                  </a:path>
                </a:pathLst>
              </a:custGeom>
              <a:solidFill>
                <a:srgbClr val="FFCCFF">
                  <a:alpha val="100000"/>
                </a:srgbClr>
              </a:solidFill>
              <a:ln w="9525">
                <a:noFill/>
              </a:ln>
            </p:spPr>
            <p:txBody>
              <a:bodyPr/>
              <a:p>
                <a:endParaRPr lang="zh-CN" altLang="en-US"/>
              </a:p>
            </p:txBody>
          </p:sp>
          <p:sp>
            <p:nvSpPr>
              <p:cNvPr id="146594" name="Freeform 28"/>
              <p:cNvSpPr/>
              <p:nvPr/>
            </p:nvSpPr>
            <p:spPr>
              <a:xfrm>
                <a:off x="4826" y="1876"/>
                <a:ext cx="11" cy="33"/>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80" h="230">
                    <a:moveTo>
                      <a:pt x="80" y="7"/>
                    </a:moveTo>
                    <a:lnTo>
                      <a:pt x="78" y="6"/>
                    </a:lnTo>
                    <a:lnTo>
                      <a:pt x="73" y="5"/>
                    </a:lnTo>
                    <a:lnTo>
                      <a:pt x="65" y="2"/>
                    </a:lnTo>
                    <a:lnTo>
                      <a:pt x="55" y="0"/>
                    </a:lnTo>
                    <a:lnTo>
                      <a:pt x="44" y="0"/>
                    </a:lnTo>
                    <a:lnTo>
                      <a:pt x="30" y="1"/>
                    </a:lnTo>
                    <a:lnTo>
                      <a:pt x="15" y="7"/>
                    </a:lnTo>
                    <a:lnTo>
                      <a:pt x="0" y="15"/>
                    </a:lnTo>
                    <a:lnTo>
                      <a:pt x="0" y="230"/>
                    </a:lnTo>
                    <a:lnTo>
                      <a:pt x="3" y="230"/>
                    </a:lnTo>
                    <a:lnTo>
                      <a:pt x="7" y="229"/>
                    </a:lnTo>
                    <a:lnTo>
                      <a:pt x="16" y="228"/>
                    </a:lnTo>
                    <a:lnTo>
                      <a:pt x="27" y="225"/>
                    </a:lnTo>
                    <a:lnTo>
                      <a:pt x="39" y="222"/>
                    </a:lnTo>
                    <a:lnTo>
                      <a:pt x="53" y="216"/>
                    </a:lnTo>
                    <a:lnTo>
                      <a:pt x="67" y="208"/>
                    </a:lnTo>
                    <a:lnTo>
                      <a:pt x="80" y="199"/>
                    </a:lnTo>
                    <a:lnTo>
                      <a:pt x="80" y="7"/>
                    </a:lnTo>
                    <a:close/>
                  </a:path>
                </a:pathLst>
              </a:custGeom>
              <a:solidFill>
                <a:srgbClr val="FFCCFF">
                  <a:alpha val="100000"/>
                </a:srgbClr>
              </a:solidFill>
              <a:ln w="9525">
                <a:noFill/>
              </a:ln>
            </p:spPr>
            <p:txBody>
              <a:bodyPr/>
              <a:p>
                <a:endParaRPr lang="zh-CN" altLang="en-US"/>
              </a:p>
            </p:txBody>
          </p:sp>
          <p:sp>
            <p:nvSpPr>
              <p:cNvPr id="146595" name="Freeform 29"/>
              <p:cNvSpPr/>
              <p:nvPr/>
            </p:nvSpPr>
            <p:spPr>
              <a:xfrm>
                <a:off x="4964" y="1970"/>
                <a:ext cx="16" cy="17"/>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7" h="117">
                    <a:moveTo>
                      <a:pt x="58" y="117"/>
                    </a:moveTo>
                    <a:lnTo>
                      <a:pt x="70" y="116"/>
                    </a:lnTo>
                    <a:lnTo>
                      <a:pt x="81" y="112"/>
                    </a:lnTo>
                    <a:lnTo>
                      <a:pt x="90" y="106"/>
                    </a:lnTo>
                    <a:lnTo>
                      <a:pt x="100" y="100"/>
                    </a:lnTo>
                    <a:lnTo>
                      <a:pt x="106" y="90"/>
                    </a:lnTo>
                    <a:lnTo>
                      <a:pt x="112" y="81"/>
                    </a:lnTo>
                    <a:lnTo>
                      <a:pt x="116" y="70"/>
                    </a:lnTo>
                    <a:lnTo>
                      <a:pt x="117" y="58"/>
                    </a:lnTo>
                    <a:lnTo>
                      <a:pt x="116" y="46"/>
                    </a:lnTo>
                    <a:lnTo>
                      <a:pt x="112" y="35"/>
                    </a:lnTo>
                    <a:lnTo>
                      <a:pt x="106" y="25"/>
                    </a:lnTo>
                    <a:lnTo>
                      <a:pt x="100" y="17"/>
                    </a:lnTo>
                    <a:lnTo>
                      <a:pt x="90" y="9"/>
                    </a:lnTo>
                    <a:lnTo>
                      <a:pt x="81" y="4"/>
                    </a:lnTo>
                    <a:lnTo>
                      <a:pt x="70" y="1"/>
                    </a:lnTo>
                    <a:lnTo>
                      <a:pt x="58" y="0"/>
                    </a:lnTo>
                    <a:lnTo>
                      <a:pt x="47" y="1"/>
                    </a:lnTo>
                    <a:lnTo>
                      <a:pt x="36" y="4"/>
                    </a:lnTo>
                    <a:lnTo>
                      <a:pt x="26" y="9"/>
                    </a:lnTo>
                    <a:lnTo>
                      <a:pt x="17" y="17"/>
                    </a:lnTo>
                    <a:lnTo>
                      <a:pt x="10" y="25"/>
                    </a:lnTo>
                    <a:lnTo>
                      <a:pt x="5" y="35"/>
                    </a:lnTo>
                    <a:lnTo>
                      <a:pt x="1" y="46"/>
                    </a:lnTo>
                    <a:lnTo>
                      <a:pt x="0" y="58"/>
                    </a:lnTo>
                    <a:lnTo>
                      <a:pt x="1" y="70"/>
                    </a:lnTo>
                    <a:lnTo>
                      <a:pt x="5" y="81"/>
                    </a:lnTo>
                    <a:lnTo>
                      <a:pt x="10" y="90"/>
                    </a:lnTo>
                    <a:lnTo>
                      <a:pt x="17" y="100"/>
                    </a:lnTo>
                    <a:lnTo>
                      <a:pt x="26" y="106"/>
                    </a:lnTo>
                    <a:lnTo>
                      <a:pt x="36" y="112"/>
                    </a:lnTo>
                    <a:lnTo>
                      <a:pt x="47" y="116"/>
                    </a:lnTo>
                    <a:lnTo>
                      <a:pt x="58" y="117"/>
                    </a:lnTo>
                    <a:close/>
                  </a:path>
                </a:pathLst>
              </a:custGeom>
              <a:solidFill>
                <a:srgbClr val="FFFFFF">
                  <a:alpha val="100000"/>
                </a:srgbClr>
              </a:solidFill>
              <a:ln w="9525">
                <a:noFill/>
              </a:ln>
            </p:spPr>
            <p:txBody>
              <a:bodyPr/>
              <a:p>
                <a:endParaRPr lang="zh-CN" altLang="en-US"/>
              </a:p>
            </p:txBody>
          </p:sp>
          <p:sp>
            <p:nvSpPr>
              <p:cNvPr id="146596" name="Freeform 30"/>
              <p:cNvSpPr/>
              <p:nvPr/>
            </p:nvSpPr>
            <p:spPr>
              <a:xfrm>
                <a:off x="4912" y="1970"/>
                <a:ext cx="9" cy="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8" h="59">
                    <a:moveTo>
                      <a:pt x="29" y="59"/>
                    </a:moveTo>
                    <a:lnTo>
                      <a:pt x="40" y="56"/>
                    </a:lnTo>
                    <a:lnTo>
                      <a:pt x="50" y="49"/>
                    </a:lnTo>
                    <a:lnTo>
                      <a:pt x="56" y="40"/>
                    </a:lnTo>
                    <a:lnTo>
                      <a:pt x="58" y="29"/>
                    </a:lnTo>
                    <a:lnTo>
                      <a:pt x="56" y="17"/>
                    </a:lnTo>
                    <a:lnTo>
                      <a:pt x="50" y="8"/>
                    </a:lnTo>
                    <a:lnTo>
                      <a:pt x="40" y="2"/>
                    </a:lnTo>
                    <a:lnTo>
                      <a:pt x="29" y="0"/>
                    </a:lnTo>
                    <a:lnTo>
                      <a:pt x="17" y="2"/>
                    </a:lnTo>
                    <a:lnTo>
                      <a:pt x="8" y="8"/>
                    </a:lnTo>
                    <a:lnTo>
                      <a:pt x="2" y="17"/>
                    </a:lnTo>
                    <a:lnTo>
                      <a:pt x="0" y="29"/>
                    </a:lnTo>
                    <a:lnTo>
                      <a:pt x="2" y="40"/>
                    </a:lnTo>
                    <a:lnTo>
                      <a:pt x="8" y="49"/>
                    </a:lnTo>
                    <a:lnTo>
                      <a:pt x="17" y="56"/>
                    </a:lnTo>
                    <a:lnTo>
                      <a:pt x="29" y="59"/>
                    </a:lnTo>
                    <a:close/>
                  </a:path>
                </a:pathLst>
              </a:custGeom>
              <a:solidFill>
                <a:srgbClr val="FFFFFF">
                  <a:alpha val="100000"/>
                </a:srgbClr>
              </a:solidFill>
              <a:ln w="9525">
                <a:noFill/>
              </a:ln>
            </p:spPr>
            <p:txBody>
              <a:bodyPr/>
              <a:p>
                <a:endParaRPr lang="zh-CN" altLang="en-US"/>
              </a:p>
            </p:txBody>
          </p:sp>
          <p:sp>
            <p:nvSpPr>
              <p:cNvPr id="146597" name="Freeform 31"/>
              <p:cNvSpPr/>
              <p:nvPr/>
            </p:nvSpPr>
            <p:spPr>
              <a:xfrm>
                <a:off x="4927" y="1971"/>
                <a:ext cx="8" cy="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8" h="59">
                    <a:moveTo>
                      <a:pt x="29" y="59"/>
                    </a:moveTo>
                    <a:lnTo>
                      <a:pt x="41" y="57"/>
                    </a:lnTo>
                    <a:lnTo>
                      <a:pt x="50" y="51"/>
                    </a:lnTo>
                    <a:lnTo>
                      <a:pt x="56" y="42"/>
                    </a:lnTo>
                    <a:lnTo>
                      <a:pt x="58" y="30"/>
                    </a:lnTo>
                    <a:lnTo>
                      <a:pt x="56" y="19"/>
                    </a:lnTo>
                    <a:lnTo>
                      <a:pt x="50" y="9"/>
                    </a:lnTo>
                    <a:lnTo>
                      <a:pt x="41" y="3"/>
                    </a:lnTo>
                    <a:lnTo>
                      <a:pt x="29" y="0"/>
                    </a:lnTo>
                    <a:lnTo>
                      <a:pt x="18" y="3"/>
                    </a:lnTo>
                    <a:lnTo>
                      <a:pt x="9" y="9"/>
                    </a:lnTo>
                    <a:lnTo>
                      <a:pt x="2" y="19"/>
                    </a:lnTo>
                    <a:lnTo>
                      <a:pt x="0" y="30"/>
                    </a:lnTo>
                    <a:lnTo>
                      <a:pt x="2" y="42"/>
                    </a:lnTo>
                    <a:lnTo>
                      <a:pt x="9" y="51"/>
                    </a:lnTo>
                    <a:lnTo>
                      <a:pt x="18" y="57"/>
                    </a:lnTo>
                    <a:lnTo>
                      <a:pt x="29" y="59"/>
                    </a:lnTo>
                    <a:close/>
                  </a:path>
                </a:pathLst>
              </a:custGeom>
              <a:solidFill>
                <a:srgbClr val="FFFFFF">
                  <a:alpha val="100000"/>
                </a:srgbClr>
              </a:solidFill>
              <a:ln w="9525">
                <a:noFill/>
              </a:ln>
            </p:spPr>
            <p:txBody>
              <a:bodyPr/>
              <a:p>
                <a:endParaRPr lang="zh-CN" altLang="en-US"/>
              </a:p>
            </p:txBody>
          </p:sp>
          <p:sp>
            <p:nvSpPr>
              <p:cNvPr id="146598" name="Freeform 32"/>
              <p:cNvSpPr/>
              <p:nvPr/>
            </p:nvSpPr>
            <p:spPr>
              <a:xfrm>
                <a:off x="4871" y="1856"/>
                <a:ext cx="23" cy="114"/>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66" h="800">
                    <a:moveTo>
                      <a:pt x="52" y="16"/>
                    </a:moveTo>
                    <a:lnTo>
                      <a:pt x="47" y="32"/>
                    </a:lnTo>
                    <a:lnTo>
                      <a:pt x="36" y="77"/>
                    </a:lnTo>
                    <a:lnTo>
                      <a:pt x="21" y="148"/>
                    </a:lnTo>
                    <a:lnTo>
                      <a:pt x="8" y="244"/>
                    </a:lnTo>
                    <a:lnTo>
                      <a:pt x="0" y="359"/>
                    </a:lnTo>
                    <a:lnTo>
                      <a:pt x="2" y="492"/>
                    </a:lnTo>
                    <a:lnTo>
                      <a:pt x="15" y="640"/>
                    </a:lnTo>
                    <a:lnTo>
                      <a:pt x="46" y="800"/>
                    </a:lnTo>
                    <a:lnTo>
                      <a:pt x="161" y="794"/>
                    </a:lnTo>
                    <a:lnTo>
                      <a:pt x="156" y="770"/>
                    </a:lnTo>
                    <a:lnTo>
                      <a:pt x="145" y="706"/>
                    </a:lnTo>
                    <a:lnTo>
                      <a:pt x="131" y="610"/>
                    </a:lnTo>
                    <a:lnTo>
                      <a:pt x="118" y="493"/>
                    </a:lnTo>
                    <a:lnTo>
                      <a:pt x="111" y="364"/>
                    </a:lnTo>
                    <a:lnTo>
                      <a:pt x="115" y="235"/>
                    </a:lnTo>
                    <a:lnTo>
                      <a:pt x="132" y="113"/>
                    </a:lnTo>
                    <a:lnTo>
                      <a:pt x="166" y="9"/>
                    </a:lnTo>
                    <a:lnTo>
                      <a:pt x="166" y="8"/>
                    </a:lnTo>
                    <a:lnTo>
                      <a:pt x="166" y="6"/>
                    </a:lnTo>
                    <a:lnTo>
                      <a:pt x="164" y="4"/>
                    </a:lnTo>
                    <a:lnTo>
                      <a:pt x="157" y="0"/>
                    </a:lnTo>
                    <a:lnTo>
                      <a:pt x="143" y="0"/>
                    </a:lnTo>
                    <a:lnTo>
                      <a:pt x="123" y="1"/>
                    </a:lnTo>
                    <a:lnTo>
                      <a:pt x="93" y="7"/>
                    </a:lnTo>
                    <a:lnTo>
                      <a:pt x="52" y="16"/>
                    </a:lnTo>
                    <a:close/>
                  </a:path>
                </a:pathLst>
              </a:custGeom>
              <a:solidFill>
                <a:schemeClr val="bg1">
                  <a:alpha val="100000"/>
                </a:schemeClr>
              </a:solidFill>
              <a:ln w="9525">
                <a:noFill/>
              </a:ln>
            </p:spPr>
            <p:txBody>
              <a:bodyPr/>
              <a:p>
                <a:endParaRPr lang="zh-CN" altLang="en-US"/>
              </a:p>
            </p:txBody>
          </p:sp>
          <p:sp>
            <p:nvSpPr>
              <p:cNvPr id="146599" name="Freeform 33"/>
              <p:cNvSpPr/>
              <p:nvPr/>
            </p:nvSpPr>
            <p:spPr>
              <a:xfrm>
                <a:off x="4993" y="1842"/>
                <a:ext cx="32" cy="12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25" h="893">
                    <a:moveTo>
                      <a:pt x="225" y="6"/>
                    </a:moveTo>
                    <a:lnTo>
                      <a:pt x="219" y="12"/>
                    </a:lnTo>
                    <a:lnTo>
                      <a:pt x="204" y="35"/>
                    </a:lnTo>
                    <a:lnTo>
                      <a:pt x="185" y="82"/>
                    </a:lnTo>
                    <a:lnTo>
                      <a:pt x="165" y="158"/>
                    </a:lnTo>
                    <a:lnTo>
                      <a:pt x="149" y="270"/>
                    </a:lnTo>
                    <a:lnTo>
                      <a:pt x="141" y="427"/>
                    </a:lnTo>
                    <a:lnTo>
                      <a:pt x="146" y="631"/>
                    </a:lnTo>
                    <a:lnTo>
                      <a:pt x="168" y="893"/>
                    </a:lnTo>
                    <a:lnTo>
                      <a:pt x="41" y="893"/>
                    </a:lnTo>
                    <a:lnTo>
                      <a:pt x="36" y="867"/>
                    </a:lnTo>
                    <a:lnTo>
                      <a:pt x="26" y="794"/>
                    </a:lnTo>
                    <a:lnTo>
                      <a:pt x="13" y="686"/>
                    </a:lnTo>
                    <a:lnTo>
                      <a:pt x="3" y="554"/>
                    </a:lnTo>
                    <a:lnTo>
                      <a:pt x="0" y="408"/>
                    </a:lnTo>
                    <a:lnTo>
                      <a:pt x="6" y="260"/>
                    </a:lnTo>
                    <a:lnTo>
                      <a:pt x="30" y="121"/>
                    </a:lnTo>
                    <a:lnTo>
                      <a:pt x="73" y="0"/>
                    </a:lnTo>
                    <a:lnTo>
                      <a:pt x="225" y="6"/>
                    </a:lnTo>
                    <a:close/>
                  </a:path>
                </a:pathLst>
              </a:custGeom>
              <a:solidFill>
                <a:schemeClr val="bg1">
                  <a:alpha val="100000"/>
                </a:schemeClr>
              </a:solidFill>
              <a:ln w="9525">
                <a:noFill/>
              </a:ln>
            </p:spPr>
            <p:txBody>
              <a:bodyPr/>
              <a:p>
                <a:endParaRPr lang="zh-CN" altLang="en-US"/>
              </a:p>
            </p:txBody>
          </p:sp>
          <p:sp>
            <p:nvSpPr>
              <p:cNvPr id="146600" name="Freeform 34"/>
              <p:cNvSpPr/>
              <p:nvPr/>
            </p:nvSpPr>
            <p:spPr>
              <a:xfrm>
                <a:off x="4871" y="1863"/>
                <a:ext cx="21" cy="10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45" h="699">
                    <a:moveTo>
                      <a:pt x="46" y="14"/>
                    </a:moveTo>
                    <a:lnTo>
                      <a:pt x="41" y="28"/>
                    </a:lnTo>
                    <a:lnTo>
                      <a:pt x="32" y="67"/>
                    </a:lnTo>
                    <a:lnTo>
                      <a:pt x="20" y="130"/>
                    </a:lnTo>
                    <a:lnTo>
                      <a:pt x="7" y="213"/>
                    </a:lnTo>
                    <a:lnTo>
                      <a:pt x="0" y="314"/>
                    </a:lnTo>
                    <a:lnTo>
                      <a:pt x="1" y="430"/>
                    </a:lnTo>
                    <a:lnTo>
                      <a:pt x="13" y="559"/>
                    </a:lnTo>
                    <a:lnTo>
                      <a:pt x="40" y="699"/>
                    </a:lnTo>
                    <a:lnTo>
                      <a:pt x="140" y="693"/>
                    </a:lnTo>
                    <a:lnTo>
                      <a:pt x="135" y="672"/>
                    </a:lnTo>
                    <a:lnTo>
                      <a:pt x="126" y="616"/>
                    </a:lnTo>
                    <a:lnTo>
                      <a:pt x="113" y="532"/>
                    </a:lnTo>
                    <a:lnTo>
                      <a:pt x="103" y="430"/>
                    </a:lnTo>
                    <a:lnTo>
                      <a:pt x="97" y="317"/>
                    </a:lnTo>
                    <a:lnTo>
                      <a:pt x="100" y="205"/>
                    </a:lnTo>
                    <a:lnTo>
                      <a:pt x="115" y="98"/>
                    </a:lnTo>
                    <a:lnTo>
                      <a:pt x="145" y="8"/>
                    </a:lnTo>
                    <a:lnTo>
                      <a:pt x="145" y="7"/>
                    </a:lnTo>
                    <a:lnTo>
                      <a:pt x="145" y="5"/>
                    </a:lnTo>
                    <a:lnTo>
                      <a:pt x="143" y="3"/>
                    </a:lnTo>
                    <a:lnTo>
                      <a:pt x="137" y="0"/>
                    </a:lnTo>
                    <a:lnTo>
                      <a:pt x="126" y="0"/>
                    </a:lnTo>
                    <a:lnTo>
                      <a:pt x="108" y="1"/>
                    </a:lnTo>
                    <a:lnTo>
                      <a:pt x="81" y="6"/>
                    </a:lnTo>
                    <a:lnTo>
                      <a:pt x="46" y="14"/>
                    </a:lnTo>
                    <a:close/>
                  </a:path>
                </a:pathLst>
              </a:custGeom>
              <a:solidFill>
                <a:schemeClr val="bg1">
                  <a:alpha val="100000"/>
                </a:schemeClr>
              </a:solidFill>
              <a:ln w="9525">
                <a:noFill/>
              </a:ln>
            </p:spPr>
            <p:txBody>
              <a:bodyPr/>
              <a:p>
                <a:endParaRPr lang="zh-CN" altLang="en-US"/>
              </a:p>
            </p:txBody>
          </p:sp>
          <p:sp>
            <p:nvSpPr>
              <p:cNvPr id="146601" name="Freeform 35"/>
              <p:cNvSpPr/>
              <p:nvPr/>
            </p:nvSpPr>
            <p:spPr>
              <a:xfrm>
                <a:off x="4872" y="1870"/>
                <a:ext cx="18" cy="85"/>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23" h="597">
                    <a:moveTo>
                      <a:pt x="39" y="12"/>
                    </a:moveTo>
                    <a:lnTo>
                      <a:pt x="35" y="23"/>
                    </a:lnTo>
                    <a:lnTo>
                      <a:pt x="26" y="57"/>
                    </a:lnTo>
                    <a:lnTo>
                      <a:pt x="16" y="111"/>
                    </a:lnTo>
                    <a:lnTo>
                      <a:pt x="6" y="181"/>
                    </a:lnTo>
                    <a:lnTo>
                      <a:pt x="0" y="267"/>
                    </a:lnTo>
                    <a:lnTo>
                      <a:pt x="1" y="367"/>
                    </a:lnTo>
                    <a:lnTo>
                      <a:pt x="11" y="477"/>
                    </a:lnTo>
                    <a:lnTo>
                      <a:pt x="34" y="597"/>
                    </a:lnTo>
                    <a:lnTo>
                      <a:pt x="119" y="591"/>
                    </a:lnTo>
                    <a:lnTo>
                      <a:pt x="115" y="574"/>
                    </a:lnTo>
                    <a:lnTo>
                      <a:pt x="107" y="526"/>
                    </a:lnTo>
                    <a:lnTo>
                      <a:pt x="97" y="454"/>
                    </a:lnTo>
                    <a:lnTo>
                      <a:pt x="88" y="367"/>
                    </a:lnTo>
                    <a:lnTo>
                      <a:pt x="82" y="272"/>
                    </a:lnTo>
                    <a:lnTo>
                      <a:pt x="84" y="175"/>
                    </a:lnTo>
                    <a:lnTo>
                      <a:pt x="97" y="84"/>
                    </a:lnTo>
                    <a:lnTo>
                      <a:pt x="123" y="7"/>
                    </a:lnTo>
                    <a:lnTo>
                      <a:pt x="123" y="6"/>
                    </a:lnTo>
                    <a:lnTo>
                      <a:pt x="123" y="5"/>
                    </a:lnTo>
                    <a:lnTo>
                      <a:pt x="121" y="3"/>
                    </a:lnTo>
                    <a:lnTo>
                      <a:pt x="117" y="0"/>
                    </a:lnTo>
                    <a:lnTo>
                      <a:pt x="106" y="0"/>
                    </a:lnTo>
                    <a:lnTo>
                      <a:pt x="91" y="2"/>
                    </a:lnTo>
                    <a:lnTo>
                      <a:pt x="70" y="5"/>
                    </a:lnTo>
                    <a:lnTo>
                      <a:pt x="39" y="12"/>
                    </a:lnTo>
                    <a:close/>
                  </a:path>
                </a:pathLst>
              </a:custGeom>
              <a:solidFill>
                <a:schemeClr val="bg1">
                  <a:alpha val="100000"/>
                </a:schemeClr>
              </a:solidFill>
              <a:ln w="9525">
                <a:noFill/>
              </a:ln>
            </p:spPr>
            <p:txBody>
              <a:bodyPr/>
              <a:p>
                <a:endParaRPr lang="zh-CN" altLang="en-US"/>
              </a:p>
            </p:txBody>
          </p:sp>
          <p:sp>
            <p:nvSpPr>
              <p:cNvPr id="146602" name="Freeform 36"/>
              <p:cNvSpPr/>
              <p:nvPr/>
            </p:nvSpPr>
            <p:spPr>
              <a:xfrm>
                <a:off x="4873" y="1876"/>
                <a:ext cx="15" cy="7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03" h="492">
                    <a:moveTo>
                      <a:pt x="32" y="9"/>
                    </a:moveTo>
                    <a:lnTo>
                      <a:pt x="28" y="18"/>
                    </a:lnTo>
                    <a:lnTo>
                      <a:pt x="21" y="47"/>
                    </a:lnTo>
                    <a:lnTo>
                      <a:pt x="12" y="90"/>
                    </a:lnTo>
                    <a:lnTo>
                      <a:pt x="4" y="149"/>
                    </a:lnTo>
                    <a:lnTo>
                      <a:pt x="0" y="220"/>
                    </a:lnTo>
                    <a:lnTo>
                      <a:pt x="0" y="303"/>
                    </a:lnTo>
                    <a:lnTo>
                      <a:pt x="9" y="394"/>
                    </a:lnTo>
                    <a:lnTo>
                      <a:pt x="27" y="492"/>
                    </a:lnTo>
                    <a:lnTo>
                      <a:pt x="98" y="489"/>
                    </a:lnTo>
                    <a:lnTo>
                      <a:pt x="95" y="474"/>
                    </a:lnTo>
                    <a:lnTo>
                      <a:pt x="88" y="434"/>
                    </a:lnTo>
                    <a:lnTo>
                      <a:pt x="80" y="375"/>
                    </a:lnTo>
                    <a:lnTo>
                      <a:pt x="72" y="303"/>
                    </a:lnTo>
                    <a:lnTo>
                      <a:pt x="68" y="224"/>
                    </a:lnTo>
                    <a:lnTo>
                      <a:pt x="70" y="144"/>
                    </a:lnTo>
                    <a:lnTo>
                      <a:pt x="81" y="68"/>
                    </a:lnTo>
                    <a:lnTo>
                      <a:pt x="103" y="5"/>
                    </a:lnTo>
                    <a:lnTo>
                      <a:pt x="103" y="4"/>
                    </a:lnTo>
                    <a:lnTo>
                      <a:pt x="103" y="3"/>
                    </a:lnTo>
                    <a:lnTo>
                      <a:pt x="100" y="1"/>
                    </a:lnTo>
                    <a:lnTo>
                      <a:pt x="97" y="0"/>
                    </a:lnTo>
                    <a:lnTo>
                      <a:pt x="89" y="0"/>
                    </a:lnTo>
                    <a:lnTo>
                      <a:pt x="75" y="0"/>
                    </a:lnTo>
                    <a:lnTo>
                      <a:pt x="57" y="3"/>
                    </a:lnTo>
                    <a:lnTo>
                      <a:pt x="32" y="9"/>
                    </a:lnTo>
                    <a:close/>
                  </a:path>
                </a:pathLst>
              </a:custGeom>
              <a:solidFill>
                <a:schemeClr val="bg1">
                  <a:alpha val="100000"/>
                </a:schemeClr>
              </a:solidFill>
              <a:ln w="9525">
                <a:noFill/>
              </a:ln>
            </p:spPr>
            <p:txBody>
              <a:bodyPr/>
              <a:p>
                <a:endParaRPr lang="zh-CN" altLang="en-US"/>
              </a:p>
            </p:txBody>
          </p:sp>
          <p:sp>
            <p:nvSpPr>
              <p:cNvPr id="146603" name="Freeform 37"/>
              <p:cNvSpPr/>
              <p:nvPr/>
            </p:nvSpPr>
            <p:spPr>
              <a:xfrm>
                <a:off x="4874" y="1883"/>
                <a:ext cx="12" cy="5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82" h="390">
                    <a:moveTo>
                      <a:pt x="25" y="8"/>
                    </a:moveTo>
                    <a:lnTo>
                      <a:pt x="23" y="16"/>
                    </a:lnTo>
                    <a:lnTo>
                      <a:pt x="17" y="38"/>
                    </a:lnTo>
                    <a:lnTo>
                      <a:pt x="11" y="72"/>
                    </a:lnTo>
                    <a:lnTo>
                      <a:pt x="4" y="118"/>
                    </a:lnTo>
                    <a:lnTo>
                      <a:pt x="0" y="174"/>
                    </a:lnTo>
                    <a:lnTo>
                      <a:pt x="0" y="240"/>
                    </a:lnTo>
                    <a:lnTo>
                      <a:pt x="7" y="312"/>
                    </a:lnTo>
                    <a:lnTo>
                      <a:pt x="22" y="390"/>
                    </a:lnTo>
                    <a:lnTo>
                      <a:pt x="78" y="387"/>
                    </a:lnTo>
                    <a:lnTo>
                      <a:pt x="76" y="375"/>
                    </a:lnTo>
                    <a:lnTo>
                      <a:pt x="70" y="343"/>
                    </a:lnTo>
                    <a:lnTo>
                      <a:pt x="63" y="297"/>
                    </a:lnTo>
                    <a:lnTo>
                      <a:pt x="57" y="240"/>
                    </a:lnTo>
                    <a:lnTo>
                      <a:pt x="54" y="178"/>
                    </a:lnTo>
                    <a:lnTo>
                      <a:pt x="56" y="113"/>
                    </a:lnTo>
                    <a:lnTo>
                      <a:pt x="64" y="55"/>
                    </a:lnTo>
                    <a:lnTo>
                      <a:pt x="82" y="4"/>
                    </a:lnTo>
                    <a:lnTo>
                      <a:pt x="82" y="2"/>
                    </a:lnTo>
                    <a:lnTo>
                      <a:pt x="80" y="1"/>
                    </a:lnTo>
                    <a:lnTo>
                      <a:pt x="77" y="0"/>
                    </a:lnTo>
                    <a:lnTo>
                      <a:pt x="70" y="0"/>
                    </a:lnTo>
                    <a:lnTo>
                      <a:pt x="60" y="1"/>
                    </a:lnTo>
                    <a:lnTo>
                      <a:pt x="46" y="3"/>
                    </a:lnTo>
                    <a:lnTo>
                      <a:pt x="25" y="8"/>
                    </a:lnTo>
                    <a:close/>
                  </a:path>
                </a:pathLst>
              </a:custGeom>
              <a:solidFill>
                <a:schemeClr val="bg1">
                  <a:alpha val="100000"/>
                </a:schemeClr>
              </a:solidFill>
              <a:ln w="9525">
                <a:noFill/>
              </a:ln>
            </p:spPr>
            <p:txBody>
              <a:bodyPr/>
              <a:p>
                <a:endParaRPr lang="zh-CN" altLang="en-US"/>
              </a:p>
            </p:txBody>
          </p:sp>
          <p:sp>
            <p:nvSpPr>
              <p:cNvPr id="146604" name="Freeform 38"/>
              <p:cNvSpPr/>
              <p:nvPr/>
            </p:nvSpPr>
            <p:spPr>
              <a:xfrm>
                <a:off x="4875" y="1890"/>
                <a:ext cx="8" cy="4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9" h="288">
                    <a:moveTo>
                      <a:pt x="18" y="6"/>
                    </a:moveTo>
                    <a:lnTo>
                      <a:pt x="17" y="11"/>
                    </a:lnTo>
                    <a:lnTo>
                      <a:pt x="13" y="27"/>
                    </a:lnTo>
                    <a:lnTo>
                      <a:pt x="7" y="53"/>
                    </a:lnTo>
                    <a:lnTo>
                      <a:pt x="2" y="87"/>
                    </a:lnTo>
                    <a:lnTo>
                      <a:pt x="0" y="130"/>
                    </a:lnTo>
                    <a:lnTo>
                      <a:pt x="0" y="177"/>
                    </a:lnTo>
                    <a:lnTo>
                      <a:pt x="5" y="231"/>
                    </a:lnTo>
                    <a:lnTo>
                      <a:pt x="16" y="288"/>
                    </a:lnTo>
                    <a:lnTo>
                      <a:pt x="57" y="286"/>
                    </a:lnTo>
                    <a:lnTo>
                      <a:pt x="56" y="278"/>
                    </a:lnTo>
                    <a:lnTo>
                      <a:pt x="51" y="254"/>
                    </a:lnTo>
                    <a:lnTo>
                      <a:pt x="47" y="219"/>
                    </a:lnTo>
                    <a:lnTo>
                      <a:pt x="42" y="177"/>
                    </a:lnTo>
                    <a:lnTo>
                      <a:pt x="40" y="131"/>
                    </a:lnTo>
                    <a:lnTo>
                      <a:pt x="41" y="84"/>
                    </a:lnTo>
                    <a:lnTo>
                      <a:pt x="47" y="40"/>
                    </a:lnTo>
                    <a:lnTo>
                      <a:pt x="59" y="3"/>
                    </a:lnTo>
                    <a:lnTo>
                      <a:pt x="59" y="2"/>
                    </a:lnTo>
                    <a:lnTo>
                      <a:pt x="58" y="1"/>
                    </a:lnTo>
                    <a:lnTo>
                      <a:pt x="56" y="0"/>
                    </a:lnTo>
                    <a:lnTo>
                      <a:pt x="51" y="0"/>
                    </a:lnTo>
                    <a:lnTo>
                      <a:pt x="45" y="0"/>
                    </a:lnTo>
                    <a:lnTo>
                      <a:pt x="33" y="2"/>
                    </a:lnTo>
                    <a:lnTo>
                      <a:pt x="18" y="6"/>
                    </a:lnTo>
                    <a:close/>
                  </a:path>
                </a:pathLst>
              </a:custGeom>
              <a:solidFill>
                <a:schemeClr val="bg1">
                  <a:alpha val="100000"/>
                </a:schemeClr>
              </a:solidFill>
              <a:ln w="9525">
                <a:noFill/>
              </a:ln>
            </p:spPr>
            <p:txBody>
              <a:bodyPr/>
              <a:p>
                <a:endParaRPr lang="zh-CN" altLang="en-US"/>
              </a:p>
            </p:txBody>
          </p:sp>
          <p:sp>
            <p:nvSpPr>
              <p:cNvPr id="146605" name="Freeform 39"/>
              <p:cNvSpPr/>
              <p:nvPr/>
            </p:nvSpPr>
            <p:spPr>
              <a:xfrm>
                <a:off x="4994" y="1850"/>
                <a:ext cx="28" cy="11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98" h="779">
                    <a:moveTo>
                      <a:pt x="198" y="6"/>
                    </a:moveTo>
                    <a:lnTo>
                      <a:pt x="194" y="12"/>
                    </a:lnTo>
                    <a:lnTo>
                      <a:pt x="180" y="31"/>
                    </a:lnTo>
                    <a:lnTo>
                      <a:pt x="163" y="72"/>
                    </a:lnTo>
                    <a:lnTo>
                      <a:pt x="146" y="138"/>
                    </a:lnTo>
                    <a:lnTo>
                      <a:pt x="132" y="236"/>
                    </a:lnTo>
                    <a:lnTo>
                      <a:pt x="125" y="373"/>
                    </a:lnTo>
                    <a:lnTo>
                      <a:pt x="130" y="551"/>
                    </a:lnTo>
                    <a:lnTo>
                      <a:pt x="148" y="779"/>
                    </a:lnTo>
                    <a:lnTo>
                      <a:pt x="37" y="779"/>
                    </a:lnTo>
                    <a:lnTo>
                      <a:pt x="34" y="756"/>
                    </a:lnTo>
                    <a:lnTo>
                      <a:pt x="23" y="693"/>
                    </a:lnTo>
                    <a:lnTo>
                      <a:pt x="13" y="599"/>
                    </a:lnTo>
                    <a:lnTo>
                      <a:pt x="4" y="483"/>
                    </a:lnTo>
                    <a:lnTo>
                      <a:pt x="0" y="357"/>
                    </a:lnTo>
                    <a:lnTo>
                      <a:pt x="7" y="227"/>
                    </a:lnTo>
                    <a:lnTo>
                      <a:pt x="27" y="105"/>
                    </a:lnTo>
                    <a:lnTo>
                      <a:pt x="65" y="0"/>
                    </a:lnTo>
                    <a:lnTo>
                      <a:pt x="198" y="6"/>
                    </a:lnTo>
                    <a:close/>
                  </a:path>
                </a:pathLst>
              </a:custGeom>
              <a:solidFill>
                <a:schemeClr val="bg1">
                  <a:alpha val="100000"/>
                </a:schemeClr>
              </a:solidFill>
              <a:ln w="9525">
                <a:noFill/>
              </a:ln>
            </p:spPr>
            <p:txBody>
              <a:bodyPr/>
              <a:p>
                <a:endParaRPr lang="zh-CN" altLang="en-US"/>
              </a:p>
            </p:txBody>
          </p:sp>
          <p:sp>
            <p:nvSpPr>
              <p:cNvPr id="146606" name="Freeform 40"/>
              <p:cNvSpPr/>
              <p:nvPr/>
            </p:nvSpPr>
            <p:spPr>
              <a:xfrm>
                <a:off x="4995" y="1857"/>
                <a:ext cx="24" cy="9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69" h="666">
                    <a:moveTo>
                      <a:pt x="169" y="5"/>
                    </a:moveTo>
                    <a:lnTo>
                      <a:pt x="164" y="10"/>
                    </a:lnTo>
                    <a:lnTo>
                      <a:pt x="154" y="27"/>
                    </a:lnTo>
                    <a:lnTo>
                      <a:pt x="139" y="61"/>
                    </a:lnTo>
                    <a:lnTo>
                      <a:pt x="124" y="118"/>
                    </a:lnTo>
                    <a:lnTo>
                      <a:pt x="113" y="201"/>
                    </a:lnTo>
                    <a:lnTo>
                      <a:pt x="107" y="318"/>
                    </a:lnTo>
                    <a:lnTo>
                      <a:pt x="110" y="470"/>
                    </a:lnTo>
                    <a:lnTo>
                      <a:pt x="126" y="666"/>
                    </a:lnTo>
                    <a:lnTo>
                      <a:pt x="31" y="666"/>
                    </a:lnTo>
                    <a:lnTo>
                      <a:pt x="28" y="646"/>
                    </a:lnTo>
                    <a:lnTo>
                      <a:pt x="20" y="592"/>
                    </a:lnTo>
                    <a:lnTo>
                      <a:pt x="11" y="512"/>
                    </a:lnTo>
                    <a:lnTo>
                      <a:pt x="3" y="413"/>
                    </a:lnTo>
                    <a:lnTo>
                      <a:pt x="0" y="305"/>
                    </a:lnTo>
                    <a:lnTo>
                      <a:pt x="6" y="195"/>
                    </a:lnTo>
                    <a:lnTo>
                      <a:pt x="23" y="90"/>
                    </a:lnTo>
                    <a:lnTo>
                      <a:pt x="55" y="0"/>
                    </a:lnTo>
                    <a:lnTo>
                      <a:pt x="169" y="5"/>
                    </a:lnTo>
                    <a:close/>
                  </a:path>
                </a:pathLst>
              </a:custGeom>
              <a:solidFill>
                <a:schemeClr val="bg1">
                  <a:alpha val="100000"/>
                </a:schemeClr>
              </a:solidFill>
              <a:ln w="9525">
                <a:noFill/>
              </a:ln>
            </p:spPr>
            <p:txBody>
              <a:bodyPr/>
              <a:p>
                <a:endParaRPr lang="zh-CN" altLang="en-US"/>
              </a:p>
            </p:txBody>
          </p:sp>
          <p:sp>
            <p:nvSpPr>
              <p:cNvPr id="146607" name="Freeform 41"/>
              <p:cNvSpPr/>
              <p:nvPr/>
            </p:nvSpPr>
            <p:spPr>
              <a:xfrm>
                <a:off x="4996" y="1865"/>
                <a:ext cx="20" cy="7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40" h="551">
                    <a:moveTo>
                      <a:pt x="140" y="5"/>
                    </a:moveTo>
                    <a:lnTo>
                      <a:pt x="136" y="8"/>
                    </a:lnTo>
                    <a:lnTo>
                      <a:pt x="127" y="23"/>
                    </a:lnTo>
                    <a:lnTo>
                      <a:pt x="116" y="51"/>
                    </a:lnTo>
                    <a:lnTo>
                      <a:pt x="103" y="98"/>
                    </a:lnTo>
                    <a:lnTo>
                      <a:pt x="94" y="167"/>
                    </a:lnTo>
                    <a:lnTo>
                      <a:pt x="90" y="264"/>
                    </a:lnTo>
                    <a:lnTo>
                      <a:pt x="92" y="390"/>
                    </a:lnTo>
                    <a:lnTo>
                      <a:pt x="106" y="551"/>
                    </a:lnTo>
                    <a:lnTo>
                      <a:pt x="27" y="551"/>
                    </a:lnTo>
                    <a:lnTo>
                      <a:pt x="24" y="535"/>
                    </a:lnTo>
                    <a:lnTo>
                      <a:pt x="17" y="490"/>
                    </a:lnTo>
                    <a:lnTo>
                      <a:pt x="9" y="423"/>
                    </a:lnTo>
                    <a:lnTo>
                      <a:pt x="3" y="342"/>
                    </a:lnTo>
                    <a:lnTo>
                      <a:pt x="0" y="252"/>
                    </a:lnTo>
                    <a:lnTo>
                      <a:pt x="5" y="161"/>
                    </a:lnTo>
                    <a:lnTo>
                      <a:pt x="20" y="75"/>
                    </a:lnTo>
                    <a:lnTo>
                      <a:pt x="46" y="0"/>
                    </a:lnTo>
                    <a:lnTo>
                      <a:pt x="140" y="5"/>
                    </a:lnTo>
                    <a:close/>
                  </a:path>
                </a:pathLst>
              </a:custGeom>
              <a:solidFill>
                <a:schemeClr val="bg1">
                  <a:alpha val="100000"/>
                </a:schemeClr>
              </a:solidFill>
              <a:ln w="9525">
                <a:noFill/>
              </a:ln>
            </p:spPr>
            <p:txBody>
              <a:bodyPr/>
              <a:p>
                <a:endParaRPr lang="zh-CN" altLang="en-US"/>
              </a:p>
            </p:txBody>
          </p:sp>
          <p:sp>
            <p:nvSpPr>
              <p:cNvPr id="146608" name="Freeform 42"/>
              <p:cNvSpPr/>
              <p:nvPr/>
            </p:nvSpPr>
            <p:spPr>
              <a:xfrm>
                <a:off x="4997" y="1873"/>
                <a:ext cx="16" cy="62"/>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1" h="437">
                    <a:moveTo>
                      <a:pt x="111" y="4"/>
                    </a:moveTo>
                    <a:lnTo>
                      <a:pt x="108" y="7"/>
                    </a:lnTo>
                    <a:lnTo>
                      <a:pt x="101" y="18"/>
                    </a:lnTo>
                    <a:lnTo>
                      <a:pt x="92" y="41"/>
                    </a:lnTo>
                    <a:lnTo>
                      <a:pt x="82" y="77"/>
                    </a:lnTo>
                    <a:lnTo>
                      <a:pt x="75" y="133"/>
                    </a:lnTo>
                    <a:lnTo>
                      <a:pt x="70" y="208"/>
                    </a:lnTo>
                    <a:lnTo>
                      <a:pt x="72" y="309"/>
                    </a:lnTo>
                    <a:lnTo>
                      <a:pt x="83" y="437"/>
                    </a:lnTo>
                    <a:lnTo>
                      <a:pt x="21" y="437"/>
                    </a:lnTo>
                    <a:lnTo>
                      <a:pt x="19" y="424"/>
                    </a:lnTo>
                    <a:lnTo>
                      <a:pt x="13" y="389"/>
                    </a:lnTo>
                    <a:lnTo>
                      <a:pt x="7" y="336"/>
                    </a:lnTo>
                    <a:lnTo>
                      <a:pt x="3" y="272"/>
                    </a:lnTo>
                    <a:lnTo>
                      <a:pt x="0" y="200"/>
                    </a:lnTo>
                    <a:lnTo>
                      <a:pt x="5" y="128"/>
                    </a:lnTo>
                    <a:lnTo>
                      <a:pt x="16" y="59"/>
                    </a:lnTo>
                    <a:lnTo>
                      <a:pt x="37" y="0"/>
                    </a:lnTo>
                    <a:lnTo>
                      <a:pt x="111" y="4"/>
                    </a:lnTo>
                    <a:close/>
                  </a:path>
                </a:pathLst>
              </a:custGeom>
              <a:solidFill>
                <a:schemeClr val="bg1">
                  <a:alpha val="100000"/>
                </a:schemeClr>
              </a:solidFill>
              <a:ln w="9525">
                <a:noFill/>
              </a:ln>
            </p:spPr>
            <p:txBody>
              <a:bodyPr/>
              <a:p>
                <a:endParaRPr lang="zh-CN" altLang="en-US"/>
              </a:p>
            </p:txBody>
          </p:sp>
          <p:sp>
            <p:nvSpPr>
              <p:cNvPr id="146609" name="Freeform 43"/>
              <p:cNvSpPr/>
              <p:nvPr/>
            </p:nvSpPr>
            <p:spPr>
              <a:xfrm>
                <a:off x="4998" y="1881"/>
                <a:ext cx="12" cy="4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82" h="322">
                    <a:moveTo>
                      <a:pt x="82" y="3"/>
                    </a:moveTo>
                    <a:lnTo>
                      <a:pt x="79" y="5"/>
                    </a:lnTo>
                    <a:lnTo>
                      <a:pt x="75" y="13"/>
                    </a:lnTo>
                    <a:lnTo>
                      <a:pt x="67" y="30"/>
                    </a:lnTo>
                    <a:lnTo>
                      <a:pt x="60" y="57"/>
                    </a:lnTo>
                    <a:lnTo>
                      <a:pt x="54" y="98"/>
                    </a:lnTo>
                    <a:lnTo>
                      <a:pt x="52" y="154"/>
                    </a:lnTo>
                    <a:lnTo>
                      <a:pt x="53" y="228"/>
                    </a:lnTo>
                    <a:lnTo>
                      <a:pt x="61" y="322"/>
                    </a:lnTo>
                    <a:lnTo>
                      <a:pt x="15" y="322"/>
                    </a:lnTo>
                    <a:lnTo>
                      <a:pt x="14" y="313"/>
                    </a:lnTo>
                    <a:lnTo>
                      <a:pt x="9" y="287"/>
                    </a:lnTo>
                    <a:lnTo>
                      <a:pt x="5" y="247"/>
                    </a:lnTo>
                    <a:lnTo>
                      <a:pt x="1" y="200"/>
                    </a:lnTo>
                    <a:lnTo>
                      <a:pt x="0" y="147"/>
                    </a:lnTo>
                    <a:lnTo>
                      <a:pt x="3" y="95"/>
                    </a:lnTo>
                    <a:lnTo>
                      <a:pt x="11" y="44"/>
                    </a:lnTo>
                    <a:lnTo>
                      <a:pt x="27" y="0"/>
                    </a:lnTo>
                    <a:lnTo>
                      <a:pt x="82" y="3"/>
                    </a:lnTo>
                    <a:close/>
                  </a:path>
                </a:pathLst>
              </a:custGeom>
              <a:solidFill>
                <a:schemeClr val="bg1">
                  <a:alpha val="100000"/>
                </a:schemeClr>
              </a:solidFill>
              <a:ln w="9525">
                <a:noFill/>
              </a:ln>
            </p:spPr>
            <p:txBody>
              <a:bodyPr/>
              <a:p>
                <a:endParaRPr lang="zh-CN" altLang="en-US"/>
              </a:p>
            </p:txBody>
          </p:sp>
          <p:sp>
            <p:nvSpPr>
              <p:cNvPr id="146610" name="Rectangle 44"/>
              <p:cNvSpPr/>
              <p:nvPr/>
            </p:nvSpPr>
            <p:spPr>
              <a:xfrm>
                <a:off x="4846" y="1869"/>
                <a:ext cx="4" cy="146"/>
              </a:xfrm>
              <a:prstGeom prst="rect">
                <a:avLst/>
              </a:prstGeom>
              <a:solidFill>
                <a:srgbClr val="FFCCFF"/>
              </a:solidFill>
              <a:ln w="9525">
                <a:noFill/>
              </a:ln>
            </p:spPr>
            <p:txBody>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46611" name="Freeform 45"/>
              <p:cNvSpPr/>
              <p:nvPr/>
            </p:nvSpPr>
            <p:spPr>
              <a:xfrm>
                <a:off x="4898" y="1867"/>
                <a:ext cx="57" cy="67"/>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398" h="469">
                    <a:moveTo>
                      <a:pt x="37" y="44"/>
                    </a:moveTo>
                    <a:lnTo>
                      <a:pt x="33" y="53"/>
                    </a:lnTo>
                    <a:lnTo>
                      <a:pt x="27" y="79"/>
                    </a:lnTo>
                    <a:lnTo>
                      <a:pt x="17" y="120"/>
                    </a:lnTo>
                    <a:lnTo>
                      <a:pt x="8" y="174"/>
                    </a:lnTo>
                    <a:lnTo>
                      <a:pt x="1" y="238"/>
                    </a:lnTo>
                    <a:lnTo>
                      <a:pt x="0" y="309"/>
                    </a:lnTo>
                    <a:lnTo>
                      <a:pt x="7" y="387"/>
                    </a:lnTo>
                    <a:lnTo>
                      <a:pt x="24" y="469"/>
                    </a:lnTo>
                    <a:lnTo>
                      <a:pt x="24" y="466"/>
                    </a:lnTo>
                    <a:lnTo>
                      <a:pt x="24" y="455"/>
                    </a:lnTo>
                    <a:lnTo>
                      <a:pt x="24" y="438"/>
                    </a:lnTo>
                    <a:lnTo>
                      <a:pt x="24" y="417"/>
                    </a:lnTo>
                    <a:lnTo>
                      <a:pt x="27" y="391"/>
                    </a:lnTo>
                    <a:lnTo>
                      <a:pt x="30" y="363"/>
                    </a:lnTo>
                    <a:lnTo>
                      <a:pt x="35" y="332"/>
                    </a:lnTo>
                    <a:lnTo>
                      <a:pt x="41" y="300"/>
                    </a:lnTo>
                    <a:lnTo>
                      <a:pt x="52" y="268"/>
                    </a:lnTo>
                    <a:lnTo>
                      <a:pt x="64" y="237"/>
                    </a:lnTo>
                    <a:lnTo>
                      <a:pt x="79" y="207"/>
                    </a:lnTo>
                    <a:lnTo>
                      <a:pt x="99" y="179"/>
                    </a:lnTo>
                    <a:lnTo>
                      <a:pt x="123" y="155"/>
                    </a:lnTo>
                    <a:lnTo>
                      <a:pt x="150" y="136"/>
                    </a:lnTo>
                    <a:lnTo>
                      <a:pt x="183" y="122"/>
                    </a:lnTo>
                    <a:lnTo>
                      <a:pt x="221" y="114"/>
                    </a:lnTo>
                    <a:lnTo>
                      <a:pt x="223" y="112"/>
                    </a:lnTo>
                    <a:lnTo>
                      <a:pt x="230" y="107"/>
                    </a:lnTo>
                    <a:lnTo>
                      <a:pt x="242" y="99"/>
                    </a:lnTo>
                    <a:lnTo>
                      <a:pt x="260" y="88"/>
                    </a:lnTo>
                    <a:lnTo>
                      <a:pt x="284" y="74"/>
                    </a:lnTo>
                    <a:lnTo>
                      <a:pt x="315" y="58"/>
                    </a:lnTo>
                    <a:lnTo>
                      <a:pt x="352" y="39"/>
                    </a:lnTo>
                    <a:lnTo>
                      <a:pt x="398" y="19"/>
                    </a:lnTo>
                    <a:lnTo>
                      <a:pt x="396" y="17"/>
                    </a:lnTo>
                    <a:lnTo>
                      <a:pt x="389" y="16"/>
                    </a:lnTo>
                    <a:lnTo>
                      <a:pt x="379" y="14"/>
                    </a:lnTo>
                    <a:lnTo>
                      <a:pt x="364" y="12"/>
                    </a:lnTo>
                    <a:lnTo>
                      <a:pt x="347" y="8"/>
                    </a:lnTo>
                    <a:lnTo>
                      <a:pt x="326" y="6"/>
                    </a:lnTo>
                    <a:lnTo>
                      <a:pt x="302" y="4"/>
                    </a:lnTo>
                    <a:lnTo>
                      <a:pt x="277" y="1"/>
                    </a:lnTo>
                    <a:lnTo>
                      <a:pt x="250" y="0"/>
                    </a:lnTo>
                    <a:lnTo>
                      <a:pt x="221" y="1"/>
                    </a:lnTo>
                    <a:lnTo>
                      <a:pt x="191" y="3"/>
                    </a:lnTo>
                    <a:lnTo>
                      <a:pt x="160" y="6"/>
                    </a:lnTo>
                    <a:lnTo>
                      <a:pt x="129" y="12"/>
                    </a:lnTo>
                    <a:lnTo>
                      <a:pt x="97" y="20"/>
                    </a:lnTo>
                    <a:lnTo>
                      <a:pt x="67" y="30"/>
                    </a:lnTo>
                    <a:lnTo>
                      <a:pt x="37" y="44"/>
                    </a:lnTo>
                    <a:close/>
                  </a:path>
                </a:pathLst>
              </a:custGeom>
              <a:solidFill>
                <a:srgbClr val="FFCCFF">
                  <a:alpha val="100000"/>
                </a:srgbClr>
              </a:solidFill>
              <a:ln w="9525">
                <a:noFill/>
              </a:ln>
            </p:spPr>
            <p:txBody>
              <a:bodyPr/>
              <a:p>
                <a:endParaRPr lang="zh-CN" altLang="en-US"/>
              </a:p>
            </p:txBody>
          </p:sp>
          <p:sp>
            <p:nvSpPr>
              <p:cNvPr id="146612" name="Freeform 46"/>
              <p:cNvSpPr/>
              <p:nvPr/>
            </p:nvSpPr>
            <p:spPr>
              <a:xfrm>
                <a:off x="4819" y="1917"/>
                <a:ext cx="46" cy="13"/>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325" h="89">
                    <a:moveTo>
                      <a:pt x="0" y="57"/>
                    </a:moveTo>
                    <a:lnTo>
                      <a:pt x="0" y="55"/>
                    </a:lnTo>
                    <a:lnTo>
                      <a:pt x="2" y="52"/>
                    </a:lnTo>
                    <a:lnTo>
                      <a:pt x="6" y="47"/>
                    </a:lnTo>
                    <a:lnTo>
                      <a:pt x="12" y="41"/>
                    </a:lnTo>
                    <a:lnTo>
                      <a:pt x="20" y="34"/>
                    </a:lnTo>
                    <a:lnTo>
                      <a:pt x="29" y="27"/>
                    </a:lnTo>
                    <a:lnTo>
                      <a:pt x="41" y="20"/>
                    </a:lnTo>
                    <a:lnTo>
                      <a:pt x="57" y="13"/>
                    </a:lnTo>
                    <a:lnTo>
                      <a:pt x="77" y="7"/>
                    </a:lnTo>
                    <a:lnTo>
                      <a:pt x="98" y="3"/>
                    </a:lnTo>
                    <a:lnTo>
                      <a:pt x="126" y="0"/>
                    </a:lnTo>
                    <a:lnTo>
                      <a:pt x="156" y="0"/>
                    </a:lnTo>
                    <a:lnTo>
                      <a:pt x="191" y="3"/>
                    </a:lnTo>
                    <a:lnTo>
                      <a:pt x="230" y="8"/>
                    </a:lnTo>
                    <a:lnTo>
                      <a:pt x="275" y="18"/>
                    </a:lnTo>
                    <a:lnTo>
                      <a:pt x="325" y="31"/>
                    </a:lnTo>
                    <a:lnTo>
                      <a:pt x="318" y="51"/>
                    </a:lnTo>
                    <a:lnTo>
                      <a:pt x="316" y="50"/>
                    </a:lnTo>
                    <a:lnTo>
                      <a:pt x="308" y="47"/>
                    </a:lnTo>
                    <a:lnTo>
                      <a:pt x="295" y="44"/>
                    </a:lnTo>
                    <a:lnTo>
                      <a:pt x="279" y="39"/>
                    </a:lnTo>
                    <a:lnTo>
                      <a:pt x="260" y="35"/>
                    </a:lnTo>
                    <a:lnTo>
                      <a:pt x="238" y="30"/>
                    </a:lnTo>
                    <a:lnTo>
                      <a:pt x="214" y="27"/>
                    </a:lnTo>
                    <a:lnTo>
                      <a:pt x="188" y="24"/>
                    </a:lnTo>
                    <a:lnTo>
                      <a:pt x="161" y="23"/>
                    </a:lnTo>
                    <a:lnTo>
                      <a:pt x="134" y="23"/>
                    </a:lnTo>
                    <a:lnTo>
                      <a:pt x="108" y="26"/>
                    </a:lnTo>
                    <a:lnTo>
                      <a:pt x="82" y="31"/>
                    </a:lnTo>
                    <a:lnTo>
                      <a:pt x="58" y="41"/>
                    </a:lnTo>
                    <a:lnTo>
                      <a:pt x="36" y="52"/>
                    </a:lnTo>
                    <a:lnTo>
                      <a:pt x="16" y="68"/>
                    </a:lnTo>
                    <a:lnTo>
                      <a:pt x="0" y="89"/>
                    </a:lnTo>
                    <a:lnTo>
                      <a:pt x="0" y="57"/>
                    </a:lnTo>
                    <a:close/>
                  </a:path>
                </a:pathLst>
              </a:custGeom>
              <a:solidFill>
                <a:srgbClr val="000000">
                  <a:alpha val="100000"/>
                </a:srgbClr>
              </a:solidFill>
              <a:ln w="9525">
                <a:noFill/>
              </a:ln>
            </p:spPr>
            <p:txBody>
              <a:bodyPr/>
              <a:p>
                <a:endParaRPr lang="zh-CN" altLang="en-US"/>
              </a:p>
            </p:txBody>
          </p:sp>
          <p:sp>
            <p:nvSpPr>
              <p:cNvPr id="146613" name="Freeform 47"/>
              <p:cNvSpPr/>
              <p:nvPr/>
            </p:nvSpPr>
            <p:spPr>
              <a:xfrm>
                <a:off x="4819" y="1887"/>
                <a:ext cx="46" cy="13"/>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325" h="89">
                    <a:moveTo>
                      <a:pt x="0" y="56"/>
                    </a:moveTo>
                    <a:lnTo>
                      <a:pt x="0" y="55"/>
                    </a:lnTo>
                    <a:lnTo>
                      <a:pt x="2" y="52"/>
                    </a:lnTo>
                    <a:lnTo>
                      <a:pt x="6" y="47"/>
                    </a:lnTo>
                    <a:lnTo>
                      <a:pt x="12" y="40"/>
                    </a:lnTo>
                    <a:lnTo>
                      <a:pt x="20" y="33"/>
                    </a:lnTo>
                    <a:lnTo>
                      <a:pt x="29" y="27"/>
                    </a:lnTo>
                    <a:lnTo>
                      <a:pt x="41" y="18"/>
                    </a:lnTo>
                    <a:lnTo>
                      <a:pt x="57" y="13"/>
                    </a:lnTo>
                    <a:lnTo>
                      <a:pt x="77" y="7"/>
                    </a:lnTo>
                    <a:lnTo>
                      <a:pt x="98" y="2"/>
                    </a:lnTo>
                    <a:lnTo>
                      <a:pt x="126" y="0"/>
                    </a:lnTo>
                    <a:lnTo>
                      <a:pt x="156" y="0"/>
                    </a:lnTo>
                    <a:lnTo>
                      <a:pt x="191" y="2"/>
                    </a:lnTo>
                    <a:lnTo>
                      <a:pt x="230" y="8"/>
                    </a:lnTo>
                    <a:lnTo>
                      <a:pt x="275" y="17"/>
                    </a:lnTo>
                    <a:lnTo>
                      <a:pt x="325" y="31"/>
                    </a:lnTo>
                    <a:lnTo>
                      <a:pt x="318" y="49"/>
                    </a:lnTo>
                    <a:lnTo>
                      <a:pt x="316" y="48"/>
                    </a:lnTo>
                    <a:lnTo>
                      <a:pt x="308" y="46"/>
                    </a:lnTo>
                    <a:lnTo>
                      <a:pt x="295" y="43"/>
                    </a:lnTo>
                    <a:lnTo>
                      <a:pt x="279" y="38"/>
                    </a:lnTo>
                    <a:lnTo>
                      <a:pt x="260" y="35"/>
                    </a:lnTo>
                    <a:lnTo>
                      <a:pt x="238" y="30"/>
                    </a:lnTo>
                    <a:lnTo>
                      <a:pt x="214" y="27"/>
                    </a:lnTo>
                    <a:lnTo>
                      <a:pt x="188" y="23"/>
                    </a:lnTo>
                    <a:lnTo>
                      <a:pt x="161" y="22"/>
                    </a:lnTo>
                    <a:lnTo>
                      <a:pt x="134" y="23"/>
                    </a:lnTo>
                    <a:lnTo>
                      <a:pt x="108" y="25"/>
                    </a:lnTo>
                    <a:lnTo>
                      <a:pt x="82" y="31"/>
                    </a:lnTo>
                    <a:lnTo>
                      <a:pt x="58" y="40"/>
                    </a:lnTo>
                    <a:lnTo>
                      <a:pt x="36" y="52"/>
                    </a:lnTo>
                    <a:lnTo>
                      <a:pt x="16" y="68"/>
                    </a:lnTo>
                    <a:lnTo>
                      <a:pt x="0" y="89"/>
                    </a:lnTo>
                    <a:lnTo>
                      <a:pt x="0" y="56"/>
                    </a:lnTo>
                    <a:close/>
                  </a:path>
                </a:pathLst>
              </a:custGeom>
              <a:solidFill>
                <a:srgbClr val="000000">
                  <a:alpha val="100000"/>
                </a:srgbClr>
              </a:solidFill>
              <a:ln w="9525">
                <a:noFill/>
              </a:ln>
            </p:spPr>
            <p:txBody>
              <a:bodyPr/>
              <a:p>
                <a:endParaRPr lang="zh-CN" altLang="en-US"/>
              </a:p>
            </p:txBody>
          </p:sp>
          <p:sp>
            <p:nvSpPr>
              <p:cNvPr id="146614" name="Freeform 48"/>
              <p:cNvSpPr/>
              <p:nvPr/>
            </p:nvSpPr>
            <p:spPr>
              <a:xfrm>
                <a:off x="4863" y="1872"/>
                <a:ext cx="75" cy="13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28" h="975">
                    <a:moveTo>
                      <a:pt x="0" y="0"/>
                    </a:moveTo>
                    <a:lnTo>
                      <a:pt x="0" y="943"/>
                    </a:lnTo>
                    <a:lnTo>
                      <a:pt x="159" y="975"/>
                    </a:lnTo>
                    <a:lnTo>
                      <a:pt x="152" y="848"/>
                    </a:lnTo>
                    <a:lnTo>
                      <a:pt x="528" y="905"/>
                    </a:lnTo>
                    <a:lnTo>
                      <a:pt x="521" y="855"/>
                    </a:lnTo>
                    <a:lnTo>
                      <a:pt x="261" y="822"/>
                    </a:lnTo>
                    <a:lnTo>
                      <a:pt x="254" y="713"/>
                    </a:lnTo>
                    <a:lnTo>
                      <a:pt x="77" y="713"/>
                    </a:lnTo>
                    <a:lnTo>
                      <a:pt x="72" y="699"/>
                    </a:lnTo>
                    <a:lnTo>
                      <a:pt x="60" y="659"/>
                    </a:lnTo>
                    <a:lnTo>
                      <a:pt x="44" y="595"/>
                    </a:lnTo>
                    <a:lnTo>
                      <a:pt x="28" y="511"/>
                    </a:lnTo>
                    <a:lnTo>
                      <a:pt x="16" y="410"/>
                    </a:lnTo>
                    <a:lnTo>
                      <a:pt x="12" y="294"/>
                    </a:lnTo>
                    <a:lnTo>
                      <a:pt x="21" y="167"/>
                    </a:lnTo>
                    <a:lnTo>
                      <a:pt x="45" y="32"/>
                    </a:lnTo>
                    <a:lnTo>
                      <a:pt x="0" y="0"/>
                    </a:lnTo>
                    <a:close/>
                  </a:path>
                </a:pathLst>
              </a:custGeom>
              <a:solidFill>
                <a:schemeClr val="bg1">
                  <a:alpha val="100000"/>
                </a:schemeClr>
              </a:solidFill>
              <a:ln w="9525">
                <a:noFill/>
              </a:ln>
            </p:spPr>
            <p:txBody>
              <a:bodyPr/>
              <a:p>
                <a:endParaRPr lang="zh-CN" altLang="en-US"/>
              </a:p>
            </p:txBody>
          </p:sp>
          <p:sp>
            <p:nvSpPr>
              <p:cNvPr id="146615" name="Freeform 49"/>
              <p:cNvSpPr/>
              <p:nvPr/>
            </p:nvSpPr>
            <p:spPr>
              <a:xfrm>
                <a:off x="4900" y="1840"/>
                <a:ext cx="97" cy="1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678" h="133">
                    <a:moveTo>
                      <a:pt x="0" y="133"/>
                    </a:moveTo>
                    <a:lnTo>
                      <a:pt x="4" y="132"/>
                    </a:lnTo>
                    <a:lnTo>
                      <a:pt x="15" y="127"/>
                    </a:lnTo>
                    <a:lnTo>
                      <a:pt x="32" y="122"/>
                    </a:lnTo>
                    <a:lnTo>
                      <a:pt x="56" y="114"/>
                    </a:lnTo>
                    <a:lnTo>
                      <a:pt x="86" y="104"/>
                    </a:lnTo>
                    <a:lnTo>
                      <a:pt x="120" y="95"/>
                    </a:lnTo>
                    <a:lnTo>
                      <a:pt x="160" y="86"/>
                    </a:lnTo>
                    <a:lnTo>
                      <a:pt x="204" y="78"/>
                    </a:lnTo>
                    <a:lnTo>
                      <a:pt x="252" y="70"/>
                    </a:lnTo>
                    <a:lnTo>
                      <a:pt x="303" y="64"/>
                    </a:lnTo>
                    <a:lnTo>
                      <a:pt x="358" y="60"/>
                    </a:lnTo>
                    <a:lnTo>
                      <a:pt x="414" y="58"/>
                    </a:lnTo>
                    <a:lnTo>
                      <a:pt x="474" y="60"/>
                    </a:lnTo>
                    <a:lnTo>
                      <a:pt x="534" y="65"/>
                    </a:lnTo>
                    <a:lnTo>
                      <a:pt x="596" y="74"/>
                    </a:lnTo>
                    <a:lnTo>
                      <a:pt x="659" y="88"/>
                    </a:lnTo>
                    <a:lnTo>
                      <a:pt x="678" y="0"/>
                    </a:lnTo>
                    <a:lnTo>
                      <a:pt x="674" y="0"/>
                    </a:lnTo>
                    <a:lnTo>
                      <a:pt x="659" y="0"/>
                    </a:lnTo>
                    <a:lnTo>
                      <a:pt x="636" y="0"/>
                    </a:lnTo>
                    <a:lnTo>
                      <a:pt x="606" y="1"/>
                    </a:lnTo>
                    <a:lnTo>
                      <a:pt x="570" y="2"/>
                    </a:lnTo>
                    <a:lnTo>
                      <a:pt x="527" y="3"/>
                    </a:lnTo>
                    <a:lnTo>
                      <a:pt x="480" y="7"/>
                    </a:lnTo>
                    <a:lnTo>
                      <a:pt x="430" y="9"/>
                    </a:lnTo>
                    <a:lnTo>
                      <a:pt x="376" y="14"/>
                    </a:lnTo>
                    <a:lnTo>
                      <a:pt x="320" y="18"/>
                    </a:lnTo>
                    <a:lnTo>
                      <a:pt x="264" y="24"/>
                    </a:lnTo>
                    <a:lnTo>
                      <a:pt x="208" y="32"/>
                    </a:lnTo>
                    <a:lnTo>
                      <a:pt x="152" y="40"/>
                    </a:lnTo>
                    <a:lnTo>
                      <a:pt x="98" y="50"/>
                    </a:lnTo>
                    <a:lnTo>
                      <a:pt x="47" y="62"/>
                    </a:lnTo>
                    <a:lnTo>
                      <a:pt x="0" y="76"/>
                    </a:lnTo>
                    <a:lnTo>
                      <a:pt x="0" y="133"/>
                    </a:lnTo>
                    <a:close/>
                  </a:path>
                </a:pathLst>
              </a:custGeom>
              <a:solidFill>
                <a:schemeClr val="bg1">
                  <a:alpha val="100000"/>
                </a:schemeClr>
              </a:solidFill>
              <a:ln w="9525">
                <a:noFill/>
              </a:ln>
            </p:spPr>
            <p:txBody>
              <a:bodyPr/>
              <a:p>
                <a:endParaRPr lang="zh-CN" altLang="en-US"/>
              </a:p>
            </p:txBody>
          </p:sp>
          <p:sp>
            <p:nvSpPr>
              <p:cNvPr id="146616" name="Freeform 50"/>
              <p:cNvSpPr/>
              <p:nvPr/>
            </p:nvSpPr>
            <p:spPr>
              <a:xfrm>
                <a:off x="4843" y="2015"/>
                <a:ext cx="163" cy="54"/>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42" h="379">
                    <a:moveTo>
                      <a:pt x="482" y="367"/>
                    </a:moveTo>
                    <a:lnTo>
                      <a:pt x="485" y="366"/>
                    </a:lnTo>
                    <a:lnTo>
                      <a:pt x="492" y="363"/>
                    </a:lnTo>
                    <a:lnTo>
                      <a:pt x="502" y="359"/>
                    </a:lnTo>
                    <a:lnTo>
                      <a:pt x="516" y="353"/>
                    </a:lnTo>
                    <a:lnTo>
                      <a:pt x="533" y="346"/>
                    </a:lnTo>
                    <a:lnTo>
                      <a:pt x="551" y="338"/>
                    </a:lnTo>
                    <a:lnTo>
                      <a:pt x="572" y="328"/>
                    </a:lnTo>
                    <a:lnTo>
                      <a:pt x="593" y="317"/>
                    </a:lnTo>
                    <a:lnTo>
                      <a:pt x="616" y="306"/>
                    </a:lnTo>
                    <a:lnTo>
                      <a:pt x="638" y="292"/>
                    </a:lnTo>
                    <a:lnTo>
                      <a:pt x="660" y="279"/>
                    </a:lnTo>
                    <a:lnTo>
                      <a:pt x="680" y="264"/>
                    </a:lnTo>
                    <a:lnTo>
                      <a:pt x="700" y="249"/>
                    </a:lnTo>
                    <a:lnTo>
                      <a:pt x="717" y="233"/>
                    </a:lnTo>
                    <a:lnTo>
                      <a:pt x="732" y="217"/>
                    </a:lnTo>
                    <a:lnTo>
                      <a:pt x="743" y="201"/>
                    </a:lnTo>
                    <a:lnTo>
                      <a:pt x="0" y="20"/>
                    </a:lnTo>
                    <a:lnTo>
                      <a:pt x="57" y="0"/>
                    </a:lnTo>
                    <a:lnTo>
                      <a:pt x="1142" y="267"/>
                    </a:lnTo>
                    <a:lnTo>
                      <a:pt x="1098" y="292"/>
                    </a:lnTo>
                    <a:lnTo>
                      <a:pt x="784" y="212"/>
                    </a:lnTo>
                    <a:lnTo>
                      <a:pt x="783" y="213"/>
                    </a:lnTo>
                    <a:lnTo>
                      <a:pt x="781" y="216"/>
                    </a:lnTo>
                    <a:lnTo>
                      <a:pt x="776" y="221"/>
                    </a:lnTo>
                    <a:lnTo>
                      <a:pt x="769" y="228"/>
                    </a:lnTo>
                    <a:lnTo>
                      <a:pt x="761" y="237"/>
                    </a:lnTo>
                    <a:lnTo>
                      <a:pt x="750" y="246"/>
                    </a:lnTo>
                    <a:lnTo>
                      <a:pt x="737" y="258"/>
                    </a:lnTo>
                    <a:lnTo>
                      <a:pt x="721" y="269"/>
                    </a:lnTo>
                    <a:lnTo>
                      <a:pt x="703" y="282"/>
                    </a:lnTo>
                    <a:lnTo>
                      <a:pt x="684" y="295"/>
                    </a:lnTo>
                    <a:lnTo>
                      <a:pt x="660" y="309"/>
                    </a:lnTo>
                    <a:lnTo>
                      <a:pt x="635" y="323"/>
                    </a:lnTo>
                    <a:lnTo>
                      <a:pt x="606" y="338"/>
                    </a:lnTo>
                    <a:lnTo>
                      <a:pt x="574" y="352"/>
                    </a:lnTo>
                    <a:lnTo>
                      <a:pt x="540" y="366"/>
                    </a:lnTo>
                    <a:lnTo>
                      <a:pt x="502" y="379"/>
                    </a:lnTo>
                    <a:lnTo>
                      <a:pt x="482" y="367"/>
                    </a:lnTo>
                    <a:close/>
                  </a:path>
                </a:pathLst>
              </a:custGeom>
              <a:solidFill>
                <a:schemeClr val="bg1">
                  <a:alpha val="100000"/>
                </a:schemeClr>
              </a:solidFill>
              <a:ln w="9525">
                <a:noFill/>
              </a:ln>
            </p:spPr>
            <p:txBody>
              <a:bodyPr/>
              <a:p>
                <a:endParaRPr lang="zh-CN" altLang="en-US"/>
              </a:p>
            </p:txBody>
          </p:sp>
          <p:sp>
            <p:nvSpPr>
              <p:cNvPr id="146617" name="Freeform 51"/>
              <p:cNvSpPr/>
              <p:nvPr/>
            </p:nvSpPr>
            <p:spPr>
              <a:xfrm>
                <a:off x="4809" y="2029"/>
                <a:ext cx="167" cy="48"/>
              </a:xfrm>
              <a:custGeom>
                <a:avLst/>
                <a:gdLst/>
                <a:ahLst/>
                <a:cxnLst>
                  <a:cxn ang="0">
                    <a:pos x="0" y="0"/>
                  </a:cxn>
                  <a:cxn ang="0">
                    <a:pos x="0" y="0"/>
                  </a:cxn>
                  <a:cxn ang="0">
                    <a:pos x="0" y="0"/>
                  </a:cxn>
                  <a:cxn ang="0">
                    <a:pos x="0" y="0"/>
                  </a:cxn>
                  <a:cxn ang="0">
                    <a:pos x="0" y="0"/>
                  </a:cxn>
                </a:cxnLst>
                <a:pathLst>
                  <a:path w="1163" h="340">
                    <a:moveTo>
                      <a:pt x="0" y="0"/>
                    </a:moveTo>
                    <a:lnTo>
                      <a:pt x="1137" y="340"/>
                    </a:lnTo>
                    <a:lnTo>
                      <a:pt x="1163" y="340"/>
                    </a:lnTo>
                    <a:lnTo>
                      <a:pt x="34" y="0"/>
                    </a:lnTo>
                    <a:lnTo>
                      <a:pt x="0" y="0"/>
                    </a:lnTo>
                    <a:close/>
                  </a:path>
                </a:pathLst>
              </a:custGeom>
              <a:solidFill>
                <a:srgbClr val="000000">
                  <a:alpha val="100000"/>
                </a:srgbClr>
              </a:solidFill>
              <a:ln w="9525">
                <a:noFill/>
              </a:ln>
            </p:spPr>
            <p:txBody>
              <a:bodyPr/>
              <a:p>
                <a:endParaRPr lang="zh-CN" altLang="en-US"/>
              </a:p>
            </p:txBody>
          </p:sp>
          <p:sp>
            <p:nvSpPr>
              <p:cNvPr id="146618" name="Freeform 52"/>
              <p:cNvSpPr/>
              <p:nvPr/>
            </p:nvSpPr>
            <p:spPr>
              <a:xfrm>
                <a:off x="4837" y="2022"/>
                <a:ext cx="164" cy="44"/>
              </a:xfrm>
              <a:custGeom>
                <a:avLst/>
                <a:gdLst/>
                <a:ahLst/>
                <a:cxnLst>
                  <a:cxn ang="0">
                    <a:pos x="0" y="0"/>
                  </a:cxn>
                  <a:cxn ang="0">
                    <a:pos x="0" y="0"/>
                  </a:cxn>
                  <a:cxn ang="0">
                    <a:pos x="0" y="0"/>
                  </a:cxn>
                  <a:cxn ang="0">
                    <a:pos x="0" y="0"/>
                  </a:cxn>
                  <a:cxn ang="0">
                    <a:pos x="0" y="0"/>
                  </a:cxn>
                </a:cxnLst>
                <a:pathLst>
                  <a:path w="1149" h="303">
                    <a:moveTo>
                      <a:pt x="0" y="1"/>
                    </a:moveTo>
                    <a:lnTo>
                      <a:pt x="1124" y="303"/>
                    </a:lnTo>
                    <a:lnTo>
                      <a:pt x="1149" y="302"/>
                    </a:lnTo>
                    <a:lnTo>
                      <a:pt x="34" y="0"/>
                    </a:lnTo>
                    <a:lnTo>
                      <a:pt x="0" y="1"/>
                    </a:lnTo>
                    <a:close/>
                  </a:path>
                </a:pathLst>
              </a:custGeom>
              <a:solidFill>
                <a:srgbClr val="000000">
                  <a:alpha val="100000"/>
                </a:srgbClr>
              </a:solidFill>
              <a:ln w="9525">
                <a:noFill/>
              </a:ln>
            </p:spPr>
            <p:txBody>
              <a:bodyPr/>
              <a:p>
                <a:endParaRPr lang="zh-CN" altLang="en-US"/>
              </a:p>
            </p:txBody>
          </p:sp>
          <p:sp>
            <p:nvSpPr>
              <p:cNvPr id="146619" name="Freeform 53"/>
              <p:cNvSpPr/>
              <p:nvPr/>
            </p:nvSpPr>
            <p:spPr>
              <a:xfrm>
                <a:off x="4824" y="2025"/>
                <a:ext cx="165" cy="48"/>
              </a:xfrm>
              <a:custGeom>
                <a:avLst/>
                <a:gdLst/>
                <a:ahLst/>
                <a:cxnLst>
                  <a:cxn ang="0">
                    <a:pos x="0" y="0"/>
                  </a:cxn>
                  <a:cxn ang="0">
                    <a:pos x="0" y="0"/>
                  </a:cxn>
                  <a:cxn ang="0">
                    <a:pos x="0" y="0"/>
                  </a:cxn>
                  <a:cxn ang="0">
                    <a:pos x="0" y="0"/>
                  </a:cxn>
                  <a:cxn ang="0">
                    <a:pos x="0" y="0"/>
                  </a:cxn>
                </a:cxnLst>
                <a:pathLst>
                  <a:path w="1155" h="336">
                    <a:moveTo>
                      <a:pt x="0" y="0"/>
                    </a:moveTo>
                    <a:lnTo>
                      <a:pt x="1134" y="336"/>
                    </a:lnTo>
                    <a:lnTo>
                      <a:pt x="1155" y="328"/>
                    </a:lnTo>
                    <a:lnTo>
                      <a:pt x="34" y="0"/>
                    </a:lnTo>
                    <a:lnTo>
                      <a:pt x="0" y="0"/>
                    </a:lnTo>
                    <a:close/>
                  </a:path>
                </a:pathLst>
              </a:custGeom>
              <a:solidFill>
                <a:srgbClr val="000000">
                  <a:alpha val="100000"/>
                </a:srgbClr>
              </a:solidFill>
              <a:ln w="9525">
                <a:noFill/>
              </a:ln>
            </p:spPr>
            <p:txBody>
              <a:bodyPr/>
              <a:p>
                <a:endParaRPr lang="zh-CN" altLang="en-US"/>
              </a:p>
            </p:txBody>
          </p:sp>
        </p:grpSp>
        <p:grpSp>
          <p:nvGrpSpPr>
            <p:cNvPr id="146524" name="Group 54"/>
            <p:cNvGrpSpPr/>
            <p:nvPr/>
          </p:nvGrpSpPr>
          <p:grpSpPr>
            <a:xfrm>
              <a:off x="1659" y="3525"/>
              <a:ext cx="176" cy="150"/>
              <a:chOff x="4765" y="1531"/>
              <a:chExt cx="312" cy="261"/>
            </a:xfrm>
          </p:grpSpPr>
          <p:sp>
            <p:nvSpPr>
              <p:cNvPr id="146541" name="AutoShape 55"/>
              <p:cNvSpPr>
                <a:spLocks noChangeAspect="1" noTextEdit="1"/>
              </p:cNvSpPr>
              <p:nvPr/>
            </p:nvSpPr>
            <p:spPr>
              <a:xfrm>
                <a:off x="4765" y="1531"/>
                <a:ext cx="312" cy="260"/>
              </a:xfrm>
              <a:prstGeom prst="rect">
                <a:avLst/>
              </a:prstGeom>
              <a:noFill/>
              <a:ln w="9525">
                <a:noFill/>
              </a:ln>
            </p:spPr>
            <p:txBody>
              <a:bodyPr/>
              <a:p>
                <a:endParaRPr lang="zh-CN" altLang="en-US"/>
              </a:p>
            </p:txBody>
          </p:sp>
          <p:sp>
            <p:nvSpPr>
              <p:cNvPr id="146542" name="Freeform 56"/>
              <p:cNvSpPr/>
              <p:nvPr/>
            </p:nvSpPr>
            <p:spPr>
              <a:xfrm>
                <a:off x="4765" y="1534"/>
                <a:ext cx="307" cy="25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150" h="1804">
                    <a:moveTo>
                      <a:pt x="582" y="239"/>
                    </a:moveTo>
                    <a:lnTo>
                      <a:pt x="606" y="129"/>
                    </a:lnTo>
                    <a:lnTo>
                      <a:pt x="607" y="129"/>
                    </a:lnTo>
                    <a:lnTo>
                      <a:pt x="611" y="128"/>
                    </a:lnTo>
                    <a:lnTo>
                      <a:pt x="616" y="125"/>
                    </a:lnTo>
                    <a:lnTo>
                      <a:pt x="623" y="123"/>
                    </a:lnTo>
                    <a:lnTo>
                      <a:pt x="633" y="120"/>
                    </a:lnTo>
                    <a:lnTo>
                      <a:pt x="645" y="115"/>
                    </a:lnTo>
                    <a:lnTo>
                      <a:pt x="659" y="112"/>
                    </a:lnTo>
                    <a:lnTo>
                      <a:pt x="676" y="107"/>
                    </a:lnTo>
                    <a:lnTo>
                      <a:pt x="694" y="101"/>
                    </a:lnTo>
                    <a:lnTo>
                      <a:pt x="715" y="95"/>
                    </a:lnTo>
                    <a:lnTo>
                      <a:pt x="738" y="90"/>
                    </a:lnTo>
                    <a:lnTo>
                      <a:pt x="763" y="84"/>
                    </a:lnTo>
                    <a:lnTo>
                      <a:pt x="790" y="78"/>
                    </a:lnTo>
                    <a:lnTo>
                      <a:pt x="820" y="71"/>
                    </a:lnTo>
                    <a:lnTo>
                      <a:pt x="852" y="64"/>
                    </a:lnTo>
                    <a:lnTo>
                      <a:pt x="886" y="59"/>
                    </a:lnTo>
                    <a:lnTo>
                      <a:pt x="922" y="52"/>
                    </a:lnTo>
                    <a:lnTo>
                      <a:pt x="961" y="46"/>
                    </a:lnTo>
                    <a:lnTo>
                      <a:pt x="1002" y="40"/>
                    </a:lnTo>
                    <a:lnTo>
                      <a:pt x="1044" y="35"/>
                    </a:lnTo>
                    <a:lnTo>
                      <a:pt x="1090" y="29"/>
                    </a:lnTo>
                    <a:lnTo>
                      <a:pt x="1138" y="23"/>
                    </a:lnTo>
                    <a:lnTo>
                      <a:pt x="1187" y="18"/>
                    </a:lnTo>
                    <a:lnTo>
                      <a:pt x="1240" y="14"/>
                    </a:lnTo>
                    <a:lnTo>
                      <a:pt x="1294" y="10"/>
                    </a:lnTo>
                    <a:lnTo>
                      <a:pt x="1350" y="7"/>
                    </a:lnTo>
                    <a:lnTo>
                      <a:pt x="1410" y="4"/>
                    </a:lnTo>
                    <a:lnTo>
                      <a:pt x="1470" y="1"/>
                    </a:lnTo>
                    <a:lnTo>
                      <a:pt x="1535" y="0"/>
                    </a:lnTo>
                    <a:lnTo>
                      <a:pt x="1601" y="0"/>
                    </a:lnTo>
                    <a:lnTo>
                      <a:pt x="1668" y="0"/>
                    </a:lnTo>
                    <a:lnTo>
                      <a:pt x="1739" y="1"/>
                    </a:lnTo>
                    <a:lnTo>
                      <a:pt x="1816" y="44"/>
                    </a:lnTo>
                    <a:lnTo>
                      <a:pt x="1799" y="248"/>
                    </a:lnTo>
                    <a:lnTo>
                      <a:pt x="1804" y="251"/>
                    </a:lnTo>
                    <a:lnTo>
                      <a:pt x="1820" y="259"/>
                    </a:lnTo>
                    <a:lnTo>
                      <a:pt x="1842" y="272"/>
                    </a:lnTo>
                    <a:lnTo>
                      <a:pt x="1868" y="292"/>
                    </a:lnTo>
                    <a:lnTo>
                      <a:pt x="1896" y="318"/>
                    </a:lnTo>
                    <a:lnTo>
                      <a:pt x="1920" y="351"/>
                    </a:lnTo>
                    <a:lnTo>
                      <a:pt x="1939" y="390"/>
                    </a:lnTo>
                    <a:lnTo>
                      <a:pt x="1951" y="436"/>
                    </a:lnTo>
                    <a:lnTo>
                      <a:pt x="2125" y="593"/>
                    </a:lnTo>
                    <a:lnTo>
                      <a:pt x="2078" y="1009"/>
                    </a:lnTo>
                    <a:lnTo>
                      <a:pt x="1799" y="1149"/>
                    </a:lnTo>
                    <a:lnTo>
                      <a:pt x="2129" y="1247"/>
                    </a:lnTo>
                    <a:lnTo>
                      <a:pt x="2131" y="1251"/>
                    </a:lnTo>
                    <a:lnTo>
                      <a:pt x="2137" y="1264"/>
                    </a:lnTo>
                    <a:lnTo>
                      <a:pt x="2143" y="1284"/>
                    </a:lnTo>
                    <a:lnTo>
                      <a:pt x="2149" y="1310"/>
                    </a:lnTo>
                    <a:lnTo>
                      <a:pt x="2150" y="1342"/>
                    </a:lnTo>
                    <a:lnTo>
                      <a:pt x="2147" y="1380"/>
                    </a:lnTo>
                    <a:lnTo>
                      <a:pt x="2136" y="1423"/>
                    </a:lnTo>
                    <a:lnTo>
                      <a:pt x="2117" y="1468"/>
                    </a:lnTo>
                    <a:lnTo>
                      <a:pt x="1244" y="1804"/>
                    </a:lnTo>
                    <a:lnTo>
                      <a:pt x="0" y="1413"/>
                    </a:lnTo>
                    <a:lnTo>
                      <a:pt x="22" y="1367"/>
                    </a:lnTo>
                    <a:lnTo>
                      <a:pt x="212" y="1302"/>
                    </a:lnTo>
                    <a:lnTo>
                      <a:pt x="212" y="248"/>
                    </a:lnTo>
                    <a:lnTo>
                      <a:pt x="213" y="247"/>
                    </a:lnTo>
                    <a:lnTo>
                      <a:pt x="217" y="244"/>
                    </a:lnTo>
                    <a:lnTo>
                      <a:pt x="223" y="240"/>
                    </a:lnTo>
                    <a:lnTo>
                      <a:pt x="232" y="234"/>
                    </a:lnTo>
                    <a:lnTo>
                      <a:pt x="245" y="228"/>
                    </a:lnTo>
                    <a:lnTo>
                      <a:pt x="258" y="221"/>
                    </a:lnTo>
                    <a:lnTo>
                      <a:pt x="276" y="214"/>
                    </a:lnTo>
                    <a:lnTo>
                      <a:pt x="294" y="207"/>
                    </a:lnTo>
                    <a:lnTo>
                      <a:pt x="316" y="201"/>
                    </a:lnTo>
                    <a:lnTo>
                      <a:pt x="340" y="197"/>
                    </a:lnTo>
                    <a:lnTo>
                      <a:pt x="366" y="194"/>
                    </a:lnTo>
                    <a:lnTo>
                      <a:pt x="393" y="192"/>
                    </a:lnTo>
                    <a:lnTo>
                      <a:pt x="424" y="193"/>
                    </a:lnTo>
                    <a:lnTo>
                      <a:pt x="457" y="197"/>
                    </a:lnTo>
                    <a:lnTo>
                      <a:pt x="493" y="203"/>
                    </a:lnTo>
                    <a:lnTo>
                      <a:pt x="529" y="214"/>
                    </a:lnTo>
                    <a:lnTo>
                      <a:pt x="582" y="239"/>
                    </a:lnTo>
                    <a:close/>
                  </a:path>
                </a:pathLst>
              </a:custGeom>
              <a:solidFill>
                <a:srgbClr val="DDDDDD">
                  <a:alpha val="100000"/>
                </a:srgbClr>
              </a:solidFill>
              <a:ln w="9525">
                <a:noFill/>
              </a:ln>
            </p:spPr>
            <p:txBody>
              <a:bodyPr/>
              <a:p>
                <a:endParaRPr lang="zh-CN" altLang="en-US"/>
              </a:p>
            </p:txBody>
          </p:sp>
          <p:sp>
            <p:nvSpPr>
              <p:cNvPr id="146543" name="Freeform 57"/>
              <p:cNvSpPr/>
              <p:nvPr/>
            </p:nvSpPr>
            <p:spPr>
              <a:xfrm>
                <a:off x="4882" y="1584"/>
                <a:ext cx="163" cy="11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39" h="778">
                    <a:moveTo>
                      <a:pt x="7" y="587"/>
                    </a:moveTo>
                    <a:lnTo>
                      <a:pt x="0" y="682"/>
                    </a:lnTo>
                    <a:lnTo>
                      <a:pt x="742" y="778"/>
                    </a:lnTo>
                    <a:lnTo>
                      <a:pt x="748" y="775"/>
                    </a:lnTo>
                    <a:lnTo>
                      <a:pt x="763" y="767"/>
                    </a:lnTo>
                    <a:lnTo>
                      <a:pt x="787" y="755"/>
                    </a:lnTo>
                    <a:lnTo>
                      <a:pt x="816" y="737"/>
                    </a:lnTo>
                    <a:lnTo>
                      <a:pt x="852" y="714"/>
                    </a:lnTo>
                    <a:lnTo>
                      <a:pt x="891" y="686"/>
                    </a:lnTo>
                    <a:lnTo>
                      <a:pt x="932" y="652"/>
                    </a:lnTo>
                    <a:lnTo>
                      <a:pt x="973" y="613"/>
                    </a:lnTo>
                    <a:lnTo>
                      <a:pt x="1013" y="570"/>
                    </a:lnTo>
                    <a:lnTo>
                      <a:pt x="1051" y="521"/>
                    </a:lnTo>
                    <a:lnTo>
                      <a:pt x="1083" y="466"/>
                    </a:lnTo>
                    <a:lnTo>
                      <a:pt x="1109" y="406"/>
                    </a:lnTo>
                    <a:lnTo>
                      <a:pt x="1129" y="342"/>
                    </a:lnTo>
                    <a:lnTo>
                      <a:pt x="1139" y="271"/>
                    </a:lnTo>
                    <a:lnTo>
                      <a:pt x="1138" y="196"/>
                    </a:lnTo>
                    <a:lnTo>
                      <a:pt x="1124" y="115"/>
                    </a:lnTo>
                    <a:lnTo>
                      <a:pt x="1122" y="110"/>
                    </a:lnTo>
                    <a:lnTo>
                      <a:pt x="1115" y="97"/>
                    </a:lnTo>
                    <a:lnTo>
                      <a:pt x="1102" y="80"/>
                    </a:lnTo>
                    <a:lnTo>
                      <a:pt x="1086" y="59"/>
                    </a:lnTo>
                    <a:lnTo>
                      <a:pt x="1066" y="39"/>
                    </a:lnTo>
                    <a:lnTo>
                      <a:pt x="1041" y="20"/>
                    </a:lnTo>
                    <a:lnTo>
                      <a:pt x="1011" y="7"/>
                    </a:lnTo>
                    <a:lnTo>
                      <a:pt x="978" y="0"/>
                    </a:lnTo>
                    <a:lnTo>
                      <a:pt x="982" y="12"/>
                    </a:lnTo>
                    <a:lnTo>
                      <a:pt x="994" y="46"/>
                    </a:lnTo>
                    <a:lnTo>
                      <a:pt x="1007" y="100"/>
                    </a:lnTo>
                    <a:lnTo>
                      <a:pt x="1019" y="169"/>
                    </a:lnTo>
                    <a:lnTo>
                      <a:pt x="1022" y="252"/>
                    </a:lnTo>
                    <a:lnTo>
                      <a:pt x="1013" y="344"/>
                    </a:lnTo>
                    <a:lnTo>
                      <a:pt x="987" y="444"/>
                    </a:lnTo>
                    <a:lnTo>
                      <a:pt x="940" y="549"/>
                    </a:lnTo>
                    <a:lnTo>
                      <a:pt x="939" y="550"/>
                    </a:lnTo>
                    <a:lnTo>
                      <a:pt x="934" y="553"/>
                    </a:lnTo>
                    <a:lnTo>
                      <a:pt x="927" y="559"/>
                    </a:lnTo>
                    <a:lnTo>
                      <a:pt x="917" y="567"/>
                    </a:lnTo>
                    <a:lnTo>
                      <a:pt x="904" y="575"/>
                    </a:lnTo>
                    <a:lnTo>
                      <a:pt x="890" y="585"/>
                    </a:lnTo>
                    <a:lnTo>
                      <a:pt x="871" y="594"/>
                    </a:lnTo>
                    <a:lnTo>
                      <a:pt x="851" y="603"/>
                    </a:lnTo>
                    <a:lnTo>
                      <a:pt x="828" y="611"/>
                    </a:lnTo>
                    <a:lnTo>
                      <a:pt x="802" y="619"/>
                    </a:lnTo>
                    <a:lnTo>
                      <a:pt x="773" y="625"/>
                    </a:lnTo>
                    <a:lnTo>
                      <a:pt x="741" y="629"/>
                    </a:lnTo>
                    <a:lnTo>
                      <a:pt x="708" y="630"/>
                    </a:lnTo>
                    <a:lnTo>
                      <a:pt x="671" y="629"/>
                    </a:lnTo>
                    <a:lnTo>
                      <a:pt x="631" y="626"/>
                    </a:lnTo>
                    <a:lnTo>
                      <a:pt x="590" y="618"/>
                    </a:lnTo>
                    <a:lnTo>
                      <a:pt x="590" y="720"/>
                    </a:lnTo>
                    <a:lnTo>
                      <a:pt x="26" y="663"/>
                    </a:lnTo>
                    <a:lnTo>
                      <a:pt x="7" y="587"/>
                    </a:lnTo>
                    <a:close/>
                  </a:path>
                </a:pathLst>
              </a:custGeom>
              <a:solidFill>
                <a:schemeClr val="bg2">
                  <a:alpha val="100000"/>
                </a:schemeClr>
              </a:solidFill>
              <a:ln w="9525">
                <a:noFill/>
              </a:ln>
            </p:spPr>
            <p:txBody>
              <a:bodyPr/>
              <a:p>
                <a:endParaRPr lang="zh-CN" altLang="en-US"/>
              </a:p>
            </p:txBody>
          </p:sp>
          <p:sp>
            <p:nvSpPr>
              <p:cNvPr id="146544" name="Freeform 58"/>
              <p:cNvSpPr/>
              <p:nvPr/>
            </p:nvSpPr>
            <p:spPr>
              <a:xfrm>
                <a:off x="4862" y="1693"/>
                <a:ext cx="119" cy="38"/>
              </a:xfrm>
              <a:custGeom>
                <a:avLst/>
                <a:gdLst/>
                <a:ahLst/>
                <a:cxnLst>
                  <a:cxn ang="0">
                    <a:pos x="0" y="0"/>
                  </a:cxn>
                  <a:cxn ang="0">
                    <a:pos x="0" y="0"/>
                  </a:cxn>
                  <a:cxn ang="0">
                    <a:pos x="0" y="0"/>
                  </a:cxn>
                  <a:cxn ang="0">
                    <a:pos x="0" y="0"/>
                  </a:cxn>
                  <a:cxn ang="0">
                    <a:pos x="0" y="0"/>
                  </a:cxn>
                </a:cxnLst>
                <a:pathLst>
                  <a:path w="837" h="269">
                    <a:moveTo>
                      <a:pt x="837" y="96"/>
                    </a:moveTo>
                    <a:lnTo>
                      <a:pt x="12" y="0"/>
                    </a:lnTo>
                    <a:lnTo>
                      <a:pt x="0" y="96"/>
                    </a:lnTo>
                    <a:lnTo>
                      <a:pt x="812" y="269"/>
                    </a:lnTo>
                    <a:lnTo>
                      <a:pt x="837" y="96"/>
                    </a:lnTo>
                    <a:close/>
                  </a:path>
                </a:pathLst>
              </a:custGeom>
              <a:solidFill>
                <a:schemeClr val="bg2">
                  <a:alpha val="100000"/>
                </a:schemeClr>
              </a:solidFill>
              <a:ln w="9525">
                <a:noFill/>
              </a:ln>
            </p:spPr>
            <p:txBody>
              <a:bodyPr/>
              <a:p>
                <a:endParaRPr lang="zh-CN" altLang="en-US"/>
              </a:p>
            </p:txBody>
          </p:sp>
          <p:sp>
            <p:nvSpPr>
              <p:cNvPr id="146545" name="Freeform 59"/>
              <p:cNvSpPr/>
              <p:nvPr/>
            </p:nvSpPr>
            <p:spPr>
              <a:xfrm>
                <a:off x="4921" y="1705"/>
                <a:ext cx="51" cy="18"/>
              </a:xfrm>
              <a:custGeom>
                <a:avLst/>
                <a:gdLst/>
                <a:ahLst/>
                <a:cxnLst>
                  <a:cxn ang="0">
                    <a:pos x="0" y="0"/>
                  </a:cxn>
                  <a:cxn ang="0">
                    <a:pos x="0" y="0"/>
                  </a:cxn>
                  <a:cxn ang="0">
                    <a:pos x="0" y="0"/>
                  </a:cxn>
                  <a:cxn ang="0">
                    <a:pos x="0" y="0"/>
                  </a:cxn>
                  <a:cxn ang="0">
                    <a:pos x="0" y="0"/>
                  </a:cxn>
                </a:cxnLst>
                <a:pathLst>
                  <a:path w="358" h="122">
                    <a:moveTo>
                      <a:pt x="358" y="53"/>
                    </a:moveTo>
                    <a:lnTo>
                      <a:pt x="5" y="0"/>
                    </a:lnTo>
                    <a:lnTo>
                      <a:pt x="0" y="51"/>
                    </a:lnTo>
                    <a:lnTo>
                      <a:pt x="348" y="122"/>
                    </a:lnTo>
                    <a:lnTo>
                      <a:pt x="358" y="53"/>
                    </a:lnTo>
                    <a:close/>
                  </a:path>
                </a:pathLst>
              </a:custGeom>
              <a:solidFill>
                <a:schemeClr val="folHlink">
                  <a:alpha val="100000"/>
                </a:schemeClr>
              </a:solidFill>
              <a:ln w="9525">
                <a:noFill/>
              </a:ln>
            </p:spPr>
            <p:txBody>
              <a:bodyPr/>
              <a:p>
                <a:endParaRPr lang="zh-CN" altLang="en-US"/>
              </a:p>
            </p:txBody>
          </p:sp>
          <p:sp>
            <p:nvSpPr>
              <p:cNvPr id="146546" name="Freeform 60"/>
              <p:cNvSpPr/>
              <p:nvPr/>
            </p:nvSpPr>
            <p:spPr>
              <a:xfrm>
                <a:off x="4869" y="1696"/>
                <a:ext cx="34" cy="13"/>
              </a:xfrm>
              <a:custGeom>
                <a:avLst/>
                <a:gdLst/>
                <a:ahLst/>
                <a:cxnLst>
                  <a:cxn ang="0">
                    <a:pos x="0" y="0"/>
                  </a:cxn>
                  <a:cxn ang="0">
                    <a:pos x="0" y="0"/>
                  </a:cxn>
                  <a:cxn ang="0">
                    <a:pos x="0" y="0"/>
                  </a:cxn>
                  <a:cxn ang="0">
                    <a:pos x="0" y="0"/>
                  </a:cxn>
                  <a:cxn ang="0">
                    <a:pos x="0" y="0"/>
                  </a:cxn>
                </a:cxnLst>
                <a:pathLst>
                  <a:path w="239" h="91">
                    <a:moveTo>
                      <a:pt x="239" y="42"/>
                    </a:moveTo>
                    <a:lnTo>
                      <a:pt x="0" y="0"/>
                    </a:lnTo>
                    <a:lnTo>
                      <a:pt x="2" y="44"/>
                    </a:lnTo>
                    <a:lnTo>
                      <a:pt x="231" y="91"/>
                    </a:lnTo>
                    <a:lnTo>
                      <a:pt x="239" y="42"/>
                    </a:lnTo>
                    <a:close/>
                  </a:path>
                </a:pathLst>
              </a:custGeom>
              <a:solidFill>
                <a:schemeClr val="folHlink">
                  <a:alpha val="100000"/>
                </a:schemeClr>
              </a:solidFill>
              <a:ln w="9525">
                <a:noFill/>
              </a:ln>
            </p:spPr>
            <p:txBody>
              <a:bodyPr/>
              <a:p>
                <a:endParaRPr lang="zh-CN" altLang="en-US"/>
              </a:p>
            </p:txBody>
          </p:sp>
          <p:sp>
            <p:nvSpPr>
              <p:cNvPr id="146547" name="Freeform 61"/>
              <p:cNvSpPr/>
              <p:nvPr/>
            </p:nvSpPr>
            <p:spPr>
              <a:xfrm>
                <a:off x="4783" y="1709"/>
                <a:ext cx="202" cy="67"/>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409" h="466">
                    <a:moveTo>
                      <a:pt x="0" y="140"/>
                    </a:moveTo>
                    <a:lnTo>
                      <a:pt x="4" y="140"/>
                    </a:lnTo>
                    <a:lnTo>
                      <a:pt x="12" y="138"/>
                    </a:lnTo>
                    <a:lnTo>
                      <a:pt x="27" y="135"/>
                    </a:lnTo>
                    <a:lnTo>
                      <a:pt x="45" y="132"/>
                    </a:lnTo>
                    <a:lnTo>
                      <a:pt x="67" y="128"/>
                    </a:lnTo>
                    <a:lnTo>
                      <a:pt x="92" y="123"/>
                    </a:lnTo>
                    <a:lnTo>
                      <a:pt x="120" y="116"/>
                    </a:lnTo>
                    <a:lnTo>
                      <a:pt x="150" y="108"/>
                    </a:lnTo>
                    <a:lnTo>
                      <a:pt x="181" y="100"/>
                    </a:lnTo>
                    <a:lnTo>
                      <a:pt x="212" y="89"/>
                    </a:lnTo>
                    <a:lnTo>
                      <a:pt x="243" y="78"/>
                    </a:lnTo>
                    <a:lnTo>
                      <a:pt x="273" y="65"/>
                    </a:lnTo>
                    <a:lnTo>
                      <a:pt x="303" y="50"/>
                    </a:lnTo>
                    <a:lnTo>
                      <a:pt x="330" y="35"/>
                    </a:lnTo>
                    <a:lnTo>
                      <a:pt x="355" y="18"/>
                    </a:lnTo>
                    <a:lnTo>
                      <a:pt x="375" y="0"/>
                    </a:lnTo>
                    <a:lnTo>
                      <a:pt x="1409" y="236"/>
                    </a:lnTo>
                    <a:lnTo>
                      <a:pt x="1407" y="239"/>
                    </a:lnTo>
                    <a:lnTo>
                      <a:pt x="1401" y="245"/>
                    </a:lnTo>
                    <a:lnTo>
                      <a:pt x="1392" y="254"/>
                    </a:lnTo>
                    <a:lnTo>
                      <a:pt x="1379" y="265"/>
                    </a:lnTo>
                    <a:lnTo>
                      <a:pt x="1363" y="279"/>
                    </a:lnTo>
                    <a:lnTo>
                      <a:pt x="1345" y="295"/>
                    </a:lnTo>
                    <a:lnTo>
                      <a:pt x="1325" y="313"/>
                    </a:lnTo>
                    <a:lnTo>
                      <a:pt x="1303" y="332"/>
                    </a:lnTo>
                    <a:lnTo>
                      <a:pt x="1279" y="351"/>
                    </a:lnTo>
                    <a:lnTo>
                      <a:pt x="1253" y="371"/>
                    </a:lnTo>
                    <a:lnTo>
                      <a:pt x="1227" y="390"/>
                    </a:lnTo>
                    <a:lnTo>
                      <a:pt x="1200" y="409"/>
                    </a:lnTo>
                    <a:lnTo>
                      <a:pt x="1172" y="426"/>
                    </a:lnTo>
                    <a:lnTo>
                      <a:pt x="1145" y="441"/>
                    </a:lnTo>
                    <a:lnTo>
                      <a:pt x="1117" y="455"/>
                    </a:lnTo>
                    <a:lnTo>
                      <a:pt x="1091" y="466"/>
                    </a:lnTo>
                    <a:lnTo>
                      <a:pt x="0" y="140"/>
                    </a:lnTo>
                    <a:close/>
                  </a:path>
                </a:pathLst>
              </a:custGeom>
              <a:solidFill>
                <a:schemeClr val="bg2">
                  <a:alpha val="100000"/>
                </a:schemeClr>
              </a:solidFill>
              <a:ln w="9525">
                <a:noFill/>
              </a:ln>
            </p:spPr>
            <p:txBody>
              <a:bodyPr/>
              <a:p>
                <a:endParaRPr lang="zh-CN" altLang="en-US"/>
              </a:p>
            </p:txBody>
          </p:sp>
          <p:sp>
            <p:nvSpPr>
              <p:cNvPr id="146548" name="Freeform 62"/>
              <p:cNvSpPr/>
              <p:nvPr/>
            </p:nvSpPr>
            <p:spPr>
              <a:xfrm>
                <a:off x="4984" y="1702"/>
                <a:ext cx="72" cy="32"/>
              </a:xfrm>
              <a:custGeom>
                <a:avLst/>
                <a:gdLst/>
                <a:ahLst/>
                <a:cxnLst>
                  <a:cxn ang="0">
                    <a:pos x="0" y="0"/>
                  </a:cxn>
                  <a:cxn ang="0">
                    <a:pos x="0" y="0"/>
                  </a:cxn>
                  <a:cxn ang="0">
                    <a:pos x="0" y="0"/>
                  </a:cxn>
                  <a:cxn ang="0">
                    <a:pos x="0" y="0"/>
                  </a:cxn>
                  <a:cxn ang="0">
                    <a:pos x="0" y="0"/>
                  </a:cxn>
                  <a:cxn ang="0">
                    <a:pos x="0" y="0"/>
                  </a:cxn>
                </a:cxnLst>
                <a:pathLst>
                  <a:path w="502" h="223">
                    <a:moveTo>
                      <a:pt x="51" y="223"/>
                    </a:moveTo>
                    <a:lnTo>
                      <a:pt x="502" y="90"/>
                    </a:lnTo>
                    <a:lnTo>
                      <a:pt x="229" y="0"/>
                    </a:lnTo>
                    <a:lnTo>
                      <a:pt x="6" y="26"/>
                    </a:lnTo>
                    <a:lnTo>
                      <a:pt x="0" y="211"/>
                    </a:lnTo>
                    <a:lnTo>
                      <a:pt x="51" y="223"/>
                    </a:lnTo>
                    <a:close/>
                  </a:path>
                </a:pathLst>
              </a:custGeom>
              <a:solidFill>
                <a:schemeClr val="bg2">
                  <a:alpha val="100000"/>
                </a:schemeClr>
              </a:solidFill>
              <a:ln w="9525">
                <a:noFill/>
              </a:ln>
            </p:spPr>
            <p:txBody>
              <a:bodyPr/>
              <a:p>
                <a:endParaRPr lang="zh-CN" altLang="en-US"/>
              </a:p>
            </p:txBody>
          </p:sp>
          <p:sp>
            <p:nvSpPr>
              <p:cNvPr id="146549" name="Freeform 63"/>
              <p:cNvSpPr/>
              <p:nvPr/>
            </p:nvSpPr>
            <p:spPr>
              <a:xfrm>
                <a:off x="4799" y="1565"/>
                <a:ext cx="38" cy="152"/>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67" h="1064">
                    <a:moveTo>
                      <a:pt x="267" y="26"/>
                    </a:moveTo>
                    <a:lnTo>
                      <a:pt x="266" y="24"/>
                    </a:lnTo>
                    <a:lnTo>
                      <a:pt x="262" y="22"/>
                    </a:lnTo>
                    <a:lnTo>
                      <a:pt x="254" y="20"/>
                    </a:lnTo>
                    <a:lnTo>
                      <a:pt x="244" y="16"/>
                    </a:lnTo>
                    <a:lnTo>
                      <a:pt x="232" y="12"/>
                    </a:lnTo>
                    <a:lnTo>
                      <a:pt x="218" y="8"/>
                    </a:lnTo>
                    <a:lnTo>
                      <a:pt x="202" y="5"/>
                    </a:lnTo>
                    <a:lnTo>
                      <a:pt x="184" y="1"/>
                    </a:lnTo>
                    <a:lnTo>
                      <a:pt x="164" y="0"/>
                    </a:lnTo>
                    <a:lnTo>
                      <a:pt x="143" y="0"/>
                    </a:lnTo>
                    <a:lnTo>
                      <a:pt x="121" y="3"/>
                    </a:lnTo>
                    <a:lnTo>
                      <a:pt x="98" y="6"/>
                    </a:lnTo>
                    <a:lnTo>
                      <a:pt x="74" y="13"/>
                    </a:lnTo>
                    <a:lnTo>
                      <a:pt x="50" y="22"/>
                    </a:lnTo>
                    <a:lnTo>
                      <a:pt x="25" y="35"/>
                    </a:lnTo>
                    <a:lnTo>
                      <a:pt x="0" y="51"/>
                    </a:lnTo>
                    <a:lnTo>
                      <a:pt x="0" y="1064"/>
                    </a:lnTo>
                    <a:lnTo>
                      <a:pt x="1" y="1064"/>
                    </a:lnTo>
                    <a:lnTo>
                      <a:pt x="7" y="1064"/>
                    </a:lnTo>
                    <a:lnTo>
                      <a:pt x="15" y="1063"/>
                    </a:lnTo>
                    <a:lnTo>
                      <a:pt x="25" y="1062"/>
                    </a:lnTo>
                    <a:lnTo>
                      <a:pt x="37" y="1060"/>
                    </a:lnTo>
                    <a:lnTo>
                      <a:pt x="52" y="1057"/>
                    </a:lnTo>
                    <a:lnTo>
                      <a:pt x="69" y="1054"/>
                    </a:lnTo>
                    <a:lnTo>
                      <a:pt x="88" y="1049"/>
                    </a:lnTo>
                    <a:lnTo>
                      <a:pt x="108" y="1044"/>
                    </a:lnTo>
                    <a:lnTo>
                      <a:pt x="129" y="1037"/>
                    </a:lnTo>
                    <a:lnTo>
                      <a:pt x="152" y="1029"/>
                    </a:lnTo>
                    <a:lnTo>
                      <a:pt x="175" y="1018"/>
                    </a:lnTo>
                    <a:lnTo>
                      <a:pt x="198" y="1007"/>
                    </a:lnTo>
                    <a:lnTo>
                      <a:pt x="222" y="994"/>
                    </a:lnTo>
                    <a:lnTo>
                      <a:pt x="244" y="979"/>
                    </a:lnTo>
                    <a:lnTo>
                      <a:pt x="267" y="962"/>
                    </a:lnTo>
                    <a:lnTo>
                      <a:pt x="267" y="26"/>
                    </a:lnTo>
                    <a:close/>
                  </a:path>
                </a:pathLst>
              </a:custGeom>
              <a:solidFill>
                <a:schemeClr val="bg2">
                  <a:alpha val="100000"/>
                </a:schemeClr>
              </a:solidFill>
              <a:ln w="9525">
                <a:noFill/>
              </a:ln>
            </p:spPr>
            <p:txBody>
              <a:bodyPr/>
              <a:p>
                <a:endParaRPr lang="zh-CN" altLang="en-US"/>
              </a:p>
            </p:txBody>
          </p:sp>
          <p:sp>
            <p:nvSpPr>
              <p:cNvPr id="146550" name="Freeform 64"/>
              <p:cNvSpPr/>
              <p:nvPr/>
            </p:nvSpPr>
            <p:spPr>
              <a:xfrm>
                <a:off x="4800" y="1567"/>
                <a:ext cx="33" cy="12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28" h="898">
                    <a:moveTo>
                      <a:pt x="228" y="21"/>
                    </a:moveTo>
                    <a:lnTo>
                      <a:pt x="227" y="20"/>
                    </a:lnTo>
                    <a:lnTo>
                      <a:pt x="224" y="19"/>
                    </a:lnTo>
                    <a:lnTo>
                      <a:pt x="217" y="17"/>
                    </a:lnTo>
                    <a:lnTo>
                      <a:pt x="209" y="13"/>
                    </a:lnTo>
                    <a:lnTo>
                      <a:pt x="199" y="10"/>
                    </a:lnTo>
                    <a:lnTo>
                      <a:pt x="186" y="6"/>
                    </a:lnTo>
                    <a:lnTo>
                      <a:pt x="172" y="4"/>
                    </a:lnTo>
                    <a:lnTo>
                      <a:pt x="157" y="2"/>
                    </a:lnTo>
                    <a:lnTo>
                      <a:pt x="140" y="0"/>
                    </a:lnTo>
                    <a:lnTo>
                      <a:pt x="122" y="0"/>
                    </a:lnTo>
                    <a:lnTo>
                      <a:pt x="104" y="2"/>
                    </a:lnTo>
                    <a:lnTo>
                      <a:pt x="83" y="5"/>
                    </a:lnTo>
                    <a:lnTo>
                      <a:pt x="64" y="11"/>
                    </a:lnTo>
                    <a:lnTo>
                      <a:pt x="42" y="19"/>
                    </a:lnTo>
                    <a:lnTo>
                      <a:pt x="21" y="29"/>
                    </a:lnTo>
                    <a:lnTo>
                      <a:pt x="0" y="43"/>
                    </a:lnTo>
                    <a:lnTo>
                      <a:pt x="0" y="898"/>
                    </a:lnTo>
                    <a:lnTo>
                      <a:pt x="1" y="898"/>
                    </a:lnTo>
                    <a:lnTo>
                      <a:pt x="5" y="898"/>
                    </a:lnTo>
                    <a:lnTo>
                      <a:pt x="12" y="897"/>
                    </a:lnTo>
                    <a:lnTo>
                      <a:pt x="21" y="896"/>
                    </a:lnTo>
                    <a:lnTo>
                      <a:pt x="32" y="894"/>
                    </a:lnTo>
                    <a:lnTo>
                      <a:pt x="45" y="892"/>
                    </a:lnTo>
                    <a:lnTo>
                      <a:pt x="59" y="889"/>
                    </a:lnTo>
                    <a:lnTo>
                      <a:pt x="75" y="884"/>
                    </a:lnTo>
                    <a:lnTo>
                      <a:pt x="92" y="879"/>
                    </a:lnTo>
                    <a:lnTo>
                      <a:pt x="111" y="874"/>
                    </a:lnTo>
                    <a:lnTo>
                      <a:pt x="130" y="867"/>
                    </a:lnTo>
                    <a:lnTo>
                      <a:pt x="149" y="858"/>
                    </a:lnTo>
                    <a:lnTo>
                      <a:pt x="169" y="848"/>
                    </a:lnTo>
                    <a:lnTo>
                      <a:pt x="190" y="837"/>
                    </a:lnTo>
                    <a:lnTo>
                      <a:pt x="209" y="824"/>
                    </a:lnTo>
                    <a:lnTo>
                      <a:pt x="228" y="809"/>
                    </a:lnTo>
                    <a:lnTo>
                      <a:pt x="228" y="21"/>
                    </a:lnTo>
                    <a:close/>
                  </a:path>
                </a:pathLst>
              </a:custGeom>
              <a:solidFill>
                <a:schemeClr val="bg2">
                  <a:alpha val="100000"/>
                </a:schemeClr>
              </a:solidFill>
              <a:ln w="9525">
                <a:noFill/>
              </a:ln>
            </p:spPr>
            <p:txBody>
              <a:bodyPr/>
              <a:p>
                <a:endParaRPr lang="zh-CN" altLang="en-US"/>
              </a:p>
            </p:txBody>
          </p:sp>
          <p:sp>
            <p:nvSpPr>
              <p:cNvPr id="146551" name="Freeform 65"/>
              <p:cNvSpPr/>
              <p:nvPr/>
            </p:nvSpPr>
            <p:spPr>
              <a:xfrm>
                <a:off x="4801" y="1568"/>
                <a:ext cx="27" cy="104"/>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92" h="729">
                    <a:moveTo>
                      <a:pt x="192" y="17"/>
                    </a:moveTo>
                    <a:lnTo>
                      <a:pt x="191" y="17"/>
                    </a:lnTo>
                    <a:lnTo>
                      <a:pt x="187" y="15"/>
                    </a:lnTo>
                    <a:lnTo>
                      <a:pt x="183" y="12"/>
                    </a:lnTo>
                    <a:lnTo>
                      <a:pt x="176" y="10"/>
                    </a:lnTo>
                    <a:lnTo>
                      <a:pt x="167" y="8"/>
                    </a:lnTo>
                    <a:lnTo>
                      <a:pt x="156" y="4"/>
                    </a:lnTo>
                    <a:lnTo>
                      <a:pt x="145" y="2"/>
                    </a:lnTo>
                    <a:lnTo>
                      <a:pt x="132" y="0"/>
                    </a:lnTo>
                    <a:lnTo>
                      <a:pt x="117" y="0"/>
                    </a:lnTo>
                    <a:lnTo>
                      <a:pt x="102" y="0"/>
                    </a:lnTo>
                    <a:lnTo>
                      <a:pt x="86" y="1"/>
                    </a:lnTo>
                    <a:lnTo>
                      <a:pt x="70" y="3"/>
                    </a:lnTo>
                    <a:lnTo>
                      <a:pt x="53" y="8"/>
                    </a:lnTo>
                    <a:lnTo>
                      <a:pt x="35" y="15"/>
                    </a:lnTo>
                    <a:lnTo>
                      <a:pt x="18" y="24"/>
                    </a:lnTo>
                    <a:lnTo>
                      <a:pt x="0" y="35"/>
                    </a:lnTo>
                    <a:lnTo>
                      <a:pt x="0" y="729"/>
                    </a:lnTo>
                    <a:lnTo>
                      <a:pt x="1" y="729"/>
                    </a:lnTo>
                    <a:lnTo>
                      <a:pt x="4" y="729"/>
                    </a:lnTo>
                    <a:lnTo>
                      <a:pt x="10" y="728"/>
                    </a:lnTo>
                    <a:lnTo>
                      <a:pt x="18" y="727"/>
                    </a:lnTo>
                    <a:lnTo>
                      <a:pt x="27" y="726"/>
                    </a:lnTo>
                    <a:lnTo>
                      <a:pt x="37" y="725"/>
                    </a:lnTo>
                    <a:lnTo>
                      <a:pt x="50" y="721"/>
                    </a:lnTo>
                    <a:lnTo>
                      <a:pt x="64" y="719"/>
                    </a:lnTo>
                    <a:lnTo>
                      <a:pt x="77" y="714"/>
                    </a:lnTo>
                    <a:lnTo>
                      <a:pt x="92" y="710"/>
                    </a:lnTo>
                    <a:lnTo>
                      <a:pt x="108" y="704"/>
                    </a:lnTo>
                    <a:lnTo>
                      <a:pt x="125" y="697"/>
                    </a:lnTo>
                    <a:lnTo>
                      <a:pt x="141" y="689"/>
                    </a:lnTo>
                    <a:lnTo>
                      <a:pt x="159" y="680"/>
                    </a:lnTo>
                    <a:lnTo>
                      <a:pt x="176" y="668"/>
                    </a:lnTo>
                    <a:lnTo>
                      <a:pt x="192" y="657"/>
                    </a:lnTo>
                    <a:lnTo>
                      <a:pt x="192" y="17"/>
                    </a:lnTo>
                    <a:close/>
                  </a:path>
                </a:pathLst>
              </a:custGeom>
              <a:solidFill>
                <a:srgbClr val="DDDDDD">
                  <a:alpha val="100000"/>
                </a:srgbClr>
              </a:solidFill>
              <a:ln w="9525">
                <a:noFill/>
              </a:ln>
            </p:spPr>
            <p:txBody>
              <a:bodyPr/>
              <a:p>
                <a:endParaRPr lang="zh-CN" altLang="en-US"/>
              </a:p>
            </p:txBody>
          </p:sp>
          <p:sp>
            <p:nvSpPr>
              <p:cNvPr id="146552" name="Freeform 66"/>
              <p:cNvSpPr/>
              <p:nvPr/>
            </p:nvSpPr>
            <p:spPr>
              <a:xfrm>
                <a:off x="4802" y="1569"/>
                <a:ext cx="22" cy="8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56" h="564">
                    <a:moveTo>
                      <a:pt x="156" y="15"/>
                    </a:moveTo>
                    <a:lnTo>
                      <a:pt x="153" y="14"/>
                    </a:lnTo>
                    <a:lnTo>
                      <a:pt x="142" y="9"/>
                    </a:lnTo>
                    <a:lnTo>
                      <a:pt x="127" y="4"/>
                    </a:lnTo>
                    <a:lnTo>
                      <a:pt x="108" y="1"/>
                    </a:lnTo>
                    <a:lnTo>
                      <a:pt x="84" y="0"/>
                    </a:lnTo>
                    <a:lnTo>
                      <a:pt x="58" y="3"/>
                    </a:lnTo>
                    <a:lnTo>
                      <a:pt x="29" y="12"/>
                    </a:lnTo>
                    <a:lnTo>
                      <a:pt x="0" y="28"/>
                    </a:lnTo>
                    <a:lnTo>
                      <a:pt x="0" y="564"/>
                    </a:lnTo>
                    <a:lnTo>
                      <a:pt x="4" y="564"/>
                    </a:lnTo>
                    <a:lnTo>
                      <a:pt x="15" y="563"/>
                    </a:lnTo>
                    <a:lnTo>
                      <a:pt x="31" y="560"/>
                    </a:lnTo>
                    <a:lnTo>
                      <a:pt x="52" y="555"/>
                    </a:lnTo>
                    <a:lnTo>
                      <a:pt x="76" y="548"/>
                    </a:lnTo>
                    <a:lnTo>
                      <a:pt x="102" y="537"/>
                    </a:lnTo>
                    <a:lnTo>
                      <a:pt x="128" y="524"/>
                    </a:lnTo>
                    <a:lnTo>
                      <a:pt x="156" y="505"/>
                    </a:lnTo>
                    <a:lnTo>
                      <a:pt x="156" y="15"/>
                    </a:lnTo>
                    <a:close/>
                  </a:path>
                </a:pathLst>
              </a:custGeom>
              <a:solidFill>
                <a:schemeClr val="bg2">
                  <a:alpha val="100000"/>
                </a:schemeClr>
              </a:solidFill>
              <a:ln w="9525">
                <a:noFill/>
              </a:ln>
            </p:spPr>
            <p:txBody>
              <a:bodyPr/>
              <a:p>
                <a:endParaRPr lang="zh-CN" altLang="en-US"/>
              </a:p>
            </p:txBody>
          </p:sp>
          <p:sp>
            <p:nvSpPr>
              <p:cNvPr id="146553" name="Freeform 67"/>
              <p:cNvSpPr/>
              <p:nvPr/>
            </p:nvSpPr>
            <p:spPr>
              <a:xfrm>
                <a:off x="4803" y="1571"/>
                <a:ext cx="17" cy="5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7" h="396">
                    <a:moveTo>
                      <a:pt x="117" y="10"/>
                    </a:moveTo>
                    <a:lnTo>
                      <a:pt x="115" y="9"/>
                    </a:lnTo>
                    <a:lnTo>
                      <a:pt x="107" y="6"/>
                    </a:lnTo>
                    <a:lnTo>
                      <a:pt x="95" y="2"/>
                    </a:lnTo>
                    <a:lnTo>
                      <a:pt x="80" y="0"/>
                    </a:lnTo>
                    <a:lnTo>
                      <a:pt x="63" y="0"/>
                    </a:lnTo>
                    <a:lnTo>
                      <a:pt x="43" y="2"/>
                    </a:lnTo>
                    <a:lnTo>
                      <a:pt x="22" y="9"/>
                    </a:lnTo>
                    <a:lnTo>
                      <a:pt x="0" y="22"/>
                    </a:lnTo>
                    <a:lnTo>
                      <a:pt x="0" y="396"/>
                    </a:lnTo>
                    <a:lnTo>
                      <a:pt x="3" y="396"/>
                    </a:lnTo>
                    <a:lnTo>
                      <a:pt x="11" y="395"/>
                    </a:lnTo>
                    <a:lnTo>
                      <a:pt x="23" y="393"/>
                    </a:lnTo>
                    <a:lnTo>
                      <a:pt x="39" y="389"/>
                    </a:lnTo>
                    <a:lnTo>
                      <a:pt x="58" y="385"/>
                    </a:lnTo>
                    <a:lnTo>
                      <a:pt x="77" y="377"/>
                    </a:lnTo>
                    <a:lnTo>
                      <a:pt x="96" y="365"/>
                    </a:lnTo>
                    <a:lnTo>
                      <a:pt x="117" y="351"/>
                    </a:lnTo>
                    <a:lnTo>
                      <a:pt x="117" y="10"/>
                    </a:lnTo>
                    <a:close/>
                  </a:path>
                </a:pathLst>
              </a:custGeom>
              <a:solidFill>
                <a:schemeClr val="bg2">
                  <a:alpha val="100000"/>
                </a:schemeClr>
              </a:solidFill>
              <a:ln w="9525">
                <a:noFill/>
              </a:ln>
            </p:spPr>
            <p:txBody>
              <a:bodyPr/>
              <a:p>
                <a:endParaRPr lang="zh-CN" altLang="en-US"/>
              </a:p>
            </p:txBody>
          </p:sp>
          <p:sp>
            <p:nvSpPr>
              <p:cNvPr id="146554" name="Freeform 68"/>
              <p:cNvSpPr/>
              <p:nvPr/>
            </p:nvSpPr>
            <p:spPr>
              <a:xfrm>
                <a:off x="4804" y="1572"/>
                <a:ext cx="11" cy="33"/>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80" h="230">
                    <a:moveTo>
                      <a:pt x="80" y="7"/>
                    </a:moveTo>
                    <a:lnTo>
                      <a:pt x="78" y="6"/>
                    </a:lnTo>
                    <a:lnTo>
                      <a:pt x="73" y="5"/>
                    </a:lnTo>
                    <a:lnTo>
                      <a:pt x="65" y="2"/>
                    </a:lnTo>
                    <a:lnTo>
                      <a:pt x="55" y="0"/>
                    </a:lnTo>
                    <a:lnTo>
                      <a:pt x="44" y="0"/>
                    </a:lnTo>
                    <a:lnTo>
                      <a:pt x="30" y="1"/>
                    </a:lnTo>
                    <a:lnTo>
                      <a:pt x="15" y="7"/>
                    </a:lnTo>
                    <a:lnTo>
                      <a:pt x="0" y="15"/>
                    </a:lnTo>
                    <a:lnTo>
                      <a:pt x="0" y="230"/>
                    </a:lnTo>
                    <a:lnTo>
                      <a:pt x="3" y="230"/>
                    </a:lnTo>
                    <a:lnTo>
                      <a:pt x="7" y="229"/>
                    </a:lnTo>
                    <a:lnTo>
                      <a:pt x="16" y="228"/>
                    </a:lnTo>
                    <a:lnTo>
                      <a:pt x="27" y="225"/>
                    </a:lnTo>
                    <a:lnTo>
                      <a:pt x="39" y="222"/>
                    </a:lnTo>
                    <a:lnTo>
                      <a:pt x="53" y="216"/>
                    </a:lnTo>
                    <a:lnTo>
                      <a:pt x="67" y="208"/>
                    </a:lnTo>
                    <a:lnTo>
                      <a:pt x="80" y="199"/>
                    </a:lnTo>
                    <a:lnTo>
                      <a:pt x="80" y="7"/>
                    </a:lnTo>
                    <a:close/>
                  </a:path>
                </a:pathLst>
              </a:custGeom>
              <a:solidFill>
                <a:schemeClr val="bg2">
                  <a:alpha val="100000"/>
                </a:schemeClr>
              </a:solidFill>
              <a:ln w="9525">
                <a:noFill/>
              </a:ln>
            </p:spPr>
            <p:txBody>
              <a:bodyPr/>
              <a:p>
                <a:endParaRPr lang="zh-CN" altLang="en-US"/>
              </a:p>
            </p:txBody>
          </p:sp>
          <p:sp>
            <p:nvSpPr>
              <p:cNvPr id="146555" name="Freeform 69"/>
              <p:cNvSpPr/>
              <p:nvPr/>
            </p:nvSpPr>
            <p:spPr>
              <a:xfrm>
                <a:off x="4942" y="1666"/>
                <a:ext cx="16" cy="17"/>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7" h="117">
                    <a:moveTo>
                      <a:pt x="58" y="117"/>
                    </a:moveTo>
                    <a:lnTo>
                      <a:pt x="70" y="116"/>
                    </a:lnTo>
                    <a:lnTo>
                      <a:pt x="81" y="112"/>
                    </a:lnTo>
                    <a:lnTo>
                      <a:pt x="90" y="106"/>
                    </a:lnTo>
                    <a:lnTo>
                      <a:pt x="100" y="100"/>
                    </a:lnTo>
                    <a:lnTo>
                      <a:pt x="106" y="90"/>
                    </a:lnTo>
                    <a:lnTo>
                      <a:pt x="112" y="81"/>
                    </a:lnTo>
                    <a:lnTo>
                      <a:pt x="116" y="70"/>
                    </a:lnTo>
                    <a:lnTo>
                      <a:pt x="117" y="58"/>
                    </a:lnTo>
                    <a:lnTo>
                      <a:pt x="116" y="46"/>
                    </a:lnTo>
                    <a:lnTo>
                      <a:pt x="112" y="35"/>
                    </a:lnTo>
                    <a:lnTo>
                      <a:pt x="106" y="25"/>
                    </a:lnTo>
                    <a:lnTo>
                      <a:pt x="100" y="17"/>
                    </a:lnTo>
                    <a:lnTo>
                      <a:pt x="90" y="9"/>
                    </a:lnTo>
                    <a:lnTo>
                      <a:pt x="81" y="4"/>
                    </a:lnTo>
                    <a:lnTo>
                      <a:pt x="70" y="1"/>
                    </a:lnTo>
                    <a:lnTo>
                      <a:pt x="58" y="0"/>
                    </a:lnTo>
                    <a:lnTo>
                      <a:pt x="47" y="1"/>
                    </a:lnTo>
                    <a:lnTo>
                      <a:pt x="36" y="4"/>
                    </a:lnTo>
                    <a:lnTo>
                      <a:pt x="26" y="9"/>
                    </a:lnTo>
                    <a:lnTo>
                      <a:pt x="17" y="17"/>
                    </a:lnTo>
                    <a:lnTo>
                      <a:pt x="10" y="25"/>
                    </a:lnTo>
                    <a:lnTo>
                      <a:pt x="5" y="35"/>
                    </a:lnTo>
                    <a:lnTo>
                      <a:pt x="1" y="46"/>
                    </a:lnTo>
                    <a:lnTo>
                      <a:pt x="0" y="58"/>
                    </a:lnTo>
                    <a:lnTo>
                      <a:pt x="1" y="70"/>
                    </a:lnTo>
                    <a:lnTo>
                      <a:pt x="5" y="81"/>
                    </a:lnTo>
                    <a:lnTo>
                      <a:pt x="10" y="90"/>
                    </a:lnTo>
                    <a:lnTo>
                      <a:pt x="17" y="100"/>
                    </a:lnTo>
                    <a:lnTo>
                      <a:pt x="26" y="106"/>
                    </a:lnTo>
                    <a:lnTo>
                      <a:pt x="36" y="112"/>
                    </a:lnTo>
                    <a:lnTo>
                      <a:pt x="47" y="116"/>
                    </a:lnTo>
                    <a:lnTo>
                      <a:pt x="58" y="117"/>
                    </a:lnTo>
                    <a:close/>
                  </a:path>
                </a:pathLst>
              </a:custGeom>
              <a:solidFill>
                <a:schemeClr val="bg2">
                  <a:alpha val="100000"/>
                </a:schemeClr>
              </a:solidFill>
              <a:ln w="9525">
                <a:noFill/>
              </a:ln>
            </p:spPr>
            <p:txBody>
              <a:bodyPr/>
              <a:p>
                <a:endParaRPr lang="zh-CN" altLang="en-US"/>
              </a:p>
            </p:txBody>
          </p:sp>
          <p:sp>
            <p:nvSpPr>
              <p:cNvPr id="146556" name="Freeform 70"/>
              <p:cNvSpPr/>
              <p:nvPr/>
            </p:nvSpPr>
            <p:spPr>
              <a:xfrm>
                <a:off x="4890" y="1666"/>
                <a:ext cx="9" cy="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8" h="59">
                    <a:moveTo>
                      <a:pt x="29" y="59"/>
                    </a:moveTo>
                    <a:lnTo>
                      <a:pt x="40" y="56"/>
                    </a:lnTo>
                    <a:lnTo>
                      <a:pt x="50" y="49"/>
                    </a:lnTo>
                    <a:lnTo>
                      <a:pt x="56" y="40"/>
                    </a:lnTo>
                    <a:lnTo>
                      <a:pt x="58" y="29"/>
                    </a:lnTo>
                    <a:lnTo>
                      <a:pt x="56" y="17"/>
                    </a:lnTo>
                    <a:lnTo>
                      <a:pt x="50" y="8"/>
                    </a:lnTo>
                    <a:lnTo>
                      <a:pt x="40" y="2"/>
                    </a:lnTo>
                    <a:lnTo>
                      <a:pt x="29" y="0"/>
                    </a:lnTo>
                    <a:lnTo>
                      <a:pt x="17" y="2"/>
                    </a:lnTo>
                    <a:lnTo>
                      <a:pt x="8" y="8"/>
                    </a:lnTo>
                    <a:lnTo>
                      <a:pt x="2" y="17"/>
                    </a:lnTo>
                    <a:lnTo>
                      <a:pt x="0" y="29"/>
                    </a:lnTo>
                    <a:lnTo>
                      <a:pt x="2" y="40"/>
                    </a:lnTo>
                    <a:lnTo>
                      <a:pt x="8" y="49"/>
                    </a:lnTo>
                    <a:lnTo>
                      <a:pt x="17" y="56"/>
                    </a:lnTo>
                    <a:lnTo>
                      <a:pt x="29" y="59"/>
                    </a:lnTo>
                    <a:close/>
                  </a:path>
                </a:pathLst>
              </a:custGeom>
              <a:solidFill>
                <a:srgbClr val="FFFFFF">
                  <a:alpha val="100000"/>
                </a:srgbClr>
              </a:solidFill>
              <a:ln w="9525">
                <a:noFill/>
              </a:ln>
            </p:spPr>
            <p:txBody>
              <a:bodyPr/>
              <a:p>
                <a:endParaRPr lang="zh-CN" altLang="en-US"/>
              </a:p>
            </p:txBody>
          </p:sp>
          <p:sp>
            <p:nvSpPr>
              <p:cNvPr id="146557" name="Freeform 71"/>
              <p:cNvSpPr/>
              <p:nvPr/>
            </p:nvSpPr>
            <p:spPr>
              <a:xfrm>
                <a:off x="4905" y="1667"/>
                <a:ext cx="8" cy="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8" h="59">
                    <a:moveTo>
                      <a:pt x="29" y="59"/>
                    </a:moveTo>
                    <a:lnTo>
                      <a:pt x="41" y="57"/>
                    </a:lnTo>
                    <a:lnTo>
                      <a:pt x="50" y="51"/>
                    </a:lnTo>
                    <a:lnTo>
                      <a:pt x="56" y="42"/>
                    </a:lnTo>
                    <a:lnTo>
                      <a:pt x="58" y="30"/>
                    </a:lnTo>
                    <a:lnTo>
                      <a:pt x="56" y="19"/>
                    </a:lnTo>
                    <a:lnTo>
                      <a:pt x="50" y="9"/>
                    </a:lnTo>
                    <a:lnTo>
                      <a:pt x="41" y="3"/>
                    </a:lnTo>
                    <a:lnTo>
                      <a:pt x="29" y="0"/>
                    </a:lnTo>
                    <a:lnTo>
                      <a:pt x="18" y="3"/>
                    </a:lnTo>
                    <a:lnTo>
                      <a:pt x="9" y="9"/>
                    </a:lnTo>
                    <a:lnTo>
                      <a:pt x="2" y="19"/>
                    </a:lnTo>
                    <a:lnTo>
                      <a:pt x="0" y="30"/>
                    </a:lnTo>
                    <a:lnTo>
                      <a:pt x="2" y="42"/>
                    </a:lnTo>
                    <a:lnTo>
                      <a:pt x="9" y="51"/>
                    </a:lnTo>
                    <a:lnTo>
                      <a:pt x="18" y="57"/>
                    </a:lnTo>
                    <a:lnTo>
                      <a:pt x="29" y="59"/>
                    </a:lnTo>
                    <a:close/>
                  </a:path>
                </a:pathLst>
              </a:custGeom>
              <a:solidFill>
                <a:srgbClr val="FFFFFF">
                  <a:alpha val="100000"/>
                </a:srgbClr>
              </a:solidFill>
              <a:ln w="9525">
                <a:noFill/>
              </a:ln>
            </p:spPr>
            <p:txBody>
              <a:bodyPr/>
              <a:p>
                <a:endParaRPr lang="zh-CN" altLang="en-US"/>
              </a:p>
            </p:txBody>
          </p:sp>
          <p:sp>
            <p:nvSpPr>
              <p:cNvPr id="146558" name="Freeform 72"/>
              <p:cNvSpPr/>
              <p:nvPr/>
            </p:nvSpPr>
            <p:spPr>
              <a:xfrm>
                <a:off x="4849" y="1552"/>
                <a:ext cx="23" cy="114"/>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66" h="800">
                    <a:moveTo>
                      <a:pt x="52" y="16"/>
                    </a:moveTo>
                    <a:lnTo>
                      <a:pt x="47" y="32"/>
                    </a:lnTo>
                    <a:lnTo>
                      <a:pt x="36" y="77"/>
                    </a:lnTo>
                    <a:lnTo>
                      <a:pt x="21" y="148"/>
                    </a:lnTo>
                    <a:lnTo>
                      <a:pt x="8" y="244"/>
                    </a:lnTo>
                    <a:lnTo>
                      <a:pt x="0" y="359"/>
                    </a:lnTo>
                    <a:lnTo>
                      <a:pt x="2" y="492"/>
                    </a:lnTo>
                    <a:lnTo>
                      <a:pt x="15" y="640"/>
                    </a:lnTo>
                    <a:lnTo>
                      <a:pt x="46" y="800"/>
                    </a:lnTo>
                    <a:lnTo>
                      <a:pt x="161" y="794"/>
                    </a:lnTo>
                    <a:lnTo>
                      <a:pt x="156" y="770"/>
                    </a:lnTo>
                    <a:lnTo>
                      <a:pt x="145" y="706"/>
                    </a:lnTo>
                    <a:lnTo>
                      <a:pt x="131" y="610"/>
                    </a:lnTo>
                    <a:lnTo>
                      <a:pt x="118" y="493"/>
                    </a:lnTo>
                    <a:lnTo>
                      <a:pt x="111" y="364"/>
                    </a:lnTo>
                    <a:lnTo>
                      <a:pt x="115" y="235"/>
                    </a:lnTo>
                    <a:lnTo>
                      <a:pt x="132" y="113"/>
                    </a:lnTo>
                    <a:lnTo>
                      <a:pt x="166" y="9"/>
                    </a:lnTo>
                    <a:lnTo>
                      <a:pt x="166" y="8"/>
                    </a:lnTo>
                    <a:lnTo>
                      <a:pt x="166" y="6"/>
                    </a:lnTo>
                    <a:lnTo>
                      <a:pt x="164" y="4"/>
                    </a:lnTo>
                    <a:lnTo>
                      <a:pt x="157" y="0"/>
                    </a:lnTo>
                    <a:lnTo>
                      <a:pt x="143" y="0"/>
                    </a:lnTo>
                    <a:lnTo>
                      <a:pt x="123" y="1"/>
                    </a:lnTo>
                    <a:lnTo>
                      <a:pt x="93" y="7"/>
                    </a:lnTo>
                    <a:lnTo>
                      <a:pt x="52" y="16"/>
                    </a:lnTo>
                    <a:close/>
                  </a:path>
                </a:pathLst>
              </a:custGeom>
              <a:solidFill>
                <a:schemeClr val="bg2">
                  <a:alpha val="100000"/>
                </a:schemeClr>
              </a:solidFill>
              <a:ln w="9525">
                <a:noFill/>
              </a:ln>
            </p:spPr>
            <p:txBody>
              <a:bodyPr/>
              <a:p>
                <a:endParaRPr lang="zh-CN" altLang="en-US"/>
              </a:p>
            </p:txBody>
          </p:sp>
          <p:sp>
            <p:nvSpPr>
              <p:cNvPr id="146559" name="Freeform 73"/>
              <p:cNvSpPr/>
              <p:nvPr/>
            </p:nvSpPr>
            <p:spPr>
              <a:xfrm>
                <a:off x="4971" y="1538"/>
                <a:ext cx="32" cy="12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25" h="893">
                    <a:moveTo>
                      <a:pt x="225" y="6"/>
                    </a:moveTo>
                    <a:lnTo>
                      <a:pt x="219" y="12"/>
                    </a:lnTo>
                    <a:lnTo>
                      <a:pt x="204" y="35"/>
                    </a:lnTo>
                    <a:lnTo>
                      <a:pt x="185" y="82"/>
                    </a:lnTo>
                    <a:lnTo>
                      <a:pt x="165" y="158"/>
                    </a:lnTo>
                    <a:lnTo>
                      <a:pt x="149" y="270"/>
                    </a:lnTo>
                    <a:lnTo>
                      <a:pt x="141" y="427"/>
                    </a:lnTo>
                    <a:lnTo>
                      <a:pt x="146" y="631"/>
                    </a:lnTo>
                    <a:lnTo>
                      <a:pt x="168" y="893"/>
                    </a:lnTo>
                    <a:lnTo>
                      <a:pt x="41" y="893"/>
                    </a:lnTo>
                    <a:lnTo>
                      <a:pt x="36" y="867"/>
                    </a:lnTo>
                    <a:lnTo>
                      <a:pt x="26" y="794"/>
                    </a:lnTo>
                    <a:lnTo>
                      <a:pt x="13" y="686"/>
                    </a:lnTo>
                    <a:lnTo>
                      <a:pt x="3" y="554"/>
                    </a:lnTo>
                    <a:lnTo>
                      <a:pt x="0" y="408"/>
                    </a:lnTo>
                    <a:lnTo>
                      <a:pt x="6" y="260"/>
                    </a:lnTo>
                    <a:lnTo>
                      <a:pt x="30" y="121"/>
                    </a:lnTo>
                    <a:lnTo>
                      <a:pt x="73" y="0"/>
                    </a:lnTo>
                    <a:lnTo>
                      <a:pt x="225" y="6"/>
                    </a:lnTo>
                    <a:close/>
                  </a:path>
                </a:pathLst>
              </a:custGeom>
              <a:solidFill>
                <a:schemeClr val="bg2">
                  <a:alpha val="100000"/>
                </a:schemeClr>
              </a:solidFill>
              <a:ln w="9525">
                <a:noFill/>
              </a:ln>
            </p:spPr>
            <p:txBody>
              <a:bodyPr/>
              <a:p>
                <a:endParaRPr lang="zh-CN" altLang="en-US"/>
              </a:p>
            </p:txBody>
          </p:sp>
          <p:sp>
            <p:nvSpPr>
              <p:cNvPr id="146560" name="Freeform 74"/>
              <p:cNvSpPr/>
              <p:nvPr/>
            </p:nvSpPr>
            <p:spPr>
              <a:xfrm>
                <a:off x="4849" y="1559"/>
                <a:ext cx="21" cy="10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45" h="699">
                    <a:moveTo>
                      <a:pt x="46" y="14"/>
                    </a:moveTo>
                    <a:lnTo>
                      <a:pt x="41" y="28"/>
                    </a:lnTo>
                    <a:lnTo>
                      <a:pt x="32" y="67"/>
                    </a:lnTo>
                    <a:lnTo>
                      <a:pt x="20" y="130"/>
                    </a:lnTo>
                    <a:lnTo>
                      <a:pt x="7" y="213"/>
                    </a:lnTo>
                    <a:lnTo>
                      <a:pt x="0" y="314"/>
                    </a:lnTo>
                    <a:lnTo>
                      <a:pt x="1" y="430"/>
                    </a:lnTo>
                    <a:lnTo>
                      <a:pt x="13" y="559"/>
                    </a:lnTo>
                    <a:lnTo>
                      <a:pt x="40" y="699"/>
                    </a:lnTo>
                    <a:lnTo>
                      <a:pt x="140" y="693"/>
                    </a:lnTo>
                    <a:lnTo>
                      <a:pt x="135" y="672"/>
                    </a:lnTo>
                    <a:lnTo>
                      <a:pt x="126" y="616"/>
                    </a:lnTo>
                    <a:lnTo>
                      <a:pt x="113" y="532"/>
                    </a:lnTo>
                    <a:lnTo>
                      <a:pt x="103" y="430"/>
                    </a:lnTo>
                    <a:lnTo>
                      <a:pt x="97" y="317"/>
                    </a:lnTo>
                    <a:lnTo>
                      <a:pt x="100" y="205"/>
                    </a:lnTo>
                    <a:lnTo>
                      <a:pt x="115" y="98"/>
                    </a:lnTo>
                    <a:lnTo>
                      <a:pt x="145" y="8"/>
                    </a:lnTo>
                    <a:lnTo>
                      <a:pt x="145" y="7"/>
                    </a:lnTo>
                    <a:lnTo>
                      <a:pt x="145" y="5"/>
                    </a:lnTo>
                    <a:lnTo>
                      <a:pt x="143" y="3"/>
                    </a:lnTo>
                    <a:lnTo>
                      <a:pt x="137" y="0"/>
                    </a:lnTo>
                    <a:lnTo>
                      <a:pt x="126" y="0"/>
                    </a:lnTo>
                    <a:lnTo>
                      <a:pt x="108" y="1"/>
                    </a:lnTo>
                    <a:lnTo>
                      <a:pt x="81" y="6"/>
                    </a:lnTo>
                    <a:lnTo>
                      <a:pt x="46" y="14"/>
                    </a:lnTo>
                    <a:close/>
                  </a:path>
                </a:pathLst>
              </a:custGeom>
              <a:solidFill>
                <a:schemeClr val="bg2">
                  <a:alpha val="100000"/>
                </a:schemeClr>
              </a:solidFill>
              <a:ln w="9525">
                <a:noFill/>
              </a:ln>
            </p:spPr>
            <p:txBody>
              <a:bodyPr/>
              <a:p>
                <a:endParaRPr lang="zh-CN" altLang="en-US"/>
              </a:p>
            </p:txBody>
          </p:sp>
          <p:sp>
            <p:nvSpPr>
              <p:cNvPr id="146561" name="Freeform 75"/>
              <p:cNvSpPr/>
              <p:nvPr/>
            </p:nvSpPr>
            <p:spPr>
              <a:xfrm>
                <a:off x="4850" y="1566"/>
                <a:ext cx="18" cy="85"/>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23" h="597">
                    <a:moveTo>
                      <a:pt x="39" y="12"/>
                    </a:moveTo>
                    <a:lnTo>
                      <a:pt x="35" y="23"/>
                    </a:lnTo>
                    <a:lnTo>
                      <a:pt x="26" y="57"/>
                    </a:lnTo>
                    <a:lnTo>
                      <a:pt x="16" y="111"/>
                    </a:lnTo>
                    <a:lnTo>
                      <a:pt x="6" y="181"/>
                    </a:lnTo>
                    <a:lnTo>
                      <a:pt x="0" y="267"/>
                    </a:lnTo>
                    <a:lnTo>
                      <a:pt x="1" y="367"/>
                    </a:lnTo>
                    <a:lnTo>
                      <a:pt x="11" y="477"/>
                    </a:lnTo>
                    <a:lnTo>
                      <a:pt x="34" y="597"/>
                    </a:lnTo>
                    <a:lnTo>
                      <a:pt x="119" y="591"/>
                    </a:lnTo>
                    <a:lnTo>
                      <a:pt x="115" y="574"/>
                    </a:lnTo>
                    <a:lnTo>
                      <a:pt x="107" y="526"/>
                    </a:lnTo>
                    <a:lnTo>
                      <a:pt x="97" y="454"/>
                    </a:lnTo>
                    <a:lnTo>
                      <a:pt x="88" y="367"/>
                    </a:lnTo>
                    <a:lnTo>
                      <a:pt x="82" y="272"/>
                    </a:lnTo>
                    <a:lnTo>
                      <a:pt x="84" y="175"/>
                    </a:lnTo>
                    <a:lnTo>
                      <a:pt x="97" y="84"/>
                    </a:lnTo>
                    <a:lnTo>
                      <a:pt x="123" y="7"/>
                    </a:lnTo>
                    <a:lnTo>
                      <a:pt x="123" y="6"/>
                    </a:lnTo>
                    <a:lnTo>
                      <a:pt x="123" y="5"/>
                    </a:lnTo>
                    <a:lnTo>
                      <a:pt x="121" y="3"/>
                    </a:lnTo>
                    <a:lnTo>
                      <a:pt x="117" y="0"/>
                    </a:lnTo>
                    <a:lnTo>
                      <a:pt x="106" y="0"/>
                    </a:lnTo>
                    <a:lnTo>
                      <a:pt x="91" y="2"/>
                    </a:lnTo>
                    <a:lnTo>
                      <a:pt x="70" y="5"/>
                    </a:lnTo>
                    <a:lnTo>
                      <a:pt x="39" y="12"/>
                    </a:lnTo>
                    <a:close/>
                  </a:path>
                </a:pathLst>
              </a:custGeom>
              <a:solidFill>
                <a:schemeClr val="bg2">
                  <a:alpha val="100000"/>
                </a:schemeClr>
              </a:solidFill>
              <a:ln w="9525">
                <a:noFill/>
              </a:ln>
            </p:spPr>
            <p:txBody>
              <a:bodyPr/>
              <a:p>
                <a:endParaRPr lang="zh-CN" altLang="en-US"/>
              </a:p>
            </p:txBody>
          </p:sp>
          <p:sp>
            <p:nvSpPr>
              <p:cNvPr id="146562" name="Freeform 76"/>
              <p:cNvSpPr/>
              <p:nvPr/>
            </p:nvSpPr>
            <p:spPr>
              <a:xfrm>
                <a:off x="4851" y="1572"/>
                <a:ext cx="15" cy="7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03" h="492">
                    <a:moveTo>
                      <a:pt x="32" y="9"/>
                    </a:moveTo>
                    <a:lnTo>
                      <a:pt x="28" y="18"/>
                    </a:lnTo>
                    <a:lnTo>
                      <a:pt x="21" y="47"/>
                    </a:lnTo>
                    <a:lnTo>
                      <a:pt x="12" y="90"/>
                    </a:lnTo>
                    <a:lnTo>
                      <a:pt x="4" y="149"/>
                    </a:lnTo>
                    <a:lnTo>
                      <a:pt x="0" y="220"/>
                    </a:lnTo>
                    <a:lnTo>
                      <a:pt x="0" y="303"/>
                    </a:lnTo>
                    <a:lnTo>
                      <a:pt x="9" y="394"/>
                    </a:lnTo>
                    <a:lnTo>
                      <a:pt x="27" y="492"/>
                    </a:lnTo>
                    <a:lnTo>
                      <a:pt x="98" y="489"/>
                    </a:lnTo>
                    <a:lnTo>
                      <a:pt x="95" y="474"/>
                    </a:lnTo>
                    <a:lnTo>
                      <a:pt x="88" y="434"/>
                    </a:lnTo>
                    <a:lnTo>
                      <a:pt x="80" y="375"/>
                    </a:lnTo>
                    <a:lnTo>
                      <a:pt x="72" y="303"/>
                    </a:lnTo>
                    <a:lnTo>
                      <a:pt x="68" y="224"/>
                    </a:lnTo>
                    <a:lnTo>
                      <a:pt x="70" y="144"/>
                    </a:lnTo>
                    <a:lnTo>
                      <a:pt x="81" y="68"/>
                    </a:lnTo>
                    <a:lnTo>
                      <a:pt x="103" y="5"/>
                    </a:lnTo>
                    <a:lnTo>
                      <a:pt x="103" y="4"/>
                    </a:lnTo>
                    <a:lnTo>
                      <a:pt x="103" y="3"/>
                    </a:lnTo>
                    <a:lnTo>
                      <a:pt x="100" y="1"/>
                    </a:lnTo>
                    <a:lnTo>
                      <a:pt x="97" y="0"/>
                    </a:lnTo>
                    <a:lnTo>
                      <a:pt x="89" y="0"/>
                    </a:lnTo>
                    <a:lnTo>
                      <a:pt x="75" y="0"/>
                    </a:lnTo>
                    <a:lnTo>
                      <a:pt x="57" y="3"/>
                    </a:lnTo>
                    <a:lnTo>
                      <a:pt x="32" y="9"/>
                    </a:lnTo>
                    <a:close/>
                  </a:path>
                </a:pathLst>
              </a:custGeom>
              <a:solidFill>
                <a:schemeClr val="bg2">
                  <a:alpha val="100000"/>
                </a:schemeClr>
              </a:solidFill>
              <a:ln w="9525">
                <a:noFill/>
              </a:ln>
            </p:spPr>
            <p:txBody>
              <a:bodyPr/>
              <a:p>
                <a:endParaRPr lang="zh-CN" altLang="en-US"/>
              </a:p>
            </p:txBody>
          </p:sp>
          <p:sp>
            <p:nvSpPr>
              <p:cNvPr id="146563" name="Freeform 77"/>
              <p:cNvSpPr/>
              <p:nvPr/>
            </p:nvSpPr>
            <p:spPr>
              <a:xfrm>
                <a:off x="4852" y="1579"/>
                <a:ext cx="12" cy="5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82" h="390">
                    <a:moveTo>
                      <a:pt x="25" y="8"/>
                    </a:moveTo>
                    <a:lnTo>
                      <a:pt x="23" y="16"/>
                    </a:lnTo>
                    <a:lnTo>
                      <a:pt x="17" y="38"/>
                    </a:lnTo>
                    <a:lnTo>
                      <a:pt x="11" y="72"/>
                    </a:lnTo>
                    <a:lnTo>
                      <a:pt x="4" y="118"/>
                    </a:lnTo>
                    <a:lnTo>
                      <a:pt x="0" y="174"/>
                    </a:lnTo>
                    <a:lnTo>
                      <a:pt x="0" y="240"/>
                    </a:lnTo>
                    <a:lnTo>
                      <a:pt x="7" y="312"/>
                    </a:lnTo>
                    <a:lnTo>
                      <a:pt x="22" y="390"/>
                    </a:lnTo>
                    <a:lnTo>
                      <a:pt x="78" y="387"/>
                    </a:lnTo>
                    <a:lnTo>
                      <a:pt x="76" y="375"/>
                    </a:lnTo>
                    <a:lnTo>
                      <a:pt x="70" y="343"/>
                    </a:lnTo>
                    <a:lnTo>
                      <a:pt x="63" y="297"/>
                    </a:lnTo>
                    <a:lnTo>
                      <a:pt x="57" y="240"/>
                    </a:lnTo>
                    <a:lnTo>
                      <a:pt x="54" y="178"/>
                    </a:lnTo>
                    <a:lnTo>
                      <a:pt x="56" y="113"/>
                    </a:lnTo>
                    <a:lnTo>
                      <a:pt x="64" y="55"/>
                    </a:lnTo>
                    <a:lnTo>
                      <a:pt x="82" y="4"/>
                    </a:lnTo>
                    <a:lnTo>
                      <a:pt x="82" y="2"/>
                    </a:lnTo>
                    <a:lnTo>
                      <a:pt x="80" y="1"/>
                    </a:lnTo>
                    <a:lnTo>
                      <a:pt x="77" y="0"/>
                    </a:lnTo>
                    <a:lnTo>
                      <a:pt x="70" y="0"/>
                    </a:lnTo>
                    <a:lnTo>
                      <a:pt x="60" y="1"/>
                    </a:lnTo>
                    <a:lnTo>
                      <a:pt x="46" y="3"/>
                    </a:lnTo>
                    <a:lnTo>
                      <a:pt x="25" y="8"/>
                    </a:lnTo>
                    <a:close/>
                  </a:path>
                </a:pathLst>
              </a:custGeom>
              <a:solidFill>
                <a:schemeClr val="bg2">
                  <a:alpha val="100000"/>
                </a:schemeClr>
              </a:solidFill>
              <a:ln w="9525">
                <a:noFill/>
              </a:ln>
            </p:spPr>
            <p:txBody>
              <a:bodyPr/>
              <a:p>
                <a:endParaRPr lang="zh-CN" altLang="en-US"/>
              </a:p>
            </p:txBody>
          </p:sp>
          <p:sp>
            <p:nvSpPr>
              <p:cNvPr id="146564" name="Freeform 78"/>
              <p:cNvSpPr/>
              <p:nvPr/>
            </p:nvSpPr>
            <p:spPr>
              <a:xfrm>
                <a:off x="4853" y="1586"/>
                <a:ext cx="8" cy="4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9" h="288">
                    <a:moveTo>
                      <a:pt x="18" y="6"/>
                    </a:moveTo>
                    <a:lnTo>
                      <a:pt x="17" y="11"/>
                    </a:lnTo>
                    <a:lnTo>
                      <a:pt x="13" y="27"/>
                    </a:lnTo>
                    <a:lnTo>
                      <a:pt x="7" y="53"/>
                    </a:lnTo>
                    <a:lnTo>
                      <a:pt x="2" y="87"/>
                    </a:lnTo>
                    <a:lnTo>
                      <a:pt x="0" y="130"/>
                    </a:lnTo>
                    <a:lnTo>
                      <a:pt x="0" y="177"/>
                    </a:lnTo>
                    <a:lnTo>
                      <a:pt x="5" y="231"/>
                    </a:lnTo>
                    <a:lnTo>
                      <a:pt x="16" y="288"/>
                    </a:lnTo>
                    <a:lnTo>
                      <a:pt x="57" y="286"/>
                    </a:lnTo>
                    <a:lnTo>
                      <a:pt x="56" y="278"/>
                    </a:lnTo>
                    <a:lnTo>
                      <a:pt x="51" y="254"/>
                    </a:lnTo>
                    <a:lnTo>
                      <a:pt x="47" y="219"/>
                    </a:lnTo>
                    <a:lnTo>
                      <a:pt x="42" y="177"/>
                    </a:lnTo>
                    <a:lnTo>
                      <a:pt x="40" y="131"/>
                    </a:lnTo>
                    <a:lnTo>
                      <a:pt x="41" y="84"/>
                    </a:lnTo>
                    <a:lnTo>
                      <a:pt x="47" y="40"/>
                    </a:lnTo>
                    <a:lnTo>
                      <a:pt x="59" y="3"/>
                    </a:lnTo>
                    <a:lnTo>
                      <a:pt x="59" y="2"/>
                    </a:lnTo>
                    <a:lnTo>
                      <a:pt x="58" y="1"/>
                    </a:lnTo>
                    <a:lnTo>
                      <a:pt x="56" y="0"/>
                    </a:lnTo>
                    <a:lnTo>
                      <a:pt x="51" y="0"/>
                    </a:lnTo>
                    <a:lnTo>
                      <a:pt x="45" y="0"/>
                    </a:lnTo>
                    <a:lnTo>
                      <a:pt x="33" y="2"/>
                    </a:lnTo>
                    <a:lnTo>
                      <a:pt x="18" y="6"/>
                    </a:lnTo>
                    <a:close/>
                  </a:path>
                </a:pathLst>
              </a:custGeom>
              <a:solidFill>
                <a:schemeClr val="bg2">
                  <a:alpha val="100000"/>
                </a:schemeClr>
              </a:solidFill>
              <a:ln w="9525">
                <a:noFill/>
              </a:ln>
            </p:spPr>
            <p:txBody>
              <a:bodyPr/>
              <a:p>
                <a:endParaRPr lang="zh-CN" altLang="en-US"/>
              </a:p>
            </p:txBody>
          </p:sp>
          <p:sp>
            <p:nvSpPr>
              <p:cNvPr id="146565" name="Freeform 79"/>
              <p:cNvSpPr/>
              <p:nvPr/>
            </p:nvSpPr>
            <p:spPr>
              <a:xfrm>
                <a:off x="4972" y="1546"/>
                <a:ext cx="28" cy="11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98" h="779">
                    <a:moveTo>
                      <a:pt x="198" y="6"/>
                    </a:moveTo>
                    <a:lnTo>
                      <a:pt x="194" y="12"/>
                    </a:lnTo>
                    <a:lnTo>
                      <a:pt x="180" y="31"/>
                    </a:lnTo>
                    <a:lnTo>
                      <a:pt x="163" y="72"/>
                    </a:lnTo>
                    <a:lnTo>
                      <a:pt x="146" y="138"/>
                    </a:lnTo>
                    <a:lnTo>
                      <a:pt x="132" y="236"/>
                    </a:lnTo>
                    <a:lnTo>
                      <a:pt x="125" y="373"/>
                    </a:lnTo>
                    <a:lnTo>
                      <a:pt x="130" y="551"/>
                    </a:lnTo>
                    <a:lnTo>
                      <a:pt x="148" y="779"/>
                    </a:lnTo>
                    <a:lnTo>
                      <a:pt x="37" y="779"/>
                    </a:lnTo>
                    <a:lnTo>
                      <a:pt x="34" y="756"/>
                    </a:lnTo>
                    <a:lnTo>
                      <a:pt x="23" y="693"/>
                    </a:lnTo>
                    <a:lnTo>
                      <a:pt x="13" y="599"/>
                    </a:lnTo>
                    <a:lnTo>
                      <a:pt x="4" y="483"/>
                    </a:lnTo>
                    <a:lnTo>
                      <a:pt x="0" y="357"/>
                    </a:lnTo>
                    <a:lnTo>
                      <a:pt x="7" y="227"/>
                    </a:lnTo>
                    <a:lnTo>
                      <a:pt x="27" y="105"/>
                    </a:lnTo>
                    <a:lnTo>
                      <a:pt x="65" y="0"/>
                    </a:lnTo>
                    <a:lnTo>
                      <a:pt x="198" y="6"/>
                    </a:lnTo>
                    <a:close/>
                  </a:path>
                </a:pathLst>
              </a:custGeom>
              <a:solidFill>
                <a:schemeClr val="bg2">
                  <a:alpha val="100000"/>
                </a:schemeClr>
              </a:solidFill>
              <a:ln w="9525">
                <a:noFill/>
              </a:ln>
            </p:spPr>
            <p:txBody>
              <a:bodyPr/>
              <a:p>
                <a:endParaRPr lang="zh-CN" altLang="en-US"/>
              </a:p>
            </p:txBody>
          </p:sp>
          <p:sp>
            <p:nvSpPr>
              <p:cNvPr id="146566" name="Freeform 80"/>
              <p:cNvSpPr/>
              <p:nvPr/>
            </p:nvSpPr>
            <p:spPr>
              <a:xfrm>
                <a:off x="4973" y="1553"/>
                <a:ext cx="24" cy="9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69" h="666">
                    <a:moveTo>
                      <a:pt x="169" y="5"/>
                    </a:moveTo>
                    <a:lnTo>
                      <a:pt x="164" y="10"/>
                    </a:lnTo>
                    <a:lnTo>
                      <a:pt x="154" y="27"/>
                    </a:lnTo>
                    <a:lnTo>
                      <a:pt x="139" y="61"/>
                    </a:lnTo>
                    <a:lnTo>
                      <a:pt x="124" y="118"/>
                    </a:lnTo>
                    <a:lnTo>
                      <a:pt x="113" y="201"/>
                    </a:lnTo>
                    <a:lnTo>
                      <a:pt x="107" y="318"/>
                    </a:lnTo>
                    <a:lnTo>
                      <a:pt x="110" y="470"/>
                    </a:lnTo>
                    <a:lnTo>
                      <a:pt x="126" y="666"/>
                    </a:lnTo>
                    <a:lnTo>
                      <a:pt x="31" y="666"/>
                    </a:lnTo>
                    <a:lnTo>
                      <a:pt x="28" y="646"/>
                    </a:lnTo>
                    <a:lnTo>
                      <a:pt x="20" y="592"/>
                    </a:lnTo>
                    <a:lnTo>
                      <a:pt x="11" y="512"/>
                    </a:lnTo>
                    <a:lnTo>
                      <a:pt x="3" y="413"/>
                    </a:lnTo>
                    <a:lnTo>
                      <a:pt x="0" y="305"/>
                    </a:lnTo>
                    <a:lnTo>
                      <a:pt x="6" y="195"/>
                    </a:lnTo>
                    <a:lnTo>
                      <a:pt x="23" y="90"/>
                    </a:lnTo>
                    <a:lnTo>
                      <a:pt x="55" y="0"/>
                    </a:lnTo>
                    <a:lnTo>
                      <a:pt x="169" y="5"/>
                    </a:lnTo>
                    <a:close/>
                  </a:path>
                </a:pathLst>
              </a:custGeom>
              <a:solidFill>
                <a:schemeClr val="bg2">
                  <a:alpha val="100000"/>
                </a:schemeClr>
              </a:solidFill>
              <a:ln w="9525">
                <a:noFill/>
              </a:ln>
            </p:spPr>
            <p:txBody>
              <a:bodyPr/>
              <a:p>
                <a:endParaRPr lang="zh-CN" altLang="en-US"/>
              </a:p>
            </p:txBody>
          </p:sp>
          <p:sp>
            <p:nvSpPr>
              <p:cNvPr id="146567" name="Freeform 81"/>
              <p:cNvSpPr/>
              <p:nvPr/>
            </p:nvSpPr>
            <p:spPr>
              <a:xfrm>
                <a:off x="4974" y="1561"/>
                <a:ext cx="20" cy="7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40" h="551">
                    <a:moveTo>
                      <a:pt x="140" y="5"/>
                    </a:moveTo>
                    <a:lnTo>
                      <a:pt x="136" y="8"/>
                    </a:lnTo>
                    <a:lnTo>
                      <a:pt x="127" y="23"/>
                    </a:lnTo>
                    <a:lnTo>
                      <a:pt x="116" y="51"/>
                    </a:lnTo>
                    <a:lnTo>
                      <a:pt x="103" y="98"/>
                    </a:lnTo>
                    <a:lnTo>
                      <a:pt x="94" y="167"/>
                    </a:lnTo>
                    <a:lnTo>
                      <a:pt x="90" y="264"/>
                    </a:lnTo>
                    <a:lnTo>
                      <a:pt x="92" y="390"/>
                    </a:lnTo>
                    <a:lnTo>
                      <a:pt x="106" y="551"/>
                    </a:lnTo>
                    <a:lnTo>
                      <a:pt x="27" y="551"/>
                    </a:lnTo>
                    <a:lnTo>
                      <a:pt x="24" y="535"/>
                    </a:lnTo>
                    <a:lnTo>
                      <a:pt x="17" y="490"/>
                    </a:lnTo>
                    <a:lnTo>
                      <a:pt x="9" y="423"/>
                    </a:lnTo>
                    <a:lnTo>
                      <a:pt x="3" y="342"/>
                    </a:lnTo>
                    <a:lnTo>
                      <a:pt x="0" y="252"/>
                    </a:lnTo>
                    <a:lnTo>
                      <a:pt x="5" y="161"/>
                    </a:lnTo>
                    <a:lnTo>
                      <a:pt x="20" y="75"/>
                    </a:lnTo>
                    <a:lnTo>
                      <a:pt x="46" y="0"/>
                    </a:lnTo>
                    <a:lnTo>
                      <a:pt x="140" y="5"/>
                    </a:lnTo>
                    <a:close/>
                  </a:path>
                </a:pathLst>
              </a:custGeom>
              <a:solidFill>
                <a:schemeClr val="bg2">
                  <a:alpha val="100000"/>
                </a:schemeClr>
              </a:solidFill>
              <a:ln w="9525">
                <a:noFill/>
              </a:ln>
            </p:spPr>
            <p:txBody>
              <a:bodyPr/>
              <a:p>
                <a:endParaRPr lang="zh-CN" altLang="en-US"/>
              </a:p>
            </p:txBody>
          </p:sp>
          <p:sp>
            <p:nvSpPr>
              <p:cNvPr id="146568" name="Freeform 82"/>
              <p:cNvSpPr/>
              <p:nvPr/>
            </p:nvSpPr>
            <p:spPr>
              <a:xfrm>
                <a:off x="4975" y="1569"/>
                <a:ext cx="16" cy="62"/>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1" h="437">
                    <a:moveTo>
                      <a:pt x="111" y="4"/>
                    </a:moveTo>
                    <a:lnTo>
                      <a:pt x="108" y="7"/>
                    </a:lnTo>
                    <a:lnTo>
                      <a:pt x="101" y="18"/>
                    </a:lnTo>
                    <a:lnTo>
                      <a:pt x="92" y="41"/>
                    </a:lnTo>
                    <a:lnTo>
                      <a:pt x="82" y="77"/>
                    </a:lnTo>
                    <a:lnTo>
                      <a:pt x="75" y="133"/>
                    </a:lnTo>
                    <a:lnTo>
                      <a:pt x="70" y="208"/>
                    </a:lnTo>
                    <a:lnTo>
                      <a:pt x="72" y="309"/>
                    </a:lnTo>
                    <a:lnTo>
                      <a:pt x="83" y="437"/>
                    </a:lnTo>
                    <a:lnTo>
                      <a:pt x="21" y="437"/>
                    </a:lnTo>
                    <a:lnTo>
                      <a:pt x="19" y="424"/>
                    </a:lnTo>
                    <a:lnTo>
                      <a:pt x="13" y="389"/>
                    </a:lnTo>
                    <a:lnTo>
                      <a:pt x="7" y="336"/>
                    </a:lnTo>
                    <a:lnTo>
                      <a:pt x="3" y="272"/>
                    </a:lnTo>
                    <a:lnTo>
                      <a:pt x="0" y="200"/>
                    </a:lnTo>
                    <a:lnTo>
                      <a:pt x="5" y="128"/>
                    </a:lnTo>
                    <a:lnTo>
                      <a:pt x="16" y="59"/>
                    </a:lnTo>
                    <a:lnTo>
                      <a:pt x="37" y="0"/>
                    </a:lnTo>
                    <a:lnTo>
                      <a:pt x="111" y="4"/>
                    </a:lnTo>
                    <a:close/>
                  </a:path>
                </a:pathLst>
              </a:custGeom>
              <a:solidFill>
                <a:schemeClr val="bg2">
                  <a:alpha val="100000"/>
                </a:schemeClr>
              </a:solidFill>
              <a:ln w="9525">
                <a:noFill/>
              </a:ln>
            </p:spPr>
            <p:txBody>
              <a:bodyPr/>
              <a:p>
                <a:endParaRPr lang="zh-CN" altLang="en-US"/>
              </a:p>
            </p:txBody>
          </p:sp>
          <p:sp>
            <p:nvSpPr>
              <p:cNvPr id="146569" name="Freeform 83"/>
              <p:cNvSpPr/>
              <p:nvPr/>
            </p:nvSpPr>
            <p:spPr>
              <a:xfrm>
                <a:off x="4976" y="1577"/>
                <a:ext cx="12" cy="4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82" h="322">
                    <a:moveTo>
                      <a:pt x="82" y="3"/>
                    </a:moveTo>
                    <a:lnTo>
                      <a:pt x="79" y="5"/>
                    </a:lnTo>
                    <a:lnTo>
                      <a:pt x="75" y="13"/>
                    </a:lnTo>
                    <a:lnTo>
                      <a:pt x="67" y="30"/>
                    </a:lnTo>
                    <a:lnTo>
                      <a:pt x="60" y="57"/>
                    </a:lnTo>
                    <a:lnTo>
                      <a:pt x="54" y="98"/>
                    </a:lnTo>
                    <a:lnTo>
                      <a:pt x="52" y="154"/>
                    </a:lnTo>
                    <a:lnTo>
                      <a:pt x="53" y="228"/>
                    </a:lnTo>
                    <a:lnTo>
                      <a:pt x="61" y="322"/>
                    </a:lnTo>
                    <a:lnTo>
                      <a:pt x="15" y="322"/>
                    </a:lnTo>
                    <a:lnTo>
                      <a:pt x="14" y="313"/>
                    </a:lnTo>
                    <a:lnTo>
                      <a:pt x="9" y="287"/>
                    </a:lnTo>
                    <a:lnTo>
                      <a:pt x="5" y="247"/>
                    </a:lnTo>
                    <a:lnTo>
                      <a:pt x="1" y="200"/>
                    </a:lnTo>
                    <a:lnTo>
                      <a:pt x="0" y="147"/>
                    </a:lnTo>
                    <a:lnTo>
                      <a:pt x="3" y="95"/>
                    </a:lnTo>
                    <a:lnTo>
                      <a:pt x="11" y="44"/>
                    </a:lnTo>
                    <a:lnTo>
                      <a:pt x="27" y="0"/>
                    </a:lnTo>
                    <a:lnTo>
                      <a:pt x="82" y="3"/>
                    </a:lnTo>
                    <a:close/>
                  </a:path>
                </a:pathLst>
              </a:custGeom>
              <a:solidFill>
                <a:schemeClr val="bg2">
                  <a:alpha val="100000"/>
                </a:schemeClr>
              </a:solidFill>
              <a:ln w="9525">
                <a:noFill/>
              </a:ln>
            </p:spPr>
            <p:txBody>
              <a:bodyPr/>
              <a:p>
                <a:endParaRPr lang="zh-CN" altLang="en-US"/>
              </a:p>
            </p:txBody>
          </p:sp>
          <p:sp>
            <p:nvSpPr>
              <p:cNvPr id="146570" name="Rectangle 84"/>
              <p:cNvSpPr/>
              <p:nvPr/>
            </p:nvSpPr>
            <p:spPr>
              <a:xfrm>
                <a:off x="4824" y="1565"/>
                <a:ext cx="4" cy="146"/>
              </a:xfrm>
              <a:prstGeom prst="rect">
                <a:avLst/>
              </a:prstGeom>
              <a:solidFill>
                <a:srgbClr val="DDDDDD"/>
              </a:solidFill>
              <a:ln w="9525">
                <a:noFill/>
              </a:ln>
            </p:spPr>
            <p:txBody>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46571" name="Freeform 85"/>
              <p:cNvSpPr/>
              <p:nvPr/>
            </p:nvSpPr>
            <p:spPr>
              <a:xfrm>
                <a:off x="4876" y="1563"/>
                <a:ext cx="57" cy="67"/>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398" h="469">
                    <a:moveTo>
                      <a:pt x="37" y="44"/>
                    </a:moveTo>
                    <a:lnTo>
                      <a:pt x="33" y="53"/>
                    </a:lnTo>
                    <a:lnTo>
                      <a:pt x="27" y="79"/>
                    </a:lnTo>
                    <a:lnTo>
                      <a:pt x="17" y="120"/>
                    </a:lnTo>
                    <a:lnTo>
                      <a:pt x="8" y="174"/>
                    </a:lnTo>
                    <a:lnTo>
                      <a:pt x="1" y="238"/>
                    </a:lnTo>
                    <a:lnTo>
                      <a:pt x="0" y="309"/>
                    </a:lnTo>
                    <a:lnTo>
                      <a:pt x="7" y="387"/>
                    </a:lnTo>
                    <a:lnTo>
                      <a:pt x="24" y="469"/>
                    </a:lnTo>
                    <a:lnTo>
                      <a:pt x="24" y="466"/>
                    </a:lnTo>
                    <a:lnTo>
                      <a:pt x="24" y="455"/>
                    </a:lnTo>
                    <a:lnTo>
                      <a:pt x="24" y="438"/>
                    </a:lnTo>
                    <a:lnTo>
                      <a:pt x="24" y="417"/>
                    </a:lnTo>
                    <a:lnTo>
                      <a:pt x="27" y="391"/>
                    </a:lnTo>
                    <a:lnTo>
                      <a:pt x="30" y="363"/>
                    </a:lnTo>
                    <a:lnTo>
                      <a:pt x="35" y="332"/>
                    </a:lnTo>
                    <a:lnTo>
                      <a:pt x="41" y="300"/>
                    </a:lnTo>
                    <a:lnTo>
                      <a:pt x="52" y="268"/>
                    </a:lnTo>
                    <a:lnTo>
                      <a:pt x="64" y="237"/>
                    </a:lnTo>
                    <a:lnTo>
                      <a:pt x="79" y="207"/>
                    </a:lnTo>
                    <a:lnTo>
                      <a:pt x="99" y="179"/>
                    </a:lnTo>
                    <a:lnTo>
                      <a:pt x="123" y="155"/>
                    </a:lnTo>
                    <a:lnTo>
                      <a:pt x="150" y="136"/>
                    </a:lnTo>
                    <a:lnTo>
                      <a:pt x="183" y="122"/>
                    </a:lnTo>
                    <a:lnTo>
                      <a:pt x="221" y="114"/>
                    </a:lnTo>
                    <a:lnTo>
                      <a:pt x="223" y="112"/>
                    </a:lnTo>
                    <a:lnTo>
                      <a:pt x="230" y="107"/>
                    </a:lnTo>
                    <a:lnTo>
                      <a:pt x="242" y="99"/>
                    </a:lnTo>
                    <a:lnTo>
                      <a:pt x="260" y="88"/>
                    </a:lnTo>
                    <a:lnTo>
                      <a:pt x="284" y="74"/>
                    </a:lnTo>
                    <a:lnTo>
                      <a:pt x="315" y="58"/>
                    </a:lnTo>
                    <a:lnTo>
                      <a:pt x="352" y="39"/>
                    </a:lnTo>
                    <a:lnTo>
                      <a:pt x="398" y="19"/>
                    </a:lnTo>
                    <a:lnTo>
                      <a:pt x="396" y="17"/>
                    </a:lnTo>
                    <a:lnTo>
                      <a:pt x="389" y="16"/>
                    </a:lnTo>
                    <a:lnTo>
                      <a:pt x="379" y="14"/>
                    </a:lnTo>
                    <a:lnTo>
                      <a:pt x="364" y="12"/>
                    </a:lnTo>
                    <a:lnTo>
                      <a:pt x="347" y="8"/>
                    </a:lnTo>
                    <a:lnTo>
                      <a:pt x="326" y="6"/>
                    </a:lnTo>
                    <a:lnTo>
                      <a:pt x="302" y="4"/>
                    </a:lnTo>
                    <a:lnTo>
                      <a:pt x="277" y="1"/>
                    </a:lnTo>
                    <a:lnTo>
                      <a:pt x="250" y="0"/>
                    </a:lnTo>
                    <a:lnTo>
                      <a:pt x="221" y="1"/>
                    </a:lnTo>
                    <a:lnTo>
                      <a:pt x="191" y="3"/>
                    </a:lnTo>
                    <a:lnTo>
                      <a:pt x="160" y="6"/>
                    </a:lnTo>
                    <a:lnTo>
                      <a:pt x="129" y="12"/>
                    </a:lnTo>
                    <a:lnTo>
                      <a:pt x="97" y="20"/>
                    </a:lnTo>
                    <a:lnTo>
                      <a:pt x="67" y="30"/>
                    </a:lnTo>
                    <a:lnTo>
                      <a:pt x="37" y="44"/>
                    </a:lnTo>
                    <a:close/>
                  </a:path>
                </a:pathLst>
              </a:custGeom>
              <a:solidFill>
                <a:srgbClr val="999999">
                  <a:alpha val="100000"/>
                </a:srgbClr>
              </a:solidFill>
              <a:ln w="9525">
                <a:noFill/>
              </a:ln>
            </p:spPr>
            <p:txBody>
              <a:bodyPr/>
              <a:p>
                <a:endParaRPr lang="zh-CN" altLang="en-US"/>
              </a:p>
            </p:txBody>
          </p:sp>
          <p:sp>
            <p:nvSpPr>
              <p:cNvPr id="146572" name="Freeform 86"/>
              <p:cNvSpPr/>
              <p:nvPr/>
            </p:nvSpPr>
            <p:spPr>
              <a:xfrm>
                <a:off x="4797" y="1613"/>
                <a:ext cx="46" cy="13"/>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325" h="89">
                    <a:moveTo>
                      <a:pt x="0" y="57"/>
                    </a:moveTo>
                    <a:lnTo>
                      <a:pt x="0" y="55"/>
                    </a:lnTo>
                    <a:lnTo>
                      <a:pt x="2" y="52"/>
                    </a:lnTo>
                    <a:lnTo>
                      <a:pt x="6" y="47"/>
                    </a:lnTo>
                    <a:lnTo>
                      <a:pt x="12" y="41"/>
                    </a:lnTo>
                    <a:lnTo>
                      <a:pt x="20" y="34"/>
                    </a:lnTo>
                    <a:lnTo>
                      <a:pt x="29" y="27"/>
                    </a:lnTo>
                    <a:lnTo>
                      <a:pt x="41" y="20"/>
                    </a:lnTo>
                    <a:lnTo>
                      <a:pt x="57" y="13"/>
                    </a:lnTo>
                    <a:lnTo>
                      <a:pt x="77" y="7"/>
                    </a:lnTo>
                    <a:lnTo>
                      <a:pt x="98" y="3"/>
                    </a:lnTo>
                    <a:lnTo>
                      <a:pt x="126" y="0"/>
                    </a:lnTo>
                    <a:lnTo>
                      <a:pt x="156" y="0"/>
                    </a:lnTo>
                    <a:lnTo>
                      <a:pt x="191" y="3"/>
                    </a:lnTo>
                    <a:lnTo>
                      <a:pt x="230" y="8"/>
                    </a:lnTo>
                    <a:lnTo>
                      <a:pt x="275" y="18"/>
                    </a:lnTo>
                    <a:lnTo>
                      <a:pt x="325" y="31"/>
                    </a:lnTo>
                    <a:lnTo>
                      <a:pt x="318" y="51"/>
                    </a:lnTo>
                    <a:lnTo>
                      <a:pt x="316" y="50"/>
                    </a:lnTo>
                    <a:lnTo>
                      <a:pt x="308" y="47"/>
                    </a:lnTo>
                    <a:lnTo>
                      <a:pt x="295" y="44"/>
                    </a:lnTo>
                    <a:lnTo>
                      <a:pt x="279" y="39"/>
                    </a:lnTo>
                    <a:lnTo>
                      <a:pt x="260" y="35"/>
                    </a:lnTo>
                    <a:lnTo>
                      <a:pt x="238" y="30"/>
                    </a:lnTo>
                    <a:lnTo>
                      <a:pt x="214" y="27"/>
                    </a:lnTo>
                    <a:lnTo>
                      <a:pt x="188" y="24"/>
                    </a:lnTo>
                    <a:lnTo>
                      <a:pt x="161" y="23"/>
                    </a:lnTo>
                    <a:lnTo>
                      <a:pt x="134" y="23"/>
                    </a:lnTo>
                    <a:lnTo>
                      <a:pt x="108" y="26"/>
                    </a:lnTo>
                    <a:lnTo>
                      <a:pt x="82" y="31"/>
                    </a:lnTo>
                    <a:lnTo>
                      <a:pt x="58" y="41"/>
                    </a:lnTo>
                    <a:lnTo>
                      <a:pt x="36" y="52"/>
                    </a:lnTo>
                    <a:lnTo>
                      <a:pt x="16" y="68"/>
                    </a:lnTo>
                    <a:lnTo>
                      <a:pt x="0" y="89"/>
                    </a:lnTo>
                    <a:lnTo>
                      <a:pt x="0" y="57"/>
                    </a:lnTo>
                    <a:close/>
                  </a:path>
                </a:pathLst>
              </a:custGeom>
              <a:solidFill>
                <a:srgbClr val="000000">
                  <a:alpha val="100000"/>
                </a:srgbClr>
              </a:solidFill>
              <a:ln w="9525">
                <a:noFill/>
              </a:ln>
            </p:spPr>
            <p:txBody>
              <a:bodyPr/>
              <a:p>
                <a:endParaRPr lang="zh-CN" altLang="en-US"/>
              </a:p>
            </p:txBody>
          </p:sp>
          <p:sp>
            <p:nvSpPr>
              <p:cNvPr id="146573" name="Freeform 87"/>
              <p:cNvSpPr/>
              <p:nvPr/>
            </p:nvSpPr>
            <p:spPr>
              <a:xfrm>
                <a:off x="4797" y="1583"/>
                <a:ext cx="46" cy="13"/>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325" h="89">
                    <a:moveTo>
                      <a:pt x="0" y="56"/>
                    </a:moveTo>
                    <a:lnTo>
                      <a:pt x="0" y="55"/>
                    </a:lnTo>
                    <a:lnTo>
                      <a:pt x="2" y="52"/>
                    </a:lnTo>
                    <a:lnTo>
                      <a:pt x="6" y="47"/>
                    </a:lnTo>
                    <a:lnTo>
                      <a:pt x="12" y="40"/>
                    </a:lnTo>
                    <a:lnTo>
                      <a:pt x="20" y="33"/>
                    </a:lnTo>
                    <a:lnTo>
                      <a:pt x="29" y="27"/>
                    </a:lnTo>
                    <a:lnTo>
                      <a:pt x="41" y="18"/>
                    </a:lnTo>
                    <a:lnTo>
                      <a:pt x="57" y="13"/>
                    </a:lnTo>
                    <a:lnTo>
                      <a:pt x="77" y="7"/>
                    </a:lnTo>
                    <a:lnTo>
                      <a:pt x="98" y="2"/>
                    </a:lnTo>
                    <a:lnTo>
                      <a:pt x="126" y="0"/>
                    </a:lnTo>
                    <a:lnTo>
                      <a:pt x="156" y="0"/>
                    </a:lnTo>
                    <a:lnTo>
                      <a:pt x="191" y="2"/>
                    </a:lnTo>
                    <a:lnTo>
                      <a:pt x="230" y="8"/>
                    </a:lnTo>
                    <a:lnTo>
                      <a:pt x="275" y="17"/>
                    </a:lnTo>
                    <a:lnTo>
                      <a:pt x="325" y="31"/>
                    </a:lnTo>
                    <a:lnTo>
                      <a:pt x="318" y="49"/>
                    </a:lnTo>
                    <a:lnTo>
                      <a:pt x="316" y="48"/>
                    </a:lnTo>
                    <a:lnTo>
                      <a:pt x="308" y="46"/>
                    </a:lnTo>
                    <a:lnTo>
                      <a:pt x="295" y="43"/>
                    </a:lnTo>
                    <a:lnTo>
                      <a:pt x="279" y="38"/>
                    </a:lnTo>
                    <a:lnTo>
                      <a:pt x="260" y="35"/>
                    </a:lnTo>
                    <a:lnTo>
                      <a:pt x="238" y="30"/>
                    </a:lnTo>
                    <a:lnTo>
                      <a:pt x="214" y="27"/>
                    </a:lnTo>
                    <a:lnTo>
                      <a:pt x="188" y="23"/>
                    </a:lnTo>
                    <a:lnTo>
                      <a:pt x="161" y="22"/>
                    </a:lnTo>
                    <a:lnTo>
                      <a:pt x="134" y="23"/>
                    </a:lnTo>
                    <a:lnTo>
                      <a:pt x="108" y="25"/>
                    </a:lnTo>
                    <a:lnTo>
                      <a:pt x="82" y="31"/>
                    </a:lnTo>
                    <a:lnTo>
                      <a:pt x="58" y="40"/>
                    </a:lnTo>
                    <a:lnTo>
                      <a:pt x="36" y="52"/>
                    </a:lnTo>
                    <a:lnTo>
                      <a:pt x="16" y="68"/>
                    </a:lnTo>
                    <a:lnTo>
                      <a:pt x="0" y="89"/>
                    </a:lnTo>
                    <a:lnTo>
                      <a:pt x="0" y="56"/>
                    </a:lnTo>
                    <a:close/>
                  </a:path>
                </a:pathLst>
              </a:custGeom>
              <a:solidFill>
                <a:srgbClr val="000000">
                  <a:alpha val="100000"/>
                </a:srgbClr>
              </a:solidFill>
              <a:ln w="9525">
                <a:noFill/>
              </a:ln>
            </p:spPr>
            <p:txBody>
              <a:bodyPr/>
              <a:p>
                <a:endParaRPr lang="zh-CN" altLang="en-US"/>
              </a:p>
            </p:txBody>
          </p:sp>
          <p:sp>
            <p:nvSpPr>
              <p:cNvPr id="146574" name="Freeform 88"/>
              <p:cNvSpPr/>
              <p:nvPr/>
            </p:nvSpPr>
            <p:spPr>
              <a:xfrm>
                <a:off x="4841" y="1568"/>
                <a:ext cx="75" cy="13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28" h="975">
                    <a:moveTo>
                      <a:pt x="0" y="0"/>
                    </a:moveTo>
                    <a:lnTo>
                      <a:pt x="0" y="943"/>
                    </a:lnTo>
                    <a:lnTo>
                      <a:pt x="159" y="975"/>
                    </a:lnTo>
                    <a:lnTo>
                      <a:pt x="152" y="848"/>
                    </a:lnTo>
                    <a:lnTo>
                      <a:pt x="528" y="905"/>
                    </a:lnTo>
                    <a:lnTo>
                      <a:pt x="521" y="855"/>
                    </a:lnTo>
                    <a:lnTo>
                      <a:pt x="261" y="822"/>
                    </a:lnTo>
                    <a:lnTo>
                      <a:pt x="254" y="713"/>
                    </a:lnTo>
                    <a:lnTo>
                      <a:pt x="77" y="713"/>
                    </a:lnTo>
                    <a:lnTo>
                      <a:pt x="72" y="699"/>
                    </a:lnTo>
                    <a:lnTo>
                      <a:pt x="60" y="659"/>
                    </a:lnTo>
                    <a:lnTo>
                      <a:pt x="44" y="595"/>
                    </a:lnTo>
                    <a:lnTo>
                      <a:pt x="28" y="511"/>
                    </a:lnTo>
                    <a:lnTo>
                      <a:pt x="16" y="410"/>
                    </a:lnTo>
                    <a:lnTo>
                      <a:pt x="12" y="294"/>
                    </a:lnTo>
                    <a:lnTo>
                      <a:pt x="21" y="167"/>
                    </a:lnTo>
                    <a:lnTo>
                      <a:pt x="45" y="32"/>
                    </a:lnTo>
                    <a:lnTo>
                      <a:pt x="0" y="0"/>
                    </a:lnTo>
                    <a:close/>
                  </a:path>
                </a:pathLst>
              </a:custGeom>
              <a:solidFill>
                <a:schemeClr val="bg2">
                  <a:alpha val="100000"/>
                </a:schemeClr>
              </a:solidFill>
              <a:ln w="9525">
                <a:noFill/>
              </a:ln>
            </p:spPr>
            <p:txBody>
              <a:bodyPr/>
              <a:p>
                <a:endParaRPr lang="zh-CN" altLang="en-US"/>
              </a:p>
            </p:txBody>
          </p:sp>
          <p:sp>
            <p:nvSpPr>
              <p:cNvPr id="146575" name="Freeform 89"/>
              <p:cNvSpPr/>
              <p:nvPr/>
            </p:nvSpPr>
            <p:spPr>
              <a:xfrm>
                <a:off x="4878" y="1536"/>
                <a:ext cx="97" cy="1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678" h="133">
                    <a:moveTo>
                      <a:pt x="0" y="133"/>
                    </a:moveTo>
                    <a:lnTo>
                      <a:pt x="4" y="132"/>
                    </a:lnTo>
                    <a:lnTo>
                      <a:pt x="15" y="127"/>
                    </a:lnTo>
                    <a:lnTo>
                      <a:pt x="32" y="122"/>
                    </a:lnTo>
                    <a:lnTo>
                      <a:pt x="56" y="114"/>
                    </a:lnTo>
                    <a:lnTo>
                      <a:pt x="86" y="104"/>
                    </a:lnTo>
                    <a:lnTo>
                      <a:pt x="120" y="95"/>
                    </a:lnTo>
                    <a:lnTo>
                      <a:pt x="160" y="86"/>
                    </a:lnTo>
                    <a:lnTo>
                      <a:pt x="204" y="78"/>
                    </a:lnTo>
                    <a:lnTo>
                      <a:pt x="252" y="70"/>
                    </a:lnTo>
                    <a:lnTo>
                      <a:pt x="303" y="64"/>
                    </a:lnTo>
                    <a:lnTo>
                      <a:pt x="358" y="60"/>
                    </a:lnTo>
                    <a:lnTo>
                      <a:pt x="414" y="58"/>
                    </a:lnTo>
                    <a:lnTo>
                      <a:pt x="474" y="60"/>
                    </a:lnTo>
                    <a:lnTo>
                      <a:pt x="534" y="65"/>
                    </a:lnTo>
                    <a:lnTo>
                      <a:pt x="596" y="74"/>
                    </a:lnTo>
                    <a:lnTo>
                      <a:pt x="659" y="88"/>
                    </a:lnTo>
                    <a:lnTo>
                      <a:pt x="678" y="0"/>
                    </a:lnTo>
                    <a:lnTo>
                      <a:pt x="674" y="0"/>
                    </a:lnTo>
                    <a:lnTo>
                      <a:pt x="659" y="0"/>
                    </a:lnTo>
                    <a:lnTo>
                      <a:pt x="636" y="0"/>
                    </a:lnTo>
                    <a:lnTo>
                      <a:pt x="606" y="1"/>
                    </a:lnTo>
                    <a:lnTo>
                      <a:pt x="570" y="2"/>
                    </a:lnTo>
                    <a:lnTo>
                      <a:pt x="527" y="3"/>
                    </a:lnTo>
                    <a:lnTo>
                      <a:pt x="480" y="7"/>
                    </a:lnTo>
                    <a:lnTo>
                      <a:pt x="430" y="9"/>
                    </a:lnTo>
                    <a:lnTo>
                      <a:pt x="376" y="14"/>
                    </a:lnTo>
                    <a:lnTo>
                      <a:pt x="320" y="18"/>
                    </a:lnTo>
                    <a:lnTo>
                      <a:pt x="264" y="24"/>
                    </a:lnTo>
                    <a:lnTo>
                      <a:pt x="208" y="32"/>
                    </a:lnTo>
                    <a:lnTo>
                      <a:pt x="152" y="40"/>
                    </a:lnTo>
                    <a:lnTo>
                      <a:pt x="98" y="50"/>
                    </a:lnTo>
                    <a:lnTo>
                      <a:pt x="47" y="62"/>
                    </a:lnTo>
                    <a:lnTo>
                      <a:pt x="0" y="76"/>
                    </a:lnTo>
                    <a:lnTo>
                      <a:pt x="0" y="133"/>
                    </a:lnTo>
                    <a:close/>
                  </a:path>
                </a:pathLst>
              </a:custGeom>
              <a:solidFill>
                <a:schemeClr val="bg2">
                  <a:alpha val="100000"/>
                </a:schemeClr>
              </a:solidFill>
              <a:ln w="9525">
                <a:noFill/>
              </a:ln>
            </p:spPr>
            <p:txBody>
              <a:bodyPr/>
              <a:p>
                <a:endParaRPr lang="zh-CN" altLang="en-US"/>
              </a:p>
            </p:txBody>
          </p:sp>
          <p:sp>
            <p:nvSpPr>
              <p:cNvPr id="146576" name="Freeform 90"/>
              <p:cNvSpPr/>
              <p:nvPr/>
            </p:nvSpPr>
            <p:spPr>
              <a:xfrm>
                <a:off x="4821" y="1711"/>
                <a:ext cx="163" cy="54"/>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42" h="379">
                    <a:moveTo>
                      <a:pt x="482" y="367"/>
                    </a:moveTo>
                    <a:lnTo>
                      <a:pt x="485" y="366"/>
                    </a:lnTo>
                    <a:lnTo>
                      <a:pt x="492" y="363"/>
                    </a:lnTo>
                    <a:lnTo>
                      <a:pt x="502" y="359"/>
                    </a:lnTo>
                    <a:lnTo>
                      <a:pt x="516" y="353"/>
                    </a:lnTo>
                    <a:lnTo>
                      <a:pt x="533" y="346"/>
                    </a:lnTo>
                    <a:lnTo>
                      <a:pt x="551" y="338"/>
                    </a:lnTo>
                    <a:lnTo>
                      <a:pt x="572" y="328"/>
                    </a:lnTo>
                    <a:lnTo>
                      <a:pt x="593" y="317"/>
                    </a:lnTo>
                    <a:lnTo>
                      <a:pt x="616" y="306"/>
                    </a:lnTo>
                    <a:lnTo>
                      <a:pt x="638" y="292"/>
                    </a:lnTo>
                    <a:lnTo>
                      <a:pt x="660" y="279"/>
                    </a:lnTo>
                    <a:lnTo>
                      <a:pt x="680" y="264"/>
                    </a:lnTo>
                    <a:lnTo>
                      <a:pt x="700" y="249"/>
                    </a:lnTo>
                    <a:lnTo>
                      <a:pt x="717" y="233"/>
                    </a:lnTo>
                    <a:lnTo>
                      <a:pt x="732" y="217"/>
                    </a:lnTo>
                    <a:lnTo>
                      <a:pt x="743" y="201"/>
                    </a:lnTo>
                    <a:lnTo>
                      <a:pt x="0" y="20"/>
                    </a:lnTo>
                    <a:lnTo>
                      <a:pt x="57" y="0"/>
                    </a:lnTo>
                    <a:lnTo>
                      <a:pt x="1142" y="267"/>
                    </a:lnTo>
                    <a:lnTo>
                      <a:pt x="1098" y="292"/>
                    </a:lnTo>
                    <a:lnTo>
                      <a:pt x="784" y="212"/>
                    </a:lnTo>
                    <a:lnTo>
                      <a:pt x="783" y="213"/>
                    </a:lnTo>
                    <a:lnTo>
                      <a:pt x="781" y="216"/>
                    </a:lnTo>
                    <a:lnTo>
                      <a:pt x="776" y="221"/>
                    </a:lnTo>
                    <a:lnTo>
                      <a:pt x="769" y="228"/>
                    </a:lnTo>
                    <a:lnTo>
                      <a:pt x="761" y="237"/>
                    </a:lnTo>
                    <a:lnTo>
                      <a:pt x="750" y="246"/>
                    </a:lnTo>
                    <a:lnTo>
                      <a:pt x="737" y="258"/>
                    </a:lnTo>
                    <a:lnTo>
                      <a:pt x="721" y="269"/>
                    </a:lnTo>
                    <a:lnTo>
                      <a:pt x="703" y="282"/>
                    </a:lnTo>
                    <a:lnTo>
                      <a:pt x="684" y="295"/>
                    </a:lnTo>
                    <a:lnTo>
                      <a:pt x="660" y="309"/>
                    </a:lnTo>
                    <a:lnTo>
                      <a:pt x="635" y="323"/>
                    </a:lnTo>
                    <a:lnTo>
                      <a:pt x="606" y="338"/>
                    </a:lnTo>
                    <a:lnTo>
                      <a:pt x="574" y="352"/>
                    </a:lnTo>
                    <a:lnTo>
                      <a:pt x="540" y="366"/>
                    </a:lnTo>
                    <a:lnTo>
                      <a:pt x="502" y="379"/>
                    </a:lnTo>
                    <a:lnTo>
                      <a:pt x="482" y="367"/>
                    </a:lnTo>
                    <a:close/>
                  </a:path>
                </a:pathLst>
              </a:custGeom>
              <a:solidFill>
                <a:srgbClr val="000000">
                  <a:alpha val="100000"/>
                </a:srgbClr>
              </a:solidFill>
              <a:ln w="9525">
                <a:noFill/>
              </a:ln>
            </p:spPr>
            <p:txBody>
              <a:bodyPr/>
              <a:p>
                <a:endParaRPr lang="zh-CN" altLang="en-US"/>
              </a:p>
            </p:txBody>
          </p:sp>
          <p:sp>
            <p:nvSpPr>
              <p:cNvPr id="146577" name="Freeform 91"/>
              <p:cNvSpPr/>
              <p:nvPr/>
            </p:nvSpPr>
            <p:spPr>
              <a:xfrm>
                <a:off x="4787" y="1725"/>
                <a:ext cx="167" cy="48"/>
              </a:xfrm>
              <a:custGeom>
                <a:avLst/>
                <a:gdLst/>
                <a:ahLst/>
                <a:cxnLst>
                  <a:cxn ang="0">
                    <a:pos x="0" y="0"/>
                  </a:cxn>
                  <a:cxn ang="0">
                    <a:pos x="0" y="0"/>
                  </a:cxn>
                  <a:cxn ang="0">
                    <a:pos x="0" y="0"/>
                  </a:cxn>
                  <a:cxn ang="0">
                    <a:pos x="0" y="0"/>
                  </a:cxn>
                  <a:cxn ang="0">
                    <a:pos x="0" y="0"/>
                  </a:cxn>
                </a:cxnLst>
                <a:pathLst>
                  <a:path w="1163" h="340">
                    <a:moveTo>
                      <a:pt x="0" y="0"/>
                    </a:moveTo>
                    <a:lnTo>
                      <a:pt x="1137" y="340"/>
                    </a:lnTo>
                    <a:lnTo>
                      <a:pt x="1163" y="340"/>
                    </a:lnTo>
                    <a:lnTo>
                      <a:pt x="34" y="0"/>
                    </a:lnTo>
                    <a:lnTo>
                      <a:pt x="0" y="0"/>
                    </a:lnTo>
                    <a:close/>
                  </a:path>
                </a:pathLst>
              </a:custGeom>
              <a:solidFill>
                <a:srgbClr val="000000">
                  <a:alpha val="100000"/>
                </a:srgbClr>
              </a:solidFill>
              <a:ln w="9525">
                <a:noFill/>
              </a:ln>
            </p:spPr>
            <p:txBody>
              <a:bodyPr/>
              <a:p>
                <a:endParaRPr lang="zh-CN" altLang="en-US"/>
              </a:p>
            </p:txBody>
          </p:sp>
          <p:sp>
            <p:nvSpPr>
              <p:cNvPr id="146578" name="Freeform 92"/>
              <p:cNvSpPr/>
              <p:nvPr/>
            </p:nvSpPr>
            <p:spPr>
              <a:xfrm>
                <a:off x="4815" y="1718"/>
                <a:ext cx="164" cy="44"/>
              </a:xfrm>
              <a:custGeom>
                <a:avLst/>
                <a:gdLst/>
                <a:ahLst/>
                <a:cxnLst>
                  <a:cxn ang="0">
                    <a:pos x="0" y="0"/>
                  </a:cxn>
                  <a:cxn ang="0">
                    <a:pos x="0" y="0"/>
                  </a:cxn>
                  <a:cxn ang="0">
                    <a:pos x="0" y="0"/>
                  </a:cxn>
                  <a:cxn ang="0">
                    <a:pos x="0" y="0"/>
                  </a:cxn>
                  <a:cxn ang="0">
                    <a:pos x="0" y="0"/>
                  </a:cxn>
                </a:cxnLst>
                <a:pathLst>
                  <a:path w="1149" h="303">
                    <a:moveTo>
                      <a:pt x="0" y="1"/>
                    </a:moveTo>
                    <a:lnTo>
                      <a:pt x="1124" y="303"/>
                    </a:lnTo>
                    <a:lnTo>
                      <a:pt x="1149" y="302"/>
                    </a:lnTo>
                    <a:lnTo>
                      <a:pt x="34" y="0"/>
                    </a:lnTo>
                    <a:lnTo>
                      <a:pt x="0" y="1"/>
                    </a:lnTo>
                    <a:close/>
                  </a:path>
                </a:pathLst>
              </a:custGeom>
              <a:solidFill>
                <a:srgbClr val="000000">
                  <a:alpha val="100000"/>
                </a:srgbClr>
              </a:solidFill>
              <a:ln w="9525">
                <a:noFill/>
              </a:ln>
            </p:spPr>
            <p:txBody>
              <a:bodyPr/>
              <a:p>
                <a:endParaRPr lang="zh-CN" altLang="en-US"/>
              </a:p>
            </p:txBody>
          </p:sp>
          <p:sp>
            <p:nvSpPr>
              <p:cNvPr id="146579" name="Freeform 93"/>
              <p:cNvSpPr/>
              <p:nvPr/>
            </p:nvSpPr>
            <p:spPr>
              <a:xfrm>
                <a:off x="4802" y="1721"/>
                <a:ext cx="165" cy="48"/>
              </a:xfrm>
              <a:custGeom>
                <a:avLst/>
                <a:gdLst/>
                <a:ahLst/>
                <a:cxnLst>
                  <a:cxn ang="0">
                    <a:pos x="0" y="0"/>
                  </a:cxn>
                  <a:cxn ang="0">
                    <a:pos x="0" y="0"/>
                  </a:cxn>
                  <a:cxn ang="0">
                    <a:pos x="0" y="0"/>
                  </a:cxn>
                  <a:cxn ang="0">
                    <a:pos x="0" y="0"/>
                  </a:cxn>
                  <a:cxn ang="0">
                    <a:pos x="0" y="0"/>
                  </a:cxn>
                </a:cxnLst>
                <a:pathLst>
                  <a:path w="1155" h="336">
                    <a:moveTo>
                      <a:pt x="0" y="0"/>
                    </a:moveTo>
                    <a:lnTo>
                      <a:pt x="1134" y="336"/>
                    </a:lnTo>
                    <a:lnTo>
                      <a:pt x="1155" y="328"/>
                    </a:lnTo>
                    <a:lnTo>
                      <a:pt x="34" y="0"/>
                    </a:lnTo>
                    <a:lnTo>
                      <a:pt x="0" y="0"/>
                    </a:lnTo>
                    <a:close/>
                  </a:path>
                </a:pathLst>
              </a:custGeom>
              <a:solidFill>
                <a:srgbClr val="000000">
                  <a:alpha val="100000"/>
                </a:srgbClr>
              </a:solidFill>
              <a:ln w="9525">
                <a:noFill/>
              </a:ln>
            </p:spPr>
            <p:txBody>
              <a:bodyPr/>
              <a:p>
                <a:endParaRPr lang="zh-CN" altLang="en-US"/>
              </a:p>
            </p:txBody>
          </p:sp>
        </p:grpSp>
        <p:sp>
          <p:nvSpPr>
            <p:cNvPr id="146525" name="Freeform 94"/>
            <p:cNvSpPr/>
            <p:nvPr/>
          </p:nvSpPr>
          <p:spPr>
            <a:xfrm flipV="1">
              <a:off x="1740" y="3512"/>
              <a:ext cx="391" cy="27"/>
            </a:xfrm>
            <a:custGeom>
              <a:avLst/>
              <a:gdLst/>
              <a:ahLst/>
              <a:cxnLst>
                <a:cxn ang="0">
                  <a:pos x="0" y="0"/>
                </a:cxn>
                <a:cxn ang="0">
                  <a:pos x="0" y="0"/>
                </a:cxn>
                <a:cxn ang="0">
                  <a:pos x="5" y="0"/>
                </a:cxn>
                <a:cxn ang="0">
                  <a:pos x="5" y="0"/>
                </a:cxn>
              </a:cxnLst>
              <a:pathLst>
                <a:path w="720" h="56">
                  <a:moveTo>
                    <a:pt x="0" y="0"/>
                  </a:moveTo>
                  <a:lnTo>
                    <a:pt x="0" y="56"/>
                  </a:lnTo>
                  <a:lnTo>
                    <a:pt x="720" y="56"/>
                  </a:lnTo>
                  <a:lnTo>
                    <a:pt x="720" y="8"/>
                  </a:lnTo>
                </a:path>
              </a:pathLst>
            </a:custGeom>
            <a:noFill/>
            <a:ln w="12700" cap="flat" cmpd="sng">
              <a:solidFill>
                <a:schemeClr val="tx1">
                  <a:alpha val="100000"/>
                </a:schemeClr>
              </a:solidFill>
              <a:prstDash val="solid"/>
              <a:round/>
              <a:headEnd type="none" w="med" len="med"/>
              <a:tailEnd type="none" w="med" len="med"/>
            </a:ln>
          </p:spPr>
          <p:txBody>
            <a:bodyPr/>
            <a:p>
              <a:endParaRPr lang="zh-CN" altLang="en-US"/>
            </a:p>
          </p:txBody>
        </p:sp>
        <p:sp>
          <p:nvSpPr>
            <p:cNvPr id="146526" name="Line 95"/>
            <p:cNvSpPr/>
            <p:nvPr/>
          </p:nvSpPr>
          <p:spPr>
            <a:xfrm>
              <a:off x="1932" y="3451"/>
              <a:ext cx="0" cy="60"/>
            </a:xfrm>
            <a:prstGeom prst="line">
              <a:avLst/>
            </a:prstGeom>
            <a:ln w="19050" cap="flat" cmpd="sng">
              <a:solidFill>
                <a:schemeClr val="tx1"/>
              </a:solidFill>
              <a:prstDash val="solid"/>
              <a:headEnd type="none" w="med" len="med"/>
              <a:tailEnd type="none" w="med" len="med"/>
            </a:ln>
          </p:spPr>
        </p:sp>
        <p:grpSp>
          <p:nvGrpSpPr>
            <p:cNvPr id="146527" name="Group 96"/>
            <p:cNvGrpSpPr/>
            <p:nvPr/>
          </p:nvGrpSpPr>
          <p:grpSpPr>
            <a:xfrm>
              <a:off x="1791" y="3364"/>
              <a:ext cx="275" cy="118"/>
              <a:chOff x="3600" y="219"/>
              <a:chExt cx="360" cy="175"/>
            </a:xfrm>
          </p:grpSpPr>
          <p:sp>
            <p:nvSpPr>
              <p:cNvPr id="146528" name="Oval 97"/>
              <p:cNvSpPr/>
              <p:nvPr/>
            </p:nvSpPr>
            <p:spPr>
              <a:xfrm>
                <a:off x="3603" y="297"/>
                <a:ext cx="357" cy="97"/>
              </a:xfrm>
              <a:prstGeom prst="ellipse">
                <a:avLst/>
              </a:prstGeom>
              <a:solidFill>
                <a:srgbClr val="FF0000"/>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46529" name="Line 98"/>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146530" name="Line 99"/>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146531" name="Rectangle 100"/>
              <p:cNvSpPr/>
              <p:nvPr/>
            </p:nvSpPr>
            <p:spPr>
              <a:xfrm>
                <a:off x="3603" y="289"/>
                <a:ext cx="354" cy="59"/>
              </a:xfrm>
              <a:prstGeom prst="rect">
                <a:avLst/>
              </a:prstGeom>
              <a:solidFill>
                <a:srgbClr val="FF0000"/>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46532" name="Oval 101"/>
              <p:cNvSpPr/>
              <p:nvPr/>
            </p:nvSpPr>
            <p:spPr>
              <a:xfrm>
                <a:off x="3600" y="219"/>
                <a:ext cx="357" cy="113"/>
              </a:xfrm>
              <a:prstGeom prst="ellipse">
                <a:avLst/>
              </a:prstGeom>
              <a:solidFill>
                <a:srgbClr val="FF0000"/>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46533" name="Group 102"/>
              <p:cNvGrpSpPr/>
              <p:nvPr/>
            </p:nvGrpSpPr>
            <p:grpSpPr>
              <a:xfrm>
                <a:off x="3686" y="244"/>
                <a:ext cx="177" cy="66"/>
                <a:chOff x="2848" y="848"/>
                <a:chExt cx="140" cy="98"/>
              </a:xfrm>
            </p:grpSpPr>
            <p:sp>
              <p:nvSpPr>
                <p:cNvPr id="146538" name="Line 103"/>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46539" name="Line 104"/>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46540" name="Line 105"/>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146534" name="Group 106"/>
              <p:cNvGrpSpPr/>
              <p:nvPr/>
            </p:nvGrpSpPr>
            <p:grpSpPr>
              <a:xfrm flipV="1">
                <a:off x="3686" y="243"/>
                <a:ext cx="177" cy="66"/>
                <a:chOff x="2848" y="848"/>
                <a:chExt cx="140" cy="98"/>
              </a:xfrm>
            </p:grpSpPr>
            <p:sp>
              <p:nvSpPr>
                <p:cNvPr id="146535" name="Line 107"/>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46536" name="Line 108"/>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46537" name="Line 109"/>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grpSp>
        <p:nvGrpSpPr>
          <p:cNvPr id="145421" name="Group 110"/>
          <p:cNvGrpSpPr/>
          <p:nvPr/>
        </p:nvGrpSpPr>
        <p:grpSpPr>
          <a:xfrm>
            <a:off x="2968625" y="4170363"/>
            <a:ext cx="781050" cy="790575"/>
            <a:chOff x="1533" y="3235"/>
            <a:chExt cx="492" cy="498"/>
          </a:xfrm>
        </p:grpSpPr>
        <p:grpSp>
          <p:nvGrpSpPr>
            <p:cNvPr id="146425" name="Group 111"/>
            <p:cNvGrpSpPr/>
            <p:nvPr/>
          </p:nvGrpSpPr>
          <p:grpSpPr>
            <a:xfrm>
              <a:off x="1850" y="3235"/>
              <a:ext cx="159" cy="146"/>
              <a:chOff x="4781" y="1833"/>
              <a:chExt cx="318" cy="262"/>
            </a:xfrm>
          </p:grpSpPr>
          <p:sp>
            <p:nvSpPr>
              <p:cNvPr id="146483" name="AutoShape 112"/>
              <p:cNvSpPr>
                <a:spLocks noChangeAspect="1" noTextEdit="1"/>
              </p:cNvSpPr>
              <p:nvPr/>
            </p:nvSpPr>
            <p:spPr>
              <a:xfrm>
                <a:off x="4787" y="1835"/>
                <a:ext cx="312" cy="260"/>
              </a:xfrm>
              <a:prstGeom prst="rect">
                <a:avLst/>
              </a:prstGeom>
              <a:noFill/>
              <a:ln w="9525">
                <a:noFill/>
              </a:ln>
            </p:spPr>
            <p:txBody>
              <a:bodyPr/>
              <a:p>
                <a:endParaRPr lang="zh-CN" altLang="en-US"/>
              </a:p>
            </p:txBody>
          </p:sp>
          <p:sp>
            <p:nvSpPr>
              <p:cNvPr id="146484" name="Freeform 113"/>
              <p:cNvSpPr/>
              <p:nvPr/>
            </p:nvSpPr>
            <p:spPr>
              <a:xfrm>
                <a:off x="4781" y="1833"/>
                <a:ext cx="307" cy="25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150" h="1804">
                    <a:moveTo>
                      <a:pt x="582" y="239"/>
                    </a:moveTo>
                    <a:lnTo>
                      <a:pt x="606" y="129"/>
                    </a:lnTo>
                    <a:lnTo>
                      <a:pt x="607" y="129"/>
                    </a:lnTo>
                    <a:lnTo>
                      <a:pt x="611" y="128"/>
                    </a:lnTo>
                    <a:lnTo>
                      <a:pt x="616" y="125"/>
                    </a:lnTo>
                    <a:lnTo>
                      <a:pt x="623" y="123"/>
                    </a:lnTo>
                    <a:lnTo>
                      <a:pt x="633" y="120"/>
                    </a:lnTo>
                    <a:lnTo>
                      <a:pt x="645" y="115"/>
                    </a:lnTo>
                    <a:lnTo>
                      <a:pt x="659" y="112"/>
                    </a:lnTo>
                    <a:lnTo>
                      <a:pt x="676" y="107"/>
                    </a:lnTo>
                    <a:lnTo>
                      <a:pt x="694" y="101"/>
                    </a:lnTo>
                    <a:lnTo>
                      <a:pt x="715" y="95"/>
                    </a:lnTo>
                    <a:lnTo>
                      <a:pt x="738" y="90"/>
                    </a:lnTo>
                    <a:lnTo>
                      <a:pt x="763" y="84"/>
                    </a:lnTo>
                    <a:lnTo>
                      <a:pt x="790" y="78"/>
                    </a:lnTo>
                    <a:lnTo>
                      <a:pt x="820" y="71"/>
                    </a:lnTo>
                    <a:lnTo>
                      <a:pt x="852" y="64"/>
                    </a:lnTo>
                    <a:lnTo>
                      <a:pt x="886" y="59"/>
                    </a:lnTo>
                    <a:lnTo>
                      <a:pt x="922" y="52"/>
                    </a:lnTo>
                    <a:lnTo>
                      <a:pt x="961" y="46"/>
                    </a:lnTo>
                    <a:lnTo>
                      <a:pt x="1002" y="40"/>
                    </a:lnTo>
                    <a:lnTo>
                      <a:pt x="1044" y="35"/>
                    </a:lnTo>
                    <a:lnTo>
                      <a:pt x="1090" y="29"/>
                    </a:lnTo>
                    <a:lnTo>
                      <a:pt x="1138" y="23"/>
                    </a:lnTo>
                    <a:lnTo>
                      <a:pt x="1187" y="18"/>
                    </a:lnTo>
                    <a:lnTo>
                      <a:pt x="1240" y="14"/>
                    </a:lnTo>
                    <a:lnTo>
                      <a:pt x="1294" y="10"/>
                    </a:lnTo>
                    <a:lnTo>
                      <a:pt x="1350" y="7"/>
                    </a:lnTo>
                    <a:lnTo>
                      <a:pt x="1410" y="4"/>
                    </a:lnTo>
                    <a:lnTo>
                      <a:pt x="1470" y="1"/>
                    </a:lnTo>
                    <a:lnTo>
                      <a:pt x="1535" y="0"/>
                    </a:lnTo>
                    <a:lnTo>
                      <a:pt x="1601" y="0"/>
                    </a:lnTo>
                    <a:lnTo>
                      <a:pt x="1668" y="0"/>
                    </a:lnTo>
                    <a:lnTo>
                      <a:pt x="1739" y="1"/>
                    </a:lnTo>
                    <a:lnTo>
                      <a:pt x="1816" y="44"/>
                    </a:lnTo>
                    <a:lnTo>
                      <a:pt x="1799" y="248"/>
                    </a:lnTo>
                    <a:lnTo>
                      <a:pt x="1804" y="251"/>
                    </a:lnTo>
                    <a:lnTo>
                      <a:pt x="1820" y="259"/>
                    </a:lnTo>
                    <a:lnTo>
                      <a:pt x="1842" y="272"/>
                    </a:lnTo>
                    <a:lnTo>
                      <a:pt x="1868" y="292"/>
                    </a:lnTo>
                    <a:lnTo>
                      <a:pt x="1896" y="318"/>
                    </a:lnTo>
                    <a:lnTo>
                      <a:pt x="1920" y="351"/>
                    </a:lnTo>
                    <a:lnTo>
                      <a:pt x="1939" y="390"/>
                    </a:lnTo>
                    <a:lnTo>
                      <a:pt x="1951" y="436"/>
                    </a:lnTo>
                    <a:lnTo>
                      <a:pt x="2125" y="593"/>
                    </a:lnTo>
                    <a:lnTo>
                      <a:pt x="2078" y="1009"/>
                    </a:lnTo>
                    <a:lnTo>
                      <a:pt x="1799" y="1149"/>
                    </a:lnTo>
                    <a:lnTo>
                      <a:pt x="2129" y="1247"/>
                    </a:lnTo>
                    <a:lnTo>
                      <a:pt x="2131" y="1251"/>
                    </a:lnTo>
                    <a:lnTo>
                      <a:pt x="2137" y="1264"/>
                    </a:lnTo>
                    <a:lnTo>
                      <a:pt x="2143" y="1284"/>
                    </a:lnTo>
                    <a:lnTo>
                      <a:pt x="2149" y="1310"/>
                    </a:lnTo>
                    <a:lnTo>
                      <a:pt x="2150" y="1342"/>
                    </a:lnTo>
                    <a:lnTo>
                      <a:pt x="2147" y="1380"/>
                    </a:lnTo>
                    <a:lnTo>
                      <a:pt x="2136" y="1423"/>
                    </a:lnTo>
                    <a:lnTo>
                      <a:pt x="2117" y="1468"/>
                    </a:lnTo>
                    <a:lnTo>
                      <a:pt x="1244" y="1804"/>
                    </a:lnTo>
                    <a:lnTo>
                      <a:pt x="0" y="1413"/>
                    </a:lnTo>
                    <a:lnTo>
                      <a:pt x="22" y="1367"/>
                    </a:lnTo>
                    <a:lnTo>
                      <a:pt x="212" y="1302"/>
                    </a:lnTo>
                    <a:lnTo>
                      <a:pt x="212" y="248"/>
                    </a:lnTo>
                    <a:lnTo>
                      <a:pt x="213" y="247"/>
                    </a:lnTo>
                    <a:lnTo>
                      <a:pt x="217" y="244"/>
                    </a:lnTo>
                    <a:lnTo>
                      <a:pt x="223" y="240"/>
                    </a:lnTo>
                    <a:lnTo>
                      <a:pt x="232" y="234"/>
                    </a:lnTo>
                    <a:lnTo>
                      <a:pt x="245" y="228"/>
                    </a:lnTo>
                    <a:lnTo>
                      <a:pt x="258" y="221"/>
                    </a:lnTo>
                    <a:lnTo>
                      <a:pt x="276" y="214"/>
                    </a:lnTo>
                    <a:lnTo>
                      <a:pt x="294" y="207"/>
                    </a:lnTo>
                    <a:lnTo>
                      <a:pt x="316" y="201"/>
                    </a:lnTo>
                    <a:lnTo>
                      <a:pt x="340" y="197"/>
                    </a:lnTo>
                    <a:lnTo>
                      <a:pt x="366" y="194"/>
                    </a:lnTo>
                    <a:lnTo>
                      <a:pt x="393" y="192"/>
                    </a:lnTo>
                    <a:lnTo>
                      <a:pt x="424" y="193"/>
                    </a:lnTo>
                    <a:lnTo>
                      <a:pt x="457" y="197"/>
                    </a:lnTo>
                    <a:lnTo>
                      <a:pt x="493" y="203"/>
                    </a:lnTo>
                    <a:lnTo>
                      <a:pt x="529" y="214"/>
                    </a:lnTo>
                    <a:lnTo>
                      <a:pt x="582" y="239"/>
                    </a:lnTo>
                    <a:close/>
                  </a:path>
                </a:pathLst>
              </a:custGeom>
              <a:solidFill>
                <a:srgbClr val="FF0000">
                  <a:alpha val="100000"/>
                </a:srgbClr>
              </a:solidFill>
              <a:ln w="9525">
                <a:noFill/>
              </a:ln>
            </p:spPr>
            <p:txBody>
              <a:bodyPr/>
              <a:p>
                <a:endParaRPr lang="zh-CN" altLang="en-US"/>
              </a:p>
            </p:txBody>
          </p:sp>
          <p:sp>
            <p:nvSpPr>
              <p:cNvPr id="146485" name="Freeform 114"/>
              <p:cNvSpPr/>
              <p:nvPr/>
            </p:nvSpPr>
            <p:spPr>
              <a:xfrm>
                <a:off x="4894" y="1857"/>
                <a:ext cx="98" cy="112"/>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690" h="782">
                    <a:moveTo>
                      <a:pt x="684" y="29"/>
                    </a:moveTo>
                    <a:lnTo>
                      <a:pt x="681" y="28"/>
                    </a:lnTo>
                    <a:lnTo>
                      <a:pt x="670" y="25"/>
                    </a:lnTo>
                    <a:lnTo>
                      <a:pt x="652" y="21"/>
                    </a:lnTo>
                    <a:lnTo>
                      <a:pt x="628" y="16"/>
                    </a:lnTo>
                    <a:lnTo>
                      <a:pt x="600" y="11"/>
                    </a:lnTo>
                    <a:lnTo>
                      <a:pt x="566" y="7"/>
                    </a:lnTo>
                    <a:lnTo>
                      <a:pt x="527" y="3"/>
                    </a:lnTo>
                    <a:lnTo>
                      <a:pt x="483" y="1"/>
                    </a:lnTo>
                    <a:lnTo>
                      <a:pt x="436" y="0"/>
                    </a:lnTo>
                    <a:lnTo>
                      <a:pt x="386" y="2"/>
                    </a:lnTo>
                    <a:lnTo>
                      <a:pt x="333" y="7"/>
                    </a:lnTo>
                    <a:lnTo>
                      <a:pt x="277" y="16"/>
                    </a:lnTo>
                    <a:lnTo>
                      <a:pt x="221" y="28"/>
                    </a:lnTo>
                    <a:lnTo>
                      <a:pt x="163" y="45"/>
                    </a:lnTo>
                    <a:lnTo>
                      <a:pt x="104" y="65"/>
                    </a:lnTo>
                    <a:lnTo>
                      <a:pt x="44" y="93"/>
                    </a:lnTo>
                    <a:lnTo>
                      <a:pt x="40" y="108"/>
                    </a:lnTo>
                    <a:lnTo>
                      <a:pt x="29" y="150"/>
                    </a:lnTo>
                    <a:lnTo>
                      <a:pt x="17" y="216"/>
                    </a:lnTo>
                    <a:lnTo>
                      <a:pt x="5" y="301"/>
                    </a:lnTo>
                    <a:lnTo>
                      <a:pt x="0" y="402"/>
                    </a:lnTo>
                    <a:lnTo>
                      <a:pt x="4" y="516"/>
                    </a:lnTo>
                    <a:lnTo>
                      <a:pt x="21" y="638"/>
                    </a:lnTo>
                    <a:lnTo>
                      <a:pt x="57" y="763"/>
                    </a:lnTo>
                    <a:lnTo>
                      <a:pt x="60" y="763"/>
                    </a:lnTo>
                    <a:lnTo>
                      <a:pt x="69" y="762"/>
                    </a:lnTo>
                    <a:lnTo>
                      <a:pt x="84" y="759"/>
                    </a:lnTo>
                    <a:lnTo>
                      <a:pt x="105" y="758"/>
                    </a:lnTo>
                    <a:lnTo>
                      <a:pt x="131" y="756"/>
                    </a:lnTo>
                    <a:lnTo>
                      <a:pt x="162" y="754"/>
                    </a:lnTo>
                    <a:lnTo>
                      <a:pt x="198" y="753"/>
                    </a:lnTo>
                    <a:lnTo>
                      <a:pt x="239" y="751"/>
                    </a:lnTo>
                    <a:lnTo>
                      <a:pt x="283" y="750"/>
                    </a:lnTo>
                    <a:lnTo>
                      <a:pt x="331" y="751"/>
                    </a:lnTo>
                    <a:lnTo>
                      <a:pt x="384" y="753"/>
                    </a:lnTo>
                    <a:lnTo>
                      <a:pt x="440" y="755"/>
                    </a:lnTo>
                    <a:lnTo>
                      <a:pt x="498" y="759"/>
                    </a:lnTo>
                    <a:lnTo>
                      <a:pt x="560" y="765"/>
                    </a:lnTo>
                    <a:lnTo>
                      <a:pt x="624" y="773"/>
                    </a:lnTo>
                    <a:lnTo>
                      <a:pt x="690" y="782"/>
                    </a:lnTo>
                    <a:lnTo>
                      <a:pt x="687" y="759"/>
                    </a:lnTo>
                    <a:lnTo>
                      <a:pt x="680" y="697"/>
                    </a:lnTo>
                    <a:lnTo>
                      <a:pt x="670" y="604"/>
                    </a:lnTo>
                    <a:lnTo>
                      <a:pt x="662" y="492"/>
                    </a:lnTo>
                    <a:lnTo>
                      <a:pt x="656" y="368"/>
                    </a:lnTo>
                    <a:lnTo>
                      <a:pt x="656" y="244"/>
                    </a:lnTo>
                    <a:lnTo>
                      <a:pt x="665" y="128"/>
                    </a:lnTo>
                    <a:lnTo>
                      <a:pt x="684" y="29"/>
                    </a:lnTo>
                    <a:close/>
                  </a:path>
                </a:pathLst>
              </a:custGeom>
              <a:solidFill>
                <a:srgbClr val="FF0000">
                  <a:alpha val="100000"/>
                </a:srgbClr>
              </a:solidFill>
              <a:ln w="9525">
                <a:noFill/>
              </a:ln>
            </p:spPr>
            <p:txBody>
              <a:bodyPr/>
              <a:p>
                <a:endParaRPr lang="zh-CN" altLang="en-US"/>
              </a:p>
            </p:txBody>
          </p:sp>
          <p:sp>
            <p:nvSpPr>
              <p:cNvPr id="146486" name="Freeform 115"/>
              <p:cNvSpPr/>
              <p:nvPr/>
            </p:nvSpPr>
            <p:spPr>
              <a:xfrm>
                <a:off x="4904" y="1888"/>
                <a:ext cx="163" cy="11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39" h="778">
                    <a:moveTo>
                      <a:pt x="7" y="587"/>
                    </a:moveTo>
                    <a:lnTo>
                      <a:pt x="0" y="682"/>
                    </a:lnTo>
                    <a:lnTo>
                      <a:pt x="742" y="778"/>
                    </a:lnTo>
                    <a:lnTo>
                      <a:pt x="748" y="775"/>
                    </a:lnTo>
                    <a:lnTo>
                      <a:pt x="763" y="767"/>
                    </a:lnTo>
                    <a:lnTo>
                      <a:pt x="787" y="755"/>
                    </a:lnTo>
                    <a:lnTo>
                      <a:pt x="816" y="737"/>
                    </a:lnTo>
                    <a:lnTo>
                      <a:pt x="852" y="714"/>
                    </a:lnTo>
                    <a:lnTo>
                      <a:pt x="891" y="686"/>
                    </a:lnTo>
                    <a:lnTo>
                      <a:pt x="932" y="652"/>
                    </a:lnTo>
                    <a:lnTo>
                      <a:pt x="973" y="613"/>
                    </a:lnTo>
                    <a:lnTo>
                      <a:pt x="1013" y="570"/>
                    </a:lnTo>
                    <a:lnTo>
                      <a:pt x="1051" y="521"/>
                    </a:lnTo>
                    <a:lnTo>
                      <a:pt x="1083" y="466"/>
                    </a:lnTo>
                    <a:lnTo>
                      <a:pt x="1109" y="406"/>
                    </a:lnTo>
                    <a:lnTo>
                      <a:pt x="1129" y="342"/>
                    </a:lnTo>
                    <a:lnTo>
                      <a:pt x="1139" y="271"/>
                    </a:lnTo>
                    <a:lnTo>
                      <a:pt x="1138" y="196"/>
                    </a:lnTo>
                    <a:lnTo>
                      <a:pt x="1124" y="115"/>
                    </a:lnTo>
                    <a:lnTo>
                      <a:pt x="1122" y="110"/>
                    </a:lnTo>
                    <a:lnTo>
                      <a:pt x="1115" y="97"/>
                    </a:lnTo>
                    <a:lnTo>
                      <a:pt x="1102" y="80"/>
                    </a:lnTo>
                    <a:lnTo>
                      <a:pt x="1086" y="59"/>
                    </a:lnTo>
                    <a:lnTo>
                      <a:pt x="1066" y="39"/>
                    </a:lnTo>
                    <a:lnTo>
                      <a:pt x="1041" y="20"/>
                    </a:lnTo>
                    <a:lnTo>
                      <a:pt x="1011" y="7"/>
                    </a:lnTo>
                    <a:lnTo>
                      <a:pt x="978" y="0"/>
                    </a:lnTo>
                    <a:lnTo>
                      <a:pt x="982" y="12"/>
                    </a:lnTo>
                    <a:lnTo>
                      <a:pt x="994" y="46"/>
                    </a:lnTo>
                    <a:lnTo>
                      <a:pt x="1007" y="100"/>
                    </a:lnTo>
                    <a:lnTo>
                      <a:pt x="1019" y="169"/>
                    </a:lnTo>
                    <a:lnTo>
                      <a:pt x="1022" y="252"/>
                    </a:lnTo>
                    <a:lnTo>
                      <a:pt x="1013" y="344"/>
                    </a:lnTo>
                    <a:lnTo>
                      <a:pt x="987" y="444"/>
                    </a:lnTo>
                    <a:lnTo>
                      <a:pt x="940" y="549"/>
                    </a:lnTo>
                    <a:lnTo>
                      <a:pt x="939" y="550"/>
                    </a:lnTo>
                    <a:lnTo>
                      <a:pt x="934" y="553"/>
                    </a:lnTo>
                    <a:lnTo>
                      <a:pt x="927" y="559"/>
                    </a:lnTo>
                    <a:lnTo>
                      <a:pt x="917" y="567"/>
                    </a:lnTo>
                    <a:lnTo>
                      <a:pt x="904" y="575"/>
                    </a:lnTo>
                    <a:lnTo>
                      <a:pt x="890" y="585"/>
                    </a:lnTo>
                    <a:lnTo>
                      <a:pt x="871" y="594"/>
                    </a:lnTo>
                    <a:lnTo>
                      <a:pt x="851" y="603"/>
                    </a:lnTo>
                    <a:lnTo>
                      <a:pt x="828" y="611"/>
                    </a:lnTo>
                    <a:lnTo>
                      <a:pt x="802" y="619"/>
                    </a:lnTo>
                    <a:lnTo>
                      <a:pt x="773" y="625"/>
                    </a:lnTo>
                    <a:lnTo>
                      <a:pt x="741" y="629"/>
                    </a:lnTo>
                    <a:lnTo>
                      <a:pt x="708" y="630"/>
                    </a:lnTo>
                    <a:lnTo>
                      <a:pt x="671" y="629"/>
                    </a:lnTo>
                    <a:lnTo>
                      <a:pt x="631" y="626"/>
                    </a:lnTo>
                    <a:lnTo>
                      <a:pt x="590" y="618"/>
                    </a:lnTo>
                    <a:lnTo>
                      <a:pt x="590" y="720"/>
                    </a:lnTo>
                    <a:lnTo>
                      <a:pt x="26" y="663"/>
                    </a:lnTo>
                    <a:lnTo>
                      <a:pt x="7" y="587"/>
                    </a:lnTo>
                    <a:close/>
                  </a:path>
                </a:pathLst>
              </a:custGeom>
              <a:solidFill>
                <a:schemeClr val="bg1">
                  <a:alpha val="100000"/>
                </a:schemeClr>
              </a:solidFill>
              <a:ln w="9525">
                <a:noFill/>
              </a:ln>
            </p:spPr>
            <p:txBody>
              <a:bodyPr/>
              <a:p>
                <a:endParaRPr lang="zh-CN" altLang="en-US"/>
              </a:p>
            </p:txBody>
          </p:sp>
          <p:sp>
            <p:nvSpPr>
              <p:cNvPr id="146487" name="Freeform 116"/>
              <p:cNvSpPr/>
              <p:nvPr/>
            </p:nvSpPr>
            <p:spPr>
              <a:xfrm>
                <a:off x="4884" y="1997"/>
                <a:ext cx="119" cy="38"/>
              </a:xfrm>
              <a:custGeom>
                <a:avLst/>
                <a:gdLst/>
                <a:ahLst/>
                <a:cxnLst>
                  <a:cxn ang="0">
                    <a:pos x="0" y="0"/>
                  </a:cxn>
                  <a:cxn ang="0">
                    <a:pos x="0" y="0"/>
                  </a:cxn>
                  <a:cxn ang="0">
                    <a:pos x="0" y="0"/>
                  </a:cxn>
                  <a:cxn ang="0">
                    <a:pos x="0" y="0"/>
                  </a:cxn>
                  <a:cxn ang="0">
                    <a:pos x="0" y="0"/>
                  </a:cxn>
                </a:cxnLst>
                <a:pathLst>
                  <a:path w="837" h="269">
                    <a:moveTo>
                      <a:pt x="837" y="96"/>
                    </a:moveTo>
                    <a:lnTo>
                      <a:pt x="12" y="0"/>
                    </a:lnTo>
                    <a:lnTo>
                      <a:pt x="0" y="96"/>
                    </a:lnTo>
                    <a:lnTo>
                      <a:pt x="812" y="269"/>
                    </a:lnTo>
                    <a:lnTo>
                      <a:pt x="837" y="96"/>
                    </a:lnTo>
                    <a:close/>
                  </a:path>
                </a:pathLst>
              </a:custGeom>
              <a:solidFill>
                <a:schemeClr val="bg1">
                  <a:alpha val="100000"/>
                </a:schemeClr>
              </a:solidFill>
              <a:ln w="9525">
                <a:noFill/>
              </a:ln>
            </p:spPr>
            <p:txBody>
              <a:bodyPr/>
              <a:p>
                <a:endParaRPr lang="zh-CN" altLang="en-US"/>
              </a:p>
            </p:txBody>
          </p:sp>
          <p:sp>
            <p:nvSpPr>
              <p:cNvPr id="146488" name="Freeform 117"/>
              <p:cNvSpPr/>
              <p:nvPr/>
            </p:nvSpPr>
            <p:spPr>
              <a:xfrm>
                <a:off x="4943" y="2009"/>
                <a:ext cx="51" cy="18"/>
              </a:xfrm>
              <a:custGeom>
                <a:avLst/>
                <a:gdLst/>
                <a:ahLst/>
                <a:cxnLst>
                  <a:cxn ang="0">
                    <a:pos x="0" y="0"/>
                  </a:cxn>
                  <a:cxn ang="0">
                    <a:pos x="0" y="0"/>
                  </a:cxn>
                  <a:cxn ang="0">
                    <a:pos x="0" y="0"/>
                  </a:cxn>
                  <a:cxn ang="0">
                    <a:pos x="0" y="0"/>
                  </a:cxn>
                  <a:cxn ang="0">
                    <a:pos x="0" y="0"/>
                  </a:cxn>
                </a:cxnLst>
                <a:pathLst>
                  <a:path w="358" h="122">
                    <a:moveTo>
                      <a:pt x="358" y="53"/>
                    </a:moveTo>
                    <a:lnTo>
                      <a:pt x="5" y="0"/>
                    </a:lnTo>
                    <a:lnTo>
                      <a:pt x="0" y="51"/>
                    </a:lnTo>
                    <a:lnTo>
                      <a:pt x="348" y="122"/>
                    </a:lnTo>
                    <a:lnTo>
                      <a:pt x="358" y="53"/>
                    </a:lnTo>
                    <a:close/>
                  </a:path>
                </a:pathLst>
              </a:custGeom>
              <a:solidFill>
                <a:srgbClr val="FFCCFF">
                  <a:alpha val="100000"/>
                </a:srgbClr>
              </a:solidFill>
              <a:ln w="9525">
                <a:noFill/>
              </a:ln>
            </p:spPr>
            <p:txBody>
              <a:bodyPr/>
              <a:p>
                <a:endParaRPr lang="zh-CN" altLang="en-US"/>
              </a:p>
            </p:txBody>
          </p:sp>
          <p:sp>
            <p:nvSpPr>
              <p:cNvPr id="146489" name="Freeform 118"/>
              <p:cNvSpPr/>
              <p:nvPr/>
            </p:nvSpPr>
            <p:spPr>
              <a:xfrm>
                <a:off x="4891" y="2000"/>
                <a:ext cx="34" cy="13"/>
              </a:xfrm>
              <a:custGeom>
                <a:avLst/>
                <a:gdLst/>
                <a:ahLst/>
                <a:cxnLst>
                  <a:cxn ang="0">
                    <a:pos x="0" y="0"/>
                  </a:cxn>
                  <a:cxn ang="0">
                    <a:pos x="0" y="0"/>
                  </a:cxn>
                  <a:cxn ang="0">
                    <a:pos x="0" y="0"/>
                  </a:cxn>
                  <a:cxn ang="0">
                    <a:pos x="0" y="0"/>
                  </a:cxn>
                  <a:cxn ang="0">
                    <a:pos x="0" y="0"/>
                  </a:cxn>
                </a:cxnLst>
                <a:pathLst>
                  <a:path w="239" h="91">
                    <a:moveTo>
                      <a:pt x="239" y="42"/>
                    </a:moveTo>
                    <a:lnTo>
                      <a:pt x="0" y="0"/>
                    </a:lnTo>
                    <a:lnTo>
                      <a:pt x="2" y="44"/>
                    </a:lnTo>
                    <a:lnTo>
                      <a:pt x="231" y="91"/>
                    </a:lnTo>
                    <a:lnTo>
                      <a:pt x="239" y="42"/>
                    </a:lnTo>
                    <a:close/>
                  </a:path>
                </a:pathLst>
              </a:custGeom>
              <a:solidFill>
                <a:srgbClr val="FFCCFF">
                  <a:alpha val="100000"/>
                </a:srgbClr>
              </a:solidFill>
              <a:ln w="9525">
                <a:noFill/>
              </a:ln>
            </p:spPr>
            <p:txBody>
              <a:bodyPr/>
              <a:p>
                <a:endParaRPr lang="zh-CN" altLang="en-US"/>
              </a:p>
            </p:txBody>
          </p:sp>
          <p:sp>
            <p:nvSpPr>
              <p:cNvPr id="146490" name="Freeform 119"/>
              <p:cNvSpPr/>
              <p:nvPr/>
            </p:nvSpPr>
            <p:spPr>
              <a:xfrm>
                <a:off x="4805" y="2013"/>
                <a:ext cx="202" cy="67"/>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409" h="466">
                    <a:moveTo>
                      <a:pt x="0" y="140"/>
                    </a:moveTo>
                    <a:lnTo>
                      <a:pt x="4" y="140"/>
                    </a:lnTo>
                    <a:lnTo>
                      <a:pt x="12" y="138"/>
                    </a:lnTo>
                    <a:lnTo>
                      <a:pt x="27" y="135"/>
                    </a:lnTo>
                    <a:lnTo>
                      <a:pt x="45" y="132"/>
                    </a:lnTo>
                    <a:lnTo>
                      <a:pt x="67" y="128"/>
                    </a:lnTo>
                    <a:lnTo>
                      <a:pt x="92" y="123"/>
                    </a:lnTo>
                    <a:lnTo>
                      <a:pt x="120" y="116"/>
                    </a:lnTo>
                    <a:lnTo>
                      <a:pt x="150" y="108"/>
                    </a:lnTo>
                    <a:lnTo>
                      <a:pt x="181" y="100"/>
                    </a:lnTo>
                    <a:lnTo>
                      <a:pt x="212" y="89"/>
                    </a:lnTo>
                    <a:lnTo>
                      <a:pt x="243" y="78"/>
                    </a:lnTo>
                    <a:lnTo>
                      <a:pt x="273" y="65"/>
                    </a:lnTo>
                    <a:lnTo>
                      <a:pt x="303" y="50"/>
                    </a:lnTo>
                    <a:lnTo>
                      <a:pt x="330" y="35"/>
                    </a:lnTo>
                    <a:lnTo>
                      <a:pt x="355" y="18"/>
                    </a:lnTo>
                    <a:lnTo>
                      <a:pt x="375" y="0"/>
                    </a:lnTo>
                    <a:lnTo>
                      <a:pt x="1409" y="236"/>
                    </a:lnTo>
                    <a:lnTo>
                      <a:pt x="1407" y="239"/>
                    </a:lnTo>
                    <a:lnTo>
                      <a:pt x="1401" y="245"/>
                    </a:lnTo>
                    <a:lnTo>
                      <a:pt x="1392" y="254"/>
                    </a:lnTo>
                    <a:lnTo>
                      <a:pt x="1379" y="265"/>
                    </a:lnTo>
                    <a:lnTo>
                      <a:pt x="1363" y="279"/>
                    </a:lnTo>
                    <a:lnTo>
                      <a:pt x="1345" y="295"/>
                    </a:lnTo>
                    <a:lnTo>
                      <a:pt x="1325" y="313"/>
                    </a:lnTo>
                    <a:lnTo>
                      <a:pt x="1303" y="332"/>
                    </a:lnTo>
                    <a:lnTo>
                      <a:pt x="1279" y="351"/>
                    </a:lnTo>
                    <a:lnTo>
                      <a:pt x="1253" y="371"/>
                    </a:lnTo>
                    <a:lnTo>
                      <a:pt x="1227" y="390"/>
                    </a:lnTo>
                    <a:lnTo>
                      <a:pt x="1200" y="409"/>
                    </a:lnTo>
                    <a:lnTo>
                      <a:pt x="1172" y="426"/>
                    </a:lnTo>
                    <a:lnTo>
                      <a:pt x="1145" y="441"/>
                    </a:lnTo>
                    <a:lnTo>
                      <a:pt x="1117" y="455"/>
                    </a:lnTo>
                    <a:lnTo>
                      <a:pt x="1091" y="466"/>
                    </a:lnTo>
                    <a:lnTo>
                      <a:pt x="0" y="140"/>
                    </a:lnTo>
                    <a:close/>
                  </a:path>
                </a:pathLst>
              </a:custGeom>
              <a:solidFill>
                <a:srgbClr val="FFCCFF">
                  <a:alpha val="100000"/>
                </a:srgbClr>
              </a:solidFill>
              <a:ln w="9525">
                <a:noFill/>
              </a:ln>
            </p:spPr>
            <p:txBody>
              <a:bodyPr/>
              <a:p>
                <a:endParaRPr lang="zh-CN" altLang="en-US"/>
              </a:p>
            </p:txBody>
          </p:sp>
          <p:sp>
            <p:nvSpPr>
              <p:cNvPr id="146491" name="Freeform 120"/>
              <p:cNvSpPr/>
              <p:nvPr/>
            </p:nvSpPr>
            <p:spPr>
              <a:xfrm>
                <a:off x="5006" y="2006"/>
                <a:ext cx="72" cy="32"/>
              </a:xfrm>
              <a:custGeom>
                <a:avLst/>
                <a:gdLst/>
                <a:ahLst/>
                <a:cxnLst>
                  <a:cxn ang="0">
                    <a:pos x="0" y="0"/>
                  </a:cxn>
                  <a:cxn ang="0">
                    <a:pos x="0" y="0"/>
                  </a:cxn>
                  <a:cxn ang="0">
                    <a:pos x="0" y="0"/>
                  </a:cxn>
                  <a:cxn ang="0">
                    <a:pos x="0" y="0"/>
                  </a:cxn>
                  <a:cxn ang="0">
                    <a:pos x="0" y="0"/>
                  </a:cxn>
                  <a:cxn ang="0">
                    <a:pos x="0" y="0"/>
                  </a:cxn>
                </a:cxnLst>
                <a:pathLst>
                  <a:path w="502" h="223">
                    <a:moveTo>
                      <a:pt x="51" y="223"/>
                    </a:moveTo>
                    <a:lnTo>
                      <a:pt x="502" y="90"/>
                    </a:lnTo>
                    <a:lnTo>
                      <a:pt x="229" y="0"/>
                    </a:lnTo>
                    <a:lnTo>
                      <a:pt x="6" y="26"/>
                    </a:lnTo>
                    <a:lnTo>
                      <a:pt x="0" y="211"/>
                    </a:lnTo>
                    <a:lnTo>
                      <a:pt x="51" y="223"/>
                    </a:lnTo>
                    <a:close/>
                  </a:path>
                </a:pathLst>
              </a:custGeom>
              <a:solidFill>
                <a:schemeClr val="bg1">
                  <a:alpha val="100000"/>
                </a:schemeClr>
              </a:solidFill>
              <a:ln w="9525">
                <a:noFill/>
              </a:ln>
            </p:spPr>
            <p:txBody>
              <a:bodyPr/>
              <a:p>
                <a:endParaRPr lang="zh-CN" altLang="en-US"/>
              </a:p>
            </p:txBody>
          </p:sp>
          <p:sp>
            <p:nvSpPr>
              <p:cNvPr id="146492" name="Freeform 121"/>
              <p:cNvSpPr/>
              <p:nvPr/>
            </p:nvSpPr>
            <p:spPr>
              <a:xfrm>
                <a:off x="4821" y="1869"/>
                <a:ext cx="38" cy="152"/>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67" h="1064">
                    <a:moveTo>
                      <a:pt x="267" y="26"/>
                    </a:moveTo>
                    <a:lnTo>
                      <a:pt x="266" y="24"/>
                    </a:lnTo>
                    <a:lnTo>
                      <a:pt x="262" y="22"/>
                    </a:lnTo>
                    <a:lnTo>
                      <a:pt x="254" y="20"/>
                    </a:lnTo>
                    <a:lnTo>
                      <a:pt x="244" y="16"/>
                    </a:lnTo>
                    <a:lnTo>
                      <a:pt x="232" y="12"/>
                    </a:lnTo>
                    <a:lnTo>
                      <a:pt x="218" y="8"/>
                    </a:lnTo>
                    <a:lnTo>
                      <a:pt x="202" y="5"/>
                    </a:lnTo>
                    <a:lnTo>
                      <a:pt x="184" y="1"/>
                    </a:lnTo>
                    <a:lnTo>
                      <a:pt x="164" y="0"/>
                    </a:lnTo>
                    <a:lnTo>
                      <a:pt x="143" y="0"/>
                    </a:lnTo>
                    <a:lnTo>
                      <a:pt x="121" y="3"/>
                    </a:lnTo>
                    <a:lnTo>
                      <a:pt x="98" y="6"/>
                    </a:lnTo>
                    <a:lnTo>
                      <a:pt x="74" y="13"/>
                    </a:lnTo>
                    <a:lnTo>
                      <a:pt x="50" y="22"/>
                    </a:lnTo>
                    <a:lnTo>
                      <a:pt x="25" y="35"/>
                    </a:lnTo>
                    <a:lnTo>
                      <a:pt x="0" y="51"/>
                    </a:lnTo>
                    <a:lnTo>
                      <a:pt x="0" y="1064"/>
                    </a:lnTo>
                    <a:lnTo>
                      <a:pt x="1" y="1064"/>
                    </a:lnTo>
                    <a:lnTo>
                      <a:pt x="7" y="1064"/>
                    </a:lnTo>
                    <a:lnTo>
                      <a:pt x="15" y="1063"/>
                    </a:lnTo>
                    <a:lnTo>
                      <a:pt x="25" y="1062"/>
                    </a:lnTo>
                    <a:lnTo>
                      <a:pt x="37" y="1060"/>
                    </a:lnTo>
                    <a:lnTo>
                      <a:pt x="52" y="1057"/>
                    </a:lnTo>
                    <a:lnTo>
                      <a:pt x="69" y="1054"/>
                    </a:lnTo>
                    <a:lnTo>
                      <a:pt x="88" y="1049"/>
                    </a:lnTo>
                    <a:lnTo>
                      <a:pt x="108" y="1044"/>
                    </a:lnTo>
                    <a:lnTo>
                      <a:pt x="129" y="1037"/>
                    </a:lnTo>
                    <a:lnTo>
                      <a:pt x="152" y="1029"/>
                    </a:lnTo>
                    <a:lnTo>
                      <a:pt x="175" y="1018"/>
                    </a:lnTo>
                    <a:lnTo>
                      <a:pt x="198" y="1007"/>
                    </a:lnTo>
                    <a:lnTo>
                      <a:pt x="222" y="994"/>
                    </a:lnTo>
                    <a:lnTo>
                      <a:pt x="244" y="979"/>
                    </a:lnTo>
                    <a:lnTo>
                      <a:pt x="267" y="962"/>
                    </a:lnTo>
                    <a:lnTo>
                      <a:pt x="267" y="26"/>
                    </a:lnTo>
                    <a:close/>
                  </a:path>
                </a:pathLst>
              </a:custGeom>
              <a:solidFill>
                <a:schemeClr val="bg1">
                  <a:alpha val="100000"/>
                </a:schemeClr>
              </a:solidFill>
              <a:ln w="9525">
                <a:noFill/>
              </a:ln>
            </p:spPr>
            <p:txBody>
              <a:bodyPr/>
              <a:p>
                <a:endParaRPr lang="zh-CN" altLang="en-US"/>
              </a:p>
            </p:txBody>
          </p:sp>
          <p:sp>
            <p:nvSpPr>
              <p:cNvPr id="146493" name="Freeform 122"/>
              <p:cNvSpPr/>
              <p:nvPr/>
            </p:nvSpPr>
            <p:spPr>
              <a:xfrm>
                <a:off x="4822" y="1871"/>
                <a:ext cx="33" cy="12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28" h="898">
                    <a:moveTo>
                      <a:pt x="228" y="21"/>
                    </a:moveTo>
                    <a:lnTo>
                      <a:pt x="227" y="20"/>
                    </a:lnTo>
                    <a:lnTo>
                      <a:pt x="224" y="19"/>
                    </a:lnTo>
                    <a:lnTo>
                      <a:pt x="217" y="17"/>
                    </a:lnTo>
                    <a:lnTo>
                      <a:pt x="209" y="13"/>
                    </a:lnTo>
                    <a:lnTo>
                      <a:pt x="199" y="10"/>
                    </a:lnTo>
                    <a:lnTo>
                      <a:pt x="186" y="6"/>
                    </a:lnTo>
                    <a:lnTo>
                      <a:pt x="172" y="4"/>
                    </a:lnTo>
                    <a:lnTo>
                      <a:pt x="157" y="2"/>
                    </a:lnTo>
                    <a:lnTo>
                      <a:pt x="140" y="0"/>
                    </a:lnTo>
                    <a:lnTo>
                      <a:pt x="122" y="0"/>
                    </a:lnTo>
                    <a:lnTo>
                      <a:pt x="104" y="2"/>
                    </a:lnTo>
                    <a:lnTo>
                      <a:pt x="83" y="5"/>
                    </a:lnTo>
                    <a:lnTo>
                      <a:pt x="64" y="11"/>
                    </a:lnTo>
                    <a:lnTo>
                      <a:pt x="42" y="19"/>
                    </a:lnTo>
                    <a:lnTo>
                      <a:pt x="21" y="29"/>
                    </a:lnTo>
                    <a:lnTo>
                      <a:pt x="0" y="43"/>
                    </a:lnTo>
                    <a:lnTo>
                      <a:pt x="0" y="898"/>
                    </a:lnTo>
                    <a:lnTo>
                      <a:pt x="1" y="898"/>
                    </a:lnTo>
                    <a:lnTo>
                      <a:pt x="5" y="898"/>
                    </a:lnTo>
                    <a:lnTo>
                      <a:pt x="12" y="897"/>
                    </a:lnTo>
                    <a:lnTo>
                      <a:pt x="21" y="896"/>
                    </a:lnTo>
                    <a:lnTo>
                      <a:pt x="32" y="894"/>
                    </a:lnTo>
                    <a:lnTo>
                      <a:pt x="45" y="892"/>
                    </a:lnTo>
                    <a:lnTo>
                      <a:pt x="59" y="889"/>
                    </a:lnTo>
                    <a:lnTo>
                      <a:pt x="75" y="884"/>
                    </a:lnTo>
                    <a:lnTo>
                      <a:pt x="92" y="879"/>
                    </a:lnTo>
                    <a:lnTo>
                      <a:pt x="111" y="874"/>
                    </a:lnTo>
                    <a:lnTo>
                      <a:pt x="130" y="867"/>
                    </a:lnTo>
                    <a:lnTo>
                      <a:pt x="149" y="858"/>
                    </a:lnTo>
                    <a:lnTo>
                      <a:pt x="169" y="848"/>
                    </a:lnTo>
                    <a:lnTo>
                      <a:pt x="190" y="837"/>
                    </a:lnTo>
                    <a:lnTo>
                      <a:pt x="209" y="824"/>
                    </a:lnTo>
                    <a:lnTo>
                      <a:pt x="228" y="809"/>
                    </a:lnTo>
                    <a:lnTo>
                      <a:pt x="228" y="21"/>
                    </a:lnTo>
                    <a:close/>
                  </a:path>
                </a:pathLst>
              </a:custGeom>
              <a:solidFill>
                <a:srgbClr val="FFCCFF">
                  <a:alpha val="100000"/>
                </a:srgbClr>
              </a:solidFill>
              <a:ln w="9525">
                <a:noFill/>
              </a:ln>
            </p:spPr>
            <p:txBody>
              <a:bodyPr/>
              <a:p>
                <a:endParaRPr lang="zh-CN" altLang="en-US"/>
              </a:p>
            </p:txBody>
          </p:sp>
          <p:sp>
            <p:nvSpPr>
              <p:cNvPr id="146494" name="Freeform 123"/>
              <p:cNvSpPr/>
              <p:nvPr/>
            </p:nvSpPr>
            <p:spPr>
              <a:xfrm>
                <a:off x="4823" y="1872"/>
                <a:ext cx="27" cy="104"/>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92" h="729">
                    <a:moveTo>
                      <a:pt x="192" y="17"/>
                    </a:moveTo>
                    <a:lnTo>
                      <a:pt x="191" y="17"/>
                    </a:lnTo>
                    <a:lnTo>
                      <a:pt x="187" y="15"/>
                    </a:lnTo>
                    <a:lnTo>
                      <a:pt x="183" y="12"/>
                    </a:lnTo>
                    <a:lnTo>
                      <a:pt x="176" y="10"/>
                    </a:lnTo>
                    <a:lnTo>
                      <a:pt x="167" y="8"/>
                    </a:lnTo>
                    <a:lnTo>
                      <a:pt x="156" y="4"/>
                    </a:lnTo>
                    <a:lnTo>
                      <a:pt x="145" y="2"/>
                    </a:lnTo>
                    <a:lnTo>
                      <a:pt x="132" y="0"/>
                    </a:lnTo>
                    <a:lnTo>
                      <a:pt x="117" y="0"/>
                    </a:lnTo>
                    <a:lnTo>
                      <a:pt x="102" y="0"/>
                    </a:lnTo>
                    <a:lnTo>
                      <a:pt x="86" y="1"/>
                    </a:lnTo>
                    <a:lnTo>
                      <a:pt x="70" y="3"/>
                    </a:lnTo>
                    <a:lnTo>
                      <a:pt x="53" y="8"/>
                    </a:lnTo>
                    <a:lnTo>
                      <a:pt x="35" y="15"/>
                    </a:lnTo>
                    <a:lnTo>
                      <a:pt x="18" y="24"/>
                    </a:lnTo>
                    <a:lnTo>
                      <a:pt x="0" y="35"/>
                    </a:lnTo>
                    <a:lnTo>
                      <a:pt x="0" y="729"/>
                    </a:lnTo>
                    <a:lnTo>
                      <a:pt x="1" y="729"/>
                    </a:lnTo>
                    <a:lnTo>
                      <a:pt x="4" y="729"/>
                    </a:lnTo>
                    <a:lnTo>
                      <a:pt x="10" y="728"/>
                    </a:lnTo>
                    <a:lnTo>
                      <a:pt x="18" y="727"/>
                    </a:lnTo>
                    <a:lnTo>
                      <a:pt x="27" y="726"/>
                    </a:lnTo>
                    <a:lnTo>
                      <a:pt x="37" y="725"/>
                    </a:lnTo>
                    <a:lnTo>
                      <a:pt x="50" y="721"/>
                    </a:lnTo>
                    <a:lnTo>
                      <a:pt x="64" y="719"/>
                    </a:lnTo>
                    <a:lnTo>
                      <a:pt x="77" y="714"/>
                    </a:lnTo>
                    <a:lnTo>
                      <a:pt x="92" y="710"/>
                    </a:lnTo>
                    <a:lnTo>
                      <a:pt x="108" y="704"/>
                    </a:lnTo>
                    <a:lnTo>
                      <a:pt x="125" y="697"/>
                    </a:lnTo>
                    <a:lnTo>
                      <a:pt x="141" y="689"/>
                    </a:lnTo>
                    <a:lnTo>
                      <a:pt x="159" y="680"/>
                    </a:lnTo>
                    <a:lnTo>
                      <a:pt x="176" y="668"/>
                    </a:lnTo>
                    <a:lnTo>
                      <a:pt x="192" y="657"/>
                    </a:lnTo>
                    <a:lnTo>
                      <a:pt x="192" y="17"/>
                    </a:lnTo>
                    <a:close/>
                  </a:path>
                </a:pathLst>
              </a:custGeom>
              <a:solidFill>
                <a:schemeClr val="bg1">
                  <a:alpha val="100000"/>
                </a:schemeClr>
              </a:solidFill>
              <a:ln w="9525">
                <a:noFill/>
              </a:ln>
            </p:spPr>
            <p:txBody>
              <a:bodyPr/>
              <a:p>
                <a:endParaRPr lang="zh-CN" altLang="en-US"/>
              </a:p>
            </p:txBody>
          </p:sp>
          <p:sp>
            <p:nvSpPr>
              <p:cNvPr id="146495" name="Freeform 124"/>
              <p:cNvSpPr/>
              <p:nvPr/>
            </p:nvSpPr>
            <p:spPr>
              <a:xfrm>
                <a:off x="4824" y="1873"/>
                <a:ext cx="22" cy="8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56" h="564">
                    <a:moveTo>
                      <a:pt x="156" y="15"/>
                    </a:moveTo>
                    <a:lnTo>
                      <a:pt x="153" y="14"/>
                    </a:lnTo>
                    <a:lnTo>
                      <a:pt x="142" y="9"/>
                    </a:lnTo>
                    <a:lnTo>
                      <a:pt x="127" y="4"/>
                    </a:lnTo>
                    <a:lnTo>
                      <a:pt x="108" y="1"/>
                    </a:lnTo>
                    <a:lnTo>
                      <a:pt x="84" y="0"/>
                    </a:lnTo>
                    <a:lnTo>
                      <a:pt x="58" y="3"/>
                    </a:lnTo>
                    <a:lnTo>
                      <a:pt x="29" y="12"/>
                    </a:lnTo>
                    <a:lnTo>
                      <a:pt x="0" y="28"/>
                    </a:lnTo>
                    <a:lnTo>
                      <a:pt x="0" y="564"/>
                    </a:lnTo>
                    <a:lnTo>
                      <a:pt x="4" y="564"/>
                    </a:lnTo>
                    <a:lnTo>
                      <a:pt x="15" y="563"/>
                    </a:lnTo>
                    <a:lnTo>
                      <a:pt x="31" y="560"/>
                    </a:lnTo>
                    <a:lnTo>
                      <a:pt x="52" y="555"/>
                    </a:lnTo>
                    <a:lnTo>
                      <a:pt x="76" y="548"/>
                    </a:lnTo>
                    <a:lnTo>
                      <a:pt x="102" y="537"/>
                    </a:lnTo>
                    <a:lnTo>
                      <a:pt x="128" y="524"/>
                    </a:lnTo>
                    <a:lnTo>
                      <a:pt x="156" y="505"/>
                    </a:lnTo>
                    <a:lnTo>
                      <a:pt x="156" y="15"/>
                    </a:lnTo>
                    <a:close/>
                  </a:path>
                </a:pathLst>
              </a:custGeom>
              <a:solidFill>
                <a:schemeClr val="bg1">
                  <a:alpha val="100000"/>
                </a:schemeClr>
              </a:solidFill>
              <a:ln w="9525">
                <a:noFill/>
              </a:ln>
            </p:spPr>
            <p:txBody>
              <a:bodyPr/>
              <a:p>
                <a:endParaRPr lang="zh-CN" altLang="en-US"/>
              </a:p>
            </p:txBody>
          </p:sp>
          <p:sp>
            <p:nvSpPr>
              <p:cNvPr id="146496" name="Freeform 125"/>
              <p:cNvSpPr/>
              <p:nvPr/>
            </p:nvSpPr>
            <p:spPr>
              <a:xfrm>
                <a:off x="4825" y="1875"/>
                <a:ext cx="17" cy="5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7" h="396">
                    <a:moveTo>
                      <a:pt x="117" y="10"/>
                    </a:moveTo>
                    <a:lnTo>
                      <a:pt x="115" y="9"/>
                    </a:lnTo>
                    <a:lnTo>
                      <a:pt x="107" y="6"/>
                    </a:lnTo>
                    <a:lnTo>
                      <a:pt x="95" y="2"/>
                    </a:lnTo>
                    <a:lnTo>
                      <a:pt x="80" y="0"/>
                    </a:lnTo>
                    <a:lnTo>
                      <a:pt x="63" y="0"/>
                    </a:lnTo>
                    <a:lnTo>
                      <a:pt x="43" y="2"/>
                    </a:lnTo>
                    <a:lnTo>
                      <a:pt x="22" y="9"/>
                    </a:lnTo>
                    <a:lnTo>
                      <a:pt x="0" y="22"/>
                    </a:lnTo>
                    <a:lnTo>
                      <a:pt x="0" y="396"/>
                    </a:lnTo>
                    <a:lnTo>
                      <a:pt x="3" y="396"/>
                    </a:lnTo>
                    <a:lnTo>
                      <a:pt x="11" y="395"/>
                    </a:lnTo>
                    <a:lnTo>
                      <a:pt x="23" y="393"/>
                    </a:lnTo>
                    <a:lnTo>
                      <a:pt x="39" y="389"/>
                    </a:lnTo>
                    <a:lnTo>
                      <a:pt x="58" y="385"/>
                    </a:lnTo>
                    <a:lnTo>
                      <a:pt x="77" y="377"/>
                    </a:lnTo>
                    <a:lnTo>
                      <a:pt x="96" y="365"/>
                    </a:lnTo>
                    <a:lnTo>
                      <a:pt x="117" y="351"/>
                    </a:lnTo>
                    <a:lnTo>
                      <a:pt x="117" y="10"/>
                    </a:lnTo>
                    <a:close/>
                  </a:path>
                </a:pathLst>
              </a:custGeom>
              <a:solidFill>
                <a:srgbClr val="FFCCFF">
                  <a:alpha val="100000"/>
                </a:srgbClr>
              </a:solidFill>
              <a:ln w="9525">
                <a:noFill/>
              </a:ln>
            </p:spPr>
            <p:txBody>
              <a:bodyPr/>
              <a:p>
                <a:endParaRPr lang="zh-CN" altLang="en-US"/>
              </a:p>
            </p:txBody>
          </p:sp>
          <p:sp>
            <p:nvSpPr>
              <p:cNvPr id="146497" name="Freeform 126"/>
              <p:cNvSpPr/>
              <p:nvPr/>
            </p:nvSpPr>
            <p:spPr>
              <a:xfrm>
                <a:off x="4826" y="1876"/>
                <a:ext cx="11" cy="33"/>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80" h="230">
                    <a:moveTo>
                      <a:pt x="80" y="7"/>
                    </a:moveTo>
                    <a:lnTo>
                      <a:pt x="78" y="6"/>
                    </a:lnTo>
                    <a:lnTo>
                      <a:pt x="73" y="5"/>
                    </a:lnTo>
                    <a:lnTo>
                      <a:pt x="65" y="2"/>
                    </a:lnTo>
                    <a:lnTo>
                      <a:pt x="55" y="0"/>
                    </a:lnTo>
                    <a:lnTo>
                      <a:pt x="44" y="0"/>
                    </a:lnTo>
                    <a:lnTo>
                      <a:pt x="30" y="1"/>
                    </a:lnTo>
                    <a:lnTo>
                      <a:pt x="15" y="7"/>
                    </a:lnTo>
                    <a:lnTo>
                      <a:pt x="0" y="15"/>
                    </a:lnTo>
                    <a:lnTo>
                      <a:pt x="0" y="230"/>
                    </a:lnTo>
                    <a:lnTo>
                      <a:pt x="3" y="230"/>
                    </a:lnTo>
                    <a:lnTo>
                      <a:pt x="7" y="229"/>
                    </a:lnTo>
                    <a:lnTo>
                      <a:pt x="16" y="228"/>
                    </a:lnTo>
                    <a:lnTo>
                      <a:pt x="27" y="225"/>
                    </a:lnTo>
                    <a:lnTo>
                      <a:pt x="39" y="222"/>
                    </a:lnTo>
                    <a:lnTo>
                      <a:pt x="53" y="216"/>
                    </a:lnTo>
                    <a:lnTo>
                      <a:pt x="67" y="208"/>
                    </a:lnTo>
                    <a:lnTo>
                      <a:pt x="80" y="199"/>
                    </a:lnTo>
                    <a:lnTo>
                      <a:pt x="80" y="7"/>
                    </a:lnTo>
                    <a:close/>
                  </a:path>
                </a:pathLst>
              </a:custGeom>
              <a:solidFill>
                <a:srgbClr val="FFCCFF">
                  <a:alpha val="100000"/>
                </a:srgbClr>
              </a:solidFill>
              <a:ln w="9525">
                <a:noFill/>
              </a:ln>
            </p:spPr>
            <p:txBody>
              <a:bodyPr/>
              <a:p>
                <a:endParaRPr lang="zh-CN" altLang="en-US"/>
              </a:p>
            </p:txBody>
          </p:sp>
          <p:sp>
            <p:nvSpPr>
              <p:cNvPr id="146498" name="Freeform 127"/>
              <p:cNvSpPr/>
              <p:nvPr/>
            </p:nvSpPr>
            <p:spPr>
              <a:xfrm>
                <a:off x="4964" y="1970"/>
                <a:ext cx="16" cy="17"/>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7" h="117">
                    <a:moveTo>
                      <a:pt x="58" y="117"/>
                    </a:moveTo>
                    <a:lnTo>
                      <a:pt x="70" y="116"/>
                    </a:lnTo>
                    <a:lnTo>
                      <a:pt x="81" y="112"/>
                    </a:lnTo>
                    <a:lnTo>
                      <a:pt x="90" y="106"/>
                    </a:lnTo>
                    <a:lnTo>
                      <a:pt x="100" y="100"/>
                    </a:lnTo>
                    <a:lnTo>
                      <a:pt x="106" y="90"/>
                    </a:lnTo>
                    <a:lnTo>
                      <a:pt x="112" y="81"/>
                    </a:lnTo>
                    <a:lnTo>
                      <a:pt x="116" y="70"/>
                    </a:lnTo>
                    <a:lnTo>
                      <a:pt x="117" y="58"/>
                    </a:lnTo>
                    <a:lnTo>
                      <a:pt x="116" y="46"/>
                    </a:lnTo>
                    <a:lnTo>
                      <a:pt x="112" y="35"/>
                    </a:lnTo>
                    <a:lnTo>
                      <a:pt x="106" y="25"/>
                    </a:lnTo>
                    <a:lnTo>
                      <a:pt x="100" y="17"/>
                    </a:lnTo>
                    <a:lnTo>
                      <a:pt x="90" y="9"/>
                    </a:lnTo>
                    <a:lnTo>
                      <a:pt x="81" y="4"/>
                    </a:lnTo>
                    <a:lnTo>
                      <a:pt x="70" y="1"/>
                    </a:lnTo>
                    <a:lnTo>
                      <a:pt x="58" y="0"/>
                    </a:lnTo>
                    <a:lnTo>
                      <a:pt x="47" y="1"/>
                    </a:lnTo>
                    <a:lnTo>
                      <a:pt x="36" y="4"/>
                    </a:lnTo>
                    <a:lnTo>
                      <a:pt x="26" y="9"/>
                    </a:lnTo>
                    <a:lnTo>
                      <a:pt x="17" y="17"/>
                    </a:lnTo>
                    <a:lnTo>
                      <a:pt x="10" y="25"/>
                    </a:lnTo>
                    <a:lnTo>
                      <a:pt x="5" y="35"/>
                    </a:lnTo>
                    <a:lnTo>
                      <a:pt x="1" y="46"/>
                    </a:lnTo>
                    <a:lnTo>
                      <a:pt x="0" y="58"/>
                    </a:lnTo>
                    <a:lnTo>
                      <a:pt x="1" y="70"/>
                    </a:lnTo>
                    <a:lnTo>
                      <a:pt x="5" y="81"/>
                    </a:lnTo>
                    <a:lnTo>
                      <a:pt x="10" y="90"/>
                    </a:lnTo>
                    <a:lnTo>
                      <a:pt x="17" y="100"/>
                    </a:lnTo>
                    <a:lnTo>
                      <a:pt x="26" y="106"/>
                    </a:lnTo>
                    <a:lnTo>
                      <a:pt x="36" y="112"/>
                    </a:lnTo>
                    <a:lnTo>
                      <a:pt x="47" y="116"/>
                    </a:lnTo>
                    <a:lnTo>
                      <a:pt x="58" y="117"/>
                    </a:lnTo>
                    <a:close/>
                  </a:path>
                </a:pathLst>
              </a:custGeom>
              <a:solidFill>
                <a:srgbClr val="FFFFFF">
                  <a:alpha val="100000"/>
                </a:srgbClr>
              </a:solidFill>
              <a:ln w="9525">
                <a:noFill/>
              </a:ln>
            </p:spPr>
            <p:txBody>
              <a:bodyPr/>
              <a:p>
                <a:endParaRPr lang="zh-CN" altLang="en-US"/>
              </a:p>
            </p:txBody>
          </p:sp>
          <p:sp>
            <p:nvSpPr>
              <p:cNvPr id="146499" name="Freeform 128"/>
              <p:cNvSpPr/>
              <p:nvPr/>
            </p:nvSpPr>
            <p:spPr>
              <a:xfrm>
                <a:off x="4912" y="1970"/>
                <a:ext cx="9" cy="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8" h="59">
                    <a:moveTo>
                      <a:pt x="29" y="59"/>
                    </a:moveTo>
                    <a:lnTo>
                      <a:pt x="40" y="56"/>
                    </a:lnTo>
                    <a:lnTo>
                      <a:pt x="50" y="49"/>
                    </a:lnTo>
                    <a:lnTo>
                      <a:pt x="56" y="40"/>
                    </a:lnTo>
                    <a:lnTo>
                      <a:pt x="58" y="29"/>
                    </a:lnTo>
                    <a:lnTo>
                      <a:pt x="56" y="17"/>
                    </a:lnTo>
                    <a:lnTo>
                      <a:pt x="50" y="8"/>
                    </a:lnTo>
                    <a:lnTo>
                      <a:pt x="40" y="2"/>
                    </a:lnTo>
                    <a:lnTo>
                      <a:pt x="29" y="0"/>
                    </a:lnTo>
                    <a:lnTo>
                      <a:pt x="17" y="2"/>
                    </a:lnTo>
                    <a:lnTo>
                      <a:pt x="8" y="8"/>
                    </a:lnTo>
                    <a:lnTo>
                      <a:pt x="2" y="17"/>
                    </a:lnTo>
                    <a:lnTo>
                      <a:pt x="0" y="29"/>
                    </a:lnTo>
                    <a:lnTo>
                      <a:pt x="2" y="40"/>
                    </a:lnTo>
                    <a:lnTo>
                      <a:pt x="8" y="49"/>
                    </a:lnTo>
                    <a:lnTo>
                      <a:pt x="17" y="56"/>
                    </a:lnTo>
                    <a:lnTo>
                      <a:pt x="29" y="59"/>
                    </a:lnTo>
                    <a:close/>
                  </a:path>
                </a:pathLst>
              </a:custGeom>
              <a:solidFill>
                <a:srgbClr val="FFFFFF">
                  <a:alpha val="100000"/>
                </a:srgbClr>
              </a:solidFill>
              <a:ln w="9525">
                <a:noFill/>
              </a:ln>
            </p:spPr>
            <p:txBody>
              <a:bodyPr/>
              <a:p>
                <a:endParaRPr lang="zh-CN" altLang="en-US"/>
              </a:p>
            </p:txBody>
          </p:sp>
          <p:sp>
            <p:nvSpPr>
              <p:cNvPr id="146500" name="Freeform 129"/>
              <p:cNvSpPr/>
              <p:nvPr/>
            </p:nvSpPr>
            <p:spPr>
              <a:xfrm>
                <a:off x="4927" y="1971"/>
                <a:ext cx="8" cy="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8" h="59">
                    <a:moveTo>
                      <a:pt x="29" y="59"/>
                    </a:moveTo>
                    <a:lnTo>
                      <a:pt x="41" y="57"/>
                    </a:lnTo>
                    <a:lnTo>
                      <a:pt x="50" y="51"/>
                    </a:lnTo>
                    <a:lnTo>
                      <a:pt x="56" y="42"/>
                    </a:lnTo>
                    <a:lnTo>
                      <a:pt x="58" y="30"/>
                    </a:lnTo>
                    <a:lnTo>
                      <a:pt x="56" y="19"/>
                    </a:lnTo>
                    <a:lnTo>
                      <a:pt x="50" y="9"/>
                    </a:lnTo>
                    <a:lnTo>
                      <a:pt x="41" y="3"/>
                    </a:lnTo>
                    <a:lnTo>
                      <a:pt x="29" y="0"/>
                    </a:lnTo>
                    <a:lnTo>
                      <a:pt x="18" y="3"/>
                    </a:lnTo>
                    <a:lnTo>
                      <a:pt x="9" y="9"/>
                    </a:lnTo>
                    <a:lnTo>
                      <a:pt x="2" y="19"/>
                    </a:lnTo>
                    <a:lnTo>
                      <a:pt x="0" y="30"/>
                    </a:lnTo>
                    <a:lnTo>
                      <a:pt x="2" y="42"/>
                    </a:lnTo>
                    <a:lnTo>
                      <a:pt x="9" y="51"/>
                    </a:lnTo>
                    <a:lnTo>
                      <a:pt x="18" y="57"/>
                    </a:lnTo>
                    <a:lnTo>
                      <a:pt x="29" y="59"/>
                    </a:lnTo>
                    <a:close/>
                  </a:path>
                </a:pathLst>
              </a:custGeom>
              <a:solidFill>
                <a:srgbClr val="FFFFFF">
                  <a:alpha val="100000"/>
                </a:srgbClr>
              </a:solidFill>
              <a:ln w="9525">
                <a:noFill/>
              </a:ln>
            </p:spPr>
            <p:txBody>
              <a:bodyPr/>
              <a:p>
                <a:endParaRPr lang="zh-CN" altLang="en-US"/>
              </a:p>
            </p:txBody>
          </p:sp>
          <p:sp>
            <p:nvSpPr>
              <p:cNvPr id="146501" name="Freeform 130"/>
              <p:cNvSpPr/>
              <p:nvPr/>
            </p:nvSpPr>
            <p:spPr>
              <a:xfrm>
                <a:off x="4871" y="1856"/>
                <a:ext cx="23" cy="114"/>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66" h="800">
                    <a:moveTo>
                      <a:pt x="52" y="16"/>
                    </a:moveTo>
                    <a:lnTo>
                      <a:pt x="47" y="32"/>
                    </a:lnTo>
                    <a:lnTo>
                      <a:pt x="36" y="77"/>
                    </a:lnTo>
                    <a:lnTo>
                      <a:pt x="21" y="148"/>
                    </a:lnTo>
                    <a:lnTo>
                      <a:pt x="8" y="244"/>
                    </a:lnTo>
                    <a:lnTo>
                      <a:pt x="0" y="359"/>
                    </a:lnTo>
                    <a:lnTo>
                      <a:pt x="2" y="492"/>
                    </a:lnTo>
                    <a:lnTo>
                      <a:pt x="15" y="640"/>
                    </a:lnTo>
                    <a:lnTo>
                      <a:pt x="46" y="800"/>
                    </a:lnTo>
                    <a:lnTo>
                      <a:pt x="161" y="794"/>
                    </a:lnTo>
                    <a:lnTo>
                      <a:pt x="156" y="770"/>
                    </a:lnTo>
                    <a:lnTo>
                      <a:pt x="145" y="706"/>
                    </a:lnTo>
                    <a:lnTo>
                      <a:pt x="131" y="610"/>
                    </a:lnTo>
                    <a:lnTo>
                      <a:pt x="118" y="493"/>
                    </a:lnTo>
                    <a:lnTo>
                      <a:pt x="111" y="364"/>
                    </a:lnTo>
                    <a:lnTo>
                      <a:pt x="115" y="235"/>
                    </a:lnTo>
                    <a:lnTo>
                      <a:pt x="132" y="113"/>
                    </a:lnTo>
                    <a:lnTo>
                      <a:pt x="166" y="9"/>
                    </a:lnTo>
                    <a:lnTo>
                      <a:pt x="166" y="8"/>
                    </a:lnTo>
                    <a:lnTo>
                      <a:pt x="166" y="6"/>
                    </a:lnTo>
                    <a:lnTo>
                      <a:pt x="164" y="4"/>
                    </a:lnTo>
                    <a:lnTo>
                      <a:pt x="157" y="0"/>
                    </a:lnTo>
                    <a:lnTo>
                      <a:pt x="143" y="0"/>
                    </a:lnTo>
                    <a:lnTo>
                      <a:pt x="123" y="1"/>
                    </a:lnTo>
                    <a:lnTo>
                      <a:pt x="93" y="7"/>
                    </a:lnTo>
                    <a:lnTo>
                      <a:pt x="52" y="16"/>
                    </a:lnTo>
                    <a:close/>
                  </a:path>
                </a:pathLst>
              </a:custGeom>
              <a:solidFill>
                <a:schemeClr val="bg1">
                  <a:alpha val="100000"/>
                </a:schemeClr>
              </a:solidFill>
              <a:ln w="9525">
                <a:noFill/>
              </a:ln>
            </p:spPr>
            <p:txBody>
              <a:bodyPr/>
              <a:p>
                <a:endParaRPr lang="zh-CN" altLang="en-US"/>
              </a:p>
            </p:txBody>
          </p:sp>
          <p:sp>
            <p:nvSpPr>
              <p:cNvPr id="146502" name="Freeform 131"/>
              <p:cNvSpPr/>
              <p:nvPr/>
            </p:nvSpPr>
            <p:spPr>
              <a:xfrm>
                <a:off x="4993" y="1842"/>
                <a:ext cx="32" cy="12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25" h="893">
                    <a:moveTo>
                      <a:pt x="225" y="6"/>
                    </a:moveTo>
                    <a:lnTo>
                      <a:pt x="219" y="12"/>
                    </a:lnTo>
                    <a:lnTo>
                      <a:pt x="204" y="35"/>
                    </a:lnTo>
                    <a:lnTo>
                      <a:pt x="185" y="82"/>
                    </a:lnTo>
                    <a:lnTo>
                      <a:pt x="165" y="158"/>
                    </a:lnTo>
                    <a:lnTo>
                      <a:pt x="149" y="270"/>
                    </a:lnTo>
                    <a:lnTo>
                      <a:pt x="141" y="427"/>
                    </a:lnTo>
                    <a:lnTo>
                      <a:pt x="146" y="631"/>
                    </a:lnTo>
                    <a:lnTo>
                      <a:pt x="168" y="893"/>
                    </a:lnTo>
                    <a:lnTo>
                      <a:pt x="41" y="893"/>
                    </a:lnTo>
                    <a:lnTo>
                      <a:pt x="36" y="867"/>
                    </a:lnTo>
                    <a:lnTo>
                      <a:pt x="26" y="794"/>
                    </a:lnTo>
                    <a:lnTo>
                      <a:pt x="13" y="686"/>
                    </a:lnTo>
                    <a:lnTo>
                      <a:pt x="3" y="554"/>
                    </a:lnTo>
                    <a:lnTo>
                      <a:pt x="0" y="408"/>
                    </a:lnTo>
                    <a:lnTo>
                      <a:pt x="6" y="260"/>
                    </a:lnTo>
                    <a:lnTo>
                      <a:pt x="30" y="121"/>
                    </a:lnTo>
                    <a:lnTo>
                      <a:pt x="73" y="0"/>
                    </a:lnTo>
                    <a:lnTo>
                      <a:pt x="225" y="6"/>
                    </a:lnTo>
                    <a:close/>
                  </a:path>
                </a:pathLst>
              </a:custGeom>
              <a:solidFill>
                <a:schemeClr val="bg1">
                  <a:alpha val="100000"/>
                </a:schemeClr>
              </a:solidFill>
              <a:ln w="9525">
                <a:noFill/>
              </a:ln>
            </p:spPr>
            <p:txBody>
              <a:bodyPr/>
              <a:p>
                <a:endParaRPr lang="zh-CN" altLang="en-US"/>
              </a:p>
            </p:txBody>
          </p:sp>
          <p:sp>
            <p:nvSpPr>
              <p:cNvPr id="146503" name="Freeform 132"/>
              <p:cNvSpPr/>
              <p:nvPr/>
            </p:nvSpPr>
            <p:spPr>
              <a:xfrm>
                <a:off x="4871" y="1863"/>
                <a:ext cx="21" cy="10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45" h="699">
                    <a:moveTo>
                      <a:pt x="46" y="14"/>
                    </a:moveTo>
                    <a:lnTo>
                      <a:pt x="41" y="28"/>
                    </a:lnTo>
                    <a:lnTo>
                      <a:pt x="32" y="67"/>
                    </a:lnTo>
                    <a:lnTo>
                      <a:pt x="20" y="130"/>
                    </a:lnTo>
                    <a:lnTo>
                      <a:pt x="7" y="213"/>
                    </a:lnTo>
                    <a:lnTo>
                      <a:pt x="0" y="314"/>
                    </a:lnTo>
                    <a:lnTo>
                      <a:pt x="1" y="430"/>
                    </a:lnTo>
                    <a:lnTo>
                      <a:pt x="13" y="559"/>
                    </a:lnTo>
                    <a:lnTo>
                      <a:pt x="40" y="699"/>
                    </a:lnTo>
                    <a:lnTo>
                      <a:pt x="140" y="693"/>
                    </a:lnTo>
                    <a:lnTo>
                      <a:pt x="135" y="672"/>
                    </a:lnTo>
                    <a:lnTo>
                      <a:pt x="126" y="616"/>
                    </a:lnTo>
                    <a:lnTo>
                      <a:pt x="113" y="532"/>
                    </a:lnTo>
                    <a:lnTo>
                      <a:pt x="103" y="430"/>
                    </a:lnTo>
                    <a:lnTo>
                      <a:pt x="97" y="317"/>
                    </a:lnTo>
                    <a:lnTo>
                      <a:pt x="100" y="205"/>
                    </a:lnTo>
                    <a:lnTo>
                      <a:pt x="115" y="98"/>
                    </a:lnTo>
                    <a:lnTo>
                      <a:pt x="145" y="8"/>
                    </a:lnTo>
                    <a:lnTo>
                      <a:pt x="145" y="7"/>
                    </a:lnTo>
                    <a:lnTo>
                      <a:pt x="145" y="5"/>
                    </a:lnTo>
                    <a:lnTo>
                      <a:pt x="143" y="3"/>
                    </a:lnTo>
                    <a:lnTo>
                      <a:pt x="137" y="0"/>
                    </a:lnTo>
                    <a:lnTo>
                      <a:pt x="126" y="0"/>
                    </a:lnTo>
                    <a:lnTo>
                      <a:pt x="108" y="1"/>
                    </a:lnTo>
                    <a:lnTo>
                      <a:pt x="81" y="6"/>
                    </a:lnTo>
                    <a:lnTo>
                      <a:pt x="46" y="14"/>
                    </a:lnTo>
                    <a:close/>
                  </a:path>
                </a:pathLst>
              </a:custGeom>
              <a:solidFill>
                <a:schemeClr val="bg1">
                  <a:alpha val="100000"/>
                </a:schemeClr>
              </a:solidFill>
              <a:ln w="9525">
                <a:noFill/>
              </a:ln>
            </p:spPr>
            <p:txBody>
              <a:bodyPr/>
              <a:p>
                <a:endParaRPr lang="zh-CN" altLang="en-US"/>
              </a:p>
            </p:txBody>
          </p:sp>
          <p:sp>
            <p:nvSpPr>
              <p:cNvPr id="146504" name="Freeform 133"/>
              <p:cNvSpPr/>
              <p:nvPr/>
            </p:nvSpPr>
            <p:spPr>
              <a:xfrm>
                <a:off x="4872" y="1870"/>
                <a:ext cx="18" cy="85"/>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23" h="597">
                    <a:moveTo>
                      <a:pt x="39" y="12"/>
                    </a:moveTo>
                    <a:lnTo>
                      <a:pt x="35" y="23"/>
                    </a:lnTo>
                    <a:lnTo>
                      <a:pt x="26" y="57"/>
                    </a:lnTo>
                    <a:lnTo>
                      <a:pt x="16" y="111"/>
                    </a:lnTo>
                    <a:lnTo>
                      <a:pt x="6" y="181"/>
                    </a:lnTo>
                    <a:lnTo>
                      <a:pt x="0" y="267"/>
                    </a:lnTo>
                    <a:lnTo>
                      <a:pt x="1" y="367"/>
                    </a:lnTo>
                    <a:lnTo>
                      <a:pt x="11" y="477"/>
                    </a:lnTo>
                    <a:lnTo>
                      <a:pt x="34" y="597"/>
                    </a:lnTo>
                    <a:lnTo>
                      <a:pt x="119" y="591"/>
                    </a:lnTo>
                    <a:lnTo>
                      <a:pt x="115" y="574"/>
                    </a:lnTo>
                    <a:lnTo>
                      <a:pt x="107" y="526"/>
                    </a:lnTo>
                    <a:lnTo>
                      <a:pt x="97" y="454"/>
                    </a:lnTo>
                    <a:lnTo>
                      <a:pt x="88" y="367"/>
                    </a:lnTo>
                    <a:lnTo>
                      <a:pt x="82" y="272"/>
                    </a:lnTo>
                    <a:lnTo>
                      <a:pt x="84" y="175"/>
                    </a:lnTo>
                    <a:lnTo>
                      <a:pt x="97" y="84"/>
                    </a:lnTo>
                    <a:lnTo>
                      <a:pt x="123" y="7"/>
                    </a:lnTo>
                    <a:lnTo>
                      <a:pt x="123" y="6"/>
                    </a:lnTo>
                    <a:lnTo>
                      <a:pt x="123" y="5"/>
                    </a:lnTo>
                    <a:lnTo>
                      <a:pt x="121" y="3"/>
                    </a:lnTo>
                    <a:lnTo>
                      <a:pt x="117" y="0"/>
                    </a:lnTo>
                    <a:lnTo>
                      <a:pt x="106" y="0"/>
                    </a:lnTo>
                    <a:lnTo>
                      <a:pt x="91" y="2"/>
                    </a:lnTo>
                    <a:lnTo>
                      <a:pt x="70" y="5"/>
                    </a:lnTo>
                    <a:lnTo>
                      <a:pt x="39" y="12"/>
                    </a:lnTo>
                    <a:close/>
                  </a:path>
                </a:pathLst>
              </a:custGeom>
              <a:solidFill>
                <a:schemeClr val="bg1">
                  <a:alpha val="100000"/>
                </a:schemeClr>
              </a:solidFill>
              <a:ln w="9525">
                <a:noFill/>
              </a:ln>
            </p:spPr>
            <p:txBody>
              <a:bodyPr/>
              <a:p>
                <a:endParaRPr lang="zh-CN" altLang="en-US"/>
              </a:p>
            </p:txBody>
          </p:sp>
          <p:sp>
            <p:nvSpPr>
              <p:cNvPr id="146505" name="Freeform 134"/>
              <p:cNvSpPr/>
              <p:nvPr/>
            </p:nvSpPr>
            <p:spPr>
              <a:xfrm>
                <a:off x="4873" y="1876"/>
                <a:ext cx="15" cy="7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03" h="492">
                    <a:moveTo>
                      <a:pt x="32" y="9"/>
                    </a:moveTo>
                    <a:lnTo>
                      <a:pt x="28" y="18"/>
                    </a:lnTo>
                    <a:lnTo>
                      <a:pt x="21" y="47"/>
                    </a:lnTo>
                    <a:lnTo>
                      <a:pt x="12" y="90"/>
                    </a:lnTo>
                    <a:lnTo>
                      <a:pt x="4" y="149"/>
                    </a:lnTo>
                    <a:lnTo>
                      <a:pt x="0" y="220"/>
                    </a:lnTo>
                    <a:lnTo>
                      <a:pt x="0" y="303"/>
                    </a:lnTo>
                    <a:lnTo>
                      <a:pt x="9" y="394"/>
                    </a:lnTo>
                    <a:lnTo>
                      <a:pt x="27" y="492"/>
                    </a:lnTo>
                    <a:lnTo>
                      <a:pt x="98" y="489"/>
                    </a:lnTo>
                    <a:lnTo>
                      <a:pt x="95" y="474"/>
                    </a:lnTo>
                    <a:lnTo>
                      <a:pt x="88" y="434"/>
                    </a:lnTo>
                    <a:lnTo>
                      <a:pt x="80" y="375"/>
                    </a:lnTo>
                    <a:lnTo>
                      <a:pt x="72" y="303"/>
                    </a:lnTo>
                    <a:lnTo>
                      <a:pt x="68" y="224"/>
                    </a:lnTo>
                    <a:lnTo>
                      <a:pt x="70" y="144"/>
                    </a:lnTo>
                    <a:lnTo>
                      <a:pt x="81" y="68"/>
                    </a:lnTo>
                    <a:lnTo>
                      <a:pt x="103" y="5"/>
                    </a:lnTo>
                    <a:lnTo>
                      <a:pt x="103" y="4"/>
                    </a:lnTo>
                    <a:lnTo>
                      <a:pt x="103" y="3"/>
                    </a:lnTo>
                    <a:lnTo>
                      <a:pt x="100" y="1"/>
                    </a:lnTo>
                    <a:lnTo>
                      <a:pt x="97" y="0"/>
                    </a:lnTo>
                    <a:lnTo>
                      <a:pt x="89" y="0"/>
                    </a:lnTo>
                    <a:lnTo>
                      <a:pt x="75" y="0"/>
                    </a:lnTo>
                    <a:lnTo>
                      <a:pt x="57" y="3"/>
                    </a:lnTo>
                    <a:lnTo>
                      <a:pt x="32" y="9"/>
                    </a:lnTo>
                    <a:close/>
                  </a:path>
                </a:pathLst>
              </a:custGeom>
              <a:solidFill>
                <a:schemeClr val="bg1">
                  <a:alpha val="100000"/>
                </a:schemeClr>
              </a:solidFill>
              <a:ln w="9525">
                <a:noFill/>
              </a:ln>
            </p:spPr>
            <p:txBody>
              <a:bodyPr/>
              <a:p>
                <a:endParaRPr lang="zh-CN" altLang="en-US"/>
              </a:p>
            </p:txBody>
          </p:sp>
          <p:sp>
            <p:nvSpPr>
              <p:cNvPr id="146506" name="Freeform 135"/>
              <p:cNvSpPr/>
              <p:nvPr/>
            </p:nvSpPr>
            <p:spPr>
              <a:xfrm>
                <a:off x="4874" y="1883"/>
                <a:ext cx="12" cy="5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82" h="390">
                    <a:moveTo>
                      <a:pt x="25" y="8"/>
                    </a:moveTo>
                    <a:lnTo>
                      <a:pt x="23" y="16"/>
                    </a:lnTo>
                    <a:lnTo>
                      <a:pt x="17" y="38"/>
                    </a:lnTo>
                    <a:lnTo>
                      <a:pt x="11" y="72"/>
                    </a:lnTo>
                    <a:lnTo>
                      <a:pt x="4" y="118"/>
                    </a:lnTo>
                    <a:lnTo>
                      <a:pt x="0" y="174"/>
                    </a:lnTo>
                    <a:lnTo>
                      <a:pt x="0" y="240"/>
                    </a:lnTo>
                    <a:lnTo>
                      <a:pt x="7" y="312"/>
                    </a:lnTo>
                    <a:lnTo>
                      <a:pt x="22" y="390"/>
                    </a:lnTo>
                    <a:lnTo>
                      <a:pt x="78" y="387"/>
                    </a:lnTo>
                    <a:lnTo>
                      <a:pt x="76" y="375"/>
                    </a:lnTo>
                    <a:lnTo>
                      <a:pt x="70" y="343"/>
                    </a:lnTo>
                    <a:lnTo>
                      <a:pt x="63" y="297"/>
                    </a:lnTo>
                    <a:lnTo>
                      <a:pt x="57" y="240"/>
                    </a:lnTo>
                    <a:lnTo>
                      <a:pt x="54" y="178"/>
                    </a:lnTo>
                    <a:lnTo>
                      <a:pt x="56" y="113"/>
                    </a:lnTo>
                    <a:lnTo>
                      <a:pt x="64" y="55"/>
                    </a:lnTo>
                    <a:lnTo>
                      <a:pt x="82" y="4"/>
                    </a:lnTo>
                    <a:lnTo>
                      <a:pt x="82" y="2"/>
                    </a:lnTo>
                    <a:lnTo>
                      <a:pt x="80" y="1"/>
                    </a:lnTo>
                    <a:lnTo>
                      <a:pt x="77" y="0"/>
                    </a:lnTo>
                    <a:lnTo>
                      <a:pt x="70" y="0"/>
                    </a:lnTo>
                    <a:lnTo>
                      <a:pt x="60" y="1"/>
                    </a:lnTo>
                    <a:lnTo>
                      <a:pt x="46" y="3"/>
                    </a:lnTo>
                    <a:lnTo>
                      <a:pt x="25" y="8"/>
                    </a:lnTo>
                    <a:close/>
                  </a:path>
                </a:pathLst>
              </a:custGeom>
              <a:solidFill>
                <a:schemeClr val="bg1">
                  <a:alpha val="100000"/>
                </a:schemeClr>
              </a:solidFill>
              <a:ln w="9525">
                <a:noFill/>
              </a:ln>
            </p:spPr>
            <p:txBody>
              <a:bodyPr/>
              <a:p>
                <a:endParaRPr lang="zh-CN" altLang="en-US"/>
              </a:p>
            </p:txBody>
          </p:sp>
          <p:sp>
            <p:nvSpPr>
              <p:cNvPr id="146507" name="Freeform 136"/>
              <p:cNvSpPr/>
              <p:nvPr/>
            </p:nvSpPr>
            <p:spPr>
              <a:xfrm>
                <a:off x="4875" y="1890"/>
                <a:ext cx="8" cy="4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9" h="288">
                    <a:moveTo>
                      <a:pt x="18" y="6"/>
                    </a:moveTo>
                    <a:lnTo>
                      <a:pt x="17" y="11"/>
                    </a:lnTo>
                    <a:lnTo>
                      <a:pt x="13" y="27"/>
                    </a:lnTo>
                    <a:lnTo>
                      <a:pt x="7" y="53"/>
                    </a:lnTo>
                    <a:lnTo>
                      <a:pt x="2" y="87"/>
                    </a:lnTo>
                    <a:lnTo>
                      <a:pt x="0" y="130"/>
                    </a:lnTo>
                    <a:lnTo>
                      <a:pt x="0" y="177"/>
                    </a:lnTo>
                    <a:lnTo>
                      <a:pt x="5" y="231"/>
                    </a:lnTo>
                    <a:lnTo>
                      <a:pt x="16" y="288"/>
                    </a:lnTo>
                    <a:lnTo>
                      <a:pt x="57" y="286"/>
                    </a:lnTo>
                    <a:lnTo>
                      <a:pt x="56" y="278"/>
                    </a:lnTo>
                    <a:lnTo>
                      <a:pt x="51" y="254"/>
                    </a:lnTo>
                    <a:lnTo>
                      <a:pt x="47" y="219"/>
                    </a:lnTo>
                    <a:lnTo>
                      <a:pt x="42" y="177"/>
                    </a:lnTo>
                    <a:lnTo>
                      <a:pt x="40" y="131"/>
                    </a:lnTo>
                    <a:lnTo>
                      <a:pt x="41" y="84"/>
                    </a:lnTo>
                    <a:lnTo>
                      <a:pt x="47" y="40"/>
                    </a:lnTo>
                    <a:lnTo>
                      <a:pt x="59" y="3"/>
                    </a:lnTo>
                    <a:lnTo>
                      <a:pt x="59" y="2"/>
                    </a:lnTo>
                    <a:lnTo>
                      <a:pt x="58" y="1"/>
                    </a:lnTo>
                    <a:lnTo>
                      <a:pt x="56" y="0"/>
                    </a:lnTo>
                    <a:lnTo>
                      <a:pt x="51" y="0"/>
                    </a:lnTo>
                    <a:lnTo>
                      <a:pt x="45" y="0"/>
                    </a:lnTo>
                    <a:lnTo>
                      <a:pt x="33" y="2"/>
                    </a:lnTo>
                    <a:lnTo>
                      <a:pt x="18" y="6"/>
                    </a:lnTo>
                    <a:close/>
                  </a:path>
                </a:pathLst>
              </a:custGeom>
              <a:solidFill>
                <a:schemeClr val="bg1">
                  <a:alpha val="100000"/>
                </a:schemeClr>
              </a:solidFill>
              <a:ln w="9525">
                <a:noFill/>
              </a:ln>
            </p:spPr>
            <p:txBody>
              <a:bodyPr/>
              <a:p>
                <a:endParaRPr lang="zh-CN" altLang="en-US"/>
              </a:p>
            </p:txBody>
          </p:sp>
          <p:sp>
            <p:nvSpPr>
              <p:cNvPr id="146508" name="Freeform 137"/>
              <p:cNvSpPr/>
              <p:nvPr/>
            </p:nvSpPr>
            <p:spPr>
              <a:xfrm>
                <a:off x="4994" y="1850"/>
                <a:ext cx="28" cy="11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98" h="779">
                    <a:moveTo>
                      <a:pt x="198" y="6"/>
                    </a:moveTo>
                    <a:lnTo>
                      <a:pt x="194" y="12"/>
                    </a:lnTo>
                    <a:lnTo>
                      <a:pt x="180" y="31"/>
                    </a:lnTo>
                    <a:lnTo>
                      <a:pt x="163" y="72"/>
                    </a:lnTo>
                    <a:lnTo>
                      <a:pt x="146" y="138"/>
                    </a:lnTo>
                    <a:lnTo>
                      <a:pt x="132" y="236"/>
                    </a:lnTo>
                    <a:lnTo>
                      <a:pt x="125" y="373"/>
                    </a:lnTo>
                    <a:lnTo>
                      <a:pt x="130" y="551"/>
                    </a:lnTo>
                    <a:lnTo>
                      <a:pt x="148" y="779"/>
                    </a:lnTo>
                    <a:lnTo>
                      <a:pt x="37" y="779"/>
                    </a:lnTo>
                    <a:lnTo>
                      <a:pt x="34" y="756"/>
                    </a:lnTo>
                    <a:lnTo>
                      <a:pt x="23" y="693"/>
                    </a:lnTo>
                    <a:lnTo>
                      <a:pt x="13" y="599"/>
                    </a:lnTo>
                    <a:lnTo>
                      <a:pt x="4" y="483"/>
                    </a:lnTo>
                    <a:lnTo>
                      <a:pt x="0" y="357"/>
                    </a:lnTo>
                    <a:lnTo>
                      <a:pt x="7" y="227"/>
                    </a:lnTo>
                    <a:lnTo>
                      <a:pt x="27" y="105"/>
                    </a:lnTo>
                    <a:lnTo>
                      <a:pt x="65" y="0"/>
                    </a:lnTo>
                    <a:lnTo>
                      <a:pt x="198" y="6"/>
                    </a:lnTo>
                    <a:close/>
                  </a:path>
                </a:pathLst>
              </a:custGeom>
              <a:solidFill>
                <a:schemeClr val="bg1">
                  <a:alpha val="100000"/>
                </a:schemeClr>
              </a:solidFill>
              <a:ln w="9525">
                <a:noFill/>
              </a:ln>
            </p:spPr>
            <p:txBody>
              <a:bodyPr/>
              <a:p>
                <a:endParaRPr lang="zh-CN" altLang="en-US"/>
              </a:p>
            </p:txBody>
          </p:sp>
          <p:sp>
            <p:nvSpPr>
              <p:cNvPr id="146509" name="Freeform 138"/>
              <p:cNvSpPr/>
              <p:nvPr/>
            </p:nvSpPr>
            <p:spPr>
              <a:xfrm>
                <a:off x="4995" y="1857"/>
                <a:ext cx="24" cy="9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69" h="666">
                    <a:moveTo>
                      <a:pt x="169" y="5"/>
                    </a:moveTo>
                    <a:lnTo>
                      <a:pt x="164" y="10"/>
                    </a:lnTo>
                    <a:lnTo>
                      <a:pt x="154" y="27"/>
                    </a:lnTo>
                    <a:lnTo>
                      <a:pt x="139" y="61"/>
                    </a:lnTo>
                    <a:lnTo>
                      <a:pt x="124" y="118"/>
                    </a:lnTo>
                    <a:lnTo>
                      <a:pt x="113" y="201"/>
                    </a:lnTo>
                    <a:lnTo>
                      <a:pt x="107" y="318"/>
                    </a:lnTo>
                    <a:lnTo>
                      <a:pt x="110" y="470"/>
                    </a:lnTo>
                    <a:lnTo>
                      <a:pt x="126" y="666"/>
                    </a:lnTo>
                    <a:lnTo>
                      <a:pt x="31" y="666"/>
                    </a:lnTo>
                    <a:lnTo>
                      <a:pt x="28" y="646"/>
                    </a:lnTo>
                    <a:lnTo>
                      <a:pt x="20" y="592"/>
                    </a:lnTo>
                    <a:lnTo>
                      <a:pt x="11" y="512"/>
                    </a:lnTo>
                    <a:lnTo>
                      <a:pt x="3" y="413"/>
                    </a:lnTo>
                    <a:lnTo>
                      <a:pt x="0" y="305"/>
                    </a:lnTo>
                    <a:lnTo>
                      <a:pt x="6" y="195"/>
                    </a:lnTo>
                    <a:lnTo>
                      <a:pt x="23" y="90"/>
                    </a:lnTo>
                    <a:lnTo>
                      <a:pt x="55" y="0"/>
                    </a:lnTo>
                    <a:lnTo>
                      <a:pt x="169" y="5"/>
                    </a:lnTo>
                    <a:close/>
                  </a:path>
                </a:pathLst>
              </a:custGeom>
              <a:solidFill>
                <a:schemeClr val="bg1">
                  <a:alpha val="100000"/>
                </a:schemeClr>
              </a:solidFill>
              <a:ln w="9525">
                <a:noFill/>
              </a:ln>
            </p:spPr>
            <p:txBody>
              <a:bodyPr/>
              <a:p>
                <a:endParaRPr lang="zh-CN" altLang="en-US"/>
              </a:p>
            </p:txBody>
          </p:sp>
          <p:sp>
            <p:nvSpPr>
              <p:cNvPr id="146510" name="Freeform 139"/>
              <p:cNvSpPr/>
              <p:nvPr/>
            </p:nvSpPr>
            <p:spPr>
              <a:xfrm>
                <a:off x="4996" y="1865"/>
                <a:ext cx="20" cy="7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40" h="551">
                    <a:moveTo>
                      <a:pt x="140" y="5"/>
                    </a:moveTo>
                    <a:lnTo>
                      <a:pt x="136" y="8"/>
                    </a:lnTo>
                    <a:lnTo>
                      <a:pt x="127" y="23"/>
                    </a:lnTo>
                    <a:lnTo>
                      <a:pt x="116" y="51"/>
                    </a:lnTo>
                    <a:lnTo>
                      <a:pt x="103" y="98"/>
                    </a:lnTo>
                    <a:lnTo>
                      <a:pt x="94" y="167"/>
                    </a:lnTo>
                    <a:lnTo>
                      <a:pt x="90" y="264"/>
                    </a:lnTo>
                    <a:lnTo>
                      <a:pt x="92" y="390"/>
                    </a:lnTo>
                    <a:lnTo>
                      <a:pt x="106" y="551"/>
                    </a:lnTo>
                    <a:lnTo>
                      <a:pt x="27" y="551"/>
                    </a:lnTo>
                    <a:lnTo>
                      <a:pt x="24" y="535"/>
                    </a:lnTo>
                    <a:lnTo>
                      <a:pt x="17" y="490"/>
                    </a:lnTo>
                    <a:lnTo>
                      <a:pt x="9" y="423"/>
                    </a:lnTo>
                    <a:lnTo>
                      <a:pt x="3" y="342"/>
                    </a:lnTo>
                    <a:lnTo>
                      <a:pt x="0" y="252"/>
                    </a:lnTo>
                    <a:lnTo>
                      <a:pt x="5" y="161"/>
                    </a:lnTo>
                    <a:lnTo>
                      <a:pt x="20" y="75"/>
                    </a:lnTo>
                    <a:lnTo>
                      <a:pt x="46" y="0"/>
                    </a:lnTo>
                    <a:lnTo>
                      <a:pt x="140" y="5"/>
                    </a:lnTo>
                    <a:close/>
                  </a:path>
                </a:pathLst>
              </a:custGeom>
              <a:solidFill>
                <a:schemeClr val="bg1">
                  <a:alpha val="100000"/>
                </a:schemeClr>
              </a:solidFill>
              <a:ln w="9525">
                <a:noFill/>
              </a:ln>
            </p:spPr>
            <p:txBody>
              <a:bodyPr/>
              <a:p>
                <a:endParaRPr lang="zh-CN" altLang="en-US"/>
              </a:p>
            </p:txBody>
          </p:sp>
          <p:sp>
            <p:nvSpPr>
              <p:cNvPr id="146511" name="Freeform 140"/>
              <p:cNvSpPr/>
              <p:nvPr/>
            </p:nvSpPr>
            <p:spPr>
              <a:xfrm>
                <a:off x="4997" y="1873"/>
                <a:ext cx="16" cy="62"/>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1" h="437">
                    <a:moveTo>
                      <a:pt x="111" y="4"/>
                    </a:moveTo>
                    <a:lnTo>
                      <a:pt x="108" y="7"/>
                    </a:lnTo>
                    <a:lnTo>
                      <a:pt x="101" y="18"/>
                    </a:lnTo>
                    <a:lnTo>
                      <a:pt x="92" y="41"/>
                    </a:lnTo>
                    <a:lnTo>
                      <a:pt x="82" y="77"/>
                    </a:lnTo>
                    <a:lnTo>
                      <a:pt x="75" y="133"/>
                    </a:lnTo>
                    <a:lnTo>
                      <a:pt x="70" y="208"/>
                    </a:lnTo>
                    <a:lnTo>
                      <a:pt x="72" y="309"/>
                    </a:lnTo>
                    <a:lnTo>
                      <a:pt x="83" y="437"/>
                    </a:lnTo>
                    <a:lnTo>
                      <a:pt x="21" y="437"/>
                    </a:lnTo>
                    <a:lnTo>
                      <a:pt x="19" y="424"/>
                    </a:lnTo>
                    <a:lnTo>
                      <a:pt x="13" y="389"/>
                    </a:lnTo>
                    <a:lnTo>
                      <a:pt x="7" y="336"/>
                    </a:lnTo>
                    <a:lnTo>
                      <a:pt x="3" y="272"/>
                    </a:lnTo>
                    <a:lnTo>
                      <a:pt x="0" y="200"/>
                    </a:lnTo>
                    <a:lnTo>
                      <a:pt x="5" y="128"/>
                    </a:lnTo>
                    <a:lnTo>
                      <a:pt x="16" y="59"/>
                    </a:lnTo>
                    <a:lnTo>
                      <a:pt x="37" y="0"/>
                    </a:lnTo>
                    <a:lnTo>
                      <a:pt x="111" y="4"/>
                    </a:lnTo>
                    <a:close/>
                  </a:path>
                </a:pathLst>
              </a:custGeom>
              <a:solidFill>
                <a:schemeClr val="bg1">
                  <a:alpha val="100000"/>
                </a:schemeClr>
              </a:solidFill>
              <a:ln w="9525">
                <a:noFill/>
              </a:ln>
            </p:spPr>
            <p:txBody>
              <a:bodyPr/>
              <a:p>
                <a:endParaRPr lang="zh-CN" altLang="en-US"/>
              </a:p>
            </p:txBody>
          </p:sp>
          <p:sp>
            <p:nvSpPr>
              <p:cNvPr id="146512" name="Freeform 141"/>
              <p:cNvSpPr/>
              <p:nvPr/>
            </p:nvSpPr>
            <p:spPr>
              <a:xfrm>
                <a:off x="4998" y="1881"/>
                <a:ext cx="12" cy="4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82" h="322">
                    <a:moveTo>
                      <a:pt x="82" y="3"/>
                    </a:moveTo>
                    <a:lnTo>
                      <a:pt x="79" y="5"/>
                    </a:lnTo>
                    <a:lnTo>
                      <a:pt x="75" y="13"/>
                    </a:lnTo>
                    <a:lnTo>
                      <a:pt x="67" y="30"/>
                    </a:lnTo>
                    <a:lnTo>
                      <a:pt x="60" y="57"/>
                    </a:lnTo>
                    <a:lnTo>
                      <a:pt x="54" y="98"/>
                    </a:lnTo>
                    <a:lnTo>
                      <a:pt x="52" y="154"/>
                    </a:lnTo>
                    <a:lnTo>
                      <a:pt x="53" y="228"/>
                    </a:lnTo>
                    <a:lnTo>
                      <a:pt x="61" y="322"/>
                    </a:lnTo>
                    <a:lnTo>
                      <a:pt x="15" y="322"/>
                    </a:lnTo>
                    <a:lnTo>
                      <a:pt x="14" y="313"/>
                    </a:lnTo>
                    <a:lnTo>
                      <a:pt x="9" y="287"/>
                    </a:lnTo>
                    <a:lnTo>
                      <a:pt x="5" y="247"/>
                    </a:lnTo>
                    <a:lnTo>
                      <a:pt x="1" y="200"/>
                    </a:lnTo>
                    <a:lnTo>
                      <a:pt x="0" y="147"/>
                    </a:lnTo>
                    <a:lnTo>
                      <a:pt x="3" y="95"/>
                    </a:lnTo>
                    <a:lnTo>
                      <a:pt x="11" y="44"/>
                    </a:lnTo>
                    <a:lnTo>
                      <a:pt x="27" y="0"/>
                    </a:lnTo>
                    <a:lnTo>
                      <a:pt x="82" y="3"/>
                    </a:lnTo>
                    <a:close/>
                  </a:path>
                </a:pathLst>
              </a:custGeom>
              <a:solidFill>
                <a:schemeClr val="bg1">
                  <a:alpha val="100000"/>
                </a:schemeClr>
              </a:solidFill>
              <a:ln w="9525">
                <a:noFill/>
              </a:ln>
            </p:spPr>
            <p:txBody>
              <a:bodyPr/>
              <a:p>
                <a:endParaRPr lang="zh-CN" altLang="en-US"/>
              </a:p>
            </p:txBody>
          </p:sp>
          <p:sp>
            <p:nvSpPr>
              <p:cNvPr id="146513" name="Rectangle 142"/>
              <p:cNvSpPr/>
              <p:nvPr/>
            </p:nvSpPr>
            <p:spPr>
              <a:xfrm>
                <a:off x="4846" y="1869"/>
                <a:ext cx="4" cy="146"/>
              </a:xfrm>
              <a:prstGeom prst="rect">
                <a:avLst/>
              </a:prstGeom>
              <a:solidFill>
                <a:srgbClr val="FFCCFF"/>
              </a:solidFill>
              <a:ln w="9525">
                <a:noFill/>
              </a:ln>
            </p:spPr>
            <p:txBody>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46514" name="Freeform 143"/>
              <p:cNvSpPr/>
              <p:nvPr/>
            </p:nvSpPr>
            <p:spPr>
              <a:xfrm>
                <a:off x="4898" y="1867"/>
                <a:ext cx="57" cy="67"/>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398" h="469">
                    <a:moveTo>
                      <a:pt x="37" y="44"/>
                    </a:moveTo>
                    <a:lnTo>
                      <a:pt x="33" y="53"/>
                    </a:lnTo>
                    <a:lnTo>
                      <a:pt x="27" y="79"/>
                    </a:lnTo>
                    <a:lnTo>
                      <a:pt x="17" y="120"/>
                    </a:lnTo>
                    <a:lnTo>
                      <a:pt x="8" y="174"/>
                    </a:lnTo>
                    <a:lnTo>
                      <a:pt x="1" y="238"/>
                    </a:lnTo>
                    <a:lnTo>
                      <a:pt x="0" y="309"/>
                    </a:lnTo>
                    <a:lnTo>
                      <a:pt x="7" y="387"/>
                    </a:lnTo>
                    <a:lnTo>
                      <a:pt x="24" y="469"/>
                    </a:lnTo>
                    <a:lnTo>
                      <a:pt x="24" y="466"/>
                    </a:lnTo>
                    <a:lnTo>
                      <a:pt x="24" y="455"/>
                    </a:lnTo>
                    <a:lnTo>
                      <a:pt x="24" y="438"/>
                    </a:lnTo>
                    <a:lnTo>
                      <a:pt x="24" y="417"/>
                    </a:lnTo>
                    <a:lnTo>
                      <a:pt x="27" y="391"/>
                    </a:lnTo>
                    <a:lnTo>
                      <a:pt x="30" y="363"/>
                    </a:lnTo>
                    <a:lnTo>
                      <a:pt x="35" y="332"/>
                    </a:lnTo>
                    <a:lnTo>
                      <a:pt x="41" y="300"/>
                    </a:lnTo>
                    <a:lnTo>
                      <a:pt x="52" y="268"/>
                    </a:lnTo>
                    <a:lnTo>
                      <a:pt x="64" y="237"/>
                    </a:lnTo>
                    <a:lnTo>
                      <a:pt x="79" y="207"/>
                    </a:lnTo>
                    <a:lnTo>
                      <a:pt x="99" y="179"/>
                    </a:lnTo>
                    <a:lnTo>
                      <a:pt x="123" y="155"/>
                    </a:lnTo>
                    <a:lnTo>
                      <a:pt x="150" y="136"/>
                    </a:lnTo>
                    <a:lnTo>
                      <a:pt x="183" y="122"/>
                    </a:lnTo>
                    <a:lnTo>
                      <a:pt x="221" y="114"/>
                    </a:lnTo>
                    <a:lnTo>
                      <a:pt x="223" y="112"/>
                    </a:lnTo>
                    <a:lnTo>
                      <a:pt x="230" y="107"/>
                    </a:lnTo>
                    <a:lnTo>
                      <a:pt x="242" y="99"/>
                    </a:lnTo>
                    <a:lnTo>
                      <a:pt x="260" y="88"/>
                    </a:lnTo>
                    <a:lnTo>
                      <a:pt x="284" y="74"/>
                    </a:lnTo>
                    <a:lnTo>
                      <a:pt x="315" y="58"/>
                    </a:lnTo>
                    <a:lnTo>
                      <a:pt x="352" y="39"/>
                    </a:lnTo>
                    <a:lnTo>
                      <a:pt x="398" y="19"/>
                    </a:lnTo>
                    <a:lnTo>
                      <a:pt x="396" y="17"/>
                    </a:lnTo>
                    <a:lnTo>
                      <a:pt x="389" y="16"/>
                    </a:lnTo>
                    <a:lnTo>
                      <a:pt x="379" y="14"/>
                    </a:lnTo>
                    <a:lnTo>
                      <a:pt x="364" y="12"/>
                    </a:lnTo>
                    <a:lnTo>
                      <a:pt x="347" y="8"/>
                    </a:lnTo>
                    <a:lnTo>
                      <a:pt x="326" y="6"/>
                    </a:lnTo>
                    <a:lnTo>
                      <a:pt x="302" y="4"/>
                    </a:lnTo>
                    <a:lnTo>
                      <a:pt x="277" y="1"/>
                    </a:lnTo>
                    <a:lnTo>
                      <a:pt x="250" y="0"/>
                    </a:lnTo>
                    <a:lnTo>
                      <a:pt x="221" y="1"/>
                    </a:lnTo>
                    <a:lnTo>
                      <a:pt x="191" y="3"/>
                    </a:lnTo>
                    <a:lnTo>
                      <a:pt x="160" y="6"/>
                    </a:lnTo>
                    <a:lnTo>
                      <a:pt x="129" y="12"/>
                    </a:lnTo>
                    <a:lnTo>
                      <a:pt x="97" y="20"/>
                    </a:lnTo>
                    <a:lnTo>
                      <a:pt x="67" y="30"/>
                    </a:lnTo>
                    <a:lnTo>
                      <a:pt x="37" y="44"/>
                    </a:lnTo>
                    <a:close/>
                  </a:path>
                </a:pathLst>
              </a:custGeom>
              <a:solidFill>
                <a:srgbClr val="FFCCFF">
                  <a:alpha val="100000"/>
                </a:srgbClr>
              </a:solidFill>
              <a:ln w="9525">
                <a:noFill/>
              </a:ln>
            </p:spPr>
            <p:txBody>
              <a:bodyPr/>
              <a:p>
                <a:endParaRPr lang="zh-CN" altLang="en-US"/>
              </a:p>
            </p:txBody>
          </p:sp>
          <p:sp>
            <p:nvSpPr>
              <p:cNvPr id="146515" name="Freeform 144"/>
              <p:cNvSpPr/>
              <p:nvPr/>
            </p:nvSpPr>
            <p:spPr>
              <a:xfrm>
                <a:off x="4819" y="1917"/>
                <a:ext cx="46" cy="13"/>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325" h="89">
                    <a:moveTo>
                      <a:pt x="0" y="57"/>
                    </a:moveTo>
                    <a:lnTo>
                      <a:pt x="0" y="55"/>
                    </a:lnTo>
                    <a:lnTo>
                      <a:pt x="2" y="52"/>
                    </a:lnTo>
                    <a:lnTo>
                      <a:pt x="6" y="47"/>
                    </a:lnTo>
                    <a:lnTo>
                      <a:pt x="12" y="41"/>
                    </a:lnTo>
                    <a:lnTo>
                      <a:pt x="20" y="34"/>
                    </a:lnTo>
                    <a:lnTo>
                      <a:pt x="29" y="27"/>
                    </a:lnTo>
                    <a:lnTo>
                      <a:pt x="41" y="20"/>
                    </a:lnTo>
                    <a:lnTo>
                      <a:pt x="57" y="13"/>
                    </a:lnTo>
                    <a:lnTo>
                      <a:pt x="77" y="7"/>
                    </a:lnTo>
                    <a:lnTo>
                      <a:pt x="98" y="3"/>
                    </a:lnTo>
                    <a:lnTo>
                      <a:pt x="126" y="0"/>
                    </a:lnTo>
                    <a:lnTo>
                      <a:pt x="156" y="0"/>
                    </a:lnTo>
                    <a:lnTo>
                      <a:pt x="191" y="3"/>
                    </a:lnTo>
                    <a:lnTo>
                      <a:pt x="230" y="8"/>
                    </a:lnTo>
                    <a:lnTo>
                      <a:pt x="275" y="18"/>
                    </a:lnTo>
                    <a:lnTo>
                      <a:pt x="325" y="31"/>
                    </a:lnTo>
                    <a:lnTo>
                      <a:pt x="318" y="51"/>
                    </a:lnTo>
                    <a:lnTo>
                      <a:pt x="316" y="50"/>
                    </a:lnTo>
                    <a:lnTo>
                      <a:pt x="308" y="47"/>
                    </a:lnTo>
                    <a:lnTo>
                      <a:pt x="295" y="44"/>
                    </a:lnTo>
                    <a:lnTo>
                      <a:pt x="279" y="39"/>
                    </a:lnTo>
                    <a:lnTo>
                      <a:pt x="260" y="35"/>
                    </a:lnTo>
                    <a:lnTo>
                      <a:pt x="238" y="30"/>
                    </a:lnTo>
                    <a:lnTo>
                      <a:pt x="214" y="27"/>
                    </a:lnTo>
                    <a:lnTo>
                      <a:pt x="188" y="24"/>
                    </a:lnTo>
                    <a:lnTo>
                      <a:pt x="161" y="23"/>
                    </a:lnTo>
                    <a:lnTo>
                      <a:pt x="134" y="23"/>
                    </a:lnTo>
                    <a:lnTo>
                      <a:pt x="108" y="26"/>
                    </a:lnTo>
                    <a:lnTo>
                      <a:pt x="82" y="31"/>
                    </a:lnTo>
                    <a:lnTo>
                      <a:pt x="58" y="41"/>
                    </a:lnTo>
                    <a:lnTo>
                      <a:pt x="36" y="52"/>
                    </a:lnTo>
                    <a:lnTo>
                      <a:pt x="16" y="68"/>
                    </a:lnTo>
                    <a:lnTo>
                      <a:pt x="0" y="89"/>
                    </a:lnTo>
                    <a:lnTo>
                      <a:pt x="0" y="57"/>
                    </a:lnTo>
                    <a:close/>
                  </a:path>
                </a:pathLst>
              </a:custGeom>
              <a:solidFill>
                <a:srgbClr val="000000">
                  <a:alpha val="100000"/>
                </a:srgbClr>
              </a:solidFill>
              <a:ln w="9525">
                <a:noFill/>
              </a:ln>
            </p:spPr>
            <p:txBody>
              <a:bodyPr/>
              <a:p>
                <a:endParaRPr lang="zh-CN" altLang="en-US"/>
              </a:p>
            </p:txBody>
          </p:sp>
          <p:sp>
            <p:nvSpPr>
              <p:cNvPr id="146516" name="Freeform 145"/>
              <p:cNvSpPr/>
              <p:nvPr/>
            </p:nvSpPr>
            <p:spPr>
              <a:xfrm>
                <a:off x="4819" y="1887"/>
                <a:ext cx="46" cy="13"/>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325" h="89">
                    <a:moveTo>
                      <a:pt x="0" y="56"/>
                    </a:moveTo>
                    <a:lnTo>
                      <a:pt x="0" y="55"/>
                    </a:lnTo>
                    <a:lnTo>
                      <a:pt x="2" y="52"/>
                    </a:lnTo>
                    <a:lnTo>
                      <a:pt x="6" y="47"/>
                    </a:lnTo>
                    <a:lnTo>
                      <a:pt x="12" y="40"/>
                    </a:lnTo>
                    <a:lnTo>
                      <a:pt x="20" y="33"/>
                    </a:lnTo>
                    <a:lnTo>
                      <a:pt x="29" y="27"/>
                    </a:lnTo>
                    <a:lnTo>
                      <a:pt x="41" y="18"/>
                    </a:lnTo>
                    <a:lnTo>
                      <a:pt x="57" y="13"/>
                    </a:lnTo>
                    <a:lnTo>
                      <a:pt x="77" y="7"/>
                    </a:lnTo>
                    <a:lnTo>
                      <a:pt x="98" y="2"/>
                    </a:lnTo>
                    <a:lnTo>
                      <a:pt x="126" y="0"/>
                    </a:lnTo>
                    <a:lnTo>
                      <a:pt x="156" y="0"/>
                    </a:lnTo>
                    <a:lnTo>
                      <a:pt x="191" y="2"/>
                    </a:lnTo>
                    <a:lnTo>
                      <a:pt x="230" y="8"/>
                    </a:lnTo>
                    <a:lnTo>
                      <a:pt x="275" y="17"/>
                    </a:lnTo>
                    <a:lnTo>
                      <a:pt x="325" y="31"/>
                    </a:lnTo>
                    <a:lnTo>
                      <a:pt x="318" y="49"/>
                    </a:lnTo>
                    <a:lnTo>
                      <a:pt x="316" y="48"/>
                    </a:lnTo>
                    <a:lnTo>
                      <a:pt x="308" y="46"/>
                    </a:lnTo>
                    <a:lnTo>
                      <a:pt x="295" y="43"/>
                    </a:lnTo>
                    <a:lnTo>
                      <a:pt x="279" y="38"/>
                    </a:lnTo>
                    <a:lnTo>
                      <a:pt x="260" y="35"/>
                    </a:lnTo>
                    <a:lnTo>
                      <a:pt x="238" y="30"/>
                    </a:lnTo>
                    <a:lnTo>
                      <a:pt x="214" y="27"/>
                    </a:lnTo>
                    <a:lnTo>
                      <a:pt x="188" y="23"/>
                    </a:lnTo>
                    <a:lnTo>
                      <a:pt x="161" y="22"/>
                    </a:lnTo>
                    <a:lnTo>
                      <a:pt x="134" y="23"/>
                    </a:lnTo>
                    <a:lnTo>
                      <a:pt x="108" y="25"/>
                    </a:lnTo>
                    <a:lnTo>
                      <a:pt x="82" y="31"/>
                    </a:lnTo>
                    <a:lnTo>
                      <a:pt x="58" y="40"/>
                    </a:lnTo>
                    <a:lnTo>
                      <a:pt x="36" y="52"/>
                    </a:lnTo>
                    <a:lnTo>
                      <a:pt x="16" y="68"/>
                    </a:lnTo>
                    <a:lnTo>
                      <a:pt x="0" y="89"/>
                    </a:lnTo>
                    <a:lnTo>
                      <a:pt x="0" y="56"/>
                    </a:lnTo>
                    <a:close/>
                  </a:path>
                </a:pathLst>
              </a:custGeom>
              <a:solidFill>
                <a:srgbClr val="000000">
                  <a:alpha val="100000"/>
                </a:srgbClr>
              </a:solidFill>
              <a:ln w="9525">
                <a:noFill/>
              </a:ln>
            </p:spPr>
            <p:txBody>
              <a:bodyPr/>
              <a:p>
                <a:endParaRPr lang="zh-CN" altLang="en-US"/>
              </a:p>
            </p:txBody>
          </p:sp>
          <p:sp>
            <p:nvSpPr>
              <p:cNvPr id="146517" name="Freeform 146"/>
              <p:cNvSpPr/>
              <p:nvPr/>
            </p:nvSpPr>
            <p:spPr>
              <a:xfrm>
                <a:off x="4863" y="1872"/>
                <a:ext cx="75" cy="13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28" h="975">
                    <a:moveTo>
                      <a:pt x="0" y="0"/>
                    </a:moveTo>
                    <a:lnTo>
                      <a:pt x="0" y="943"/>
                    </a:lnTo>
                    <a:lnTo>
                      <a:pt x="159" y="975"/>
                    </a:lnTo>
                    <a:lnTo>
                      <a:pt x="152" y="848"/>
                    </a:lnTo>
                    <a:lnTo>
                      <a:pt x="528" y="905"/>
                    </a:lnTo>
                    <a:lnTo>
                      <a:pt x="521" y="855"/>
                    </a:lnTo>
                    <a:lnTo>
                      <a:pt x="261" y="822"/>
                    </a:lnTo>
                    <a:lnTo>
                      <a:pt x="254" y="713"/>
                    </a:lnTo>
                    <a:lnTo>
                      <a:pt x="77" y="713"/>
                    </a:lnTo>
                    <a:lnTo>
                      <a:pt x="72" y="699"/>
                    </a:lnTo>
                    <a:lnTo>
                      <a:pt x="60" y="659"/>
                    </a:lnTo>
                    <a:lnTo>
                      <a:pt x="44" y="595"/>
                    </a:lnTo>
                    <a:lnTo>
                      <a:pt x="28" y="511"/>
                    </a:lnTo>
                    <a:lnTo>
                      <a:pt x="16" y="410"/>
                    </a:lnTo>
                    <a:lnTo>
                      <a:pt x="12" y="294"/>
                    </a:lnTo>
                    <a:lnTo>
                      <a:pt x="21" y="167"/>
                    </a:lnTo>
                    <a:lnTo>
                      <a:pt x="45" y="32"/>
                    </a:lnTo>
                    <a:lnTo>
                      <a:pt x="0" y="0"/>
                    </a:lnTo>
                    <a:close/>
                  </a:path>
                </a:pathLst>
              </a:custGeom>
              <a:solidFill>
                <a:schemeClr val="bg1">
                  <a:alpha val="100000"/>
                </a:schemeClr>
              </a:solidFill>
              <a:ln w="9525">
                <a:noFill/>
              </a:ln>
            </p:spPr>
            <p:txBody>
              <a:bodyPr/>
              <a:p>
                <a:endParaRPr lang="zh-CN" altLang="en-US"/>
              </a:p>
            </p:txBody>
          </p:sp>
          <p:sp>
            <p:nvSpPr>
              <p:cNvPr id="146518" name="Freeform 147"/>
              <p:cNvSpPr/>
              <p:nvPr/>
            </p:nvSpPr>
            <p:spPr>
              <a:xfrm>
                <a:off x="4900" y="1840"/>
                <a:ext cx="97" cy="1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678" h="133">
                    <a:moveTo>
                      <a:pt x="0" y="133"/>
                    </a:moveTo>
                    <a:lnTo>
                      <a:pt x="4" y="132"/>
                    </a:lnTo>
                    <a:lnTo>
                      <a:pt x="15" y="127"/>
                    </a:lnTo>
                    <a:lnTo>
                      <a:pt x="32" y="122"/>
                    </a:lnTo>
                    <a:lnTo>
                      <a:pt x="56" y="114"/>
                    </a:lnTo>
                    <a:lnTo>
                      <a:pt x="86" y="104"/>
                    </a:lnTo>
                    <a:lnTo>
                      <a:pt x="120" y="95"/>
                    </a:lnTo>
                    <a:lnTo>
                      <a:pt x="160" y="86"/>
                    </a:lnTo>
                    <a:lnTo>
                      <a:pt x="204" y="78"/>
                    </a:lnTo>
                    <a:lnTo>
                      <a:pt x="252" y="70"/>
                    </a:lnTo>
                    <a:lnTo>
                      <a:pt x="303" y="64"/>
                    </a:lnTo>
                    <a:lnTo>
                      <a:pt x="358" y="60"/>
                    </a:lnTo>
                    <a:lnTo>
                      <a:pt x="414" y="58"/>
                    </a:lnTo>
                    <a:lnTo>
                      <a:pt x="474" y="60"/>
                    </a:lnTo>
                    <a:lnTo>
                      <a:pt x="534" y="65"/>
                    </a:lnTo>
                    <a:lnTo>
                      <a:pt x="596" y="74"/>
                    </a:lnTo>
                    <a:lnTo>
                      <a:pt x="659" y="88"/>
                    </a:lnTo>
                    <a:lnTo>
                      <a:pt x="678" y="0"/>
                    </a:lnTo>
                    <a:lnTo>
                      <a:pt x="674" y="0"/>
                    </a:lnTo>
                    <a:lnTo>
                      <a:pt x="659" y="0"/>
                    </a:lnTo>
                    <a:lnTo>
                      <a:pt x="636" y="0"/>
                    </a:lnTo>
                    <a:lnTo>
                      <a:pt x="606" y="1"/>
                    </a:lnTo>
                    <a:lnTo>
                      <a:pt x="570" y="2"/>
                    </a:lnTo>
                    <a:lnTo>
                      <a:pt x="527" y="3"/>
                    </a:lnTo>
                    <a:lnTo>
                      <a:pt x="480" y="7"/>
                    </a:lnTo>
                    <a:lnTo>
                      <a:pt x="430" y="9"/>
                    </a:lnTo>
                    <a:lnTo>
                      <a:pt x="376" y="14"/>
                    </a:lnTo>
                    <a:lnTo>
                      <a:pt x="320" y="18"/>
                    </a:lnTo>
                    <a:lnTo>
                      <a:pt x="264" y="24"/>
                    </a:lnTo>
                    <a:lnTo>
                      <a:pt x="208" y="32"/>
                    </a:lnTo>
                    <a:lnTo>
                      <a:pt x="152" y="40"/>
                    </a:lnTo>
                    <a:lnTo>
                      <a:pt x="98" y="50"/>
                    </a:lnTo>
                    <a:lnTo>
                      <a:pt x="47" y="62"/>
                    </a:lnTo>
                    <a:lnTo>
                      <a:pt x="0" y="76"/>
                    </a:lnTo>
                    <a:lnTo>
                      <a:pt x="0" y="133"/>
                    </a:lnTo>
                    <a:close/>
                  </a:path>
                </a:pathLst>
              </a:custGeom>
              <a:solidFill>
                <a:schemeClr val="bg1">
                  <a:alpha val="100000"/>
                </a:schemeClr>
              </a:solidFill>
              <a:ln w="9525">
                <a:noFill/>
              </a:ln>
            </p:spPr>
            <p:txBody>
              <a:bodyPr/>
              <a:p>
                <a:endParaRPr lang="zh-CN" altLang="en-US"/>
              </a:p>
            </p:txBody>
          </p:sp>
          <p:sp>
            <p:nvSpPr>
              <p:cNvPr id="146519" name="Freeform 148"/>
              <p:cNvSpPr/>
              <p:nvPr/>
            </p:nvSpPr>
            <p:spPr>
              <a:xfrm>
                <a:off x="4843" y="2015"/>
                <a:ext cx="163" cy="54"/>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42" h="379">
                    <a:moveTo>
                      <a:pt x="482" y="367"/>
                    </a:moveTo>
                    <a:lnTo>
                      <a:pt x="485" y="366"/>
                    </a:lnTo>
                    <a:lnTo>
                      <a:pt x="492" y="363"/>
                    </a:lnTo>
                    <a:lnTo>
                      <a:pt x="502" y="359"/>
                    </a:lnTo>
                    <a:lnTo>
                      <a:pt x="516" y="353"/>
                    </a:lnTo>
                    <a:lnTo>
                      <a:pt x="533" y="346"/>
                    </a:lnTo>
                    <a:lnTo>
                      <a:pt x="551" y="338"/>
                    </a:lnTo>
                    <a:lnTo>
                      <a:pt x="572" y="328"/>
                    </a:lnTo>
                    <a:lnTo>
                      <a:pt x="593" y="317"/>
                    </a:lnTo>
                    <a:lnTo>
                      <a:pt x="616" y="306"/>
                    </a:lnTo>
                    <a:lnTo>
                      <a:pt x="638" y="292"/>
                    </a:lnTo>
                    <a:lnTo>
                      <a:pt x="660" y="279"/>
                    </a:lnTo>
                    <a:lnTo>
                      <a:pt x="680" y="264"/>
                    </a:lnTo>
                    <a:lnTo>
                      <a:pt x="700" y="249"/>
                    </a:lnTo>
                    <a:lnTo>
                      <a:pt x="717" y="233"/>
                    </a:lnTo>
                    <a:lnTo>
                      <a:pt x="732" y="217"/>
                    </a:lnTo>
                    <a:lnTo>
                      <a:pt x="743" y="201"/>
                    </a:lnTo>
                    <a:lnTo>
                      <a:pt x="0" y="20"/>
                    </a:lnTo>
                    <a:lnTo>
                      <a:pt x="57" y="0"/>
                    </a:lnTo>
                    <a:lnTo>
                      <a:pt x="1142" y="267"/>
                    </a:lnTo>
                    <a:lnTo>
                      <a:pt x="1098" y="292"/>
                    </a:lnTo>
                    <a:lnTo>
                      <a:pt x="784" y="212"/>
                    </a:lnTo>
                    <a:lnTo>
                      <a:pt x="783" y="213"/>
                    </a:lnTo>
                    <a:lnTo>
                      <a:pt x="781" y="216"/>
                    </a:lnTo>
                    <a:lnTo>
                      <a:pt x="776" y="221"/>
                    </a:lnTo>
                    <a:lnTo>
                      <a:pt x="769" y="228"/>
                    </a:lnTo>
                    <a:lnTo>
                      <a:pt x="761" y="237"/>
                    </a:lnTo>
                    <a:lnTo>
                      <a:pt x="750" y="246"/>
                    </a:lnTo>
                    <a:lnTo>
                      <a:pt x="737" y="258"/>
                    </a:lnTo>
                    <a:lnTo>
                      <a:pt x="721" y="269"/>
                    </a:lnTo>
                    <a:lnTo>
                      <a:pt x="703" y="282"/>
                    </a:lnTo>
                    <a:lnTo>
                      <a:pt x="684" y="295"/>
                    </a:lnTo>
                    <a:lnTo>
                      <a:pt x="660" y="309"/>
                    </a:lnTo>
                    <a:lnTo>
                      <a:pt x="635" y="323"/>
                    </a:lnTo>
                    <a:lnTo>
                      <a:pt x="606" y="338"/>
                    </a:lnTo>
                    <a:lnTo>
                      <a:pt x="574" y="352"/>
                    </a:lnTo>
                    <a:lnTo>
                      <a:pt x="540" y="366"/>
                    </a:lnTo>
                    <a:lnTo>
                      <a:pt x="502" y="379"/>
                    </a:lnTo>
                    <a:lnTo>
                      <a:pt x="482" y="367"/>
                    </a:lnTo>
                    <a:close/>
                  </a:path>
                </a:pathLst>
              </a:custGeom>
              <a:solidFill>
                <a:schemeClr val="bg1">
                  <a:alpha val="100000"/>
                </a:schemeClr>
              </a:solidFill>
              <a:ln w="9525">
                <a:noFill/>
              </a:ln>
            </p:spPr>
            <p:txBody>
              <a:bodyPr/>
              <a:p>
                <a:endParaRPr lang="zh-CN" altLang="en-US"/>
              </a:p>
            </p:txBody>
          </p:sp>
          <p:sp>
            <p:nvSpPr>
              <p:cNvPr id="146520" name="Freeform 149"/>
              <p:cNvSpPr/>
              <p:nvPr/>
            </p:nvSpPr>
            <p:spPr>
              <a:xfrm>
                <a:off x="4809" y="2029"/>
                <a:ext cx="167" cy="48"/>
              </a:xfrm>
              <a:custGeom>
                <a:avLst/>
                <a:gdLst/>
                <a:ahLst/>
                <a:cxnLst>
                  <a:cxn ang="0">
                    <a:pos x="0" y="0"/>
                  </a:cxn>
                  <a:cxn ang="0">
                    <a:pos x="0" y="0"/>
                  </a:cxn>
                  <a:cxn ang="0">
                    <a:pos x="0" y="0"/>
                  </a:cxn>
                  <a:cxn ang="0">
                    <a:pos x="0" y="0"/>
                  </a:cxn>
                  <a:cxn ang="0">
                    <a:pos x="0" y="0"/>
                  </a:cxn>
                </a:cxnLst>
                <a:pathLst>
                  <a:path w="1163" h="340">
                    <a:moveTo>
                      <a:pt x="0" y="0"/>
                    </a:moveTo>
                    <a:lnTo>
                      <a:pt x="1137" y="340"/>
                    </a:lnTo>
                    <a:lnTo>
                      <a:pt x="1163" y="340"/>
                    </a:lnTo>
                    <a:lnTo>
                      <a:pt x="34" y="0"/>
                    </a:lnTo>
                    <a:lnTo>
                      <a:pt x="0" y="0"/>
                    </a:lnTo>
                    <a:close/>
                  </a:path>
                </a:pathLst>
              </a:custGeom>
              <a:solidFill>
                <a:srgbClr val="000000">
                  <a:alpha val="100000"/>
                </a:srgbClr>
              </a:solidFill>
              <a:ln w="9525">
                <a:noFill/>
              </a:ln>
            </p:spPr>
            <p:txBody>
              <a:bodyPr/>
              <a:p>
                <a:endParaRPr lang="zh-CN" altLang="en-US"/>
              </a:p>
            </p:txBody>
          </p:sp>
          <p:sp>
            <p:nvSpPr>
              <p:cNvPr id="146521" name="Freeform 150"/>
              <p:cNvSpPr/>
              <p:nvPr/>
            </p:nvSpPr>
            <p:spPr>
              <a:xfrm>
                <a:off x="4837" y="2022"/>
                <a:ext cx="164" cy="44"/>
              </a:xfrm>
              <a:custGeom>
                <a:avLst/>
                <a:gdLst/>
                <a:ahLst/>
                <a:cxnLst>
                  <a:cxn ang="0">
                    <a:pos x="0" y="0"/>
                  </a:cxn>
                  <a:cxn ang="0">
                    <a:pos x="0" y="0"/>
                  </a:cxn>
                  <a:cxn ang="0">
                    <a:pos x="0" y="0"/>
                  </a:cxn>
                  <a:cxn ang="0">
                    <a:pos x="0" y="0"/>
                  </a:cxn>
                  <a:cxn ang="0">
                    <a:pos x="0" y="0"/>
                  </a:cxn>
                </a:cxnLst>
                <a:pathLst>
                  <a:path w="1149" h="303">
                    <a:moveTo>
                      <a:pt x="0" y="1"/>
                    </a:moveTo>
                    <a:lnTo>
                      <a:pt x="1124" y="303"/>
                    </a:lnTo>
                    <a:lnTo>
                      <a:pt x="1149" y="302"/>
                    </a:lnTo>
                    <a:lnTo>
                      <a:pt x="34" y="0"/>
                    </a:lnTo>
                    <a:lnTo>
                      <a:pt x="0" y="1"/>
                    </a:lnTo>
                    <a:close/>
                  </a:path>
                </a:pathLst>
              </a:custGeom>
              <a:solidFill>
                <a:srgbClr val="000000">
                  <a:alpha val="100000"/>
                </a:srgbClr>
              </a:solidFill>
              <a:ln w="9525">
                <a:noFill/>
              </a:ln>
            </p:spPr>
            <p:txBody>
              <a:bodyPr/>
              <a:p>
                <a:endParaRPr lang="zh-CN" altLang="en-US"/>
              </a:p>
            </p:txBody>
          </p:sp>
          <p:sp>
            <p:nvSpPr>
              <p:cNvPr id="146522" name="Freeform 151"/>
              <p:cNvSpPr/>
              <p:nvPr/>
            </p:nvSpPr>
            <p:spPr>
              <a:xfrm>
                <a:off x="4824" y="2025"/>
                <a:ext cx="165" cy="48"/>
              </a:xfrm>
              <a:custGeom>
                <a:avLst/>
                <a:gdLst/>
                <a:ahLst/>
                <a:cxnLst>
                  <a:cxn ang="0">
                    <a:pos x="0" y="0"/>
                  </a:cxn>
                  <a:cxn ang="0">
                    <a:pos x="0" y="0"/>
                  </a:cxn>
                  <a:cxn ang="0">
                    <a:pos x="0" y="0"/>
                  </a:cxn>
                  <a:cxn ang="0">
                    <a:pos x="0" y="0"/>
                  </a:cxn>
                  <a:cxn ang="0">
                    <a:pos x="0" y="0"/>
                  </a:cxn>
                </a:cxnLst>
                <a:pathLst>
                  <a:path w="1155" h="336">
                    <a:moveTo>
                      <a:pt x="0" y="0"/>
                    </a:moveTo>
                    <a:lnTo>
                      <a:pt x="1134" y="336"/>
                    </a:lnTo>
                    <a:lnTo>
                      <a:pt x="1155" y="328"/>
                    </a:lnTo>
                    <a:lnTo>
                      <a:pt x="34" y="0"/>
                    </a:lnTo>
                    <a:lnTo>
                      <a:pt x="0" y="0"/>
                    </a:lnTo>
                    <a:close/>
                  </a:path>
                </a:pathLst>
              </a:custGeom>
              <a:solidFill>
                <a:srgbClr val="000000">
                  <a:alpha val="100000"/>
                </a:srgbClr>
              </a:solidFill>
              <a:ln w="9525">
                <a:noFill/>
              </a:ln>
            </p:spPr>
            <p:txBody>
              <a:bodyPr/>
              <a:p>
                <a:endParaRPr lang="zh-CN" altLang="en-US"/>
              </a:p>
            </p:txBody>
          </p:sp>
        </p:grpSp>
        <p:grpSp>
          <p:nvGrpSpPr>
            <p:cNvPr id="146426" name="Group 152"/>
            <p:cNvGrpSpPr/>
            <p:nvPr/>
          </p:nvGrpSpPr>
          <p:grpSpPr>
            <a:xfrm>
              <a:off x="1849" y="3583"/>
              <a:ext cx="176" cy="150"/>
              <a:chOff x="4765" y="1531"/>
              <a:chExt cx="312" cy="261"/>
            </a:xfrm>
          </p:grpSpPr>
          <p:sp>
            <p:nvSpPr>
              <p:cNvPr id="146444" name="AutoShape 153"/>
              <p:cNvSpPr>
                <a:spLocks noChangeAspect="1" noTextEdit="1"/>
              </p:cNvSpPr>
              <p:nvPr/>
            </p:nvSpPr>
            <p:spPr>
              <a:xfrm>
                <a:off x="4765" y="1531"/>
                <a:ext cx="312" cy="260"/>
              </a:xfrm>
              <a:prstGeom prst="rect">
                <a:avLst/>
              </a:prstGeom>
              <a:noFill/>
              <a:ln w="9525">
                <a:noFill/>
              </a:ln>
            </p:spPr>
            <p:txBody>
              <a:bodyPr/>
              <a:p>
                <a:endParaRPr lang="zh-CN" altLang="en-US"/>
              </a:p>
            </p:txBody>
          </p:sp>
          <p:sp>
            <p:nvSpPr>
              <p:cNvPr id="146445" name="Freeform 154"/>
              <p:cNvSpPr/>
              <p:nvPr/>
            </p:nvSpPr>
            <p:spPr>
              <a:xfrm>
                <a:off x="4765" y="1534"/>
                <a:ext cx="307" cy="25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150" h="1804">
                    <a:moveTo>
                      <a:pt x="582" y="239"/>
                    </a:moveTo>
                    <a:lnTo>
                      <a:pt x="606" y="129"/>
                    </a:lnTo>
                    <a:lnTo>
                      <a:pt x="607" y="129"/>
                    </a:lnTo>
                    <a:lnTo>
                      <a:pt x="611" y="128"/>
                    </a:lnTo>
                    <a:lnTo>
                      <a:pt x="616" y="125"/>
                    </a:lnTo>
                    <a:lnTo>
                      <a:pt x="623" y="123"/>
                    </a:lnTo>
                    <a:lnTo>
                      <a:pt x="633" y="120"/>
                    </a:lnTo>
                    <a:lnTo>
                      <a:pt x="645" y="115"/>
                    </a:lnTo>
                    <a:lnTo>
                      <a:pt x="659" y="112"/>
                    </a:lnTo>
                    <a:lnTo>
                      <a:pt x="676" y="107"/>
                    </a:lnTo>
                    <a:lnTo>
                      <a:pt x="694" y="101"/>
                    </a:lnTo>
                    <a:lnTo>
                      <a:pt x="715" y="95"/>
                    </a:lnTo>
                    <a:lnTo>
                      <a:pt x="738" y="90"/>
                    </a:lnTo>
                    <a:lnTo>
                      <a:pt x="763" y="84"/>
                    </a:lnTo>
                    <a:lnTo>
                      <a:pt x="790" y="78"/>
                    </a:lnTo>
                    <a:lnTo>
                      <a:pt x="820" y="71"/>
                    </a:lnTo>
                    <a:lnTo>
                      <a:pt x="852" y="64"/>
                    </a:lnTo>
                    <a:lnTo>
                      <a:pt x="886" y="59"/>
                    </a:lnTo>
                    <a:lnTo>
                      <a:pt x="922" y="52"/>
                    </a:lnTo>
                    <a:lnTo>
                      <a:pt x="961" y="46"/>
                    </a:lnTo>
                    <a:lnTo>
                      <a:pt x="1002" y="40"/>
                    </a:lnTo>
                    <a:lnTo>
                      <a:pt x="1044" y="35"/>
                    </a:lnTo>
                    <a:lnTo>
                      <a:pt x="1090" y="29"/>
                    </a:lnTo>
                    <a:lnTo>
                      <a:pt x="1138" y="23"/>
                    </a:lnTo>
                    <a:lnTo>
                      <a:pt x="1187" y="18"/>
                    </a:lnTo>
                    <a:lnTo>
                      <a:pt x="1240" y="14"/>
                    </a:lnTo>
                    <a:lnTo>
                      <a:pt x="1294" y="10"/>
                    </a:lnTo>
                    <a:lnTo>
                      <a:pt x="1350" y="7"/>
                    </a:lnTo>
                    <a:lnTo>
                      <a:pt x="1410" y="4"/>
                    </a:lnTo>
                    <a:lnTo>
                      <a:pt x="1470" y="1"/>
                    </a:lnTo>
                    <a:lnTo>
                      <a:pt x="1535" y="0"/>
                    </a:lnTo>
                    <a:lnTo>
                      <a:pt x="1601" y="0"/>
                    </a:lnTo>
                    <a:lnTo>
                      <a:pt x="1668" y="0"/>
                    </a:lnTo>
                    <a:lnTo>
                      <a:pt x="1739" y="1"/>
                    </a:lnTo>
                    <a:lnTo>
                      <a:pt x="1816" y="44"/>
                    </a:lnTo>
                    <a:lnTo>
                      <a:pt x="1799" y="248"/>
                    </a:lnTo>
                    <a:lnTo>
                      <a:pt x="1804" y="251"/>
                    </a:lnTo>
                    <a:lnTo>
                      <a:pt x="1820" y="259"/>
                    </a:lnTo>
                    <a:lnTo>
                      <a:pt x="1842" y="272"/>
                    </a:lnTo>
                    <a:lnTo>
                      <a:pt x="1868" y="292"/>
                    </a:lnTo>
                    <a:lnTo>
                      <a:pt x="1896" y="318"/>
                    </a:lnTo>
                    <a:lnTo>
                      <a:pt x="1920" y="351"/>
                    </a:lnTo>
                    <a:lnTo>
                      <a:pt x="1939" y="390"/>
                    </a:lnTo>
                    <a:lnTo>
                      <a:pt x="1951" y="436"/>
                    </a:lnTo>
                    <a:lnTo>
                      <a:pt x="2125" y="593"/>
                    </a:lnTo>
                    <a:lnTo>
                      <a:pt x="2078" y="1009"/>
                    </a:lnTo>
                    <a:lnTo>
                      <a:pt x="1799" y="1149"/>
                    </a:lnTo>
                    <a:lnTo>
                      <a:pt x="2129" y="1247"/>
                    </a:lnTo>
                    <a:lnTo>
                      <a:pt x="2131" y="1251"/>
                    </a:lnTo>
                    <a:lnTo>
                      <a:pt x="2137" y="1264"/>
                    </a:lnTo>
                    <a:lnTo>
                      <a:pt x="2143" y="1284"/>
                    </a:lnTo>
                    <a:lnTo>
                      <a:pt x="2149" y="1310"/>
                    </a:lnTo>
                    <a:lnTo>
                      <a:pt x="2150" y="1342"/>
                    </a:lnTo>
                    <a:lnTo>
                      <a:pt x="2147" y="1380"/>
                    </a:lnTo>
                    <a:lnTo>
                      <a:pt x="2136" y="1423"/>
                    </a:lnTo>
                    <a:lnTo>
                      <a:pt x="2117" y="1468"/>
                    </a:lnTo>
                    <a:lnTo>
                      <a:pt x="1244" y="1804"/>
                    </a:lnTo>
                    <a:lnTo>
                      <a:pt x="0" y="1413"/>
                    </a:lnTo>
                    <a:lnTo>
                      <a:pt x="22" y="1367"/>
                    </a:lnTo>
                    <a:lnTo>
                      <a:pt x="212" y="1302"/>
                    </a:lnTo>
                    <a:lnTo>
                      <a:pt x="212" y="248"/>
                    </a:lnTo>
                    <a:lnTo>
                      <a:pt x="213" y="247"/>
                    </a:lnTo>
                    <a:lnTo>
                      <a:pt x="217" y="244"/>
                    </a:lnTo>
                    <a:lnTo>
                      <a:pt x="223" y="240"/>
                    </a:lnTo>
                    <a:lnTo>
                      <a:pt x="232" y="234"/>
                    </a:lnTo>
                    <a:lnTo>
                      <a:pt x="245" y="228"/>
                    </a:lnTo>
                    <a:lnTo>
                      <a:pt x="258" y="221"/>
                    </a:lnTo>
                    <a:lnTo>
                      <a:pt x="276" y="214"/>
                    </a:lnTo>
                    <a:lnTo>
                      <a:pt x="294" y="207"/>
                    </a:lnTo>
                    <a:lnTo>
                      <a:pt x="316" y="201"/>
                    </a:lnTo>
                    <a:lnTo>
                      <a:pt x="340" y="197"/>
                    </a:lnTo>
                    <a:lnTo>
                      <a:pt x="366" y="194"/>
                    </a:lnTo>
                    <a:lnTo>
                      <a:pt x="393" y="192"/>
                    </a:lnTo>
                    <a:lnTo>
                      <a:pt x="424" y="193"/>
                    </a:lnTo>
                    <a:lnTo>
                      <a:pt x="457" y="197"/>
                    </a:lnTo>
                    <a:lnTo>
                      <a:pt x="493" y="203"/>
                    </a:lnTo>
                    <a:lnTo>
                      <a:pt x="529" y="214"/>
                    </a:lnTo>
                    <a:lnTo>
                      <a:pt x="582" y="239"/>
                    </a:lnTo>
                    <a:close/>
                  </a:path>
                </a:pathLst>
              </a:custGeom>
              <a:solidFill>
                <a:srgbClr val="DDDDDD">
                  <a:alpha val="100000"/>
                </a:srgbClr>
              </a:solidFill>
              <a:ln w="9525">
                <a:noFill/>
              </a:ln>
            </p:spPr>
            <p:txBody>
              <a:bodyPr/>
              <a:p>
                <a:endParaRPr lang="zh-CN" altLang="en-US"/>
              </a:p>
            </p:txBody>
          </p:sp>
          <p:sp>
            <p:nvSpPr>
              <p:cNvPr id="146446" name="Freeform 155"/>
              <p:cNvSpPr/>
              <p:nvPr/>
            </p:nvSpPr>
            <p:spPr>
              <a:xfrm>
                <a:off x="4882" y="1584"/>
                <a:ext cx="163" cy="11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39" h="778">
                    <a:moveTo>
                      <a:pt x="7" y="587"/>
                    </a:moveTo>
                    <a:lnTo>
                      <a:pt x="0" y="682"/>
                    </a:lnTo>
                    <a:lnTo>
                      <a:pt x="742" y="778"/>
                    </a:lnTo>
                    <a:lnTo>
                      <a:pt x="748" y="775"/>
                    </a:lnTo>
                    <a:lnTo>
                      <a:pt x="763" y="767"/>
                    </a:lnTo>
                    <a:lnTo>
                      <a:pt x="787" y="755"/>
                    </a:lnTo>
                    <a:lnTo>
                      <a:pt x="816" y="737"/>
                    </a:lnTo>
                    <a:lnTo>
                      <a:pt x="852" y="714"/>
                    </a:lnTo>
                    <a:lnTo>
                      <a:pt x="891" y="686"/>
                    </a:lnTo>
                    <a:lnTo>
                      <a:pt x="932" y="652"/>
                    </a:lnTo>
                    <a:lnTo>
                      <a:pt x="973" y="613"/>
                    </a:lnTo>
                    <a:lnTo>
                      <a:pt x="1013" y="570"/>
                    </a:lnTo>
                    <a:lnTo>
                      <a:pt x="1051" y="521"/>
                    </a:lnTo>
                    <a:lnTo>
                      <a:pt x="1083" y="466"/>
                    </a:lnTo>
                    <a:lnTo>
                      <a:pt x="1109" y="406"/>
                    </a:lnTo>
                    <a:lnTo>
                      <a:pt x="1129" y="342"/>
                    </a:lnTo>
                    <a:lnTo>
                      <a:pt x="1139" y="271"/>
                    </a:lnTo>
                    <a:lnTo>
                      <a:pt x="1138" y="196"/>
                    </a:lnTo>
                    <a:lnTo>
                      <a:pt x="1124" y="115"/>
                    </a:lnTo>
                    <a:lnTo>
                      <a:pt x="1122" y="110"/>
                    </a:lnTo>
                    <a:lnTo>
                      <a:pt x="1115" y="97"/>
                    </a:lnTo>
                    <a:lnTo>
                      <a:pt x="1102" y="80"/>
                    </a:lnTo>
                    <a:lnTo>
                      <a:pt x="1086" y="59"/>
                    </a:lnTo>
                    <a:lnTo>
                      <a:pt x="1066" y="39"/>
                    </a:lnTo>
                    <a:lnTo>
                      <a:pt x="1041" y="20"/>
                    </a:lnTo>
                    <a:lnTo>
                      <a:pt x="1011" y="7"/>
                    </a:lnTo>
                    <a:lnTo>
                      <a:pt x="978" y="0"/>
                    </a:lnTo>
                    <a:lnTo>
                      <a:pt x="982" y="12"/>
                    </a:lnTo>
                    <a:lnTo>
                      <a:pt x="994" y="46"/>
                    </a:lnTo>
                    <a:lnTo>
                      <a:pt x="1007" y="100"/>
                    </a:lnTo>
                    <a:lnTo>
                      <a:pt x="1019" y="169"/>
                    </a:lnTo>
                    <a:lnTo>
                      <a:pt x="1022" y="252"/>
                    </a:lnTo>
                    <a:lnTo>
                      <a:pt x="1013" y="344"/>
                    </a:lnTo>
                    <a:lnTo>
                      <a:pt x="987" y="444"/>
                    </a:lnTo>
                    <a:lnTo>
                      <a:pt x="940" y="549"/>
                    </a:lnTo>
                    <a:lnTo>
                      <a:pt x="939" y="550"/>
                    </a:lnTo>
                    <a:lnTo>
                      <a:pt x="934" y="553"/>
                    </a:lnTo>
                    <a:lnTo>
                      <a:pt x="927" y="559"/>
                    </a:lnTo>
                    <a:lnTo>
                      <a:pt x="917" y="567"/>
                    </a:lnTo>
                    <a:lnTo>
                      <a:pt x="904" y="575"/>
                    </a:lnTo>
                    <a:lnTo>
                      <a:pt x="890" y="585"/>
                    </a:lnTo>
                    <a:lnTo>
                      <a:pt x="871" y="594"/>
                    </a:lnTo>
                    <a:lnTo>
                      <a:pt x="851" y="603"/>
                    </a:lnTo>
                    <a:lnTo>
                      <a:pt x="828" y="611"/>
                    </a:lnTo>
                    <a:lnTo>
                      <a:pt x="802" y="619"/>
                    </a:lnTo>
                    <a:lnTo>
                      <a:pt x="773" y="625"/>
                    </a:lnTo>
                    <a:lnTo>
                      <a:pt x="741" y="629"/>
                    </a:lnTo>
                    <a:lnTo>
                      <a:pt x="708" y="630"/>
                    </a:lnTo>
                    <a:lnTo>
                      <a:pt x="671" y="629"/>
                    </a:lnTo>
                    <a:lnTo>
                      <a:pt x="631" y="626"/>
                    </a:lnTo>
                    <a:lnTo>
                      <a:pt x="590" y="618"/>
                    </a:lnTo>
                    <a:lnTo>
                      <a:pt x="590" y="720"/>
                    </a:lnTo>
                    <a:lnTo>
                      <a:pt x="26" y="663"/>
                    </a:lnTo>
                    <a:lnTo>
                      <a:pt x="7" y="587"/>
                    </a:lnTo>
                    <a:close/>
                  </a:path>
                </a:pathLst>
              </a:custGeom>
              <a:solidFill>
                <a:schemeClr val="bg2">
                  <a:alpha val="100000"/>
                </a:schemeClr>
              </a:solidFill>
              <a:ln w="9525">
                <a:noFill/>
              </a:ln>
            </p:spPr>
            <p:txBody>
              <a:bodyPr/>
              <a:p>
                <a:endParaRPr lang="zh-CN" altLang="en-US"/>
              </a:p>
            </p:txBody>
          </p:sp>
          <p:sp>
            <p:nvSpPr>
              <p:cNvPr id="146447" name="Freeform 156"/>
              <p:cNvSpPr/>
              <p:nvPr/>
            </p:nvSpPr>
            <p:spPr>
              <a:xfrm>
                <a:off x="4862" y="1693"/>
                <a:ext cx="119" cy="38"/>
              </a:xfrm>
              <a:custGeom>
                <a:avLst/>
                <a:gdLst/>
                <a:ahLst/>
                <a:cxnLst>
                  <a:cxn ang="0">
                    <a:pos x="0" y="0"/>
                  </a:cxn>
                  <a:cxn ang="0">
                    <a:pos x="0" y="0"/>
                  </a:cxn>
                  <a:cxn ang="0">
                    <a:pos x="0" y="0"/>
                  </a:cxn>
                  <a:cxn ang="0">
                    <a:pos x="0" y="0"/>
                  </a:cxn>
                  <a:cxn ang="0">
                    <a:pos x="0" y="0"/>
                  </a:cxn>
                </a:cxnLst>
                <a:pathLst>
                  <a:path w="837" h="269">
                    <a:moveTo>
                      <a:pt x="837" y="96"/>
                    </a:moveTo>
                    <a:lnTo>
                      <a:pt x="12" y="0"/>
                    </a:lnTo>
                    <a:lnTo>
                      <a:pt x="0" y="96"/>
                    </a:lnTo>
                    <a:lnTo>
                      <a:pt x="812" y="269"/>
                    </a:lnTo>
                    <a:lnTo>
                      <a:pt x="837" y="96"/>
                    </a:lnTo>
                    <a:close/>
                  </a:path>
                </a:pathLst>
              </a:custGeom>
              <a:solidFill>
                <a:schemeClr val="bg2">
                  <a:alpha val="100000"/>
                </a:schemeClr>
              </a:solidFill>
              <a:ln w="9525">
                <a:noFill/>
              </a:ln>
            </p:spPr>
            <p:txBody>
              <a:bodyPr/>
              <a:p>
                <a:endParaRPr lang="zh-CN" altLang="en-US"/>
              </a:p>
            </p:txBody>
          </p:sp>
          <p:sp>
            <p:nvSpPr>
              <p:cNvPr id="146448" name="Freeform 157"/>
              <p:cNvSpPr/>
              <p:nvPr/>
            </p:nvSpPr>
            <p:spPr>
              <a:xfrm>
                <a:off x="4921" y="1705"/>
                <a:ext cx="51" cy="18"/>
              </a:xfrm>
              <a:custGeom>
                <a:avLst/>
                <a:gdLst/>
                <a:ahLst/>
                <a:cxnLst>
                  <a:cxn ang="0">
                    <a:pos x="0" y="0"/>
                  </a:cxn>
                  <a:cxn ang="0">
                    <a:pos x="0" y="0"/>
                  </a:cxn>
                  <a:cxn ang="0">
                    <a:pos x="0" y="0"/>
                  </a:cxn>
                  <a:cxn ang="0">
                    <a:pos x="0" y="0"/>
                  </a:cxn>
                  <a:cxn ang="0">
                    <a:pos x="0" y="0"/>
                  </a:cxn>
                </a:cxnLst>
                <a:pathLst>
                  <a:path w="358" h="122">
                    <a:moveTo>
                      <a:pt x="358" y="53"/>
                    </a:moveTo>
                    <a:lnTo>
                      <a:pt x="5" y="0"/>
                    </a:lnTo>
                    <a:lnTo>
                      <a:pt x="0" y="51"/>
                    </a:lnTo>
                    <a:lnTo>
                      <a:pt x="348" y="122"/>
                    </a:lnTo>
                    <a:lnTo>
                      <a:pt x="358" y="53"/>
                    </a:lnTo>
                    <a:close/>
                  </a:path>
                </a:pathLst>
              </a:custGeom>
              <a:solidFill>
                <a:schemeClr val="folHlink">
                  <a:alpha val="100000"/>
                </a:schemeClr>
              </a:solidFill>
              <a:ln w="9525">
                <a:noFill/>
              </a:ln>
            </p:spPr>
            <p:txBody>
              <a:bodyPr/>
              <a:p>
                <a:endParaRPr lang="zh-CN" altLang="en-US"/>
              </a:p>
            </p:txBody>
          </p:sp>
          <p:sp>
            <p:nvSpPr>
              <p:cNvPr id="146449" name="Freeform 158"/>
              <p:cNvSpPr/>
              <p:nvPr/>
            </p:nvSpPr>
            <p:spPr>
              <a:xfrm>
                <a:off x="4869" y="1696"/>
                <a:ext cx="34" cy="13"/>
              </a:xfrm>
              <a:custGeom>
                <a:avLst/>
                <a:gdLst/>
                <a:ahLst/>
                <a:cxnLst>
                  <a:cxn ang="0">
                    <a:pos x="0" y="0"/>
                  </a:cxn>
                  <a:cxn ang="0">
                    <a:pos x="0" y="0"/>
                  </a:cxn>
                  <a:cxn ang="0">
                    <a:pos x="0" y="0"/>
                  </a:cxn>
                  <a:cxn ang="0">
                    <a:pos x="0" y="0"/>
                  </a:cxn>
                  <a:cxn ang="0">
                    <a:pos x="0" y="0"/>
                  </a:cxn>
                </a:cxnLst>
                <a:pathLst>
                  <a:path w="239" h="91">
                    <a:moveTo>
                      <a:pt x="239" y="42"/>
                    </a:moveTo>
                    <a:lnTo>
                      <a:pt x="0" y="0"/>
                    </a:lnTo>
                    <a:lnTo>
                      <a:pt x="2" y="44"/>
                    </a:lnTo>
                    <a:lnTo>
                      <a:pt x="231" y="91"/>
                    </a:lnTo>
                    <a:lnTo>
                      <a:pt x="239" y="42"/>
                    </a:lnTo>
                    <a:close/>
                  </a:path>
                </a:pathLst>
              </a:custGeom>
              <a:solidFill>
                <a:schemeClr val="folHlink">
                  <a:alpha val="100000"/>
                </a:schemeClr>
              </a:solidFill>
              <a:ln w="9525">
                <a:noFill/>
              </a:ln>
            </p:spPr>
            <p:txBody>
              <a:bodyPr/>
              <a:p>
                <a:endParaRPr lang="zh-CN" altLang="en-US"/>
              </a:p>
            </p:txBody>
          </p:sp>
          <p:sp>
            <p:nvSpPr>
              <p:cNvPr id="146450" name="Freeform 159"/>
              <p:cNvSpPr/>
              <p:nvPr/>
            </p:nvSpPr>
            <p:spPr>
              <a:xfrm>
                <a:off x="4783" y="1709"/>
                <a:ext cx="202" cy="67"/>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409" h="466">
                    <a:moveTo>
                      <a:pt x="0" y="140"/>
                    </a:moveTo>
                    <a:lnTo>
                      <a:pt x="4" y="140"/>
                    </a:lnTo>
                    <a:lnTo>
                      <a:pt x="12" y="138"/>
                    </a:lnTo>
                    <a:lnTo>
                      <a:pt x="27" y="135"/>
                    </a:lnTo>
                    <a:lnTo>
                      <a:pt x="45" y="132"/>
                    </a:lnTo>
                    <a:lnTo>
                      <a:pt x="67" y="128"/>
                    </a:lnTo>
                    <a:lnTo>
                      <a:pt x="92" y="123"/>
                    </a:lnTo>
                    <a:lnTo>
                      <a:pt x="120" y="116"/>
                    </a:lnTo>
                    <a:lnTo>
                      <a:pt x="150" y="108"/>
                    </a:lnTo>
                    <a:lnTo>
                      <a:pt x="181" y="100"/>
                    </a:lnTo>
                    <a:lnTo>
                      <a:pt x="212" y="89"/>
                    </a:lnTo>
                    <a:lnTo>
                      <a:pt x="243" y="78"/>
                    </a:lnTo>
                    <a:lnTo>
                      <a:pt x="273" y="65"/>
                    </a:lnTo>
                    <a:lnTo>
                      <a:pt x="303" y="50"/>
                    </a:lnTo>
                    <a:lnTo>
                      <a:pt x="330" y="35"/>
                    </a:lnTo>
                    <a:lnTo>
                      <a:pt x="355" y="18"/>
                    </a:lnTo>
                    <a:lnTo>
                      <a:pt x="375" y="0"/>
                    </a:lnTo>
                    <a:lnTo>
                      <a:pt x="1409" y="236"/>
                    </a:lnTo>
                    <a:lnTo>
                      <a:pt x="1407" y="239"/>
                    </a:lnTo>
                    <a:lnTo>
                      <a:pt x="1401" y="245"/>
                    </a:lnTo>
                    <a:lnTo>
                      <a:pt x="1392" y="254"/>
                    </a:lnTo>
                    <a:lnTo>
                      <a:pt x="1379" y="265"/>
                    </a:lnTo>
                    <a:lnTo>
                      <a:pt x="1363" y="279"/>
                    </a:lnTo>
                    <a:lnTo>
                      <a:pt x="1345" y="295"/>
                    </a:lnTo>
                    <a:lnTo>
                      <a:pt x="1325" y="313"/>
                    </a:lnTo>
                    <a:lnTo>
                      <a:pt x="1303" y="332"/>
                    </a:lnTo>
                    <a:lnTo>
                      <a:pt x="1279" y="351"/>
                    </a:lnTo>
                    <a:lnTo>
                      <a:pt x="1253" y="371"/>
                    </a:lnTo>
                    <a:lnTo>
                      <a:pt x="1227" y="390"/>
                    </a:lnTo>
                    <a:lnTo>
                      <a:pt x="1200" y="409"/>
                    </a:lnTo>
                    <a:lnTo>
                      <a:pt x="1172" y="426"/>
                    </a:lnTo>
                    <a:lnTo>
                      <a:pt x="1145" y="441"/>
                    </a:lnTo>
                    <a:lnTo>
                      <a:pt x="1117" y="455"/>
                    </a:lnTo>
                    <a:lnTo>
                      <a:pt x="1091" y="466"/>
                    </a:lnTo>
                    <a:lnTo>
                      <a:pt x="0" y="140"/>
                    </a:lnTo>
                    <a:close/>
                  </a:path>
                </a:pathLst>
              </a:custGeom>
              <a:solidFill>
                <a:schemeClr val="bg2">
                  <a:alpha val="100000"/>
                </a:schemeClr>
              </a:solidFill>
              <a:ln w="9525">
                <a:noFill/>
              </a:ln>
            </p:spPr>
            <p:txBody>
              <a:bodyPr/>
              <a:p>
                <a:endParaRPr lang="zh-CN" altLang="en-US"/>
              </a:p>
            </p:txBody>
          </p:sp>
          <p:sp>
            <p:nvSpPr>
              <p:cNvPr id="146451" name="Freeform 160"/>
              <p:cNvSpPr/>
              <p:nvPr/>
            </p:nvSpPr>
            <p:spPr>
              <a:xfrm>
                <a:off x="4984" y="1702"/>
                <a:ext cx="72" cy="32"/>
              </a:xfrm>
              <a:custGeom>
                <a:avLst/>
                <a:gdLst/>
                <a:ahLst/>
                <a:cxnLst>
                  <a:cxn ang="0">
                    <a:pos x="0" y="0"/>
                  </a:cxn>
                  <a:cxn ang="0">
                    <a:pos x="0" y="0"/>
                  </a:cxn>
                  <a:cxn ang="0">
                    <a:pos x="0" y="0"/>
                  </a:cxn>
                  <a:cxn ang="0">
                    <a:pos x="0" y="0"/>
                  </a:cxn>
                  <a:cxn ang="0">
                    <a:pos x="0" y="0"/>
                  </a:cxn>
                  <a:cxn ang="0">
                    <a:pos x="0" y="0"/>
                  </a:cxn>
                </a:cxnLst>
                <a:pathLst>
                  <a:path w="502" h="223">
                    <a:moveTo>
                      <a:pt x="51" y="223"/>
                    </a:moveTo>
                    <a:lnTo>
                      <a:pt x="502" y="90"/>
                    </a:lnTo>
                    <a:lnTo>
                      <a:pt x="229" y="0"/>
                    </a:lnTo>
                    <a:lnTo>
                      <a:pt x="6" y="26"/>
                    </a:lnTo>
                    <a:lnTo>
                      <a:pt x="0" y="211"/>
                    </a:lnTo>
                    <a:lnTo>
                      <a:pt x="51" y="223"/>
                    </a:lnTo>
                    <a:close/>
                  </a:path>
                </a:pathLst>
              </a:custGeom>
              <a:solidFill>
                <a:schemeClr val="bg2">
                  <a:alpha val="100000"/>
                </a:schemeClr>
              </a:solidFill>
              <a:ln w="9525">
                <a:noFill/>
              </a:ln>
            </p:spPr>
            <p:txBody>
              <a:bodyPr/>
              <a:p>
                <a:endParaRPr lang="zh-CN" altLang="en-US"/>
              </a:p>
            </p:txBody>
          </p:sp>
          <p:sp>
            <p:nvSpPr>
              <p:cNvPr id="146452" name="Freeform 161"/>
              <p:cNvSpPr/>
              <p:nvPr/>
            </p:nvSpPr>
            <p:spPr>
              <a:xfrm>
                <a:off x="4799" y="1565"/>
                <a:ext cx="38" cy="152"/>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67" h="1064">
                    <a:moveTo>
                      <a:pt x="267" y="26"/>
                    </a:moveTo>
                    <a:lnTo>
                      <a:pt x="266" y="24"/>
                    </a:lnTo>
                    <a:lnTo>
                      <a:pt x="262" y="22"/>
                    </a:lnTo>
                    <a:lnTo>
                      <a:pt x="254" y="20"/>
                    </a:lnTo>
                    <a:lnTo>
                      <a:pt x="244" y="16"/>
                    </a:lnTo>
                    <a:lnTo>
                      <a:pt x="232" y="12"/>
                    </a:lnTo>
                    <a:lnTo>
                      <a:pt x="218" y="8"/>
                    </a:lnTo>
                    <a:lnTo>
                      <a:pt x="202" y="5"/>
                    </a:lnTo>
                    <a:lnTo>
                      <a:pt x="184" y="1"/>
                    </a:lnTo>
                    <a:lnTo>
                      <a:pt x="164" y="0"/>
                    </a:lnTo>
                    <a:lnTo>
                      <a:pt x="143" y="0"/>
                    </a:lnTo>
                    <a:lnTo>
                      <a:pt x="121" y="3"/>
                    </a:lnTo>
                    <a:lnTo>
                      <a:pt x="98" y="6"/>
                    </a:lnTo>
                    <a:lnTo>
                      <a:pt x="74" y="13"/>
                    </a:lnTo>
                    <a:lnTo>
                      <a:pt x="50" y="22"/>
                    </a:lnTo>
                    <a:lnTo>
                      <a:pt x="25" y="35"/>
                    </a:lnTo>
                    <a:lnTo>
                      <a:pt x="0" y="51"/>
                    </a:lnTo>
                    <a:lnTo>
                      <a:pt x="0" y="1064"/>
                    </a:lnTo>
                    <a:lnTo>
                      <a:pt x="1" y="1064"/>
                    </a:lnTo>
                    <a:lnTo>
                      <a:pt x="7" y="1064"/>
                    </a:lnTo>
                    <a:lnTo>
                      <a:pt x="15" y="1063"/>
                    </a:lnTo>
                    <a:lnTo>
                      <a:pt x="25" y="1062"/>
                    </a:lnTo>
                    <a:lnTo>
                      <a:pt x="37" y="1060"/>
                    </a:lnTo>
                    <a:lnTo>
                      <a:pt x="52" y="1057"/>
                    </a:lnTo>
                    <a:lnTo>
                      <a:pt x="69" y="1054"/>
                    </a:lnTo>
                    <a:lnTo>
                      <a:pt x="88" y="1049"/>
                    </a:lnTo>
                    <a:lnTo>
                      <a:pt x="108" y="1044"/>
                    </a:lnTo>
                    <a:lnTo>
                      <a:pt x="129" y="1037"/>
                    </a:lnTo>
                    <a:lnTo>
                      <a:pt x="152" y="1029"/>
                    </a:lnTo>
                    <a:lnTo>
                      <a:pt x="175" y="1018"/>
                    </a:lnTo>
                    <a:lnTo>
                      <a:pt x="198" y="1007"/>
                    </a:lnTo>
                    <a:lnTo>
                      <a:pt x="222" y="994"/>
                    </a:lnTo>
                    <a:lnTo>
                      <a:pt x="244" y="979"/>
                    </a:lnTo>
                    <a:lnTo>
                      <a:pt x="267" y="962"/>
                    </a:lnTo>
                    <a:lnTo>
                      <a:pt x="267" y="26"/>
                    </a:lnTo>
                    <a:close/>
                  </a:path>
                </a:pathLst>
              </a:custGeom>
              <a:solidFill>
                <a:schemeClr val="bg2">
                  <a:alpha val="100000"/>
                </a:schemeClr>
              </a:solidFill>
              <a:ln w="9525">
                <a:noFill/>
              </a:ln>
            </p:spPr>
            <p:txBody>
              <a:bodyPr/>
              <a:p>
                <a:endParaRPr lang="zh-CN" altLang="en-US"/>
              </a:p>
            </p:txBody>
          </p:sp>
          <p:sp>
            <p:nvSpPr>
              <p:cNvPr id="146453" name="Freeform 162"/>
              <p:cNvSpPr/>
              <p:nvPr/>
            </p:nvSpPr>
            <p:spPr>
              <a:xfrm>
                <a:off x="4800" y="1567"/>
                <a:ext cx="33" cy="12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28" h="898">
                    <a:moveTo>
                      <a:pt x="228" y="21"/>
                    </a:moveTo>
                    <a:lnTo>
                      <a:pt x="227" y="20"/>
                    </a:lnTo>
                    <a:lnTo>
                      <a:pt x="224" y="19"/>
                    </a:lnTo>
                    <a:lnTo>
                      <a:pt x="217" y="17"/>
                    </a:lnTo>
                    <a:lnTo>
                      <a:pt x="209" y="13"/>
                    </a:lnTo>
                    <a:lnTo>
                      <a:pt x="199" y="10"/>
                    </a:lnTo>
                    <a:lnTo>
                      <a:pt x="186" y="6"/>
                    </a:lnTo>
                    <a:lnTo>
                      <a:pt x="172" y="4"/>
                    </a:lnTo>
                    <a:lnTo>
                      <a:pt x="157" y="2"/>
                    </a:lnTo>
                    <a:lnTo>
                      <a:pt x="140" y="0"/>
                    </a:lnTo>
                    <a:lnTo>
                      <a:pt x="122" y="0"/>
                    </a:lnTo>
                    <a:lnTo>
                      <a:pt x="104" y="2"/>
                    </a:lnTo>
                    <a:lnTo>
                      <a:pt x="83" y="5"/>
                    </a:lnTo>
                    <a:lnTo>
                      <a:pt x="64" y="11"/>
                    </a:lnTo>
                    <a:lnTo>
                      <a:pt x="42" y="19"/>
                    </a:lnTo>
                    <a:lnTo>
                      <a:pt x="21" y="29"/>
                    </a:lnTo>
                    <a:lnTo>
                      <a:pt x="0" y="43"/>
                    </a:lnTo>
                    <a:lnTo>
                      <a:pt x="0" y="898"/>
                    </a:lnTo>
                    <a:lnTo>
                      <a:pt x="1" y="898"/>
                    </a:lnTo>
                    <a:lnTo>
                      <a:pt x="5" y="898"/>
                    </a:lnTo>
                    <a:lnTo>
                      <a:pt x="12" y="897"/>
                    </a:lnTo>
                    <a:lnTo>
                      <a:pt x="21" y="896"/>
                    </a:lnTo>
                    <a:lnTo>
                      <a:pt x="32" y="894"/>
                    </a:lnTo>
                    <a:lnTo>
                      <a:pt x="45" y="892"/>
                    </a:lnTo>
                    <a:lnTo>
                      <a:pt x="59" y="889"/>
                    </a:lnTo>
                    <a:lnTo>
                      <a:pt x="75" y="884"/>
                    </a:lnTo>
                    <a:lnTo>
                      <a:pt x="92" y="879"/>
                    </a:lnTo>
                    <a:lnTo>
                      <a:pt x="111" y="874"/>
                    </a:lnTo>
                    <a:lnTo>
                      <a:pt x="130" y="867"/>
                    </a:lnTo>
                    <a:lnTo>
                      <a:pt x="149" y="858"/>
                    </a:lnTo>
                    <a:lnTo>
                      <a:pt x="169" y="848"/>
                    </a:lnTo>
                    <a:lnTo>
                      <a:pt x="190" y="837"/>
                    </a:lnTo>
                    <a:lnTo>
                      <a:pt x="209" y="824"/>
                    </a:lnTo>
                    <a:lnTo>
                      <a:pt x="228" y="809"/>
                    </a:lnTo>
                    <a:lnTo>
                      <a:pt x="228" y="21"/>
                    </a:lnTo>
                    <a:close/>
                  </a:path>
                </a:pathLst>
              </a:custGeom>
              <a:solidFill>
                <a:schemeClr val="bg2">
                  <a:alpha val="100000"/>
                </a:schemeClr>
              </a:solidFill>
              <a:ln w="9525">
                <a:noFill/>
              </a:ln>
            </p:spPr>
            <p:txBody>
              <a:bodyPr/>
              <a:p>
                <a:endParaRPr lang="zh-CN" altLang="en-US"/>
              </a:p>
            </p:txBody>
          </p:sp>
          <p:sp>
            <p:nvSpPr>
              <p:cNvPr id="146454" name="Freeform 163"/>
              <p:cNvSpPr/>
              <p:nvPr/>
            </p:nvSpPr>
            <p:spPr>
              <a:xfrm>
                <a:off x="4801" y="1568"/>
                <a:ext cx="27" cy="104"/>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92" h="729">
                    <a:moveTo>
                      <a:pt x="192" y="17"/>
                    </a:moveTo>
                    <a:lnTo>
                      <a:pt x="191" y="17"/>
                    </a:lnTo>
                    <a:lnTo>
                      <a:pt x="187" y="15"/>
                    </a:lnTo>
                    <a:lnTo>
                      <a:pt x="183" y="12"/>
                    </a:lnTo>
                    <a:lnTo>
                      <a:pt x="176" y="10"/>
                    </a:lnTo>
                    <a:lnTo>
                      <a:pt x="167" y="8"/>
                    </a:lnTo>
                    <a:lnTo>
                      <a:pt x="156" y="4"/>
                    </a:lnTo>
                    <a:lnTo>
                      <a:pt x="145" y="2"/>
                    </a:lnTo>
                    <a:lnTo>
                      <a:pt x="132" y="0"/>
                    </a:lnTo>
                    <a:lnTo>
                      <a:pt x="117" y="0"/>
                    </a:lnTo>
                    <a:lnTo>
                      <a:pt x="102" y="0"/>
                    </a:lnTo>
                    <a:lnTo>
                      <a:pt x="86" y="1"/>
                    </a:lnTo>
                    <a:lnTo>
                      <a:pt x="70" y="3"/>
                    </a:lnTo>
                    <a:lnTo>
                      <a:pt x="53" y="8"/>
                    </a:lnTo>
                    <a:lnTo>
                      <a:pt x="35" y="15"/>
                    </a:lnTo>
                    <a:lnTo>
                      <a:pt x="18" y="24"/>
                    </a:lnTo>
                    <a:lnTo>
                      <a:pt x="0" y="35"/>
                    </a:lnTo>
                    <a:lnTo>
                      <a:pt x="0" y="729"/>
                    </a:lnTo>
                    <a:lnTo>
                      <a:pt x="1" y="729"/>
                    </a:lnTo>
                    <a:lnTo>
                      <a:pt x="4" y="729"/>
                    </a:lnTo>
                    <a:lnTo>
                      <a:pt x="10" y="728"/>
                    </a:lnTo>
                    <a:lnTo>
                      <a:pt x="18" y="727"/>
                    </a:lnTo>
                    <a:lnTo>
                      <a:pt x="27" y="726"/>
                    </a:lnTo>
                    <a:lnTo>
                      <a:pt x="37" y="725"/>
                    </a:lnTo>
                    <a:lnTo>
                      <a:pt x="50" y="721"/>
                    </a:lnTo>
                    <a:lnTo>
                      <a:pt x="64" y="719"/>
                    </a:lnTo>
                    <a:lnTo>
                      <a:pt x="77" y="714"/>
                    </a:lnTo>
                    <a:lnTo>
                      <a:pt x="92" y="710"/>
                    </a:lnTo>
                    <a:lnTo>
                      <a:pt x="108" y="704"/>
                    </a:lnTo>
                    <a:lnTo>
                      <a:pt x="125" y="697"/>
                    </a:lnTo>
                    <a:lnTo>
                      <a:pt x="141" y="689"/>
                    </a:lnTo>
                    <a:lnTo>
                      <a:pt x="159" y="680"/>
                    </a:lnTo>
                    <a:lnTo>
                      <a:pt x="176" y="668"/>
                    </a:lnTo>
                    <a:lnTo>
                      <a:pt x="192" y="657"/>
                    </a:lnTo>
                    <a:lnTo>
                      <a:pt x="192" y="17"/>
                    </a:lnTo>
                    <a:close/>
                  </a:path>
                </a:pathLst>
              </a:custGeom>
              <a:solidFill>
                <a:srgbClr val="DDDDDD">
                  <a:alpha val="100000"/>
                </a:srgbClr>
              </a:solidFill>
              <a:ln w="9525">
                <a:noFill/>
              </a:ln>
            </p:spPr>
            <p:txBody>
              <a:bodyPr/>
              <a:p>
                <a:endParaRPr lang="zh-CN" altLang="en-US"/>
              </a:p>
            </p:txBody>
          </p:sp>
          <p:sp>
            <p:nvSpPr>
              <p:cNvPr id="146455" name="Freeform 164"/>
              <p:cNvSpPr/>
              <p:nvPr/>
            </p:nvSpPr>
            <p:spPr>
              <a:xfrm>
                <a:off x="4802" y="1569"/>
                <a:ext cx="22" cy="8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56" h="564">
                    <a:moveTo>
                      <a:pt x="156" y="15"/>
                    </a:moveTo>
                    <a:lnTo>
                      <a:pt x="153" y="14"/>
                    </a:lnTo>
                    <a:lnTo>
                      <a:pt x="142" y="9"/>
                    </a:lnTo>
                    <a:lnTo>
                      <a:pt x="127" y="4"/>
                    </a:lnTo>
                    <a:lnTo>
                      <a:pt x="108" y="1"/>
                    </a:lnTo>
                    <a:lnTo>
                      <a:pt x="84" y="0"/>
                    </a:lnTo>
                    <a:lnTo>
                      <a:pt x="58" y="3"/>
                    </a:lnTo>
                    <a:lnTo>
                      <a:pt x="29" y="12"/>
                    </a:lnTo>
                    <a:lnTo>
                      <a:pt x="0" y="28"/>
                    </a:lnTo>
                    <a:lnTo>
                      <a:pt x="0" y="564"/>
                    </a:lnTo>
                    <a:lnTo>
                      <a:pt x="4" y="564"/>
                    </a:lnTo>
                    <a:lnTo>
                      <a:pt x="15" y="563"/>
                    </a:lnTo>
                    <a:lnTo>
                      <a:pt x="31" y="560"/>
                    </a:lnTo>
                    <a:lnTo>
                      <a:pt x="52" y="555"/>
                    </a:lnTo>
                    <a:lnTo>
                      <a:pt x="76" y="548"/>
                    </a:lnTo>
                    <a:lnTo>
                      <a:pt x="102" y="537"/>
                    </a:lnTo>
                    <a:lnTo>
                      <a:pt x="128" y="524"/>
                    </a:lnTo>
                    <a:lnTo>
                      <a:pt x="156" y="505"/>
                    </a:lnTo>
                    <a:lnTo>
                      <a:pt x="156" y="15"/>
                    </a:lnTo>
                    <a:close/>
                  </a:path>
                </a:pathLst>
              </a:custGeom>
              <a:solidFill>
                <a:schemeClr val="bg2">
                  <a:alpha val="100000"/>
                </a:schemeClr>
              </a:solidFill>
              <a:ln w="9525">
                <a:noFill/>
              </a:ln>
            </p:spPr>
            <p:txBody>
              <a:bodyPr/>
              <a:p>
                <a:endParaRPr lang="zh-CN" altLang="en-US"/>
              </a:p>
            </p:txBody>
          </p:sp>
          <p:sp>
            <p:nvSpPr>
              <p:cNvPr id="146456" name="Freeform 165"/>
              <p:cNvSpPr/>
              <p:nvPr/>
            </p:nvSpPr>
            <p:spPr>
              <a:xfrm>
                <a:off x="4803" y="1571"/>
                <a:ext cx="17" cy="5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7" h="396">
                    <a:moveTo>
                      <a:pt x="117" y="10"/>
                    </a:moveTo>
                    <a:lnTo>
                      <a:pt x="115" y="9"/>
                    </a:lnTo>
                    <a:lnTo>
                      <a:pt x="107" y="6"/>
                    </a:lnTo>
                    <a:lnTo>
                      <a:pt x="95" y="2"/>
                    </a:lnTo>
                    <a:lnTo>
                      <a:pt x="80" y="0"/>
                    </a:lnTo>
                    <a:lnTo>
                      <a:pt x="63" y="0"/>
                    </a:lnTo>
                    <a:lnTo>
                      <a:pt x="43" y="2"/>
                    </a:lnTo>
                    <a:lnTo>
                      <a:pt x="22" y="9"/>
                    </a:lnTo>
                    <a:lnTo>
                      <a:pt x="0" y="22"/>
                    </a:lnTo>
                    <a:lnTo>
                      <a:pt x="0" y="396"/>
                    </a:lnTo>
                    <a:lnTo>
                      <a:pt x="3" y="396"/>
                    </a:lnTo>
                    <a:lnTo>
                      <a:pt x="11" y="395"/>
                    </a:lnTo>
                    <a:lnTo>
                      <a:pt x="23" y="393"/>
                    </a:lnTo>
                    <a:lnTo>
                      <a:pt x="39" y="389"/>
                    </a:lnTo>
                    <a:lnTo>
                      <a:pt x="58" y="385"/>
                    </a:lnTo>
                    <a:lnTo>
                      <a:pt x="77" y="377"/>
                    </a:lnTo>
                    <a:lnTo>
                      <a:pt x="96" y="365"/>
                    </a:lnTo>
                    <a:lnTo>
                      <a:pt x="117" y="351"/>
                    </a:lnTo>
                    <a:lnTo>
                      <a:pt x="117" y="10"/>
                    </a:lnTo>
                    <a:close/>
                  </a:path>
                </a:pathLst>
              </a:custGeom>
              <a:solidFill>
                <a:schemeClr val="bg2">
                  <a:alpha val="100000"/>
                </a:schemeClr>
              </a:solidFill>
              <a:ln w="9525">
                <a:noFill/>
              </a:ln>
            </p:spPr>
            <p:txBody>
              <a:bodyPr/>
              <a:p>
                <a:endParaRPr lang="zh-CN" altLang="en-US"/>
              </a:p>
            </p:txBody>
          </p:sp>
          <p:sp>
            <p:nvSpPr>
              <p:cNvPr id="146457" name="Freeform 166"/>
              <p:cNvSpPr/>
              <p:nvPr/>
            </p:nvSpPr>
            <p:spPr>
              <a:xfrm>
                <a:off x="4804" y="1572"/>
                <a:ext cx="11" cy="33"/>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80" h="230">
                    <a:moveTo>
                      <a:pt x="80" y="7"/>
                    </a:moveTo>
                    <a:lnTo>
                      <a:pt x="78" y="6"/>
                    </a:lnTo>
                    <a:lnTo>
                      <a:pt x="73" y="5"/>
                    </a:lnTo>
                    <a:lnTo>
                      <a:pt x="65" y="2"/>
                    </a:lnTo>
                    <a:lnTo>
                      <a:pt x="55" y="0"/>
                    </a:lnTo>
                    <a:lnTo>
                      <a:pt x="44" y="0"/>
                    </a:lnTo>
                    <a:lnTo>
                      <a:pt x="30" y="1"/>
                    </a:lnTo>
                    <a:lnTo>
                      <a:pt x="15" y="7"/>
                    </a:lnTo>
                    <a:lnTo>
                      <a:pt x="0" y="15"/>
                    </a:lnTo>
                    <a:lnTo>
                      <a:pt x="0" y="230"/>
                    </a:lnTo>
                    <a:lnTo>
                      <a:pt x="3" y="230"/>
                    </a:lnTo>
                    <a:lnTo>
                      <a:pt x="7" y="229"/>
                    </a:lnTo>
                    <a:lnTo>
                      <a:pt x="16" y="228"/>
                    </a:lnTo>
                    <a:lnTo>
                      <a:pt x="27" y="225"/>
                    </a:lnTo>
                    <a:lnTo>
                      <a:pt x="39" y="222"/>
                    </a:lnTo>
                    <a:lnTo>
                      <a:pt x="53" y="216"/>
                    </a:lnTo>
                    <a:lnTo>
                      <a:pt x="67" y="208"/>
                    </a:lnTo>
                    <a:lnTo>
                      <a:pt x="80" y="199"/>
                    </a:lnTo>
                    <a:lnTo>
                      <a:pt x="80" y="7"/>
                    </a:lnTo>
                    <a:close/>
                  </a:path>
                </a:pathLst>
              </a:custGeom>
              <a:solidFill>
                <a:schemeClr val="bg2">
                  <a:alpha val="100000"/>
                </a:schemeClr>
              </a:solidFill>
              <a:ln w="9525">
                <a:noFill/>
              </a:ln>
            </p:spPr>
            <p:txBody>
              <a:bodyPr/>
              <a:p>
                <a:endParaRPr lang="zh-CN" altLang="en-US"/>
              </a:p>
            </p:txBody>
          </p:sp>
          <p:sp>
            <p:nvSpPr>
              <p:cNvPr id="146458" name="Freeform 167"/>
              <p:cNvSpPr/>
              <p:nvPr/>
            </p:nvSpPr>
            <p:spPr>
              <a:xfrm>
                <a:off x="4942" y="1666"/>
                <a:ext cx="16" cy="17"/>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7" h="117">
                    <a:moveTo>
                      <a:pt x="58" y="117"/>
                    </a:moveTo>
                    <a:lnTo>
                      <a:pt x="70" y="116"/>
                    </a:lnTo>
                    <a:lnTo>
                      <a:pt x="81" y="112"/>
                    </a:lnTo>
                    <a:lnTo>
                      <a:pt x="90" y="106"/>
                    </a:lnTo>
                    <a:lnTo>
                      <a:pt x="100" y="100"/>
                    </a:lnTo>
                    <a:lnTo>
                      <a:pt x="106" y="90"/>
                    </a:lnTo>
                    <a:lnTo>
                      <a:pt x="112" y="81"/>
                    </a:lnTo>
                    <a:lnTo>
                      <a:pt x="116" y="70"/>
                    </a:lnTo>
                    <a:lnTo>
                      <a:pt x="117" y="58"/>
                    </a:lnTo>
                    <a:lnTo>
                      <a:pt x="116" y="46"/>
                    </a:lnTo>
                    <a:lnTo>
                      <a:pt x="112" y="35"/>
                    </a:lnTo>
                    <a:lnTo>
                      <a:pt x="106" y="25"/>
                    </a:lnTo>
                    <a:lnTo>
                      <a:pt x="100" y="17"/>
                    </a:lnTo>
                    <a:lnTo>
                      <a:pt x="90" y="9"/>
                    </a:lnTo>
                    <a:lnTo>
                      <a:pt x="81" y="4"/>
                    </a:lnTo>
                    <a:lnTo>
                      <a:pt x="70" y="1"/>
                    </a:lnTo>
                    <a:lnTo>
                      <a:pt x="58" y="0"/>
                    </a:lnTo>
                    <a:lnTo>
                      <a:pt x="47" y="1"/>
                    </a:lnTo>
                    <a:lnTo>
                      <a:pt x="36" y="4"/>
                    </a:lnTo>
                    <a:lnTo>
                      <a:pt x="26" y="9"/>
                    </a:lnTo>
                    <a:lnTo>
                      <a:pt x="17" y="17"/>
                    </a:lnTo>
                    <a:lnTo>
                      <a:pt x="10" y="25"/>
                    </a:lnTo>
                    <a:lnTo>
                      <a:pt x="5" y="35"/>
                    </a:lnTo>
                    <a:lnTo>
                      <a:pt x="1" y="46"/>
                    </a:lnTo>
                    <a:lnTo>
                      <a:pt x="0" y="58"/>
                    </a:lnTo>
                    <a:lnTo>
                      <a:pt x="1" y="70"/>
                    </a:lnTo>
                    <a:lnTo>
                      <a:pt x="5" y="81"/>
                    </a:lnTo>
                    <a:lnTo>
                      <a:pt x="10" y="90"/>
                    </a:lnTo>
                    <a:lnTo>
                      <a:pt x="17" y="100"/>
                    </a:lnTo>
                    <a:lnTo>
                      <a:pt x="26" y="106"/>
                    </a:lnTo>
                    <a:lnTo>
                      <a:pt x="36" y="112"/>
                    </a:lnTo>
                    <a:lnTo>
                      <a:pt x="47" y="116"/>
                    </a:lnTo>
                    <a:lnTo>
                      <a:pt x="58" y="117"/>
                    </a:lnTo>
                    <a:close/>
                  </a:path>
                </a:pathLst>
              </a:custGeom>
              <a:solidFill>
                <a:schemeClr val="bg2">
                  <a:alpha val="100000"/>
                </a:schemeClr>
              </a:solidFill>
              <a:ln w="9525">
                <a:noFill/>
              </a:ln>
            </p:spPr>
            <p:txBody>
              <a:bodyPr/>
              <a:p>
                <a:endParaRPr lang="zh-CN" altLang="en-US"/>
              </a:p>
            </p:txBody>
          </p:sp>
          <p:sp>
            <p:nvSpPr>
              <p:cNvPr id="146459" name="Freeform 168"/>
              <p:cNvSpPr/>
              <p:nvPr/>
            </p:nvSpPr>
            <p:spPr>
              <a:xfrm>
                <a:off x="4890" y="1666"/>
                <a:ext cx="9" cy="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8" h="59">
                    <a:moveTo>
                      <a:pt x="29" y="59"/>
                    </a:moveTo>
                    <a:lnTo>
                      <a:pt x="40" y="56"/>
                    </a:lnTo>
                    <a:lnTo>
                      <a:pt x="50" y="49"/>
                    </a:lnTo>
                    <a:lnTo>
                      <a:pt x="56" y="40"/>
                    </a:lnTo>
                    <a:lnTo>
                      <a:pt x="58" y="29"/>
                    </a:lnTo>
                    <a:lnTo>
                      <a:pt x="56" y="17"/>
                    </a:lnTo>
                    <a:lnTo>
                      <a:pt x="50" y="8"/>
                    </a:lnTo>
                    <a:lnTo>
                      <a:pt x="40" y="2"/>
                    </a:lnTo>
                    <a:lnTo>
                      <a:pt x="29" y="0"/>
                    </a:lnTo>
                    <a:lnTo>
                      <a:pt x="17" y="2"/>
                    </a:lnTo>
                    <a:lnTo>
                      <a:pt x="8" y="8"/>
                    </a:lnTo>
                    <a:lnTo>
                      <a:pt x="2" y="17"/>
                    </a:lnTo>
                    <a:lnTo>
                      <a:pt x="0" y="29"/>
                    </a:lnTo>
                    <a:lnTo>
                      <a:pt x="2" y="40"/>
                    </a:lnTo>
                    <a:lnTo>
                      <a:pt x="8" y="49"/>
                    </a:lnTo>
                    <a:lnTo>
                      <a:pt x="17" y="56"/>
                    </a:lnTo>
                    <a:lnTo>
                      <a:pt x="29" y="59"/>
                    </a:lnTo>
                    <a:close/>
                  </a:path>
                </a:pathLst>
              </a:custGeom>
              <a:solidFill>
                <a:srgbClr val="FFFFFF">
                  <a:alpha val="100000"/>
                </a:srgbClr>
              </a:solidFill>
              <a:ln w="9525">
                <a:noFill/>
              </a:ln>
            </p:spPr>
            <p:txBody>
              <a:bodyPr/>
              <a:p>
                <a:endParaRPr lang="zh-CN" altLang="en-US"/>
              </a:p>
            </p:txBody>
          </p:sp>
          <p:sp>
            <p:nvSpPr>
              <p:cNvPr id="146460" name="Freeform 169"/>
              <p:cNvSpPr/>
              <p:nvPr/>
            </p:nvSpPr>
            <p:spPr>
              <a:xfrm>
                <a:off x="4905" y="1667"/>
                <a:ext cx="8" cy="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8" h="59">
                    <a:moveTo>
                      <a:pt x="29" y="59"/>
                    </a:moveTo>
                    <a:lnTo>
                      <a:pt x="41" y="57"/>
                    </a:lnTo>
                    <a:lnTo>
                      <a:pt x="50" y="51"/>
                    </a:lnTo>
                    <a:lnTo>
                      <a:pt x="56" y="42"/>
                    </a:lnTo>
                    <a:lnTo>
                      <a:pt x="58" y="30"/>
                    </a:lnTo>
                    <a:lnTo>
                      <a:pt x="56" y="19"/>
                    </a:lnTo>
                    <a:lnTo>
                      <a:pt x="50" y="9"/>
                    </a:lnTo>
                    <a:lnTo>
                      <a:pt x="41" y="3"/>
                    </a:lnTo>
                    <a:lnTo>
                      <a:pt x="29" y="0"/>
                    </a:lnTo>
                    <a:lnTo>
                      <a:pt x="18" y="3"/>
                    </a:lnTo>
                    <a:lnTo>
                      <a:pt x="9" y="9"/>
                    </a:lnTo>
                    <a:lnTo>
                      <a:pt x="2" y="19"/>
                    </a:lnTo>
                    <a:lnTo>
                      <a:pt x="0" y="30"/>
                    </a:lnTo>
                    <a:lnTo>
                      <a:pt x="2" y="42"/>
                    </a:lnTo>
                    <a:lnTo>
                      <a:pt x="9" y="51"/>
                    </a:lnTo>
                    <a:lnTo>
                      <a:pt x="18" y="57"/>
                    </a:lnTo>
                    <a:lnTo>
                      <a:pt x="29" y="59"/>
                    </a:lnTo>
                    <a:close/>
                  </a:path>
                </a:pathLst>
              </a:custGeom>
              <a:solidFill>
                <a:srgbClr val="FFFFFF">
                  <a:alpha val="100000"/>
                </a:srgbClr>
              </a:solidFill>
              <a:ln w="9525">
                <a:noFill/>
              </a:ln>
            </p:spPr>
            <p:txBody>
              <a:bodyPr/>
              <a:p>
                <a:endParaRPr lang="zh-CN" altLang="en-US"/>
              </a:p>
            </p:txBody>
          </p:sp>
          <p:sp>
            <p:nvSpPr>
              <p:cNvPr id="146461" name="Freeform 170"/>
              <p:cNvSpPr/>
              <p:nvPr/>
            </p:nvSpPr>
            <p:spPr>
              <a:xfrm>
                <a:off x="4849" y="1552"/>
                <a:ext cx="23" cy="114"/>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66" h="800">
                    <a:moveTo>
                      <a:pt x="52" y="16"/>
                    </a:moveTo>
                    <a:lnTo>
                      <a:pt x="47" y="32"/>
                    </a:lnTo>
                    <a:lnTo>
                      <a:pt x="36" y="77"/>
                    </a:lnTo>
                    <a:lnTo>
                      <a:pt x="21" y="148"/>
                    </a:lnTo>
                    <a:lnTo>
                      <a:pt x="8" y="244"/>
                    </a:lnTo>
                    <a:lnTo>
                      <a:pt x="0" y="359"/>
                    </a:lnTo>
                    <a:lnTo>
                      <a:pt x="2" y="492"/>
                    </a:lnTo>
                    <a:lnTo>
                      <a:pt x="15" y="640"/>
                    </a:lnTo>
                    <a:lnTo>
                      <a:pt x="46" y="800"/>
                    </a:lnTo>
                    <a:lnTo>
                      <a:pt x="161" y="794"/>
                    </a:lnTo>
                    <a:lnTo>
                      <a:pt x="156" y="770"/>
                    </a:lnTo>
                    <a:lnTo>
                      <a:pt x="145" y="706"/>
                    </a:lnTo>
                    <a:lnTo>
                      <a:pt x="131" y="610"/>
                    </a:lnTo>
                    <a:lnTo>
                      <a:pt x="118" y="493"/>
                    </a:lnTo>
                    <a:lnTo>
                      <a:pt x="111" y="364"/>
                    </a:lnTo>
                    <a:lnTo>
                      <a:pt x="115" y="235"/>
                    </a:lnTo>
                    <a:lnTo>
                      <a:pt x="132" y="113"/>
                    </a:lnTo>
                    <a:lnTo>
                      <a:pt x="166" y="9"/>
                    </a:lnTo>
                    <a:lnTo>
                      <a:pt x="166" y="8"/>
                    </a:lnTo>
                    <a:lnTo>
                      <a:pt x="166" y="6"/>
                    </a:lnTo>
                    <a:lnTo>
                      <a:pt x="164" y="4"/>
                    </a:lnTo>
                    <a:lnTo>
                      <a:pt x="157" y="0"/>
                    </a:lnTo>
                    <a:lnTo>
                      <a:pt x="143" y="0"/>
                    </a:lnTo>
                    <a:lnTo>
                      <a:pt x="123" y="1"/>
                    </a:lnTo>
                    <a:lnTo>
                      <a:pt x="93" y="7"/>
                    </a:lnTo>
                    <a:lnTo>
                      <a:pt x="52" y="16"/>
                    </a:lnTo>
                    <a:close/>
                  </a:path>
                </a:pathLst>
              </a:custGeom>
              <a:solidFill>
                <a:schemeClr val="bg2">
                  <a:alpha val="100000"/>
                </a:schemeClr>
              </a:solidFill>
              <a:ln w="9525">
                <a:noFill/>
              </a:ln>
            </p:spPr>
            <p:txBody>
              <a:bodyPr/>
              <a:p>
                <a:endParaRPr lang="zh-CN" altLang="en-US"/>
              </a:p>
            </p:txBody>
          </p:sp>
          <p:sp>
            <p:nvSpPr>
              <p:cNvPr id="146462" name="Freeform 171"/>
              <p:cNvSpPr/>
              <p:nvPr/>
            </p:nvSpPr>
            <p:spPr>
              <a:xfrm>
                <a:off x="4971" y="1538"/>
                <a:ext cx="32" cy="12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25" h="893">
                    <a:moveTo>
                      <a:pt x="225" y="6"/>
                    </a:moveTo>
                    <a:lnTo>
                      <a:pt x="219" y="12"/>
                    </a:lnTo>
                    <a:lnTo>
                      <a:pt x="204" y="35"/>
                    </a:lnTo>
                    <a:lnTo>
                      <a:pt x="185" y="82"/>
                    </a:lnTo>
                    <a:lnTo>
                      <a:pt x="165" y="158"/>
                    </a:lnTo>
                    <a:lnTo>
                      <a:pt x="149" y="270"/>
                    </a:lnTo>
                    <a:lnTo>
                      <a:pt x="141" y="427"/>
                    </a:lnTo>
                    <a:lnTo>
                      <a:pt x="146" y="631"/>
                    </a:lnTo>
                    <a:lnTo>
                      <a:pt x="168" y="893"/>
                    </a:lnTo>
                    <a:lnTo>
                      <a:pt x="41" y="893"/>
                    </a:lnTo>
                    <a:lnTo>
                      <a:pt x="36" y="867"/>
                    </a:lnTo>
                    <a:lnTo>
                      <a:pt x="26" y="794"/>
                    </a:lnTo>
                    <a:lnTo>
                      <a:pt x="13" y="686"/>
                    </a:lnTo>
                    <a:lnTo>
                      <a:pt x="3" y="554"/>
                    </a:lnTo>
                    <a:lnTo>
                      <a:pt x="0" y="408"/>
                    </a:lnTo>
                    <a:lnTo>
                      <a:pt x="6" y="260"/>
                    </a:lnTo>
                    <a:lnTo>
                      <a:pt x="30" y="121"/>
                    </a:lnTo>
                    <a:lnTo>
                      <a:pt x="73" y="0"/>
                    </a:lnTo>
                    <a:lnTo>
                      <a:pt x="225" y="6"/>
                    </a:lnTo>
                    <a:close/>
                  </a:path>
                </a:pathLst>
              </a:custGeom>
              <a:solidFill>
                <a:schemeClr val="bg2">
                  <a:alpha val="100000"/>
                </a:schemeClr>
              </a:solidFill>
              <a:ln w="9525">
                <a:noFill/>
              </a:ln>
            </p:spPr>
            <p:txBody>
              <a:bodyPr/>
              <a:p>
                <a:endParaRPr lang="zh-CN" altLang="en-US"/>
              </a:p>
            </p:txBody>
          </p:sp>
          <p:sp>
            <p:nvSpPr>
              <p:cNvPr id="146463" name="Freeform 172"/>
              <p:cNvSpPr/>
              <p:nvPr/>
            </p:nvSpPr>
            <p:spPr>
              <a:xfrm>
                <a:off x="4849" y="1559"/>
                <a:ext cx="21" cy="10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45" h="699">
                    <a:moveTo>
                      <a:pt x="46" y="14"/>
                    </a:moveTo>
                    <a:lnTo>
                      <a:pt x="41" y="28"/>
                    </a:lnTo>
                    <a:lnTo>
                      <a:pt x="32" y="67"/>
                    </a:lnTo>
                    <a:lnTo>
                      <a:pt x="20" y="130"/>
                    </a:lnTo>
                    <a:lnTo>
                      <a:pt x="7" y="213"/>
                    </a:lnTo>
                    <a:lnTo>
                      <a:pt x="0" y="314"/>
                    </a:lnTo>
                    <a:lnTo>
                      <a:pt x="1" y="430"/>
                    </a:lnTo>
                    <a:lnTo>
                      <a:pt x="13" y="559"/>
                    </a:lnTo>
                    <a:lnTo>
                      <a:pt x="40" y="699"/>
                    </a:lnTo>
                    <a:lnTo>
                      <a:pt x="140" y="693"/>
                    </a:lnTo>
                    <a:lnTo>
                      <a:pt x="135" y="672"/>
                    </a:lnTo>
                    <a:lnTo>
                      <a:pt x="126" y="616"/>
                    </a:lnTo>
                    <a:lnTo>
                      <a:pt x="113" y="532"/>
                    </a:lnTo>
                    <a:lnTo>
                      <a:pt x="103" y="430"/>
                    </a:lnTo>
                    <a:lnTo>
                      <a:pt x="97" y="317"/>
                    </a:lnTo>
                    <a:lnTo>
                      <a:pt x="100" y="205"/>
                    </a:lnTo>
                    <a:lnTo>
                      <a:pt x="115" y="98"/>
                    </a:lnTo>
                    <a:lnTo>
                      <a:pt x="145" y="8"/>
                    </a:lnTo>
                    <a:lnTo>
                      <a:pt x="145" y="7"/>
                    </a:lnTo>
                    <a:lnTo>
                      <a:pt x="145" y="5"/>
                    </a:lnTo>
                    <a:lnTo>
                      <a:pt x="143" y="3"/>
                    </a:lnTo>
                    <a:lnTo>
                      <a:pt x="137" y="0"/>
                    </a:lnTo>
                    <a:lnTo>
                      <a:pt x="126" y="0"/>
                    </a:lnTo>
                    <a:lnTo>
                      <a:pt x="108" y="1"/>
                    </a:lnTo>
                    <a:lnTo>
                      <a:pt x="81" y="6"/>
                    </a:lnTo>
                    <a:lnTo>
                      <a:pt x="46" y="14"/>
                    </a:lnTo>
                    <a:close/>
                  </a:path>
                </a:pathLst>
              </a:custGeom>
              <a:solidFill>
                <a:schemeClr val="bg2">
                  <a:alpha val="100000"/>
                </a:schemeClr>
              </a:solidFill>
              <a:ln w="9525">
                <a:noFill/>
              </a:ln>
            </p:spPr>
            <p:txBody>
              <a:bodyPr/>
              <a:p>
                <a:endParaRPr lang="zh-CN" altLang="en-US"/>
              </a:p>
            </p:txBody>
          </p:sp>
          <p:sp>
            <p:nvSpPr>
              <p:cNvPr id="146464" name="Freeform 173"/>
              <p:cNvSpPr/>
              <p:nvPr/>
            </p:nvSpPr>
            <p:spPr>
              <a:xfrm>
                <a:off x="4850" y="1566"/>
                <a:ext cx="18" cy="85"/>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23" h="597">
                    <a:moveTo>
                      <a:pt x="39" y="12"/>
                    </a:moveTo>
                    <a:lnTo>
                      <a:pt x="35" y="23"/>
                    </a:lnTo>
                    <a:lnTo>
                      <a:pt x="26" y="57"/>
                    </a:lnTo>
                    <a:lnTo>
                      <a:pt x="16" y="111"/>
                    </a:lnTo>
                    <a:lnTo>
                      <a:pt x="6" y="181"/>
                    </a:lnTo>
                    <a:lnTo>
                      <a:pt x="0" y="267"/>
                    </a:lnTo>
                    <a:lnTo>
                      <a:pt x="1" y="367"/>
                    </a:lnTo>
                    <a:lnTo>
                      <a:pt x="11" y="477"/>
                    </a:lnTo>
                    <a:lnTo>
                      <a:pt x="34" y="597"/>
                    </a:lnTo>
                    <a:lnTo>
                      <a:pt x="119" y="591"/>
                    </a:lnTo>
                    <a:lnTo>
                      <a:pt x="115" y="574"/>
                    </a:lnTo>
                    <a:lnTo>
                      <a:pt x="107" y="526"/>
                    </a:lnTo>
                    <a:lnTo>
                      <a:pt x="97" y="454"/>
                    </a:lnTo>
                    <a:lnTo>
                      <a:pt x="88" y="367"/>
                    </a:lnTo>
                    <a:lnTo>
                      <a:pt x="82" y="272"/>
                    </a:lnTo>
                    <a:lnTo>
                      <a:pt x="84" y="175"/>
                    </a:lnTo>
                    <a:lnTo>
                      <a:pt x="97" y="84"/>
                    </a:lnTo>
                    <a:lnTo>
                      <a:pt x="123" y="7"/>
                    </a:lnTo>
                    <a:lnTo>
                      <a:pt x="123" y="6"/>
                    </a:lnTo>
                    <a:lnTo>
                      <a:pt x="123" y="5"/>
                    </a:lnTo>
                    <a:lnTo>
                      <a:pt x="121" y="3"/>
                    </a:lnTo>
                    <a:lnTo>
                      <a:pt x="117" y="0"/>
                    </a:lnTo>
                    <a:lnTo>
                      <a:pt x="106" y="0"/>
                    </a:lnTo>
                    <a:lnTo>
                      <a:pt x="91" y="2"/>
                    </a:lnTo>
                    <a:lnTo>
                      <a:pt x="70" y="5"/>
                    </a:lnTo>
                    <a:lnTo>
                      <a:pt x="39" y="12"/>
                    </a:lnTo>
                    <a:close/>
                  </a:path>
                </a:pathLst>
              </a:custGeom>
              <a:solidFill>
                <a:schemeClr val="bg2">
                  <a:alpha val="100000"/>
                </a:schemeClr>
              </a:solidFill>
              <a:ln w="9525">
                <a:noFill/>
              </a:ln>
            </p:spPr>
            <p:txBody>
              <a:bodyPr/>
              <a:p>
                <a:endParaRPr lang="zh-CN" altLang="en-US"/>
              </a:p>
            </p:txBody>
          </p:sp>
          <p:sp>
            <p:nvSpPr>
              <p:cNvPr id="146465" name="Freeform 174"/>
              <p:cNvSpPr/>
              <p:nvPr/>
            </p:nvSpPr>
            <p:spPr>
              <a:xfrm>
                <a:off x="4851" y="1572"/>
                <a:ext cx="15" cy="7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03" h="492">
                    <a:moveTo>
                      <a:pt x="32" y="9"/>
                    </a:moveTo>
                    <a:lnTo>
                      <a:pt x="28" y="18"/>
                    </a:lnTo>
                    <a:lnTo>
                      <a:pt x="21" y="47"/>
                    </a:lnTo>
                    <a:lnTo>
                      <a:pt x="12" y="90"/>
                    </a:lnTo>
                    <a:lnTo>
                      <a:pt x="4" y="149"/>
                    </a:lnTo>
                    <a:lnTo>
                      <a:pt x="0" y="220"/>
                    </a:lnTo>
                    <a:lnTo>
                      <a:pt x="0" y="303"/>
                    </a:lnTo>
                    <a:lnTo>
                      <a:pt x="9" y="394"/>
                    </a:lnTo>
                    <a:lnTo>
                      <a:pt x="27" y="492"/>
                    </a:lnTo>
                    <a:lnTo>
                      <a:pt x="98" y="489"/>
                    </a:lnTo>
                    <a:lnTo>
                      <a:pt x="95" y="474"/>
                    </a:lnTo>
                    <a:lnTo>
                      <a:pt x="88" y="434"/>
                    </a:lnTo>
                    <a:lnTo>
                      <a:pt x="80" y="375"/>
                    </a:lnTo>
                    <a:lnTo>
                      <a:pt x="72" y="303"/>
                    </a:lnTo>
                    <a:lnTo>
                      <a:pt x="68" y="224"/>
                    </a:lnTo>
                    <a:lnTo>
                      <a:pt x="70" y="144"/>
                    </a:lnTo>
                    <a:lnTo>
                      <a:pt x="81" y="68"/>
                    </a:lnTo>
                    <a:lnTo>
                      <a:pt x="103" y="5"/>
                    </a:lnTo>
                    <a:lnTo>
                      <a:pt x="103" y="4"/>
                    </a:lnTo>
                    <a:lnTo>
                      <a:pt x="103" y="3"/>
                    </a:lnTo>
                    <a:lnTo>
                      <a:pt x="100" y="1"/>
                    </a:lnTo>
                    <a:lnTo>
                      <a:pt x="97" y="0"/>
                    </a:lnTo>
                    <a:lnTo>
                      <a:pt x="89" y="0"/>
                    </a:lnTo>
                    <a:lnTo>
                      <a:pt x="75" y="0"/>
                    </a:lnTo>
                    <a:lnTo>
                      <a:pt x="57" y="3"/>
                    </a:lnTo>
                    <a:lnTo>
                      <a:pt x="32" y="9"/>
                    </a:lnTo>
                    <a:close/>
                  </a:path>
                </a:pathLst>
              </a:custGeom>
              <a:solidFill>
                <a:schemeClr val="bg2">
                  <a:alpha val="100000"/>
                </a:schemeClr>
              </a:solidFill>
              <a:ln w="9525">
                <a:noFill/>
              </a:ln>
            </p:spPr>
            <p:txBody>
              <a:bodyPr/>
              <a:p>
                <a:endParaRPr lang="zh-CN" altLang="en-US"/>
              </a:p>
            </p:txBody>
          </p:sp>
          <p:sp>
            <p:nvSpPr>
              <p:cNvPr id="146466" name="Freeform 175"/>
              <p:cNvSpPr/>
              <p:nvPr/>
            </p:nvSpPr>
            <p:spPr>
              <a:xfrm>
                <a:off x="4852" y="1579"/>
                <a:ext cx="12" cy="5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82" h="390">
                    <a:moveTo>
                      <a:pt x="25" y="8"/>
                    </a:moveTo>
                    <a:lnTo>
                      <a:pt x="23" y="16"/>
                    </a:lnTo>
                    <a:lnTo>
                      <a:pt x="17" y="38"/>
                    </a:lnTo>
                    <a:lnTo>
                      <a:pt x="11" y="72"/>
                    </a:lnTo>
                    <a:lnTo>
                      <a:pt x="4" y="118"/>
                    </a:lnTo>
                    <a:lnTo>
                      <a:pt x="0" y="174"/>
                    </a:lnTo>
                    <a:lnTo>
                      <a:pt x="0" y="240"/>
                    </a:lnTo>
                    <a:lnTo>
                      <a:pt x="7" y="312"/>
                    </a:lnTo>
                    <a:lnTo>
                      <a:pt x="22" y="390"/>
                    </a:lnTo>
                    <a:lnTo>
                      <a:pt x="78" y="387"/>
                    </a:lnTo>
                    <a:lnTo>
                      <a:pt x="76" y="375"/>
                    </a:lnTo>
                    <a:lnTo>
                      <a:pt x="70" y="343"/>
                    </a:lnTo>
                    <a:lnTo>
                      <a:pt x="63" y="297"/>
                    </a:lnTo>
                    <a:lnTo>
                      <a:pt x="57" y="240"/>
                    </a:lnTo>
                    <a:lnTo>
                      <a:pt x="54" y="178"/>
                    </a:lnTo>
                    <a:lnTo>
                      <a:pt x="56" y="113"/>
                    </a:lnTo>
                    <a:lnTo>
                      <a:pt x="64" y="55"/>
                    </a:lnTo>
                    <a:lnTo>
                      <a:pt x="82" y="4"/>
                    </a:lnTo>
                    <a:lnTo>
                      <a:pt x="82" y="2"/>
                    </a:lnTo>
                    <a:lnTo>
                      <a:pt x="80" y="1"/>
                    </a:lnTo>
                    <a:lnTo>
                      <a:pt x="77" y="0"/>
                    </a:lnTo>
                    <a:lnTo>
                      <a:pt x="70" y="0"/>
                    </a:lnTo>
                    <a:lnTo>
                      <a:pt x="60" y="1"/>
                    </a:lnTo>
                    <a:lnTo>
                      <a:pt x="46" y="3"/>
                    </a:lnTo>
                    <a:lnTo>
                      <a:pt x="25" y="8"/>
                    </a:lnTo>
                    <a:close/>
                  </a:path>
                </a:pathLst>
              </a:custGeom>
              <a:solidFill>
                <a:schemeClr val="bg2">
                  <a:alpha val="100000"/>
                </a:schemeClr>
              </a:solidFill>
              <a:ln w="9525">
                <a:noFill/>
              </a:ln>
            </p:spPr>
            <p:txBody>
              <a:bodyPr/>
              <a:p>
                <a:endParaRPr lang="zh-CN" altLang="en-US"/>
              </a:p>
            </p:txBody>
          </p:sp>
          <p:sp>
            <p:nvSpPr>
              <p:cNvPr id="146467" name="Freeform 176"/>
              <p:cNvSpPr/>
              <p:nvPr/>
            </p:nvSpPr>
            <p:spPr>
              <a:xfrm>
                <a:off x="4853" y="1586"/>
                <a:ext cx="8" cy="4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9" h="288">
                    <a:moveTo>
                      <a:pt x="18" y="6"/>
                    </a:moveTo>
                    <a:lnTo>
                      <a:pt x="17" y="11"/>
                    </a:lnTo>
                    <a:lnTo>
                      <a:pt x="13" y="27"/>
                    </a:lnTo>
                    <a:lnTo>
                      <a:pt x="7" y="53"/>
                    </a:lnTo>
                    <a:lnTo>
                      <a:pt x="2" y="87"/>
                    </a:lnTo>
                    <a:lnTo>
                      <a:pt x="0" y="130"/>
                    </a:lnTo>
                    <a:lnTo>
                      <a:pt x="0" y="177"/>
                    </a:lnTo>
                    <a:lnTo>
                      <a:pt x="5" y="231"/>
                    </a:lnTo>
                    <a:lnTo>
                      <a:pt x="16" y="288"/>
                    </a:lnTo>
                    <a:lnTo>
                      <a:pt x="57" y="286"/>
                    </a:lnTo>
                    <a:lnTo>
                      <a:pt x="56" y="278"/>
                    </a:lnTo>
                    <a:lnTo>
                      <a:pt x="51" y="254"/>
                    </a:lnTo>
                    <a:lnTo>
                      <a:pt x="47" y="219"/>
                    </a:lnTo>
                    <a:lnTo>
                      <a:pt x="42" y="177"/>
                    </a:lnTo>
                    <a:lnTo>
                      <a:pt x="40" y="131"/>
                    </a:lnTo>
                    <a:lnTo>
                      <a:pt x="41" y="84"/>
                    </a:lnTo>
                    <a:lnTo>
                      <a:pt x="47" y="40"/>
                    </a:lnTo>
                    <a:lnTo>
                      <a:pt x="59" y="3"/>
                    </a:lnTo>
                    <a:lnTo>
                      <a:pt x="59" y="2"/>
                    </a:lnTo>
                    <a:lnTo>
                      <a:pt x="58" y="1"/>
                    </a:lnTo>
                    <a:lnTo>
                      <a:pt x="56" y="0"/>
                    </a:lnTo>
                    <a:lnTo>
                      <a:pt x="51" y="0"/>
                    </a:lnTo>
                    <a:lnTo>
                      <a:pt x="45" y="0"/>
                    </a:lnTo>
                    <a:lnTo>
                      <a:pt x="33" y="2"/>
                    </a:lnTo>
                    <a:lnTo>
                      <a:pt x="18" y="6"/>
                    </a:lnTo>
                    <a:close/>
                  </a:path>
                </a:pathLst>
              </a:custGeom>
              <a:solidFill>
                <a:schemeClr val="bg2">
                  <a:alpha val="100000"/>
                </a:schemeClr>
              </a:solidFill>
              <a:ln w="9525">
                <a:noFill/>
              </a:ln>
            </p:spPr>
            <p:txBody>
              <a:bodyPr/>
              <a:p>
                <a:endParaRPr lang="zh-CN" altLang="en-US"/>
              </a:p>
            </p:txBody>
          </p:sp>
          <p:sp>
            <p:nvSpPr>
              <p:cNvPr id="146468" name="Freeform 177"/>
              <p:cNvSpPr/>
              <p:nvPr/>
            </p:nvSpPr>
            <p:spPr>
              <a:xfrm>
                <a:off x="4972" y="1546"/>
                <a:ext cx="28" cy="11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98" h="779">
                    <a:moveTo>
                      <a:pt x="198" y="6"/>
                    </a:moveTo>
                    <a:lnTo>
                      <a:pt x="194" y="12"/>
                    </a:lnTo>
                    <a:lnTo>
                      <a:pt x="180" y="31"/>
                    </a:lnTo>
                    <a:lnTo>
                      <a:pt x="163" y="72"/>
                    </a:lnTo>
                    <a:lnTo>
                      <a:pt x="146" y="138"/>
                    </a:lnTo>
                    <a:lnTo>
                      <a:pt x="132" y="236"/>
                    </a:lnTo>
                    <a:lnTo>
                      <a:pt x="125" y="373"/>
                    </a:lnTo>
                    <a:lnTo>
                      <a:pt x="130" y="551"/>
                    </a:lnTo>
                    <a:lnTo>
                      <a:pt x="148" y="779"/>
                    </a:lnTo>
                    <a:lnTo>
                      <a:pt x="37" y="779"/>
                    </a:lnTo>
                    <a:lnTo>
                      <a:pt x="34" y="756"/>
                    </a:lnTo>
                    <a:lnTo>
                      <a:pt x="23" y="693"/>
                    </a:lnTo>
                    <a:lnTo>
                      <a:pt x="13" y="599"/>
                    </a:lnTo>
                    <a:lnTo>
                      <a:pt x="4" y="483"/>
                    </a:lnTo>
                    <a:lnTo>
                      <a:pt x="0" y="357"/>
                    </a:lnTo>
                    <a:lnTo>
                      <a:pt x="7" y="227"/>
                    </a:lnTo>
                    <a:lnTo>
                      <a:pt x="27" y="105"/>
                    </a:lnTo>
                    <a:lnTo>
                      <a:pt x="65" y="0"/>
                    </a:lnTo>
                    <a:lnTo>
                      <a:pt x="198" y="6"/>
                    </a:lnTo>
                    <a:close/>
                  </a:path>
                </a:pathLst>
              </a:custGeom>
              <a:solidFill>
                <a:schemeClr val="bg2">
                  <a:alpha val="100000"/>
                </a:schemeClr>
              </a:solidFill>
              <a:ln w="9525">
                <a:noFill/>
              </a:ln>
            </p:spPr>
            <p:txBody>
              <a:bodyPr/>
              <a:p>
                <a:endParaRPr lang="zh-CN" altLang="en-US"/>
              </a:p>
            </p:txBody>
          </p:sp>
          <p:sp>
            <p:nvSpPr>
              <p:cNvPr id="146469" name="Freeform 178"/>
              <p:cNvSpPr/>
              <p:nvPr/>
            </p:nvSpPr>
            <p:spPr>
              <a:xfrm>
                <a:off x="4973" y="1553"/>
                <a:ext cx="24" cy="9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69" h="666">
                    <a:moveTo>
                      <a:pt x="169" y="5"/>
                    </a:moveTo>
                    <a:lnTo>
                      <a:pt x="164" y="10"/>
                    </a:lnTo>
                    <a:lnTo>
                      <a:pt x="154" y="27"/>
                    </a:lnTo>
                    <a:lnTo>
                      <a:pt x="139" y="61"/>
                    </a:lnTo>
                    <a:lnTo>
                      <a:pt x="124" y="118"/>
                    </a:lnTo>
                    <a:lnTo>
                      <a:pt x="113" y="201"/>
                    </a:lnTo>
                    <a:lnTo>
                      <a:pt x="107" y="318"/>
                    </a:lnTo>
                    <a:lnTo>
                      <a:pt x="110" y="470"/>
                    </a:lnTo>
                    <a:lnTo>
                      <a:pt x="126" y="666"/>
                    </a:lnTo>
                    <a:lnTo>
                      <a:pt x="31" y="666"/>
                    </a:lnTo>
                    <a:lnTo>
                      <a:pt x="28" y="646"/>
                    </a:lnTo>
                    <a:lnTo>
                      <a:pt x="20" y="592"/>
                    </a:lnTo>
                    <a:lnTo>
                      <a:pt x="11" y="512"/>
                    </a:lnTo>
                    <a:lnTo>
                      <a:pt x="3" y="413"/>
                    </a:lnTo>
                    <a:lnTo>
                      <a:pt x="0" y="305"/>
                    </a:lnTo>
                    <a:lnTo>
                      <a:pt x="6" y="195"/>
                    </a:lnTo>
                    <a:lnTo>
                      <a:pt x="23" y="90"/>
                    </a:lnTo>
                    <a:lnTo>
                      <a:pt x="55" y="0"/>
                    </a:lnTo>
                    <a:lnTo>
                      <a:pt x="169" y="5"/>
                    </a:lnTo>
                    <a:close/>
                  </a:path>
                </a:pathLst>
              </a:custGeom>
              <a:solidFill>
                <a:schemeClr val="bg2">
                  <a:alpha val="100000"/>
                </a:schemeClr>
              </a:solidFill>
              <a:ln w="9525">
                <a:noFill/>
              </a:ln>
            </p:spPr>
            <p:txBody>
              <a:bodyPr/>
              <a:p>
                <a:endParaRPr lang="zh-CN" altLang="en-US"/>
              </a:p>
            </p:txBody>
          </p:sp>
          <p:sp>
            <p:nvSpPr>
              <p:cNvPr id="146470" name="Freeform 179"/>
              <p:cNvSpPr/>
              <p:nvPr/>
            </p:nvSpPr>
            <p:spPr>
              <a:xfrm>
                <a:off x="4974" y="1561"/>
                <a:ext cx="20" cy="7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40" h="551">
                    <a:moveTo>
                      <a:pt x="140" y="5"/>
                    </a:moveTo>
                    <a:lnTo>
                      <a:pt x="136" y="8"/>
                    </a:lnTo>
                    <a:lnTo>
                      <a:pt x="127" y="23"/>
                    </a:lnTo>
                    <a:lnTo>
                      <a:pt x="116" y="51"/>
                    </a:lnTo>
                    <a:lnTo>
                      <a:pt x="103" y="98"/>
                    </a:lnTo>
                    <a:lnTo>
                      <a:pt x="94" y="167"/>
                    </a:lnTo>
                    <a:lnTo>
                      <a:pt x="90" y="264"/>
                    </a:lnTo>
                    <a:lnTo>
                      <a:pt x="92" y="390"/>
                    </a:lnTo>
                    <a:lnTo>
                      <a:pt x="106" y="551"/>
                    </a:lnTo>
                    <a:lnTo>
                      <a:pt x="27" y="551"/>
                    </a:lnTo>
                    <a:lnTo>
                      <a:pt x="24" y="535"/>
                    </a:lnTo>
                    <a:lnTo>
                      <a:pt x="17" y="490"/>
                    </a:lnTo>
                    <a:lnTo>
                      <a:pt x="9" y="423"/>
                    </a:lnTo>
                    <a:lnTo>
                      <a:pt x="3" y="342"/>
                    </a:lnTo>
                    <a:lnTo>
                      <a:pt x="0" y="252"/>
                    </a:lnTo>
                    <a:lnTo>
                      <a:pt x="5" y="161"/>
                    </a:lnTo>
                    <a:lnTo>
                      <a:pt x="20" y="75"/>
                    </a:lnTo>
                    <a:lnTo>
                      <a:pt x="46" y="0"/>
                    </a:lnTo>
                    <a:lnTo>
                      <a:pt x="140" y="5"/>
                    </a:lnTo>
                    <a:close/>
                  </a:path>
                </a:pathLst>
              </a:custGeom>
              <a:solidFill>
                <a:schemeClr val="bg2">
                  <a:alpha val="100000"/>
                </a:schemeClr>
              </a:solidFill>
              <a:ln w="9525">
                <a:noFill/>
              </a:ln>
            </p:spPr>
            <p:txBody>
              <a:bodyPr/>
              <a:p>
                <a:endParaRPr lang="zh-CN" altLang="en-US"/>
              </a:p>
            </p:txBody>
          </p:sp>
          <p:sp>
            <p:nvSpPr>
              <p:cNvPr id="146471" name="Freeform 180"/>
              <p:cNvSpPr/>
              <p:nvPr/>
            </p:nvSpPr>
            <p:spPr>
              <a:xfrm>
                <a:off x="4975" y="1569"/>
                <a:ext cx="16" cy="62"/>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1" h="437">
                    <a:moveTo>
                      <a:pt x="111" y="4"/>
                    </a:moveTo>
                    <a:lnTo>
                      <a:pt x="108" y="7"/>
                    </a:lnTo>
                    <a:lnTo>
                      <a:pt x="101" y="18"/>
                    </a:lnTo>
                    <a:lnTo>
                      <a:pt x="92" y="41"/>
                    </a:lnTo>
                    <a:lnTo>
                      <a:pt x="82" y="77"/>
                    </a:lnTo>
                    <a:lnTo>
                      <a:pt x="75" y="133"/>
                    </a:lnTo>
                    <a:lnTo>
                      <a:pt x="70" y="208"/>
                    </a:lnTo>
                    <a:lnTo>
                      <a:pt x="72" y="309"/>
                    </a:lnTo>
                    <a:lnTo>
                      <a:pt x="83" y="437"/>
                    </a:lnTo>
                    <a:lnTo>
                      <a:pt x="21" y="437"/>
                    </a:lnTo>
                    <a:lnTo>
                      <a:pt x="19" y="424"/>
                    </a:lnTo>
                    <a:lnTo>
                      <a:pt x="13" y="389"/>
                    </a:lnTo>
                    <a:lnTo>
                      <a:pt x="7" y="336"/>
                    </a:lnTo>
                    <a:lnTo>
                      <a:pt x="3" y="272"/>
                    </a:lnTo>
                    <a:lnTo>
                      <a:pt x="0" y="200"/>
                    </a:lnTo>
                    <a:lnTo>
                      <a:pt x="5" y="128"/>
                    </a:lnTo>
                    <a:lnTo>
                      <a:pt x="16" y="59"/>
                    </a:lnTo>
                    <a:lnTo>
                      <a:pt x="37" y="0"/>
                    </a:lnTo>
                    <a:lnTo>
                      <a:pt x="111" y="4"/>
                    </a:lnTo>
                    <a:close/>
                  </a:path>
                </a:pathLst>
              </a:custGeom>
              <a:solidFill>
                <a:schemeClr val="bg2">
                  <a:alpha val="100000"/>
                </a:schemeClr>
              </a:solidFill>
              <a:ln w="9525">
                <a:noFill/>
              </a:ln>
            </p:spPr>
            <p:txBody>
              <a:bodyPr/>
              <a:p>
                <a:endParaRPr lang="zh-CN" altLang="en-US"/>
              </a:p>
            </p:txBody>
          </p:sp>
          <p:sp>
            <p:nvSpPr>
              <p:cNvPr id="146472" name="Freeform 181"/>
              <p:cNvSpPr/>
              <p:nvPr/>
            </p:nvSpPr>
            <p:spPr>
              <a:xfrm>
                <a:off x="4976" y="1577"/>
                <a:ext cx="12" cy="4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82" h="322">
                    <a:moveTo>
                      <a:pt x="82" y="3"/>
                    </a:moveTo>
                    <a:lnTo>
                      <a:pt x="79" y="5"/>
                    </a:lnTo>
                    <a:lnTo>
                      <a:pt x="75" y="13"/>
                    </a:lnTo>
                    <a:lnTo>
                      <a:pt x="67" y="30"/>
                    </a:lnTo>
                    <a:lnTo>
                      <a:pt x="60" y="57"/>
                    </a:lnTo>
                    <a:lnTo>
                      <a:pt x="54" y="98"/>
                    </a:lnTo>
                    <a:lnTo>
                      <a:pt x="52" y="154"/>
                    </a:lnTo>
                    <a:lnTo>
                      <a:pt x="53" y="228"/>
                    </a:lnTo>
                    <a:lnTo>
                      <a:pt x="61" y="322"/>
                    </a:lnTo>
                    <a:lnTo>
                      <a:pt x="15" y="322"/>
                    </a:lnTo>
                    <a:lnTo>
                      <a:pt x="14" y="313"/>
                    </a:lnTo>
                    <a:lnTo>
                      <a:pt x="9" y="287"/>
                    </a:lnTo>
                    <a:lnTo>
                      <a:pt x="5" y="247"/>
                    </a:lnTo>
                    <a:lnTo>
                      <a:pt x="1" y="200"/>
                    </a:lnTo>
                    <a:lnTo>
                      <a:pt x="0" y="147"/>
                    </a:lnTo>
                    <a:lnTo>
                      <a:pt x="3" y="95"/>
                    </a:lnTo>
                    <a:lnTo>
                      <a:pt x="11" y="44"/>
                    </a:lnTo>
                    <a:lnTo>
                      <a:pt x="27" y="0"/>
                    </a:lnTo>
                    <a:lnTo>
                      <a:pt x="82" y="3"/>
                    </a:lnTo>
                    <a:close/>
                  </a:path>
                </a:pathLst>
              </a:custGeom>
              <a:solidFill>
                <a:schemeClr val="bg2">
                  <a:alpha val="100000"/>
                </a:schemeClr>
              </a:solidFill>
              <a:ln w="9525">
                <a:noFill/>
              </a:ln>
            </p:spPr>
            <p:txBody>
              <a:bodyPr/>
              <a:p>
                <a:endParaRPr lang="zh-CN" altLang="en-US"/>
              </a:p>
            </p:txBody>
          </p:sp>
          <p:sp>
            <p:nvSpPr>
              <p:cNvPr id="146473" name="Rectangle 182"/>
              <p:cNvSpPr/>
              <p:nvPr/>
            </p:nvSpPr>
            <p:spPr>
              <a:xfrm>
                <a:off x="4824" y="1565"/>
                <a:ext cx="4" cy="146"/>
              </a:xfrm>
              <a:prstGeom prst="rect">
                <a:avLst/>
              </a:prstGeom>
              <a:solidFill>
                <a:srgbClr val="DDDDDD"/>
              </a:solidFill>
              <a:ln w="9525">
                <a:noFill/>
              </a:ln>
            </p:spPr>
            <p:txBody>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46474" name="Freeform 183"/>
              <p:cNvSpPr/>
              <p:nvPr/>
            </p:nvSpPr>
            <p:spPr>
              <a:xfrm>
                <a:off x="4876" y="1563"/>
                <a:ext cx="57" cy="67"/>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398" h="469">
                    <a:moveTo>
                      <a:pt x="37" y="44"/>
                    </a:moveTo>
                    <a:lnTo>
                      <a:pt x="33" y="53"/>
                    </a:lnTo>
                    <a:lnTo>
                      <a:pt x="27" y="79"/>
                    </a:lnTo>
                    <a:lnTo>
                      <a:pt x="17" y="120"/>
                    </a:lnTo>
                    <a:lnTo>
                      <a:pt x="8" y="174"/>
                    </a:lnTo>
                    <a:lnTo>
                      <a:pt x="1" y="238"/>
                    </a:lnTo>
                    <a:lnTo>
                      <a:pt x="0" y="309"/>
                    </a:lnTo>
                    <a:lnTo>
                      <a:pt x="7" y="387"/>
                    </a:lnTo>
                    <a:lnTo>
                      <a:pt x="24" y="469"/>
                    </a:lnTo>
                    <a:lnTo>
                      <a:pt x="24" y="466"/>
                    </a:lnTo>
                    <a:lnTo>
                      <a:pt x="24" y="455"/>
                    </a:lnTo>
                    <a:lnTo>
                      <a:pt x="24" y="438"/>
                    </a:lnTo>
                    <a:lnTo>
                      <a:pt x="24" y="417"/>
                    </a:lnTo>
                    <a:lnTo>
                      <a:pt x="27" y="391"/>
                    </a:lnTo>
                    <a:lnTo>
                      <a:pt x="30" y="363"/>
                    </a:lnTo>
                    <a:lnTo>
                      <a:pt x="35" y="332"/>
                    </a:lnTo>
                    <a:lnTo>
                      <a:pt x="41" y="300"/>
                    </a:lnTo>
                    <a:lnTo>
                      <a:pt x="52" y="268"/>
                    </a:lnTo>
                    <a:lnTo>
                      <a:pt x="64" y="237"/>
                    </a:lnTo>
                    <a:lnTo>
                      <a:pt x="79" y="207"/>
                    </a:lnTo>
                    <a:lnTo>
                      <a:pt x="99" y="179"/>
                    </a:lnTo>
                    <a:lnTo>
                      <a:pt x="123" y="155"/>
                    </a:lnTo>
                    <a:lnTo>
                      <a:pt x="150" y="136"/>
                    </a:lnTo>
                    <a:lnTo>
                      <a:pt x="183" y="122"/>
                    </a:lnTo>
                    <a:lnTo>
                      <a:pt x="221" y="114"/>
                    </a:lnTo>
                    <a:lnTo>
                      <a:pt x="223" y="112"/>
                    </a:lnTo>
                    <a:lnTo>
                      <a:pt x="230" y="107"/>
                    </a:lnTo>
                    <a:lnTo>
                      <a:pt x="242" y="99"/>
                    </a:lnTo>
                    <a:lnTo>
                      <a:pt x="260" y="88"/>
                    </a:lnTo>
                    <a:lnTo>
                      <a:pt x="284" y="74"/>
                    </a:lnTo>
                    <a:lnTo>
                      <a:pt x="315" y="58"/>
                    </a:lnTo>
                    <a:lnTo>
                      <a:pt x="352" y="39"/>
                    </a:lnTo>
                    <a:lnTo>
                      <a:pt x="398" y="19"/>
                    </a:lnTo>
                    <a:lnTo>
                      <a:pt x="396" y="17"/>
                    </a:lnTo>
                    <a:lnTo>
                      <a:pt x="389" y="16"/>
                    </a:lnTo>
                    <a:lnTo>
                      <a:pt x="379" y="14"/>
                    </a:lnTo>
                    <a:lnTo>
                      <a:pt x="364" y="12"/>
                    </a:lnTo>
                    <a:lnTo>
                      <a:pt x="347" y="8"/>
                    </a:lnTo>
                    <a:lnTo>
                      <a:pt x="326" y="6"/>
                    </a:lnTo>
                    <a:lnTo>
                      <a:pt x="302" y="4"/>
                    </a:lnTo>
                    <a:lnTo>
                      <a:pt x="277" y="1"/>
                    </a:lnTo>
                    <a:lnTo>
                      <a:pt x="250" y="0"/>
                    </a:lnTo>
                    <a:lnTo>
                      <a:pt x="221" y="1"/>
                    </a:lnTo>
                    <a:lnTo>
                      <a:pt x="191" y="3"/>
                    </a:lnTo>
                    <a:lnTo>
                      <a:pt x="160" y="6"/>
                    </a:lnTo>
                    <a:lnTo>
                      <a:pt x="129" y="12"/>
                    </a:lnTo>
                    <a:lnTo>
                      <a:pt x="97" y="20"/>
                    </a:lnTo>
                    <a:lnTo>
                      <a:pt x="67" y="30"/>
                    </a:lnTo>
                    <a:lnTo>
                      <a:pt x="37" y="44"/>
                    </a:lnTo>
                    <a:close/>
                  </a:path>
                </a:pathLst>
              </a:custGeom>
              <a:solidFill>
                <a:srgbClr val="999999">
                  <a:alpha val="100000"/>
                </a:srgbClr>
              </a:solidFill>
              <a:ln w="9525">
                <a:noFill/>
              </a:ln>
            </p:spPr>
            <p:txBody>
              <a:bodyPr/>
              <a:p>
                <a:endParaRPr lang="zh-CN" altLang="en-US"/>
              </a:p>
            </p:txBody>
          </p:sp>
          <p:sp>
            <p:nvSpPr>
              <p:cNvPr id="146475" name="Freeform 184"/>
              <p:cNvSpPr/>
              <p:nvPr/>
            </p:nvSpPr>
            <p:spPr>
              <a:xfrm>
                <a:off x="4797" y="1613"/>
                <a:ext cx="46" cy="13"/>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325" h="89">
                    <a:moveTo>
                      <a:pt x="0" y="57"/>
                    </a:moveTo>
                    <a:lnTo>
                      <a:pt x="0" y="55"/>
                    </a:lnTo>
                    <a:lnTo>
                      <a:pt x="2" y="52"/>
                    </a:lnTo>
                    <a:lnTo>
                      <a:pt x="6" y="47"/>
                    </a:lnTo>
                    <a:lnTo>
                      <a:pt x="12" y="41"/>
                    </a:lnTo>
                    <a:lnTo>
                      <a:pt x="20" y="34"/>
                    </a:lnTo>
                    <a:lnTo>
                      <a:pt x="29" y="27"/>
                    </a:lnTo>
                    <a:lnTo>
                      <a:pt x="41" y="20"/>
                    </a:lnTo>
                    <a:lnTo>
                      <a:pt x="57" y="13"/>
                    </a:lnTo>
                    <a:lnTo>
                      <a:pt x="77" y="7"/>
                    </a:lnTo>
                    <a:lnTo>
                      <a:pt x="98" y="3"/>
                    </a:lnTo>
                    <a:lnTo>
                      <a:pt x="126" y="0"/>
                    </a:lnTo>
                    <a:lnTo>
                      <a:pt x="156" y="0"/>
                    </a:lnTo>
                    <a:lnTo>
                      <a:pt x="191" y="3"/>
                    </a:lnTo>
                    <a:lnTo>
                      <a:pt x="230" y="8"/>
                    </a:lnTo>
                    <a:lnTo>
                      <a:pt x="275" y="18"/>
                    </a:lnTo>
                    <a:lnTo>
                      <a:pt x="325" y="31"/>
                    </a:lnTo>
                    <a:lnTo>
                      <a:pt x="318" y="51"/>
                    </a:lnTo>
                    <a:lnTo>
                      <a:pt x="316" y="50"/>
                    </a:lnTo>
                    <a:lnTo>
                      <a:pt x="308" y="47"/>
                    </a:lnTo>
                    <a:lnTo>
                      <a:pt x="295" y="44"/>
                    </a:lnTo>
                    <a:lnTo>
                      <a:pt x="279" y="39"/>
                    </a:lnTo>
                    <a:lnTo>
                      <a:pt x="260" y="35"/>
                    </a:lnTo>
                    <a:lnTo>
                      <a:pt x="238" y="30"/>
                    </a:lnTo>
                    <a:lnTo>
                      <a:pt x="214" y="27"/>
                    </a:lnTo>
                    <a:lnTo>
                      <a:pt x="188" y="24"/>
                    </a:lnTo>
                    <a:lnTo>
                      <a:pt x="161" y="23"/>
                    </a:lnTo>
                    <a:lnTo>
                      <a:pt x="134" y="23"/>
                    </a:lnTo>
                    <a:lnTo>
                      <a:pt x="108" y="26"/>
                    </a:lnTo>
                    <a:lnTo>
                      <a:pt x="82" y="31"/>
                    </a:lnTo>
                    <a:lnTo>
                      <a:pt x="58" y="41"/>
                    </a:lnTo>
                    <a:lnTo>
                      <a:pt x="36" y="52"/>
                    </a:lnTo>
                    <a:lnTo>
                      <a:pt x="16" y="68"/>
                    </a:lnTo>
                    <a:lnTo>
                      <a:pt x="0" y="89"/>
                    </a:lnTo>
                    <a:lnTo>
                      <a:pt x="0" y="57"/>
                    </a:lnTo>
                    <a:close/>
                  </a:path>
                </a:pathLst>
              </a:custGeom>
              <a:solidFill>
                <a:srgbClr val="000000">
                  <a:alpha val="100000"/>
                </a:srgbClr>
              </a:solidFill>
              <a:ln w="9525">
                <a:noFill/>
              </a:ln>
            </p:spPr>
            <p:txBody>
              <a:bodyPr/>
              <a:p>
                <a:endParaRPr lang="zh-CN" altLang="en-US"/>
              </a:p>
            </p:txBody>
          </p:sp>
          <p:sp>
            <p:nvSpPr>
              <p:cNvPr id="146476" name="Freeform 185"/>
              <p:cNvSpPr/>
              <p:nvPr/>
            </p:nvSpPr>
            <p:spPr>
              <a:xfrm>
                <a:off x="4797" y="1583"/>
                <a:ext cx="46" cy="13"/>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325" h="89">
                    <a:moveTo>
                      <a:pt x="0" y="56"/>
                    </a:moveTo>
                    <a:lnTo>
                      <a:pt x="0" y="55"/>
                    </a:lnTo>
                    <a:lnTo>
                      <a:pt x="2" y="52"/>
                    </a:lnTo>
                    <a:lnTo>
                      <a:pt x="6" y="47"/>
                    </a:lnTo>
                    <a:lnTo>
                      <a:pt x="12" y="40"/>
                    </a:lnTo>
                    <a:lnTo>
                      <a:pt x="20" y="33"/>
                    </a:lnTo>
                    <a:lnTo>
                      <a:pt x="29" y="27"/>
                    </a:lnTo>
                    <a:lnTo>
                      <a:pt x="41" y="18"/>
                    </a:lnTo>
                    <a:lnTo>
                      <a:pt x="57" y="13"/>
                    </a:lnTo>
                    <a:lnTo>
                      <a:pt x="77" y="7"/>
                    </a:lnTo>
                    <a:lnTo>
                      <a:pt x="98" y="2"/>
                    </a:lnTo>
                    <a:lnTo>
                      <a:pt x="126" y="0"/>
                    </a:lnTo>
                    <a:lnTo>
                      <a:pt x="156" y="0"/>
                    </a:lnTo>
                    <a:lnTo>
                      <a:pt x="191" y="2"/>
                    </a:lnTo>
                    <a:lnTo>
                      <a:pt x="230" y="8"/>
                    </a:lnTo>
                    <a:lnTo>
                      <a:pt x="275" y="17"/>
                    </a:lnTo>
                    <a:lnTo>
                      <a:pt x="325" y="31"/>
                    </a:lnTo>
                    <a:lnTo>
                      <a:pt x="318" y="49"/>
                    </a:lnTo>
                    <a:lnTo>
                      <a:pt x="316" y="48"/>
                    </a:lnTo>
                    <a:lnTo>
                      <a:pt x="308" y="46"/>
                    </a:lnTo>
                    <a:lnTo>
                      <a:pt x="295" y="43"/>
                    </a:lnTo>
                    <a:lnTo>
                      <a:pt x="279" y="38"/>
                    </a:lnTo>
                    <a:lnTo>
                      <a:pt x="260" y="35"/>
                    </a:lnTo>
                    <a:lnTo>
                      <a:pt x="238" y="30"/>
                    </a:lnTo>
                    <a:lnTo>
                      <a:pt x="214" y="27"/>
                    </a:lnTo>
                    <a:lnTo>
                      <a:pt x="188" y="23"/>
                    </a:lnTo>
                    <a:lnTo>
                      <a:pt x="161" y="22"/>
                    </a:lnTo>
                    <a:lnTo>
                      <a:pt x="134" y="23"/>
                    </a:lnTo>
                    <a:lnTo>
                      <a:pt x="108" y="25"/>
                    </a:lnTo>
                    <a:lnTo>
                      <a:pt x="82" y="31"/>
                    </a:lnTo>
                    <a:lnTo>
                      <a:pt x="58" y="40"/>
                    </a:lnTo>
                    <a:lnTo>
                      <a:pt x="36" y="52"/>
                    </a:lnTo>
                    <a:lnTo>
                      <a:pt x="16" y="68"/>
                    </a:lnTo>
                    <a:lnTo>
                      <a:pt x="0" y="89"/>
                    </a:lnTo>
                    <a:lnTo>
                      <a:pt x="0" y="56"/>
                    </a:lnTo>
                    <a:close/>
                  </a:path>
                </a:pathLst>
              </a:custGeom>
              <a:solidFill>
                <a:srgbClr val="000000">
                  <a:alpha val="100000"/>
                </a:srgbClr>
              </a:solidFill>
              <a:ln w="9525">
                <a:noFill/>
              </a:ln>
            </p:spPr>
            <p:txBody>
              <a:bodyPr/>
              <a:p>
                <a:endParaRPr lang="zh-CN" altLang="en-US"/>
              </a:p>
            </p:txBody>
          </p:sp>
          <p:sp>
            <p:nvSpPr>
              <p:cNvPr id="146477" name="Freeform 186"/>
              <p:cNvSpPr/>
              <p:nvPr/>
            </p:nvSpPr>
            <p:spPr>
              <a:xfrm>
                <a:off x="4841" y="1568"/>
                <a:ext cx="75" cy="13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28" h="975">
                    <a:moveTo>
                      <a:pt x="0" y="0"/>
                    </a:moveTo>
                    <a:lnTo>
                      <a:pt x="0" y="943"/>
                    </a:lnTo>
                    <a:lnTo>
                      <a:pt x="159" y="975"/>
                    </a:lnTo>
                    <a:lnTo>
                      <a:pt x="152" y="848"/>
                    </a:lnTo>
                    <a:lnTo>
                      <a:pt x="528" y="905"/>
                    </a:lnTo>
                    <a:lnTo>
                      <a:pt x="521" y="855"/>
                    </a:lnTo>
                    <a:lnTo>
                      <a:pt x="261" y="822"/>
                    </a:lnTo>
                    <a:lnTo>
                      <a:pt x="254" y="713"/>
                    </a:lnTo>
                    <a:lnTo>
                      <a:pt x="77" y="713"/>
                    </a:lnTo>
                    <a:lnTo>
                      <a:pt x="72" y="699"/>
                    </a:lnTo>
                    <a:lnTo>
                      <a:pt x="60" y="659"/>
                    </a:lnTo>
                    <a:lnTo>
                      <a:pt x="44" y="595"/>
                    </a:lnTo>
                    <a:lnTo>
                      <a:pt x="28" y="511"/>
                    </a:lnTo>
                    <a:lnTo>
                      <a:pt x="16" y="410"/>
                    </a:lnTo>
                    <a:lnTo>
                      <a:pt x="12" y="294"/>
                    </a:lnTo>
                    <a:lnTo>
                      <a:pt x="21" y="167"/>
                    </a:lnTo>
                    <a:lnTo>
                      <a:pt x="45" y="32"/>
                    </a:lnTo>
                    <a:lnTo>
                      <a:pt x="0" y="0"/>
                    </a:lnTo>
                    <a:close/>
                  </a:path>
                </a:pathLst>
              </a:custGeom>
              <a:solidFill>
                <a:schemeClr val="bg2">
                  <a:alpha val="100000"/>
                </a:schemeClr>
              </a:solidFill>
              <a:ln w="9525">
                <a:noFill/>
              </a:ln>
            </p:spPr>
            <p:txBody>
              <a:bodyPr/>
              <a:p>
                <a:endParaRPr lang="zh-CN" altLang="en-US"/>
              </a:p>
            </p:txBody>
          </p:sp>
          <p:sp>
            <p:nvSpPr>
              <p:cNvPr id="146478" name="Freeform 187"/>
              <p:cNvSpPr/>
              <p:nvPr/>
            </p:nvSpPr>
            <p:spPr>
              <a:xfrm>
                <a:off x="4878" y="1536"/>
                <a:ext cx="97" cy="1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678" h="133">
                    <a:moveTo>
                      <a:pt x="0" y="133"/>
                    </a:moveTo>
                    <a:lnTo>
                      <a:pt x="4" y="132"/>
                    </a:lnTo>
                    <a:lnTo>
                      <a:pt x="15" y="127"/>
                    </a:lnTo>
                    <a:lnTo>
                      <a:pt x="32" y="122"/>
                    </a:lnTo>
                    <a:lnTo>
                      <a:pt x="56" y="114"/>
                    </a:lnTo>
                    <a:lnTo>
                      <a:pt x="86" y="104"/>
                    </a:lnTo>
                    <a:lnTo>
                      <a:pt x="120" y="95"/>
                    </a:lnTo>
                    <a:lnTo>
                      <a:pt x="160" y="86"/>
                    </a:lnTo>
                    <a:lnTo>
                      <a:pt x="204" y="78"/>
                    </a:lnTo>
                    <a:lnTo>
                      <a:pt x="252" y="70"/>
                    </a:lnTo>
                    <a:lnTo>
                      <a:pt x="303" y="64"/>
                    </a:lnTo>
                    <a:lnTo>
                      <a:pt x="358" y="60"/>
                    </a:lnTo>
                    <a:lnTo>
                      <a:pt x="414" y="58"/>
                    </a:lnTo>
                    <a:lnTo>
                      <a:pt x="474" y="60"/>
                    </a:lnTo>
                    <a:lnTo>
                      <a:pt x="534" y="65"/>
                    </a:lnTo>
                    <a:lnTo>
                      <a:pt x="596" y="74"/>
                    </a:lnTo>
                    <a:lnTo>
                      <a:pt x="659" y="88"/>
                    </a:lnTo>
                    <a:lnTo>
                      <a:pt x="678" y="0"/>
                    </a:lnTo>
                    <a:lnTo>
                      <a:pt x="674" y="0"/>
                    </a:lnTo>
                    <a:lnTo>
                      <a:pt x="659" y="0"/>
                    </a:lnTo>
                    <a:lnTo>
                      <a:pt x="636" y="0"/>
                    </a:lnTo>
                    <a:lnTo>
                      <a:pt x="606" y="1"/>
                    </a:lnTo>
                    <a:lnTo>
                      <a:pt x="570" y="2"/>
                    </a:lnTo>
                    <a:lnTo>
                      <a:pt x="527" y="3"/>
                    </a:lnTo>
                    <a:lnTo>
                      <a:pt x="480" y="7"/>
                    </a:lnTo>
                    <a:lnTo>
                      <a:pt x="430" y="9"/>
                    </a:lnTo>
                    <a:lnTo>
                      <a:pt x="376" y="14"/>
                    </a:lnTo>
                    <a:lnTo>
                      <a:pt x="320" y="18"/>
                    </a:lnTo>
                    <a:lnTo>
                      <a:pt x="264" y="24"/>
                    </a:lnTo>
                    <a:lnTo>
                      <a:pt x="208" y="32"/>
                    </a:lnTo>
                    <a:lnTo>
                      <a:pt x="152" y="40"/>
                    </a:lnTo>
                    <a:lnTo>
                      <a:pt x="98" y="50"/>
                    </a:lnTo>
                    <a:lnTo>
                      <a:pt x="47" y="62"/>
                    </a:lnTo>
                    <a:lnTo>
                      <a:pt x="0" y="76"/>
                    </a:lnTo>
                    <a:lnTo>
                      <a:pt x="0" y="133"/>
                    </a:lnTo>
                    <a:close/>
                  </a:path>
                </a:pathLst>
              </a:custGeom>
              <a:solidFill>
                <a:schemeClr val="bg2">
                  <a:alpha val="100000"/>
                </a:schemeClr>
              </a:solidFill>
              <a:ln w="9525">
                <a:noFill/>
              </a:ln>
            </p:spPr>
            <p:txBody>
              <a:bodyPr/>
              <a:p>
                <a:endParaRPr lang="zh-CN" altLang="en-US"/>
              </a:p>
            </p:txBody>
          </p:sp>
          <p:sp>
            <p:nvSpPr>
              <p:cNvPr id="146479" name="Freeform 188"/>
              <p:cNvSpPr/>
              <p:nvPr/>
            </p:nvSpPr>
            <p:spPr>
              <a:xfrm>
                <a:off x="4821" y="1711"/>
                <a:ext cx="163" cy="54"/>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42" h="379">
                    <a:moveTo>
                      <a:pt x="482" y="367"/>
                    </a:moveTo>
                    <a:lnTo>
                      <a:pt x="485" y="366"/>
                    </a:lnTo>
                    <a:lnTo>
                      <a:pt x="492" y="363"/>
                    </a:lnTo>
                    <a:lnTo>
                      <a:pt x="502" y="359"/>
                    </a:lnTo>
                    <a:lnTo>
                      <a:pt x="516" y="353"/>
                    </a:lnTo>
                    <a:lnTo>
                      <a:pt x="533" y="346"/>
                    </a:lnTo>
                    <a:lnTo>
                      <a:pt x="551" y="338"/>
                    </a:lnTo>
                    <a:lnTo>
                      <a:pt x="572" y="328"/>
                    </a:lnTo>
                    <a:lnTo>
                      <a:pt x="593" y="317"/>
                    </a:lnTo>
                    <a:lnTo>
                      <a:pt x="616" y="306"/>
                    </a:lnTo>
                    <a:lnTo>
                      <a:pt x="638" y="292"/>
                    </a:lnTo>
                    <a:lnTo>
                      <a:pt x="660" y="279"/>
                    </a:lnTo>
                    <a:lnTo>
                      <a:pt x="680" y="264"/>
                    </a:lnTo>
                    <a:lnTo>
                      <a:pt x="700" y="249"/>
                    </a:lnTo>
                    <a:lnTo>
                      <a:pt x="717" y="233"/>
                    </a:lnTo>
                    <a:lnTo>
                      <a:pt x="732" y="217"/>
                    </a:lnTo>
                    <a:lnTo>
                      <a:pt x="743" y="201"/>
                    </a:lnTo>
                    <a:lnTo>
                      <a:pt x="0" y="20"/>
                    </a:lnTo>
                    <a:lnTo>
                      <a:pt x="57" y="0"/>
                    </a:lnTo>
                    <a:lnTo>
                      <a:pt x="1142" y="267"/>
                    </a:lnTo>
                    <a:lnTo>
                      <a:pt x="1098" y="292"/>
                    </a:lnTo>
                    <a:lnTo>
                      <a:pt x="784" y="212"/>
                    </a:lnTo>
                    <a:lnTo>
                      <a:pt x="783" y="213"/>
                    </a:lnTo>
                    <a:lnTo>
                      <a:pt x="781" y="216"/>
                    </a:lnTo>
                    <a:lnTo>
                      <a:pt x="776" y="221"/>
                    </a:lnTo>
                    <a:lnTo>
                      <a:pt x="769" y="228"/>
                    </a:lnTo>
                    <a:lnTo>
                      <a:pt x="761" y="237"/>
                    </a:lnTo>
                    <a:lnTo>
                      <a:pt x="750" y="246"/>
                    </a:lnTo>
                    <a:lnTo>
                      <a:pt x="737" y="258"/>
                    </a:lnTo>
                    <a:lnTo>
                      <a:pt x="721" y="269"/>
                    </a:lnTo>
                    <a:lnTo>
                      <a:pt x="703" y="282"/>
                    </a:lnTo>
                    <a:lnTo>
                      <a:pt x="684" y="295"/>
                    </a:lnTo>
                    <a:lnTo>
                      <a:pt x="660" y="309"/>
                    </a:lnTo>
                    <a:lnTo>
                      <a:pt x="635" y="323"/>
                    </a:lnTo>
                    <a:lnTo>
                      <a:pt x="606" y="338"/>
                    </a:lnTo>
                    <a:lnTo>
                      <a:pt x="574" y="352"/>
                    </a:lnTo>
                    <a:lnTo>
                      <a:pt x="540" y="366"/>
                    </a:lnTo>
                    <a:lnTo>
                      <a:pt x="502" y="379"/>
                    </a:lnTo>
                    <a:lnTo>
                      <a:pt x="482" y="367"/>
                    </a:lnTo>
                    <a:close/>
                  </a:path>
                </a:pathLst>
              </a:custGeom>
              <a:solidFill>
                <a:srgbClr val="000000">
                  <a:alpha val="100000"/>
                </a:srgbClr>
              </a:solidFill>
              <a:ln w="9525">
                <a:noFill/>
              </a:ln>
            </p:spPr>
            <p:txBody>
              <a:bodyPr/>
              <a:p>
                <a:endParaRPr lang="zh-CN" altLang="en-US"/>
              </a:p>
            </p:txBody>
          </p:sp>
          <p:sp>
            <p:nvSpPr>
              <p:cNvPr id="146480" name="Freeform 189"/>
              <p:cNvSpPr/>
              <p:nvPr/>
            </p:nvSpPr>
            <p:spPr>
              <a:xfrm>
                <a:off x="4787" y="1725"/>
                <a:ext cx="167" cy="48"/>
              </a:xfrm>
              <a:custGeom>
                <a:avLst/>
                <a:gdLst/>
                <a:ahLst/>
                <a:cxnLst>
                  <a:cxn ang="0">
                    <a:pos x="0" y="0"/>
                  </a:cxn>
                  <a:cxn ang="0">
                    <a:pos x="0" y="0"/>
                  </a:cxn>
                  <a:cxn ang="0">
                    <a:pos x="0" y="0"/>
                  </a:cxn>
                  <a:cxn ang="0">
                    <a:pos x="0" y="0"/>
                  </a:cxn>
                  <a:cxn ang="0">
                    <a:pos x="0" y="0"/>
                  </a:cxn>
                </a:cxnLst>
                <a:pathLst>
                  <a:path w="1163" h="340">
                    <a:moveTo>
                      <a:pt x="0" y="0"/>
                    </a:moveTo>
                    <a:lnTo>
                      <a:pt x="1137" y="340"/>
                    </a:lnTo>
                    <a:lnTo>
                      <a:pt x="1163" y="340"/>
                    </a:lnTo>
                    <a:lnTo>
                      <a:pt x="34" y="0"/>
                    </a:lnTo>
                    <a:lnTo>
                      <a:pt x="0" y="0"/>
                    </a:lnTo>
                    <a:close/>
                  </a:path>
                </a:pathLst>
              </a:custGeom>
              <a:solidFill>
                <a:srgbClr val="000000">
                  <a:alpha val="100000"/>
                </a:srgbClr>
              </a:solidFill>
              <a:ln w="9525">
                <a:noFill/>
              </a:ln>
            </p:spPr>
            <p:txBody>
              <a:bodyPr/>
              <a:p>
                <a:endParaRPr lang="zh-CN" altLang="en-US"/>
              </a:p>
            </p:txBody>
          </p:sp>
          <p:sp>
            <p:nvSpPr>
              <p:cNvPr id="146481" name="Freeform 190"/>
              <p:cNvSpPr/>
              <p:nvPr/>
            </p:nvSpPr>
            <p:spPr>
              <a:xfrm>
                <a:off x="4815" y="1718"/>
                <a:ext cx="164" cy="44"/>
              </a:xfrm>
              <a:custGeom>
                <a:avLst/>
                <a:gdLst/>
                <a:ahLst/>
                <a:cxnLst>
                  <a:cxn ang="0">
                    <a:pos x="0" y="0"/>
                  </a:cxn>
                  <a:cxn ang="0">
                    <a:pos x="0" y="0"/>
                  </a:cxn>
                  <a:cxn ang="0">
                    <a:pos x="0" y="0"/>
                  </a:cxn>
                  <a:cxn ang="0">
                    <a:pos x="0" y="0"/>
                  </a:cxn>
                  <a:cxn ang="0">
                    <a:pos x="0" y="0"/>
                  </a:cxn>
                </a:cxnLst>
                <a:pathLst>
                  <a:path w="1149" h="303">
                    <a:moveTo>
                      <a:pt x="0" y="1"/>
                    </a:moveTo>
                    <a:lnTo>
                      <a:pt x="1124" y="303"/>
                    </a:lnTo>
                    <a:lnTo>
                      <a:pt x="1149" y="302"/>
                    </a:lnTo>
                    <a:lnTo>
                      <a:pt x="34" y="0"/>
                    </a:lnTo>
                    <a:lnTo>
                      <a:pt x="0" y="1"/>
                    </a:lnTo>
                    <a:close/>
                  </a:path>
                </a:pathLst>
              </a:custGeom>
              <a:solidFill>
                <a:srgbClr val="000000">
                  <a:alpha val="100000"/>
                </a:srgbClr>
              </a:solidFill>
              <a:ln w="9525">
                <a:noFill/>
              </a:ln>
            </p:spPr>
            <p:txBody>
              <a:bodyPr/>
              <a:p>
                <a:endParaRPr lang="zh-CN" altLang="en-US"/>
              </a:p>
            </p:txBody>
          </p:sp>
          <p:sp>
            <p:nvSpPr>
              <p:cNvPr id="146482" name="Freeform 191"/>
              <p:cNvSpPr/>
              <p:nvPr/>
            </p:nvSpPr>
            <p:spPr>
              <a:xfrm>
                <a:off x="4802" y="1721"/>
                <a:ext cx="165" cy="48"/>
              </a:xfrm>
              <a:custGeom>
                <a:avLst/>
                <a:gdLst/>
                <a:ahLst/>
                <a:cxnLst>
                  <a:cxn ang="0">
                    <a:pos x="0" y="0"/>
                  </a:cxn>
                  <a:cxn ang="0">
                    <a:pos x="0" y="0"/>
                  </a:cxn>
                  <a:cxn ang="0">
                    <a:pos x="0" y="0"/>
                  </a:cxn>
                  <a:cxn ang="0">
                    <a:pos x="0" y="0"/>
                  </a:cxn>
                  <a:cxn ang="0">
                    <a:pos x="0" y="0"/>
                  </a:cxn>
                </a:cxnLst>
                <a:pathLst>
                  <a:path w="1155" h="336">
                    <a:moveTo>
                      <a:pt x="0" y="0"/>
                    </a:moveTo>
                    <a:lnTo>
                      <a:pt x="1134" y="336"/>
                    </a:lnTo>
                    <a:lnTo>
                      <a:pt x="1155" y="328"/>
                    </a:lnTo>
                    <a:lnTo>
                      <a:pt x="34" y="0"/>
                    </a:lnTo>
                    <a:lnTo>
                      <a:pt x="0" y="0"/>
                    </a:lnTo>
                    <a:close/>
                  </a:path>
                </a:pathLst>
              </a:custGeom>
              <a:solidFill>
                <a:srgbClr val="000000">
                  <a:alpha val="100000"/>
                </a:srgbClr>
              </a:solidFill>
              <a:ln w="9525">
                <a:noFill/>
              </a:ln>
            </p:spPr>
            <p:txBody>
              <a:bodyPr/>
              <a:p>
                <a:endParaRPr lang="zh-CN" altLang="en-US"/>
              </a:p>
            </p:txBody>
          </p:sp>
        </p:grpSp>
        <p:grpSp>
          <p:nvGrpSpPr>
            <p:cNvPr id="146427" name="Group 192"/>
            <p:cNvGrpSpPr/>
            <p:nvPr/>
          </p:nvGrpSpPr>
          <p:grpSpPr>
            <a:xfrm rot="-5400000">
              <a:off x="1626" y="3444"/>
              <a:ext cx="391" cy="88"/>
              <a:chOff x="1450" y="3513"/>
              <a:chExt cx="391" cy="88"/>
            </a:xfrm>
          </p:grpSpPr>
          <p:sp>
            <p:nvSpPr>
              <p:cNvPr id="146442" name="Freeform 193"/>
              <p:cNvSpPr/>
              <p:nvPr/>
            </p:nvSpPr>
            <p:spPr>
              <a:xfrm flipV="1">
                <a:off x="1450" y="3574"/>
                <a:ext cx="391" cy="27"/>
              </a:xfrm>
              <a:custGeom>
                <a:avLst/>
                <a:gdLst/>
                <a:ahLst/>
                <a:cxnLst>
                  <a:cxn ang="0">
                    <a:pos x="0" y="0"/>
                  </a:cxn>
                  <a:cxn ang="0">
                    <a:pos x="0" y="0"/>
                  </a:cxn>
                  <a:cxn ang="0">
                    <a:pos x="5" y="0"/>
                  </a:cxn>
                  <a:cxn ang="0">
                    <a:pos x="5" y="0"/>
                  </a:cxn>
                </a:cxnLst>
                <a:pathLst>
                  <a:path w="720" h="56">
                    <a:moveTo>
                      <a:pt x="0" y="0"/>
                    </a:moveTo>
                    <a:lnTo>
                      <a:pt x="0" y="56"/>
                    </a:lnTo>
                    <a:lnTo>
                      <a:pt x="720" y="56"/>
                    </a:lnTo>
                    <a:lnTo>
                      <a:pt x="720" y="8"/>
                    </a:lnTo>
                  </a:path>
                </a:pathLst>
              </a:custGeom>
              <a:noFill/>
              <a:ln w="12700" cap="flat" cmpd="sng">
                <a:solidFill>
                  <a:schemeClr val="tx1">
                    <a:alpha val="100000"/>
                  </a:schemeClr>
                </a:solidFill>
                <a:prstDash val="solid"/>
                <a:round/>
                <a:headEnd type="none" w="med" len="med"/>
                <a:tailEnd type="none" w="med" len="med"/>
              </a:ln>
            </p:spPr>
            <p:txBody>
              <a:bodyPr/>
              <a:p>
                <a:endParaRPr lang="zh-CN" altLang="en-US"/>
              </a:p>
            </p:txBody>
          </p:sp>
          <p:sp>
            <p:nvSpPr>
              <p:cNvPr id="146443" name="Line 194"/>
              <p:cNvSpPr/>
              <p:nvPr/>
            </p:nvSpPr>
            <p:spPr>
              <a:xfrm>
                <a:off x="1642" y="3513"/>
                <a:ext cx="0" cy="60"/>
              </a:xfrm>
              <a:prstGeom prst="line">
                <a:avLst/>
              </a:prstGeom>
              <a:ln w="19050" cap="flat" cmpd="sng">
                <a:solidFill>
                  <a:schemeClr val="tx1"/>
                </a:solidFill>
                <a:prstDash val="solid"/>
                <a:headEnd type="none" w="med" len="med"/>
                <a:tailEnd type="none" w="med" len="med"/>
              </a:ln>
            </p:spPr>
          </p:sp>
        </p:grpSp>
        <p:grpSp>
          <p:nvGrpSpPr>
            <p:cNvPr id="146428" name="Group 195"/>
            <p:cNvGrpSpPr/>
            <p:nvPr/>
          </p:nvGrpSpPr>
          <p:grpSpPr>
            <a:xfrm>
              <a:off x="1533" y="3422"/>
              <a:ext cx="275" cy="118"/>
              <a:chOff x="3600" y="219"/>
              <a:chExt cx="360" cy="175"/>
            </a:xfrm>
          </p:grpSpPr>
          <p:sp>
            <p:nvSpPr>
              <p:cNvPr id="146429" name="Oval 196"/>
              <p:cNvSpPr/>
              <p:nvPr/>
            </p:nvSpPr>
            <p:spPr>
              <a:xfrm>
                <a:off x="3603" y="297"/>
                <a:ext cx="357" cy="97"/>
              </a:xfrm>
              <a:prstGeom prst="ellipse">
                <a:avLst/>
              </a:prstGeom>
              <a:solidFill>
                <a:srgbClr val="FF0000"/>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46430" name="Line 197"/>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146431" name="Line 198"/>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146432" name="Rectangle 199"/>
              <p:cNvSpPr/>
              <p:nvPr/>
            </p:nvSpPr>
            <p:spPr>
              <a:xfrm>
                <a:off x="3603" y="289"/>
                <a:ext cx="354" cy="59"/>
              </a:xfrm>
              <a:prstGeom prst="rect">
                <a:avLst/>
              </a:prstGeom>
              <a:solidFill>
                <a:srgbClr val="FF0000"/>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46433" name="Oval 200"/>
              <p:cNvSpPr/>
              <p:nvPr/>
            </p:nvSpPr>
            <p:spPr>
              <a:xfrm>
                <a:off x="3600" y="219"/>
                <a:ext cx="357" cy="113"/>
              </a:xfrm>
              <a:prstGeom prst="ellipse">
                <a:avLst/>
              </a:prstGeom>
              <a:solidFill>
                <a:srgbClr val="FF0000"/>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46434" name="Group 201"/>
              <p:cNvGrpSpPr/>
              <p:nvPr/>
            </p:nvGrpSpPr>
            <p:grpSpPr>
              <a:xfrm>
                <a:off x="3686" y="244"/>
                <a:ext cx="177" cy="66"/>
                <a:chOff x="2848" y="848"/>
                <a:chExt cx="140" cy="98"/>
              </a:xfrm>
            </p:grpSpPr>
            <p:sp>
              <p:nvSpPr>
                <p:cNvPr id="146439" name="Line 202"/>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46440" name="Line 203"/>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46441" name="Line 204"/>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146435" name="Group 205"/>
              <p:cNvGrpSpPr/>
              <p:nvPr/>
            </p:nvGrpSpPr>
            <p:grpSpPr>
              <a:xfrm flipV="1">
                <a:off x="3686" y="243"/>
                <a:ext cx="177" cy="66"/>
                <a:chOff x="2848" y="848"/>
                <a:chExt cx="140" cy="98"/>
              </a:xfrm>
            </p:grpSpPr>
            <p:sp>
              <p:nvSpPr>
                <p:cNvPr id="146436" name="Line 206"/>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46437" name="Line 207"/>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46438" name="Line 208"/>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grpSp>
        <p:nvGrpSpPr>
          <p:cNvPr id="145422" name="Group 209"/>
          <p:cNvGrpSpPr/>
          <p:nvPr/>
        </p:nvGrpSpPr>
        <p:grpSpPr>
          <a:xfrm>
            <a:off x="1120775" y="5559425"/>
            <a:ext cx="863600" cy="500063"/>
            <a:chOff x="1659" y="3364"/>
            <a:chExt cx="544" cy="315"/>
          </a:xfrm>
        </p:grpSpPr>
        <p:grpSp>
          <p:nvGrpSpPr>
            <p:cNvPr id="146328" name="Group 210"/>
            <p:cNvGrpSpPr/>
            <p:nvPr/>
          </p:nvGrpSpPr>
          <p:grpSpPr>
            <a:xfrm>
              <a:off x="2044" y="3533"/>
              <a:ext cx="159" cy="146"/>
              <a:chOff x="4781" y="1833"/>
              <a:chExt cx="318" cy="262"/>
            </a:xfrm>
          </p:grpSpPr>
          <p:sp>
            <p:nvSpPr>
              <p:cNvPr id="146385" name="AutoShape 211"/>
              <p:cNvSpPr>
                <a:spLocks noChangeAspect="1" noTextEdit="1"/>
              </p:cNvSpPr>
              <p:nvPr/>
            </p:nvSpPr>
            <p:spPr>
              <a:xfrm>
                <a:off x="4787" y="1835"/>
                <a:ext cx="312" cy="260"/>
              </a:xfrm>
              <a:prstGeom prst="rect">
                <a:avLst/>
              </a:prstGeom>
              <a:noFill/>
              <a:ln w="9525">
                <a:noFill/>
              </a:ln>
            </p:spPr>
            <p:txBody>
              <a:bodyPr/>
              <a:p>
                <a:endParaRPr lang="zh-CN" altLang="en-US"/>
              </a:p>
            </p:txBody>
          </p:sp>
          <p:sp>
            <p:nvSpPr>
              <p:cNvPr id="146386" name="Freeform 212"/>
              <p:cNvSpPr/>
              <p:nvPr/>
            </p:nvSpPr>
            <p:spPr>
              <a:xfrm>
                <a:off x="4781" y="1833"/>
                <a:ext cx="307" cy="25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150" h="1804">
                    <a:moveTo>
                      <a:pt x="582" y="239"/>
                    </a:moveTo>
                    <a:lnTo>
                      <a:pt x="606" y="129"/>
                    </a:lnTo>
                    <a:lnTo>
                      <a:pt x="607" y="129"/>
                    </a:lnTo>
                    <a:lnTo>
                      <a:pt x="611" y="128"/>
                    </a:lnTo>
                    <a:lnTo>
                      <a:pt x="616" y="125"/>
                    </a:lnTo>
                    <a:lnTo>
                      <a:pt x="623" y="123"/>
                    </a:lnTo>
                    <a:lnTo>
                      <a:pt x="633" y="120"/>
                    </a:lnTo>
                    <a:lnTo>
                      <a:pt x="645" y="115"/>
                    </a:lnTo>
                    <a:lnTo>
                      <a:pt x="659" y="112"/>
                    </a:lnTo>
                    <a:lnTo>
                      <a:pt x="676" y="107"/>
                    </a:lnTo>
                    <a:lnTo>
                      <a:pt x="694" y="101"/>
                    </a:lnTo>
                    <a:lnTo>
                      <a:pt x="715" y="95"/>
                    </a:lnTo>
                    <a:lnTo>
                      <a:pt x="738" y="90"/>
                    </a:lnTo>
                    <a:lnTo>
                      <a:pt x="763" y="84"/>
                    </a:lnTo>
                    <a:lnTo>
                      <a:pt x="790" y="78"/>
                    </a:lnTo>
                    <a:lnTo>
                      <a:pt x="820" y="71"/>
                    </a:lnTo>
                    <a:lnTo>
                      <a:pt x="852" y="64"/>
                    </a:lnTo>
                    <a:lnTo>
                      <a:pt x="886" y="59"/>
                    </a:lnTo>
                    <a:lnTo>
                      <a:pt x="922" y="52"/>
                    </a:lnTo>
                    <a:lnTo>
                      <a:pt x="961" y="46"/>
                    </a:lnTo>
                    <a:lnTo>
                      <a:pt x="1002" y="40"/>
                    </a:lnTo>
                    <a:lnTo>
                      <a:pt x="1044" y="35"/>
                    </a:lnTo>
                    <a:lnTo>
                      <a:pt x="1090" y="29"/>
                    </a:lnTo>
                    <a:lnTo>
                      <a:pt x="1138" y="23"/>
                    </a:lnTo>
                    <a:lnTo>
                      <a:pt x="1187" y="18"/>
                    </a:lnTo>
                    <a:lnTo>
                      <a:pt x="1240" y="14"/>
                    </a:lnTo>
                    <a:lnTo>
                      <a:pt x="1294" y="10"/>
                    </a:lnTo>
                    <a:lnTo>
                      <a:pt x="1350" y="7"/>
                    </a:lnTo>
                    <a:lnTo>
                      <a:pt x="1410" y="4"/>
                    </a:lnTo>
                    <a:lnTo>
                      <a:pt x="1470" y="1"/>
                    </a:lnTo>
                    <a:lnTo>
                      <a:pt x="1535" y="0"/>
                    </a:lnTo>
                    <a:lnTo>
                      <a:pt x="1601" y="0"/>
                    </a:lnTo>
                    <a:lnTo>
                      <a:pt x="1668" y="0"/>
                    </a:lnTo>
                    <a:lnTo>
                      <a:pt x="1739" y="1"/>
                    </a:lnTo>
                    <a:lnTo>
                      <a:pt x="1816" y="44"/>
                    </a:lnTo>
                    <a:lnTo>
                      <a:pt x="1799" y="248"/>
                    </a:lnTo>
                    <a:lnTo>
                      <a:pt x="1804" y="251"/>
                    </a:lnTo>
                    <a:lnTo>
                      <a:pt x="1820" y="259"/>
                    </a:lnTo>
                    <a:lnTo>
                      <a:pt x="1842" y="272"/>
                    </a:lnTo>
                    <a:lnTo>
                      <a:pt x="1868" y="292"/>
                    </a:lnTo>
                    <a:lnTo>
                      <a:pt x="1896" y="318"/>
                    </a:lnTo>
                    <a:lnTo>
                      <a:pt x="1920" y="351"/>
                    </a:lnTo>
                    <a:lnTo>
                      <a:pt x="1939" y="390"/>
                    </a:lnTo>
                    <a:lnTo>
                      <a:pt x="1951" y="436"/>
                    </a:lnTo>
                    <a:lnTo>
                      <a:pt x="2125" y="593"/>
                    </a:lnTo>
                    <a:lnTo>
                      <a:pt x="2078" y="1009"/>
                    </a:lnTo>
                    <a:lnTo>
                      <a:pt x="1799" y="1149"/>
                    </a:lnTo>
                    <a:lnTo>
                      <a:pt x="2129" y="1247"/>
                    </a:lnTo>
                    <a:lnTo>
                      <a:pt x="2131" y="1251"/>
                    </a:lnTo>
                    <a:lnTo>
                      <a:pt x="2137" y="1264"/>
                    </a:lnTo>
                    <a:lnTo>
                      <a:pt x="2143" y="1284"/>
                    </a:lnTo>
                    <a:lnTo>
                      <a:pt x="2149" y="1310"/>
                    </a:lnTo>
                    <a:lnTo>
                      <a:pt x="2150" y="1342"/>
                    </a:lnTo>
                    <a:lnTo>
                      <a:pt x="2147" y="1380"/>
                    </a:lnTo>
                    <a:lnTo>
                      <a:pt x="2136" y="1423"/>
                    </a:lnTo>
                    <a:lnTo>
                      <a:pt x="2117" y="1468"/>
                    </a:lnTo>
                    <a:lnTo>
                      <a:pt x="1244" y="1804"/>
                    </a:lnTo>
                    <a:lnTo>
                      <a:pt x="0" y="1413"/>
                    </a:lnTo>
                    <a:lnTo>
                      <a:pt x="22" y="1367"/>
                    </a:lnTo>
                    <a:lnTo>
                      <a:pt x="212" y="1302"/>
                    </a:lnTo>
                    <a:lnTo>
                      <a:pt x="212" y="248"/>
                    </a:lnTo>
                    <a:lnTo>
                      <a:pt x="213" y="247"/>
                    </a:lnTo>
                    <a:lnTo>
                      <a:pt x="217" y="244"/>
                    </a:lnTo>
                    <a:lnTo>
                      <a:pt x="223" y="240"/>
                    </a:lnTo>
                    <a:lnTo>
                      <a:pt x="232" y="234"/>
                    </a:lnTo>
                    <a:lnTo>
                      <a:pt x="245" y="228"/>
                    </a:lnTo>
                    <a:lnTo>
                      <a:pt x="258" y="221"/>
                    </a:lnTo>
                    <a:lnTo>
                      <a:pt x="276" y="214"/>
                    </a:lnTo>
                    <a:lnTo>
                      <a:pt x="294" y="207"/>
                    </a:lnTo>
                    <a:lnTo>
                      <a:pt x="316" y="201"/>
                    </a:lnTo>
                    <a:lnTo>
                      <a:pt x="340" y="197"/>
                    </a:lnTo>
                    <a:lnTo>
                      <a:pt x="366" y="194"/>
                    </a:lnTo>
                    <a:lnTo>
                      <a:pt x="393" y="192"/>
                    </a:lnTo>
                    <a:lnTo>
                      <a:pt x="424" y="193"/>
                    </a:lnTo>
                    <a:lnTo>
                      <a:pt x="457" y="197"/>
                    </a:lnTo>
                    <a:lnTo>
                      <a:pt x="493" y="203"/>
                    </a:lnTo>
                    <a:lnTo>
                      <a:pt x="529" y="214"/>
                    </a:lnTo>
                    <a:lnTo>
                      <a:pt x="582" y="239"/>
                    </a:lnTo>
                    <a:close/>
                  </a:path>
                </a:pathLst>
              </a:custGeom>
              <a:solidFill>
                <a:srgbClr val="FF0000">
                  <a:alpha val="100000"/>
                </a:srgbClr>
              </a:solidFill>
              <a:ln w="9525">
                <a:noFill/>
              </a:ln>
            </p:spPr>
            <p:txBody>
              <a:bodyPr/>
              <a:p>
                <a:endParaRPr lang="zh-CN" altLang="en-US"/>
              </a:p>
            </p:txBody>
          </p:sp>
          <p:sp>
            <p:nvSpPr>
              <p:cNvPr id="146387" name="Freeform 213"/>
              <p:cNvSpPr/>
              <p:nvPr/>
            </p:nvSpPr>
            <p:spPr>
              <a:xfrm>
                <a:off x="4894" y="1857"/>
                <a:ext cx="98" cy="112"/>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690" h="782">
                    <a:moveTo>
                      <a:pt x="684" y="29"/>
                    </a:moveTo>
                    <a:lnTo>
                      <a:pt x="681" y="28"/>
                    </a:lnTo>
                    <a:lnTo>
                      <a:pt x="670" y="25"/>
                    </a:lnTo>
                    <a:lnTo>
                      <a:pt x="652" y="21"/>
                    </a:lnTo>
                    <a:lnTo>
                      <a:pt x="628" y="16"/>
                    </a:lnTo>
                    <a:lnTo>
                      <a:pt x="600" y="11"/>
                    </a:lnTo>
                    <a:lnTo>
                      <a:pt x="566" y="7"/>
                    </a:lnTo>
                    <a:lnTo>
                      <a:pt x="527" y="3"/>
                    </a:lnTo>
                    <a:lnTo>
                      <a:pt x="483" y="1"/>
                    </a:lnTo>
                    <a:lnTo>
                      <a:pt x="436" y="0"/>
                    </a:lnTo>
                    <a:lnTo>
                      <a:pt x="386" y="2"/>
                    </a:lnTo>
                    <a:lnTo>
                      <a:pt x="333" y="7"/>
                    </a:lnTo>
                    <a:lnTo>
                      <a:pt x="277" y="16"/>
                    </a:lnTo>
                    <a:lnTo>
                      <a:pt x="221" y="28"/>
                    </a:lnTo>
                    <a:lnTo>
                      <a:pt x="163" y="45"/>
                    </a:lnTo>
                    <a:lnTo>
                      <a:pt x="104" y="65"/>
                    </a:lnTo>
                    <a:lnTo>
                      <a:pt x="44" y="93"/>
                    </a:lnTo>
                    <a:lnTo>
                      <a:pt x="40" y="108"/>
                    </a:lnTo>
                    <a:lnTo>
                      <a:pt x="29" y="150"/>
                    </a:lnTo>
                    <a:lnTo>
                      <a:pt x="17" y="216"/>
                    </a:lnTo>
                    <a:lnTo>
                      <a:pt x="5" y="301"/>
                    </a:lnTo>
                    <a:lnTo>
                      <a:pt x="0" y="402"/>
                    </a:lnTo>
                    <a:lnTo>
                      <a:pt x="4" y="516"/>
                    </a:lnTo>
                    <a:lnTo>
                      <a:pt x="21" y="638"/>
                    </a:lnTo>
                    <a:lnTo>
                      <a:pt x="57" y="763"/>
                    </a:lnTo>
                    <a:lnTo>
                      <a:pt x="60" y="763"/>
                    </a:lnTo>
                    <a:lnTo>
                      <a:pt x="69" y="762"/>
                    </a:lnTo>
                    <a:lnTo>
                      <a:pt x="84" y="759"/>
                    </a:lnTo>
                    <a:lnTo>
                      <a:pt x="105" y="758"/>
                    </a:lnTo>
                    <a:lnTo>
                      <a:pt x="131" y="756"/>
                    </a:lnTo>
                    <a:lnTo>
                      <a:pt x="162" y="754"/>
                    </a:lnTo>
                    <a:lnTo>
                      <a:pt x="198" y="753"/>
                    </a:lnTo>
                    <a:lnTo>
                      <a:pt x="239" y="751"/>
                    </a:lnTo>
                    <a:lnTo>
                      <a:pt x="283" y="750"/>
                    </a:lnTo>
                    <a:lnTo>
                      <a:pt x="331" y="751"/>
                    </a:lnTo>
                    <a:lnTo>
                      <a:pt x="384" y="753"/>
                    </a:lnTo>
                    <a:lnTo>
                      <a:pt x="440" y="755"/>
                    </a:lnTo>
                    <a:lnTo>
                      <a:pt x="498" y="759"/>
                    </a:lnTo>
                    <a:lnTo>
                      <a:pt x="560" y="765"/>
                    </a:lnTo>
                    <a:lnTo>
                      <a:pt x="624" y="773"/>
                    </a:lnTo>
                    <a:lnTo>
                      <a:pt x="690" y="782"/>
                    </a:lnTo>
                    <a:lnTo>
                      <a:pt x="687" y="759"/>
                    </a:lnTo>
                    <a:lnTo>
                      <a:pt x="680" y="697"/>
                    </a:lnTo>
                    <a:lnTo>
                      <a:pt x="670" y="604"/>
                    </a:lnTo>
                    <a:lnTo>
                      <a:pt x="662" y="492"/>
                    </a:lnTo>
                    <a:lnTo>
                      <a:pt x="656" y="368"/>
                    </a:lnTo>
                    <a:lnTo>
                      <a:pt x="656" y="244"/>
                    </a:lnTo>
                    <a:lnTo>
                      <a:pt x="665" y="128"/>
                    </a:lnTo>
                    <a:lnTo>
                      <a:pt x="684" y="29"/>
                    </a:lnTo>
                    <a:close/>
                  </a:path>
                </a:pathLst>
              </a:custGeom>
              <a:solidFill>
                <a:srgbClr val="FF0000">
                  <a:alpha val="100000"/>
                </a:srgbClr>
              </a:solidFill>
              <a:ln w="9525">
                <a:noFill/>
              </a:ln>
            </p:spPr>
            <p:txBody>
              <a:bodyPr/>
              <a:p>
                <a:endParaRPr lang="zh-CN" altLang="en-US"/>
              </a:p>
            </p:txBody>
          </p:sp>
          <p:sp>
            <p:nvSpPr>
              <p:cNvPr id="146388" name="Freeform 214"/>
              <p:cNvSpPr/>
              <p:nvPr/>
            </p:nvSpPr>
            <p:spPr>
              <a:xfrm>
                <a:off x="4904" y="1888"/>
                <a:ext cx="163" cy="11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39" h="778">
                    <a:moveTo>
                      <a:pt x="7" y="587"/>
                    </a:moveTo>
                    <a:lnTo>
                      <a:pt x="0" y="682"/>
                    </a:lnTo>
                    <a:lnTo>
                      <a:pt x="742" y="778"/>
                    </a:lnTo>
                    <a:lnTo>
                      <a:pt x="748" y="775"/>
                    </a:lnTo>
                    <a:lnTo>
                      <a:pt x="763" y="767"/>
                    </a:lnTo>
                    <a:lnTo>
                      <a:pt x="787" y="755"/>
                    </a:lnTo>
                    <a:lnTo>
                      <a:pt x="816" y="737"/>
                    </a:lnTo>
                    <a:lnTo>
                      <a:pt x="852" y="714"/>
                    </a:lnTo>
                    <a:lnTo>
                      <a:pt x="891" y="686"/>
                    </a:lnTo>
                    <a:lnTo>
                      <a:pt x="932" y="652"/>
                    </a:lnTo>
                    <a:lnTo>
                      <a:pt x="973" y="613"/>
                    </a:lnTo>
                    <a:lnTo>
                      <a:pt x="1013" y="570"/>
                    </a:lnTo>
                    <a:lnTo>
                      <a:pt x="1051" y="521"/>
                    </a:lnTo>
                    <a:lnTo>
                      <a:pt x="1083" y="466"/>
                    </a:lnTo>
                    <a:lnTo>
                      <a:pt x="1109" y="406"/>
                    </a:lnTo>
                    <a:lnTo>
                      <a:pt x="1129" y="342"/>
                    </a:lnTo>
                    <a:lnTo>
                      <a:pt x="1139" y="271"/>
                    </a:lnTo>
                    <a:lnTo>
                      <a:pt x="1138" y="196"/>
                    </a:lnTo>
                    <a:lnTo>
                      <a:pt x="1124" y="115"/>
                    </a:lnTo>
                    <a:lnTo>
                      <a:pt x="1122" y="110"/>
                    </a:lnTo>
                    <a:lnTo>
                      <a:pt x="1115" y="97"/>
                    </a:lnTo>
                    <a:lnTo>
                      <a:pt x="1102" y="80"/>
                    </a:lnTo>
                    <a:lnTo>
                      <a:pt x="1086" y="59"/>
                    </a:lnTo>
                    <a:lnTo>
                      <a:pt x="1066" y="39"/>
                    </a:lnTo>
                    <a:lnTo>
                      <a:pt x="1041" y="20"/>
                    </a:lnTo>
                    <a:lnTo>
                      <a:pt x="1011" y="7"/>
                    </a:lnTo>
                    <a:lnTo>
                      <a:pt x="978" y="0"/>
                    </a:lnTo>
                    <a:lnTo>
                      <a:pt x="982" y="12"/>
                    </a:lnTo>
                    <a:lnTo>
                      <a:pt x="994" y="46"/>
                    </a:lnTo>
                    <a:lnTo>
                      <a:pt x="1007" y="100"/>
                    </a:lnTo>
                    <a:lnTo>
                      <a:pt x="1019" y="169"/>
                    </a:lnTo>
                    <a:lnTo>
                      <a:pt x="1022" y="252"/>
                    </a:lnTo>
                    <a:lnTo>
                      <a:pt x="1013" y="344"/>
                    </a:lnTo>
                    <a:lnTo>
                      <a:pt x="987" y="444"/>
                    </a:lnTo>
                    <a:lnTo>
                      <a:pt x="940" y="549"/>
                    </a:lnTo>
                    <a:lnTo>
                      <a:pt x="939" y="550"/>
                    </a:lnTo>
                    <a:lnTo>
                      <a:pt x="934" y="553"/>
                    </a:lnTo>
                    <a:lnTo>
                      <a:pt x="927" y="559"/>
                    </a:lnTo>
                    <a:lnTo>
                      <a:pt x="917" y="567"/>
                    </a:lnTo>
                    <a:lnTo>
                      <a:pt x="904" y="575"/>
                    </a:lnTo>
                    <a:lnTo>
                      <a:pt x="890" y="585"/>
                    </a:lnTo>
                    <a:lnTo>
                      <a:pt x="871" y="594"/>
                    </a:lnTo>
                    <a:lnTo>
                      <a:pt x="851" y="603"/>
                    </a:lnTo>
                    <a:lnTo>
                      <a:pt x="828" y="611"/>
                    </a:lnTo>
                    <a:lnTo>
                      <a:pt x="802" y="619"/>
                    </a:lnTo>
                    <a:lnTo>
                      <a:pt x="773" y="625"/>
                    </a:lnTo>
                    <a:lnTo>
                      <a:pt x="741" y="629"/>
                    </a:lnTo>
                    <a:lnTo>
                      <a:pt x="708" y="630"/>
                    </a:lnTo>
                    <a:lnTo>
                      <a:pt x="671" y="629"/>
                    </a:lnTo>
                    <a:lnTo>
                      <a:pt x="631" y="626"/>
                    </a:lnTo>
                    <a:lnTo>
                      <a:pt x="590" y="618"/>
                    </a:lnTo>
                    <a:lnTo>
                      <a:pt x="590" y="720"/>
                    </a:lnTo>
                    <a:lnTo>
                      <a:pt x="26" y="663"/>
                    </a:lnTo>
                    <a:lnTo>
                      <a:pt x="7" y="587"/>
                    </a:lnTo>
                    <a:close/>
                  </a:path>
                </a:pathLst>
              </a:custGeom>
              <a:solidFill>
                <a:schemeClr val="bg1">
                  <a:alpha val="100000"/>
                </a:schemeClr>
              </a:solidFill>
              <a:ln w="9525">
                <a:noFill/>
              </a:ln>
            </p:spPr>
            <p:txBody>
              <a:bodyPr/>
              <a:p>
                <a:endParaRPr lang="zh-CN" altLang="en-US"/>
              </a:p>
            </p:txBody>
          </p:sp>
          <p:sp>
            <p:nvSpPr>
              <p:cNvPr id="146389" name="Freeform 215"/>
              <p:cNvSpPr/>
              <p:nvPr/>
            </p:nvSpPr>
            <p:spPr>
              <a:xfrm>
                <a:off x="4884" y="1997"/>
                <a:ext cx="119" cy="38"/>
              </a:xfrm>
              <a:custGeom>
                <a:avLst/>
                <a:gdLst/>
                <a:ahLst/>
                <a:cxnLst>
                  <a:cxn ang="0">
                    <a:pos x="0" y="0"/>
                  </a:cxn>
                  <a:cxn ang="0">
                    <a:pos x="0" y="0"/>
                  </a:cxn>
                  <a:cxn ang="0">
                    <a:pos x="0" y="0"/>
                  </a:cxn>
                  <a:cxn ang="0">
                    <a:pos x="0" y="0"/>
                  </a:cxn>
                  <a:cxn ang="0">
                    <a:pos x="0" y="0"/>
                  </a:cxn>
                </a:cxnLst>
                <a:pathLst>
                  <a:path w="837" h="269">
                    <a:moveTo>
                      <a:pt x="837" y="96"/>
                    </a:moveTo>
                    <a:lnTo>
                      <a:pt x="12" y="0"/>
                    </a:lnTo>
                    <a:lnTo>
                      <a:pt x="0" y="96"/>
                    </a:lnTo>
                    <a:lnTo>
                      <a:pt x="812" y="269"/>
                    </a:lnTo>
                    <a:lnTo>
                      <a:pt x="837" y="96"/>
                    </a:lnTo>
                    <a:close/>
                  </a:path>
                </a:pathLst>
              </a:custGeom>
              <a:solidFill>
                <a:schemeClr val="bg1">
                  <a:alpha val="100000"/>
                </a:schemeClr>
              </a:solidFill>
              <a:ln w="9525">
                <a:noFill/>
              </a:ln>
            </p:spPr>
            <p:txBody>
              <a:bodyPr/>
              <a:p>
                <a:endParaRPr lang="zh-CN" altLang="en-US"/>
              </a:p>
            </p:txBody>
          </p:sp>
          <p:sp>
            <p:nvSpPr>
              <p:cNvPr id="146390" name="Freeform 216"/>
              <p:cNvSpPr/>
              <p:nvPr/>
            </p:nvSpPr>
            <p:spPr>
              <a:xfrm>
                <a:off x="4943" y="2009"/>
                <a:ext cx="51" cy="18"/>
              </a:xfrm>
              <a:custGeom>
                <a:avLst/>
                <a:gdLst/>
                <a:ahLst/>
                <a:cxnLst>
                  <a:cxn ang="0">
                    <a:pos x="0" y="0"/>
                  </a:cxn>
                  <a:cxn ang="0">
                    <a:pos x="0" y="0"/>
                  </a:cxn>
                  <a:cxn ang="0">
                    <a:pos x="0" y="0"/>
                  </a:cxn>
                  <a:cxn ang="0">
                    <a:pos x="0" y="0"/>
                  </a:cxn>
                  <a:cxn ang="0">
                    <a:pos x="0" y="0"/>
                  </a:cxn>
                </a:cxnLst>
                <a:pathLst>
                  <a:path w="358" h="122">
                    <a:moveTo>
                      <a:pt x="358" y="53"/>
                    </a:moveTo>
                    <a:lnTo>
                      <a:pt x="5" y="0"/>
                    </a:lnTo>
                    <a:lnTo>
                      <a:pt x="0" y="51"/>
                    </a:lnTo>
                    <a:lnTo>
                      <a:pt x="348" y="122"/>
                    </a:lnTo>
                    <a:lnTo>
                      <a:pt x="358" y="53"/>
                    </a:lnTo>
                    <a:close/>
                  </a:path>
                </a:pathLst>
              </a:custGeom>
              <a:solidFill>
                <a:srgbClr val="FFCCFF">
                  <a:alpha val="100000"/>
                </a:srgbClr>
              </a:solidFill>
              <a:ln w="9525">
                <a:noFill/>
              </a:ln>
            </p:spPr>
            <p:txBody>
              <a:bodyPr/>
              <a:p>
                <a:endParaRPr lang="zh-CN" altLang="en-US"/>
              </a:p>
            </p:txBody>
          </p:sp>
          <p:sp>
            <p:nvSpPr>
              <p:cNvPr id="146391" name="Freeform 217"/>
              <p:cNvSpPr/>
              <p:nvPr/>
            </p:nvSpPr>
            <p:spPr>
              <a:xfrm>
                <a:off x="4891" y="2000"/>
                <a:ext cx="34" cy="13"/>
              </a:xfrm>
              <a:custGeom>
                <a:avLst/>
                <a:gdLst/>
                <a:ahLst/>
                <a:cxnLst>
                  <a:cxn ang="0">
                    <a:pos x="0" y="0"/>
                  </a:cxn>
                  <a:cxn ang="0">
                    <a:pos x="0" y="0"/>
                  </a:cxn>
                  <a:cxn ang="0">
                    <a:pos x="0" y="0"/>
                  </a:cxn>
                  <a:cxn ang="0">
                    <a:pos x="0" y="0"/>
                  </a:cxn>
                  <a:cxn ang="0">
                    <a:pos x="0" y="0"/>
                  </a:cxn>
                </a:cxnLst>
                <a:pathLst>
                  <a:path w="239" h="91">
                    <a:moveTo>
                      <a:pt x="239" y="42"/>
                    </a:moveTo>
                    <a:lnTo>
                      <a:pt x="0" y="0"/>
                    </a:lnTo>
                    <a:lnTo>
                      <a:pt x="2" y="44"/>
                    </a:lnTo>
                    <a:lnTo>
                      <a:pt x="231" y="91"/>
                    </a:lnTo>
                    <a:lnTo>
                      <a:pt x="239" y="42"/>
                    </a:lnTo>
                    <a:close/>
                  </a:path>
                </a:pathLst>
              </a:custGeom>
              <a:solidFill>
                <a:srgbClr val="FFCCFF">
                  <a:alpha val="100000"/>
                </a:srgbClr>
              </a:solidFill>
              <a:ln w="9525">
                <a:noFill/>
              </a:ln>
            </p:spPr>
            <p:txBody>
              <a:bodyPr/>
              <a:p>
                <a:endParaRPr lang="zh-CN" altLang="en-US"/>
              </a:p>
            </p:txBody>
          </p:sp>
          <p:sp>
            <p:nvSpPr>
              <p:cNvPr id="146392" name="Freeform 218"/>
              <p:cNvSpPr/>
              <p:nvPr/>
            </p:nvSpPr>
            <p:spPr>
              <a:xfrm>
                <a:off x="4805" y="2013"/>
                <a:ext cx="202" cy="67"/>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409" h="466">
                    <a:moveTo>
                      <a:pt x="0" y="140"/>
                    </a:moveTo>
                    <a:lnTo>
                      <a:pt x="4" y="140"/>
                    </a:lnTo>
                    <a:lnTo>
                      <a:pt x="12" y="138"/>
                    </a:lnTo>
                    <a:lnTo>
                      <a:pt x="27" y="135"/>
                    </a:lnTo>
                    <a:lnTo>
                      <a:pt x="45" y="132"/>
                    </a:lnTo>
                    <a:lnTo>
                      <a:pt x="67" y="128"/>
                    </a:lnTo>
                    <a:lnTo>
                      <a:pt x="92" y="123"/>
                    </a:lnTo>
                    <a:lnTo>
                      <a:pt x="120" y="116"/>
                    </a:lnTo>
                    <a:lnTo>
                      <a:pt x="150" y="108"/>
                    </a:lnTo>
                    <a:lnTo>
                      <a:pt x="181" y="100"/>
                    </a:lnTo>
                    <a:lnTo>
                      <a:pt x="212" y="89"/>
                    </a:lnTo>
                    <a:lnTo>
                      <a:pt x="243" y="78"/>
                    </a:lnTo>
                    <a:lnTo>
                      <a:pt x="273" y="65"/>
                    </a:lnTo>
                    <a:lnTo>
                      <a:pt x="303" y="50"/>
                    </a:lnTo>
                    <a:lnTo>
                      <a:pt x="330" y="35"/>
                    </a:lnTo>
                    <a:lnTo>
                      <a:pt x="355" y="18"/>
                    </a:lnTo>
                    <a:lnTo>
                      <a:pt x="375" y="0"/>
                    </a:lnTo>
                    <a:lnTo>
                      <a:pt x="1409" y="236"/>
                    </a:lnTo>
                    <a:lnTo>
                      <a:pt x="1407" y="239"/>
                    </a:lnTo>
                    <a:lnTo>
                      <a:pt x="1401" y="245"/>
                    </a:lnTo>
                    <a:lnTo>
                      <a:pt x="1392" y="254"/>
                    </a:lnTo>
                    <a:lnTo>
                      <a:pt x="1379" y="265"/>
                    </a:lnTo>
                    <a:lnTo>
                      <a:pt x="1363" y="279"/>
                    </a:lnTo>
                    <a:lnTo>
                      <a:pt x="1345" y="295"/>
                    </a:lnTo>
                    <a:lnTo>
                      <a:pt x="1325" y="313"/>
                    </a:lnTo>
                    <a:lnTo>
                      <a:pt x="1303" y="332"/>
                    </a:lnTo>
                    <a:lnTo>
                      <a:pt x="1279" y="351"/>
                    </a:lnTo>
                    <a:lnTo>
                      <a:pt x="1253" y="371"/>
                    </a:lnTo>
                    <a:lnTo>
                      <a:pt x="1227" y="390"/>
                    </a:lnTo>
                    <a:lnTo>
                      <a:pt x="1200" y="409"/>
                    </a:lnTo>
                    <a:lnTo>
                      <a:pt x="1172" y="426"/>
                    </a:lnTo>
                    <a:lnTo>
                      <a:pt x="1145" y="441"/>
                    </a:lnTo>
                    <a:lnTo>
                      <a:pt x="1117" y="455"/>
                    </a:lnTo>
                    <a:lnTo>
                      <a:pt x="1091" y="466"/>
                    </a:lnTo>
                    <a:lnTo>
                      <a:pt x="0" y="140"/>
                    </a:lnTo>
                    <a:close/>
                  </a:path>
                </a:pathLst>
              </a:custGeom>
              <a:solidFill>
                <a:srgbClr val="FFCCFF">
                  <a:alpha val="100000"/>
                </a:srgbClr>
              </a:solidFill>
              <a:ln w="9525">
                <a:noFill/>
              </a:ln>
            </p:spPr>
            <p:txBody>
              <a:bodyPr/>
              <a:p>
                <a:endParaRPr lang="zh-CN" altLang="en-US"/>
              </a:p>
            </p:txBody>
          </p:sp>
          <p:sp>
            <p:nvSpPr>
              <p:cNvPr id="146393" name="Freeform 219"/>
              <p:cNvSpPr/>
              <p:nvPr/>
            </p:nvSpPr>
            <p:spPr>
              <a:xfrm>
                <a:off x="5006" y="2006"/>
                <a:ext cx="72" cy="32"/>
              </a:xfrm>
              <a:custGeom>
                <a:avLst/>
                <a:gdLst/>
                <a:ahLst/>
                <a:cxnLst>
                  <a:cxn ang="0">
                    <a:pos x="0" y="0"/>
                  </a:cxn>
                  <a:cxn ang="0">
                    <a:pos x="0" y="0"/>
                  </a:cxn>
                  <a:cxn ang="0">
                    <a:pos x="0" y="0"/>
                  </a:cxn>
                  <a:cxn ang="0">
                    <a:pos x="0" y="0"/>
                  </a:cxn>
                  <a:cxn ang="0">
                    <a:pos x="0" y="0"/>
                  </a:cxn>
                  <a:cxn ang="0">
                    <a:pos x="0" y="0"/>
                  </a:cxn>
                </a:cxnLst>
                <a:pathLst>
                  <a:path w="502" h="223">
                    <a:moveTo>
                      <a:pt x="51" y="223"/>
                    </a:moveTo>
                    <a:lnTo>
                      <a:pt x="502" y="90"/>
                    </a:lnTo>
                    <a:lnTo>
                      <a:pt x="229" y="0"/>
                    </a:lnTo>
                    <a:lnTo>
                      <a:pt x="6" y="26"/>
                    </a:lnTo>
                    <a:lnTo>
                      <a:pt x="0" y="211"/>
                    </a:lnTo>
                    <a:lnTo>
                      <a:pt x="51" y="223"/>
                    </a:lnTo>
                    <a:close/>
                  </a:path>
                </a:pathLst>
              </a:custGeom>
              <a:solidFill>
                <a:schemeClr val="bg1">
                  <a:alpha val="100000"/>
                </a:schemeClr>
              </a:solidFill>
              <a:ln w="9525">
                <a:noFill/>
              </a:ln>
            </p:spPr>
            <p:txBody>
              <a:bodyPr/>
              <a:p>
                <a:endParaRPr lang="zh-CN" altLang="en-US"/>
              </a:p>
            </p:txBody>
          </p:sp>
          <p:sp>
            <p:nvSpPr>
              <p:cNvPr id="146394" name="Freeform 220"/>
              <p:cNvSpPr/>
              <p:nvPr/>
            </p:nvSpPr>
            <p:spPr>
              <a:xfrm>
                <a:off x="4821" y="1869"/>
                <a:ext cx="38" cy="152"/>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67" h="1064">
                    <a:moveTo>
                      <a:pt x="267" y="26"/>
                    </a:moveTo>
                    <a:lnTo>
                      <a:pt x="266" y="24"/>
                    </a:lnTo>
                    <a:lnTo>
                      <a:pt x="262" y="22"/>
                    </a:lnTo>
                    <a:lnTo>
                      <a:pt x="254" y="20"/>
                    </a:lnTo>
                    <a:lnTo>
                      <a:pt x="244" y="16"/>
                    </a:lnTo>
                    <a:lnTo>
                      <a:pt x="232" y="12"/>
                    </a:lnTo>
                    <a:lnTo>
                      <a:pt x="218" y="8"/>
                    </a:lnTo>
                    <a:lnTo>
                      <a:pt x="202" y="5"/>
                    </a:lnTo>
                    <a:lnTo>
                      <a:pt x="184" y="1"/>
                    </a:lnTo>
                    <a:lnTo>
                      <a:pt x="164" y="0"/>
                    </a:lnTo>
                    <a:lnTo>
                      <a:pt x="143" y="0"/>
                    </a:lnTo>
                    <a:lnTo>
                      <a:pt x="121" y="3"/>
                    </a:lnTo>
                    <a:lnTo>
                      <a:pt x="98" y="6"/>
                    </a:lnTo>
                    <a:lnTo>
                      <a:pt x="74" y="13"/>
                    </a:lnTo>
                    <a:lnTo>
                      <a:pt x="50" y="22"/>
                    </a:lnTo>
                    <a:lnTo>
                      <a:pt x="25" y="35"/>
                    </a:lnTo>
                    <a:lnTo>
                      <a:pt x="0" y="51"/>
                    </a:lnTo>
                    <a:lnTo>
                      <a:pt x="0" y="1064"/>
                    </a:lnTo>
                    <a:lnTo>
                      <a:pt x="1" y="1064"/>
                    </a:lnTo>
                    <a:lnTo>
                      <a:pt x="7" y="1064"/>
                    </a:lnTo>
                    <a:lnTo>
                      <a:pt x="15" y="1063"/>
                    </a:lnTo>
                    <a:lnTo>
                      <a:pt x="25" y="1062"/>
                    </a:lnTo>
                    <a:lnTo>
                      <a:pt x="37" y="1060"/>
                    </a:lnTo>
                    <a:lnTo>
                      <a:pt x="52" y="1057"/>
                    </a:lnTo>
                    <a:lnTo>
                      <a:pt x="69" y="1054"/>
                    </a:lnTo>
                    <a:lnTo>
                      <a:pt x="88" y="1049"/>
                    </a:lnTo>
                    <a:lnTo>
                      <a:pt x="108" y="1044"/>
                    </a:lnTo>
                    <a:lnTo>
                      <a:pt x="129" y="1037"/>
                    </a:lnTo>
                    <a:lnTo>
                      <a:pt x="152" y="1029"/>
                    </a:lnTo>
                    <a:lnTo>
                      <a:pt x="175" y="1018"/>
                    </a:lnTo>
                    <a:lnTo>
                      <a:pt x="198" y="1007"/>
                    </a:lnTo>
                    <a:lnTo>
                      <a:pt x="222" y="994"/>
                    </a:lnTo>
                    <a:lnTo>
                      <a:pt x="244" y="979"/>
                    </a:lnTo>
                    <a:lnTo>
                      <a:pt x="267" y="962"/>
                    </a:lnTo>
                    <a:lnTo>
                      <a:pt x="267" y="26"/>
                    </a:lnTo>
                    <a:close/>
                  </a:path>
                </a:pathLst>
              </a:custGeom>
              <a:solidFill>
                <a:schemeClr val="bg1">
                  <a:alpha val="100000"/>
                </a:schemeClr>
              </a:solidFill>
              <a:ln w="9525">
                <a:noFill/>
              </a:ln>
            </p:spPr>
            <p:txBody>
              <a:bodyPr/>
              <a:p>
                <a:endParaRPr lang="zh-CN" altLang="en-US"/>
              </a:p>
            </p:txBody>
          </p:sp>
          <p:sp>
            <p:nvSpPr>
              <p:cNvPr id="146395" name="Freeform 221"/>
              <p:cNvSpPr/>
              <p:nvPr/>
            </p:nvSpPr>
            <p:spPr>
              <a:xfrm>
                <a:off x="4822" y="1871"/>
                <a:ext cx="33" cy="12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28" h="898">
                    <a:moveTo>
                      <a:pt x="228" y="21"/>
                    </a:moveTo>
                    <a:lnTo>
                      <a:pt x="227" y="20"/>
                    </a:lnTo>
                    <a:lnTo>
                      <a:pt x="224" y="19"/>
                    </a:lnTo>
                    <a:lnTo>
                      <a:pt x="217" y="17"/>
                    </a:lnTo>
                    <a:lnTo>
                      <a:pt x="209" y="13"/>
                    </a:lnTo>
                    <a:lnTo>
                      <a:pt x="199" y="10"/>
                    </a:lnTo>
                    <a:lnTo>
                      <a:pt x="186" y="6"/>
                    </a:lnTo>
                    <a:lnTo>
                      <a:pt x="172" y="4"/>
                    </a:lnTo>
                    <a:lnTo>
                      <a:pt x="157" y="2"/>
                    </a:lnTo>
                    <a:lnTo>
                      <a:pt x="140" y="0"/>
                    </a:lnTo>
                    <a:lnTo>
                      <a:pt x="122" y="0"/>
                    </a:lnTo>
                    <a:lnTo>
                      <a:pt x="104" y="2"/>
                    </a:lnTo>
                    <a:lnTo>
                      <a:pt x="83" y="5"/>
                    </a:lnTo>
                    <a:lnTo>
                      <a:pt x="64" y="11"/>
                    </a:lnTo>
                    <a:lnTo>
                      <a:pt x="42" y="19"/>
                    </a:lnTo>
                    <a:lnTo>
                      <a:pt x="21" y="29"/>
                    </a:lnTo>
                    <a:lnTo>
                      <a:pt x="0" y="43"/>
                    </a:lnTo>
                    <a:lnTo>
                      <a:pt x="0" y="898"/>
                    </a:lnTo>
                    <a:lnTo>
                      <a:pt x="1" y="898"/>
                    </a:lnTo>
                    <a:lnTo>
                      <a:pt x="5" y="898"/>
                    </a:lnTo>
                    <a:lnTo>
                      <a:pt x="12" y="897"/>
                    </a:lnTo>
                    <a:lnTo>
                      <a:pt x="21" y="896"/>
                    </a:lnTo>
                    <a:lnTo>
                      <a:pt x="32" y="894"/>
                    </a:lnTo>
                    <a:lnTo>
                      <a:pt x="45" y="892"/>
                    </a:lnTo>
                    <a:lnTo>
                      <a:pt x="59" y="889"/>
                    </a:lnTo>
                    <a:lnTo>
                      <a:pt x="75" y="884"/>
                    </a:lnTo>
                    <a:lnTo>
                      <a:pt x="92" y="879"/>
                    </a:lnTo>
                    <a:lnTo>
                      <a:pt x="111" y="874"/>
                    </a:lnTo>
                    <a:lnTo>
                      <a:pt x="130" y="867"/>
                    </a:lnTo>
                    <a:lnTo>
                      <a:pt x="149" y="858"/>
                    </a:lnTo>
                    <a:lnTo>
                      <a:pt x="169" y="848"/>
                    </a:lnTo>
                    <a:lnTo>
                      <a:pt x="190" y="837"/>
                    </a:lnTo>
                    <a:lnTo>
                      <a:pt x="209" y="824"/>
                    </a:lnTo>
                    <a:lnTo>
                      <a:pt x="228" y="809"/>
                    </a:lnTo>
                    <a:lnTo>
                      <a:pt x="228" y="21"/>
                    </a:lnTo>
                    <a:close/>
                  </a:path>
                </a:pathLst>
              </a:custGeom>
              <a:solidFill>
                <a:srgbClr val="FFCCFF">
                  <a:alpha val="100000"/>
                </a:srgbClr>
              </a:solidFill>
              <a:ln w="9525">
                <a:noFill/>
              </a:ln>
            </p:spPr>
            <p:txBody>
              <a:bodyPr/>
              <a:p>
                <a:endParaRPr lang="zh-CN" altLang="en-US"/>
              </a:p>
            </p:txBody>
          </p:sp>
          <p:sp>
            <p:nvSpPr>
              <p:cNvPr id="146396" name="Freeform 222"/>
              <p:cNvSpPr/>
              <p:nvPr/>
            </p:nvSpPr>
            <p:spPr>
              <a:xfrm>
                <a:off x="4823" y="1872"/>
                <a:ext cx="27" cy="104"/>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92" h="729">
                    <a:moveTo>
                      <a:pt x="192" y="17"/>
                    </a:moveTo>
                    <a:lnTo>
                      <a:pt x="191" y="17"/>
                    </a:lnTo>
                    <a:lnTo>
                      <a:pt x="187" y="15"/>
                    </a:lnTo>
                    <a:lnTo>
                      <a:pt x="183" y="12"/>
                    </a:lnTo>
                    <a:lnTo>
                      <a:pt x="176" y="10"/>
                    </a:lnTo>
                    <a:lnTo>
                      <a:pt x="167" y="8"/>
                    </a:lnTo>
                    <a:lnTo>
                      <a:pt x="156" y="4"/>
                    </a:lnTo>
                    <a:lnTo>
                      <a:pt x="145" y="2"/>
                    </a:lnTo>
                    <a:lnTo>
                      <a:pt x="132" y="0"/>
                    </a:lnTo>
                    <a:lnTo>
                      <a:pt x="117" y="0"/>
                    </a:lnTo>
                    <a:lnTo>
                      <a:pt x="102" y="0"/>
                    </a:lnTo>
                    <a:lnTo>
                      <a:pt x="86" y="1"/>
                    </a:lnTo>
                    <a:lnTo>
                      <a:pt x="70" y="3"/>
                    </a:lnTo>
                    <a:lnTo>
                      <a:pt x="53" y="8"/>
                    </a:lnTo>
                    <a:lnTo>
                      <a:pt x="35" y="15"/>
                    </a:lnTo>
                    <a:lnTo>
                      <a:pt x="18" y="24"/>
                    </a:lnTo>
                    <a:lnTo>
                      <a:pt x="0" y="35"/>
                    </a:lnTo>
                    <a:lnTo>
                      <a:pt x="0" y="729"/>
                    </a:lnTo>
                    <a:lnTo>
                      <a:pt x="1" y="729"/>
                    </a:lnTo>
                    <a:lnTo>
                      <a:pt x="4" y="729"/>
                    </a:lnTo>
                    <a:lnTo>
                      <a:pt x="10" y="728"/>
                    </a:lnTo>
                    <a:lnTo>
                      <a:pt x="18" y="727"/>
                    </a:lnTo>
                    <a:lnTo>
                      <a:pt x="27" y="726"/>
                    </a:lnTo>
                    <a:lnTo>
                      <a:pt x="37" y="725"/>
                    </a:lnTo>
                    <a:lnTo>
                      <a:pt x="50" y="721"/>
                    </a:lnTo>
                    <a:lnTo>
                      <a:pt x="64" y="719"/>
                    </a:lnTo>
                    <a:lnTo>
                      <a:pt x="77" y="714"/>
                    </a:lnTo>
                    <a:lnTo>
                      <a:pt x="92" y="710"/>
                    </a:lnTo>
                    <a:lnTo>
                      <a:pt x="108" y="704"/>
                    </a:lnTo>
                    <a:lnTo>
                      <a:pt x="125" y="697"/>
                    </a:lnTo>
                    <a:lnTo>
                      <a:pt x="141" y="689"/>
                    </a:lnTo>
                    <a:lnTo>
                      <a:pt x="159" y="680"/>
                    </a:lnTo>
                    <a:lnTo>
                      <a:pt x="176" y="668"/>
                    </a:lnTo>
                    <a:lnTo>
                      <a:pt x="192" y="657"/>
                    </a:lnTo>
                    <a:lnTo>
                      <a:pt x="192" y="17"/>
                    </a:lnTo>
                    <a:close/>
                  </a:path>
                </a:pathLst>
              </a:custGeom>
              <a:solidFill>
                <a:schemeClr val="bg1">
                  <a:alpha val="100000"/>
                </a:schemeClr>
              </a:solidFill>
              <a:ln w="9525">
                <a:noFill/>
              </a:ln>
            </p:spPr>
            <p:txBody>
              <a:bodyPr/>
              <a:p>
                <a:endParaRPr lang="zh-CN" altLang="en-US"/>
              </a:p>
            </p:txBody>
          </p:sp>
          <p:sp>
            <p:nvSpPr>
              <p:cNvPr id="146397" name="Freeform 223"/>
              <p:cNvSpPr/>
              <p:nvPr/>
            </p:nvSpPr>
            <p:spPr>
              <a:xfrm>
                <a:off x="4824" y="1873"/>
                <a:ext cx="22" cy="8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56" h="564">
                    <a:moveTo>
                      <a:pt x="156" y="15"/>
                    </a:moveTo>
                    <a:lnTo>
                      <a:pt x="153" y="14"/>
                    </a:lnTo>
                    <a:lnTo>
                      <a:pt x="142" y="9"/>
                    </a:lnTo>
                    <a:lnTo>
                      <a:pt x="127" y="4"/>
                    </a:lnTo>
                    <a:lnTo>
                      <a:pt x="108" y="1"/>
                    </a:lnTo>
                    <a:lnTo>
                      <a:pt x="84" y="0"/>
                    </a:lnTo>
                    <a:lnTo>
                      <a:pt x="58" y="3"/>
                    </a:lnTo>
                    <a:lnTo>
                      <a:pt x="29" y="12"/>
                    </a:lnTo>
                    <a:lnTo>
                      <a:pt x="0" y="28"/>
                    </a:lnTo>
                    <a:lnTo>
                      <a:pt x="0" y="564"/>
                    </a:lnTo>
                    <a:lnTo>
                      <a:pt x="4" y="564"/>
                    </a:lnTo>
                    <a:lnTo>
                      <a:pt x="15" y="563"/>
                    </a:lnTo>
                    <a:lnTo>
                      <a:pt x="31" y="560"/>
                    </a:lnTo>
                    <a:lnTo>
                      <a:pt x="52" y="555"/>
                    </a:lnTo>
                    <a:lnTo>
                      <a:pt x="76" y="548"/>
                    </a:lnTo>
                    <a:lnTo>
                      <a:pt x="102" y="537"/>
                    </a:lnTo>
                    <a:lnTo>
                      <a:pt x="128" y="524"/>
                    </a:lnTo>
                    <a:lnTo>
                      <a:pt x="156" y="505"/>
                    </a:lnTo>
                    <a:lnTo>
                      <a:pt x="156" y="15"/>
                    </a:lnTo>
                    <a:close/>
                  </a:path>
                </a:pathLst>
              </a:custGeom>
              <a:solidFill>
                <a:schemeClr val="bg1">
                  <a:alpha val="100000"/>
                </a:schemeClr>
              </a:solidFill>
              <a:ln w="9525">
                <a:noFill/>
              </a:ln>
            </p:spPr>
            <p:txBody>
              <a:bodyPr/>
              <a:p>
                <a:endParaRPr lang="zh-CN" altLang="en-US"/>
              </a:p>
            </p:txBody>
          </p:sp>
          <p:sp>
            <p:nvSpPr>
              <p:cNvPr id="146398" name="Freeform 224"/>
              <p:cNvSpPr/>
              <p:nvPr/>
            </p:nvSpPr>
            <p:spPr>
              <a:xfrm>
                <a:off x="4825" y="1875"/>
                <a:ext cx="17" cy="5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7" h="396">
                    <a:moveTo>
                      <a:pt x="117" y="10"/>
                    </a:moveTo>
                    <a:lnTo>
                      <a:pt x="115" y="9"/>
                    </a:lnTo>
                    <a:lnTo>
                      <a:pt x="107" y="6"/>
                    </a:lnTo>
                    <a:lnTo>
                      <a:pt x="95" y="2"/>
                    </a:lnTo>
                    <a:lnTo>
                      <a:pt x="80" y="0"/>
                    </a:lnTo>
                    <a:lnTo>
                      <a:pt x="63" y="0"/>
                    </a:lnTo>
                    <a:lnTo>
                      <a:pt x="43" y="2"/>
                    </a:lnTo>
                    <a:lnTo>
                      <a:pt x="22" y="9"/>
                    </a:lnTo>
                    <a:lnTo>
                      <a:pt x="0" y="22"/>
                    </a:lnTo>
                    <a:lnTo>
                      <a:pt x="0" y="396"/>
                    </a:lnTo>
                    <a:lnTo>
                      <a:pt x="3" y="396"/>
                    </a:lnTo>
                    <a:lnTo>
                      <a:pt x="11" y="395"/>
                    </a:lnTo>
                    <a:lnTo>
                      <a:pt x="23" y="393"/>
                    </a:lnTo>
                    <a:lnTo>
                      <a:pt x="39" y="389"/>
                    </a:lnTo>
                    <a:lnTo>
                      <a:pt x="58" y="385"/>
                    </a:lnTo>
                    <a:lnTo>
                      <a:pt x="77" y="377"/>
                    </a:lnTo>
                    <a:lnTo>
                      <a:pt x="96" y="365"/>
                    </a:lnTo>
                    <a:lnTo>
                      <a:pt x="117" y="351"/>
                    </a:lnTo>
                    <a:lnTo>
                      <a:pt x="117" y="10"/>
                    </a:lnTo>
                    <a:close/>
                  </a:path>
                </a:pathLst>
              </a:custGeom>
              <a:solidFill>
                <a:srgbClr val="FFCCFF">
                  <a:alpha val="100000"/>
                </a:srgbClr>
              </a:solidFill>
              <a:ln w="9525">
                <a:noFill/>
              </a:ln>
            </p:spPr>
            <p:txBody>
              <a:bodyPr/>
              <a:p>
                <a:endParaRPr lang="zh-CN" altLang="en-US"/>
              </a:p>
            </p:txBody>
          </p:sp>
          <p:sp>
            <p:nvSpPr>
              <p:cNvPr id="146399" name="Freeform 225"/>
              <p:cNvSpPr/>
              <p:nvPr/>
            </p:nvSpPr>
            <p:spPr>
              <a:xfrm>
                <a:off x="4826" y="1876"/>
                <a:ext cx="11" cy="33"/>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80" h="230">
                    <a:moveTo>
                      <a:pt x="80" y="7"/>
                    </a:moveTo>
                    <a:lnTo>
                      <a:pt x="78" y="6"/>
                    </a:lnTo>
                    <a:lnTo>
                      <a:pt x="73" y="5"/>
                    </a:lnTo>
                    <a:lnTo>
                      <a:pt x="65" y="2"/>
                    </a:lnTo>
                    <a:lnTo>
                      <a:pt x="55" y="0"/>
                    </a:lnTo>
                    <a:lnTo>
                      <a:pt x="44" y="0"/>
                    </a:lnTo>
                    <a:lnTo>
                      <a:pt x="30" y="1"/>
                    </a:lnTo>
                    <a:lnTo>
                      <a:pt x="15" y="7"/>
                    </a:lnTo>
                    <a:lnTo>
                      <a:pt x="0" y="15"/>
                    </a:lnTo>
                    <a:lnTo>
                      <a:pt x="0" y="230"/>
                    </a:lnTo>
                    <a:lnTo>
                      <a:pt x="3" y="230"/>
                    </a:lnTo>
                    <a:lnTo>
                      <a:pt x="7" y="229"/>
                    </a:lnTo>
                    <a:lnTo>
                      <a:pt x="16" y="228"/>
                    </a:lnTo>
                    <a:lnTo>
                      <a:pt x="27" y="225"/>
                    </a:lnTo>
                    <a:lnTo>
                      <a:pt x="39" y="222"/>
                    </a:lnTo>
                    <a:lnTo>
                      <a:pt x="53" y="216"/>
                    </a:lnTo>
                    <a:lnTo>
                      <a:pt x="67" y="208"/>
                    </a:lnTo>
                    <a:lnTo>
                      <a:pt x="80" y="199"/>
                    </a:lnTo>
                    <a:lnTo>
                      <a:pt x="80" y="7"/>
                    </a:lnTo>
                    <a:close/>
                  </a:path>
                </a:pathLst>
              </a:custGeom>
              <a:solidFill>
                <a:srgbClr val="FFCCFF">
                  <a:alpha val="100000"/>
                </a:srgbClr>
              </a:solidFill>
              <a:ln w="9525">
                <a:noFill/>
              </a:ln>
            </p:spPr>
            <p:txBody>
              <a:bodyPr/>
              <a:p>
                <a:endParaRPr lang="zh-CN" altLang="en-US"/>
              </a:p>
            </p:txBody>
          </p:sp>
          <p:sp>
            <p:nvSpPr>
              <p:cNvPr id="146400" name="Freeform 226"/>
              <p:cNvSpPr/>
              <p:nvPr/>
            </p:nvSpPr>
            <p:spPr>
              <a:xfrm>
                <a:off x="4964" y="1970"/>
                <a:ext cx="16" cy="17"/>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7" h="117">
                    <a:moveTo>
                      <a:pt x="58" y="117"/>
                    </a:moveTo>
                    <a:lnTo>
                      <a:pt x="70" y="116"/>
                    </a:lnTo>
                    <a:lnTo>
                      <a:pt x="81" y="112"/>
                    </a:lnTo>
                    <a:lnTo>
                      <a:pt x="90" y="106"/>
                    </a:lnTo>
                    <a:lnTo>
                      <a:pt x="100" y="100"/>
                    </a:lnTo>
                    <a:lnTo>
                      <a:pt x="106" y="90"/>
                    </a:lnTo>
                    <a:lnTo>
                      <a:pt x="112" y="81"/>
                    </a:lnTo>
                    <a:lnTo>
                      <a:pt x="116" y="70"/>
                    </a:lnTo>
                    <a:lnTo>
                      <a:pt x="117" y="58"/>
                    </a:lnTo>
                    <a:lnTo>
                      <a:pt x="116" y="46"/>
                    </a:lnTo>
                    <a:lnTo>
                      <a:pt x="112" y="35"/>
                    </a:lnTo>
                    <a:lnTo>
                      <a:pt x="106" y="25"/>
                    </a:lnTo>
                    <a:lnTo>
                      <a:pt x="100" y="17"/>
                    </a:lnTo>
                    <a:lnTo>
                      <a:pt x="90" y="9"/>
                    </a:lnTo>
                    <a:lnTo>
                      <a:pt x="81" y="4"/>
                    </a:lnTo>
                    <a:lnTo>
                      <a:pt x="70" y="1"/>
                    </a:lnTo>
                    <a:lnTo>
                      <a:pt x="58" y="0"/>
                    </a:lnTo>
                    <a:lnTo>
                      <a:pt x="47" y="1"/>
                    </a:lnTo>
                    <a:lnTo>
                      <a:pt x="36" y="4"/>
                    </a:lnTo>
                    <a:lnTo>
                      <a:pt x="26" y="9"/>
                    </a:lnTo>
                    <a:lnTo>
                      <a:pt x="17" y="17"/>
                    </a:lnTo>
                    <a:lnTo>
                      <a:pt x="10" y="25"/>
                    </a:lnTo>
                    <a:lnTo>
                      <a:pt x="5" y="35"/>
                    </a:lnTo>
                    <a:lnTo>
                      <a:pt x="1" y="46"/>
                    </a:lnTo>
                    <a:lnTo>
                      <a:pt x="0" y="58"/>
                    </a:lnTo>
                    <a:lnTo>
                      <a:pt x="1" y="70"/>
                    </a:lnTo>
                    <a:lnTo>
                      <a:pt x="5" y="81"/>
                    </a:lnTo>
                    <a:lnTo>
                      <a:pt x="10" y="90"/>
                    </a:lnTo>
                    <a:lnTo>
                      <a:pt x="17" y="100"/>
                    </a:lnTo>
                    <a:lnTo>
                      <a:pt x="26" y="106"/>
                    </a:lnTo>
                    <a:lnTo>
                      <a:pt x="36" y="112"/>
                    </a:lnTo>
                    <a:lnTo>
                      <a:pt x="47" y="116"/>
                    </a:lnTo>
                    <a:lnTo>
                      <a:pt x="58" y="117"/>
                    </a:lnTo>
                    <a:close/>
                  </a:path>
                </a:pathLst>
              </a:custGeom>
              <a:solidFill>
                <a:srgbClr val="FFFFFF">
                  <a:alpha val="100000"/>
                </a:srgbClr>
              </a:solidFill>
              <a:ln w="9525">
                <a:noFill/>
              </a:ln>
            </p:spPr>
            <p:txBody>
              <a:bodyPr/>
              <a:p>
                <a:endParaRPr lang="zh-CN" altLang="en-US"/>
              </a:p>
            </p:txBody>
          </p:sp>
          <p:sp>
            <p:nvSpPr>
              <p:cNvPr id="146401" name="Freeform 227"/>
              <p:cNvSpPr/>
              <p:nvPr/>
            </p:nvSpPr>
            <p:spPr>
              <a:xfrm>
                <a:off x="4912" y="1970"/>
                <a:ext cx="9" cy="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8" h="59">
                    <a:moveTo>
                      <a:pt x="29" y="59"/>
                    </a:moveTo>
                    <a:lnTo>
                      <a:pt x="40" y="56"/>
                    </a:lnTo>
                    <a:lnTo>
                      <a:pt x="50" y="49"/>
                    </a:lnTo>
                    <a:lnTo>
                      <a:pt x="56" y="40"/>
                    </a:lnTo>
                    <a:lnTo>
                      <a:pt x="58" y="29"/>
                    </a:lnTo>
                    <a:lnTo>
                      <a:pt x="56" y="17"/>
                    </a:lnTo>
                    <a:lnTo>
                      <a:pt x="50" y="8"/>
                    </a:lnTo>
                    <a:lnTo>
                      <a:pt x="40" y="2"/>
                    </a:lnTo>
                    <a:lnTo>
                      <a:pt x="29" y="0"/>
                    </a:lnTo>
                    <a:lnTo>
                      <a:pt x="17" y="2"/>
                    </a:lnTo>
                    <a:lnTo>
                      <a:pt x="8" y="8"/>
                    </a:lnTo>
                    <a:lnTo>
                      <a:pt x="2" y="17"/>
                    </a:lnTo>
                    <a:lnTo>
                      <a:pt x="0" y="29"/>
                    </a:lnTo>
                    <a:lnTo>
                      <a:pt x="2" y="40"/>
                    </a:lnTo>
                    <a:lnTo>
                      <a:pt x="8" y="49"/>
                    </a:lnTo>
                    <a:lnTo>
                      <a:pt x="17" y="56"/>
                    </a:lnTo>
                    <a:lnTo>
                      <a:pt x="29" y="59"/>
                    </a:lnTo>
                    <a:close/>
                  </a:path>
                </a:pathLst>
              </a:custGeom>
              <a:solidFill>
                <a:srgbClr val="FFFFFF">
                  <a:alpha val="100000"/>
                </a:srgbClr>
              </a:solidFill>
              <a:ln w="9525">
                <a:noFill/>
              </a:ln>
            </p:spPr>
            <p:txBody>
              <a:bodyPr/>
              <a:p>
                <a:endParaRPr lang="zh-CN" altLang="en-US"/>
              </a:p>
            </p:txBody>
          </p:sp>
          <p:sp>
            <p:nvSpPr>
              <p:cNvPr id="146402" name="Freeform 228"/>
              <p:cNvSpPr/>
              <p:nvPr/>
            </p:nvSpPr>
            <p:spPr>
              <a:xfrm>
                <a:off x="4927" y="1971"/>
                <a:ext cx="8" cy="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8" h="59">
                    <a:moveTo>
                      <a:pt x="29" y="59"/>
                    </a:moveTo>
                    <a:lnTo>
                      <a:pt x="41" y="57"/>
                    </a:lnTo>
                    <a:lnTo>
                      <a:pt x="50" y="51"/>
                    </a:lnTo>
                    <a:lnTo>
                      <a:pt x="56" y="42"/>
                    </a:lnTo>
                    <a:lnTo>
                      <a:pt x="58" y="30"/>
                    </a:lnTo>
                    <a:lnTo>
                      <a:pt x="56" y="19"/>
                    </a:lnTo>
                    <a:lnTo>
                      <a:pt x="50" y="9"/>
                    </a:lnTo>
                    <a:lnTo>
                      <a:pt x="41" y="3"/>
                    </a:lnTo>
                    <a:lnTo>
                      <a:pt x="29" y="0"/>
                    </a:lnTo>
                    <a:lnTo>
                      <a:pt x="18" y="3"/>
                    </a:lnTo>
                    <a:lnTo>
                      <a:pt x="9" y="9"/>
                    </a:lnTo>
                    <a:lnTo>
                      <a:pt x="2" y="19"/>
                    </a:lnTo>
                    <a:lnTo>
                      <a:pt x="0" y="30"/>
                    </a:lnTo>
                    <a:lnTo>
                      <a:pt x="2" y="42"/>
                    </a:lnTo>
                    <a:lnTo>
                      <a:pt x="9" y="51"/>
                    </a:lnTo>
                    <a:lnTo>
                      <a:pt x="18" y="57"/>
                    </a:lnTo>
                    <a:lnTo>
                      <a:pt x="29" y="59"/>
                    </a:lnTo>
                    <a:close/>
                  </a:path>
                </a:pathLst>
              </a:custGeom>
              <a:solidFill>
                <a:srgbClr val="FFFFFF">
                  <a:alpha val="100000"/>
                </a:srgbClr>
              </a:solidFill>
              <a:ln w="9525">
                <a:noFill/>
              </a:ln>
            </p:spPr>
            <p:txBody>
              <a:bodyPr/>
              <a:p>
                <a:endParaRPr lang="zh-CN" altLang="en-US"/>
              </a:p>
            </p:txBody>
          </p:sp>
          <p:sp>
            <p:nvSpPr>
              <p:cNvPr id="146403" name="Freeform 229"/>
              <p:cNvSpPr/>
              <p:nvPr/>
            </p:nvSpPr>
            <p:spPr>
              <a:xfrm>
                <a:off x="4871" y="1856"/>
                <a:ext cx="23" cy="114"/>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66" h="800">
                    <a:moveTo>
                      <a:pt x="52" y="16"/>
                    </a:moveTo>
                    <a:lnTo>
                      <a:pt x="47" y="32"/>
                    </a:lnTo>
                    <a:lnTo>
                      <a:pt x="36" y="77"/>
                    </a:lnTo>
                    <a:lnTo>
                      <a:pt x="21" y="148"/>
                    </a:lnTo>
                    <a:lnTo>
                      <a:pt x="8" y="244"/>
                    </a:lnTo>
                    <a:lnTo>
                      <a:pt x="0" y="359"/>
                    </a:lnTo>
                    <a:lnTo>
                      <a:pt x="2" y="492"/>
                    </a:lnTo>
                    <a:lnTo>
                      <a:pt x="15" y="640"/>
                    </a:lnTo>
                    <a:lnTo>
                      <a:pt x="46" y="800"/>
                    </a:lnTo>
                    <a:lnTo>
                      <a:pt x="161" y="794"/>
                    </a:lnTo>
                    <a:lnTo>
                      <a:pt x="156" y="770"/>
                    </a:lnTo>
                    <a:lnTo>
                      <a:pt x="145" y="706"/>
                    </a:lnTo>
                    <a:lnTo>
                      <a:pt x="131" y="610"/>
                    </a:lnTo>
                    <a:lnTo>
                      <a:pt x="118" y="493"/>
                    </a:lnTo>
                    <a:lnTo>
                      <a:pt x="111" y="364"/>
                    </a:lnTo>
                    <a:lnTo>
                      <a:pt x="115" y="235"/>
                    </a:lnTo>
                    <a:lnTo>
                      <a:pt x="132" y="113"/>
                    </a:lnTo>
                    <a:lnTo>
                      <a:pt x="166" y="9"/>
                    </a:lnTo>
                    <a:lnTo>
                      <a:pt x="166" y="8"/>
                    </a:lnTo>
                    <a:lnTo>
                      <a:pt x="166" y="6"/>
                    </a:lnTo>
                    <a:lnTo>
                      <a:pt x="164" y="4"/>
                    </a:lnTo>
                    <a:lnTo>
                      <a:pt x="157" y="0"/>
                    </a:lnTo>
                    <a:lnTo>
                      <a:pt x="143" y="0"/>
                    </a:lnTo>
                    <a:lnTo>
                      <a:pt x="123" y="1"/>
                    </a:lnTo>
                    <a:lnTo>
                      <a:pt x="93" y="7"/>
                    </a:lnTo>
                    <a:lnTo>
                      <a:pt x="52" y="16"/>
                    </a:lnTo>
                    <a:close/>
                  </a:path>
                </a:pathLst>
              </a:custGeom>
              <a:solidFill>
                <a:schemeClr val="bg1">
                  <a:alpha val="100000"/>
                </a:schemeClr>
              </a:solidFill>
              <a:ln w="9525">
                <a:noFill/>
              </a:ln>
            </p:spPr>
            <p:txBody>
              <a:bodyPr/>
              <a:p>
                <a:endParaRPr lang="zh-CN" altLang="en-US"/>
              </a:p>
            </p:txBody>
          </p:sp>
          <p:sp>
            <p:nvSpPr>
              <p:cNvPr id="146404" name="Freeform 230"/>
              <p:cNvSpPr/>
              <p:nvPr/>
            </p:nvSpPr>
            <p:spPr>
              <a:xfrm>
                <a:off x="4993" y="1842"/>
                <a:ext cx="32" cy="12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25" h="893">
                    <a:moveTo>
                      <a:pt x="225" y="6"/>
                    </a:moveTo>
                    <a:lnTo>
                      <a:pt x="219" y="12"/>
                    </a:lnTo>
                    <a:lnTo>
                      <a:pt x="204" y="35"/>
                    </a:lnTo>
                    <a:lnTo>
                      <a:pt x="185" y="82"/>
                    </a:lnTo>
                    <a:lnTo>
                      <a:pt x="165" y="158"/>
                    </a:lnTo>
                    <a:lnTo>
                      <a:pt x="149" y="270"/>
                    </a:lnTo>
                    <a:lnTo>
                      <a:pt x="141" y="427"/>
                    </a:lnTo>
                    <a:lnTo>
                      <a:pt x="146" y="631"/>
                    </a:lnTo>
                    <a:lnTo>
                      <a:pt x="168" y="893"/>
                    </a:lnTo>
                    <a:lnTo>
                      <a:pt x="41" y="893"/>
                    </a:lnTo>
                    <a:lnTo>
                      <a:pt x="36" y="867"/>
                    </a:lnTo>
                    <a:lnTo>
                      <a:pt x="26" y="794"/>
                    </a:lnTo>
                    <a:lnTo>
                      <a:pt x="13" y="686"/>
                    </a:lnTo>
                    <a:lnTo>
                      <a:pt x="3" y="554"/>
                    </a:lnTo>
                    <a:lnTo>
                      <a:pt x="0" y="408"/>
                    </a:lnTo>
                    <a:lnTo>
                      <a:pt x="6" y="260"/>
                    </a:lnTo>
                    <a:lnTo>
                      <a:pt x="30" y="121"/>
                    </a:lnTo>
                    <a:lnTo>
                      <a:pt x="73" y="0"/>
                    </a:lnTo>
                    <a:lnTo>
                      <a:pt x="225" y="6"/>
                    </a:lnTo>
                    <a:close/>
                  </a:path>
                </a:pathLst>
              </a:custGeom>
              <a:solidFill>
                <a:schemeClr val="bg1">
                  <a:alpha val="100000"/>
                </a:schemeClr>
              </a:solidFill>
              <a:ln w="9525">
                <a:noFill/>
              </a:ln>
            </p:spPr>
            <p:txBody>
              <a:bodyPr/>
              <a:p>
                <a:endParaRPr lang="zh-CN" altLang="en-US"/>
              </a:p>
            </p:txBody>
          </p:sp>
          <p:sp>
            <p:nvSpPr>
              <p:cNvPr id="146405" name="Freeform 231"/>
              <p:cNvSpPr/>
              <p:nvPr/>
            </p:nvSpPr>
            <p:spPr>
              <a:xfrm>
                <a:off x="4871" y="1863"/>
                <a:ext cx="21" cy="10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45" h="699">
                    <a:moveTo>
                      <a:pt x="46" y="14"/>
                    </a:moveTo>
                    <a:lnTo>
                      <a:pt x="41" y="28"/>
                    </a:lnTo>
                    <a:lnTo>
                      <a:pt x="32" y="67"/>
                    </a:lnTo>
                    <a:lnTo>
                      <a:pt x="20" y="130"/>
                    </a:lnTo>
                    <a:lnTo>
                      <a:pt x="7" y="213"/>
                    </a:lnTo>
                    <a:lnTo>
                      <a:pt x="0" y="314"/>
                    </a:lnTo>
                    <a:lnTo>
                      <a:pt x="1" y="430"/>
                    </a:lnTo>
                    <a:lnTo>
                      <a:pt x="13" y="559"/>
                    </a:lnTo>
                    <a:lnTo>
                      <a:pt x="40" y="699"/>
                    </a:lnTo>
                    <a:lnTo>
                      <a:pt x="140" y="693"/>
                    </a:lnTo>
                    <a:lnTo>
                      <a:pt x="135" y="672"/>
                    </a:lnTo>
                    <a:lnTo>
                      <a:pt x="126" y="616"/>
                    </a:lnTo>
                    <a:lnTo>
                      <a:pt x="113" y="532"/>
                    </a:lnTo>
                    <a:lnTo>
                      <a:pt x="103" y="430"/>
                    </a:lnTo>
                    <a:lnTo>
                      <a:pt x="97" y="317"/>
                    </a:lnTo>
                    <a:lnTo>
                      <a:pt x="100" y="205"/>
                    </a:lnTo>
                    <a:lnTo>
                      <a:pt x="115" y="98"/>
                    </a:lnTo>
                    <a:lnTo>
                      <a:pt x="145" y="8"/>
                    </a:lnTo>
                    <a:lnTo>
                      <a:pt x="145" y="7"/>
                    </a:lnTo>
                    <a:lnTo>
                      <a:pt x="145" y="5"/>
                    </a:lnTo>
                    <a:lnTo>
                      <a:pt x="143" y="3"/>
                    </a:lnTo>
                    <a:lnTo>
                      <a:pt x="137" y="0"/>
                    </a:lnTo>
                    <a:lnTo>
                      <a:pt x="126" y="0"/>
                    </a:lnTo>
                    <a:lnTo>
                      <a:pt x="108" y="1"/>
                    </a:lnTo>
                    <a:lnTo>
                      <a:pt x="81" y="6"/>
                    </a:lnTo>
                    <a:lnTo>
                      <a:pt x="46" y="14"/>
                    </a:lnTo>
                    <a:close/>
                  </a:path>
                </a:pathLst>
              </a:custGeom>
              <a:solidFill>
                <a:schemeClr val="bg1">
                  <a:alpha val="100000"/>
                </a:schemeClr>
              </a:solidFill>
              <a:ln w="9525">
                <a:noFill/>
              </a:ln>
            </p:spPr>
            <p:txBody>
              <a:bodyPr/>
              <a:p>
                <a:endParaRPr lang="zh-CN" altLang="en-US"/>
              </a:p>
            </p:txBody>
          </p:sp>
          <p:sp>
            <p:nvSpPr>
              <p:cNvPr id="146406" name="Freeform 232"/>
              <p:cNvSpPr/>
              <p:nvPr/>
            </p:nvSpPr>
            <p:spPr>
              <a:xfrm>
                <a:off x="4872" y="1870"/>
                <a:ext cx="18" cy="85"/>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23" h="597">
                    <a:moveTo>
                      <a:pt x="39" y="12"/>
                    </a:moveTo>
                    <a:lnTo>
                      <a:pt x="35" y="23"/>
                    </a:lnTo>
                    <a:lnTo>
                      <a:pt x="26" y="57"/>
                    </a:lnTo>
                    <a:lnTo>
                      <a:pt x="16" y="111"/>
                    </a:lnTo>
                    <a:lnTo>
                      <a:pt x="6" y="181"/>
                    </a:lnTo>
                    <a:lnTo>
                      <a:pt x="0" y="267"/>
                    </a:lnTo>
                    <a:lnTo>
                      <a:pt x="1" y="367"/>
                    </a:lnTo>
                    <a:lnTo>
                      <a:pt x="11" y="477"/>
                    </a:lnTo>
                    <a:lnTo>
                      <a:pt x="34" y="597"/>
                    </a:lnTo>
                    <a:lnTo>
                      <a:pt x="119" y="591"/>
                    </a:lnTo>
                    <a:lnTo>
                      <a:pt x="115" y="574"/>
                    </a:lnTo>
                    <a:lnTo>
                      <a:pt x="107" y="526"/>
                    </a:lnTo>
                    <a:lnTo>
                      <a:pt x="97" y="454"/>
                    </a:lnTo>
                    <a:lnTo>
                      <a:pt x="88" y="367"/>
                    </a:lnTo>
                    <a:lnTo>
                      <a:pt x="82" y="272"/>
                    </a:lnTo>
                    <a:lnTo>
                      <a:pt x="84" y="175"/>
                    </a:lnTo>
                    <a:lnTo>
                      <a:pt x="97" y="84"/>
                    </a:lnTo>
                    <a:lnTo>
                      <a:pt x="123" y="7"/>
                    </a:lnTo>
                    <a:lnTo>
                      <a:pt x="123" y="6"/>
                    </a:lnTo>
                    <a:lnTo>
                      <a:pt x="123" y="5"/>
                    </a:lnTo>
                    <a:lnTo>
                      <a:pt x="121" y="3"/>
                    </a:lnTo>
                    <a:lnTo>
                      <a:pt x="117" y="0"/>
                    </a:lnTo>
                    <a:lnTo>
                      <a:pt x="106" y="0"/>
                    </a:lnTo>
                    <a:lnTo>
                      <a:pt x="91" y="2"/>
                    </a:lnTo>
                    <a:lnTo>
                      <a:pt x="70" y="5"/>
                    </a:lnTo>
                    <a:lnTo>
                      <a:pt x="39" y="12"/>
                    </a:lnTo>
                    <a:close/>
                  </a:path>
                </a:pathLst>
              </a:custGeom>
              <a:solidFill>
                <a:schemeClr val="bg1">
                  <a:alpha val="100000"/>
                </a:schemeClr>
              </a:solidFill>
              <a:ln w="9525">
                <a:noFill/>
              </a:ln>
            </p:spPr>
            <p:txBody>
              <a:bodyPr/>
              <a:p>
                <a:endParaRPr lang="zh-CN" altLang="en-US"/>
              </a:p>
            </p:txBody>
          </p:sp>
          <p:sp>
            <p:nvSpPr>
              <p:cNvPr id="146407" name="Freeform 233"/>
              <p:cNvSpPr/>
              <p:nvPr/>
            </p:nvSpPr>
            <p:spPr>
              <a:xfrm>
                <a:off x="4873" y="1876"/>
                <a:ext cx="15" cy="7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03" h="492">
                    <a:moveTo>
                      <a:pt x="32" y="9"/>
                    </a:moveTo>
                    <a:lnTo>
                      <a:pt x="28" y="18"/>
                    </a:lnTo>
                    <a:lnTo>
                      <a:pt x="21" y="47"/>
                    </a:lnTo>
                    <a:lnTo>
                      <a:pt x="12" y="90"/>
                    </a:lnTo>
                    <a:lnTo>
                      <a:pt x="4" y="149"/>
                    </a:lnTo>
                    <a:lnTo>
                      <a:pt x="0" y="220"/>
                    </a:lnTo>
                    <a:lnTo>
                      <a:pt x="0" y="303"/>
                    </a:lnTo>
                    <a:lnTo>
                      <a:pt x="9" y="394"/>
                    </a:lnTo>
                    <a:lnTo>
                      <a:pt x="27" y="492"/>
                    </a:lnTo>
                    <a:lnTo>
                      <a:pt x="98" y="489"/>
                    </a:lnTo>
                    <a:lnTo>
                      <a:pt x="95" y="474"/>
                    </a:lnTo>
                    <a:lnTo>
                      <a:pt x="88" y="434"/>
                    </a:lnTo>
                    <a:lnTo>
                      <a:pt x="80" y="375"/>
                    </a:lnTo>
                    <a:lnTo>
                      <a:pt x="72" y="303"/>
                    </a:lnTo>
                    <a:lnTo>
                      <a:pt x="68" y="224"/>
                    </a:lnTo>
                    <a:lnTo>
                      <a:pt x="70" y="144"/>
                    </a:lnTo>
                    <a:lnTo>
                      <a:pt x="81" y="68"/>
                    </a:lnTo>
                    <a:lnTo>
                      <a:pt x="103" y="5"/>
                    </a:lnTo>
                    <a:lnTo>
                      <a:pt x="103" y="4"/>
                    </a:lnTo>
                    <a:lnTo>
                      <a:pt x="103" y="3"/>
                    </a:lnTo>
                    <a:lnTo>
                      <a:pt x="100" y="1"/>
                    </a:lnTo>
                    <a:lnTo>
                      <a:pt x="97" y="0"/>
                    </a:lnTo>
                    <a:lnTo>
                      <a:pt x="89" y="0"/>
                    </a:lnTo>
                    <a:lnTo>
                      <a:pt x="75" y="0"/>
                    </a:lnTo>
                    <a:lnTo>
                      <a:pt x="57" y="3"/>
                    </a:lnTo>
                    <a:lnTo>
                      <a:pt x="32" y="9"/>
                    </a:lnTo>
                    <a:close/>
                  </a:path>
                </a:pathLst>
              </a:custGeom>
              <a:solidFill>
                <a:schemeClr val="bg1">
                  <a:alpha val="100000"/>
                </a:schemeClr>
              </a:solidFill>
              <a:ln w="9525">
                <a:noFill/>
              </a:ln>
            </p:spPr>
            <p:txBody>
              <a:bodyPr/>
              <a:p>
                <a:endParaRPr lang="zh-CN" altLang="en-US"/>
              </a:p>
            </p:txBody>
          </p:sp>
          <p:sp>
            <p:nvSpPr>
              <p:cNvPr id="146408" name="Freeform 234"/>
              <p:cNvSpPr/>
              <p:nvPr/>
            </p:nvSpPr>
            <p:spPr>
              <a:xfrm>
                <a:off x="4874" y="1883"/>
                <a:ext cx="12" cy="5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82" h="390">
                    <a:moveTo>
                      <a:pt x="25" y="8"/>
                    </a:moveTo>
                    <a:lnTo>
                      <a:pt x="23" y="16"/>
                    </a:lnTo>
                    <a:lnTo>
                      <a:pt x="17" y="38"/>
                    </a:lnTo>
                    <a:lnTo>
                      <a:pt x="11" y="72"/>
                    </a:lnTo>
                    <a:lnTo>
                      <a:pt x="4" y="118"/>
                    </a:lnTo>
                    <a:lnTo>
                      <a:pt x="0" y="174"/>
                    </a:lnTo>
                    <a:lnTo>
                      <a:pt x="0" y="240"/>
                    </a:lnTo>
                    <a:lnTo>
                      <a:pt x="7" y="312"/>
                    </a:lnTo>
                    <a:lnTo>
                      <a:pt x="22" y="390"/>
                    </a:lnTo>
                    <a:lnTo>
                      <a:pt x="78" y="387"/>
                    </a:lnTo>
                    <a:lnTo>
                      <a:pt x="76" y="375"/>
                    </a:lnTo>
                    <a:lnTo>
                      <a:pt x="70" y="343"/>
                    </a:lnTo>
                    <a:lnTo>
                      <a:pt x="63" y="297"/>
                    </a:lnTo>
                    <a:lnTo>
                      <a:pt x="57" y="240"/>
                    </a:lnTo>
                    <a:lnTo>
                      <a:pt x="54" y="178"/>
                    </a:lnTo>
                    <a:lnTo>
                      <a:pt x="56" y="113"/>
                    </a:lnTo>
                    <a:lnTo>
                      <a:pt x="64" y="55"/>
                    </a:lnTo>
                    <a:lnTo>
                      <a:pt x="82" y="4"/>
                    </a:lnTo>
                    <a:lnTo>
                      <a:pt x="82" y="2"/>
                    </a:lnTo>
                    <a:lnTo>
                      <a:pt x="80" y="1"/>
                    </a:lnTo>
                    <a:lnTo>
                      <a:pt x="77" y="0"/>
                    </a:lnTo>
                    <a:lnTo>
                      <a:pt x="70" y="0"/>
                    </a:lnTo>
                    <a:lnTo>
                      <a:pt x="60" y="1"/>
                    </a:lnTo>
                    <a:lnTo>
                      <a:pt x="46" y="3"/>
                    </a:lnTo>
                    <a:lnTo>
                      <a:pt x="25" y="8"/>
                    </a:lnTo>
                    <a:close/>
                  </a:path>
                </a:pathLst>
              </a:custGeom>
              <a:solidFill>
                <a:schemeClr val="bg1">
                  <a:alpha val="100000"/>
                </a:schemeClr>
              </a:solidFill>
              <a:ln w="9525">
                <a:noFill/>
              </a:ln>
            </p:spPr>
            <p:txBody>
              <a:bodyPr/>
              <a:p>
                <a:endParaRPr lang="zh-CN" altLang="en-US"/>
              </a:p>
            </p:txBody>
          </p:sp>
          <p:sp>
            <p:nvSpPr>
              <p:cNvPr id="146409" name="Freeform 235"/>
              <p:cNvSpPr/>
              <p:nvPr/>
            </p:nvSpPr>
            <p:spPr>
              <a:xfrm>
                <a:off x="4875" y="1890"/>
                <a:ext cx="8" cy="4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9" h="288">
                    <a:moveTo>
                      <a:pt x="18" y="6"/>
                    </a:moveTo>
                    <a:lnTo>
                      <a:pt x="17" y="11"/>
                    </a:lnTo>
                    <a:lnTo>
                      <a:pt x="13" y="27"/>
                    </a:lnTo>
                    <a:lnTo>
                      <a:pt x="7" y="53"/>
                    </a:lnTo>
                    <a:lnTo>
                      <a:pt x="2" y="87"/>
                    </a:lnTo>
                    <a:lnTo>
                      <a:pt x="0" y="130"/>
                    </a:lnTo>
                    <a:lnTo>
                      <a:pt x="0" y="177"/>
                    </a:lnTo>
                    <a:lnTo>
                      <a:pt x="5" y="231"/>
                    </a:lnTo>
                    <a:lnTo>
                      <a:pt x="16" y="288"/>
                    </a:lnTo>
                    <a:lnTo>
                      <a:pt x="57" y="286"/>
                    </a:lnTo>
                    <a:lnTo>
                      <a:pt x="56" y="278"/>
                    </a:lnTo>
                    <a:lnTo>
                      <a:pt x="51" y="254"/>
                    </a:lnTo>
                    <a:lnTo>
                      <a:pt x="47" y="219"/>
                    </a:lnTo>
                    <a:lnTo>
                      <a:pt x="42" y="177"/>
                    </a:lnTo>
                    <a:lnTo>
                      <a:pt x="40" y="131"/>
                    </a:lnTo>
                    <a:lnTo>
                      <a:pt x="41" y="84"/>
                    </a:lnTo>
                    <a:lnTo>
                      <a:pt x="47" y="40"/>
                    </a:lnTo>
                    <a:lnTo>
                      <a:pt x="59" y="3"/>
                    </a:lnTo>
                    <a:lnTo>
                      <a:pt x="59" y="2"/>
                    </a:lnTo>
                    <a:lnTo>
                      <a:pt x="58" y="1"/>
                    </a:lnTo>
                    <a:lnTo>
                      <a:pt x="56" y="0"/>
                    </a:lnTo>
                    <a:lnTo>
                      <a:pt x="51" y="0"/>
                    </a:lnTo>
                    <a:lnTo>
                      <a:pt x="45" y="0"/>
                    </a:lnTo>
                    <a:lnTo>
                      <a:pt x="33" y="2"/>
                    </a:lnTo>
                    <a:lnTo>
                      <a:pt x="18" y="6"/>
                    </a:lnTo>
                    <a:close/>
                  </a:path>
                </a:pathLst>
              </a:custGeom>
              <a:solidFill>
                <a:schemeClr val="bg1">
                  <a:alpha val="100000"/>
                </a:schemeClr>
              </a:solidFill>
              <a:ln w="9525">
                <a:noFill/>
              </a:ln>
            </p:spPr>
            <p:txBody>
              <a:bodyPr/>
              <a:p>
                <a:endParaRPr lang="zh-CN" altLang="en-US"/>
              </a:p>
            </p:txBody>
          </p:sp>
          <p:sp>
            <p:nvSpPr>
              <p:cNvPr id="146410" name="Freeform 236"/>
              <p:cNvSpPr/>
              <p:nvPr/>
            </p:nvSpPr>
            <p:spPr>
              <a:xfrm>
                <a:off x="4994" y="1850"/>
                <a:ext cx="28" cy="11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98" h="779">
                    <a:moveTo>
                      <a:pt x="198" y="6"/>
                    </a:moveTo>
                    <a:lnTo>
                      <a:pt x="194" y="12"/>
                    </a:lnTo>
                    <a:lnTo>
                      <a:pt x="180" y="31"/>
                    </a:lnTo>
                    <a:lnTo>
                      <a:pt x="163" y="72"/>
                    </a:lnTo>
                    <a:lnTo>
                      <a:pt x="146" y="138"/>
                    </a:lnTo>
                    <a:lnTo>
                      <a:pt x="132" y="236"/>
                    </a:lnTo>
                    <a:lnTo>
                      <a:pt x="125" y="373"/>
                    </a:lnTo>
                    <a:lnTo>
                      <a:pt x="130" y="551"/>
                    </a:lnTo>
                    <a:lnTo>
                      <a:pt x="148" y="779"/>
                    </a:lnTo>
                    <a:lnTo>
                      <a:pt x="37" y="779"/>
                    </a:lnTo>
                    <a:lnTo>
                      <a:pt x="34" y="756"/>
                    </a:lnTo>
                    <a:lnTo>
                      <a:pt x="23" y="693"/>
                    </a:lnTo>
                    <a:lnTo>
                      <a:pt x="13" y="599"/>
                    </a:lnTo>
                    <a:lnTo>
                      <a:pt x="4" y="483"/>
                    </a:lnTo>
                    <a:lnTo>
                      <a:pt x="0" y="357"/>
                    </a:lnTo>
                    <a:lnTo>
                      <a:pt x="7" y="227"/>
                    </a:lnTo>
                    <a:lnTo>
                      <a:pt x="27" y="105"/>
                    </a:lnTo>
                    <a:lnTo>
                      <a:pt x="65" y="0"/>
                    </a:lnTo>
                    <a:lnTo>
                      <a:pt x="198" y="6"/>
                    </a:lnTo>
                    <a:close/>
                  </a:path>
                </a:pathLst>
              </a:custGeom>
              <a:solidFill>
                <a:schemeClr val="bg1">
                  <a:alpha val="100000"/>
                </a:schemeClr>
              </a:solidFill>
              <a:ln w="9525">
                <a:noFill/>
              </a:ln>
            </p:spPr>
            <p:txBody>
              <a:bodyPr/>
              <a:p>
                <a:endParaRPr lang="zh-CN" altLang="en-US"/>
              </a:p>
            </p:txBody>
          </p:sp>
          <p:sp>
            <p:nvSpPr>
              <p:cNvPr id="146411" name="Freeform 237"/>
              <p:cNvSpPr/>
              <p:nvPr/>
            </p:nvSpPr>
            <p:spPr>
              <a:xfrm>
                <a:off x="4995" y="1857"/>
                <a:ext cx="24" cy="9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69" h="666">
                    <a:moveTo>
                      <a:pt x="169" y="5"/>
                    </a:moveTo>
                    <a:lnTo>
                      <a:pt x="164" y="10"/>
                    </a:lnTo>
                    <a:lnTo>
                      <a:pt x="154" y="27"/>
                    </a:lnTo>
                    <a:lnTo>
                      <a:pt x="139" y="61"/>
                    </a:lnTo>
                    <a:lnTo>
                      <a:pt x="124" y="118"/>
                    </a:lnTo>
                    <a:lnTo>
                      <a:pt x="113" y="201"/>
                    </a:lnTo>
                    <a:lnTo>
                      <a:pt x="107" y="318"/>
                    </a:lnTo>
                    <a:lnTo>
                      <a:pt x="110" y="470"/>
                    </a:lnTo>
                    <a:lnTo>
                      <a:pt x="126" y="666"/>
                    </a:lnTo>
                    <a:lnTo>
                      <a:pt x="31" y="666"/>
                    </a:lnTo>
                    <a:lnTo>
                      <a:pt x="28" y="646"/>
                    </a:lnTo>
                    <a:lnTo>
                      <a:pt x="20" y="592"/>
                    </a:lnTo>
                    <a:lnTo>
                      <a:pt x="11" y="512"/>
                    </a:lnTo>
                    <a:lnTo>
                      <a:pt x="3" y="413"/>
                    </a:lnTo>
                    <a:lnTo>
                      <a:pt x="0" y="305"/>
                    </a:lnTo>
                    <a:lnTo>
                      <a:pt x="6" y="195"/>
                    </a:lnTo>
                    <a:lnTo>
                      <a:pt x="23" y="90"/>
                    </a:lnTo>
                    <a:lnTo>
                      <a:pt x="55" y="0"/>
                    </a:lnTo>
                    <a:lnTo>
                      <a:pt x="169" y="5"/>
                    </a:lnTo>
                    <a:close/>
                  </a:path>
                </a:pathLst>
              </a:custGeom>
              <a:solidFill>
                <a:schemeClr val="bg1">
                  <a:alpha val="100000"/>
                </a:schemeClr>
              </a:solidFill>
              <a:ln w="9525">
                <a:noFill/>
              </a:ln>
            </p:spPr>
            <p:txBody>
              <a:bodyPr/>
              <a:p>
                <a:endParaRPr lang="zh-CN" altLang="en-US"/>
              </a:p>
            </p:txBody>
          </p:sp>
          <p:sp>
            <p:nvSpPr>
              <p:cNvPr id="146412" name="Freeform 238"/>
              <p:cNvSpPr/>
              <p:nvPr/>
            </p:nvSpPr>
            <p:spPr>
              <a:xfrm>
                <a:off x="4996" y="1865"/>
                <a:ext cx="20" cy="7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40" h="551">
                    <a:moveTo>
                      <a:pt x="140" y="5"/>
                    </a:moveTo>
                    <a:lnTo>
                      <a:pt x="136" y="8"/>
                    </a:lnTo>
                    <a:lnTo>
                      <a:pt x="127" y="23"/>
                    </a:lnTo>
                    <a:lnTo>
                      <a:pt x="116" y="51"/>
                    </a:lnTo>
                    <a:lnTo>
                      <a:pt x="103" y="98"/>
                    </a:lnTo>
                    <a:lnTo>
                      <a:pt x="94" y="167"/>
                    </a:lnTo>
                    <a:lnTo>
                      <a:pt x="90" y="264"/>
                    </a:lnTo>
                    <a:lnTo>
                      <a:pt x="92" y="390"/>
                    </a:lnTo>
                    <a:lnTo>
                      <a:pt x="106" y="551"/>
                    </a:lnTo>
                    <a:lnTo>
                      <a:pt x="27" y="551"/>
                    </a:lnTo>
                    <a:lnTo>
                      <a:pt x="24" y="535"/>
                    </a:lnTo>
                    <a:lnTo>
                      <a:pt x="17" y="490"/>
                    </a:lnTo>
                    <a:lnTo>
                      <a:pt x="9" y="423"/>
                    </a:lnTo>
                    <a:lnTo>
                      <a:pt x="3" y="342"/>
                    </a:lnTo>
                    <a:lnTo>
                      <a:pt x="0" y="252"/>
                    </a:lnTo>
                    <a:lnTo>
                      <a:pt x="5" y="161"/>
                    </a:lnTo>
                    <a:lnTo>
                      <a:pt x="20" y="75"/>
                    </a:lnTo>
                    <a:lnTo>
                      <a:pt x="46" y="0"/>
                    </a:lnTo>
                    <a:lnTo>
                      <a:pt x="140" y="5"/>
                    </a:lnTo>
                    <a:close/>
                  </a:path>
                </a:pathLst>
              </a:custGeom>
              <a:solidFill>
                <a:schemeClr val="bg1">
                  <a:alpha val="100000"/>
                </a:schemeClr>
              </a:solidFill>
              <a:ln w="9525">
                <a:noFill/>
              </a:ln>
            </p:spPr>
            <p:txBody>
              <a:bodyPr/>
              <a:p>
                <a:endParaRPr lang="zh-CN" altLang="en-US"/>
              </a:p>
            </p:txBody>
          </p:sp>
          <p:sp>
            <p:nvSpPr>
              <p:cNvPr id="146413" name="Freeform 239"/>
              <p:cNvSpPr/>
              <p:nvPr/>
            </p:nvSpPr>
            <p:spPr>
              <a:xfrm>
                <a:off x="4997" y="1873"/>
                <a:ext cx="16" cy="62"/>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1" h="437">
                    <a:moveTo>
                      <a:pt x="111" y="4"/>
                    </a:moveTo>
                    <a:lnTo>
                      <a:pt x="108" y="7"/>
                    </a:lnTo>
                    <a:lnTo>
                      <a:pt x="101" y="18"/>
                    </a:lnTo>
                    <a:lnTo>
                      <a:pt x="92" y="41"/>
                    </a:lnTo>
                    <a:lnTo>
                      <a:pt x="82" y="77"/>
                    </a:lnTo>
                    <a:lnTo>
                      <a:pt x="75" y="133"/>
                    </a:lnTo>
                    <a:lnTo>
                      <a:pt x="70" y="208"/>
                    </a:lnTo>
                    <a:lnTo>
                      <a:pt x="72" y="309"/>
                    </a:lnTo>
                    <a:lnTo>
                      <a:pt x="83" y="437"/>
                    </a:lnTo>
                    <a:lnTo>
                      <a:pt x="21" y="437"/>
                    </a:lnTo>
                    <a:lnTo>
                      <a:pt x="19" y="424"/>
                    </a:lnTo>
                    <a:lnTo>
                      <a:pt x="13" y="389"/>
                    </a:lnTo>
                    <a:lnTo>
                      <a:pt x="7" y="336"/>
                    </a:lnTo>
                    <a:lnTo>
                      <a:pt x="3" y="272"/>
                    </a:lnTo>
                    <a:lnTo>
                      <a:pt x="0" y="200"/>
                    </a:lnTo>
                    <a:lnTo>
                      <a:pt x="5" y="128"/>
                    </a:lnTo>
                    <a:lnTo>
                      <a:pt x="16" y="59"/>
                    </a:lnTo>
                    <a:lnTo>
                      <a:pt x="37" y="0"/>
                    </a:lnTo>
                    <a:lnTo>
                      <a:pt x="111" y="4"/>
                    </a:lnTo>
                    <a:close/>
                  </a:path>
                </a:pathLst>
              </a:custGeom>
              <a:solidFill>
                <a:schemeClr val="bg1">
                  <a:alpha val="100000"/>
                </a:schemeClr>
              </a:solidFill>
              <a:ln w="9525">
                <a:noFill/>
              </a:ln>
            </p:spPr>
            <p:txBody>
              <a:bodyPr/>
              <a:p>
                <a:endParaRPr lang="zh-CN" altLang="en-US"/>
              </a:p>
            </p:txBody>
          </p:sp>
          <p:sp>
            <p:nvSpPr>
              <p:cNvPr id="146414" name="Freeform 240"/>
              <p:cNvSpPr/>
              <p:nvPr/>
            </p:nvSpPr>
            <p:spPr>
              <a:xfrm>
                <a:off x="4998" y="1881"/>
                <a:ext cx="12" cy="4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82" h="322">
                    <a:moveTo>
                      <a:pt x="82" y="3"/>
                    </a:moveTo>
                    <a:lnTo>
                      <a:pt x="79" y="5"/>
                    </a:lnTo>
                    <a:lnTo>
                      <a:pt x="75" y="13"/>
                    </a:lnTo>
                    <a:lnTo>
                      <a:pt x="67" y="30"/>
                    </a:lnTo>
                    <a:lnTo>
                      <a:pt x="60" y="57"/>
                    </a:lnTo>
                    <a:lnTo>
                      <a:pt x="54" y="98"/>
                    </a:lnTo>
                    <a:lnTo>
                      <a:pt x="52" y="154"/>
                    </a:lnTo>
                    <a:lnTo>
                      <a:pt x="53" y="228"/>
                    </a:lnTo>
                    <a:lnTo>
                      <a:pt x="61" y="322"/>
                    </a:lnTo>
                    <a:lnTo>
                      <a:pt x="15" y="322"/>
                    </a:lnTo>
                    <a:lnTo>
                      <a:pt x="14" y="313"/>
                    </a:lnTo>
                    <a:lnTo>
                      <a:pt x="9" y="287"/>
                    </a:lnTo>
                    <a:lnTo>
                      <a:pt x="5" y="247"/>
                    </a:lnTo>
                    <a:lnTo>
                      <a:pt x="1" y="200"/>
                    </a:lnTo>
                    <a:lnTo>
                      <a:pt x="0" y="147"/>
                    </a:lnTo>
                    <a:lnTo>
                      <a:pt x="3" y="95"/>
                    </a:lnTo>
                    <a:lnTo>
                      <a:pt x="11" y="44"/>
                    </a:lnTo>
                    <a:lnTo>
                      <a:pt x="27" y="0"/>
                    </a:lnTo>
                    <a:lnTo>
                      <a:pt x="82" y="3"/>
                    </a:lnTo>
                    <a:close/>
                  </a:path>
                </a:pathLst>
              </a:custGeom>
              <a:solidFill>
                <a:schemeClr val="bg1">
                  <a:alpha val="100000"/>
                </a:schemeClr>
              </a:solidFill>
              <a:ln w="9525">
                <a:noFill/>
              </a:ln>
            </p:spPr>
            <p:txBody>
              <a:bodyPr/>
              <a:p>
                <a:endParaRPr lang="zh-CN" altLang="en-US"/>
              </a:p>
            </p:txBody>
          </p:sp>
          <p:sp>
            <p:nvSpPr>
              <p:cNvPr id="146415" name="Rectangle 241"/>
              <p:cNvSpPr/>
              <p:nvPr/>
            </p:nvSpPr>
            <p:spPr>
              <a:xfrm>
                <a:off x="4846" y="1869"/>
                <a:ext cx="4" cy="146"/>
              </a:xfrm>
              <a:prstGeom prst="rect">
                <a:avLst/>
              </a:prstGeom>
              <a:solidFill>
                <a:srgbClr val="FFCCFF"/>
              </a:solidFill>
              <a:ln w="9525">
                <a:noFill/>
              </a:ln>
            </p:spPr>
            <p:txBody>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46416" name="Freeform 242"/>
              <p:cNvSpPr/>
              <p:nvPr/>
            </p:nvSpPr>
            <p:spPr>
              <a:xfrm>
                <a:off x="4898" y="1867"/>
                <a:ext cx="57" cy="67"/>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398" h="469">
                    <a:moveTo>
                      <a:pt x="37" y="44"/>
                    </a:moveTo>
                    <a:lnTo>
                      <a:pt x="33" y="53"/>
                    </a:lnTo>
                    <a:lnTo>
                      <a:pt x="27" y="79"/>
                    </a:lnTo>
                    <a:lnTo>
                      <a:pt x="17" y="120"/>
                    </a:lnTo>
                    <a:lnTo>
                      <a:pt x="8" y="174"/>
                    </a:lnTo>
                    <a:lnTo>
                      <a:pt x="1" y="238"/>
                    </a:lnTo>
                    <a:lnTo>
                      <a:pt x="0" y="309"/>
                    </a:lnTo>
                    <a:lnTo>
                      <a:pt x="7" y="387"/>
                    </a:lnTo>
                    <a:lnTo>
                      <a:pt x="24" y="469"/>
                    </a:lnTo>
                    <a:lnTo>
                      <a:pt x="24" y="466"/>
                    </a:lnTo>
                    <a:lnTo>
                      <a:pt x="24" y="455"/>
                    </a:lnTo>
                    <a:lnTo>
                      <a:pt x="24" y="438"/>
                    </a:lnTo>
                    <a:lnTo>
                      <a:pt x="24" y="417"/>
                    </a:lnTo>
                    <a:lnTo>
                      <a:pt x="27" y="391"/>
                    </a:lnTo>
                    <a:lnTo>
                      <a:pt x="30" y="363"/>
                    </a:lnTo>
                    <a:lnTo>
                      <a:pt x="35" y="332"/>
                    </a:lnTo>
                    <a:lnTo>
                      <a:pt x="41" y="300"/>
                    </a:lnTo>
                    <a:lnTo>
                      <a:pt x="52" y="268"/>
                    </a:lnTo>
                    <a:lnTo>
                      <a:pt x="64" y="237"/>
                    </a:lnTo>
                    <a:lnTo>
                      <a:pt x="79" y="207"/>
                    </a:lnTo>
                    <a:lnTo>
                      <a:pt x="99" y="179"/>
                    </a:lnTo>
                    <a:lnTo>
                      <a:pt x="123" y="155"/>
                    </a:lnTo>
                    <a:lnTo>
                      <a:pt x="150" y="136"/>
                    </a:lnTo>
                    <a:lnTo>
                      <a:pt x="183" y="122"/>
                    </a:lnTo>
                    <a:lnTo>
                      <a:pt x="221" y="114"/>
                    </a:lnTo>
                    <a:lnTo>
                      <a:pt x="223" y="112"/>
                    </a:lnTo>
                    <a:lnTo>
                      <a:pt x="230" y="107"/>
                    </a:lnTo>
                    <a:lnTo>
                      <a:pt x="242" y="99"/>
                    </a:lnTo>
                    <a:lnTo>
                      <a:pt x="260" y="88"/>
                    </a:lnTo>
                    <a:lnTo>
                      <a:pt x="284" y="74"/>
                    </a:lnTo>
                    <a:lnTo>
                      <a:pt x="315" y="58"/>
                    </a:lnTo>
                    <a:lnTo>
                      <a:pt x="352" y="39"/>
                    </a:lnTo>
                    <a:lnTo>
                      <a:pt x="398" y="19"/>
                    </a:lnTo>
                    <a:lnTo>
                      <a:pt x="396" y="17"/>
                    </a:lnTo>
                    <a:lnTo>
                      <a:pt x="389" y="16"/>
                    </a:lnTo>
                    <a:lnTo>
                      <a:pt x="379" y="14"/>
                    </a:lnTo>
                    <a:lnTo>
                      <a:pt x="364" y="12"/>
                    </a:lnTo>
                    <a:lnTo>
                      <a:pt x="347" y="8"/>
                    </a:lnTo>
                    <a:lnTo>
                      <a:pt x="326" y="6"/>
                    </a:lnTo>
                    <a:lnTo>
                      <a:pt x="302" y="4"/>
                    </a:lnTo>
                    <a:lnTo>
                      <a:pt x="277" y="1"/>
                    </a:lnTo>
                    <a:lnTo>
                      <a:pt x="250" y="0"/>
                    </a:lnTo>
                    <a:lnTo>
                      <a:pt x="221" y="1"/>
                    </a:lnTo>
                    <a:lnTo>
                      <a:pt x="191" y="3"/>
                    </a:lnTo>
                    <a:lnTo>
                      <a:pt x="160" y="6"/>
                    </a:lnTo>
                    <a:lnTo>
                      <a:pt x="129" y="12"/>
                    </a:lnTo>
                    <a:lnTo>
                      <a:pt x="97" y="20"/>
                    </a:lnTo>
                    <a:lnTo>
                      <a:pt x="67" y="30"/>
                    </a:lnTo>
                    <a:lnTo>
                      <a:pt x="37" y="44"/>
                    </a:lnTo>
                    <a:close/>
                  </a:path>
                </a:pathLst>
              </a:custGeom>
              <a:solidFill>
                <a:srgbClr val="FFCCFF">
                  <a:alpha val="100000"/>
                </a:srgbClr>
              </a:solidFill>
              <a:ln w="9525">
                <a:noFill/>
              </a:ln>
            </p:spPr>
            <p:txBody>
              <a:bodyPr/>
              <a:p>
                <a:endParaRPr lang="zh-CN" altLang="en-US"/>
              </a:p>
            </p:txBody>
          </p:sp>
          <p:sp>
            <p:nvSpPr>
              <p:cNvPr id="146417" name="Freeform 243"/>
              <p:cNvSpPr/>
              <p:nvPr/>
            </p:nvSpPr>
            <p:spPr>
              <a:xfrm>
                <a:off x="4819" y="1917"/>
                <a:ext cx="46" cy="13"/>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325" h="89">
                    <a:moveTo>
                      <a:pt x="0" y="57"/>
                    </a:moveTo>
                    <a:lnTo>
                      <a:pt x="0" y="55"/>
                    </a:lnTo>
                    <a:lnTo>
                      <a:pt x="2" y="52"/>
                    </a:lnTo>
                    <a:lnTo>
                      <a:pt x="6" y="47"/>
                    </a:lnTo>
                    <a:lnTo>
                      <a:pt x="12" y="41"/>
                    </a:lnTo>
                    <a:lnTo>
                      <a:pt x="20" y="34"/>
                    </a:lnTo>
                    <a:lnTo>
                      <a:pt x="29" y="27"/>
                    </a:lnTo>
                    <a:lnTo>
                      <a:pt x="41" y="20"/>
                    </a:lnTo>
                    <a:lnTo>
                      <a:pt x="57" y="13"/>
                    </a:lnTo>
                    <a:lnTo>
                      <a:pt x="77" y="7"/>
                    </a:lnTo>
                    <a:lnTo>
                      <a:pt x="98" y="3"/>
                    </a:lnTo>
                    <a:lnTo>
                      <a:pt x="126" y="0"/>
                    </a:lnTo>
                    <a:lnTo>
                      <a:pt x="156" y="0"/>
                    </a:lnTo>
                    <a:lnTo>
                      <a:pt x="191" y="3"/>
                    </a:lnTo>
                    <a:lnTo>
                      <a:pt x="230" y="8"/>
                    </a:lnTo>
                    <a:lnTo>
                      <a:pt x="275" y="18"/>
                    </a:lnTo>
                    <a:lnTo>
                      <a:pt x="325" y="31"/>
                    </a:lnTo>
                    <a:lnTo>
                      <a:pt x="318" y="51"/>
                    </a:lnTo>
                    <a:lnTo>
                      <a:pt x="316" y="50"/>
                    </a:lnTo>
                    <a:lnTo>
                      <a:pt x="308" y="47"/>
                    </a:lnTo>
                    <a:lnTo>
                      <a:pt x="295" y="44"/>
                    </a:lnTo>
                    <a:lnTo>
                      <a:pt x="279" y="39"/>
                    </a:lnTo>
                    <a:lnTo>
                      <a:pt x="260" y="35"/>
                    </a:lnTo>
                    <a:lnTo>
                      <a:pt x="238" y="30"/>
                    </a:lnTo>
                    <a:lnTo>
                      <a:pt x="214" y="27"/>
                    </a:lnTo>
                    <a:lnTo>
                      <a:pt x="188" y="24"/>
                    </a:lnTo>
                    <a:lnTo>
                      <a:pt x="161" y="23"/>
                    </a:lnTo>
                    <a:lnTo>
                      <a:pt x="134" y="23"/>
                    </a:lnTo>
                    <a:lnTo>
                      <a:pt x="108" y="26"/>
                    </a:lnTo>
                    <a:lnTo>
                      <a:pt x="82" y="31"/>
                    </a:lnTo>
                    <a:lnTo>
                      <a:pt x="58" y="41"/>
                    </a:lnTo>
                    <a:lnTo>
                      <a:pt x="36" y="52"/>
                    </a:lnTo>
                    <a:lnTo>
                      <a:pt x="16" y="68"/>
                    </a:lnTo>
                    <a:lnTo>
                      <a:pt x="0" y="89"/>
                    </a:lnTo>
                    <a:lnTo>
                      <a:pt x="0" y="57"/>
                    </a:lnTo>
                    <a:close/>
                  </a:path>
                </a:pathLst>
              </a:custGeom>
              <a:solidFill>
                <a:srgbClr val="000000">
                  <a:alpha val="100000"/>
                </a:srgbClr>
              </a:solidFill>
              <a:ln w="9525">
                <a:noFill/>
              </a:ln>
            </p:spPr>
            <p:txBody>
              <a:bodyPr/>
              <a:p>
                <a:endParaRPr lang="zh-CN" altLang="en-US"/>
              </a:p>
            </p:txBody>
          </p:sp>
          <p:sp>
            <p:nvSpPr>
              <p:cNvPr id="146418" name="Freeform 244"/>
              <p:cNvSpPr/>
              <p:nvPr/>
            </p:nvSpPr>
            <p:spPr>
              <a:xfrm>
                <a:off x="4819" y="1887"/>
                <a:ext cx="46" cy="13"/>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325" h="89">
                    <a:moveTo>
                      <a:pt x="0" y="56"/>
                    </a:moveTo>
                    <a:lnTo>
                      <a:pt x="0" y="55"/>
                    </a:lnTo>
                    <a:lnTo>
                      <a:pt x="2" y="52"/>
                    </a:lnTo>
                    <a:lnTo>
                      <a:pt x="6" y="47"/>
                    </a:lnTo>
                    <a:lnTo>
                      <a:pt x="12" y="40"/>
                    </a:lnTo>
                    <a:lnTo>
                      <a:pt x="20" y="33"/>
                    </a:lnTo>
                    <a:lnTo>
                      <a:pt x="29" y="27"/>
                    </a:lnTo>
                    <a:lnTo>
                      <a:pt x="41" y="18"/>
                    </a:lnTo>
                    <a:lnTo>
                      <a:pt x="57" y="13"/>
                    </a:lnTo>
                    <a:lnTo>
                      <a:pt x="77" y="7"/>
                    </a:lnTo>
                    <a:lnTo>
                      <a:pt x="98" y="2"/>
                    </a:lnTo>
                    <a:lnTo>
                      <a:pt x="126" y="0"/>
                    </a:lnTo>
                    <a:lnTo>
                      <a:pt x="156" y="0"/>
                    </a:lnTo>
                    <a:lnTo>
                      <a:pt x="191" y="2"/>
                    </a:lnTo>
                    <a:lnTo>
                      <a:pt x="230" y="8"/>
                    </a:lnTo>
                    <a:lnTo>
                      <a:pt x="275" y="17"/>
                    </a:lnTo>
                    <a:lnTo>
                      <a:pt x="325" y="31"/>
                    </a:lnTo>
                    <a:lnTo>
                      <a:pt x="318" y="49"/>
                    </a:lnTo>
                    <a:lnTo>
                      <a:pt x="316" y="48"/>
                    </a:lnTo>
                    <a:lnTo>
                      <a:pt x="308" y="46"/>
                    </a:lnTo>
                    <a:lnTo>
                      <a:pt x="295" y="43"/>
                    </a:lnTo>
                    <a:lnTo>
                      <a:pt x="279" y="38"/>
                    </a:lnTo>
                    <a:lnTo>
                      <a:pt x="260" y="35"/>
                    </a:lnTo>
                    <a:lnTo>
                      <a:pt x="238" y="30"/>
                    </a:lnTo>
                    <a:lnTo>
                      <a:pt x="214" y="27"/>
                    </a:lnTo>
                    <a:lnTo>
                      <a:pt x="188" y="23"/>
                    </a:lnTo>
                    <a:lnTo>
                      <a:pt x="161" y="22"/>
                    </a:lnTo>
                    <a:lnTo>
                      <a:pt x="134" y="23"/>
                    </a:lnTo>
                    <a:lnTo>
                      <a:pt x="108" y="25"/>
                    </a:lnTo>
                    <a:lnTo>
                      <a:pt x="82" y="31"/>
                    </a:lnTo>
                    <a:lnTo>
                      <a:pt x="58" y="40"/>
                    </a:lnTo>
                    <a:lnTo>
                      <a:pt x="36" y="52"/>
                    </a:lnTo>
                    <a:lnTo>
                      <a:pt x="16" y="68"/>
                    </a:lnTo>
                    <a:lnTo>
                      <a:pt x="0" y="89"/>
                    </a:lnTo>
                    <a:lnTo>
                      <a:pt x="0" y="56"/>
                    </a:lnTo>
                    <a:close/>
                  </a:path>
                </a:pathLst>
              </a:custGeom>
              <a:solidFill>
                <a:srgbClr val="000000">
                  <a:alpha val="100000"/>
                </a:srgbClr>
              </a:solidFill>
              <a:ln w="9525">
                <a:noFill/>
              </a:ln>
            </p:spPr>
            <p:txBody>
              <a:bodyPr/>
              <a:p>
                <a:endParaRPr lang="zh-CN" altLang="en-US"/>
              </a:p>
            </p:txBody>
          </p:sp>
          <p:sp>
            <p:nvSpPr>
              <p:cNvPr id="146419" name="Freeform 245"/>
              <p:cNvSpPr/>
              <p:nvPr/>
            </p:nvSpPr>
            <p:spPr>
              <a:xfrm>
                <a:off x="4863" y="1872"/>
                <a:ext cx="75" cy="13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28" h="975">
                    <a:moveTo>
                      <a:pt x="0" y="0"/>
                    </a:moveTo>
                    <a:lnTo>
                      <a:pt x="0" y="943"/>
                    </a:lnTo>
                    <a:lnTo>
                      <a:pt x="159" y="975"/>
                    </a:lnTo>
                    <a:lnTo>
                      <a:pt x="152" y="848"/>
                    </a:lnTo>
                    <a:lnTo>
                      <a:pt x="528" y="905"/>
                    </a:lnTo>
                    <a:lnTo>
                      <a:pt x="521" y="855"/>
                    </a:lnTo>
                    <a:lnTo>
                      <a:pt x="261" y="822"/>
                    </a:lnTo>
                    <a:lnTo>
                      <a:pt x="254" y="713"/>
                    </a:lnTo>
                    <a:lnTo>
                      <a:pt x="77" y="713"/>
                    </a:lnTo>
                    <a:lnTo>
                      <a:pt x="72" y="699"/>
                    </a:lnTo>
                    <a:lnTo>
                      <a:pt x="60" y="659"/>
                    </a:lnTo>
                    <a:lnTo>
                      <a:pt x="44" y="595"/>
                    </a:lnTo>
                    <a:lnTo>
                      <a:pt x="28" y="511"/>
                    </a:lnTo>
                    <a:lnTo>
                      <a:pt x="16" y="410"/>
                    </a:lnTo>
                    <a:lnTo>
                      <a:pt x="12" y="294"/>
                    </a:lnTo>
                    <a:lnTo>
                      <a:pt x="21" y="167"/>
                    </a:lnTo>
                    <a:lnTo>
                      <a:pt x="45" y="32"/>
                    </a:lnTo>
                    <a:lnTo>
                      <a:pt x="0" y="0"/>
                    </a:lnTo>
                    <a:close/>
                  </a:path>
                </a:pathLst>
              </a:custGeom>
              <a:solidFill>
                <a:schemeClr val="bg1">
                  <a:alpha val="100000"/>
                </a:schemeClr>
              </a:solidFill>
              <a:ln w="9525">
                <a:noFill/>
              </a:ln>
            </p:spPr>
            <p:txBody>
              <a:bodyPr/>
              <a:p>
                <a:endParaRPr lang="zh-CN" altLang="en-US"/>
              </a:p>
            </p:txBody>
          </p:sp>
          <p:sp>
            <p:nvSpPr>
              <p:cNvPr id="146420" name="Freeform 246"/>
              <p:cNvSpPr/>
              <p:nvPr/>
            </p:nvSpPr>
            <p:spPr>
              <a:xfrm>
                <a:off x="4900" y="1840"/>
                <a:ext cx="97" cy="1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678" h="133">
                    <a:moveTo>
                      <a:pt x="0" y="133"/>
                    </a:moveTo>
                    <a:lnTo>
                      <a:pt x="4" y="132"/>
                    </a:lnTo>
                    <a:lnTo>
                      <a:pt x="15" y="127"/>
                    </a:lnTo>
                    <a:lnTo>
                      <a:pt x="32" y="122"/>
                    </a:lnTo>
                    <a:lnTo>
                      <a:pt x="56" y="114"/>
                    </a:lnTo>
                    <a:lnTo>
                      <a:pt x="86" y="104"/>
                    </a:lnTo>
                    <a:lnTo>
                      <a:pt x="120" y="95"/>
                    </a:lnTo>
                    <a:lnTo>
                      <a:pt x="160" y="86"/>
                    </a:lnTo>
                    <a:lnTo>
                      <a:pt x="204" y="78"/>
                    </a:lnTo>
                    <a:lnTo>
                      <a:pt x="252" y="70"/>
                    </a:lnTo>
                    <a:lnTo>
                      <a:pt x="303" y="64"/>
                    </a:lnTo>
                    <a:lnTo>
                      <a:pt x="358" y="60"/>
                    </a:lnTo>
                    <a:lnTo>
                      <a:pt x="414" y="58"/>
                    </a:lnTo>
                    <a:lnTo>
                      <a:pt x="474" y="60"/>
                    </a:lnTo>
                    <a:lnTo>
                      <a:pt x="534" y="65"/>
                    </a:lnTo>
                    <a:lnTo>
                      <a:pt x="596" y="74"/>
                    </a:lnTo>
                    <a:lnTo>
                      <a:pt x="659" y="88"/>
                    </a:lnTo>
                    <a:lnTo>
                      <a:pt x="678" y="0"/>
                    </a:lnTo>
                    <a:lnTo>
                      <a:pt x="674" y="0"/>
                    </a:lnTo>
                    <a:lnTo>
                      <a:pt x="659" y="0"/>
                    </a:lnTo>
                    <a:lnTo>
                      <a:pt x="636" y="0"/>
                    </a:lnTo>
                    <a:lnTo>
                      <a:pt x="606" y="1"/>
                    </a:lnTo>
                    <a:lnTo>
                      <a:pt x="570" y="2"/>
                    </a:lnTo>
                    <a:lnTo>
                      <a:pt x="527" y="3"/>
                    </a:lnTo>
                    <a:lnTo>
                      <a:pt x="480" y="7"/>
                    </a:lnTo>
                    <a:lnTo>
                      <a:pt x="430" y="9"/>
                    </a:lnTo>
                    <a:lnTo>
                      <a:pt x="376" y="14"/>
                    </a:lnTo>
                    <a:lnTo>
                      <a:pt x="320" y="18"/>
                    </a:lnTo>
                    <a:lnTo>
                      <a:pt x="264" y="24"/>
                    </a:lnTo>
                    <a:lnTo>
                      <a:pt x="208" y="32"/>
                    </a:lnTo>
                    <a:lnTo>
                      <a:pt x="152" y="40"/>
                    </a:lnTo>
                    <a:lnTo>
                      <a:pt x="98" y="50"/>
                    </a:lnTo>
                    <a:lnTo>
                      <a:pt x="47" y="62"/>
                    </a:lnTo>
                    <a:lnTo>
                      <a:pt x="0" y="76"/>
                    </a:lnTo>
                    <a:lnTo>
                      <a:pt x="0" y="133"/>
                    </a:lnTo>
                    <a:close/>
                  </a:path>
                </a:pathLst>
              </a:custGeom>
              <a:solidFill>
                <a:schemeClr val="bg1">
                  <a:alpha val="100000"/>
                </a:schemeClr>
              </a:solidFill>
              <a:ln w="9525">
                <a:noFill/>
              </a:ln>
            </p:spPr>
            <p:txBody>
              <a:bodyPr/>
              <a:p>
                <a:endParaRPr lang="zh-CN" altLang="en-US"/>
              </a:p>
            </p:txBody>
          </p:sp>
          <p:sp>
            <p:nvSpPr>
              <p:cNvPr id="146421" name="Freeform 247"/>
              <p:cNvSpPr/>
              <p:nvPr/>
            </p:nvSpPr>
            <p:spPr>
              <a:xfrm>
                <a:off x="4843" y="2015"/>
                <a:ext cx="163" cy="54"/>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42" h="379">
                    <a:moveTo>
                      <a:pt x="482" y="367"/>
                    </a:moveTo>
                    <a:lnTo>
                      <a:pt x="485" y="366"/>
                    </a:lnTo>
                    <a:lnTo>
                      <a:pt x="492" y="363"/>
                    </a:lnTo>
                    <a:lnTo>
                      <a:pt x="502" y="359"/>
                    </a:lnTo>
                    <a:lnTo>
                      <a:pt x="516" y="353"/>
                    </a:lnTo>
                    <a:lnTo>
                      <a:pt x="533" y="346"/>
                    </a:lnTo>
                    <a:lnTo>
                      <a:pt x="551" y="338"/>
                    </a:lnTo>
                    <a:lnTo>
                      <a:pt x="572" y="328"/>
                    </a:lnTo>
                    <a:lnTo>
                      <a:pt x="593" y="317"/>
                    </a:lnTo>
                    <a:lnTo>
                      <a:pt x="616" y="306"/>
                    </a:lnTo>
                    <a:lnTo>
                      <a:pt x="638" y="292"/>
                    </a:lnTo>
                    <a:lnTo>
                      <a:pt x="660" y="279"/>
                    </a:lnTo>
                    <a:lnTo>
                      <a:pt x="680" y="264"/>
                    </a:lnTo>
                    <a:lnTo>
                      <a:pt x="700" y="249"/>
                    </a:lnTo>
                    <a:lnTo>
                      <a:pt x="717" y="233"/>
                    </a:lnTo>
                    <a:lnTo>
                      <a:pt x="732" y="217"/>
                    </a:lnTo>
                    <a:lnTo>
                      <a:pt x="743" y="201"/>
                    </a:lnTo>
                    <a:lnTo>
                      <a:pt x="0" y="20"/>
                    </a:lnTo>
                    <a:lnTo>
                      <a:pt x="57" y="0"/>
                    </a:lnTo>
                    <a:lnTo>
                      <a:pt x="1142" y="267"/>
                    </a:lnTo>
                    <a:lnTo>
                      <a:pt x="1098" y="292"/>
                    </a:lnTo>
                    <a:lnTo>
                      <a:pt x="784" y="212"/>
                    </a:lnTo>
                    <a:lnTo>
                      <a:pt x="783" y="213"/>
                    </a:lnTo>
                    <a:lnTo>
                      <a:pt x="781" y="216"/>
                    </a:lnTo>
                    <a:lnTo>
                      <a:pt x="776" y="221"/>
                    </a:lnTo>
                    <a:lnTo>
                      <a:pt x="769" y="228"/>
                    </a:lnTo>
                    <a:lnTo>
                      <a:pt x="761" y="237"/>
                    </a:lnTo>
                    <a:lnTo>
                      <a:pt x="750" y="246"/>
                    </a:lnTo>
                    <a:lnTo>
                      <a:pt x="737" y="258"/>
                    </a:lnTo>
                    <a:lnTo>
                      <a:pt x="721" y="269"/>
                    </a:lnTo>
                    <a:lnTo>
                      <a:pt x="703" y="282"/>
                    </a:lnTo>
                    <a:lnTo>
                      <a:pt x="684" y="295"/>
                    </a:lnTo>
                    <a:lnTo>
                      <a:pt x="660" y="309"/>
                    </a:lnTo>
                    <a:lnTo>
                      <a:pt x="635" y="323"/>
                    </a:lnTo>
                    <a:lnTo>
                      <a:pt x="606" y="338"/>
                    </a:lnTo>
                    <a:lnTo>
                      <a:pt x="574" y="352"/>
                    </a:lnTo>
                    <a:lnTo>
                      <a:pt x="540" y="366"/>
                    </a:lnTo>
                    <a:lnTo>
                      <a:pt x="502" y="379"/>
                    </a:lnTo>
                    <a:lnTo>
                      <a:pt x="482" y="367"/>
                    </a:lnTo>
                    <a:close/>
                  </a:path>
                </a:pathLst>
              </a:custGeom>
              <a:solidFill>
                <a:schemeClr val="bg1">
                  <a:alpha val="100000"/>
                </a:schemeClr>
              </a:solidFill>
              <a:ln w="9525">
                <a:noFill/>
              </a:ln>
            </p:spPr>
            <p:txBody>
              <a:bodyPr/>
              <a:p>
                <a:endParaRPr lang="zh-CN" altLang="en-US"/>
              </a:p>
            </p:txBody>
          </p:sp>
          <p:sp>
            <p:nvSpPr>
              <p:cNvPr id="146422" name="Freeform 248"/>
              <p:cNvSpPr/>
              <p:nvPr/>
            </p:nvSpPr>
            <p:spPr>
              <a:xfrm>
                <a:off x="4809" y="2029"/>
                <a:ext cx="167" cy="48"/>
              </a:xfrm>
              <a:custGeom>
                <a:avLst/>
                <a:gdLst/>
                <a:ahLst/>
                <a:cxnLst>
                  <a:cxn ang="0">
                    <a:pos x="0" y="0"/>
                  </a:cxn>
                  <a:cxn ang="0">
                    <a:pos x="0" y="0"/>
                  </a:cxn>
                  <a:cxn ang="0">
                    <a:pos x="0" y="0"/>
                  </a:cxn>
                  <a:cxn ang="0">
                    <a:pos x="0" y="0"/>
                  </a:cxn>
                  <a:cxn ang="0">
                    <a:pos x="0" y="0"/>
                  </a:cxn>
                </a:cxnLst>
                <a:pathLst>
                  <a:path w="1163" h="340">
                    <a:moveTo>
                      <a:pt x="0" y="0"/>
                    </a:moveTo>
                    <a:lnTo>
                      <a:pt x="1137" y="340"/>
                    </a:lnTo>
                    <a:lnTo>
                      <a:pt x="1163" y="340"/>
                    </a:lnTo>
                    <a:lnTo>
                      <a:pt x="34" y="0"/>
                    </a:lnTo>
                    <a:lnTo>
                      <a:pt x="0" y="0"/>
                    </a:lnTo>
                    <a:close/>
                  </a:path>
                </a:pathLst>
              </a:custGeom>
              <a:solidFill>
                <a:srgbClr val="000000">
                  <a:alpha val="100000"/>
                </a:srgbClr>
              </a:solidFill>
              <a:ln w="9525">
                <a:noFill/>
              </a:ln>
            </p:spPr>
            <p:txBody>
              <a:bodyPr/>
              <a:p>
                <a:endParaRPr lang="zh-CN" altLang="en-US"/>
              </a:p>
            </p:txBody>
          </p:sp>
          <p:sp>
            <p:nvSpPr>
              <p:cNvPr id="146423" name="Freeform 249"/>
              <p:cNvSpPr/>
              <p:nvPr/>
            </p:nvSpPr>
            <p:spPr>
              <a:xfrm>
                <a:off x="4837" y="2022"/>
                <a:ext cx="164" cy="44"/>
              </a:xfrm>
              <a:custGeom>
                <a:avLst/>
                <a:gdLst/>
                <a:ahLst/>
                <a:cxnLst>
                  <a:cxn ang="0">
                    <a:pos x="0" y="0"/>
                  </a:cxn>
                  <a:cxn ang="0">
                    <a:pos x="0" y="0"/>
                  </a:cxn>
                  <a:cxn ang="0">
                    <a:pos x="0" y="0"/>
                  </a:cxn>
                  <a:cxn ang="0">
                    <a:pos x="0" y="0"/>
                  </a:cxn>
                  <a:cxn ang="0">
                    <a:pos x="0" y="0"/>
                  </a:cxn>
                </a:cxnLst>
                <a:pathLst>
                  <a:path w="1149" h="303">
                    <a:moveTo>
                      <a:pt x="0" y="1"/>
                    </a:moveTo>
                    <a:lnTo>
                      <a:pt x="1124" y="303"/>
                    </a:lnTo>
                    <a:lnTo>
                      <a:pt x="1149" y="302"/>
                    </a:lnTo>
                    <a:lnTo>
                      <a:pt x="34" y="0"/>
                    </a:lnTo>
                    <a:lnTo>
                      <a:pt x="0" y="1"/>
                    </a:lnTo>
                    <a:close/>
                  </a:path>
                </a:pathLst>
              </a:custGeom>
              <a:solidFill>
                <a:srgbClr val="000000">
                  <a:alpha val="100000"/>
                </a:srgbClr>
              </a:solidFill>
              <a:ln w="9525">
                <a:noFill/>
              </a:ln>
            </p:spPr>
            <p:txBody>
              <a:bodyPr/>
              <a:p>
                <a:endParaRPr lang="zh-CN" altLang="en-US"/>
              </a:p>
            </p:txBody>
          </p:sp>
          <p:sp>
            <p:nvSpPr>
              <p:cNvPr id="146424" name="Freeform 250"/>
              <p:cNvSpPr/>
              <p:nvPr/>
            </p:nvSpPr>
            <p:spPr>
              <a:xfrm>
                <a:off x="4824" y="2025"/>
                <a:ext cx="165" cy="48"/>
              </a:xfrm>
              <a:custGeom>
                <a:avLst/>
                <a:gdLst/>
                <a:ahLst/>
                <a:cxnLst>
                  <a:cxn ang="0">
                    <a:pos x="0" y="0"/>
                  </a:cxn>
                  <a:cxn ang="0">
                    <a:pos x="0" y="0"/>
                  </a:cxn>
                  <a:cxn ang="0">
                    <a:pos x="0" y="0"/>
                  </a:cxn>
                  <a:cxn ang="0">
                    <a:pos x="0" y="0"/>
                  </a:cxn>
                  <a:cxn ang="0">
                    <a:pos x="0" y="0"/>
                  </a:cxn>
                </a:cxnLst>
                <a:pathLst>
                  <a:path w="1155" h="336">
                    <a:moveTo>
                      <a:pt x="0" y="0"/>
                    </a:moveTo>
                    <a:lnTo>
                      <a:pt x="1134" y="336"/>
                    </a:lnTo>
                    <a:lnTo>
                      <a:pt x="1155" y="328"/>
                    </a:lnTo>
                    <a:lnTo>
                      <a:pt x="34" y="0"/>
                    </a:lnTo>
                    <a:lnTo>
                      <a:pt x="0" y="0"/>
                    </a:lnTo>
                    <a:close/>
                  </a:path>
                </a:pathLst>
              </a:custGeom>
              <a:solidFill>
                <a:srgbClr val="000000">
                  <a:alpha val="100000"/>
                </a:srgbClr>
              </a:solidFill>
              <a:ln w="9525">
                <a:noFill/>
              </a:ln>
            </p:spPr>
            <p:txBody>
              <a:bodyPr/>
              <a:p>
                <a:endParaRPr lang="zh-CN" altLang="en-US"/>
              </a:p>
            </p:txBody>
          </p:sp>
        </p:grpSp>
        <p:grpSp>
          <p:nvGrpSpPr>
            <p:cNvPr id="146329" name="Group 251"/>
            <p:cNvGrpSpPr/>
            <p:nvPr/>
          </p:nvGrpSpPr>
          <p:grpSpPr>
            <a:xfrm>
              <a:off x="1659" y="3525"/>
              <a:ext cx="176" cy="150"/>
              <a:chOff x="4765" y="1531"/>
              <a:chExt cx="312" cy="261"/>
            </a:xfrm>
          </p:grpSpPr>
          <p:sp>
            <p:nvSpPr>
              <p:cNvPr id="146346" name="AutoShape 252"/>
              <p:cNvSpPr>
                <a:spLocks noChangeAspect="1" noTextEdit="1"/>
              </p:cNvSpPr>
              <p:nvPr/>
            </p:nvSpPr>
            <p:spPr>
              <a:xfrm>
                <a:off x="4765" y="1531"/>
                <a:ext cx="312" cy="260"/>
              </a:xfrm>
              <a:prstGeom prst="rect">
                <a:avLst/>
              </a:prstGeom>
              <a:noFill/>
              <a:ln w="9525">
                <a:noFill/>
              </a:ln>
            </p:spPr>
            <p:txBody>
              <a:bodyPr/>
              <a:p>
                <a:endParaRPr lang="zh-CN" altLang="en-US"/>
              </a:p>
            </p:txBody>
          </p:sp>
          <p:sp>
            <p:nvSpPr>
              <p:cNvPr id="146347" name="Freeform 253"/>
              <p:cNvSpPr/>
              <p:nvPr/>
            </p:nvSpPr>
            <p:spPr>
              <a:xfrm>
                <a:off x="4765" y="1534"/>
                <a:ext cx="307" cy="25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150" h="1804">
                    <a:moveTo>
                      <a:pt x="582" y="239"/>
                    </a:moveTo>
                    <a:lnTo>
                      <a:pt x="606" y="129"/>
                    </a:lnTo>
                    <a:lnTo>
                      <a:pt x="607" y="129"/>
                    </a:lnTo>
                    <a:lnTo>
                      <a:pt x="611" y="128"/>
                    </a:lnTo>
                    <a:lnTo>
                      <a:pt x="616" y="125"/>
                    </a:lnTo>
                    <a:lnTo>
                      <a:pt x="623" y="123"/>
                    </a:lnTo>
                    <a:lnTo>
                      <a:pt x="633" y="120"/>
                    </a:lnTo>
                    <a:lnTo>
                      <a:pt x="645" y="115"/>
                    </a:lnTo>
                    <a:lnTo>
                      <a:pt x="659" y="112"/>
                    </a:lnTo>
                    <a:lnTo>
                      <a:pt x="676" y="107"/>
                    </a:lnTo>
                    <a:lnTo>
                      <a:pt x="694" y="101"/>
                    </a:lnTo>
                    <a:lnTo>
                      <a:pt x="715" y="95"/>
                    </a:lnTo>
                    <a:lnTo>
                      <a:pt x="738" y="90"/>
                    </a:lnTo>
                    <a:lnTo>
                      <a:pt x="763" y="84"/>
                    </a:lnTo>
                    <a:lnTo>
                      <a:pt x="790" y="78"/>
                    </a:lnTo>
                    <a:lnTo>
                      <a:pt x="820" y="71"/>
                    </a:lnTo>
                    <a:lnTo>
                      <a:pt x="852" y="64"/>
                    </a:lnTo>
                    <a:lnTo>
                      <a:pt x="886" y="59"/>
                    </a:lnTo>
                    <a:lnTo>
                      <a:pt x="922" y="52"/>
                    </a:lnTo>
                    <a:lnTo>
                      <a:pt x="961" y="46"/>
                    </a:lnTo>
                    <a:lnTo>
                      <a:pt x="1002" y="40"/>
                    </a:lnTo>
                    <a:lnTo>
                      <a:pt x="1044" y="35"/>
                    </a:lnTo>
                    <a:lnTo>
                      <a:pt x="1090" y="29"/>
                    </a:lnTo>
                    <a:lnTo>
                      <a:pt x="1138" y="23"/>
                    </a:lnTo>
                    <a:lnTo>
                      <a:pt x="1187" y="18"/>
                    </a:lnTo>
                    <a:lnTo>
                      <a:pt x="1240" y="14"/>
                    </a:lnTo>
                    <a:lnTo>
                      <a:pt x="1294" y="10"/>
                    </a:lnTo>
                    <a:lnTo>
                      <a:pt x="1350" y="7"/>
                    </a:lnTo>
                    <a:lnTo>
                      <a:pt x="1410" y="4"/>
                    </a:lnTo>
                    <a:lnTo>
                      <a:pt x="1470" y="1"/>
                    </a:lnTo>
                    <a:lnTo>
                      <a:pt x="1535" y="0"/>
                    </a:lnTo>
                    <a:lnTo>
                      <a:pt x="1601" y="0"/>
                    </a:lnTo>
                    <a:lnTo>
                      <a:pt x="1668" y="0"/>
                    </a:lnTo>
                    <a:lnTo>
                      <a:pt x="1739" y="1"/>
                    </a:lnTo>
                    <a:lnTo>
                      <a:pt x="1816" y="44"/>
                    </a:lnTo>
                    <a:lnTo>
                      <a:pt x="1799" y="248"/>
                    </a:lnTo>
                    <a:lnTo>
                      <a:pt x="1804" y="251"/>
                    </a:lnTo>
                    <a:lnTo>
                      <a:pt x="1820" y="259"/>
                    </a:lnTo>
                    <a:lnTo>
                      <a:pt x="1842" y="272"/>
                    </a:lnTo>
                    <a:lnTo>
                      <a:pt x="1868" y="292"/>
                    </a:lnTo>
                    <a:lnTo>
                      <a:pt x="1896" y="318"/>
                    </a:lnTo>
                    <a:lnTo>
                      <a:pt x="1920" y="351"/>
                    </a:lnTo>
                    <a:lnTo>
                      <a:pt x="1939" y="390"/>
                    </a:lnTo>
                    <a:lnTo>
                      <a:pt x="1951" y="436"/>
                    </a:lnTo>
                    <a:lnTo>
                      <a:pt x="2125" y="593"/>
                    </a:lnTo>
                    <a:lnTo>
                      <a:pt x="2078" y="1009"/>
                    </a:lnTo>
                    <a:lnTo>
                      <a:pt x="1799" y="1149"/>
                    </a:lnTo>
                    <a:lnTo>
                      <a:pt x="2129" y="1247"/>
                    </a:lnTo>
                    <a:lnTo>
                      <a:pt x="2131" y="1251"/>
                    </a:lnTo>
                    <a:lnTo>
                      <a:pt x="2137" y="1264"/>
                    </a:lnTo>
                    <a:lnTo>
                      <a:pt x="2143" y="1284"/>
                    </a:lnTo>
                    <a:lnTo>
                      <a:pt x="2149" y="1310"/>
                    </a:lnTo>
                    <a:lnTo>
                      <a:pt x="2150" y="1342"/>
                    </a:lnTo>
                    <a:lnTo>
                      <a:pt x="2147" y="1380"/>
                    </a:lnTo>
                    <a:lnTo>
                      <a:pt x="2136" y="1423"/>
                    </a:lnTo>
                    <a:lnTo>
                      <a:pt x="2117" y="1468"/>
                    </a:lnTo>
                    <a:lnTo>
                      <a:pt x="1244" y="1804"/>
                    </a:lnTo>
                    <a:lnTo>
                      <a:pt x="0" y="1413"/>
                    </a:lnTo>
                    <a:lnTo>
                      <a:pt x="22" y="1367"/>
                    </a:lnTo>
                    <a:lnTo>
                      <a:pt x="212" y="1302"/>
                    </a:lnTo>
                    <a:lnTo>
                      <a:pt x="212" y="248"/>
                    </a:lnTo>
                    <a:lnTo>
                      <a:pt x="213" y="247"/>
                    </a:lnTo>
                    <a:lnTo>
                      <a:pt x="217" y="244"/>
                    </a:lnTo>
                    <a:lnTo>
                      <a:pt x="223" y="240"/>
                    </a:lnTo>
                    <a:lnTo>
                      <a:pt x="232" y="234"/>
                    </a:lnTo>
                    <a:lnTo>
                      <a:pt x="245" y="228"/>
                    </a:lnTo>
                    <a:lnTo>
                      <a:pt x="258" y="221"/>
                    </a:lnTo>
                    <a:lnTo>
                      <a:pt x="276" y="214"/>
                    </a:lnTo>
                    <a:lnTo>
                      <a:pt x="294" y="207"/>
                    </a:lnTo>
                    <a:lnTo>
                      <a:pt x="316" y="201"/>
                    </a:lnTo>
                    <a:lnTo>
                      <a:pt x="340" y="197"/>
                    </a:lnTo>
                    <a:lnTo>
                      <a:pt x="366" y="194"/>
                    </a:lnTo>
                    <a:lnTo>
                      <a:pt x="393" y="192"/>
                    </a:lnTo>
                    <a:lnTo>
                      <a:pt x="424" y="193"/>
                    </a:lnTo>
                    <a:lnTo>
                      <a:pt x="457" y="197"/>
                    </a:lnTo>
                    <a:lnTo>
                      <a:pt x="493" y="203"/>
                    </a:lnTo>
                    <a:lnTo>
                      <a:pt x="529" y="214"/>
                    </a:lnTo>
                    <a:lnTo>
                      <a:pt x="582" y="239"/>
                    </a:lnTo>
                    <a:close/>
                  </a:path>
                </a:pathLst>
              </a:custGeom>
              <a:solidFill>
                <a:srgbClr val="DDDDDD">
                  <a:alpha val="100000"/>
                </a:srgbClr>
              </a:solidFill>
              <a:ln w="9525">
                <a:noFill/>
              </a:ln>
            </p:spPr>
            <p:txBody>
              <a:bodyPr/>
              <a:p>
                <a:endParaRPr lang="zh-CN" altLang="en-US"/>
              </a:p>
            </p:txBody>
          </p:sp>
          <p:sp>
            <p:nvSpPr>
              <p:cNvPr id="146348" name="Freeform 254"/>
              <p:cNvSpPr/>
              <p:nvPr/>
            </p:nvSpPr>
            <p:spPr>
              <a:xfrm>
                <a:off x="4882" y="1584"/>
                <a:ext cx="163" cy="11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39" h="778">
                    <a:moveTo>
                      <a:pt x="7" y="587"/>
                    </a:moveTo>
                    <a:lnTo>
                      <a:pt x="0" y="682"/>
                    </a:lnTo>
                    <a:lnTo>
                      <a:pt x="742" y="778"/>
                    </a:lnTo>
                    <a:lnTo>
                      <a:pt x="748" y="775"/>
                    </a:lnTo>
                    <a:lnTo>
                      <a:pt x="763" y="767"/>
                    </a:lnTo>
                    <a:lnTo>
                      <a:pt x="787" y="755"/>
                    </a:lnTo>
                    <a:lnTo>
                      <a:pt x="816" y="737"/>
                    </a:lnTo>
                    <a:lnTo>
                      <a:pt x="852" y="714"/>
                    </a:lnTo>
                    <a:lnTo>
                      <a:pt x="891" y="686"/>
                    </a:lnTo>
                    <a:lnTo>
                      <a:pt x="932" y="652"/>
                    </a:lnTo>
                    <a:lnTo>
                      <a:pt x="973" y="613"/>
                    </a:lnTo>
                    <a:lnTo>
                      <a:pt x="1013" y="570"/>
                    </a:lnTo>
                    <a:lnTo>
                      <a:pt x="1051" y="521"/>
                    </a:lnTo>
                    <a:lnTo>
                      <a:pt x="1083" y="466"/>
                    </a:lnTo>
                    <a:lnTo>
                      <a:pt x="1109" y="406"/>
                    </a:lnTo>
                    <a:lnTo>
                      <a:pt x="1129" y="342"/>
                    </a:lnTo>
                    <a:lnTo>
                      <a:pt x="1139" y="271"/>
                    </a:lnTo>
                    <a:lnTo>
                      <a:pt x="1138" y="196"/>
                    </a:lnTo>
                    <a:lnTo>
                      <a:pt x="1124" y="115"/>
                    </a:lnTo>
                    <a:lnTo>
                      <a:pt x="1122" y="110"/>
                    </a:lnTo>
                    <a:lnTo>
                      <a:pt x="1115" y="97"/>
                    </a:lnTo>
                    <a:lnTo>
                      <a:pt x="1102" y="80"/>
                    </a:lnTo>
                    <a:lnTo>
                      <a:pt x="1086" y="59"/>
                    </a:lnTo>
                    <a:lnTo>
                      <a:pt x="1066" y="39"/>
                    </a:lnTo>
                    <a:lnTo>
                      <a:pt x="1041" y="20"/>
                    </a:lnTo>
                    <a:lnTo>
                      <a:pt x="1011" y="7"/>
                    </a:lnTo>
                    <a:lnTo>
                      <a:pt x="978" y="0"/>
                    </a:lnTo>
                    <a:lnTo>
                      <a:pt x="982" y="12"/>
                    </a:lnTo>
                    <a:lnTo>
                      <a:pt x="994" y="46"/>
                    </a:lnTo>
                    <a:lnTo>
                      <a:pt x="1007" y="100"/>
                    </a:lnTo>
                    <a:lnTo>
                      <a:pt x="1019" y="169"/>
                    </a:lnTo>
                    <a:lnTo>
                      <a:pt x="1022" y="252"/>
                    </a:lnTo>
                    <a:lnTo>
                      <a:pt x="1013" y="344"/>
                    </a:lnTo>
                    <a:lnTo>
                      <a:pt x="987" y="444"/>
                    </a:lnTo>
                    <a:lnTo>
                      <a:pt x="940" y="549"/>
                    </a:lnTo>
                    <a:lnTo>
                      <a:pt x="939" y="550"/>
                    </a:lnTo>
                    <a:lnTo>
                      <a:pt x="934" y="553"/>
                    </a:lnTo>
                    <a:lnTo>
                      <a:pt x="927" y="559"/>
                    </a:lnTo>
                    <a:lnTo>
                      <a:pt x="917" y="567"/>
                    </a:lnTo>
                    <a:lnTo>
                      <a:pt x="904" y="575"/>
                    </a:lnTo>
                    <a:lnTo>
                      <a:pt x="890" y="585"/>
                    </a:lnTo>
                    <a:lnTo>
                      <a:pt x="871" y="594"/>
                    </a:lnTo>
                    <a:lnTo>
                      <a:pt x="851" y="603"/>
                    </a:lnTo>
                    <a:lnTo>
                      <a:pt x="828" y="611"/>
                    </a:lnTo>
                    <a:lnTo>
                      <a:pt x="802" y="619"/>
                    </a:lnTo>
                    <a:lnTo>
                      <a:pt x="773" y="625"/>
                    </a:lnTo>
                    <a:lnTo>
                      <a:pt x="741" y="629"/>
                    </a:lnTo>
                    <a:lnTo>
                      <a:pt x="708" y="630"/>
                    </a:lnTo>
                    <a:lnTo>
                      <a:pt x="671" y="629"/>
                    </a:lnTo>
                    <a:lnTo>
                      <a:pt x="631" y="626"/>
                    </a:lnTo>
                    <a:lnTo>
                      <a:pt x="590" y="618"/>
                    </a:lnTo>
                    <a:lnTo>
                      <a:pt x="590" y="720"/>
                    </a:lnTo>
                    <a:lnTo>
                      <a:pt x="26" y="663"/>
                    </a:lnTo>
                    <a:lnTo>
                      <a:pt x="7" y="587"/>
                    </a:lnTo>
                    <a:close/>
                  </a:path>
                </a:pathLst>
              </a:custGeom>
              <a:solidFill>
                <a:schemeClr val="bg2">
                  <a:alpha val="100000"/>
                </a:schemeClr>
              </a:solidFill>
              <a:ln w="9525">
                <a:noFill/>
              </a:ln>
            </p:spPr>
            <p:txBody>
              <a:bodyPr/>
              <a:p>
                <a:endParaRPr lang="zh-CN" altLang="en-US"/>
              </a:p>
            </p:txBody>
          </p:sp>
          <p:sp>
            <p:nvSpPr>
              <p:cNvPr id="146349" name="Freeform 255"/>
              <p:cNvSpPr/>
              <p:nvPr/>
            </p:nvSpPr>
            <p:spPr>
              <a:xfrm>
                <a:off x="4862" y="1693"/>
                <a:ext cx="119" cy="38"/>
              </a:xfrm>
              <a:custGeom>
                <a:avLst/>
                <a:gdLst/>
                <a:ahLst/>
                <a:cxnLst>
                  <a:cxn ang="0">
                    <a:pos x="0" y="0"/>
                  </a:cxn>
                  <a:cxn ang="0">
                    <a:pos x="0" y="0"/>
                  </a:cxn>
                  <a:cxn ang="0">
                    <a:pos x="0" y="0"/>
                  </a:cxn>
                  <a:cxn ang="0">
                    <a:pos x="0" y="0"/>
                  </a:cxn>
                  <a:cxn ang="0">
                    <a:pos x="0" y="0"/>
                  </a:cxn>
                </a:cxnLst>
                <a:pathLst>
                  <a:path w="837" h="269">
                    <a:moveTo>
                      <a:pt x="837" y="96"/>
                    </a:moveTo>
                    <a:lnTo>
                      <a:pt x="12" y="0"/>
                    </a:lnTo>
                    <a:lnTo>
                      <a:pt x="0" y="96"/>
                    </a:lnTo>
                    <a:lnTo>
                      <a:pt x="812" y="269"/>
                    </a:lnTo>
                    <a:lnTo>
                      <a:pt x="837" y="96"/>
                    </a:lnTo>
                    <a:close/>
                  </a:path>
                </a:pathLst>
              </a:custGeom>
              <a:solidFill>
                <a:schemeClr val="bg2">
                  <a:alpha val="100000"/>
                </a:schemeClr>
              </a:solidFill>
              <a:ln w="9525">
                <a:noFill/>
              </a:ln>
            </p:spPr>
            <p:txBody>
              <a:bodyPr/>
              <a:p>
                <a:endParaRPr lang="zh-CN" altLang="en-US"/>
              </a:p>
            </p:txBody>
          </p:sp>
          <p:sp>
            <p:nvSpPr>
              <p:cNvPr id="146350" name="Freeform 256"/>
              <p:cNvSpPr/>
              <p:nvPr/>
            </p:nvSpPr>
            <p:spPr>
              <a:xfrm>
                <a:off x="4921" y="1705"/>
                <a:ext cx="51" cy="18"/>
              </a:xfrm>
              <a:custGeom>
                <a:avLst/>
                <a:gdLst/>
                <a:ahLst/>
                <a:cxnLst>
                  <a:cxn ang="0">
                    <a:pos x="0" y="0"/>
                  </a:cxn>
                  <a:cxn ang="0">
                    <a:pos x="0" y="0"/>
                  </a:cxn>
                  <a:cxn ang="0">
                    <a:pos x="0" y="0"/>
                  </a:cxn>
                  <a:cxn ang="0">
                    <a:pos x="0" y="0"/>
                  </a:cxn>
                  <a:cxn ang="0">
                    <a:pos x="0" y="0"/>
                  </a:cxn>
                </a:cxnLst>
                <a:pathLst>
                  <a:path w="358" h="122">
                    <a:moveTo>
                      <a:pt x="358" y="53"/>
                    </a:moveTo>
                    <a:lnTo>
                      <a:pt x="5" y="0"/>
                    </a:lnTo>
                    <a:lnTo>
                      <a:pt x="0" y="51"/>
                    </a:lnTo>
                    <a:lnTo>
                      <a:pt x="348" y="122"/>
                    </a:lnTo>
                    <a:lnTo>
                      <a:pt x="358" y="53"/>
                    </a:lnTo>
                    <a:close/>
                  </a:path>
                </a:pathLst>
              </a:custGeom>
              <a:solidFill>
                <a:schemeClr val="folHlink">
                  <a:alpha val="100000"/>
                </a:schemeClr>
              </a:solidFill>
              <a:ln w="9525">
                <a:noFill/>
              </a:ln>
            </p:spPr>
            <p:txBody>
              <a:bodyPr/>
              <a:p>
                <a:endParaRPr lang="zh-CN" altLang="en-US"/>
              </a:p>
            </p:txBody>
          </p:sp>
          <p:sp>
            <p:nvSpPr>
              <p:cNvPr id="146351" name="Freeform 257"/>
              <p:cNvSpPr/>
              <p:nvPr/>
            </p:nvSpPr>
            <p:spPr>
              <a:xfrm>
                <a:off x="4869" y="1696"/>
                <a:ext cx="34" cy="13"/>
              </a:xfrm>
              <a:custGeom>
                <a:avLst/>
                <a:gdLst/>
                <a:ahLst/>
                <a:cxnLst>
                  <a:cxn ang="0">
                    <a:pos x="0" y="0"/>
                  </a:cxn>
                  <a:cxn ang="0">
                    <a:pos x="0" y="0"/>
                  </a:cxn>
                  <a:cxn ang="0">
                    <a:pos x="0" y="0"/>
                  </a:cxn>
                  <a:cxn ang="0">
                    <a:pos x="0" y="0"/>
                  </a:cxn>
                  <a:cxn ang="0">
                    <a:pos x="0" y="0"/>
                  </a:cxn>
                </a:cxnLst>
                <a:pathLst>
                  <a:path w="239" h="91">
                    <a:moveTo>
                      <a:pt x="239" y="42"/>
                    </a:moveTo>
                    <a:lnTo>
                      <a:pt x="0" y="0"/>
                    </a:lnTo>
                    <a:lnTo>
                      <a:pt x="2" y="44"/>
                    </a:lnTo>
                    <a:lnTo>
                      <a:pt x="231" y="91"/>
                    </a:lnTo>
                    <a:lnTo>
                      <a:pt x="239" y="42"/>
                    </a:lnTo>
                    <a:close/>
                  </a:path>
                </a:pathLst>
              </a:custGeom>
              <a:solidFill>
                <a:schemeClr val="folHlink">
                  <a:alpha val="100000"/>
                </a:schemeClr>
              </a:solidFill>
              <a:ln w="9525">
                <a:noFill/>
              </a:ln>
            </p:spPr>
            <p:txBody>
              <a:bodyPr/>
              <a:p>
                <a:endParaRPr lang="zh-CN" altLang="en-US"/>
              </a:p>
            </p:txBody>
          </p:sp>
          <p:sp>
            <p:nvSpPr>
              <p:cNvPr id="146352" name="Freeform 258"/>
              <p:cNvSpPr/>
              <p:nvPr/>
            </p:nvSpPr>
            <p:spPr>
              <a:xfrm>
                <a:off x="4783" y="1709"/>
                <a:ext cx="202" cy="67"/>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409" h="466">
                    <a:moveTo>
                      <a:pt x="0" y="140"/>
                    </a:moveTo>
                    <a:lnTo>
                      <a:pt x="4" y="140"/>
                    </a:lnTo>
                    <a:lnTo>
                      <a:pt x="12" y="138"/>
                    </a:lnTo>
                    <a:lnTo>
                      <a:pt x="27" y="135"/>
                    </a:lnTo>
                    <a:lnTo>
                      <a:pt x="45" y="132"/>
                    </a:lnTo>
                    <a:lnTo>
                      <a:pt x="67" y="128"/>
                    </a:lnTo>
                    <a:lnTo>
                      <a:pt x="92" y="123"/>
                    </a:lnTo>
                    <a:lnTo>
                      <a:pt x="120" y="116"/>
                    </a:lnTo>
                    <a:lnTo>
                      <a:pt x="150" y="108"/>
                    </a:lnTo>
                    <a:lnTo>
                      <a:pt x="181" y="100"/>
                    </a:lnTo>
                    <a:lnTo>
                      <a:pt x="212" y="89"/>
                    </a:lnTo>
                    <a:lnTo>
                      <a:pt x="243" y="78"/>
                    </a:lnTo>
                    <a:lnTo>
                      <a:pt x="273" y="65"/>
                    </a:lnTo>
                    <a:lnTo>
                      <a:pt x="303" y="50"/>
                    </a:lnTo>
                    <a:lnTo>
                      <a:pt x="330" y="35"/>
                    </a:lnTo>
                    <a:lnTo>
                      <a:pt x="355" y="18"/>
                    </a:lnTo>
                    <a:lnTo>
                      <a:pt x="375" y="0"/>
                    </a:lnTo>
                    <a:lnTo>
                      <a:pt x="1409" y="236"/>
                    </a:lnTo>
                    <a:lnTo>
                      <a:pt x="1407" y="239"/>
                    </a:lnTo>
                    <a:lnTo>
                      <a:pt x="1401" y="245"/>
                    </a:lnTo>
                    <a:lnTo>
                      <a:pt x="1392" y="254"/>
                    </a:lnTo>
                    <a:lnTo>
                      <a:pt x="1379" y="265"/>
                    </a:lnTo>
                    <a:lnTo>
                      <a:pt x="1363" y="279"/>
                    </a:lnTo>
                    <a:lnTo>
                      <a:pt x="1345" y="295"/>
                    </a:lnTo>
                    <a:lnTo>
                      <a:pt x="1325" y="313"/>
                    </a:lnTo>
                    <a:lnTo>
                      <a:pt x="1303" y="332"/>
                    </a:lnTo>
                    <a:lnTo>
                      <a:pt x="1279" y="351"/>
                    </a:lnTo>
                    <a:lnTo>
                      <a:pt x="1253" y="371"/>
                    </a:lnTo>
                    <a:lnTo>
                      <a:pt x="1227" y="390"/>
                    </a:lnTo>
                    <a:lnTo>
                      <a:pt x="1200" y="409"/>
                    </a:lnTo>
                    <a:lnTo>
                      <a:pt x="1172" y="426"/>
                    </a:lnTo>
                    <a:lnTo>
                      <a:pt x="1145" y="441"/>
                    </a:lnTo>
                    <a:lnTo>
                      <a:pt x="1117" y="455"/>
                    </a:lnTo>
                    <a:lnTo>
                      <a:pt x="1091" y="466"/>
                    </a:lnTo>
                    <a:lnTo>
                      <a:pt x="0" y="140"/>
                    </a:lnTo>
                    <a:close/>
                  </a:path>
                </a:pathLst>
              </a:custGeom>
              <a:solidFill>
                <a:schemeClr val="bg2">
                  <a:alpha val="100000"/>
                </a:schemeClr>
              </a:solidFill>
              <a:ln w="9525">
                <a:noFill/>
              </a:ln>
            </p:spPr>
            <p:txBody>
              <a:bodyPr/>
              <a:p>
                <a:endParaRPr lang="zh-CN" altLang="en-US"/>
              </a:p>
            </p:txBody>
          </p:sp>
          <p:sp>
            <p:nvSpPr>
              <p:cNvPr id="146353" name="Freeform 259"/>
              <p:cNvSpPr/>
              <p:nvPr/>
            </p:nvSpPr>
            <p:spPr>
              <a:xfrm>
                <a:off x="4984" y="1702"/>
                <a:ext cx="72" cy="32"/>
              </a:xfrm>
              <a:custGeom>
                <a:avLst/>
                <a:gdLst/>
                <a:ahLst/>
                <a:cxnLst>
                  <a:cxn ang="0">
                    <a:pos x="0" y="0"/>
                  </a:cxn>
                  <a:cxn ang="0">
                    <a:pos x="0" y="0"/>
                  </a:cxn>
                  <a:cxn ang="0">
                    <a:pos x="0" y="0"/>
                  </a:cxn>
                  <a:cxn ang="0">
                    <a:pos x="0" y="0"/>
                  </a:cxn>
                  <a:cxn ang="0">
                    <a:pos x="0" y="0"/>
                  </a:cxn>
                  <a:cxn ang="0">
                    <a:pos x="0" y="0"/>
                  </a:cxn>
                </a:cxnLst>
                <a:pathLst>
                  <a:path w="502" h="223">
                    <a:moveTo>
                      <a:pt x="51" y="223"/>
                    </a:moveTo>
                    <a:lnTo>
                      <a:pt x="502" y="90"/>
                    </a:lnTo>
                    <a:lnTo>
                      <a:pt x="229" y="0"/>
                    </a:lnTo>
                    <a:lnTo>
                      <a:pt x="6" y="26"/>
                    </a:lnTo>
                    <a:lnTo>
                      <a:pt x="0" y="211"/>
                    </a:lnTo>
                    <a:lnTo>
                      <a:pt x="51" y="223"/>
                    </a:lnTo>
                    <a:close/>
                  </a:path>
                </a:pathLst>
              </a:custGeom>
              <a:solidFill>
                <a:schemeClr val="bg2">
                  <a:alpha val="100000"/>
                </a:schemeClr>
              </a:solidFill>
              <a:ln w="9525">
                <a:noFill/>
              </a:ln>
            </p:spPr>
            <p:txBody>
              <a:bodyPr/>
              <a:p>
                <a:endParaRPr lang="zh-CN" altLang="en-US"/>
              </a:p>
            </p:txBody>
          </p:sp>
          <p:sp>
            <p:nvSpPr>
              <p:cNvPr id="146354" name="Freeform 260"/>
              <p:cNvSpPr/>
              <p:nvPr/>
            </p:nvSpPr>
            <p:spPr>
              <a:xfrm>
                <a:off x="4799" y="1565"/>
                <a:ext cx="38" cy="152"/>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67" h="1064">
                    <a:moveTo>
                      <a:pt x="267" y="26"/>
                    </a:moveTo>
                    <a:lnTo>
                      <a:pt x="266" y="24"/>
                    </a:lnTo>
                    <a:lnTo>
                      <a:pt x="262" y="22"/>
                    </a:lnTo>
                    <a:lnTo>
                      <a:pt x="254" y="20"/>
                    </a:lnTo>
                    <a:lnTo>
                      <a:pt x="244" y="16"/>
                    </a:lnTo>
                    <a:lnTo>
                      <a:pt x="232" y="12"/>
                    </a:lnTo>
                    <a:lnTo>
                      <a:pt x="218" y="8"/>
                    </a:lnTo>
                    <a:lnTo>
                      <a:pt x="202" y="5"/>
                    </a:lnTo>
                    <a:lnTo>
                      <a:pt x="184" y="1"/>
                    </a:lnTo>
                    <a:lnTo>
                      <a:pt x="164" y="0"/>
                    </a:lnTo>
                    <a:lnTo>
                      <a:pt x="143" y="0"/>
                    </a:lnTo>
                    <a:lnTo>
                      <a:pt x="121" y="3"/>
                    </a:lnTo>
                    <a:lnTo>
                      <a:pt x="98" y="6"/>
                    </a:lnTo>
                    <a:lnTo>
                      <a:pt x="74" y="13"/>
                    </a:lnTo>
                    <a:lnTo>
                      <a:pt x="50" y="22"/>
                    </a:lnTo>
                    <a:lnTo>
                      <a:pt x="25" y="35"/>
                    </a:lnTo>
                    <a:lnTo>
                      <a:pt x="0" y="51"/>
                    </a:lnTo>
                    <a:lnTo>
                      <a:pt x="0" y="1064"/>
                    </a:lnTo>
                    <a:lnTo>
                      <a:pt x="1" y="1064"/>
                    </a:lnTo>
                    <a:lnTo>
                      <a:pt x="7" y="1064"/>
                    </a:lnTo>
                    <a:lnTo>
                      <a:pt x="15" y="1063"/>
                    </a:lnTo>
                    <a:lnTo>
                      <a:pt x="25" y="1062"/>
                    </a:lnTo>
                    <a:lnTo>
                      <a:pt x="37" y="1060"/>
                    </a:lnTo>
                    <a:lnTo>
                      <a:pt x="52" y="1057"/>
                    </a:lnTo>
                    <a:lnTo>
                      <a:pt x="69" y="1054"/>
                    </a:lnTo>
                    <a:lnTo>
                      <a:pt x="88" y="1049"/>
                    </a:lnTo>
                    <a:lnTo>
                      <a:pt x="108" y="1044"/>
                    </a:lnTo>
                    <a:lnTo>
                      <a:pt x="129" y="1037"/>
                    </a:lnTo>
                    <a:lnTo>
                      <a:pt x="152" y="1029"/>
                    </a:lnTo>
                    <a:lnTo>
                      <a:pt x="175" y="1018"/>
                    </a:lnTo>
                    <a:lnTo>
                      <a:pt x="198" y="1007"/>
                    </a:lnTo>
                    <a:lnTo>
                      <a:pt x="222" y="994"/>
                    </a:lnTo>
                    <a:lnTo>
                      <a:pt x="244" y="979"/>
                    </a:lnTo>
                    <a:lnTo>
                      <a:pt x="267" y="962"/>
                    </a:lnTo>
                    <a:lnTo>
                      <a:pt x="267" y="26"/>
                    </a:lnTo>
                    <a:close/>
                  </a:path>
                </a:pathLst>
              </a:custGeom>
              <a:solidFill>
                <a:schemeClr val="bg2">
                  <a:alpha val="100000"/>
                </a:schemeClr>
              </a:solidFill>
              <a:ln w="9525">
                <a:noFill/>
              </a:ln>
            </p:spPr>
            <p:txBody>
              <a:bodyPr/>
              <a:p>
                <a:endParaRPr lang="zh-CN" altLang="en-US"/>
              </a:p>
            </p:txBody>
          </p:sp>
          <p:sp>
            <p:nvSpPr>
              <p:cNvPr id="146355" name="Freeform 261"/>
              <p:cNvSpPr/>
              <p:nvPr/>
            </p:nvSpPr>
            <p:spPr>
              <a:xfrm>
                <a:off x="4800" y="1567"/>
                <a:ext cx="33" cy="12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28" h="898">
                    <a:moveTo>
                      <a:pt x="228" y="21"/>
                    </a:moveTo>
                    <a:lnTo>
                      <a:pt x="227" y="20"/>
                    </a:lnTo>
                    <a:lnTo>
                      <a:pt x="224" y="19"/>
                    </a:lnTo>
                    <a:lnTo>
                      <a:pt x="217" y="17"/>
                    </a:lnTo>
                    <a:lnTo>
                      <a:pt x="209" y="13"/>
                    </a:lnTo>
                    <a:lnTo>
                      <a:pt x="199" y="10"/>
                    </a:lnTo>
                    <a:lnTo>
                      <a:pt x="186" y="6"/>
                    </a:lnTo>
                    <a:lnTo>
                      <a:pt x="172" y="4"/>
                    </a:lnTo>
                    <a:lnTo>
                      <a:pt x="157" y="2"/>
                    </a:lnTo>
                    <a:lnTo>
                      <a:pt x="140" y="0"/>
                    </a:lnTo>
                    <a:lnTo>
                      <a:pt x="122" y="0"/>
                    </a:lnTo>
                    <a:lnTo>
                      <a:pt x="104" y="2"/>
                    </a:lnTo>
                    <a:lnTo>
                      <a:pt x="83" y="5"/>
                    </a:lnTo>
                    <a:lnTo>
                      <a:pt x="64" y="11"/>
                    </a:lnTo>
                    <a:lnTo>
                      <a:pt x="42" y="19"/>
                    </a:lnTo>
                    <a:lnTo>
                      <a:pt x="21" y="29"/>
                    </a:lnTo>
                    <a:lnTo>
                      <a:pt x="0" y="43"/>
                    </a:lnTo>
                    <a:lnTo>
                      <a:pt x="0" y="898"/>
                    </a:lnTo>
                    <a:lnTo>
                      <a:pt x="1" y="898"/>
                    </a:lnTo>
                    <a:lnTo>
                      <a:pt x="5" y="898"/>
                    </a:lnTo>
                    <a:lnTo>
                      <a:pt x="12" y="897"/>
                    </a:lnTo>
                    <a:lnTo>
                      <a:pt x="21" y="896"/>
                    </a:lnTo>
                    <a:lnTo>
                      <a:pt x="32" y="894"/>
                    </a:lnTo>
                    <a:lnTo>
                      <a:pt x="45" y="892"/>
                    </a:lnTo>
                    <a:lnTo>
                      <a:pt x="59" y="889"/>
                    </a:lnTo>
                    <a:lnTo>
                      <a:pt x="75" y="884"/>
                    </a:lnTo>
                    <a:lnTo>
                      <a:pt x="92" y="879"/>
                    </a:lnTo>
                    <a:lnTo>
                      <a:pt x="111" y="874"/>
                    </a:lnTo>
                    <a:lnTo>
                      <a:pt x="130" y="867"/>
                    </a:lnTo>
                    <a:lnTo>
                      <a:pt x="149" y="858"/>
                    </a:lnTo>
                    <a:lnTo>
                      <a:pt x="169" y="848"/>
                    </a:lnTo>
                    <a:lnTo>
                      <a:pt x="190" y="837"/>
                    </a:lnTo>
                    <a:lnTo>
                      <a:pt x="209" y="824"/>
                    </a:lnTo>
                    <a:lnTo>
                      <a:pt x="228" y="809"/>
                    </a:lnTo>
                    <a:lnTo>
                      <a:pt x="228" y="21"/>
                    </a:lnTo>
                    <a:close/>
                  </a:path>
                </a:pathLst>
              </a:custGeom>
              <a:solidFill>
                <a:schemeClr val="bg2">
                  <a:alpha val="100000"/>
                </a:schemeClr>
              </a:solidFill>
              <a:ln w="9525">
                <a:noFill/>
              </a:ln>
            </p:spPr>
            <p:txBody>
              <a:bodyPr/>
              <a:p>
                <a:endParaRPr lang="zh-CN" altLang="en-US"/>
              </a:p>
            </p:txBody>
          </p:sp>
          <p:sp>
            <p:nvSpPr>
              <p:cNvPr id="146356" name="Freeform 262"/>
              <p:cNvSpPr/>
              <p:nvPr/>
            </p:nvSpPr>
            <p:spPr>
              <a:xfrm>
                <a:off x="4801" y="1568"/>
                <a:ext cx="27" cy="104"/>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92" h="729">
                    <a:moveTo>
                      <a:pt x="192" y="17"/>
                    </a:moveTo>
                    <a:lnTo>
                      <a:pt x="191" y="17"/>
                    </a:lnTo>
                    <a:lnTo>
                      <a:pt x="187" y="15"/>
                    </a:lnTo>
                    <a:lnTo>
                      <a:pt x="183" y="12"/>
                    </a:lnTo>
                    <a:lnTo>
                      <a:pt x="176" y="10"/>
                    </a:lnTo>
                    <a:lnTo>
                      <a:pt x="167" y="8"/>
                    </a:lnTo>
                    <a:lnTo>
                      <a:pt x="156" y="4"/>
                    </a:lnTo>
                    <a:lnTo>
                      <a:pt x="145" y="2"/>
                    </a:lnTo>
                    <a:lnTo>
                      <a:pt x="132" y="0"/>
                    </a:lnTo>
                    <a:lnTo>
                      <a:pt x="117" y="0"/>
                    </a:lnTo>
                    <a:lnTo>
                      <a:pt x="102" y="0"/>
                    </a:lnTo>
                    <a:lnTo>
                      <a:pt x="86" y="1"/>
                    </a:lnTo>
                    <a:lnTo>
                      <a:pt x="70" y="3"/>
                    </a:lnTo>
                    <a:lnTo>
                      <a:pt x="53" y="8"/>
                    </a:lnTo>
                    <a:lnTo>
                      <a:pt x="35" y="15"/>
                    </a:lnTo>
                    <a:lnTo>
                      <a:pt x="18" y="24"/>
                    </a:lnTo>
                    <a:lnTo>
                      <a:pt x="0" y="35"/>
                    </a:lnTo>
                    <a:lnTo>
                      <a:pt x="0" y="729"/>
                    </a:lnTo>
                    <a:lnTo>
                      <a:pt x="1" y="729"/>
                    </a:lnTo>
                    <a:lnTo>
                      <a:pt x="4" y="729"/>
                    </a:lnTo>
                    <a:lnTo>
                      <a:pt x="10" y="728"/>
                    </a:lnTo>
                    <a:lnTo>
                      <a:pt x="18" y="727"/>
                    </a:lnTo>
                    <a:lnTo>
                      <a:pt x="27" y="726"/>
                    </a:lnTo>
                    <a:lnTo>
                      <a:pt x="37" y="725"/>
                    </a:lnTo>
                    <a:lnTo>
                      <a:pt x="50" y="721"/>
                    </a:lnTo>
                    <a:lnTo>
                      <a:pt x="64" y="719"/>
                    </a:lnTo>
                    <a:lnTo>
                      <a:pt x="77" y="714"/>
                    </a:lnTo>
                    <a:lnTo>
                      <a:pt x="92" y="710"/>
                    </a:lnTo>
                    <a:lnTo>
                      <a:pt x="108" y="704"/>
                    </a:lnTo>
                    <a:lnTo>
                      <a:pt x="125" y="697"/>
                    </a:lnTo>
                    <a:lnTo>
                      <a:pt x="141" y="689"/>
                    </a:lnTo>
                    <a:lnTo>
                      <a:pt x="159" y="680"/>
                    </a:lnTo>
                    <a:lnTo>
                      <a:pt x="176" y="668"/>
                    </a:lnTo>
                    <a:lnTo>
                      <a:pt x="192" y="657"/>
                    </a:lnTo>
                    <a:lnTo>
                      <a:pt x="192" y="17"/>
                    </a:lnTo>
                    <a:close/>
                  </a:path>
                </a:pathLst>
              </a:custGeom>
              <a:solidFill>
                <a:srgbClr val="DDDDDD">
                  <a:alpha val="100000"/>
                </a:srgbClr>
              </a:solidFill>
              <a:ln w="9525">
                <a:noFill/>
              </a:ln>
            </p:spPr>
            <p:txBody>
              <a:bodyPr/>
              <a:p>
                <a:endParaRPr lang="zh-CN" altLang="en-US"/>
              </a:p>
            </p:txBody>
          </p:sp>
          <p:sp>
            <p:nvSpPr>
              <p:cNvPr id="146357" name="Freeform 263"/>
              <p:cNvSpPr/>
              <p:nvPr/>
            </p:nvSpPr>
            <p:spPr>
              <a:xfrm>
                <a:off x="4802" y="1569"/>
                <a:ext cx="22" cy="8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56" h="564">
                    <a:moveTo>
                      <a:pt x="156" y="15"/>
                    </a:moveTo>
                    <a:lnTo>
                      <a:pt x="153" y="14"/>
                    </a:lnTo>
                    <a:lnTo>
                      <a:pt x="142" y="9"/>
                    </a:lnTo>
                    <a:lnTo>
                      <a:pt x="127" y="4"/>
                    </a:lnTo>
                    <a:lnTo>
                      <a:pt x="108" y="1"/>
                    </a:lnTo>
                    <a:lnTo>
                      <a:pt x="84" y="0"/>
                    </a:lnTo>
                    <a:lnTo>
                      <a:pt x="58" y="3"/>
                    </a:lnTo>
                    <a:lnTo>
                      <a:pt x="29" y="12"/>
                    </a:lnTo>
                    <a:lnTo>
                      <a:pt x="0" y="28"/>
                    </a:lnTo>
                    <a:lnTo>
                      <a:pt x="0" y="564"/>
                    </a:lnTo>
                    <a:lnTo>
                      <a:pt x="4" y="564"/>
                    </a:lnTo>
                    <a:lnTo>
                      <a:pt x="15" y="563"/>
                    </a:lnTo>
                    <a:lnTo>
                      <a:pt x="31" y="560"/>
                    </a:lnTo>
                    <a:lnTo>
                      <a:pt x="52" y="555"/>
                    </a:lnTo>
                    <a:lnTo>
                      <a:pt x="76" y="548"/>
                    </a:lnTo>
                    <a:lnTo>
                      <a:pt x="102" y="537"/>
                    </a:lnTo>
                    <a:lnTo>
                      <a:pt x="128" y="524"/>
                    </a:lnTo>
                    <a:lnTo>
                      <a:pt x="156" y="505"/>
                    </a:lnTo>
                    <a:lnTo>
                      <a:pt x="156" y="15"/>
                    </a:lnTo>
                    <a:close/>
                  </a:path>
                </a:pathLst>
              </a:custGeom>
              <a:solidFill>
                <a:schemeClr val="bg2">
                  <a:alpha val="100000"/>
                </a:schemeClr>
              </a:solidFill>
              <a:ln w="9525">
                <a:noFill/>
              </a:ln>
            </p:spPr>
            <p:txBody>
              <a:bodyPr/>
              <a:p>
                <a:endParaRPr lang="zh-CN" altLang="en-US"/>
              </a:p>
            </p:txBody>
          </p:sp>
          <p:sp>
            <p:nvSpPr>
              <p:cNvPr id="146358" name="Freeform 264"/>
              <p:cNvSpPr/>
              <p:nvPr/>
            </p:nvSpPr>
            <p:spPr>
              <a:xfrm>
                <a:off x="4803" y="1571"/>
                <a:ext cx="17" cy="5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7" h="396">
                    <a:moveTo>
                      <a:pt x="117" y="10"/>
                    </a:moveTo>
                    <a:lnTo>
                      <a:pt x="115" y="9"/>
                    </a:lnTo>
                    <a:lnTo>
                      <a:pt x="107" y="6"/>
                    </a:lnTo>
                    <a:lnTo>
                      <a:pt x="95" y="2"/>
                    </a:lnTo>
                    <a:lnTo>
                      <a:pt x="80" y="0"/>
                    </a:lnTo>
                    <a:lnTo>
                      <a:pt x="63" y="0"/>
                    </a:lnTo>
                    <a:lnTo>
                      <a:pt x="43" y="2"/>
                    </a:lnTo>
                    <a:lnTo>
                      <a:pt x="22" y="9"/>
                    </a:lnTo>
                    <a:lnTo>
                      <a:pt x="0" y="22"/>
                    </a:lnTo>
                    <a:lnTo>
                      <a:pt x="0" y="396"/>
                    </a:lnTo>
                    <a:lnTo>
                      <a:pt x="3" y="396"/>
                    </a:lnTo>
                    <a:lnTo>
                      <a:pt x="11" y="395"/>
                    </a:lnTo>
                    <a:lnTo>
                      <a:pt x="23" y="393"/>
                    </a:lnTo>
                    <a:lnTo>
                      <a:pt x="39" y="389"/>
                    </a:lnTo>
                    <a:lnTo>
                      <a:pt x="58" y="385"/>
                    </a:lnTo>
                    <a:lnTo>
                      <a:pt x="77" y="377"/>
                    </a:lnTo>
                    <a:lnTo>
                      <a:pt x="96" y="365"/>
                    </a:lnTo>
                    <a:lnTo>
                      <a:pt x="117" y="351"/>
                    </a:lnTo>
                    <a:lnTo>
                      <a:pt x="117" y="10"/>
                    </a:lnTo>
                    <a:close/>
                  </a:path>
                </a:pathLst>
              </a:custGeom>
              <a:solidFill>
                <a:schemeClr val="bg2">
                  <a:alpha val="100000"/>
                </a:schemeClr>
              </a:solidFill>
              <a:ln w="9525">
                <a:noFill/>
              </a:ln>
            </p:spPr>
            <p:txBody>
              <a:bodyPr/>
              <a:p>
                <a:endParaRPr lang="zh-CN" altLang="en-US"/>
              </a:p>
            </p:txBody>
          </p:sp>
          <p:sp>
            <p:nvSpPr>
              <p:cNvPr id="146359" name="Freeform 265"/>
              <p:cNvSpPr/>
              <p:nvPr/>
            </p:nvSpPr>
            <p:spPr>
              <a:xfrm>
                <a:off x="4804" y="1572"/>
                <a:ext cx="11" cy="33"/>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80" h="230">
                    <a:moveTo>
                      <a:pt x="80" y="7"/>
                    </a:moveTo>
                    <a:lnTo>
                      <a:pt x="78" y="6"/>
                    </a:lnTo>
                    <a:lnTo>
                      <a:pt x="73" y="5"/>
                    </a:lnTo>
                    <a:lnTo>
                      <a:pt x="65" y="2"/>
                    </a:lnTo>
                    <a:lnTo>
                      <a:pt x="55" y="0"/>
                    </a:lnTo>
                    <a:lnTo>
                      <a:pt x="44" y="0"/>
                    </a:lnTo>
                    <a:lnTo>
                      <a:pt x="30" y="1"/>
                    </a:lnTo>
                    <a:lnTo>
                      <a:pt x="15" y="7"/>
                    </a:lnTo>
                    <a:lnTo>
                      <a:pt x="0" y="15"/>
                    </a:lnTo>
                    <a:lnTo>
                      <a:pt x="0" y="230"/>
                    </a:lnTo>
                    <a:lnTo>
                      <a:pt x="3" y="230"/>
                    </a:lnTo>
                    <a:lnTo>
                      <a:pt x="7" y="229"/>
                    </a:lnTo>
                    <a:lnTo>
                      <a:pt x="16" y="228"/>
                    </a:lnTo>
                    <a:lnTo>
                      <a:pt x="27" y="225"/>
                    </a:lnTo>
                    <a:lnTo>
                      <a:pt x="39" y="222"/>
                    </a:lnTo>
                    <a:lnTo>
                      <a:pt x="53" y="216"/>
                    </a:lnTo>
                    <a:lnTo>
                      <a:pt x="67" y="208"/>
                    </a:lnTo>
                    <a:lnTo>
                      <a:pt x="80" y="199"/>
                    </a:lnTo>
                    <a:lnTo>
                      <a:pt x="80" y="7"/>
                    </a:lnTo>
                    <a:close/>
                  </a:path>
                </a:pathLst>
              </a:custGeom>
              <a:solidFill>
                <a:schemeClr val="bg2">
                  <a:alpha val="100000"/>
                </a:schemeClr>
              </a:solidFill>
              <a:ln w="9525">
                <a:noFill/>
              </a:ln>
            </p:spPr>
            <p:txBody>
              <a:bodyPr/>
              <a:p>
                <a:endParaRPr lang="zh-CN" altLang="en-US"/>
              </a:p>
            </p:txBody>
          </p:sp>
          <p:sp>
            <p:nvSpPr>
              <p:cNvPr id="146360" name="Freeform 266"/>
              <p:cNvSpPr/>
              <p:nvPr/>
            </p:nvSpPr>
            <p:spPr>
              <a:xfrm>
                <a:off x="4942" y="1666"/>
                <a:ext cx="16" cy="17"/>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7" h="117">
                    <a:moveTo>
                      <a:pt x="58" y="117"/>
                    </a:moveTo>
                    <a:lnTo>
                      <a:pt x="70" y="116"/>
                    </a:lnTo>
                    <a:lnTo>
                      <a:pt x="81" y="112"/>
                    </a:lnTo>
                    <a:lnTo>
                      <a:pt x="90" y="106"/>
                    </a:lnTo>
                    <a:lnTo>
                      <a:pt x="100" y="100"/>
                    </a:lnTo>
                    <a:lnTo>
                      <a:pt x="106" y="90"/>
                    </a:lnTo>
                    <a:lnTo>
                      <a:pt x="112" y="81"/>
                    </a:lnTo>
                    <a:lnTo>
                      <a:pt x="116" y="70"/>
                    </a:lnTo>
                    <a:lnTo>
                      <a:pt x="117" y="58"/>
                    </a:lnTo>
                    <a:lnTo>
                      <a:pt x="116" y="46"/>
                    </a:lnTo>
                    <a:lnTo>
                      <a:pt x="112" y="35"/>
                    </a:lnTo>
                    <a:lnTo>
                      <a:pt x="106" y="25"/>
                    </a:lnTo>
                    <a:lnTo>
                      <a:pt x="100" y="17"/>
                    </a:lnTo>
                    <a:lnTo>
                      <a:pt x="90" y="9"/>
                    </a:lnTo>
                    <a:lnTo>
                      <a:pt x="81" y="4"/>
                    </a:lnTo>
                    <a:lnTo>
                      <a:pt x="70" y="1"/>
                    </a:lnTo>
                    <a:lnTo>
                      <a:pt x="58" y="0"/>
                    </a:lnTo>
                    <a:lnTo>
                      <a:pt x="47" y="1"/>
                    </a:lnTo>
                    <a:lnTo>
                      <a:pt x="36" y="4"/>
                    </a:lnTo>
                    <a:lnTo>
                      <a:pt x="26" y="9"/>
                    </a:lnTo>
                    <a:lnTo>
                      <a:pt x="17" y="17"/>
                    </a:lnTo>
                    <a:lnTo>
                      <a:pt x="10" y="25"/>
                    </a:lnTo>
                    <a:lnTo>
                      <a:pt x="5" y="35"/>
                    </a:lnTo>
                    <a:lnTo>
                      <a:pt x="1" y="46"/>
                    </a:lnTo>
                    <a:lnTo>
                      <a:pt x="0" y="58"/>
                    </a:lnTo>
                    <a:lnTo>
                      <a:pt x="1" y="70"/>
                    </a:lnTo>
                    <a:lnTo>
                      <a:pt x="5" y="81"/>
                    </a:lnTo>
                    <a:lnTo>
                      <a:pt x="10" y="90"/>
                    </a:lnTo>
                    <a:lnTo>
                      <a:pt x="17" y="100"/>
                    </a:lnTo>
                    <a:lnTo>
                      <a:pt x="26" y="106"/>
                    </a:lnTo>
                    <a:lnTo>
                      <a:pt x="36" y="112"/>
                    </a:lnTo>
                    <a:lnTo>
                      <a:pt x="47" y="116"/>
                    </a:lnTo>
                    <a:lnTo>
                      <a:pt x="58" y="117"/>
                    </a:lnTo>
                    <a:close/>
                  </a:path>
                </a:pathLst>
              </a:custGeom>
              <a:solidFill>
                <a:schemeClr val="bg2">
                  <a:alpha val="100000"/>
                </a:schemeClr>
              </a:solidFill>
              <a:ln w="9525">
                <a:noFill/>
              </a:ln>
            </p:spPr>
            <p:txBody>
              <a:bodyPr/>
              <a:p>
                <a:endParaRPr lang="zh-CN" altLang="en-US"/>
              </a:p>
            </p:txBody>
          </p:sp>
          <p:sp>
            <p:nvSpPr>
              <p:cNvPr id="146361" name="Freeform 267"/>
              <p:cNvSpPr/>
              <p:nvPr/>
            </p:nvSpPr>
            <p:spPr>
              <a:xfrm>
                <a:off x="4890" y="1666"/>
                <a:ext cx="9" cy="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8" h="59">
                    <a:moveTo>
                      <a:pt x="29" y="59"/>
                    </a:moveTo>
                    <a:lnTo>
                      <a:pt x="40" y="56"/>
                    </a:lnTo>
                    <a:lnTo>
                      <a:pt x="50" y="49"/>
                    </a:lnTo>
                    <a:lnTo>
                      <a:pt x="56" y="40"/>
                    </a:lnTo>
                    <a:lnTo>
                      <a:pt x="58" y="29"/>
                    </a:lnTo>
                    <a:lnTo>
                      <a:pt x="56" y="17"/>
                    </a:lnTo>
                    <a:lnTo>
                      <a:pt x="50" y="8"/>
                    </a:lnTo>
                    <a:lnTo>
                      <a:pt x="40" y="2"/>
                    </a:lnTo>
                    <a:lnTo>
                      <a:pt x="29" y="0"/>
                    </a:lnTo>
                    <a:lnTo>
                      <a:pt x="17" y="2"/>
                    </a:lnTo>
                    <a:lnTo>
                      <a:pt x="8" y="8"/>
                    </a:lnTo>
                    <a:lnTo>
                      <a:pt x="2" y="17"/>
                    </a:lnTo>
                    <a:lnTo>
                      <a:pt x="0" y="29"/>
                    </a:lnTo>
                    <a:lnTo>
                      <a:pt x="2" y="40"/>
                    </a:lnTo>
                    <a:lnTo>
                      <a:pt x="8" y="49"/>
                    </a:lnTo>
                    <a:lnTo>
                      <a:pt x="17" y="56"/>
                    </a:lnTo>
                    <a:lnTo>
                      <a:pt x="29" y="59"/>
                    </a:lnTo>
                    <a:close/>
                  </a:path>
                </a:pathLst>
              </a:custGeom>
              <a:solidFill>
                <a:srgbClr val="FFFFFF">
                  <a:alpha val="100000"/>
                </a:srgbClr>
              </a:solidFill>
              <a:ln w="9525">
                <a:noFill/>
              </a:ln>
            </p:spPr>
            <p:txBody>
              <a:bodyPr/>
              <a:p>
                <a:endParaRPr lang="zh-CN" altLang="en-US"/>
              </a:p>
            </p:txBody>
          </p:sp>
          <p:sp>
            <p:nvSpPr>
              <p:cNvPr id="146362" name="Freeform 268"/>
              <p:cNvSpPr/>
              <p:nvPr/>
            </p:nvSpPr>
            <p:spPr>
              <a:xfrm>
                <a:off x="4905" y="1667"/>
                <a:ext cx="8" cy="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8" h="59">
                    <a:moveTo>
                      <a:pt x="29" y="59"/>
                    </a:moveTo>
                    <a:lnTo>
                      <a:pt x="41" y="57"/>
                    </a:lnTo>
                    <a:lnTo>
                      <a:pt x="50" y="51"/>
                    </a:lnTo>
                    <a:lnTo>
                      <a:pt x="56" y="42"/>
                    </a:lnTo>
                    <a:lnTo>
                      <a:pt x="58" y="30"/>
                    </a:lnTo>
                    <a:lnTo>
                      <a:pt x="56" y="19"/>
                    </a:lnTo>
                    <a:lnTo>
                      <a:pt x="50" y="9"/>
                    </a:lnTo>
                    <a:lnTo>
                      <a:pt x="41" y="3"/>
                    </a:lnTo>
                    <a:lnTo>
                      <a:pt x="29" y="0"/>
                    </a:lnTo>
                    <a:lnTo>
                      <a:pt x="18" y="3"/>
                    </a:lnTo>
                    <a:lnTo>
                      <a:pt x="9" y="9"/>
                    </a:lnTo>
                    <a:lnTo>
                      <a:pt x="2" y="19"/>
                    </a:lnTo>
                    <a:lnTo>
                      <a:pt x="0" y="30"/>
                    </a:lnTo>
                    <a:lnTo>
                      <a:pt x="2" y="42"/>
                    </a:lnTo>
                    <a:lnTo>
                      <a:pt x="9" y="51"/>
                    </a:lnTo>
                    <a:lnTo>
                      <a:pt x="18" y="57"/>
                    </a:lnTo>
                    <a:lnTo>
                      <a:pt x="29" y="59"/>
                    </a:lnTo>
                    <a:close/>
                  </a:path>
                </a:pathLst>
              </a:custGeom>
              <a:solidFill>
                <a:srgbClr val="FFFFFF">
                  <a:alpha val="100000"/>
                </a:srgbClr>
              </a:solidFill>
              <a:ln w="9525">
                <a:noFill/>
              </a:ln>
            </p:spPr>
            <p:txBody>
              <a:bodyPr/>
              <a:p>
                <a:endParaRPr lang="zh-CN" altLang="en-US"/>
              </a:p>
            </p:txBody>
          </p:sp>
          <p:sp>
            <p:nvSpPr>
              <p:cNvPr id="146363" name="Freeform 269"/>
              <p:cNvSpPr/>
              <p:nvPr/>
            </p:nvSpPr>
            <p:spPr>
              <a:xfrm>
                <a:off x="4849" y="1552"/>
                <a:ext cx="23" cy="114"/>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66" h="800">
                    <a:moveTo>
                      <a:pt x="52" y="16"/>
                    </a:moveTo>
                    <a:lnTo>
                      <a:pt x="47" y="32"/>
                    </a:lnTo>
                    <a:lnTo>
                      <a:pt x="36" y="77"/>
                    </a:lnTo>
                    <a:lnTo>
                      <a:pt x="21" y="148"/>
                    </a:lnTo>
                    <a:lnTo>
                      <a:pt x="8" y="244"/>
                    </a:lnTo>
                    <a:lnTo>
                      <a:pt x="0" y="359"/>
                    </a:lnTo>
                    <a:lnTo>
                      <a:pt x="2" y="492"/>
                    </a:lnTo>
                    <a:lnTo>
                      <a:pt x="15" y="640"/>
                    </a:lnTo>
                    <a:lnTo>
                      <a:pt x="46" y="800"/>
                    </a:lnTo>
                    <a:lnTo>
                      <a:pt x="161" y="794"/>
                    </a:lnTo>
                    <a:lnTo>
                      <a:pt x="156" y="770"/>
                    </a:lnTo>
                    <a:lnTo>
                      <a:pt x="145" y="706"/>
                    </a:lnTo>
                    <a:lnTo>
                      <a:pt x="131" y="610"/>
                    </a:lnTo>
                    <a:lnTo>
                      <a:pt x="118" y="493"/>
                    </a:lnTo>
                    <a:lnTo>
                      <a:pt x="111" y="364"/>
                    </a:lnTo>
                    <a:lnTo>
                      <a:pt x="115" y="235"/>
                    </a:lnTo>
                    <a:lnTo>
                      <a:pt x="132" y="113"/>
                    </a:lnTo>
                    <a:lnTo>
                      <a:pt x="166" y="9"/>
                    </a:lnTo>
                    <a:lnTo>
                      <a:pt x="166" y="8"/>
                    </a:lnTo>
                    <a:lnTo>
                      <a:pt x="166" y="6"/>
                    </a:lnTo>
                    <a:lnTo>
                      <a:pt x="164" y="4"/>
                    </a:lnTo>
                    <a:lnTo>
                      <a:pt x="157" y="0"/>
                    </a:lnTo>
                    <a:lnTo>
                      <a:pt x="143" y="0"/>
                    </a:lnTo>
                    <a:lnTo>
                      <a:pt x="123" y="1"/>
                    </a:lnTo>
                    <a:lnTo>
                      <a:pt x="93" y="7"/>
                    </a:lnTo>
                    <a:lnTo>
                      <a:pt x="52" y="16"/>
                    </a:lnTo>
                    <a:close/>
                  </a:path>
                </a:pathLst>
              </a:custGeom>
              <a:solidFill>
                <a:schemeClr val="bg2">
                  <a:alpha val="100000"/>
                </a:schemeClr>
              </a:solidFill>
              <a:ln w="9525">
                <a:noFill/>
              </a:ln>
            </p:spPr>
            <p:txBody>
              <a:bodyPr/>
              <a:p>
                <a:endParaRPr lang="zh-CN" altLang="en-US"/>
              </a:p>
            </p:txBody>
          </p:sp>
          <p:sp>
            <p:nvSpPr>
              <p:cNvPr id="146364" name="Freeform 270"/>
              <p:cNvSpPr/>
              <p:nvPr/>
            </p:nvSpPr>
            <p:spPr>
              <a:xfrm>
                <a:off x="4971" y="1538"/>
                <a:ext cx="32" cy="12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25" h="893">
                    <a:moveTo>
                      <a:pt x="225" y="6"/>
                    </a:moveTo>
                    <a:lnTo>
                      <a:pt x="219" y="12"/>
                    </a:lnTo>
                    <a:lnTo>
                      <a:pt x="204" y="35"/>
                    </a:lnTo>
                    <a:lnTo>
                      <a:pt x="185" y="82"/>
                    </a:lnTo>
                    <a:lnTo>
                      <a:pt x="165" y="158"/>
                    </a:lnTo>
                    <a:lnTo>
                      <a:pt x="149" y="270"/>
                    </a:lnTo>
                    <a:lnTo>
                      <a:pt x="141" y="427"/>
                    </a:lnTo>
                    <a:lnTo>
                      <a:pt x="146" y="631"/>
                    </a:lnTo>
                    <a:lnTo>
                      <a:pt x="168" y="893"/>
                    </a:lnTo>
                    <a:lnTo>
                      <a:pt x="41" y="893"/>
                    </a:lnTo>
                    <a:lnTo>
                      <a:pt x="36" y="867"/>
                    </a:lnTo>
                    <a:lnTo>
                      <a:pt x="26" y="794"/>
                    </a:lnTo>
                    <a:lnTo>
                      <a:pt x="13" y="686"/>
                    </a:lnTo>
                    <a:lnTo>
                      <a:pt x="3" y="554"/>
                    </a:lnTo>
                    <a:lnTo>
                      <a:pt x="0" y="408"/>
                    </a:lnTo>
                    <a:lnTo>
                      <a:pt x="6" y="260"/>
                    </a:lnTo>
                    <a:lnTo>
                      <a:pt x="30" y="121"/>
                    </a:lnTo>
                    <a:lnTo>
                      <a:pt x="73" y="0"/>
                    </a:lnTo>
                    <a:lnTo>
                      <a:pt x="225" y="6"/>
                    </a:lnTo>
                    <a:close/>
                  </a:path>
                </a:pathLst>
              </a:custGeom>
              <a:solidFill>
                <a:schemeClr val="bg2">
                  <a:alpha val="100000"/>
                </a:schemeClr>
              </a:solidFill>
              <a:ln w="9525">
                <a:noFill/>
              </a:ln>
            </p:spPr>
            <p:txBody>
              <a:bodyPr/>
              <a:p>
                <a:endParaRPr lang="zh-CN" altLang="en-US"/>
              </a:p>
            </p:txBody>
          </p:sp>
          <p:sp>
            <p:nvSpPr>
              <p:cNvPr id="146365" name="Freeform 271"/>
              <p:cNvSpPr/>
              <p:nvPr/>
            </p:nvSpPr>
            <p:spPr>
              <a:xfrm>
                <a:off x="4849" y="1559"/>
                <a:ext cx="21" cy="10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45" h="699">
                    <a:moveTo>
                      <a:pt x="46" y="14"/>
                    </a:moveTo>
                    <a:lnTo>
                      <a:pt x="41" y="28"/>
                    </a:lnTo>
                    <a:lnTo>
                      <a:pt x="32" y="67"/>
                    </a:lnTo>
                    <a:lnTo>
                      <a:pt x="20" y="130"/>
                    </a:lnTo>
                    <a:lnTo>
                      <a:pt x="7" y="213"/>
                    </a:lnTo>
                    <a:lnTo>
                      <a:pt x="0" y="314"/>
                    </a:lnTo>
                    <a:lnTo>
                      <a:pt x="1" y="430"/>
                    </a:lnTo>
                    <a:lnTo>
                      <a:pt x="13" y="559"/>
                    </a:lnTo>
                    <a:lnTo>
                      <a:pt x="40" y="699"/>
                    </a:lnTo>
                    <a:lnTo>
                      <a:pt x="140" y="693"/>
                    </a:lnTo>
                    <a:lnTo>
                      <a:pt x="135" y="672"/>
                    </a:lnTo>
                    <a:lnTo>
                      <a:pt x="126" y="616"/>
                    </a:lnTo>
                    <a:lnTo>
                      <a:pt x="113" y="532"/>
                    </a:lnTo>
                    <a:lnTo>
                      <a:pt x="103" y="430"/>
                    </a:lnTo>
                    <a:lnTo>
                      <a:pt x="97" y="317"/>
                    </a:lnTo>
                    <a:lnTo>
                      <a:pt x="100" y="205"/>
                    </a:lnTo>
                    <a:lnTo>
                      <a:pt x="115" y="98"/>
                    </a:lnTo>
                    <a:lnTo>
                      <a:pt x="145" y="8"/>
                    </a:lnTo>
                    <a:lnTo>
                      <a:pt x="145" y="7"/>
                    </a:lnTo>
                    <a:lnTo>
                      <a:pt x="145" y="5"/>
                    </a:lnTo>
                    <a:lnTo>
                      <a:pt x="143" y="3"/>
                    </a:lnTo>
                    <a:lnTo>
                      <a:pt x="137" y="0"/>
                    </a:lnTo>
                    <a:lnTo>
                      <a:pt x="126" y="0"/>
                    </a:lnTo>
                    <a:lnTo>
                      <a:pt x="108" y="1"/>
                    </a:lnTo>
                    <a:lnTo>
                      <a:pt x="81" y="6"/>
                    </a:lnTo>
                    <a:lnTo>
                      <a:pt x="46" y="14"/>
                    </a:lnTo>
                    <a:close/>
                  </a:path>
                </a:pathLst>
              </a:custGeom>
              <a:solidFill>
                <a:schemeClr val="bg2">
                  <a:alpha val="100000"/>
                </a:schemeClr>
              </a:solidFill>
              <a:ln w="9525">
                <a:noFill/>
              </a:ln>
            </p:spPr>
            <p:txBody>
              <a:bodyPr/>
              <a:p>
                <a:endParaRPr lang="zh-CN" altLang="en-US"/>
              </a:p>
            </p:txBody>
          </p:sp>
          <p:sp>
            <p:nvSpPr>
              <p:cNvPr id="146366" name="Freeform 272"/>
              <p:cNvSpPr/>
              <p:nvPr/>
            </p:nvSpPr>
            <p:spPr>
              <a:xfrm>
                <a:off x="4850" y="1566"/>
                <a:ext cx="18" cy="85"/>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23" h="597">
                    <a:moveTo>
                      <a:pt x="39" y="12"/>
                    </a:moveTo>
                    <a:lnTo>
                      <a:pt x="35" y="23"/>
                    </a:lnTo>
                    <a:lnTo>
                      <a:pt x="26" y="57"/>
                    </a:lnTo>
                    <a:lnTo>
                      <a:pt x="16" y="111"/>
                    </a:lnTo>
                    <a:lnTo>
                      <a:pt x="6" y="181"/>
                    </a:lnTo>
                    <a:lnTo>
                      <a:pt x="0" y="267"/>
                    </a:lnTo>
                    <a:lnTo>
                      <a:pt x="1" y="367"/>
                    </a:lnTo>
                    <a:lnTo>
                      <a:pt x="11" y="477"/>
                    </a:lnTo>
                    <a:lnTo>
                      <a:pt x="34" y="597"/>
                    </a:lnTo>
                    <a:lnTo>
                      <a:pt x="119" y="591"/>
                    </a:lnTo>
                    <a:lnTo>
                      <a:pt x="115" y="574"/>
                    </a:lnTo>
                    <a:lnTo>
                      <a:pt x="107" y="526"/>
                    </a:lnTo>
                    <a:lnTo>
                      <a:pt x="97" y="454"/>
                    </a:lnTo>
                    <a:lnTo>
                      <a:pt x="88" y="367"/>
                    </a:lnTo>
                    <a:lnTo>
                      <a:pt x="82" y="272"/>
                    </a:lnTo>
                    <a:lnTo>
                      <a:pt x="84" y="175"/>
                    </a:lnTo>
                    <a:lnTo>
                      <a:pt x="97" y="84"/>
                    </a:lnTo>
                    <a:lnTo>
                      <a:pt x="123" y="7"/>
                    </a:lnTo>
                    <a:lnTo>
                      <a:pt x="123" y="6"/>
                    </a:lnTo>
                    <a:lnTo>
                      <a:pt x="123" y="5"/>
                    </a:lnTo>
                    <a:lnTo>
                      <a:pt x="121" y="3"/>
                    </a:lnTo>
                    <a:lnTo>
                      <a:pt x="117" y="0"/>
                    </a:lnTo>
                    <a:lnTo>
                      <a:pt x="106" y="0"/>
                    </a:lnTo>
                    <a:lnTo>
                      <a:pt x="91" y="2"/>
                    </a:lnTo>
                    <a:lnTo>
                      <a:pt x="70" y="5"/>
                    </a:lnTo>
                    <a:lnTo>
                      <a:pt x="39" y="12"/>
                    </a:lnTo>
                    <a:close/>
                  </a:path>
                </a:pathLst>
              </a:custGeom>
              <a:solidFill>
                <a:schemeClr val="bg2">
                  <a:alpha val="100000"/>
                </a:schemeClr>
              </a:solidFill>
              <a:ln w="9525">
                <a:noFill/>
              </a:ln>
            </p:spPr>
            <p:txBody>
              <a:bodyPr/>
              <a:p>
                <a:endParaRPr lang="zh-CN" altLang="en-US"/>
              </a:p>
            </p:txBody>
          </p:sp>
          <p:sp>
            <p:nvSpPr>
              <p:cNvPr id="146367" name="Freeform 273"/>
              <p:cNvSpPr/>
              <p:nvPr/>
            </p:nvSpPr>
            <p:spPr>
              <a:xfrm>
                <a:off x="4851" y="1572"/>
                <a:ext cx="15" cy="7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03" h="492">
                    <a:moveTo>
                      <a:pt x="32" y="9"/>
                    </a:moveTo>
                    <a:lnTo>
                      <a:pt x="28" y="18"/>
                    </a:lnTo>
                    <a:lnTo>
                      <a:pt x="21" y="47"/>
                    </a:lnTo>
                    <a:lnTo>
                      <a:pt x="12" y="90"/>
                    </a:lnTo>
                    <a:lnTo>
                      <a:pt x="4" y="149"/>
                    </a:lnTo>
                    <a:lnTo>
                      <a:pt x="0" y="220"/>
                    </a:lnTo>
                    <a:lnTo>
                      <a:pt x="0" y="303"/>
                    </a:lnTo>
                    <a:lnTo>
                      <a:pt x="9" y="394"/>
                    </a:lnTo>
                    <a:lnTo>
                      <a:pt x="27" y="492"/>
                    </a:lnTo>
                    <a:lnTo>
                      <a:pt x="98" y="489"/>
                    </a:lnTo>
                    <a:lnTo>
                      <a:pt x="95" y="474"/>
                    </a:lnTo>
                    <a:lnTo>
                      <a:pt x="88" y="434"/>
                    </a:lnTo>
                    <a:lnTo>
                      <a:pt x="80" y="375"/>
                    </a:lnTo>
                    <a:lnTo>
                      <a:pt x="72" y="303"/>
                    </a:lnTo>
                    <a:lnTo>
                      <a:pt x="68" y="224"/>
                    </a:lnTo>
                    <a:lnTo>
                      <a:pt x="70" y="144"/>
                    </a:lnTo>
                    <a:lnTo>
                      <a:pt x="81" y="68"/>
                    </a:lnTo>
                    <a:lnTo>
                      <a:pt x="103" y="5"/>
                    </a:lnTo>
                    <a:lnTo>
                      <a:pt x="103" y="4"/>
                    </a:lnTo>
                    <a:lnTo>
                      <a:pt x="103" y="3"/>
                    </a:lnTo>
                    <a:lnTo>
                      <a:pt x="100" y="1"/>
                    </a:lnTo>
                    <a:lnTo>
                      <a:pt x="97" y="0"/>
                    </a:lnTo>
                    <a:lnTo>
                      <a:pt x="89" y="0"/>
                    </a:lnTo>
                    <a:lnTo>
                      <a:pt x="75" y="0"/>
                    </a:lnTo>
                    <a:lnTo>
                      <a:pt x="57" y="3"/>
                    </a:lnTo>
                    <a:lnTo>
                      <a:pt x="32" y="9"/>
                    </a:lnTo>
                    <a:close/>
                  </a:path>
                </a:pathLst>
              </a:custGeom>
              <a:solidFill>
                <a:schemeClr val="bg2">
                  <a:alpha val="100000"/>
                </a:schemeClr>
              </a:solidFill>
              <a:ln w="9525">
                <a:noFill/>
              </a:ln>
            </p:spPr>
            <p:txBody>
              <a:bodyPr/>
              <a:p>
                <a:endParaRPr lang="zh-CN" altLang="en-US"/>
              </a:p>
            </p:txBody>
          </p:sp>
          <p:sp>
            <p:nvSpPr>
              <p:cNvPr id="146368" name="Freeform 274"/>
              <p:cNvSpPr/>
              <p:nvPr/>
            </p:nvSpPr>
            <p:spPr>
              <a:xfrm>
                <a:off x="4852" y="1579"/>
                <a:ext cx="12" cy="5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82" h="390">
                    <a:moveTo>
                      <a:pt x="25" y="8"/>
                    </a:moveTo>
                    <a:lnTo>
                      <a:pt x="23" y="16"/>
                    </a:lnTo>
                    <a:lnTo>
                      <a:pt x="17" y="38"/>
                    </a:lnTo>
                    <a:lnTo>
                      <a:pt x="11" y="72"/>
                    </a:lnTo>
                    <a:lnTo>
                      <a:pt x="4" y="118"/>
                    </a:lnTo>
                    <a:lnTo>
                      <a:pt x="0" y="174"/>
                    </a:lnTo>
                    <a:lnTo>
                      <a:pt x="0" y="240"/>
                    </a:lnTo>
                    <a:lnTo>
                      <a:pt x="7" y="312"/>
                    </a:lnTo>
                    <a:lnTo>
                      <a:pt x="22" y="390"/>
                    </a:lnTo>
                    <a:lnTo>
                      <a:pt x="78" y="387"/>
                    </a:lnTo>
                    <a:lnTo>
                      <a:pt x="76" y="375"/>
                    </a:lnTo>
                    <a:lnTo>
                      <a:pt x="70" y="343"/>
                    </a:lnTo>
                    <a:lnTo>
                      <a:pt x="63" y="297"/>
                    </a:lnTo>
                    <a:lnTo>
                      <a:pt x="57" y="240"/>
                    </a:lnTo>
                    <a:lnTo>
                      <a:pt x="54" y="178"/>
                    </a:lnTo>
                    <a:lnTo>
                      <a:pt x="56" y="113"/>
                    </a:lnTo>
                    <a:lnTo>
                      <a:pt x="64" y="55"/>
                    </a:lnTo>
                    <a:lnTo>
                      <a:pt x="82" y="4"/>
                    </a:lnTo>
                    <a:lnTo>
                      <a:pt x="82" y="2"/>
                    </a:lnTo>
                    <a:lnTo>
                      <a:pt x="80" y="1"/>
                    </a:lnTo>
                    <a:lnTo>
                      <a:pt x="77" y="0"/>
                    </a:lnTo>
                    <a:lnTo>
                      <a:pt x="70" y="0"/>
                    </a:lnTo>
                    <a:lnTo>
                      <a:pt x="60" y="1"/>
                    </a:lnTo>
                    <a:lnTo>
                      <a:pt x="46" y="3"/>
                    </a:lnTo>
                    <a:lnTo>
                      <a:pt x="25" y="8"/>
                    </a:lnTo>
                    <a:close/>
                  </a:path>
                </a:pathLst>
              </a:custGeom>
              <a:solidFill>
                <a:schemeClr val="bg2">
                  <a:alpha val="100000"/>
                </a:schemeClr>
              </a:solidFill>
              <a:ln w="9525">
                <a:noFill/>
              </a:ln>
            </p:spPr>
            <p:txBody>
              <a:bodyPr/>
              <a:p>
                <a:endParaRPr lang="zh-CN" altLang="en-US"/>
              </a:p>
            </p:txBody>
          </p:sp>
          <p:sp>
            <p:nvSpPr>
              <p:cNvPr id="146369" name="Freeform 275"/>
              <p:cNvSpPr/>
              <p:nvPr/>
            </p:nvSpPr>
            <p:spPr>
              <a:xfrm>
                <a:off x="4853" y="1586"/>
                <a:ext cx="8" cy="4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9" h="288">
                    <a:moveTo>
                      <a:pt x="18" y="6"/>
                    </a:moveTo>
                    <a:lnTo>
                      <a:pt x="17" y="11"/>
                    </a:lnTo>
                    <a:lnTo>
                      <a:pt x="13" y="27"/>
                    </a:lnTo>
                    <a:lnTo>
                      <a:pt x="7" y="53"/>
                    </a:lnTo>
                    <a:lnTo>
                      <a:pt x="2" y="87"/>
                    </a:lnTo>
                    <a:lnTo>
                      <a:pt x="0" y="130"/>
                    </a:lnTo>
                    <a:lnTo>
                      <a:pt x="0" y="177"/>
                    </a:lnTo>
                    <a:lnTo>
                      <a:pt x="5" y="231"/>
                    </a:lnTo>
                    <a:lnTo>
                      <a:pt x="16" y="288"/>
                    </a:lnTo>
                    <a:lnTo>
                      <a:pt x="57" y="286"/>
                    </a:lnTo>
                    <a:lnTo>
                      <a:pt x="56" y="278"/>
                    </a:lnTo>
                    <a:lnTo>
                      <a:pt x="51" y="254"/>
                    </a:lnTo>
                    <a:lnTo>
                      <a:pt x="47" y="219"/>
                    </a:lnTo>
                    <a:lnTo>
                      <a:pt x="42" y="177"/>
                    </a:lnTo>
                    <a:lnTo>
                      <a:pt x="40" y="131"/>
                    </a:lnTo>
                    <a:lnTo>
                      <a:pt x="41" y="84"/>
                    </a:lnTo>
                    <a:lnTo>
                      <a:pt x="47" y="40"/>
                    </a:lnTo>
                    <a:lnTo>
                      <a:pt x="59" y="3"/>
                    </a:lnTo>
                    <a:lnTo>
                      <a:pt x="59" y="2"/>
                    </a:lnTo>
                    <a:lnTo>
                      <a:pt x="58" y="1"/>
                    </a:lnTo>
                    <a:lnTo>
                      <a:pt x="56" y="0"/>
                    </a:lnTo>
                    <a:lnTo>
                      <a:pt x="51" y="0"/>
                    </a:lnTo>
                    <a:lnTo>
                      <a:pt x="45" y="0"/>
                    </a:lnTo>
                    <a:lnTo>
                      <a:pt x="33" y="2"/>
                    </a:lnTo>
                    <a:lnTo>
                      <a:pt x="18" y="6"/>
                    </a:lnTo>
                    <a:close/>
                  </a:path>
                </a:pathLst>
              </a:custGeom>
              <a:solidFill>
                <a:schemeClr val="bg2">
                  <a:alpha val="100000"/>
                </a:schemeClr>
              </a:solidFill>
              <a:ln w="9525">
                <a:noFill/>
              </a:ln>
            </p:spPr>
            <p:txBody>
              <a:bodyPr/>
              <a:p>
                <a:endParaRPr lang="zh-CN" altLang="en-US"/>
              </a:p>
            </p:txBody>
          </p:sp>
          <p:sp>
            <p:nvSpPr>
              <p:cNvPr id="146370" name="Freeform 276"/>
              <p:cNvSpPr/>
              <p:nvPr/>
            </p:nvSpPr>
            <p:spPr>
              <a:xfrm>
                <a:off x="4972" y="1546"/>
                <a:ext cx="28" cy="11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98" h="779">
                    <a:moveTo>
                      <a:pt x="198" y="6"/>
                    </a:moveTo>
                    <a:lnTo>
                      <a:pt x="194" y="12"/>
                    </a:lnTo>
                    <a:lnTo>
                      <a:pt x="180" y="31"/>
                    </a:lnTo>
                    <a:lnTo>
                      <a:pt x="163" y="72"/>
                    </a:lnTo>
                    <a:lnTo>
                      <a:pt x="146" y="138"/>
                    </a:lnTo>
                    <a:lnTo>
                      <a:pt x="132" y="236"/>
                    </a:lnTo>
                    <a:lnTo>
                      <a:pt x="125" y="373"/>
                    </a:lnTo>
                    <a:lnTo>
                      <a:pt x="130" y="551"/>
                    </a:lnTo>
                    <a:lnTo>
                      <a:pt x="148" y="779"/>
                    </a:lnTo>
                    <a:lnTo>
                      <a:pt x="37" y="779"/>
                    </a:lnTo>
                    <a:lnTo>
                      <a:pt x="34" y="756"/>
                    </a:lnTo>
                    <a:lnTo>
                      <a:pt x="23" y="693"/>
                    </a:lnTo>
                    <a:lnTo>
                      <a:pt x="13" y="599"/>
                    </a:lnTo>
                    <a:lnTo>
                      <a:pt x="4" y="483"/>
                    </a:lnTo>
                    <a:lnTo>
                      <a:pt x="0" y="357"/>
                    </a:lnTo>
                    <a:lnTo>
                      <a:pt x="7" y="227"/>
                    </a:lnTo>
                    <a:lnTo>
                      <a:pt x="27" y="105"/>
                    </a:lnTo>
                    <a:lnTo>
                      <a:pt x="65" y="0"/>
                    </a:lnTo>
                    <a:lnTo>
                      <a:pt x="198" y="6"/>
                    </a:lnTo>
                    <a:close/>
                  </a:path>
                </a:pathLst>
              </a:custGeom>
              <a:solidFill>
                <a:schemeClr val="bg2">
                  <a:alpha val="100000"/>
                </a:schemeClr>
              </a:solidFill>
              <a:ln w="9525">
                <a:noFill/>
              </a:ln>
            </p:spPr>
            <p:txBody>
              <a:bodyPr/>
              <a:p>
                <a:endParaRPr lang="zh-CN" altLang="en-US"/>
              </a:p>
            </p:txBody>
          </p:sp>
          <p:sp>
            <p:nvSpPr>
              <p:cNvPr id="146371" name="Freeform 277"/>
              <p:cNvSpPr/>
              <p:nvPr/>
            </p:nvSpPr>
            <p:spPr>
              <a:xfrm>
                <a:off x="4973" y="1553"/>
                <a:ext cx="24" cy="9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69" h="666">
                    <a:moveTo>
                      <a:pt x="169" y="5"/>
                    </a:moveTo>
                    <a:lnTo>
                      <a:pt x="164" y="10"/>
                    </a:lnTo>
                    <a:lnTo>
                      <a:pt x="154" y="27"/>
                    </a:lnTo>
                    <a:lnTo>
                      <a:pt x="139" y="61"/>
                    </a:lnTo>
                    <a:lnTo>
                      <a:pt x="124" y="118"/>
                    </a:lnTo>
                    <a:lnTo>
                      <a:pt x="113" y="201"/>
                    </a:lnTo>
                    <a:lnTo>
                      <a:pt x="107" y="318"/>
                    </a:lnTo>
                    <a:lnTo>
                      <a:pt x="110" y="470"/>
                    </a:lnTo>
                    <a:lnTo>
                      <a:pt x="126" y="666"/>
                    </a:lnTo>
                    <a:lnTo>
                      <a:pt x="31" y="666"/>
                    </a:lnTo>
                    <a:lnTo>
                      <a:pt x="28" y="646"/>
                    </a:lnTo>
                    <a:lnTo>
                      <a:pt x="20" y="592"/>
                    </a:lnTo>
                    <a:lnTo>
                      <a:pt x="11" y="512"/>
                    </a:lnTo>
                    <a:lnTo>
                      <a:pt x="3" y="413"/>
                    </a:lnTo>
                    <a:lnTo>
                      <a:pt x="0" y="305"/>
                    </a:lnTo>
                    <a:lnTo>
                      <a:pt x="6" y="195"/>
                    </a:lnTo>
                    <a:lnTo>
                      <a:pt x="23" y="90"/>
                    </a:lnTo>
                    <a:lnTo>
                      <a:pt x="55" y="0"/>
                    </a:lnTo>
                    <a:lnTo>
                      <a:pt x="169" y="5"/>
                    </a:lnTo>
                    <a:close/>
                  </a:path>
                </a:pathLst>
              </a:custGeom>
              <a:solidFill>
                <a:schemeClr val="bg2">
                  <a:alpha val="100000"/>
                </a:schemeClr>
              </a:solidFill>
              <a:ln w="9525">
                <a:noFill/>
              </a:ln>
            </p:spPr>
            <p:txBody>
              <a:bodyPr/>
              <a:p>
                <a:endParaRPr lang="zh-CN" altLang="en-US"/>
              </a:p>
            </p:txBody>
          </p:sp>
          <p:sp>
            <p:nvSpPr>
              <p:cNvPr id="146372" name="Freeform 278"/>
              <p:cNvSpPr/>
              <p:nvPr/>
            </p:nvSpPr>
            <p:spPr>
              <a:xfrm>
                <a:off x="4974" y="1561"/>
                <a:ext cx="20" cy="7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40" h="551">
                    <a:moveTo>
                      <a:pt x="140" y="5"/>
                    </a:moveTo>
                    <a:lnTo>
                      <a:pt x="136" y="8"/>
                    </a:lnTo>
                    <a:lnTo>
                      <a:pt x="127" y="23"/>
                    </a:lnTo>
                    <a:lnTo>
                      <a:pt x="116" y="51"/>
                    </a:lnTo>
                    <a:lnTo>
                      <a:pt x="103" y="98"/>
                    </a:lnTo>
                    <a:lnTo>
                      <a:pt x="94" y="167"/>
                    </a:lnTo>
                    <a:lnTo>
                      <a:pt x="90" y="264"/>
                    </a:lnTo>
                    <a:lnTo>
                      <a:pt x="92" y="390"/>
                    </a:lnTo>
                    <a:lnTo>
                      <a:pt x="106" y="551"/>
                    </a:lnTo>
                    <a:lnTo>
                      <a:pt x="27" y="551"/>
                    </a:lnTo>
                    <a:lnTo>
                      <a:pt x="24" y="535"/>
                    </a:lnTo>
                    <a:lnTo>
                      <a:pt x="17" y="490"/>
                    </a:lnTo>
                    <a:lnTo>
                      <a:pt x="9" y="423"/>
                    </a:lnTo>
                    <a:lnTo>
                      <a:pt x="3" y="342"/>
                    </a:lnTo>
                    <a:lnTo>
                      <a:pt x="0" y="252"/>
                    </a:lnTo>
                    <a:lnTo>
                      <a:pt x="5" y="161"/>
                    </a:lnTo>
                    <a:lnTo>
                      <a:pt x="20" y="75"/>
                    </a:lnTo>
                    <a:lnTo>
                      <a:pt x="46" y="0"/>
                    </a:lnTo>
                    <a:lnTo>
                      <a:pt x="140" y="5"/>
                    </a:lnTo>
                    <a:close/>
                  </a:path>
                </a:pathLst>
              </a:custGeom>
              <a:solidFill>
                <a:schemeClr val="bg2">
                  <a:alpha val="100000"/>
                </a:schemeClr>
              </a:solidFill>
              <a:ln w="9525">
                <a:noFill/>
              </a:ln>
            </p:spPr>
            <p:txBody>
              <a:bodyPr/>
              <a:p>
                <a:endParaRPr lang="zh-CN" altLang="en-US"/>
              </a:p>
            </p:txBody>
          </p:sp>
          <p:sp>
            <p:nvSpPr>
              <p:cNvPr id="146373" name="Freeform 279"/>
              <p:cNvSpPr/>
              <p:nvPr/>
            </p:nvSpPr>
            <p:spPr>
              <a:xfrm>
                <a:off x="4975" y="1569"/>
                <a:ext cx="16" cy="62"/>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1" h="437">
                    <a:moveTo>
                      <a:pt x="111" y="4"/>
                    </a:moveTo>
                    <a:lnTo>
                      <a:pt x="108" y="7"/>
                    </a:lnTo>
                    <a:lnTo>
                      <a:pt x="101" y="18"/>
                    </a:lnTo>
                    <a:lnTo>
                      <a:pt x="92" y="41"/>
                    </a:lnTo>
                    <a:lnTo>
                      <a:pt x="82" y="77"/>
                    </a:lnTo>
                    <a:lnTo>
                      <a:pt x="75" y="133"/>
                    </a:lnTo>
                    <a:lnTo>
                      <a:pt x="70" y="208"/>
                    </a:lnTo>
                    <a:lnTo>
                      <a:pt x="72" y="309"/>
                    </a:lnTo>
                    <a:lnTo>
                      <a:pt x="83" y="437"/>
                    </a:lnTo>
                    <a:lnTo>
                      <a:pt x="21" y="437"/>
                    </a:lnTo>
                    <a:lnTo>
                      <a:pt x="19" y="424"/>
                    </a:lnTo>
                    <a:lnTo>
                      <a:pt x="13" y="389"/>
                    </a:lnTo>
                    <a:lnTo>
                      <a:pt x="7" y="336"/>
                    </a:lnTo>
                    <a:lnTo>
                      <a:pt x="3" y="272"/>
                    </a:lnTo>
                    <a:lnTo>
                      <a:pt x="0" y="200"/>
                    </a:lnTo>
                    <a:lnTo>
                      <a:pt x="5" y="128"/>
                    </a:lnTo>
                    <a:lnTo>
                      <a:pt x="16" y="59"/>
                    </a:lnTo>
                    <a:lnTo>
                      <a:pt x="37" y="0"/>
                    </a:lnTo>
                    <a:lnTo>
                      <a:pt x="111" y="4"/>
                    </a:lnTo>
                    <a:close/>
                  </a:path>
                </a:pathLst>
              </a:custGeom>
              <a:solidFill>
                <a:schemeClr val="bg2">
                  <a:alpha val="100000"/>
                </a:schemeClr>
              </a:solidFill>
              <a:ln w="9525">
                <a:noFill/>
              </a:ln>
            </p:spPr>
            <p:txBody>
              <a:bodyPr/>
              <a:p>
                <a:endParaRPr lang="zh-CN" altLang="en-US"/>
              </a:p>
            </p:txBody>
          </p:sp>
          <p:sp>
            <p:nvSpPr>
              <p:cNvPr id="146374" name="Freeform 280"/>
              <p:cNvSpPr/>
              <p:nvPr/>
            </p:nvSpPr>
            <p:spPr>
              <a:xfrm>
                <a:off x="4976" y="1577"/>
                <a:ext cx="12" cy="4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82" h="322">
                    <a:moveTo>
                      <a:pt x="82" y="3"/>
                    </a:moveTo>
                    <a:lnTo>
                      <a:pt x="79" y="5"/>
                    </a:lnTo>
                    <a:lnTo>
                      <a:pt x="75" y="13"/>
                    </a:lnTo>
                    <a:lnTo>
                      <a:pt x="67" y="30"/>
                    </a:lnTo>
                    <a:lnTo>
                      <a:pt x="60" y="57"/>
                    </a:lnTo>
                    <a:lnTo>
                      <a:pt x="54" y="98"/>
                    </a:lnTo>
                    <a:lnTo>
                      <a:pt x="52" y="154"/>
                    </a:lnTo>
                    <a:lnTo>
                      <a:pt x="53" y="228"/>
                    </a:lnTo>
                    <a:lnTo>
                      <a:pt x="61" y="322"/>
                    </a:lnTo>
                    <a:lnTo>
                      <a:pt x="15" y="322"/>
                    </a:lnTo>
                    <a:lnTo>
                      <a:pt x="14" y="313"/>
                    </a:lnTo>
                    <a:lnTo>
                      <a:pt x="9" y="287"/>
                    </a:lnTo>
                    <a:lnTo>
                      <a:pt x="5" y="247"/>
                    </a:lnTo>
                    <a:lnTo>
                      <a:pt x="1" y="200"/>
                    </a:lnTo>
                    <a:lnTo>
                      <a:pt x="0" y="147"/>
                    </a:lnTo>
                    <a:lnTo>
                      <a:pt x="3" y="95"/>
                    </a:lnTo>
                    <a:lnTo>
                      <a:pt x="11" y="44"/>
                    </a:lnTo>
                    <a:lnTo>
                      <a:pt x="27" y="0"/>
                    </a:lnTo>
                    <a:lnTo>
                      <a:pt x="82" y="3"/>
                    </a:lnTo>
                    <a:close/>
                  </a:path>
                </a:pathLst>
              </a:custGeom>
              <a:solidFill>
                <a:schemeClr val="bg2">
                  <a:alpha val="100000"/>
                </a:schemeClr>
              </a:solidFill>
              <a:ln w="9525">
                <a:noFill/>
              </a:ln>
            </p:spPr>
            <p:txBody>
              <a:bodyPr/>
              <a:p>
                <a:endParaRPr lang="zh-CN" altLang="en-US"/>
              </a:p>
            </p:txBody>
          </p:sp>
          <p:sp>
            <p:nvSpPr>
              <p:cNvPr id="146375" name="Rectangle 281"/>
              <p:cNvSpPr/>
              <p:nvPr/>
            </p:nvSpPr>
            <p:spPr>
              <a:xfrm>
                <a:off x="4824" y="1565"/>
                <a:ext cx="4" cy="146"/>
              </a:xfrm>
              <a:prstGeom prst="rect">
                <a:avLst/>
              </a:prstGeom>
              <a:solidFill>
                <a:srgbClr val="DDDDDD"/>
              </a:solidFill>
              <a:ln w="9525">
                <a:noFill/>
              </a:ln>
            </p:spPr>
            <p:txBody>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46376" name="Freeform 282"/>
              <p:cNvSpPr/>
              <p:nvPr/>
            </p:nvSpPr>
            <p:spPr>
              <a:xfrm>
                <a:off x="4876" y="1563"/>
                <a:ext cx="57" cy="67"/>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398" h="469">
                    <a:moveTo>
                      <a:pt x="37" y="44"/>
                    </a:moveTo>
                    <a:lnTo>
                      <a:pt x="33" y="53"/>
                    </a:lnTo>
                    <a:lnTo>
                      <a:pt x="27" y="79"/>
                    </a:lnTo>
                    <a:lnTo>
                      <a:pt x="17" y="120"/>
                    </a:lnTo>
                    <a:lnTo>
                      <a:pt x="8" y="174"/>
                    </a:lnTo>
                    <a:lnTo>
                      <a:pt x="1" y="238"/>
                    </a:lnTo>
                    <a:lnTo>
                      <a:pt x="0" y="309"/>
                    </a:lnTo>
                    <a:lnTo>
                      <a:pt x="7" y="387"/>
                    </a:lnTo>
                    <a:lnTo>
                      <a:pt x="24" y="469"/>
                    </a:lnTo>
                    <a:lnTo>
                      <a:pt x="24" y="466"/>
                    </a:lnTo>
                    <a:lnTo>
                      <a:pt x="24" y="455"/>
                    </a:lnTo>
                    <a:lnTo>
                      <a:pt x="24" y="438"/>
                    </a:lnTo>
                    <a:lnTo>
                      <a:pt x="24" y="417"/>
                    </a:lnTo>
                    <a:lnTo>
                      <a:pt x="27" y="391"/>
                    </a:lnTo>
                    <a:lnTo>
                      <a:pt x="30" y="363"/>
                    </a:lnTo>
                    <a:lnTo>
                      <a:pt x="35" y="332"/>
                    </a:lnTo>
                    <a:lnTo>
                      <a:pt x="41" y="300"/>
                    </a:lnTo>
                    <a:lnTo>
                      <a:pt x="52" y="268"/>
                    </a:lnTo>
                    <a:lnTo>
                      <a:pt x="64" y="237"/>
                    </a:lnTo>
                    <a:lnTo>
                      <a:pt x="79" y="207"/>
                    </a:lnTo>
                    <a:lnTo>
                      <a:pt x="99" y="179"/>
                    </a:lnTo>
                    <a:lnTo>
                      <a:pt x="123" y="155"/>
                    </a:lnTo>
                    <a:lnTo>
                      <a:pt x="150" y="136"/>
                    </a:lnTo>
                    <a:lnTo>
                      <a:pt x="183" y="122"/>
                    </a:lnTo>
                    <a:lnTo>
                      <a:pt x="221" y="114"/>
                    </a:lnTo>
                    <a:lnTo>
                      <a:pt x="223" y="112"/>
                    </a:lnTo>
                    <a:lnTo>
                      <a:pt x="230" y="107"/>
                    </a:lnTo>
                    <a:lnTo>
                      <a:pt x="242" y="99"/>
                    </a:lnTo>
                    <a:lnTo>
                      <a:pt x="260" y="88"/>
                    </a:lnTo>
                    <a:lnTo>
                      <a:pt x="284" y="74"/>
                    </a:lnTo>
                    <a:lnTo>
                      <a:pt x="315" y="58"/>
                    </a:lnTo>
                    <a:lnTo>
                      <a:pt x="352" y="39"/>
                    </a:lnTo>
                    <a:lnTo>
                      <a:pt x="398" y="19"/>
                    </a:lnTo>
                    <a:lnTo>
                      <a:pt x="396" y="17"/>
                    </a:lnTo>
                    <a:lnTo>
                      <a:pt x="389" y="16"/>
                    </a:lnTo>
                    <a:lnTo>
                      <a:pt x="379" y="14"/>
                    </a:lnTo>
                    <a:lnTo>
                      <a:pt x="364" y="12"/>
                    </a:lnTo>
                    <a:lnTo>
                      <a:pt x="347" y="8"/>
                    </a:lnTo>
                    <a:lnTo>
                      <a:pt x="326" y="6"/>
                    </a:lnTo>
                    <a:lnTo>
                      <a:pt x="302" y="4"/>
                    </a:lnTo>
                    <a:lnTo>
                      <a:pt x="277" y="1"/>
                    </a:lnTo>
                    <a:lnTo>
                      <a:pt x="250" y="0"/>
                    </a:lnTo>
                    <a:lnTo>
                      <a:pt x="221" y="1"/>
                    </a:lnTo>
                    <a:lnTo>
                      <a:pt x="191" y="3"/>
                    </a:lnTo>
                    <a:lnTo>
                      <a:pt x="160" y="6"/>
                    </a:lnTo>
                    <a:lnTo>
                      <a:pt x="129" y="12"/>
                    </a:lnTo>
                    <a:lnTo>
                      <a:pt x="97" y="20"/>
                    </a:lnTo>
                    <a:lnTo>
                      <a:pt x="67" y="30"/>
                    </a:lnTo>
                    <a:lnTo>
                      <a:pt x="37" y="44"/>
                    </a:lnTo>
                    <a:close/>
                  </a:path>
                </a:pathLst>
              </a:custGeom>
              <a:solidFill>
                <a:srgbClr val="999999">
                  <a:alpha val="100000"/>
                </a:srgbClr>
              </a:solidFill>
              <a:ln w="9525">
                <a:noFill/>
              </a:ln>
            </p:spPr>
            <p:txBody>
              <a:bodyPr/>
              <a:p>
                <a:endParaRPr lang="zh-CN" altLang="en-US"/>
              </a:p>
            </p:txBody>
          </p:sp>
          <p:sp>
            <p:nvSpPr>
              <p:cNvPr id="146377" name="Freeform 283"/>
              <p:cNvSpPr/>
              <p:nvPr/>
            </p:nvSpPr>
            <p:spPr>
              <a:xfrm>
                <a:off x="4797" y="1613"/>
                <a:ext cx="46" cy="13"/>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325" h="89">
                    <a:moveTo>
                      <a:pt x="0" y="57"/>
                    </a:moveTo>
                    <a:lnTo>
                      <a:pt x="0" y="55"/>
                    </a:lnTo>
                    <a:lnTo>
                      <a:pt x="2" y="52"/>
                    </a:lnTo>
                    <a:lnTo>
                      <a:pt x="6" y="47"/>
                    </a:lnTo>
                    <a:lnTo>
                      <a:pt x="12" y="41"/>
                    </a:lnTo>
                    <a:lnTo>
                      <a:pt x="20" y="34"/>
                    </a:lnTo>
                    <a:lnTo>
                      <a:pt x="29" y="27"/>
                    </a:lnTo>
                    <a:lnTo>
                      <a:pt x="41" y="20"/>
                    </a:lnTo>
                    <a:lnTo>
                      <a:pt x="57" y="13"/>
                    </a:lnTo>
                    <a:lnTo>
                      <a:pt x="77" y="7"/>
                    </a:lnTo>
                    <a:lnTo>
                      <a:pt x="98" y="3"/>
                    </a:lnTo>
                    <a:lnTo>
                      <a:pt x="126" y="0"/>
                    </a:lnTo>
                    <a:lnTo>
                      <a:pt x="156" y="0"/>
                    </a:lnTo>
                    <a:lnTo>
                      <a:pt x="191" y="3"/>
                    </a:lnTo>
                    <a:lnTo>
                      <a:pt x="230" y="8"/>
                    </a:lnTo>
                    <a:lnTo>
                      <a:pt x="275" y="18"/>
                    </a:lnTo>
                    <a:lnTo>
                      <a:pt x="325" y="31"/>
                    </a:lnTo>
                    <a:lnTo>
                      <a:pt x="318" y="51"/>
                    </a:lnTo>
                    <a:lnTo>
                      <a:pt x="316" y="50"/>
                    </a:lnTo>
                    <a:lnTo>
                      <a:pt x="308" y="47"/>
                    </a:lnTo>
                    <a:lnTo>
                      <a:pt x="295" y="44"/>
                    </a:lnTo>
                    <a:lnTo>
                      <a:pt x="279" y="39"/>
                    </a:lnTo>
                    <a:lnTo>
                      <a:pt x="260" y="35"/>
                    </a:lnTo>
                    <a:lnTo>
                      <a:pt x="238" y="30"/>
                    </a:lnTo>
                    <a:lnTo>
                      <a:pt x="214" y="27"/>
                    </a:lnTo>
                    <a:lnTo>
                      <a:pt x="188" y="24"/>
                    </a:lnTo>
                    <a:lnTo>
                      <a:pt x="161" y="23"/>
                    </a:lnTo>
                    <a:lnTo>
                      <a:pt x="134" y="23"/>
                    </a:lnTo>
                    <a:lnTo>
                      <a:pt x="108" y="26"/>
                    </a:lnTo>
                    <a:lnTo>
                      <a:pt x="82" y="31"/>
                    </a:lnTo>
                    <a:lnTo>
                      <a:pt x="58" y="41"/>
                    </a:lnTo>
                    <a:lnTo>
                      <a:pt x="36" y="52"/>
                    </a:lnTo>
                    <a:lnTo>
                      <a:pt x="16" y="68"/>
                    </a:lnTo>
                    <a:lnTo>
                      <a:pt x="0" y="89"/>
                    </a:lnTo>
                    <a:lnTo>
                      <a:pt x="0" y="57"/>
                    </a:lnTo>
                    <a:close/>
                  </a:path>
                </a:pathLst>
              </a:custGeom>
              <a:solidFill>
                <a:srgbClr val="000000">
                  <a:alpha val="100000"/>
                </a:srgbClr>
              </a:solidFill>
              <a:ln w="9525">
                <a:noFill/>
              </a:ln>
            </p:spPr>
            <p:txBody>
              <a:bodyPr/>
              <a:p>
                <a:endParaRPr lang="zh-CN" altLang="en-US"/>
              </a:p>
            </p:txBody>
          </p:sp>
          <p:sp>
            <p:nvSpPr>
              <p:cNvPr id="146378" name="Freeform 284"/>
              <p:cNvSpPr/>
              <p:nvPr/>
            </p:nvSpPr>
            <p:spPr>
              <a:xfrm>
                <a:off x="4797" y="1583"/>
                <a:ext cx="46" cy="13"/>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325" h="89">
                    <a:moveTo>
                      <a:pt x="0" y="56"/>
                    </a:moveTo>
                    <a:lnTo>
                      <a:pt x="0" y="55"/>
                    </a:lnTo>
                    <a:lnTo>
                      <a:pt x="2" y="52"/>
                    </a:lnTo>
                    <a:lnTo>
                      <a:pt x="6" y="47"/>
                    </a:lnTo>
                    <a:lnTo>
                      <a:pt x="12" y="40"/>
                    </a:lnTo>
                    <a:lnTo>
                      <a:pt x="20" y="33"/>
                    </a:lnTo>
                    <a:lnTo>
                      <a:pt x="29" y="27"/>
                    </a:lnTo>
                    <a:lnTo>
                      <a:pt x="41" y="18"/>
                    </a:lnTo>
                    <a:lnTo>
                      <a:pt x="57" y="13"/>
                    </a:lnTo>
                    <a:lnTo>
                      <a:pt x="77" y="7"/>
                    </a:lnTo>
                    <a:lnTo>
                      <a:pt x="98" y="2"/>
                    </a:lnTo>
                    <a:lnTo>
                      <a:pt x="126" y="0"/>
                    </a:lnTo>
                    <a:lnTo>
                      <a:pt x="156" y="0"/>
                    </a:lnTo>
                    <a:lnTo>
                      <a:pt x="191" y="2"/>
                    </a:lnTo>
                    <a:lnTo>
                      <a:pt x="230" y="8"/>
                    </a:lnTo>
                    <a:lnTo>
                      <a:pt x="275" y="17"/>
                    </a:lnTo>
                    <a:lnTo>
                      <a:pt x="325" y="31"/>
                    </a:lnTo>
                    <a:lnTo>
                      <a:pt x="318" y="49"/>
                    </a:lnTo>
                    <a:lnTo>
                      <a:pt x="316" y="48"/>
                    </a:lnTo>
                    <a:lnTo>
                      <a:pt x="308" y="46"/>
                    </a:lnTo>
                    <a:lnTo>
                      <a:pt x="295" y="43"/>
                    </a:lnTo>
                    <a:lnTo>
                      <a:pt x="279" y="38"/>
                    </a:lnTo>
                    <a:lnTo>
                      <a:pt x="260" y="35"/>
                    </a:lnTo>
                    <a:lnTo>
                      <a:pt x="238" y="30"/>
                    </a:lnTo>
                    <a:lnTo>
                      <a:pt x="214" y="27"/>
                    </a:lnTo>
                    <a:lnTo>
                      <a:pt x="188" y="23"/>
                    </a:lnTo>
                    <a:lnTo>
                      <a:pt x="161" y="22"/>
                    </a:lnTo>
                    <a:lnTo>
                      <a:pt x="134" y="23"/>
                    </a:lnTo>
                    <a:lnTo>
                      <a:pt x="108" y="25"/>
                    </a:lnTo>
                    <a:lnTo>
                      <a:pt x="82" y="31"/>
                    </a:lnTo>
                    <a:lnTo>
                      <a:pt x="58" y="40"/>
                    </a:lnTo>
                    <a:lnTo>
                      <a:pt x="36" y="52"/>
                    </a:lnTo>
                    <a:lnTo>
                      <a:pt x="16" y="68"/>
                    </a:lnTo>
                    <a:lnTo>
                      <a:pt x="0" y="89"/>
                    </a:lnTo>
                    <a:lnTo>
                      <a:pt x="0" y="56"/>
                    </a:lnTo>
                    <a:close/>
                  </a:path>
                </a:pathLst>
              </a:custGeom>
              <a:solidFill>
                <a:srgbClr val="000000">
                  <a:alpha val="100000"/>
                </a:srgbClr>
              </a:solidFill>
              <a:ln w="9525">
                <a:noFill/>
              </a:ln>
            </p:spPr>
            <p:txBody>
              <a:bodyPr/>
              <a:p>
                <a:endParaRPr lang="zh-CN" altLang="en-US"/>
              </a:p>
            </p:txBody>
          </p:sp>
          <p:sp>
            <p:nvSpPr>
              <p:cNvPr id="146379" name="Freeform 285"/>
              <p:cNvSpPr/>
              <p:nvPr/>
            </p:nvSpPr>
            <p:spPr>
              <a:xfrm>
                <a:off x="4841" y="1568"/>
                <a:ext cx="75" cy="13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28" h="975">
                    <a:moveTo>
                      <a:pt x="0" y="0"/>
                    </a:moveTo>
                    <a:lnTo>
                      <a:pt x="0" y="943"/>
                    </a:lnTo>
                    <a:lnTo>
                      <a:pt x="159" y="975"/>
                    </a:lnTo>
                    <a:lnTo>
                      <a:pt x="152" y="848"/>
                    </a:lnTo>
                    <a:lnTo>
                      <a:pt x="528" y="905"/>
                    </a:lnTo>
                    <a:lnTo>
                      <a:pt x="521" y="855"/>
                    </a:lnTo>
                    <a:lnTo>
                      <a:pt x="261" y="822"/>
                    </a:lnTo>
                    <a:lnTo>
                      <a:pt x="254" y="713"/>
                    </a:lnTo>
                    <a:lnTo>
                      <a:pt x="77" y="713"/>
                    </a:lnTo>
                    <a:lnTo>
                      <a:pt x="72" y="699"/>
                    </a:lnTo>
                    <a:lnTo>
                      <a:pt x="60" y="659"/>
                    </a:lnTo>
                    <a:lnTo>
                      <a:pt x="44" y="595"/>
                    </a:lnTo>
                    <a:lnTo>
                      <a:pt x="28" y="511"/>
                    </a:lnTo>
                    <a:lnTo>
                      <a:pt x="16" y="410"/>
                    </a:lnTo>
                    <a:lnTo>
                      <a:pt x="12" y="294"/>
                    </a:lnTo>
                    <a:lnTo>
                      <a:pt x="21" y="167"/>
                    </a:lnTo>
                    <a:lnTo>
                      <a:pt x="45" y="32"/>
                    </a:lnTo>
                    <a:lnTo>
                      <a:pt x="0" y="0"/>
                    </a:lnTo>
                    <a:close/>
                  </a:path>
                </a:pathLst>
              </a:custGeom>
              <a:solidFill>
                <a:schemeClr val="bg2">
                  <a:alpha val="100000"/>
                </a:schemeClr>
              </a:solidFill>
              <a:ln w="9525">
                <a:noFill/>
              </a:ln>
            </p:spPr>
            <p:txBody>
              <a:bodyPr/>
              <a:p>
                <a:endParaRPr lang="zh-CN" altLang="en-US"/>
              </a:p>
            </p:txBody>
          </p:sp>
          <p:sp>
            <p:nvSpPr>
              <p:cNvPr id="146380" name="Freeform 286"/>
              <p:cNvSpPr/>
              <p:nvPr/>
            </p:nvSpPr>
            <p:spPr>
              <a:xfrm>
                <a:off x="4878" y="1536"/>
                <a:ext cx="97" cy="1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678" h="133">
                    <a:moveTo>
                      <a:pt x="0" y="133"/>
                    </a:moveTo>
                    <a:lnTo>
                      <a:pt x="4" y="132"/>
                    </a:lnTo>
                    <a:lnTo>
                      <a:pt x="15" y="127"/>
                    </a:lnTo>
                    <a:lnTo>
                      <a:pt x="32" y="122"/>
                    </a:lnTo>
                    <a:lnTo>
                      <a:pt x="56" y="114"/>
                    </a:lnTo>
                    <a:lnTo>
                      <a:pt x="86" y="104"/>
                    </a:lnTo>
                    <a:lnTo>
                      <a:pt x="120" y="95"/>
                    </a:lnTo>
                    <a:lnTo>
                      <a:pt x="160" y="86"/>
                    </a:lnTo>
                    <a:lnTo>
                      <a:pt x="204" y="78"/>
                    </a:lnTo>
                    <a:lnTo>
                      <a:pt x="252" y="70"/>
                    </a:lnTo>
                    <a:lnTo>
                      <a:pt x="303" y="64"/>
                    </a:lnTo>
                    <a:lnTo>
                      <a:pt x="358" y="60"/>
                    </a:lnTo>
                    <a:lnTo>
                      <a:pt x="414" y="58"/>
                    </a:lnTo>
                    <a:lnTo>
                      <a:pt x="474" y="60"/>
                    </a:lnTo>
                    <a:lnTo>
                      <a:pt x="534" y="65"/>
                    </a:lnTo>
                    <a:lnTo>
                      <a:pt x="596" y="74"/>
                    </a:lnTo>
                    <a:lnTo>
                      <a:pt x="659" y="88"/>
                    </a:lnTo>
                    <a:lnTo>
                      <a:pt x="678" y="0"/>
                    </a:lnTo>
                    <a:lnTo>
                      <a:pt x="674" y="0"/>
                    </a:lnTo>
                    <a:lnTo>
                      <a:pt x="659" y="0"/>
                    </a:lnTo>
                    <a:lnTo>
                      <a:pt x="636" y="0"/>
                    </a:lnTo>
                    <a:lnTo>
                      <a:pt x="606" y="1"/>
                    </a:lnTo>
                    <a:lnTo>
                      <a:pt x="570" y="2"/>
                    </a:lnTo>
                    <a:lnTo>
                      <a:pt x="527" y="3"/>
                    </a:lnTo>
                    <a:lnTo>
                      <a:pt x="480" y="7"/>
                    </a:lnTo>
                    <a:lnTo>
                      <a:pt x="430" y="9"/>
                    </a:lnTo>
                    <a:lnTo>
                      <a:pt x="376" y="14"/>
                    </a:lnTo>
                    <a:lnTo>
                      <a:pt x="320" y="18"/>
                    </a:lnTo>
                    <a:lnTo>
                      <a:pt x="264" y="24"/>
                    </a:lnTo>
                    <a:lnTo>
                      <a:pt x="208" y="32"/>
                    </a:lnTo>
                    <a:lnTo>
                      <a:pt x="152" y="40"/>
                    </a:lnTo>
                    <a:lnTo>
                      <a:pt x="98" y="50"/>
                    </a:lnTo>
                    <a:lnTo>
                      <a:pt x="47" y="62"/>
                    </a:lnTo>
                    <a:lnTo>
                      <a:pt x="0" y="76"/>
                    </a:lnTo>
                    <a:lnTo>
                      <a:pt x="0" y="133"/>
                    </a:lnTo>
                    <a:close/>
                  </a:path>
                </a:pathLst>
              </a:custGeom>
              <a:solidFill>
                <a:schemeClr val="bg2">
                  <a:alpha val="100000"/>
                </a:schemeClr>
              </a:solidFill>
              <a:ln w="9525">
                <a:noFill/>
              </a:ln>
            </p:spPr>
            <p:txBody>
              <a:bodyPr/>
              <a:p>
                <a:endParaRPr lang="zh-CN" altLang="en-US"/>
              </a:p>
            </p:txBody>
          </p:sp>
          <p:sp>
            <p:nvSpPr>
              <p:cNvPr id="146381" name="Freeform 287"/>
              <p:cNvSpPr/>
              <p:nvPr/>
            </p:nvSpPr>
            <p:spPr>
              <a:xfrm>
                <a:off x="4821" y="1711"/>
                <a:ext cx="163" cy="54"/>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42" h="379">
                    <a:moveTo>
                      <a:pt x="482" y="367"/>
                    </a:moveTo>
                    <a:lnTo>
                      <a:pt x="485" y="366"/>
                    </a:lnTo>
                    <a:lnTo>
                      <a:pt x="492" y="363"/>
                    </a:lnTo>
                    <a:lnTo>
                      <a:pt x="502" y="359"/>
                    </a:lnTo>
                    <a:lnTo>
                      <a:pt x="516" y="353"/>
                    </a:lnTo>
                    <a:lnTo>
                      <a:pt x="533" y="346"/>
                    </a:lnTo>
                    <a:lnTo>
                      <a:pt x="551" y="338"/>
                    </a:lnTo>
                    <a:lnTo>
                      <a:pt x="572" y="328"/>
                    </a:lnTo>
                    <a:lnTo>
                      <a:pt x="593" y="317"/>
                    </a:lnTo>
                    <a:lnTo>
                      <a:pt x="616" y="306"/>
                    </a:lnTo>
                    <a:lnTo>
                      <a:pt x="638" y="292"/>
                    </a:lnTo>
                    <a:lnTo>
                      <a:pt x="660" y="279"/>
                    </a:lnTo>
                    <a:lnTo>
                      <a:pt x="680" y="264"/>
                    </a:lnTo>
                    <a:lnTo>
                      <a:pt x="700" y="249"/>
                    </a:lnTo>
                    <a:lnTo>
                      <a:pt x="717" y="233"/>
                    </a:lnTo>
                    <a:lnTo>
                      <a:pt x="732" y="217"/>
                    </a:lnTo>
                    <a:lnTo>
                      <a:pt x="743" y="201"/>
                    </a:lnTo>
                    <a:lnTo>
                      <a:pt x="0" y="20"/>
                    </a:lnTo>
                    <a:lnTo>
                      <a:pt x="57" y="0"/>
                    </a:lnTo>
                    <a:lnTo>
                      <a:pt x="1142" y="267"/>
                    </a:lnTo>
                    <a:lnTo>
                      <a:pt x="1098" y="292"/>
                    </a:lnTo>
                    <a:lnTo>
                      <a:pt x="784" y="212"/>
                    </a:lnTo>
                    <a:lnTo>
                      <a:pt x="783" y="213"/>
                    </a:lnTo>
                    <a:lnTo>
                      <a:pt x="781" y="216"/>
                    </a:lnTo>
                    <a:lnTo>
                      <a:pt x="776" y="221"/>
                    </a:lnTo>
                    <a:lnTo>
                      <a:pt x="769" y="228"/>
                    </a:lnTo>
                    <a:lnTo>
                      <a:pt x="761" y="237"/>
                    </a:lnTo>
                    <a:lnTo>
                      <a:pt x="750" y="246"/>
                    </a:lnTo>
                    <a:lnTo>
                      <a:pt x="737" y="258"/>
                    </a:lnTo>
                    <a:lnTo>
                      <a:pt x="721" y="269"/>
                    </a:lnTo>
                    <a:lnTo>
                      <a:pt x="703" y="282"/>
                    </a:lnTo>
                    <a:lnTo>
                      <a:pt x="684" y="295"/>
                    </a:lnTo>
                    <a:lnTo>
                      <a:pt x="660" y="309"/>
                    </a:lnTo>
                    <a:lnTo>
                      <a:pt x="635" y="323"/>
                    </a:lnTo>
                    <a:lnTo>
                      <a:pt x="606" y="338"/>
                    </a:lnTo>
                    <a:lnTo>
                      <a:pt x="574" y="352"/>
                    </a:lnTo>
                    <a:lnTo>
                      <a:pt x="540" y="366"/>
                    </a:lnTo>
                    <a:lnTo>
                      <a:pt x="502" y="379"/>
                    </a:lnTo>
                    <a:lnTo>
                      <a:pt x="482" y="367"/>
                    </a:lnTo>
                    <a:close/>
                  </a:path>
                </a:pathLst>
              </a:custGeom>
              <a:solidFill>
                <a:srgbClr val="000000">
                  <a:alpha val="100000"/>
                </a:srgbClr>
              </a:solidFill>
              <a:ln w="9525">
                <a:noFill/>
              </a:ln>
            </p:spPr>
            <p:txBody>
              <a:bodyPr/>
              <a:p>
                <a:endParaRPr lang="zh-CN" altLang="en-US"/>
              </a:p>
            </p:txBody>
          </p:sp>
          <p:sp>
            <p:nvSpPr>
              <p:cNvPr id="146382" name="Freeform 288"/>
              <p:cNvSpPr/>
              <p:nvPr/>
            </p:nvSpPr>
            <p:spPr>
              <a:xfrm>
                <a:off x="4787" y="1725"/>
                <a:ext cx="167" cy="48"/>
              </a:xfrm>
              <a:custGeom>
                <a:avLst/>
                <a:gdLst/>
                <a:ahLst/>
                <a:cxnLst>
                  <a:cxn ang="0">
                    <a:pos x="0" y="0"/>
                  </a:cxn>
                  <a:cxn ang="0">
                    <a:pos x="0" y="0"/>
                  </a:cxn>
                  <a:cxn ang="0">
                    <a:pos x="0" y="0"/>
                  </a:cxn>
                  <a:cxn ang="0">
                    <a:pos x="0" y="0"/>
                  </a:cxn>
                  <a:cxn ang="0">
                    <a:pos x="0" y="0"/>
                  </a:cxn>
                </a:cxnLst>
                <a:pathLst>
                  <a:path w="1163" h="340">
                    <a:moveTo>
                      <a:pt x="0" y="0"/>
                    </a:moveTo>
                    <a:lnTo>
                      <a:pt x="1137" y="340"/>
                    </a:lnTo>
                    <a:lnTo>
                      <a:pt x="1163" y="340"/>
                    </a:lnTo>
                    <a:lnTo>
                      <a:pt x="34" y="0"/>
                    </a:lnTo>
                    <a:lnTo>
                      <a:pt x="0" y="0"/>
                    </a:lnTo>
                    <a:close/>
                  </a:path>
                </a:pathLst>
              </a:custGeom>
              <a:solidFill>
                <a:srgbClr val="000000">
                  <a:alpha val="100000"/>
                </a:srgbClr>
              </a:solidFill>
              <a:ln w="9525">
                <a:noFill/>
              </a:ln>
            </p:spPr>
            <p:txBody>
              <a:bodyPr/>
              <a:p>
                <a:endParaRPr lang="zh-CN" altLang="en-US"/>
              </a:p>
            </p:txBody>
          </p:sp>
          <p:sp>
            <p:nvSpPr>
              <p:cNvPr id="146383" name="Freeform 289"/>
              <p:cNvSpPr/>
              <p:nvPr/>
            </p:nvSpPr>
            <p:spPr>
              <a:xfrm>
                <a:off x="4815" y="1718"/>
                <a:ext cx="164" cy="44"/>
              </a:xfrm>
              <a:custGeom>
                <a:avLst/>
                <a:gdLst/>
                <a:ahLst/>
                <a:cxnLst>
                  <a:cxn ang="0">
                    <a:pos x="0" y="0"/>
                  </a:cxn>
                  <a:cxn ang="0">
                    <a:pos x="0" y="0"/>
                  </a:cxn>
                  <a:cxn ang="0">
                    <a:pos x="0" y="0"/>
                  </a:cxn>
                  <a:cxn ang="0">
                    <a:pos x="0" y="0"/>
                  </a:cxn>
                  <a:cxn ang="0">
                    <a:pos x="0" y="0"/>
                  </a:cxn>
                </a:cxnLst>
                <a:pathLst>
                  <a:path w="1149" h="303">
                    <a:moveTo>
                      <a:pt x="0" y="1"/>
                    </a:moveTo>
                    <a:lnTo>
                      <a:pt x="1124" y="303"/>
                    </a:lnTo>
                    <a:lnTo>
                      <a:pt x="1149" y="302"/>
                    </a:lnTo>
                    <a:lnTo>
                      <a:pt x="34" y="0"/>
                    </a:lnTo>
                    <a:lnTo>
                      <a:pt x="0" y="1"/>
                    </a:lnTo>
                    <a:close/>
                  </a:path>
                </a:pathLst>
              </a:custGeom>
              <a:solidFill>
                <a:srgbClr val="000000">
                  <a:alpha val="100000"/>
                </a:srgbClr>
              </a:solidFill>
              <a:ln w="9525">
                <a:noFill/>
              </a:ln>
            </p:spPr>
            <p:txBody>
              <a:bodyPr/>
              <a:p>
                <a:endParaRPr lang="zh-CN" altLang="en-US"/>
              </a:p>
            </p:txBody>
          </p:sp>
          <p:sp>
            <p:nvSpPr>
              <p:cNvPr id="146384" name="Freeform 290"/>
              <p:cNvSpPr/>
              <p:nvPr/>
            </p:nvSpPr>
            <p:spPr>
              <a:xfrm>
                <a:off x="4802" y="1721"/>
                <a:ext cx="165" cy="48"/>
              </a:xfrm>
              <a:custGeom>
                <a:avLst/>
                <a:gdLst/>
                <a:ahLst/>
                <a:cxnLst>
                  <a:cxn ang="0">
                    <a:pos x="0" y="0"/>
                  </a:cxn>
                  <a:cxn ang="0">
                    <a:pos x="0" y="0"/>
                  </a:cxn>
                  <a:cxn ang="0">
                    <a:pos x="0" y="0"/>
                  </a:cxn>
                  <a:cxn ang="0">
                    <a:pos x="0" y="0"/>
                  </a:cxn>
                  <a:cxn ang="0">
                    <a:pos x="0" y="0"/>
                  </a:cxn>
                </a:cxnLst>
                <a:pathLst>
                  <a:path w="1155" h="336">
                    <a:moveTo>
                      <a:pt x="0" y="0"/>
                    </a:moveTo>
                    <a:lnTo>
                      <a:pt x="1134" y="336"/>
                    </a:lnTo>
                    <a:lnTo>
                      <a:pt x="1155" y="328"/>
                    </a:lnTo>
                    <a:lnTo>
                      <a:pt x="34" y="0"/>
                    </a:lnTo>
                    <a:lnTo>
                      <a:pt x="0" y="0"/>
                    </a:lnTo>
                    <a:close/>
                  </a:path>
                </a:pathLst>
              </a:custGeom>
              <a:solidFill>
                <a:srgbClr val="000000">
                  <a:alpha val="100000"/>
                </a:srgbClr>
              </a:solidFill>
              <a:ln w="9525">
                <a:noFill/>
              </a:ln>
            </p:spPr>
            <p:txBody>
              <a:bodyPr/>
              <a:p>
                <a:endParaRPr lang="zh-CN" altLang="en-US"/>
              </a:p>
            </p:txBody>
          </p:sp>
        </p:grpSp>
        <p:sp>
          <p:nvSpPr>
            <p:cNvPr id="146330" name="Freeform 291"/>
            <p:cNvSpPr/>
            <p:nvPr/>
          </p:nvSpPr>
          <p:spPr>
            <a:xfrm flipV="1">
              <a:off x="1740" y="3512"/>
              <a:ext cx="391" cy="27"/>
            </a:xfrm>
            <a:custGeom>
              <a:avLst/>
              <a:gdLst/>
              <a:ahLst/>
              <a:cxnLst>
                <a:cxn ang="0">
                  <a:pos x="0" y="0"/>
                </a:cxn>
                <a:cxn ang="0">
                  <a:pos x="0" y="0"/>
                </a:cxn>
                <a:cxn ang="0">
                  <a:pos x="5" y="0"/>
                </a:cxn>
                <a:cxn ang="0">
                  <a:pos x="5" y="0"/>
                </a:cxn>
              </a:cxnLst>
              <a:pathLst>
                <a:path w="720" h="56">
                  <a:moveTo>
                    <a:pt x="0" y="0"/>
                  </a:moveTo>
                  <a:lnTo>
                    <a:pt x="0" y="56"/>
                  </a:lnTo>
                  <a:lnTo>
                    <a:pt x="720" y="56"/>
                  </a:lnTo>
                  <a:lnTo>
                    <a:pt x="720" y="8"/>
                  </a:lnTo>
                </a:path>
              </a:pathLst>
            </a:custGeom>
            <a:noFill/>
            <a:ln w="12700" cap="flat" cmpd="sng">
              <a:solidFill>
                <a:schemeClr val="tx1">
                  <a:alpha val="100000"/>
                </a:schemeClr>
              </a:solidFill>
              <a:prstDash val="solid"/>
              <a:round/>
              <a:headEnd type="none" w="med" len="med"/>
              <a:tailEnd type="none" w="med" len="med"/>
            </a:ln>
          </p:spPr>
          <p:txBody>
            <a:bodyPr/>
            <a:p>
              <a:endParaRPr lang="zh-CN" altLang="en-US"/>
            </a:p>
          </p:txBody>
        </p:sp>
        <p:sp>
          <p:nvSpPr>
            <p:cNvPr id="146331" name="Line 292"/>
            <p:cNvSpPr/>
            <p:nvPr/>
          </p:nvSpPr>
          <p:spPr>
            <a:xfrm>
              <a:off x="1932" y="3451"/>
              <a:ext cx="0" cy="60"/>
            </a:xfrm>
            <a:prstGeom prst="line">
              <a:avLst/>
            </a:prstGeom>
            <a:ln w="19050" cap="flat" cmpd="sng">
              <a:solidFill>
                <a:schemeClr val="tx1"/>
              </a:solidFill>
              <a:prstDash val="solid"/>
              <a:headEnd type="none" w="med" len="med"/>
              <a:tailEnd type="none" w="med" len="med"/>
            </a:ln>
          </p:spPr>
        </p:sp>
        <p:grpSp>
          <p:nvGrpSpPr>
            <p:cNvPr id="146332" name="Group 293"/>
            <p:cNvGrpSpPr/>
            <p:nvPr/>
          </p:nvGrpSpPr>
          <p:grpSpPr>
            <a:xfrm>
              <a:off x="1791" y="3364"/>
              <a:ext cx="275" cy="118"/>
              <a:chOff x="3600" y="219"/>
              <a:chExt cx="360" cy="175"/>
            </a:xfrm>
          </p:grpSpPr>
          <p:sp>
            <p:nvSpPr>
              <p:cNvPr id="146333" name="Oval 294"/>
              <p:cNvSpPr/>
              <p:nvPr/>
            </p:nvSpPr>
            <p:spPr>
              <a:xfrm>
                <a:off x="3603" y="297"/>
                <a:ext cx="357" cy="97"/>
              </a:xfrm>
              <a:prstGeom prst="ellipse">
                <a:avLst/>
              </a:prstGeom>
              <a:solidFill>
                <a:srgbClr val="FF0000"/>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46334" name="Line 295"/>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146335" name="Line 296"/>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146336" name="Rectangle 297"/>
              <p:cNvSpPr/>
              <p:nvPr/>
            </p:nvSpPr>
            <p:spPr>
              <a:xfrm>
                <a:off x="3603" y="289"/>
                <a:ext cx="354" cy="59"/>
              </a:xfrm>
              <a:prstGeom prst="rect">
                <a:avLst/>
              </a:prstGeom>
              <a:solidFill>
                <a:srgbClr val="FF0000"/>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46337" name="Oval 298"/>
              <p:cNvSpPr/>
              <p:nvPr/>
            </p:nvSpPr>
            <p:spPr>
              <a:xfrm>
                <a:off x="3600" y="219"/>
                <a:ext cx="357" cy="113"/>
              </a:xfrm>
              <a:prstGeom prst="ellipse">
                <a:avLst/>
              </a:prstGeom>
              <a:solidFill>
                <a:srgbClr val="FF0000"/>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46338" name="Group 299"/>
              <p:cNvGrpSpPr/>
              <p:nvPr/>
            </p:nvGrpSpPr>
            <p:grpSpPr>
              <a:xfrm>
                <a:off x="3686" y="244"/>
                <a:ext cx="177" cy="66"/>
                <a:chOff x="2848" y="848"/>
                <a:chExt cx="140" cy="98"/>
              </a:xfrm>
            </p:grpSpPr>
            <p:sp>
              <p:nvSpPr>
                <p:cNvPr id="146343" name="Line 300"/>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46344" name="Line 301"/>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46345" name="Line 302"/>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146339" name="Group 303"/>
              <p:cNvGrpSpPr/>
              <p:nvPr/>
            </p:nvGrpSpPr>
            <p:grpSpPr>
              <a:xfrm flipV="1">
                <a:off x="3686" y="243"/>
                <a:ext cx="177" cy="66"/>
                <a:chOff x="2848" y="848"/>
                <a:chExt cx="140" cy="98"/>
              </a:xfrm>
            </p:grpSpPr>
            <p:sp>
              <p:nvSpPr>
                <p:cNvPr id="146340" name="Line 304"/>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46341" name="Line 305"/>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46342" name="Line 306"/>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grpSp>
        <p:nvGrpSpPr>
          <p:cNvPr id="145423" name="Group 307"/>
          <p:cNvGrpSpPr/>
          <p:nvPr/>
        </p:nvGrpSpPr>
        <p:grpSpPr>
          <a:xfrm>
            <a:off x="2986088" y="5116513"/>
            <a:ext cx="922337" cy="676275"/>
            <a:chOff x="2408" y="3183"/>
            <a:chExt cx="581" cy="426"/>
          </a:xfrm>
        </p:grpSpPr>
        <p:grpSp>
          <p:nvGrpSpPr>
            <p:cNvPr id="146231" name="Group 308"/>
            <p:cNvGrpSpPr/>
            <p:nvPr/>
          </p:nvGrpSpPr>
          <p:grpSpPr>
            <a:xfrm>
              <a:off x="2517" y="3459"/>
              <a:ext cx="176" cy="150"/>
              <a:chOff x="4765" y="1531"/>
              <a:chExt cx="312" cy="261"/>
            </a:xfrm>
          </p:grpSpPr>
          <p:sp>
            <p:nvSpPr>
              <p:cNvPr id="146289" name="AutoShape 309"/>
              <p:cNvSpPr>
                <a:spLocks noChangeAspect="1" noTextEdit="1"/>
              </p:cNvSpPr>
              <p:nvPr/>
            </p:nvSpPr>
            <p:spPr>
              <a:xfrm>
                <a:off x="4765" y="1531"/>
                <a:ext cx="312" cy="260"/>
              </a:xfrm>
              <a:prstGeom prst="rect">
                <a:avLst/>
              </a:prstGeom>
              <a:noFill/>
              <a:ln w="9525">
                <a:noFill/>
              </a:ln>
            </p:spPr>
            <p:txBody>
              <a:bodyPr/>
              <a:p>
                <a:endParaRPr lang="zh-CN" altLang="en-US"/>
              </a:p>
            </p:txBody>
          </p:sp>
          <p:sp>
            <p:nvSpPr>
              <p:cNvPr id="146290" name="Freeform 310"/>
              <p:cNvSpPr/>
              <p:nvPr/>
            </p:nvSpPr>
            <p:spPr>
              <a:xfrm>
                <a:off x="4765" y="1534"/>
                <a:ext cx="307" cy="25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150" h="1804">
                    <a:moveTo>
                      <a:pt x="582" y="239"/>
                    </a:moveTo>
                    <a:lnTo>
                      <a:pt x="606" y="129"/>
                    </a:lnTo>
                    <a:lnTo>
                      <a:pt x="607" y="129"/>
                    </a:lnTo>
                    <a:lnTo>
                      <a:pt x="611" y="128"/>
                    </a:lnTo>
                    <a:lnTo>
                      <a:pt x="616" y="125"/>
                    </a:lnTo>
                    <a:lnTo>
                      <a:pt x="623" y="123"/>
                    </a:lnTo>
                    <a:lnTo>
                      <a:pt x="633" y="120"/>
                    </a:lnTo>
                    <a:lnTo>
                      <a:pt x="645" y="115"/>
                    </a:lnTo>
                    <a:lnTo>
                      <a:pt x="659" y="112"/>
                    </a:lnTo>
                    <a:lnTo>
                      <a:pt x="676" y="107"/>
                    </a:lnTo>
                    <a:lnTo>
                      <a:pt x="694" y="101"/>
                    </a:lnTo>
                    <a:lnTo>
                      <a:pt x="715" y="95"/>
                    </a:lnTo>
                    <a:lnTo>
                      <a:pt x="738" y="90"/>
                    </a:lnTo>
                    <a:lnTo>
                      <a:pt x="763" y="84"/>
                    </a:lnTo>
                    <a:lnTo>
                      <a:pt x="790" y="78"/>
                    </a:lnTo>
                    <a:lnTo>
                      <a:pt x="820" y="71"/>
                    </a:lnTo>
                    <a:lnTo>
                      <a:pt x="852" y="64"/>
                    </a:lnTo>
                    <a:lnTo>
                      <a:pt x="886" y="59"/>
                    </a:lnTo>
                    <a:lnTo>
                      <a:pt x="922" y="52"/>
                    </a:lnTo>
                    <a:lnTo>
                      <a:pt x="961" y="46"/>
                    </a:lnTo>
                    <a:lnTo>
                      <a:pt x="1002" y="40"/>
                    </a:lnTo>
                    <a:lnTo>
                      <a:pt x="1044" y="35"/>
                    </a:lnTo>
                    <a:lnTo>
                      <a:pt x="1090" y="29"/>
                    </a:lnTo>
                    <a:lnTo>
                      <a:pt x="1138" y="23"/>
                    </a:lnTo>
                    <a:lnTo>
                      <a:pt x="1187" y="18"/>
                    </a:lnTo>
                    <a:lnTo>
                      <a:pt x="1240" y="14"/>
                    </a:lnTo>
                    <a:lnTo>
                      <a:pt x="1294" y="10"/>
                    </a:lnTo>
                    <a:lnTo>
                      <a:pt x="1350" y="7"/>
                    </a:lnTo>
                    <a:lnTo>
                      <a:pt x="1410" y="4"/>
                    </a:lnTo>
                    <a:lnTo>
                      <a:pt x="1470" y="1"/>
                    </a:lnTo>
                    <a:lnTo>
                      <a:pt x="1535" y="0"/>
                    </a:lnTo>
                    <a:lnTo>
                      <a:pt x="1601" y="0"/>
                    </a:lnTo>
                    <a:lnTo>
                      <a:pt x="1668" y="0"/>
                    </a:lnTo>
                    <a:lnTo>
                      <a:pt x="1739" y="1"/>
                    </a:lnTo>
                    <a:lnTo>
                      <a:pt x="1816" y="44"/>
                    </a:lnTo>
                    <a:lnTo>
                      <a:pt x="1799" y="248"/>
                    </a:lnTo>
                    <a:lnTo>
                      <a:pt x="1804" y="251"/>
                    </a:lnTo>
                    <a:lnTo>
                      <a:pt x="1820" y="259"/>
                    </a:lnTo>
                    <a:lnTo>
                      <a:pt x="1842" y="272"/>
                    </a:lnTo>
                    <a:lnTo>
                      <a:pt x="1868" y="292"/>
                    </a:lnTo>
                    <a:lnTo>
                      <a:pt x="1896" y="318"/>
                    </a:lnTo>
                    <a:lnTo>
                      <a:pt x="1920" y="351"/>
                    </a:lnTo>
                    <a:lnTo>
                      <a:pt x="1939" y="390"/>
                    </a:lnTo>
                    <a:lnTo>
                      <a:pt x="1951" y="436"/>
                    </a:lnTo>
                    <a:lnTo>
                      <a:pt x="2125" y="593"/>
                    </a:lnTo>
                    <a:lnTo>
                      <a:pt x="2078" y="1009"/>
                    </a:lnTo>
                    <a:lnTo>
                      <a:pt x="1799" y="1149"/>
                    </a:lnTo>
                    <a:lnTo>
                      <a:pt x="2129" y="1247"/>
                    </a:lnTo>
                    <a:lnTo>
                      <a:pt x="2131" y="1251"/>
                    </a:lnTo>
                    <a:lnTo>
                      <a:pt x="2137" y="1264"/>
                    </a:lnTo>
                    <a:lnTo>
                      <a:pt x="2143" y="1284"/>
                    </a:lnTo>
                    <a:lnTo>
                      <a:pt x="2149" y="1310"/>
                    </a:lnTo>
                    <a:lnTo>
                      <a:pt x="2150" y="1342"/>
                    </a:lnTo>
                    <a:lnTo>
                      <a:pt x="2147" y="1380"/>
                    </a:lnTo>
                    <a:lnTo>
                      <a:pt x="2136" y="1423"/>
                    </a:lnTo>
                    <a:lnTo>
                      <a:pt x="2117" y="1468"/>
                    </a:lnTo>
                    <a:lnTo>
                      <a:pt x="1244" y="1804"/>
                    </a:lnTo>
                    <a:lnTo>
                      <a:pt x="0" y="1413"/>
                    </a:lnTo>
                    <a:lnTo>
                      <a:pt x="22" y="1367"/>
                    </a:lnTo>
                    <a:lnTo>
                      <a:pt x="212" y="1302"/>
                    </a:lnTo>
                    <a:lnTo>
                      <a:pt x="212" y="248"/>
                    </a:lnTo>
                    <a:lnTo>
                      <a:pt x="213" y="247"/>
                    </a:lnTo>
                    <a:lnTo>
                      <a:pt x="217" y="244"/>
                    </a:lnTo>
                    <a:lnTo>
                      <a:pt x="223" y="240"/>
                    </a:lnTo>
                    <a:lnTo>
                      <a:pt x="232" y="234"/>
                    </a:lnTo>
                    <a:lnTo>
                      <a:pt x="245" y="228"/>
                    </a:lnTo>
                    <a:lnTo>
                      <a:pt x="258" y="221"/>
                    </a:lnTo>
                    <a:lnTo>
                      <a:pt x="276" y="214"/>
                    </a:lnTo>
                    <a:lnTo>
                      <a:pt x="294" y="207"/>
                    </a:lnTo>
                    <a:lnTo>
                      <a:pt x="316" y="201"/>
                    </a:lnTo>
                    <a:lnTo>
                      <a:pt x="340" y="197"/>
                    </a:lnTo>
                    <a:lnTo>
                      <a:pt x="366" y="194"/>
                    </a:lnTo>
                    <a:lnTo>
                      <a:pt x="393" y="192"/>
                    </a:lnTo>
                    <a:lnTo>
                      <a:pt x="424" y="193"/>
                    </a:lnTo>
                    <a:lnTo>
                      <a:pt x="457" y="197"/>
                    </a:lnTo>
                    <a:lnTo>
                      <a:pt x="493" y="203"/>
                    </a:lnTo>
                    <a:lnTo>
                      <a:pt x="529" y="214"/>
                    </a:lnTo>
                    <a:lnTo>
                      <a:pt x="582" y="239"/>
                    </a:lnTo>
                    <a:close/>
                  </a:path>
                </a:pathLst>
              </a:custGeom>
              <a:solidFill>
                <a:srgbClr val="DDDDDD">
                  <a:alpha val="100000"/>
                </a:srgbClr>
              </a:solidFill>
              <a:ln w="9525">
                <a:noFill/>
              </a:ln>
            </p:spPr>
            <p:txBody>
              <a:bodyPr/>
              <a:p>
                <a:endParaRPr lang="zh-CN" altLang="en-US"/>
              </a:p>
            </p:txBody>
          </p:sp>
          <p:sp>
            <p:nvSpPr>
              <p:cNvPr id="146291" name="Freeform 311"/>
              <p:cNvSpPr/>
              <p:nvPr/>
            </p:nvSpPr>
            <p:spPr>
              <a:xfrm>
                <a:off x="4882" y="1584"/>
                <a:ext cx="163" cy="11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39" h="778">
                    <a:moveTo>
                      <a:pt x="7" y="587"/>
                    </a:moveTo>
                    <a:lnTo>
                      <a:pt x="0" y="682"/>
                    </a:lnTo>
                    <a:lnTo>
                      <a:pt x="742" y="778"/>
                    </a:lnTo>
                    <a:lnTo>
                      <a:pt x="748" y="775"/>
                    </a:lnTo>
                    <a:lnTo>
                      <a:pt x="763" y="767"/>
                    </a:lnTo>
                    <a:lnTo>
                      <a:pt x="787" y="755"/>
                    </a:lnTo>
                    <a:lnTo>
                      <a:pt x="816" y="737"/>
                    </a:lnTo>
                    <a:lnTo>
                      <a:pt x="852" y="714"/>
                    </a:lnTo>
                    <a:lnTo>
                      <a:pt x="891" y="686"/>
                    </a:lnTo>
                    <a:lnTo>
                      <a:pt x="932" y="652"/>
                    </a:lnTo>
                    <a:lnTo>
                      <a:pt x="973" y="613"/>
                    </a:lnTo>
                    <a:lnTo>
                      <a:pt x="1013" y="570"/>
                    </a:lnTo>
                    <a:lnTo>
                      <a:pt x="1051" y="521"/>
                    </a:lnTo>
                    <a:lnTo>
                      <a:pt x="1083" y="466"/>
                    </a:lnTo>
                    <a:lnTo>
                      <a:pt x="1109" y="406"/>
                    </a:lnTo>
                    <a:lnTo>
                      <a:pt x="1129" y="342"/>
                    </a:lnTo>
                    <a:lnTo>
                      <a:pt x="1139" y="271"/>
                    </a:lnTo>
                    <a:lnTo>
                      <a:pt x="1138" y="196"/>
                    </a:lnTo>
                    <a:lnTo>
                      <a:pt x="1124" y="115"/>
                    </a:lnTo>
                    <a:lnTo>
                      <a:pt x="1122" y="110"/>
                    </a:lnTo>
                    <a:lnTo>
                      <a:pt x="1115" y="97"/>
                    </a:lnTo>
                    <a:lnTo>
                      <a:pt x="1102" y="80"/>
                    </a:lnTo>
                    <a:lnTo>
                      <a:pt x="1086" y="59"/>
                    </a:lnTo>
                    <a:lnTo>
                      <a:pt x="1066" y="39"/>
                    </a:lnTo>
                    <a:lnTo>
                      <a:pt x="1041" y="20"/>
                    </a:lnTo>
                    <a:lnTo>
                      <a:pt x="1011" y="7"/>
                    </a:lnTo>
                    <a:lnTo>
                      <a:pt x="978" y="0"/>
                    </a:lnTo>
                    <a:lnTo>
                      <a:pt x="982" y="12"/>
                    </a:lnTo>
                    <a:lnTo>
                      <a:pt x="994" y="46"/>
                    </a:lnTo>
                    <a:lnTo>
                      <a:pt x="1007" y="100"/>
                    </a:lnTo>
                    <a:lnTo>
                      <a:pt x="1019" y="169"/>
                    </a:lnTo>
                    <a:lnTo>
                      <a:pt x="1022" y="252"/>
                    </a:lnTo>
                    <a:lnTo>
                      <a:pt x="1013" y="344"/>
                    </a:lnTo>
                    <a:lnTo>
                      <a:pt x="987" y="444"/>
                    </a:lnTo>
                    <a:lnTo>
                      <a:pt x="940" y="549"/>
                    </a:lnTo>
                    <a:lnTo>
                      <a:pt x="939" y="550"/>
                    </a:lnTo>
                    <a:lnTo>
                      <a:pt x="934" y="553"/>
                    </a:lnTo>
                    <a:lnTo>
                      <a:pt x="927" y="559"/>
                    </a:lnTo>
                    <a:lnTo>
                      <a:pt x="917" y="567"/>
                    </a:lnTo>
                    <a:lnTo>
                      <a:pt x="904" y="575"/>
                    </a:lnTo>
                    <a:lnTo>
                      <a:pt x="890" y="585"/>
                    </a:lnTo>
                    <a:lnTo>
                      <a:pt x="871" y="594"/>
                    </a:lnTo>
                    <a:lnTo>
                      <a:pt x="851" y="603"/>
                    </a:lnTo>
                    <a:lnTo>
                      <a:pt x="828" y="611"/>
                    </a:lnTo>
                    <a:lnTo>
                      <a:pt x="802" y="619"/>
                    </a:lnTo>
                    <a:lnTo>
                      <a:pt x="773" y="625"/>
                    </a:lnTo>
                    <a:lnTo>
                      <a:pt x="741" y="629"/>
                    </a:lnTo>
                    <a:lnTo>
                      <a:pt x="708" y="630"/>
                    </a:lnTo>
                    <a:lnTo>
                      <a:pt x="671" y="629"/>
                    </a:lnTo>
                    <a:lnTo>
                      <a:pt x="631" y="626"/>
                    </a:lnTo>
                    <a:lnTo>
                      <a:pt x="590" y="618"/>
                    </a:lnTo>
                    <a:lnTo>
                      <a:pt x="590" y="720"/>
                    </a:lnTo>
                    <a:lnTo>
                      <a:pt x="26" y="663"/>
                    </a:lnTo>
                    <a:lnTo>
                      <a:pt x="7" y="587"/>
                    </a:lnTo>
                    <a:close/>
                  </a:path>
                </a:pathLst>
              </a:custGeom>
              <a:solidFill>
                <a:schemeClr val="bg2">
                  <a:alpha val="100000"/>
                </a:schemeClr>
              </a:solidFill>
              <a:ln w="9525">
                <a:noFill/>
              </a:ln>
            </p:spPr>
            <p:txBody>
              <a:bodyPr/>
              <a:p>
                <a:endParaRPr lang="zh-CN" altLang="en-US"/>
              </a:p>
            </p:txBody>
          </p:sp>
          <p:sp>
            <p:nvSpPr>
              <p:cNvPr id="146292" name="Freeform 312"/>
              <p:cNvSpPr/>
              <p:nvPr/>
            </p:nvSpPr>
            <p:spPr>
              <a:xfrm>
                <a:off x="4862" y="1693"/>
                <a:ext cx="119" cy="38"/>
              </a:xfrm>
              <a:custGeom>
                <a:avLst/>
                <a:gdLst/>
                <a:ahLst/>
                <a:cxnLst>
                  <a:cxn ang="0">
                    <a:pos x="0" y="0"/>
                  </a:cxn>
                  <a:cxn ang="0">
                    <a:pos x="0" y="0"/>
                  </a:cxn>
                  <a:cxn ang="0">
                    <a:pos x="0" y="0"/>
                  </a:cxn>
                  <a:cxn ang="0">
                    <a:pos x="0" y="0"/>
                  </a:cxn>
                  <a:cxn ang="0">
                    <a:pos x="0" y="0"/>
                  </a:cxn>
                </a:cxnLst>
                <a:pathLst>
                  <a:path w="837" h="269">
                    <a:moveTo>
                      <a:pt x="837" y="96"/>
                    </a:moveTo>
                    <a:lnTo>
                      <a:pt x="12" y="0"/>
                    </a:lnTo>
                    <a:lnTo>
                      <a:pt x="0" y="96"/>
                    </a:lnTo>
                    <a:lnTo>
                      <a:pt x="812" y="269"/>
                    </a:lnTo>
                    <a:lnTo>
                      <a:pt x="837" y="96"/>
                    </a:lnTo>
                    <a:close/>
                  </a:path>
                </a:pathLst>
              </a:custGeom>
              <a:solidFill>
                <a:schemeClr val="bg2">
                  <a:alpha val="100000"/>
                </a:schemeClr>
              </a:solidFill>
              <a:ln w="9525">
                <a:noFill/>
              </a:ln>
            </p:spPr>
            <p:txBody>
              <a:bodyPr/>
              <a:p>
                <a:endParaRPr lang="zh-CN" altLang="en-US"/>
              </a:p>
            </p:txBody>
          </p:sp>
          <p:sp>
            <p:nvSpPr>
              <p:cNvPr id="146293" name="Freeform 313"/>
              <p:cNvSpPr/>
              <p:nvPr/>
            </p:nvSpPr>
            <p:spPr>
              <a:xfrm>
                <a:off x="4921" y="1705"/>
                <a:ext cx="51" cy="18"/>
              </a:xfrm>
              <a:custGeom>
                <a:avLst/>
                <a:gdLst/>
                <a:ahLst/>
                <a:cxnLst>
                  <a:cxn ang="0">
                    <a:pos x="0" y="0"/>
                  </a:cxn>
                  <a:cxn ang="0">
                    <a:pos x="0" y="0"/>
                  </a:cxn>
                  <a:cxn ang="0">
                    <a:pos x="0" y="0"/>
                  </a:cxn>
                  <a:cxn ang="0">
                    <a:pos x="0" y="0"/>
                  </a:cxn>
                  <a:cxn ang="0">
                    <a:pos x="0" y="0"/>
                  </a:cxn>
                </a:cxnLst>
                <a:pathLst>
                  <a:path w="358" h="122">
                    <a:moveTo>
                      <a:pt x="358" y="53"/>
                    </a:moveTo>
                    <a:lnTo>
                      <a:pt x="5" y="0"/>
                    </a:lnTo>
                    <a:lnTo>
                      <a:pt x="0" y="51"/>
                    </a:lnTo>
                    <a:lnTo>
                      <a:pt x="348" y="122"/>
                    </a:lnTo>
                    <a:lnTo>
                      <a:pt x="358" y="53"/>
                    </a:lnTo>
                    <a:close/>
                  </a:path>
                </a:pathLst>
              </a:custGeom>
              <a:solidFill>
                <a:schemeClr val="folHlink">
                  <a:alpha val="100000"/>
                </a:schemeClr>
              </a:solidFill>
              <a:ln w="9525">
                <a:noFill/>
              </a:ln>
            </p:spPr>
            <p:txBody>
              <a:bodyPr/>
              <a:p>
                <a:endParaRPr lang="zh-CN" altLang="en-US"/>
              </a:p>
            </p:txBody>
          </p:sp>
          <p:sp>
            <p:nvSpPr>
              <p:cNvPr id="146294" name="Freeform 314"/>
              <p:cNvSpPr/>
              <p:nvPr/>
            </p:nvSpPr>
            <p:spPr>
              <a:xfrm>
                <a:off x="4869" y="1696"/>
                <a:ext cx="34" cy="13"/>
              </a:xfrm>
              <a:custGeom>
                <a:avLst/>
                <a:gdLst/>
                <a:ahLst/>
                <a:cxnLst>
                  <a:cxn ang="0">
                    <a:pos x="0" y="0"/>
                  </a:cxn>
                  <a:cxn ang="0">
                    <a:pos x="0" y="0"/>
                  </a:cxn>
                  <a:cxn ang="0">
                    <a:pos x="0" y="0"/>
                  </a:cxn>
                  <a:cxn ang="0">
                    <a:pos x="0" y="0"/>
                  </a:cxn>
                  <a:cxn ang="0">
                    <a:pos x="0" y="0"/>
                  </a:cxn>
                </a:cxnLst>
                <a:pathLst>
                  <a:path w="239" h="91">
                    <a:moveTo>
                      <a:pt x="239" y="42"/>
                    </a:moveTo>
                    <a:lnTo>
                      <a:pt x="0" y="0"/>
                    </a:lnTo>
                    <a:lnTo>
                      <a:pt x="2" y="44"/>
                    </a:lnTo>
                    <a:lnTo>
                      <a:pt x="231" y="91"/>
                    </a:lnTo>
                    <a:lnTo>
                      <a:pt x="239" y="42"/>
                    </a:lnTo>
                    <a:close/>
                  </a:path>
                </a:pathLst>
              </a:custGeom>
              <a:solidFill>
                <a:schemeClr val="folHlink">
                  <a:alpha val="100000"/>
                </a:schemeClr>
              </a:solidFill>
              <a:ln w="9525">
                <a:noFill/>
              </a:ln>
            </p:spPr>
            <p:txBody>
              <a:bodyPr/>
              <a:p>
                <a:endParaRPr lang="zh-CN" altLang="en-US"/>
              </a:p>
            </p:txBody>
          </p:sp>
          <p:sp>
            <p:nvSpPr>
              <p:cNvPr id="146295" name="Freeform 315"/>
              <p:cNvSpPr/>
              <p:nvPr/>
            </p:nvSpPr>
            <p:spPr>
              <a:xfrm>
                <a:off x="4783" y="1709"/>
                <a:ext cx="202" cy="67"/>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409" h="466">
                    <a:moveTo>
                      <a:pt x="0" y="140"/>
                    </a:moveTo>
                    <a:lnTo>
                      <a:pt x="4" y="140"/>
                    </a:lnTo>
                    <a:lnTo>
                      <a:pt x="12" y="138"/>
                    </a:lnTo>
                    <a:lnTo>
                      <a:pt x="27" y="135"/>
                    </a:lnTo>
                    <a:lnTo>
                      <a:pt x="45" y="132"/>
                    </a:lnTo>
                    <a:lnTo>
                      <a:pt x="67" y="128"/>
                    </a:lnTo>
                    <a:lnTo>
                      <a:pt x="92" y="123"/>
                    </a:lnTo>
                    <a:lnTo>
                      <a:pt x="120" y="116"/>
                    </a:lnTo>
                    <a:lnTo>
                      <a:pt x="150" y="108"/>
                    </a:lnTo>
                    <a:lnTo>
                      <a:pt x="181" y="100"/>
                    </a:lnTo>
                    <a:lnTo>
                      <a:pt x="212" y="89"/>
                    </a:lnTo>
                    <a:lnTo>
                      <a:pt x="243" y="78"/>
                    </a:lnTo>
                    <a:lnTo>
                      <a:pt x="273" y="65"/>
                    </a:lnTo>
                    <a:lnTo>
                      <a:pt x="303" y="50"/>
                    </a:lnTo>
                    <a:lnTo>
                      <a:pt x="330" y="35"/>
                    </a:lnTo>
                    <a:lnTo>
                      <a:pt x="355" y="18"/>
                    </a:lnTo>
                    <a:lnTo>
                      <a:pt x="375" y="0"/>
                    </a:lnTo>
                    <a:lnTo>
                      <a:pt x="1409" y="236"/>
                    </a:lnTo>
                    <a:lnTo>
                      <a:pt x="1407" y="239"/>
                    </a:lnTo>
                    <a:lnTo>
                      <a:pt x="1401" y="245"/>
                    </a:lnTo>
                    <a:lnTo>
                      <a:pt x="1392" y="254"/>
                    </a:lnTo>
                    <a:lnTo>
                      <a:pt x="1379" y="265"/>
                    </a:lnTo>
                    <a:lnTo>
                      <a:pt x="1363" y="279"/>
                    </a:lnTo>
                    <a:lnTo>
                      <a:pt x="1345" y="295"/>
                    </a:lnTo>
                    <a:lnTo>
                      <a:pt x="1325" y="313"/>
                    </a:lnTo>
                    <a:lnTo>
                      <a:pt x="1303" y="332"/>
                    </a:lnTo>
                    <a:lnTo>
                      <a:pt x="1279" y="351"/>
                    </a:lnTo>
                    <a:lnTo>
                      <a:pt x="1253" y="371"/>
                    </a:lnTo>
                    <a:lnTo>
                      <a:pt x="1227" y="390"/>
                    </a:lnTo>
                    <a:lnTo>
                      <a:pt x="1200" y="409"/>
                    </a:lnTo>
                    <a:lnTo>
                      <a:pt x="1172" y="426"/>
                    </a:lnTo>
                    <a:lnTo>
                      <a:pt x="1145" y="441"/>
                    </a:lnTo>
                    <a:lnTo>
                      <a:pt x="1117" y="455"/>
                    </a:lnTo>
                    <a:lnTo>
                      <a:pt x="1091" y="466"/>
                    </a:lnTo>
                    <a:lnTo>
                      <a:pt x="0" y="140"/>
                    </a:lnTo>
                    <a:close/>
                  </a:path>
                </a:pathLst>
              </a:custGeom>
              <a:solidFill>
                <a:schemeClr val="bg2">
                  <a:alpha val="100000"/>
                </a:schemeClr>
              </a:solidFill>
              <a:ln w="9525">
                <a:noFill/>
              </a:ln>
            </p:spPr>
            <p:txBody>
              <a:bodyPr/>
              <a:p>
                <a:endParaRPr lang="zh-CN" altLang="en-US"/>
              </a:p>
            </p:txBody>
          </p:sp>
          <p:sp>
            <p:nvSpPr>
              <p:cNvPr id="146296" name="Freeform 316"/>
              <p:cNvSpPr/>
              <p:nvPr/>
            </p:nvSpPr>
            <p:spPr>
              <a:xfrm>
                <a:off x="4984" y="1702"/>
                <a:ext cx="72" cy="32"/>
              </a:xfrm>
              <a:custGeom>
                <a:avLst/>
                <a:gdLst/>
                <a:ahLst/>
                <a:cxnLst>
                  <a:cxn ang="0">
                    <a:pos x="0" y="0"/>
                  </a:cxn>
                  <a:cxn ang="0">
                    <a:pos x="0" y="0"/>
                  </a:cxn>
                  <a:cxn ang="0">
                    <a:pos x="0" y="0"/>
                  </a:cxn>
                  <a:cxn ang="0">
                    <a:pos x="0" y="0"/>
                  </a:cxn>
                  <a:cxn ang="0">
                    <a:pos x="0" y="0"/>
                  </a:cxn>
                  <a:cxn ang="0">
                    <a:pos x="0" y="0"/>
                  </a:cxn>
                </a:cxnLst>
                <a:pathLst>
                  <a:path w="502" h="223">
                    <a:moveTo>
                      <a:pt x="51" y="223"/>
                    </a:moveTo>
                    <a:lnTo>
                      <a:pt x="502" y="90"/>
                    </a:lnTo>
                    <a:lnTo>
                      <a:pt x="229" y="0"/>
                    </a:lnTo>
                    <a:lnTo>
                      <a:pt x="6" y="26"/>
                    </a:lnTo>
                    <a:lnTo>
                      <a:pt x="0" y="211"/>
                    </a:lnTo>
                    <a:lnTo>
                      <a:pt x="51" y="223"/>
                    </a:lnTo>
                    <a:close/>
                  </a:path>
                </a:pathLst>
              </a:custGeom>
              <a:solidFill>
                <a:schemeClr val="bg2">
                  <a:alpha val="100000"/>
                </a:schemeClr>
              </a:solidFill>
              <a:ln w="9525">
                <a:noFill/>
              </a:ln>
            </p:spPr>
            <p:txBody>
              <a:bodyPr/>
              <a:p>
                <a:endParaRPr lang="zh-CN" altLang="en-US"/>
              </a:p>
            </p:txBody>
          </p:sp>
          <p:sp>
            <p:nvSpPr>
              <p:cNvPr id="146297" name="Freeform 317"/>
              <p:cNvSpPr/>
              <p:nvPr/>
            </p:nvSpPr>
            <p:spPr>
              <a:xfrm>
                <a:off x="4799" y="1565"/>
                <a:ext cx="38" cy="152"/>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67" h="1064">
                    <a:moveTo>
                      <a:pt x="267" y="26"/>
                    </a:moveTo>
                    <a:lnTo>
                      <a:pt x="266" y="24"/>
                    </a:lnTo>
                    <a:lnTo>
                      <a:pt x="262" y="22"/>
                    </a:lnTo>
                    <a:lnTo>
                      <a:pt x="254" y="20"/>
                    </a:lnTo>
                    <a:lnTo>
                      <a:pt x="244" y="16"/>
                    </a:lnTo>
                    <a:lnTo>
                      <a:pt x="232" y="12"/>
                    </a:lnTo>
                    <a:lnTo>
                      <a:pt x="218" y="8"/>
                    </a:lnTo>
                    <a:lnTo>
                      <a:pt x="202" y="5"/>
                    </a:lnTo>
                    <a:lnTo>
                      <a:pt x="184" y="1"/>
                    </a:lnTo>
                    <a:lnTo>
                      <a:pt x="164" y="0"/>
                    </a:lnTo>
                    <a:lnTo>
                      <a:pt x="143" y="0"/>
                    </a:lnTo>
                    <a:lnTo>
                      <a:pt x="121" y="3"/>
                    </a:lnTo>
                    <a:lnTo>
                      <a:pt x="98" y="6"/>
                    </a:lnTo>
                    <a:lnTo>
                      <a:pt x="74" y="13"/>
                    </a:lnTo>
                    <a:lnTo>
                      <a:pt x="50" y="22"/>
                    </a:lnTo>
                    <a:lnTo>
                      <a:pt x="25" y="35"/>
                    </a:lnTo>
                    <a:lnTo>
                      <a:pt x="0" y="51"/>
                    </a:lnTo>
                    <a:lnTo>
                      <a:pt x="0" y="1064"/>
                    </a:lnTo>
                    <a:lnTo>
                      <a:pt x="1" y="1064"/>
                    </a:lnTo>
                    <a:lnTo>
                      <a:pt x="7" y="1064"/>
                    </a:lnTo>
                    <a:lnTo>
                      <a:pt x="15" y="1063"/>
                    </a:lnTo>
                    <a:lnTo>
                      <a:pt x="25" y="1062"/>
                    </a:lnTo>
                    <a:lnTo>
                      <a:pt x="37" y="1060"/>
                    </a:lnTo>
                    <a:lnTo>
                      <a:pt x="52" y="1057"/>
                    </a:lnTo>
                    <a:lnTo>
                      <a:pt x="69" y="1054"/>
                    </a:lnTo>
                    <a:lnTo>
                      <a:pt x="88" y="1049"/>
                    </a:lnTo>
                    <a:lnTo>
                      <a:pt x="108" y="1044"/>
                    </a:lnTo>
                    <a:lnTo>
                      <a:pt x="129" y="1037"/>
                    </a:lnTo>
                    <a:lnTo>
                      <a:pt x="152" y="1029"/>
                    </a:lnTo>
                    <a:lnTo>
                      <a:pt x="175" y="1018"/>
                    </a:lnTo>
                    <a:lnTo>
                      <a:pt x="198" y="1007"/>
                    </a:lnTo>
                    <a:lnTo>
                      <a:pt x="222" y="994"/>
                    </a:lnTo>
                    <a:lnTo>
                      <a:pt x="244" y="979"/>
                    </a:lnTo>
                    <a:lnTo>
                      <a:pt x="267" y="962"/>
                    </a:lnTo>
                    <a:lnTo>
                      <a:pt x="267" y="26"/>
                    </a:lnTo>
                    <a:close/>
                  </a:path>
                </a:pathLst>
              </a:custGeom>
              <a:solidFill>
                <a:schemeClr val="bg2">
                  <a:alpha val="100000"/>
                </a:schemeClr>
              </a:solidFill>
              <a:ln w="9525">
                <a:noFill/>
              </a:ln>
            </p:spPr>
            <p:txBody>
              <a:bodyPr/>
              <a:p>
                <a:endParaRPr lang="zh-CN" altLang="en-US"/>
              </a:p>
            </p:txBody>
          </p:sp>
          <p:sp>
            <p:nvSpPr>
              <p:cNvPr id="146298" name="Freeform 318"/>
              <p:cNvSpPr/>
              <p:nvPr/>
            </p:nvSpPr>
            <p:spPr>
              <a:xfrm>
                <a:off x="4800" y="1567"/>
                <a:ext cx="33" cy="12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28" h="898">
                    <a:moveTo>
                      <a:pt x="228" y="21"/>
                    </a:moveTo>
                    <a:lnTo>
                      <a:pt x="227" y="20"/>
                    </a:lnTo>
                    <a:lnTo>
                      <a:pt x="224" y="19"/>
                    </a:lnTo>
                    <a:lnTo>
                      <a:pt x="217" y="17"/>
                    </a:lnTo>
                    <a:lnTo>
                      <a:pt x="209" y="13"/>
                    </a:lnTo>
                    <a:lnTo>
                      <a:pt x="199" y="10"/>
                    </a:lnTo>
                    <a:lnTo>
                      <a:pt x="186" y="6"/>
                    </a:lnTo>
                    <a:lnTo>
                      <a:pt x="172" y="4"/>
                    </a:lnTo>
                    <a:lnTo>
                      <a:pt x="157" y="2"/>
                    </a:lnTo>
                    <a:lnTo>
                      <a:pt x="140" y="0"/>
                    </a:lnTo>
                    <a:lnTo>
                      <a:pt x="122" y="0"/>
                    </a:lnTo>
                    <a:lnTo>
                      <a:pt x="104" y="2"/>
                    </a:lnTo>
                    <a:lnTo>
                      <a:pt x="83" y="5"/>
                    </a:lnTo>
                    <a:lnTo>
                      <a:pt x="64" y="11"/>
                    </a:lnTo>
                    <a:lnTo>
                      <a:pt x="42" y="19"/>
                    </a:lnTo>
                    <a:lnTo>
                      <a:pt x="21" y="29"/>
                    </a:lnTo>
                    <a:lnTo>
                      <a:pt x="0" y="43"/>
                    </a:lnTo>
                    <a:lnTo>
                      <a:pt x="0" y="898"/>
                    </a:lnTo>
                    <a:lnTo>
                      <a:pt x="1" y="898"/>
                    </a:lnTo>
                    <a:lnTo>
                      <a:pt x="5" y="898"/>
                    </a:lnTo>
                    <a:lnTo>
                      <a:pt x="12" y="897"/>
                    </a:lnTo>
                    <a:lnTo>
                      <a:pt x="21" y="896"/>
                    </a:lnTo>
                    <a:lnTo>
                      <a:pt x="32" y="894"/>
                    </a:lnTo>
                    <a:lnTo>
                      <a:pt x="45" y="892"/>
                    </a:lnTo>
                    <a:lnTo>
                      <a:pt x="59" y="889"/>
                    </a:lnTo>
                    <a:lnTo>
                      <a:pt x="75" y="884"/>
                    </a:lnTo>
                    <a:lnTo>
                      <a:pt x="92" y="879"/>
                    </a:lnTo>
                    <a:lnTo>
                      <a:pt x="111" y="874"/>
                    </a:lnTo>
                    <a:lnTo>
                      <a:pt x="130" y="867"/>
                    </a:lnTo>
                    <a:lnTo>
                      <a:pt x="149" y="858"/>
                    </a:lnTo>
                    <a:lnTo>
                      <a:pt x="169" y="848"/>
                    </a:lnTo>
                    <a:lnTo>
                      <a:pt x="190" y="837"/>
                    </a:lnTo>
                    <a:lnTo>
                      <a:pt x="209" y="824"/>
                    </a:lnTo>
                    <a:lnTo>
                      <a:pt x="228" y="809"/>
                    </a:lnTo>
                    <a:lnTo>
                      <a:pt x="228" y="21"/>
                    </a:lnTo>
                    <a:close/>
                  </a:path>
                </a:pathLst>
              </a:custGeom>
              <a:solidFill>
                <a:schemeClr val="bg2">
                  <a:alpha val="100000"/>
                </a:schemeClr>
              </a:solidFill>
              <a:ln w="9525">
                <a:noFill/>
              </a:ln>
            </p:spPr>
            <p:txBody>
              <a:bodyPr/>
              <a:p>
                <a:endParaRPr lang="zh-CN" altLang="en-US"/>
              </a:p>
            </p:txBody>
          </p:sp>
          <p:sp>
            <p:nvSpPr>
              <p:cNvPr id="146299" name="Freeform 319"/>
              <p:cNvSpPr/>
              <p:nvPr/>
            </p:nvSpPr>
            <p:spPr>
              <a:xfrm>
                <a:off x="4801" y="1568"/>
                <a:ext cx="27" cy="104"/>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92" h="729">
                    <a:moveTo>
                      <a:pt x="192" y="17"/>
                    </a:moveTo>
                    <a:lnTo>
                      <a:pt x="191" y="17"/>
                    </a:lnTo>
                    <a:lnTo>
                      <a:pt x="187" y="15"/>
                    </a:lnTo>
                    <a:lnTo>
                      <a:pt x="183" y="12"/>
                    </a:lnTo>
                    <a:lnTo>
                      <a:pt x="176" y="10"/>
                    </a:lnTo>
                    <a:lnTo>
                      <a:pt x="167" y="8"/>
                    </a:lnTo>
                    <a:lnTo>
                      <a:pt x="156" y="4"/>
                    </a:lnTo>
                    <a:lnTo>
                      <a:pt x="145" y="2"/>
                    </a:lnTo>
                    <a:lnTo>
                      <a:pt x="132" y="0"/>
                    </a:lnTo>
                    <a:lnTo>
                      <a:pt x="117" y="0"/>
                    </a:lnTo>
                    <a:lnTo>
                      <a:pt x="102" y="0"/>
                    </a:lnTo>
                    <a:lnTo>
                      <a:pt x="86" y="1"/>
                    </a:lnTo>
                    <a:lnTo>
                      <a:pt x="70" y="3"/>
                    </a:lnTo>
                    <a:lnTo>
                      <a:pt x="53" y="8"/>
                    </a:lnTo>
                    <a:lnTo>
                      <a:pt x="35" y="15"/>
                    </a:lnTo>
                    <a:lnTo>
                      <a:pt x="18" y="24"/>
                    </a:lnTo>
                    <a:lnTo>
                      <a:pt x="0" y="35"/>
                    </a:lnTo>
                    <a:lnTo>
                      <a:pt x="0" y="729"/>
                    </a:lnTo>
                    <a:lnTo>
                      <a:pt x="1" y="729"/>
                    </a:lnTo>
                    <a:lnTo>
                      <a:pt x="4" y="729"/>
                    </a:lnTo>
                    <a:lnTo>
                      <a:pt x="10" y="728"/>
                    </a:lnTo>
                    <a:lnTo>
                      <a:pt x="18" y="727"/>
                    </a:lnTo>
                    <a:lnTo>
                      <a:pt x="27" y="726"/>
                    </a:lnTo>
                    <a:lnTo>
                      <a:pt x="37" y="725"/>
                    </a:lnTo>
                    <a:lnTo>
                      <a:pt x="50" y="721"/>
                    </a:lnTo>
                    <a:lnTo>
                      <a:pt x="64" y="719"/>
                    </a:lnTo>
                    <a:lnTo>
                      <a:pt x="77" y="714"/>
                    </a:lnTo>
                    <a:lnTo>
                      <a:pt x="92" y="710"/>
                    </a:lnTo>
                    <a:lnTo>
                      <a:pt x="108" y="704"/>
                    </a:lnTo>
                    <a:lnTo>
                      <a:pt x="125" y="697"/>
                    </a:lnTo>
                    <a:lnTo>
                      <a:pt x="141" y="689"/>
                    </a:lnTo>
                    <a:lnTo>
                      <a:pt x="159" y="680"/>
                    </a:lnTo>
                    <a:lnTo>
                      <a:pt x="176" y="668"/>
                    </a:lnTo>
                    <a:lnTo>
                      <a:pt x="192" y="657"/>
                    </a:lnTo>
                    <a:lnTo>
                      <a:pt x="192" y="17"/>
                    </a:lnTo>
                    <a:close/>
                  </a:path>
                </a:pathLst>
              </a:custGeom>
              <a:solidFill>
                <a:srgbClr val="DDDDDD">
                  <a:alpha val="100000"/>
                </a:srgbClr>
              </a:solidFill>
              <a:ln w="9525">
                <a:noFill/>
              </a:ln>
            </p:spPr>
            <p:txBody>
              <a:bodyPr/>
              <a:p>
                <a:endParaRPr lang="zh-CN" altLang="en-US"/>
              </a:p>
            </p:txBody>
          </p:sp>
          <p:sp>
            <p:nvSpPr>
              <p:cNvPr id="146300" name="Freeform 320"/>
              <p:cNvSpPr/>
              <p:nvPr/>
            </p:nvSpPr>
            <p:spPr>
              <a:xfrm>
                <a:off x="4802" y="1569"/>
                <a:ext cx="22" cy="8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56" h="564">
                    <a:moveTo>
                      <a:pt x="156" y="15"/>
                    </a:moveTo>
                    <a:lnTo>
                      <a:pt x="153" y="14"/>
                    </a:lnTo>
                    <a:lnTo>
                      <a:pt x="142" y="9"/>
                    </a:lnTo>
                    <a:lnTo>
                      <a:pt x="127" y="4"/>
                    </a:lnTo>
                    <a:lnTo>
                      <a:pt x="108" y="1"/>
                    </a:lnTo>
                    <a:lnTo>
                      <a:pt x="84" y="0"/>
                    </a:lnTo>
                    <a:lnTo>
                      <a:pt x="58" y="3"/>
                    </a:lnTo>
                    <a:lnTo>
                      <a:pt x="29" y="12"/>
                    </a:lnTo>
                    <a:lnTo>
                      <a:pt x="0" y="28"/>
                    </a:lnTo>
                    <a:lnTo>
                      <a:pt x="0" y="564"/>
                    </a:lnTo>
                    <a:lnTo>
                      <a:pt x="4" y="564"/>
                    </a:lnTo>
                    <a:lnTo>
                      <a:pt x="15" y="563"/>
                    </a:lnTo>
                    <a:lnTo>
                      <a:pt x="31" y="560"/>
                    </a:lnTo>
                    <a:lnTo>
                      <a:pt x="52" y="555"/>
                    </a:lnTo>
                    <a:lnTo>
                      <a:pt x="76" y="548"/>
                    </a:lnTo>
                    <a:lnTo>
                      <a:pt x="102" y="537"/>
                    </a:lnTo>
                    <a:lnTo>
                      <a:pt x="128" y="524"/>
                    </a:lnTo>
                    <a:lnTo>
                      <a:pt x="156" y="505"/>
                    </a:lnTo>
                    <a:lnTo>
                      <a:pt x="156" y="15"/>
                    </a:lnTo>
                    <a:close/>
                  </a:path>
                </a:pathLst>
              </a:custGeom>
              <a:solidFill>
                <a:schemeClr val="bg2">
                  <a:alpha val="100000"/>
                </a:schemeClr>
              </a:solidFill>
              <a:ln w="9525">
                <a:noFill/>
              </a:ln>
            </p:spPr>
            <p:txBody>
              <a:bodyPr/>
              <a:p>
                <a:endParaRPr lang="zh-CN" altLang="en-US"/>
              </a:p>
            </p:txBody>
          </p:sp>
          <p:sp>
            <p:nvSpPr>
              <p:cNvPr id="146301" name="Freeform 321"/>
              <p:cNvSpPr/>
              <p:nvPr/>
            </p:nvSpPr>
            <p:spPr>
              <a:xfrm>
                <a:off x="4803" y="1571"/>
                <a:ext cx="17" cy="5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7" h="396">
                    <a:moveTo>
                      <a:pt x="117" y="10"/>
                    </a:moveTo>
                    <a:lnTo>
                      <a:pt x="115" y="9"/>
                    </a:lnTo>
                    <a:lnTo>
                      <a:pt x="107" y="6"/>
                    </a:lnTo>
                    <a:lnTo>
                      <a:pt x="95" y="2"/>
                    </a:lnTo>
                    <a:lnTo>
                      <a:pt x="80" y="0"/>
                    </a:lnTo>
                    <a:lnTo>
                      <a:pt x="63" y="0"/>
                    </a:lnTo>
                    <a:lnTo>
                      <a:pt x="43" y="2"/>
                    </a:lnTo>
                    <a:lnTo>
                      <a:pt x="22" y="9"/>
                    </a:lnTo>
                    <a:lnTo>
                      <a:pt x="0" y="22"/>
                    </a:lnTo>
                    <a:lnTo>
                      <a:pt x="0" y="396"/>
                    </a:lnTo>
                    <a:lnTo>
                      <a:pt x="3" y="396"/>
                    </a:lnTo>
                    <a:lnTo>
                      <a:pt x="11" y="395"/>
                    </a:lnTo>
                    <a:lnTo>
                      <a:pt x="23" y="393"/>
                    </a:lnTo>
                    <a:lnTo>
                      <a:pt x="39" y="389"/>
                    </a:lnTo>
                    <a:lnTo>
                      <a:pt x="58" y="385"/>
                    </a:lnTo>
                    <a:lnTo>
                      <a:pt x="77" y="377"/>
                    </a:lnTo>
                    <a:lnTo>
                      <a:pt x="96" y="365"/>
                    </a:lnTo>
                    <a:lnTo>
                      <a:pt x="117" y="351"/>
                    </a:lnTo>
                    <a:lnTo>
                      <a:pt x="117" y="10"/>
                    </a:lnTo>
                    <a:close/>
                  </a:path>
                </a:pathLst>
              </a:custGeom>
              <a:solidFill>
                <a:schemeClr val="bg2">
                  <a:alpha val="100000"/>
                </a:schemeClr>
              </a:solidFill>
              <a:ln w="9525">
                <a:noFill/>
              </a:ln>
            </p:spPr>
            <p:txBody>
              <a:bodyPr/>
              <a:p>
                <a:endParaRPr lang="zh-CN" altLang="en-US"/>
              </a:p>
            </p:txBody>
          </p:sp>
          <p:sp>
            <p:nvSpPr>
              <p:cNvPr id="146302" name="Freeform 322"/>
              <p:cNvSpPr/>
              <p:nvPr/>
            </p:nvSpPr>
            <p:spPr>
              <a:xfrm>
                <a:off x="4804" y="1572"/>
                <a:ext cx="11" cy="33"/>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80" h="230">
                    <a:moveTo>
                      <a:pt x="80" y="7"/>
                    </a:moveTo>
                    <a:lnTo>
                      <a:pt x="78" y="6"/>
                    </a:lnTo>
                    <a:lnTo>
                      <a:pt x="73" y="5"/>
                    </a:lnTo>
                    <a:lnTo>
                      <a:pt x="65" y="2"/>
                    </a:lnTo>
                    <a:lnTo>
                      <a:pt x="55" y="0"/>
                    </a:lnTo>
                    <a:lnTo>
                      <a:pt x="44" y="0"/>
                    </a:lnTo>
                    <a:lnTo>
                      <a:pt x="30" y="1"/>
                    </a:lnTo>
                    <a:lnTo>
                      <a:pt x="15" y="7"/>
                    </a:lnTo>
                    <a:lnTo>
                      <a:pt x="0" y="15"/>
                    </a:lnTo>
                    <a:lnTo>
                      <a:pt x="0" y="230"/>
                    </a:lnTo>
                    <a:lnTo>
                      <a:pt x="3" y="230"/>
                    </a:lnTo>
                    <a:lnTo>
                      <a:pt x="7" y="229"/>
                    </a:lnTo>
                    <a:lnTo>
                      <a:pt x="16" y="228"/>
                    </a:lnTo>
                    <a:lnTo>
                      <a:pt x="27" y="225"/>
                    </a:lnTo>
                    <a:lnTo>
                      <a:pt x="39" y="222"/>
                    </a:lnTo>
                    <a:lnTo>
                      <a:pt x="53" y="216"/>
                    </a:lnTo>
                    <a:lnTo>
                      <a:pt x="67" y="208"/>
                    </a:lnTo>
                    <a:lnTo>
                      <a:pt x="80" y="199"/>
                    </a:lnTo>
                    <a:lnTo>
                      <a:pt x="80" y="7"/>
                    </a:lnTo>
                    <a:close/>
                  </a:path>
                </a:pathLst>
              </a:custGeom>
              <a:solidFill>
                <a:schemeClr val="bg2">
                  <a:alpha val="100000"/>
                </a:schemeClr>
              </a:solidFill>
              <a:ln w="9525">
                <a:noFill/>
              </a:ln>
            </p:spPr>
            <p:txBody>
              <a:bodyPr/>
              <a:p>
                <a:endParaRPr lang="zh-CN" altLang="en-US"/>
              </a:p>
            </p:txBody>
          </p:sp>
          <p:sp>
            <p:nvSpPr>
              <p:cNvPr id="146303" name="Freeform 323"/>
              <p:cNvSpPr/>
              <p:nvPr/>
            </p:nvSpPr>
            <p:spPr>
              <a:xfrm>
                <a:off x="4942" y="1666"/>
                <a:ext cx="16" cy="17"/>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7" h="117">
                    <a:moveTo>
                      <a:pt x="58" y="117"/>
                    </a:moveTo>
                    <a:lnTo>
                      <a:pt x="70" y="116"/>
                    </a:lnTo>
                    <a:lnTo>
                      <a:pt x="81" y="112"/>
                    </a:lnTo>
                    <a:lnTo>
                      <a:pt x="90" y="106"/>
                    </a:lnTo>
                    <a:lnTo>
                      <a:pt x="100" y="100"/>
                    </a:lnTo>
                    <a:lnTo>
                      <a:pt x="106" y="90"/>
                    </a:lnTo>
                    <a:lnTo>
                      <a:pt x="112" y="81"/>
                    </a:lnTo>
                    <a:lnTo>
                      <a:pt x="116" y="70"/>
                    </a:lnTo>
                    <a:lnTo>
                      <a:pt x="117" y="58"/>
                    </a:lnTo>
                    <a:lnTo>
                      <a:pt x="116" y="46"/>
                    </a:lnTo>
                    <a:lnTo>
                      <a:pt x="112" y="35"/>
                    </a:lnTo>
                    <a:lnTo>
                      <a:pt x="106" y="25"/>
                    </a:lnTo>
                    <a:lnTo>
                      <a:pt x="100" y="17"/>
                    </a:lnTo>
                    <a:lnTo>
                      <a:pt x="90" y="9"/>
                    </a:lnTo>
                    <a:lnTo>
                      <a:pt x="81" y="4"/>
                    </a:lnTo>
                    <a:lnTo>
                      <a:pt x="70" y="1"/>
                    </a:lnTo>
                    <a:lnTo>
                      <a:pt x="58" y="0"/>
                    </a:lnTo>
                    <a:lnTo>
                      <a:pt x="47" y="1"/>
                    </a:lnTo>
                    <a:lnTo>
                      <a:pt x="36" y="4"/>
                    </a:lnTo>
                    <a:lnTo>
                      <a:pt x="26" y="9"/>
                    </a:lnTo>
                    <a:lnTo>
                      <a:pt x="17" y="17"/>
                    </a:lnTo>
                    <a:lnTo>
                      <a:pt x="10" y="25"/>
                    </a:lnTo>
                    <a:lnTo>
                      <a:pt x="5" y="35"/>
                    </a:lnTo>
                    <a:lnTo>
                      <a:pt x="1" y="46"/>
                    </a:lnTo>
                    <a:lnTo>
                      <a:pt x="0" y="58"/>
                    </a:lnTo>
                    <a:lnTo>
                      <a:pt x="1" y="70"/>
                    </a:lnTo>
                    <a:lnTo>
                      <a:pt x="5" y="81"/>
                    </a:lnTo>
                    <a:lnTo>
                      <a:pt x="10" y="90"/>
                    </a:lnTo>
                    <a:lnTo>
                      <a:pt x="17" y="100"/>
                    </a:lnTo>
                    <a:lnTo>
                      <a:pt x="26" y="106"/>
                    </a:lnTo>
                    <a:lnTo>
                      <a:pt x="36" y="112"/>
                    </a:lnTo>
                    <a:lnTo>
                      <a:pt x="47" y="116"/>
                    </a:lnTo>
                    <a:lnTo>
                      <a:pt x="58" y="117"/>
                    </a:lnTo>
                    <a:close/>
                  </a:path>
                </a:pathLst>
              </a:custGeom>
              <a:solidFill>
                <a:schemeClr val="bg2">
                  <a:alpha val="100000"/>
                </a:schemeClr>
              </a:solidFill>
              <a:ln w="9525">
                <a:noFill/>
              </a:ln>
            </p:spPr>
            <p:txBody>
              <a:bodyPr/>
              <a:p>
                <a:endParaRPr lang="zh-CN" altLang="en-US"/>
              </a:p>
            </p:txBody>
          </p:sp>
          <p:sp>
            <p:nvSpPr>
              <p:cNvPr id="146304" name="Freeform 324"/>
              <p:cNvSpPr/>
              <p:nvPr/>
            </p:nvSpPr>
            <p:spPr>
              <a:xfrm>
                <a:off x="4890" y="1666"/>
                <a:ext cx="9" cy="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8" h="59">
                    <a:moveTo>
                      <a:pt x="29" y="59"/>
                    </a:moveTo>
                    <a:lnTo>
                      <a:pt x="40" y="56"/>
                    </a:lnTo>
                    <a:lnTo>
                      <a:pt x="50" y="49"/>
                    </a:lnTo>
                    <a:lnTo>
                      <a:pt x="56" y="40"/>
                    </a:lnTo>
                    <a:lnTo>
                      <a:pt x="58" y="29"/>
                    </a:lnTo>
                    <a:lnTo>
                      <a:pt x="56" y="17"/>
                    </a:lnTo>
                    <a:lnTo>
                      <a:pt x="50" y="8"/>
                    </a:lnTo>
                    <a:lnTo>
                      <a:pt x="40" y="2"/>
                    </a:lnTo>
                    <a:lnTo>
                      <a:pt x="29" y="0"/>
                    </a:lnTo>
                    <a:lnTo>
                      <a:pt x="17" y="2"/>
                    </a:lnTo>
                    <a:lnTo>
                      <a:pt x="8" y="8"/>
                    </a:lnTo>
                    <a:lnTo>
                      <a:pt x="2" y="17"/>
                    </a:lnTo>
                    <a:lnTo>
                      <a:pt x="0" y="29"/>
                    </a:lnTo>
                    <a:lnTo>
                      <a:pt x="2" y="40"/>
                    </a:lnTo>
                    <a:lnTo>
                      <a:pt x="8" y="49"/>
                    </a:lnTo>
                    <a:lnTo>
                      <a:pt x="17" y="56"/>
                    </a:lnTo>
                    <a:lnTo>
                      <a:pt x="29" y="59"/>
                    </a:lnTo>
                    <a:close/>
                  </a:path>
                </a:pathLst>
              </a:custGeom>
              <a:solidFill>
                <a:srgbClr val="FFFFFF">
                  <a:alpha val="100000"/>
                </a:srgbClr>
              </a:solidFill>
              <a:ln w="9525">
                <a:noFill/>
              </a:ln>
            </p:spPr>
            <p:txBody>
              <a:bodyPr/>
              <a:p>
                <a:endParaRPr lang="zh-CN" altLang="en-US"/>
              </a:p>
            </p:txBody>
          </p:sp>
          <p:sp>
            <p:nvSpPr>
              <p:cNvPr id="146305" name="Freeform 325"/>
              <p:cNvSpPr/>
              <p:nvPr/>
            </p:nvSpPr>
            <p:spPr>
              <a:xfrm>
                <a:off x="4905" y="1667"/>
                <a:ext cx="8" cy="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8" h="59">
                    <a:moveTo>
                      <a:pt x="29" y="59"/>
                    </a:moveTo>
                    <a:lnTo>
                      <a:pt x="41" y="57"/>
                    </a:lnTo>
                    <a:lnTo>
                      <a:pt x="50" y="51"/>
                    </a:lnTo>
                    <a:lnTo>
                      <a:pt x="56" y="42"/>
                    </a:lnTo>
                    <a:lnTo>
                      <a:pt x="58" y="30"/>
                    </a:lnTo>
                    <a:lnTo>
                      <a:pt x="56" y="19"/>
                    </a:lnTo>
                    <a:lnTo>
                      <a:pt x="50" y="9"/>
                    </a:lnTo>
                    <a:lnTo>
                      <a:pt x="41" y="3"/>
                    </a:lnTo>
                    <a:lnTo>
                      <a:pt x="29" y="0"/>
                    </a:lnTo>
                    <a:lnTo>
                      <a:pt x="18" y="3"/>
                    </a:lnTo>
                    <a:lnTo>
                      <a:pt x="9" y="9"/>
                    </a:lnTo>
                    <a:lnTo>
                      <a:pt x="2" y="19"/>
                    </a:lnTo>
                    <a:lnTo>
                      <a:pt x="0" y="30"/>
                    </a:lnTo>
                    <a:lnTo>
                      <a:pt x="2" y="42"/>
                    </a:lnTo>
                    <a:lnTo>
                      <a:pt x="9" y="51"/>
                    </a:lnTo>
                    <a:lnTo>
                      <a:pt x="18" y="57"/>
                    </a:lnTo>
                    <a:lnTo>
                      <a:pt x="29" y="59"/>
                    </a:lnTo>
                    <a:close/>
                  </a:path>
                </a:pathLst>
              </a:custGeom>
              <a:solidFill>
                <a:srgbClr val="FFFFFF">
                  <a:alpha val="100000"/>
                </a:srgbClr>
              </a:solidFill>
              <a:ln w="9525">
                <a:noFill/>
              </a:ln>
            </p:spPr>
            <p:txBody>
              <a:bodyPr/>
              <a:p>
                <a:endParaRPr lang="zh-CN" altLang="en-US"/>
              </a:p>
            </p:txBody>
          </p:sp>
          <p:sp>
            <p:nvSpPr>
              <p:cNvPr id="146306" name="Freeform 326"/>
              <p:cNvSpPr/>
              <p:nvPr/>
            </p:nvSpPr>
            <p:spPr>
              <a:xfrm>
                <a:off x="4849" y="1552"/>
                <a:ext cx="23" cy="114"/>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66" h="800">
                    <a:moveTo>
                      <a:pt x="52" y="16"/>
                    </a:moveTo>
                    <a:lnTo>
                      <a:pt x="47" y="32"/>
                    </a:lnTo>
                    <a:lnTo>
                      <a:pt x="36" y="77"/>
                    </a:lnTo>
                    <a:lnTo>
                      <a:pt x="21" y="148"/>
                    </a:lnTo>
                    <a:lnTo>
                      <a:pt x="8" y="244"/>
                    </a:lnTo>
                    <a:lnTo>
                      <a:pt x="0" y="359"/>
                    </a:lnTo>
                    <a:lnTo>
                      <a:pt x="2" y="492"/>
                    </a:lnTo>
                    <a:lnTo>
                      <a:pt x="15" y="640"/>
                    </a:lnTo>
                    <a:lnTo>
                      <a:pt x="46" y="800"/>
                    </a:lnTo>
                    <a:lnTo>
                      <a:pt x="161" y="794"/>
                    </a:lnTo>
                    <a:lnTo>
                      <a:pt x="156" y="770"/>
                    </a:lnTo>
                    <a:lnTo>
                      <a:pt x="145" y="706"/>
                    </a:lnTo>
                    <a:lnTo>
                      <a:pt x="131" y="610"/>
                    </a:lnTo>
                    <a:lnTo>
                      <a:pt x="118" y="493"/>
                    </a:lnTo>
                    <a:lnTo>
                      <a:pt x="111" y="364"/>
                    </a:lnTo>
                    <a:lnTo>
                      <a:pt x="115" y="235"/>
                    </a:lnTo>
                    <a:lnTo>
                      <a:pt x="132" y="113"/>
                    </a:lnTo>
                    <a:lnTo>
                      <a:pt x="166" y="9"/>
                    </a:lnTo>
                    <a:lnTo>
                      <a:pt x="166" y="8"/>
                    </a:lnTo>
                    <a:lnTo>
                      <a:pt x="166" y="6"/>
                    </a:lnTo>
                    <a:lnTo>
                      <a:pt x="164" y="4"/>
                    </a:lnTo>
                    <a:lnTo>
                      <a:pt x="157" y="0"/>
                    </a:lnTo>
                    <a:lnTo>
                      <a:pt x="143" y="0"/>
                    </a:lnTo>
                    <a:lnTo>
                      <a:pt x="123" y="1"/>
                    </a:lnTo>
                    <a:lnTo>
                      <a:pt x="93" y="7"/>
                    </a:lnTo>
                    <a:lnTo>
                      <a:pt x="52" y="16"/>
                    </a:lnTo>
                    <a:close/>
                  </a:path>
                </a:pathLst>
              </a:custGeom>
              <a:solidFill>
                <a:schemeClr val="bg2">
                  <a:alpha val="100000"/>
                </a:schemeClr>
              </a:solidFill>
              <a:ln w="9525">
                <a:noFill/>
              </a:ln>
            </p:spPr>
            <p:txBody>
              <a:bodyPr/>
              <a:p>
                <a:endParaRPr lang="zh-CN" altLang="en-US"/>
              </a:p>
            </p:txBody>
          </p:sp>
          <p:sp>
            <p:nvSpPr>
              <p:cNvPr id="146307" name="Freeform 327"/>
              <p:cNvSpPr/>
              <p:nvPr/>
            </p:nvSpPr>
            <p:spPr>
              <a:xfrm>
                <a:off x="4971" y="1538"/>
                <a:ext cx="32" cy="12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25" h="893">
                    <a:moveTo>
                      <a:pt x="225" y="6"/>
                    </a:moveTo>
                    <a:lnTo>
                      <a:pt x="219" y="12"/>
                    </a:lnTo>
                    <a:lnTo>
                      <a:pt x="204" y="35"/>
                    </a:lnTo>
                    <a:lnTo>
                      <a:pt x="185" y="82"/>
                    </a:lnTo>
                    <a:lnTo>
                      <a:pt x="165" y="158"/>
                    </a:lnTo>
                    <a:lnTo>
                      <a:pt x="149" y="270"/>
                    </a:lnTo>
                    <a:lnTo>
                      <a:pt x="141" y="427"/>
                    </a:lnTo>
                    <a:lnTo>
                      <a:pt x="146" y="631"/>
                    </a:lnTo>
                    <a:lnTo>
                      <a:pt x="168" y="893"/>
                    </a:lnTo>
                    <a:lnTo>
                      <a:pt x="41" y="893"/>
                    </a:lnTo>
                    <a:lnTo>
                      <a:pt x="36" y="867"/>
                    </a:lnTo>
                    <a:lnTo>
                      <a:pt x="26" y="794"/>
                    </a:lnTo>
                    <a:lnTo>
                      <a:pt x="13" y="686"/>
                    </a:lnTo>
                    <a:lnTo>
                      <a:pt x="3" y="554"/>
                    </a:lnTo>
                    <a:lnTo>
                      <a:pt x="0" y="408"/>
                    </a:lnTo>
                    <a:lnTo>
                      <a:pt x="6" y="260"/>
                    </a:lnTo>
                    <a:lnTo>
                      <a:pt x="30" y="121"/>
                    </a:lnTo>
                    <a:lnTo>
                      <a:pt x="73" y="0"/>
                    </a:lnTo>
                    <a:lnTo>
                      <a:pt x="225" y="6"/>
                    </a:lnTo>
                    <a:close/>
                  </a:path>
                </a:pathLst>
              </a:custGeom>
              <a:solidFill>
                <a:schemeClr val="bg2">
                  <a:alpha val="100000"/>
                </a:schemeClr>
              </a:solidFill>
              <a:ln w="9525">
                <a:noFill/>
              </a:ln>
            </p:spPr>
            <p:txBody>
              <a:bodyPr/>
              <a:p>
                <a:endParaRPr lang="zh-CN" altLang="en-US"/>
              </a:p>
            </p:txBody>
          </p:sp>
          <p:sp>
            <p:nvSpPr>
              <p:cNvPr id="146308" name="Freeform 328"/>
              <p:cNvSpPr/>
              <p:nvPr/>
            </p:nvSpPr>
            <p:spPr>
              <a:xfrm>
                <a:off x="4849" y="1559"/>
                <a:ext cx="21" cy="10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45" h="699">
                    <a:moveTo>
                      <a:pt x="46" y="14"/>
                    </a:moveTo>
                    <a:lnTo>
                      <a:pt x="41" y="28"/>
                    </a:lnTo>
                    <a:lnTo>
                      <a:pt x="32" y="67"/>
                    </a:lnTo>
                    <a:lnTo>
                      <a:pt x="20" y="130"/>
                    </a:lnTo>
                    <a:lnTo>
                      <a:pt x="7" y="213"/>
                    </a:lnTo>
                    <a:lnTo>
                      <a:pt x="0" y="314"/>
                    </a:lnTo>
                    <a:lnTo>
                      <a:pt x="1" y="430"/>
                    </a:lnTo>
                    <a:lnTo>
                      <a:pt x="13" y="559"/>
                    </a:lnTo>
                    <a:lnTo>
                      <a:pt x="40" y="699"/>
                    </a:lnTo>
                    <a:lnTo>
                      <a:pt x="140" y="693"/>
                    </a:lnTo>
                    <a:lnTo>
                      <a:pt x="135" y="672"/>
                    </a:lnTo>
                    <a:lnTo>
                      <a:pt x="126" y="616"/>
                    </a:lnTo>
                    <a:lnTo>
                      <a:pt x="113" y="532"/>
                    </a:lnTo>
                    <a:lnTo>
                      <a:pt x="103" y="430"/>
                    </a:lnTo>
                    <a:lnTo>
                      <a:pt x="97" y="317"/>
                    </a:lnTo>
                    <a:lnTo>
                      <a:pt x="100" y="205"/>
                    </a:lnTo>
                    <a:lnTo>
                      <a:pt x="115" y="98"/>
                    </a:lnTo>
                    <a:lnTo>
                      <a:pt x="145" y="8"/>
                    </a:lnTo>
                    <a:lnTo>
                      <a:pt x="145" y="7"/>
                    </a:lnTo>
                    <a:lnTo>
                      <a:pt x="145" y="5"/>
                    </a:lnTo>
                    <a:lnTo>
                      <a:pt x="143" y="3"/>
                    </a:lnTo>
                    <a:lnTo>
                      <a:pt x="137" y="0"/>
                    </a:lnTo>
                    <a:lnTo>
                      <a:pt x="126" y="0"/>
                    </a:lnTo>
                    <a:lnTo>
                      <a:pt x="108" y="1"/>
                    </a:lnTo>
                    <a:lnTo>
                      <a:pt x="81" y="6"/>
                    </a:lnTo>
                    <a:lnTo>
                      <a:pt x="46" y="14"/>
                    </a:lnTo>
                    <a:close/>
                  </a:path>
                </a:pathLst>
              </a:custGeom>
              <a:solidFill>
                <a:schemeClr val="bg2">
                  <a:alpha val="100000"/>
                </a:schemeClr>
              </a:solidFill>
              <a:ln w="9525">
                <a:noFill/>
              </a:ln>
            </p:spPr>
            <p:txBody>
              <a:bodyPr/>
              <a:p>
                <a:endParaRPr lang="zh-CN" altLang="en-US"/>
              </a:p>
            </p:txBody>
          </p:sp>
          <p:sp>
            <p:nvSpPr>
              <p:cNvPr id="146309" name="Freeform 329"/>
              <p:cNvSpPr/>
              <p:nvPr/>
            </p:nvSpPr>
            <p:spPr>
              <a:xfrm>
                <a:off x="4850" y="1566"/>
                <a:ext cx="18" cy="85"/>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23" h="597">
                    <a:moveTo>
                      <a:pt x="39" y="12"/>
                    </a:moveTo>
                    <a:lnTo>
                      <a:pt x="35" y="23"/>
                    </a:lnTo>
                    <a:lnTo>
                      <a:pt x="26" y="57"/>
                    </a:lnTo>
                    <a:lnTo>
                      <a:pt x="16" y="111"/>
                    </a:lnTo>
                    <a:lnTo>
                      <a:pt x="6" y="181"/>
                    </a:lnTo>
                    <a:lnTo>
                      <a:pt x="0" y="267"/>
                    </a:lnTo>
                    <a:lnTo>
                      <a:pt x="1" y="367"/>
                    </a:lnTo>
                    <a:lnTo>
                      <a:pt x="11" y="477"/>
                    </a:lnTo>
                    <a:lnTo>
                      <a:pt x="34" y="597"/>
                    </a:lnTo>
                    <a:lnTo>
                      <a:pt x="119" y="591"/>
                    </a:lnTo>
                    <a:lnTo>
                      <a:pt x="115" y="574"/>
                    </a:lnTo>
                    <a:lnTo>
                      <a:pt x="107" y="526"/>
                    </a:lnTo>
                    <a:lnTo>
                      <a:pt x="97" y="454"/>
                    </a:lnTo>
                    <a:lnTo>
                      <a:pt x="88" y="367"/>
                    </a:lnTo>
                    <a:lnTo>
                      <a:pt x="82" y="272"/>
                    </a:lnTo>
                    <a:lnTo>
                      <a:pt x="84" y="175"/>
                    </a:lnTo>
                    <a:lnTo>
                      <a:pt x="97" y="84"/>
                    </a:lnTo>
                    <a:lnTo>
                      <a:pt x="123" y="7"/>
                    </a:lnTo>
                    <a:lnTo>
                      <a:pt x="123" y="6"/>
                    </a:lnTo>
                    <a:lnTo>
                      <a:pt x="123" y="5"/>
                    </a:lnTo>
                    <a:lnTo>
                      <a:pt x="121" y="3"/>
                    </a:lnTo>
                    <a:lnTo>
                      <a:pt x="117" y="0"/>
                    </a:lnTo>
                    <a:lnTo>
                      <a:pt x="106" y="0"/>
                    </a:lnTo>
                    <a:lnTo>
                      <a:pt x="91" y="2"/>
                    </a:lnTo>
                    <a:lnTo>
                      <a:pt x="70" y="5"/>
                    </a:lnTo>
                    <a:lnTo>
                      <a:pt x="39" y="12"/>
                    </a:lnTo>
                    <a:close/>
                  </a:path>
                </a:pathLst>
              </a:custGeom>
              <a:solidFill>
                <a:schemeClr val="bg2">
                  <a:alpha val="100000"/>
                </a:schemeClr>
              </a:solidFill>
              <a:ln w="9525">
                <a:noFill/>
              </a:ln>
            </p:spPr>
            <p:txBody>
              <a:bodyPr/>
              <a:p>
                <a:endParaRPr lang="zh-CN" altLang="en-US"/>
              </a:p>
            </p:txBody>
          </p:sp>
          <p:sp>
            <p:nvSpPr>
              <p:cNvPr id="146310" name="Freeform 330"/>
              <p:cNvSpPr/>
              <p:nvPr/>
            </p:nvSpPr>
            <p:spPr>
              <a:xfrm>
                <a:off x="4851" y="1572"/>
                <a:ext cx="15" cy="7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03" h="492">
                    <a:moveTo>
                      <a:pt x="32" y="9"/>
                    </a:moveTo>
                    <a:lnTo>
                      <a:pt x="28" y="18"/>
                    </a:lnTo>
                    <a:lnTo>
                      <a:pt x="21" y="47"/>
                    </a:lnTo>
                    <a:lnTo>
                      <a:pt x="12" y="90"/>
                    </a:lnTo>
                    <a:lnTo>
                      <a:pt x="4" y="149"/>
                    </a:lnTo>
                    <a:lnTo>
                      <a:pt x="0" y="220"/>
                    </a:lnTo>
                    <a:lnTo>
                      <a:pt x="0" y="303"/>
                    </a:lnTo>
                    <a:lnTo>
                      <a:pt x="9" y="394"/>
                    </a:lnTo>
                    <a:lnTo>
                      <a:pt x="27" y="492"/>
                    </a:lnTo>
                    <a:lnTo>
                      <a:pt x="98" y="489"/>
                    </a:lnTo>
                    <a:lnTo>
                      <a:pt x="95" y="474"/>
                    </a:lnTo>
                    <a:lnTo>
                      <a:pt x="88" y="434"/>
                    </a:lnTo>
                    <a:lnTo>
                      <a:pt x="80" y="375"/>
                    </a:lnTo>
                    <a:lnTo>
                      <a:pt x="72" y="303"/>
                    </a:lnTo>
                    <a:lnTo>
                      <a:pt x="68" y="224"/>
                    </a:lnTo>
                    <a:lnTo>
                      <a:pt x="70" y="144"/>
                    </a:lnTo>
                    <a:lnTo>
                      <a:pt x="81" y="68"/>
                    </a:lnTo>
                    <a:lnTo>
                      <a:pt x="103" y="5"/>
                    </a:lnTo>
                    <a:lnTo>
                      <a:pt x="103" y="4"/>
                    </a:lnTo>
                    <a:lnTo>
                      <a:pt x="103" y="3"/>
                    </a:lnTo>
                    <a:lnTo>
                      <a:pt x="100" y="1"/>
                    </a:lnTo>
                    <a:lnTo>
                      <a:pt x="97" y="0"/>
                    </a:lnTo>
                    <a:lnTo>
                      <a:pt x="89" y="0"/>
                    </a:lnTo>
                    <a:lnTo>
                      <a:pt x="75" y="0"/>
                    </a:lnTo>
                    <a:lnTo>
                      <a:pt x="57" y="3"/>
                    </a:lnTo>
                    <a:lnTo>
                      <a:pt x="32" y="9"/>
                    </a:lnTo>
                    <a:close/>
                  </a:path>
                </a:pathLst>
              </a:custGeom>
              <a:solidFill>
                <a:schemeClr val="bg2">
                  <a:alpha val="100000"/>
                </a:schemeClr>
              </a:solidFill>
              <a:ln w="9525">
                <a:noFill/>
              </a:ln>
            </p:spPr>
            <p:txBody>
              <a:bodyPr/>
              <a:p>
                <a:endParaRPr lang="zh-CN" altLang="en-US"/>
              </a:p>
            </p:txBody>
          </p:sp>
          <p:sp>
            <p:nvSpPr>
              <p:cNvPr id="146311" name="Freeform 331"/>
              <p:cNvSpPr/>
              <p:nvPr/>
            </p:nvSpPr>
            <p:spPr>
              <a:xfrm>
                <a:off x="4852" y="1579"/>
                <a:ext cx="12" cy="5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82" h="390">
                    <a:moveTo>
                      <a:pt x="25" y="8"/>
                    </a:moveTo>
                    <a:lnTo>
                      <a:pt x="23" y="16"/>
                    </a:lnTo>
                    <a:lnTo>
                      <a:pt x="17" y="38"/>
                    </a:lnTo>
                    <a:lnTo>
                      <a:pt x="11" y="72"/>
                    </a:lnTo>
                    <a:lnTo>
                      <a:pt x="4" y="118"/>
                    </a:lnTo>
                    <a:lnTo>
                      <a:pt x="0" y="174"/>
                    </a:lnTo>
                    <a:lnTo>
                      <a:pt x="0" y="240"/>
                    </a:lnTo>
                    <a:lnTo>
                      <a:pt x="7" y="312"/>
                    </a:lnTo>
                    <a:lnTo>
                      <a:pt x="22" y="390"/>
                    </a:lnTo>
                    <a:lnTo>
                      <a:pt x="78" y="387"/>
                    </a:lnTo>
                    <a:lnTo>
                      <a:pt x="76" y="375"/>
                    </a:lnTo>
                    <a:lnTo>
                      <a:pt x="70" y="343"/>
                    </a:lnTo>
                    <a:lnTo>
                      <a:pt x="63" y="297"/>
                    </a:lnTo>
                    <a:lnTo>
                      <a:pt x="57" y="240"/>
                    </a:lnTo>
                    <a:lnTo>
                      <a:pt x="54" y="178"/>
                    </a:lnTo>
                    <a:lnTo>
                      <a:pt x="56" y="113"/>
                    </a:lnTo>
                    <a:lnTo>
                      <a:pt x="64" y="55"/>
                    </a:lnTo>
                    <a:lnTo>
                      <a:pt x="82" y="4"/>
                    </a:lnTo>
                    <a:lnTo>
                      <a:pt x="82" y="2"/>
                    </a:lnTo>
                    <a:lnTo>
                      <a:pt x="80" y="1"/>
                    </a:lnTo>
                    <a:lnTo>
                      <a:pt x="77" y="0"/>
                    </a:lnTo>
                    <a:lnTo>
                      <a:pt x="70" y="0"/>
                    </a:lnTo>
                    <a:lnTo>
                      <a:pt x="60" y="1"/>
                    </a:lnTo>
                    <a:lnTo>
                      <a:pt x="46" y="3"/>
                    </a:lnTo>
                    <a:lnTo>
                      <a:pt x="25" y="8"/>
                    </a:lnTo>
                    <a:close/>
                  </a:path>
                </a:pathLst>
              </a:custGeom>
              <a:solidFill>
                <a:schemeClr val="bg2">
                  <a:alpha val="100000"/>
                </a:schemeClr>
              </a:solidFill>
              <a:ln w="9525">
                <a:noFill/>
              </a:ln>
            </p:spPr>
            <p:txBody>
              <a:bodyPr/>
              <a:p>
                <a:endParaRPr lang="zh-CN" altLang="en-US"/>
              </a:p>
            </p:txBody>
          </p:sp>
          <p:sp>
            <p:nvSpPr>
              <p:cNvPr id="146312" name="Freeform 332"/>
              <p:cNvSpPr/>
              <p:nvPr/>
            </p:nvSpPr>
            <p:spPr>
              <a:xfrm>
                <a:off x="4853" y="1586"/>
                <a:ext cx="8" cy="4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9" h="288">
                    <a:moveTo>
                      <a:pt x="18" y="6"/>
                    </a:moveTo>
                    <a:lnTo>
                      <a:pt x="17" y="11"/>
                    </a:lnTo>
                    <a:lnTo>
                      <a:pt x="13" y="27"/>
                    </a:lnTo>
                    <a:lnTo>
                      <a:pt x="7" y="53"/>
                    </a:lnTo>
                    <a:lnTo>
                      <a:pt x="2" y="87"/>
                    </a:lnTo>
                    <a:lnTo>
                      <a:pt x="0" y="130"/>
                    </a:lnTo>
                    <a:lnTo>
                      <a:pt x="0" y="177"/>
                    </a:lnTo>
                    <a:lnTo>
                      <a:pt x="5" y="231"/>
                    </a:lnTo>
                    <a:lnTo>
                      <a:pt x="16" y="288"/>
                    </a:lnTo>
                    <a:lnTo>
                      <a:pt x="57" y="286"/>
                    </a:lnTo>
                    <a:lnTo>
                      <a:pt x="56" y="278"/>
                    </a:lnTo>
                    <a:lnTo>
                      <a:pt x="51" y="254"/>
                    </a:lnTo>
                    <a:lnTo>
                      <a:pt x="47" y="219"/>
                    </a:lnTo>
                    <a:lnTo>
                      <a:pt x="42" y="177"/>
                    </a:lnTo>
                    <a:lnTo>
                      <a:pt x="40" y="131"/>
                    </a:lnTo>
                    <a:lnTo>
                      <a:pt x="41" y="84"/>
                    </a:lnTo>
                    <a:lnTo>
                      <a:pt x="47" y="40"/>
                    </a:lnTo>
                    <a:lnTo>
                      <a:pt x="59" y="3"/>
                    </a:lnTo>
                    <a:lnTo>
                      <a:pt x="59" y="2"/>
                    </a:lnTo>
                    <a:lnTo>
                      <a:pt x="58" y="1"/>
                    </a:lnTo>
                    <a:lnTo>
                      <a:pt x="56" y="0"/>
                    </a:lnTo>
                    <a:lnTo>
                      <a:pt x="51" y="0"/>
                    </a:lnTo>
                    <a:lnTo>
                      <a:pt x="45" y="0"/>
                    </a:lnTo>
                    <a:lnTo>
                      <a:pt x="33" y="2"/>
                    </a:lnTo>
                    <a:lnTo>
                      <a:pt x="18" y="6"/>
                    </a:lnTo>
                    <a:close/>
                  </a:path>
                </a:pathLst>
              </a:custGeom>
              <a:solidFill>
                <a:schemeClr val="bg2">
                  <a:alpha val="100000"/>
                </a:schemeClr>
              </a:solidFill>
              <a:ln w="9525">
                <a:noFill/>
              </a:ln>
            </p:spPr>
            <p:txBody>
              <a:bodyPr/>
              <a:p>
                <a:endParaRPr lang="zh-CN" altLang="en-US"/>
              </a:p>
            </p:txBody>
          </p:sp>
          <p:sp>
            <p:nvSpPr>
              <p:cNvPr id="146313" name="Freeform 333"/>
              <p:cNvSpPr/>
              <p:nvPr/>
            </p:nvSpPr>
            <p:spPr>
              <a:xfrm>
                <a:off x="4972" y="1546"/>
                <a:ext cx="28" cy="11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98" h="779">
                    <a:moveTo>
                      <a:pt x="198" y="6"/>
                    </a:moveTo>
                    <a:lnTo>
                      <a:pt x="194" y="12"/>
                    </a:lnTo>
                    <a:lnTo>
                      <a:pt x="180" y="31"/>
                    </a:lnTo>
                    <a:lnTo>
                      <a:pt x="163" y="72"/>
                    </a:lnTo>
                    <a:lnTo>
                      <a:pt x="146" y="138"/>
                    </a:lnTo>
                    <a:lnTo>
                      <a:pt x="132" y="236"/>
                    </a:lnTo>
                    <a:lnTo>
                      <a:pt x="125" y="373"/>
                    </a:lnTo>
                    <a:lnTo>
                      <a:pt x="130" y="551"/>
                    </a:lnTo>
                    <a:lnTo>
                      <a:pt x="148" y="779"/>
                    </a:lnTo>
                    <a:lnTo>
                      <a:pt x="37" y="779"/>
                    </a:lnTo>
                    <a:lnTo>
                      <a:pt x="34" y="756"/>
                    </a:lnTo>
                    <a:lnTo>
                      <a:pt x="23" y="693"/>
                    </a:lnTo>
                    <a:lnTo>
                      <a:pt x="13" y="599"/>
                    </a:lnTo>
                    <a:lnTo>
                      <a:pt x="4" y="483"/>
                    </a:lnTo>
                    <a:lnTo>
                      <a:pt x="0" y="357"/>
                    </a:lnTo>
                    <a:lnTo>
                      <a:pt x="7" y="227"/>
                    </a:lnTo>
                    <a:lnTo>
                      <a:pt x="27" y="105"/>
                    </a:lnTo>
                    <a:lnTo>
                      <a:pt x="65" y="0"/>
                    </a:lnTo>
                    <a:lnTo>
                      <a:pt x="198" y="6"/>
                    </a:lnTo>
                    <a:close/>
                  </a:path>
                </a:pathLst>
              </a:custGeom>
              <a:solidFill>
                <a:schemeClr val="bg2">
                  <a:alpha val="100000"/>
                </a:schemeClr>
              </a:solidFill>
              <a:ln w="9525">
                <a:noFill/>
              </a:ln>
            </p:spPr>
            <p:txBody>
              <a:bodyPr/>
              <a:p>
                <a:endParaRPr lang="zh-CN" altLang="en-US"/>
              </a:p>
            </p:txBody>
          </p:sp>
          <p:sp>
            <p:nvSpPr>
              <p:cNvPr id="146314" name="Freeform 334"/>
              <p:cNvSpPr/>
              <p:nvPr/>
            </p:nvSpPr>
            <p:spPr>
              <a:xfrm>
                <a:off x="4973" y="1553"/>
                <a:ext cx="24" cy="9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69" h="666">
                    <a:moveTo>
                      <a:pt x="169" y="5"/>
                    </a:moveTo>
                    <a:lnTo>
                      <a:pt x="164" y="10"/>
                    </a:lnTo>
                    <a:lnTo>
                      <a:pt x="154" y="27"/>
                    </a:lnTo>
                    <a:lnTo>
                      <a:pt x="139" y="61"/>
                    </a:lnTo>
                    <a:lnTo>
                      <a:pt x="124" y="118"/>
                    </a:lnTo>
                    <a:lnTo>
                      <a:pt x="113" y="201"/>
                    </a:lnTo>
                    <a:lnTo>
                      <a:pt x="107" y="318"/>
                    </a:lnTo>
                    <a:lnTo>
                      <a:pt x="110" y="470"/>
                    </a:lnTo>
                    <a:lnTo>
                      <a:pt x="126" y="666"/>
                    </a:lnTo>
                    <a:lnTo>
                      <a:pt x="31" y="666"/>
                    </a:lnTo>
                    <a:lnTo>
                      <a:pt x="28" y="646"/>
                    </a:lnTo>
                    <a:lnTo>
                      <a:pt x="20" y="592"/>
                    </a:lnTo>
                    <a:lnTo>
                      <a:pt x="11" y="512"/>
                    </a:lnTo>
                    <a:lnTo>
                      <a:pt x="3" y="413"/>
                    </a:lnTo>
                    <a:lnTo>
                      <a:pt x="0" y="305"/>
                    </a:lnTo>
                    <a:lnTo>
                      <a:pt x="6" y="195"/>
                    </a:lnTo>
                    <a:lnTo>
                      <a:pt x="23" y="90"/>
                    </a:lnTo>
                    <a:lnTo>
                      <a:pt x="55" y="0"/>
                    </a:lnTo>
                    <a:lnTo>
                      <a:pt x="169" y="5"/>
                    </a:lnTo>
                    <a:close/>
                  </a:path>
                </a:pathLst>
              </a:custGeom>
              <a:solidFill>
                <a:schemeClr val="bg2">
                  <a:alpha val="100000"/>
                </a:schemeClr>
              </a:solidFill>
              <a:ln w="9525">
                <a:noFill/>
              </a:ln>
            </p:spPr>
            <p:txBody>
              <a:bodyPr/>
              <a:p>
                <a:endParaRPr lang="zh-CN" altLang="en-US"/>
              </a:p>
            </p:txBody>
          </p:sp>
          <p:sp>
            <p:nvSpPr>
              <p:cNvPr id="146315" name="Freeform 335"/>
              <p:cNvSpPr/>
              <p:nvPr/>
            </p:nvSpPr>
            <p:spPr>
              <a:xfrm>
                <a:off x="4974" y="1561"/>
                <a:ext cx="20" cy="7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40" h="551">
                    <a:moveTo>
                      <a:pt x="140" y="5"/>
                    </a:moveTo>
                    <a:lnTo>
                      <a:pt x="136" y="8"/>
                    </a:lnTo>
                    <a:lnTo>
                      <a:pt x="127" y="23"/>
                    </a:lnTo>
                    <a:lnTo>
                      <a:pt x="116" y="51"/>
                    </a:lnTo>
                    <a:lnTo>
                      <a:pt x="103" y="98"/>
                    </a:lnTo>
                    <a:lnTo>
                      <a:pt x="94" y="167"/>
                    </a:lnTo>
                    <a:lnTo>
                      <a:pt x="90" y="264"/>
                    </a:lnTo>
                    <a:lnTo>
                      <a:pt x="92" y="390"/>
                    </a:lnTo>
                    <a:lnTo>
                      <a:pt x="106" y="551"/>
                    </a:lnTo>
                    <a:lnTo>
                      <a:pt x="27" y="551"/>
                    </a:lnTo>
                    <a:lnTo>
                      <a:pt x="24" y="535"/>
                    </a:lnTo>
                    <a:lnTo>
                      <a:pt x="17" y="490"/>
                    </a:lnTo>
                    <a:lnTo>
                      <a:pt x="9" y="423"/>
                    </a:lnTo>
                    <a:lnTo>
                      <a:pt x="3" y="342"/>
                    </a:lnTo>
                    <a:lnTo>
                      <a:pt x="0" y="252"/>
                    </a:lnTo>
                    <a:lnTo>
                      <a:pt x="5" y="161"/>
                    </a:lnTo>
                    <a:lnTo>
                      <a:pt x="20" y="75"/>
                    </a:lnTo>
                    <a:lnTo>
                      <a:pt x="46" y="0"/>
                    </a:lnTo>
                    <a:lnTo>
                      <a:pt x="140" y="5"/>
                    </a:lnTo>
                    <a:close/>
                  </a:path>
                </a:pathLst>
              </a:custGeom>
              <a:solidFill>
                <a:schemeClr val="bg2">
                  <a:alpha val="100000"/>
                </a:schemeClr>
              </a:solidFill>
              <a:ln w="9525">
                <a:noFill/>
              </a:ln>
            </p:spPr>
            <p:txBody>
              <a:bodyPr/>
              <a:p>
                <a:endParaRPr lang="zh-CN" altLang="en-US"/>
              </a:p>
            </p:txBody>
          </p:sp>
          <p:sp>
            <p:nvSpPr>
              <p:cNvPr id="146316" name="Freeform 336"/>
              <p:cNvSpPr/>
              <p:nvPr/>
            </p:nvSpPr>
            <p:spPr>
              <a:xfrm>
                <a:off x="4975" y="1569"/>
                <a:ext cx="16" cy="62"/>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1" h="437">
                    <a:moveTo>
                      <a:pt x="111" y="4"/>
                    </a:moveTo>
                    <a:lnTo>
                      <a:pt x="108" y="7"/>
                    </a:lnTo>
                    <a:lnTo>
                      <a:pt x="101" y="18"/>
                    </a:lnTo>
                    <a:lnTo>
                      <a:pt x="92" y="41"/>
                    </a:lnTo>
                    <a:lnTo>
                      <a:pt x="82" y="77"/>
                    </a:lnTo>
                    <a:lnTo>
                      <a:pt x="75" y="133"/>
                    </a:lnTo>
                    <a:lnTo>
                      <a:pt x="70" y="208"/>
                    </a:lnTo>
                    <a:lnTo>
                      <a:pt x="72" y="309"/>
                    </a:lnTo>
                    <a:lnTo>
                      <a:pt x="83" y="437"/>
                    </a:lnTo>
                    <a:lnTo>
                      <a:pt x="21" y="437"/>
                    </a:lnTo>
                    <a:lnTo>
                      <a:pt x="19" y="424"/>
                    </a:lnTo>
                    <a:lnTo>
                      <a:pt x="13" y="389"/>
                    </a:lnTo>
                    <a:lnTo>
                      <a:pt x="7" y="336"/>
                    </a:lnTo>
                    <a:lnTo>
                      <a:pt x="3" y="272"/>
                    </a:lnTo>
                    <a:lnTo>
                      <a:pt x="0" y="200"/>
                    </a:lnTo>
                    <a:lnTo>
                      <a:pt x="5" y="128"/>
                    </a:lnTo>
                    <a:lnTo>
                      <a:pt x="16" y="59"/>
                    </a:lnTo>
                    <a:lnTo>
                      <a:pt x="37" y="0"/>
                    </a:lnTo>
                    <a:lnTo>
                      <a:pt x="111" y="4"/>
                    </a:lnTo>
                    <a:close/>
                  </a:path>
                </a:pathLst>
              </a:custGeom>
              <a:solidFill>
                <a:schemeClr val="bg2">
                  <a:alpha val="100000"/>
                </a:schemeClr>
              </a:solidFill>
              <a:ln w="9525">
                <a:noFill/>
              </a:ln>
            </p:spPr>
            <p:txBody>
              <a:bodyPr/>
              <a:p>
                <a:endParaRPr lang="zh-CN" altLang="en-US"/>
              </a:p>
            </p:txBody>
          </p:sp>
          <p:sp>
            <p:nvSpPr>
              <p:cNvPr id="146317" name="Freeform 337"/>
              <p:cNvSpPr/>
              <p:nvPr/>
            </p:nvSpPr>
            <p:spPr>
              <a:xfrm>
                <a:off x="4976" y="1577"/>
                <a:ext cx="12" cy="4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82" h="322">
                    <a:moveTo>
                      <a:pt x="82" y="3"/>
                    </a:moveTo>
                    <a:lnTo>
                      <a:pt x="79" y="5"/>
                    </a:lnTo>
                    <a:lnTo>
                      <a:pt x="75" y="13"/>
                    </a:lnTo>
                    <a:lnTo>
                      <a:pt x="67" y="30"/>
                    </a:lnTo>
                    <a:lnTo>
                      <a:pt x="60" y="57"/>
                    </a:lnTo>
                    <a:lnTo>
                      <a:pt x="54" y="98"/>
                    </a:lnTo>
                    <a:lnTo>
                      <a:pt x="52" y="154"/>
                    </a:lnTo>
                    <a:lnTo>
                      <a:pt x="53" y="228"/>
                    </a:lnTo>
                    <a:lnTo>
                      <a:pt x="61" y="322"/>
                    </a:lnTo>
                    <a:lnTo>
                      <a:pt x="15" y="322"/>
                    </a:lnTo>
                    <a:lnTo>
                      <a:pt x="14" y="313"/>
                    </a:lnTo>
                    <a:lnTo>
                      <a:pt x="9" y="287"/>
                    </a:lnTo>
                    <a:lnTo>
                      <a:pt x="5" y="247"/>
                    </a:lnTo>
                    <a:lnTo>
                      <a:pt x="1" y="200"/>
                    </a:lnTo>
                    <a:lnTo>
                      <a:pt x="0" y="147"/>
                    </a:lnTo>
                    <a:lnTo>
                      <a:pt x="3" y="95"/>
                    </a:lnTo>
                    <a:lnTo>
                      <a:pt x="11" y="44"/>
                    </a:lnTo>
                    <a:lnTo>
                      <a:pt x="27" y="0"/>
                    </a:lnTo>
                    <a:lnTo>
                      <a:pt x="82" y="3"/>
                    </a:lnTo>
                    <a:close/>
                  </a:path>
                </a:pathLst>
              </a:custGeom>
              <a:solidFill>
                <a:schemeClr val="bg2">
                  <a:alpha val="100000"/>
                </a:schemeClr>
              </a:solidFill>
              <a:ln w="9525">
                <a:noFill/>
              </a:ln>
            </p:spPr>
            <p:txBody>
              <a:bodyPr/>
              <a:p>
                <a:endParaRPr lang="zh-CN" altLang="en-US"/>
              </a:p>
            </p:txBody>
          </p:sp>
          <p:sp>
            <p:nvSpPr>
              <p:cNvPr id="146318" name="Rectangle 338"/>
              <p:cNvSpPr/>
              <p:nvPr/>
            </p:nvSpPr>
            <p:spPr>
              <a:xfrm>
                <a:off x="4824" y="1565"/>
                <a:ext cx="4" cy="146"/>
              </a:xfrm>
              <a:prstGeom prst="rect">
                <a:avLst/>
              </a:prstGeom>
              <a:solidFill>
                <a:srgbClr val="DDDDDD"/>
              </a:solidFill>
              <a:ln w="9525">
                <a:noFill/>
              </a:ln>
            </p:spPr>
            <p:txBody>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46319" name="Freeform 339"/>
              <p:cNvSpPr/>
              <p:nvPr/>
            </p:nvSpPr>
            <p:spPr>
              <a:xfrm>
                <a:off x="4876" y="1563"/>
                <a:ext cx="57" cy="67"/>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398" h="469">
                    <a:moveTo>
                      <a:pt x="37" y="44"/>
                    </a:moveTo>
                    <a:lnTo>
                      <a:pt x="33" y="53"/>
                    </a:lnTo>
                    <a:lnTo>
                      <a:pt x="27" y="79"/>
                    </a:lnTo>
                    <a:lnTo>
                      <a:pt x="17" y="120"/>
                    </a:lnTo>
                    <a:lnTo>
                      <a:pt x="8" y="174"/>
                    </a:lnTo>
                    <a:lnTo>
                      <a:pt x="1" y="238"/>
                    </a:lnTo>
                    <a:lnTo>
                      <a:pt x="0" y="309"/>
                    </a:lnTo>
                    <a:lnTo>
                      <a:pt x="7" y="387"/>
                    </a:lnTo>
                    <a:lnTo>
                      <a:pt x="24" y="469"/>
                    </a:lnTo>
                    <a:lnTo>
                      <a:pt x="24" y="466"/>
                    </a:lnTo>
                    <a:lnTo>
                      <a:pt x="24" y="455"/>
                    </a:lnTo>
                    <a:lnTo>
                      <a:pt x="24" y="438"/>
                    </a:lnTo>
                    <a:lnTo>
                      <a:pt x="24" y="417"/>
                    </a:lnTo>
                    <a:lnTo>
                      <a:pt x="27" y="391"/>
                    </a:lnTo>
                    <a:lnTo>
                      <a:pt x="30" y="363"/>
                    </a:lnTo>
                    <a:lnTo>
                      <a:pt x="35" y="332"/>
                    </a:lnTo>
                    <a:lnTo>
                      <a:pt x="41" y="300"/>
                    </a:lnTo>
                    <a:lnTo>
                      <a:pt x="52" y="268"/>
                    </a:lnTo>
                    <a:lnTo>
                      <a:pt x="64" y="237"/>
                    </a:lnTo>
                    <a:lnTo>
                      <a:pt x="79" y="207"/>
                    </a:lnTo>
                    <a:lnTo>
                      <a:pt x="99" y="179"/>
                    </a:lnTo>
                    <a:lnTo>
                      <a:pt x="123" y="155"/>
                    </a:lnTo>
                    <a:lnTo>
                      <a:pt x="150" y="136"/>
                    </a:lnTo>
                    <a:lnTo>
                      <a:pt x="183" y="122"/>
                    </a:lnTo>
                    <a:lnTo>
                      <a:pt x="221" y="114"/>
                    </a:lnTo>
                    <a:lnTo>
                      <a:pt x="223" y="112"/>
                    </a:lnTo>
                    <a:lnTo>
                      <a:pt x="230" y="107"/>
                    </a:lnTo>
                    <a:lnTo>
                      <a:pt x="242" y="99"/>
                    </a:lnTo>
                    <a:lnTo>
                      <a:pt x="260" y="88"/>
                    </a:lnTo>
                    <a:lnTo>
                      <a:pt x="284" y="74"/>
                    </a:lnTo>
                    <a:lnTo>
                      <a:pt x="315" y="58"/>
                    </a:lnTo>
                    <a:lnTo>
                      <a:pt x="352" y="39"/>
                    </a:lnTo>
                    <a:lnTo>
                      <a:pt x="398" y="19"/>
                    </a:lnTo>
                    <a:lnTo>
                      <a:pt x="396" y="17"/>
                    </a:lnTo>
                    <a:lnTo>
                      <a:pt x="389" y="16"/>
                    </a:lnTo>
                    <a:lnTo>
                      <a:pt x="379" y="14"/>
                    </a:lnTo>
                    <a:lnTo>
                      <a:pt x="364" y="12"/>
                    </a:lnTo>
                    <a:lnTo>
                      <a:pt x="347" y="8"/>
                    </a:lnTo>
                    <a:lnTo>
                      <a:pt x="326" y="6"/>
                    </a:lnTo>
                    <a:lnTo>
                      <a:pt x="302" y="4"/>
                    </a:lnTo>
                    <a:lnTo>
                      <a:pt x="277" y="1"/>
                    </a:lnTo>
                    <a:lnTo>
                      <a:pt x="250" y="0"/>
                    </a:lnTo>
                    <a:lnTo>
                      <a:pt x="221" y="1"/>
                    </a:lnTo>
                    <a:lnTo>
                      <a:pt x="191" y="3"/>
                    </a:lnTo>
                    <a:lnTo>
                      <a:pt x="160" y="6"/>
                    </a:lnTo>
                    <a:lnTo>
                      <a:pt x="129" y="12"/>
                    </a:lnTo>
                    <a:lnTo>
                      <a:pt x="97" y="20"/>
                    </a:lnTo>
                    <a:lnTo>
                      <a:pt x="67" y="30"/>
                    </a:lnTo>
                    <a:lnTo>
                      <a:pt x="37" y="44"/>
                    </a:lnTo>
                    <a:close/>
                  </a:path>
                </a:pathLst>
              </a:custGeom>
              <a:solidFill>
                <a:srgbClr val="999999">
                  <a:alpha val="100000"/>
                </a:srgbClr>
              </a:solidFill>
              <a:ln w="9525">
                <a:noFill/>
              </a:ln>
            </p:spPr>
            <p:txBody>
              <a:bodyPr/>
              <a:p>
                <a:endParaRPr lang="zh-CN" altLang="en-US"/>
              </a:p>
            </p:txBody>
          </p:sp>
          <p:sp>
            <p:nvSpPr>
              <p:cNvPr id="146320" name="Freeform 340"/>
              <p:cNvSpPr/>
              <p:nvPr/>
            </p:nvSpPr>
            <p:spPr>
              <a:xfrm>
                <a:off x="4797" y="1613"/>
                <a:ext cx="46" cy="13"/>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325" h="89">
                    <a:moveTo>
                      <a:pt x="0" y="57"/>
                    </a:moveTo>
                    <a:lnTo>
                      <a:pt x="0" y="55"/>
                    </a:lnTo>
                    <a:lnTo>
                      <a:pt x="2" y="52"/>
                    </a:lnTo>
                    <a:lnTo>
                      <a:pt x="6" y="47"/>
                    </a:lnTo>
                    <a:lnTo>
                      <a:pt x="12" y="41"/>
                    </a:lnTo>
                    <a:lnTo>
                      <a:pt x="20" y="34"/>
                    </a:lnTo>
                    <a:lnTo>
                      <a:pt x="29" y="27"/>
                    </a:lnTo>
                    <a:lnTo>
                      <a:pt x="41" y="20"/>
                    </a:lnTo>
                    <a:lnTo>
                      <a:pt x="57" y="13"/>
                    </a:lnTo>
                    <a:lnTo>
                      <a:pt x="77" y="7"/>
                    </a:lnTo>
                    <a:lnTo>
                      <a:pt x="98" y="3"/>
                    </a:lnTo>
                    <a:lnTo>
                      <a:pt x="126" y="0"/>
                    </a:lnTo>
                    <a:lnTo>
                      <a:pt x="156" y="0"/>
                    </a:lnTo>
                    <a:lnTo>
                      <a:pt x="191" y="3"/>
                    </a:lnTo>
                    <a:lnTo>
                      <a:pt x="230" y="8"/>
                    </a:lnTo>
                    <a:lnTo>
                      <a:pt x="275" y="18"/>
                    </a:lnTo>
                    <a:lnTo>
                      <a:pt x="325" y="31"/>
                    </a:lnTo>
                    <a:lnTo>
                      <a:pt x="318" y="51"/>
                    </a:lnTo>
                    <a:lnTo>
                      <a:pt x="316" y="50"/>
                    </a:lnTo>
                    <a:lnTo>
                      <a:pt x="308" y="47"/>
                    </a:lnTo>
                    <a:lnTo>
                      <a:pt x="295" y="44"/>
                    </a:lnTo>
                    <a:lnTo>
                      <a:pt x="279" y="39"/>
                    </a:lnTo>
                    <a:lnTo>
                      <a:pt x="260" y="35"/>
                    </a:lnTo>
                    <a:lnTo>
                      <a:pt x="238" y="30"/>
                    </a:lnTo>
                    <a:lnTo>
                      <a:pt x="214" y="27"/>
                    </a:lnTo>
                    <a:lnTo>
                      <a:pt x="188" y="24"/>
                    </a:lnTo>
                    <a:lnTo>
                      <a:pt x="161" y="23"/>
                    </a:lnTo>
                    <a:lnTo>
                      <a:pt x="134" y="23"/>
                    </a:lnTo>
                    <a:lnTo>
                      <a:pt x="108" y="26"/>
                    </a:lnTo>
                    <a:lnTo>
                      <a:pt x="82" y="31"/>
                    </a:lnTo>
                    <a:lnTo>
                      <a:pt x="58" y="41"/>
                    </a:lnTo>
                    <a:lnTo>
                      <a:pt x="36" y="52"/>
                    </a:lnTo>
                    <a:lnTo>
                      <a:pt x="16" y="68"/>
                    </a:lnTo>
                    <a:lnTo>
                      <a:pt x="0" y="89"/>
                    </a:lnTo>
                    <a:lnTo>
                      <a:pt x="0" y="57"/>
                    </a:lnTo>
                    <a:close/>
                  </a:path>
                </a:pathLst>
              </a:custGeom>
              <a:solidFill>
                <a:srgbClr val="000000">
                  <a:alpha val="100000"/>
                </a:srgbClr>
              </a:solidFill>
              <a:ln w="9525">
                <a:noFill/>
              </a:ln>
            </p:spPr>
            <p:txBody>
              <a:bodyPr/>
              <a:p>
                <a:endParaRPr lang="zh-CN" altLang="en-US"/>
              </a:p>
            </p:txBody>
          </p:sp>
          <p:sp>
            <p:nvSpPr>
              <p:cNvPr id="146321" name="Freeform 341"/>
              <p:cNvSpPr/>
              <p:nvPr/>
            </p:nvSpPr>
            <p:spPr>
              <a:xfrm>
                <a:off x="4797" y="1583"/>
                <a:ext cx="46" cy="13"/>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325" h="89">
                    <a:moveTo>
                      <a:pt x="0" y="56"/>
                    </a:moveTo>
                    <a:lnTo>
                      <a:pt x="0" y="55"/>
                    </a:lnTo>
                    <a:lnTo>
                      <a:pt x="2" y="52"/>
                    </a:lnTo>
                    <a:lnTo>
                      <a:pt x="6" y="47"/>
                    </a:lnTo>
                    <a:lnTo>
                      <a:pt x="12" y="40"/>
                    </a:lnTo>
                    <a:lnTo>
                      <a:pt x="20" y="33"/>
                    </a:lnTo>
                    <a:lnTo>
                      <a:pt x="29" y="27"/>
                    </a:lnTo>
                    <a:lnTo>
                      <a:pt x="41" y="18"/>
                    </a:lnTo>
                    <a:lnTo>
                      <a:pt x="57" y="13"/>
                    </a:lnTo>
                    <a:lnTo>
                      <a:pt x="77" y="7"/>
                    </a:lnTo>
                    <a:lnTo>
                      <a:pt x="98" y="2"/>
                    </a:lnTo>
                    <a:lnTo>
                      <a:pt x="126" y="0"/>
                    </a:lnTo>
                    <a:lnTo>
                      <a:pt x="156" y="0"/>
                    </a:lnTo>
                    <a:lnTo>
                      <a:pt x="191" y="2"/>
                    </a:lnTo>
                    <a:lnTo>
                      <a:pt x="230" y="8"/>
                    </a:lnTo>
                    <a:lnTo>
                      <a:pt x="275" y="17"/>
                    </a:lnTo>
                    <a:lnTo>
                      <a:pt x="325" y="31"/>
                    </a:lnTo>
                    <a:lnTo>
                      <a:pt x="318" y="49"/>
                    </a:lnTo>
                    <a:lnTo>
                      <a:pt x="316" y="48"/>
                    </a:lnTo>
                    <a:lnTo>
                      <a:pt x="308" y="46"/>
                    </a:lnTo>
                    <a:lnTo>
                      <a:pt x="295" y="43"/>
                    </a:lnTo>
                    <a:lnTo>
                      <a:pt x="279" y="38"/>
                    </a:lnTo>
                    <a:lnTo>
                      <a:pt x="260" y="35"/>
                    </a:lnTo>
                    <a:lnTo>
                      <a:pt x="238" y="30"/>
                    </a:lnTo>
                    <a:lnTo>
                      <a:pt x="214" y="27"/>
                    </a:lnTo>
                    <a:lnTo>
                      <a:pt x="188" y="23"/>
                    </a:lnTo>
                    <a:lnTo>
                      <a:pt x="161" y="22"/>
                    </a:lnTo>
                    <a:lnTo>
                      <a:pt x="134" y="23"/>
                    </a:lnTo>
                    <a:lnTo>
                      <a:pt x="108" y="25"/>
                    </a:lnTo>
                    <a:lnTo>
                      <a:pt x="82" y="31"/>
                    </a:lnTo>
                    <a:lnTo>
                      <a:pt x="58" y="40"/>
                    </a:lnTo>
                    <a:lnTo>
                      <a:pt x="36" y="52"/>
                    </a:lnTo>
                    <a:lnTo>
                      <a:pt x="16" y="68"/>
                    </a:lnTo>
                    <a:lnTo>
                      <a:pt x="0" y="89"/>
                    </a:lnTo>
                    <a:lnTo>
                      <a:pt x="0" y="56"/>
                    </a:lnTo>
                    <a:close/>
                  </a:path>
                </a:pathLst>
              </a:custGeom>
              <a:solidFill>
                <a:srgbClr val="000000">
                  <a:alpha val="100000"/>
                </a:srgbClr>
              </a:solidFill>
              <a:ln w="9525">
                <a:noFill/>
              </a:ln>
            </p:spPr>
            <p:txBody>
              <a:bodyPr/>
              <a:p>
                <a:endParaRPr lang="zh-CN" altLang="en-US"/>
              </a:p>
            </p:txBody>
          </p:sp>
          <p:sp>
            <p:nvSpPr>
              <p:cNvPr id="146322" name="Freeform 342"/>
              <p:cNvSpPr/>
              <p:nvPr/>
            </p:nvSpPr>
            <p:spPr>
              <a:xfrm>
                <a:off x="4841" y="1568"/>
                <a:ext cx="75" cy="13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28" h="975">
                    <a:moveTo>
                      <a:pt x="0" y="0"/>
                    </a:moveTo>
                    <a:lnTo>
                      <a:pt x="0" y="943"/>
                    </a:lnTo>
                    <a:lnTo>
                      <a:pt x="159" y="975"/>
                    </a:lnTo>
                    <a:lnTo>
                      <a:pt x="152" y="848"/>
                    </a:lnTo>
                    <a:lnTo>
                      <a:pt x="528" y="905"/>
                    </a:lnTo>
                    <a:lnTo>
                      <a:pt x="521" y="855"/>
                    </a:lnTo>
                    <a:lnTo>
                      <a:pt x="261" y="822"/>
                    </a:lnTo>
                    <a:lnTo>
                      <a:pt x="254" y="713"/>
                    </a:lnTo>
                    <a:lnTo>
                      <a:pt x="77" y="713"/>
                    </a:lnTo>
                    <a:lnTo>
                      <a:pt x="72" y="699"/>
                    </a:lnTo>
                    <a:lnTo>
                      <a:pt x="60" y="659"/>
                    </a:lnTo>
                    <a:lnTo>
                      <a:pt x="44" y="595"/>
                    </a:lnTo>
                    <a:lnTo>
                      <a:pt x="28" y="511"/>
                    </a:lnTo>
                    <a:lnTo>
                      <a:pt x="16" y="410"/>
                    </a:lnTo>
                    <a:lnTo>
                      <a:pt x="12" y="294"/>
                    </a:lnTo>
                    <a:lnTo>
                      <a:pt x="21" y="167"/>
                    </a:lnTo>
                    <a:lnTo>
                      <a:pt x="45" y="32"/>
                    </a:lnTo>
                    <a:lnTo>
                      <a:pt x="0" y="0"/>
                    </a:lnTo>
                    <a:close/>
                  </a:path>
                </a:pathLst>
              </a:custGeom>
              <a:solidFill>
                <a:schemeClr val="bg2">
                  <a:alpha val="100000"/>
                </a:schemeClr>
              </a:solidFill>
              <a:ln w="9525">
                <a:noFill/>
              </a:ln>
            </p:spPr>
            <p:txBody>
              <a:bodyPr/>
              <a:p>
                <a:endParaRPr lang="zh-CN" altLang="en-US"/>
              </a:p>
            </p:txBody>
          </p:sp>
          <p:sp>
            <p:nvSpPr>
              <p:cNvPr id="146323" name="Freeform 343"/>
              <p:cNvSpPr/>
              <p:nvPr/>
            </p:nvSpPr>
            <p:spPr>
              <a:xfrm>
                <a:off x="4878" y="1536"/>
                <a:ext cx="97" cy="1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678" h="133">
                    <a:moveTo>
                      <a:pt x="0" y="133"/>
                    </a:moveTo>
                    <a:lnTo>
                      <a:pt x="4" y="132"/>
                    </a:lnTo>
                    <a:lnTo>
                      <a:pt x="15" y="127"/>
                    </a:lnTo>
                    <a:lnTo>
                      <a:pt x="32" y="122"/>
                    </a:lnTo>
                    <a:lnTo>
                      <a:pt x="56" y="114"/>
                    </a:lnTo>
                    <a:lnTo>
                      <a:pt x="86" y="104"/>
                    </a:lnTo>
                    <a:lnTo>
                      <a:pt x="120" y="95"/>
                    </a:lnTo>
                    <a:lnTo>
                      <a:pt x="160" y="86"/>
                    </a:lnTo>
                    <a:lnTo>
                      <a:pt x="204" y="78"/>
                    </a:lnTo>
                    <a:lnTo>
                      <a:pt x="252" y="70"/>
                    </a:lnTo>
                    <a:lnTo>
                      <a:pt x="303" y="64"/>
                    </a:lnTo>
                    <a:lnTo>
                      <a:pt x="358" y="60"/>
                    </a:lnTo>
                    <a:lnTo>
                      <a:pt x="414" y="58"/>
                    </a:lnTo>
                    <a:lnTo>
                      <a:pt x="474" y="60"/>
                    </a:lnTo>
                    <a:lnTo>
                      <a:pt x="534" y="65"/>
                    </a:lnTo>
                    <a:lnTo>
                      <a:pt x="596" y="74"/>
                    </a:lnTo>
                    <a:lnTo>
                      <a:pt x="659" y="88"/>
                    </a:lnTo>
                    <a:lnTo>
                      <a:pt x="678" y="0"/>
                    </a:lnTo>
                    <a:lnTo>
                      <a:pt x="674" y="0"/>
                    </a:lnTo>
                    <a:lnTo>
                      <a:pt x="659" y="0"/>
                    </a:lnTo>
                    <a:lnTo>
                      <a:pt x="636" y="0"/>
                    </a:lnTo>
                    <a:lnTo>
                      <a:pt x="606" y="1"/>
                    </a:lnTo>
                    <a:lnTo>
                      <a:pt x="570" y="2"/>
                    </a:lnTo>
                    <a:lnTo>
                      <a:pt x="527" y="3"/>
                    </a:lnTo>
                    <a:lnTo>
                      <a:pt x="480" y="7"/>
                    </a:lnTo>
                    <a:lnTo>
                      <a:pt x="430" y="9"/>
                    </a:lnTo>
                    <a:lnTo>
                      <a:pt x="376" y="14"/>
                    </a:lnTo>
                    <a:lnTo>
                      <a:pt x="320" y="18"/>
                    </a:lnTo>
                    <a:lnTo>
                      <a:pt x="264" y="24"/>
                    </a:lnTo>
                    <a:lnTo>
                      <a:pt x="208" y="32"/>
                    </a:lnTo>
                    <a:lnTo>
                      <a:pt x="152" y="40"/>
                    </a:lnTo>
                    <a:lnTo>
                      <a:pt x="98" y="50"/>
                    </a:lnTo>
                    <a:lnTo>
                      <a:pt x="47" y="62"/>
                    </a:lnTo>
                    <a:lnTo>
                      <a:pt x="0" y="76"/>
                    </a:lnTo>
                    <a:lnTo>
                      <a:pt x="0" y="133"/>
                    </a:lnTo>
                    <a:close/>
                  </a:path>
                </a:pathLst>
              </a:custGeom>
              <a:solidFill>
                <a:schemeClr val="bg2">
                  <a:alpha val="100000"/>
                </a:schemeClr>
              </a:solidFill>
              <a:ln w="9525">
                <a:noFill/>
              </a:ln>
            </p:spPr>
            <p:txBody>
              <a:bodyPr/>
              <a:p>
                <a:endParaRPr lang="zh-CN" altLang="en-US"/>
              </a:p>
            </p:txBody>
          </p:sp>
          <p:sp>
            <p:nvSpPr>
              <p:cNvPr id="146324" name="Freeform 344"/>
              <p:cNvSpPr/>
              <p:nvPr/>
            </p:nvSpPr>
            <p:spPr>
              <a:xfrm>
                <a:off x="4821" y="1711"/>
                <a:ext cx="163" cy="54"/>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42" h="379">
                    <a:moveTo>
                      <a:pt x="482" y="367"/>
                    </a:moveTo>
                    <a:lnTo>
                      <a:pt x="485" y="366"/>
                    </a:lnTo>
                    <a:lnTo>
                      <a:pt x="492" y="363"/>
                    </a:lnTo>
                    <a:lnTo>
                      <a:pt x="502" y="359"/>
                    </a:lnTo>
                    <a:lnTo>
                      <a:pt x="516" y="353"/>
                    </a:lnTo>
                    <a:lnTo>
                      <a:pt x="533" y="346"/>
                    </a:lnTo>
                    <a:lnTo>
                      <a:pt x="551" y="338"/>
                    </a:lnTo>
                    <a:lnTo>
                      <a:pt x="572" y="328"/>
                    </a:lnTo>
                    <a:lnTo>
                      <a:pt x="593" y="317"/>
                    </a:lnTo>
                    <a:lnTo>
                      <a:pt x="616" y="306"/>
                    </a:lnTo>
                    <a:lnTo>
                      <a:pt x="638" y="292"/>
                    </a:lnTo>
                    <a:lnTo>
                      <a:pt x="660" y="279"/>
                    </a:lnTo>
                    <a:lnTo>
                      <a:pt x="680" y="264"/>
                    </a:lnTo>
                    <a:lnTo>
                      <a:pt x="700" y="249"/>
                    </a:lnTo>
                    <a:lnTo>
                      <a:pt x="717" y="233"/>
                    </a:lnTo>
                    <a:lnTo>
                      <a:pt x="732" y="217"/>
                    </a:lnTo>
                    <a:lnTo>
                      <a:pt x="743" y="201"/>
                    </a:lnTo>
                    <a:lnTo>
                      <a:pt x="0" y="20"/>
                    </a:lnTo>
                    <a:lnTo>
                      <a:pt x="57" y="0"/>
                    </a:lnTo>
                    <a:lnTo>
                      <a:pt x="1142" y="267"/>
                    </a:lnTo>
                    <a:lnTo>
                      <a:pt x="1098" y="292"/>
                    </a:lnTo>
                    <a:lnTo>
                      <a:pt x="784" y="212"/>
                    </a:lnTo>
                    <a:lnTo>
                      <a:pt x="783" y="213"/>
                    </a:lnTo>
                    <a:lnTo>
                      <a:pt x="781" y="216"/>
                    </a:lnTo>
                    <a:lnTo>
                      <a:pt x="776" y="221"/>
                    </a:lnTo>
                    <a:lnTo>
                      <a:pt x="769" y="228"/>
                    </a:lnTo>
                    <a:lnTo>
                      <a:pt x="761" y="237"/>
                    </a:lnTo>
                    <a:lnTo>
                      <a:pt x="750" y="246"/>
                    </a:lnTo>
                    <a:lnTo>
                      <a:pt x="737" y="258"/>
                    </a:lnTo>
                    <a:lnTo>
                      <a:pt x="721" y="269"/>
                    </a:lnTo>
                    <a:lnTo>
                      <a:pt x="703" y="282"/>
                    </a:lnTo>
                    <a:lnTo>
                      <a:pt x="684" y="295"/>
                    </a:lnTo>
                    <a:lnTo>
                      <a:pt x="660" y="309"/>
                    </a:lnTo>
                    <a:lnTo>
                      <a:pt x="635" y="323"/>
                    </a:lnTo>
                    <a:lnTo>
                      <a:pt x="606" y="338"/>
                    </a:lnTo>
                    <a:lnTo>
                      <a:pt x="574" y="352"/>
                    </a:lnTo>
                    <a:lnTo>
                      <a:pt x="540" y="366"/>
                    </a:lnTo>
                    <a:lnTo>
                      <a:pt x="502" y="379"/>
                    </a:lnTo>
                    <a:lnTo>
                      <a:pt x="482" y="367"/>
                    </a:lnTo>
                    <a:close/>
                  </a:path>
                </a:pathLst>
              </a:custGeom>
              <a:solidFill>
                <a:srgbClr val="000000">
                  <a:alpha val="100000"/>
                </a:srgbClr>
              </a:solidFill>
              <a:ln w="9525">
                <a:noFill/>
              </a:ln>
            </p:spPr>
            <p:txBody>
              <a:bodyPr/>
              <a:p>
                <a:endParaRPr lang="zh-CN" altLang="en-US"/>
              </a:p>
            </p:txBody>
          </p:sp>
          <p:sp>
            <p:nvSpPr>
              <p:cNvPr id="146325" name="Freeform 345"/>
              <p:cNvSpPr/>
              <p:nvPr/>
            </p:nvSpPr>
            <p:spPr>
              <a:xfrm>
                <a:off x="4787" y="1725"/>
                <a:ext cx="167" cy="48"/>
              </a:xfrm>
              <a:custGeom>
                <a:avLst/>
                <a:gdLst/>
                <a:ahLst/>
                <a:cxnLst>
                  <a:cxn ang="0">
                    <a:pos x="0" y="0"/>
                  </a:cxn>
                  <a:cxn ang="0">
                    <a:pos x="0" y="0"/>
                  </a:cxn>
                  <a:cxn ang="0">
                    <a:pos x="0" y="0"/>
                  </a:cxn>
                  <a:cxn ang="0">
                    <a:pos x="0" y="0"/>
                  </a:cxn>
                  <a:cxn ang="0">
                    <a:pos x="0" y="0"/>
                  </a:cxn>
                </a:cxnLst>
                <a:pathLst>
                  <a:path w="1163" h="340">
                    <a:moveTo>
                      <a:pt x="0" y="0"/>
                    </a:moveTo>
                    <a:lnTo>
                      <a:pt x="1137" y="340"/>
                    </a:lnTo>
                    <a:lnTo>
                      <a:pt x="1163" y="340"/>
                    </a:lnTo>
                    <a:lnTo>
                      <a:pt x="34" y="0"/>
                    </a:lnTo>
                    <a:lnTo>
                      <a:pt x="0" y="0"/>
                    </a:lnTo>
                    <a:close/>
                  </a:path>
                </a:pathLst>
              </a:custGeom>
              <a:solidFill>
                <a:srgbClr val="000000">
                  <a:alpha val="100000"/>
                </a:srgbClr>
              </a:solidFill>
              <a:ln w="9525">
                <a:noFill/>
              </a:ln>
            </p:spPr>
            <p:txBody>
              <a:bodyPr/>
              <a:p>
                <a:endParaRPr lang="zh-CN" altLang="en-US"/>
              </a:p>
            </p:txBody>
          </p:sp>
          <p:sp>
            <p:nvSpPr>
              <p:cNvPr id="146326" name="Freeform 346"/>
              <p:cNvSpPr/>
              <p:nvPr/>
            </p:nvSpPr>
            <p:spPr>
              <a:xfrm>
                <a:off x="4815" y="1718"/>
                <a:ext cx="164" cy="44"/>
              </a:xfrm>
              <a:custGeom>
                <a:avLst/>
                <a:gdLst/>
                <a:ahLst/>
                <a:cxnLst>
                  <a:cxn ang="0">
                    <a:pos x="0" y="0"/>
                  </a:cxn>
                  <a:cxn ang="0">
                    <a:pos x="0" y="0"/>
                  </a:cxn>
                  <a:cxn ang="0">
                    <a:pos x="0" y="0"/>
                  </a:cxn>
                  <a:cxn ang="0">
                    <a:pos x="0" y="0"/>
                  </a:cxn>
                  <a:cxn ang="0">
                    <a:pos x="0" y="0"/>
                  </a:cxn>
                </a:cxnLst>
                <a:pathLst>
                  <a:path w="1149" h="303">
                    <a:moveTo>
                      <a:pt x="0" y="1"/>
                    </a:moveTo>
                    <a:lnTo>
                      <a:pt x="1124" y="303"/>
                    </a:lnTo>
                    <a:lnTo>
                      <a:pt x="1149" y="302"/>
                    </a:lnTo>
                    <a:lnTo>
                      <a:pt x="34" y="0"/>
                    </a:lnTo>
                    <a:lnTo>
                      <a:pt x="0" y="1"/>
                    </a:lnTo>
                    <a:close/>
                  </a:path>
                </a:pathLst>
              </a:custGeom>
              <a:solidFill>
                <a:srgbClr val="000000">
                  <a:alpha val="100000"/>
                </a:srgbClr>
              </a:solidFill>
              <a:ln w="9525">
                <a:noFill/>
              </a:ln>
            </p:spPr>
            <p:txBody>
              <a:bodyPr/>
              <a:p>
                <a:endParaRPr lang="zh-CN" altLang="en-US"/>
              </a:p>
            </p:txBody>
          </p:sp>
          <p:sp>
            <p:nvSpPr>
              <p:cNvPr id="146327" name="Freeform 347"/>
              <p:cNvSpPr/>
              <p:nvPr/>
            </p:nvSpPr>
            <p:spPr>
              <a:xfrm>
                <a:off x="4802" y="1721"/>
                <a:ext cx="165" cy="48"/>
              </a:xfrm>
              <a:custGeom>
                <a:avLst/>
                <a:gdLst/>
                <a:ahLst/>
                <a:cxnLst>
                  <a:cxn ang="0">
                    <a:pos x="0" y="0"/>
                  </a:cxn>
                  <a:cxn ang="0">
                    <a:pos x="0" y="0"/>
                  </a:cxn>
                  <a:cxn ang="0">
                    <a:pos x="0" y="0"/>
                  </a:cxn>
                  <a:cxn ang="0">
                    <a:pos x="0" y="0"/>
                  </a:cxn>
                  <a:cxn ang="0">
                    <a:pos x="0" y="0"/>
                  </a:cxn>
                </a:cxnLst>
                <a:pathLst>
                  <a:path w="1155" h="336">
                    <a:moveTo>
                      <a:pt x="0" y="0"/>
                    </a:moveTo>
                    <a:lnTo>
                      <a:pt x="1134" y="336"/>
                    </a:lnTo>
                    <a:lnTo>
                      <a:pt x="1155" y="328"/>
                    </a:lnTo>
                    <a:lnTo>
                      <a:pt x="34" y="0"/>
                    </a:lnTo>
                    <a:lnTo>
                      <a:pt x="0" y="0"/>
                    </a:lnTo>
                    <a:close/>
                  </a:path>
                </a:pathLst>
              </a:custGeom>
              <a:solidFill>
                <a:srgbClr val="000000">
                  <a:alpha val="100000"/>
                </a:srgbClr>
              </a:solidFill>
              <a:ln w="9525">
                <a:noFill/>
              </a:ln>
            </p:spPr>
            <p:txBody>
              <a:bodyPr/>
              <a:p>
                <a:endParaRPr lang="zh-CN" altLang="en-US"/>
              </a:p>
            </p:txBody>
          </p:sp>
        </p:grpSp>
        <p:grpSp>
          <p:nvGrpSpPr>
            <p:cNvPr id="146232" name="Group 348"/>
            <p:cNvGrpSpPr/>
            <p:nvPr/>
          </p:nvGrpSpPr>
          <p:grpSpPr>
            <a:xfrm rot="-2599131">
              <a:off x="2482" y="3285"/>
              <a:ext cx="391" cy="88"/>
              <a:chOff x="1450" y="3513"/>
              <a:chExt cx="391" cy="88"/>
            </a:xfrm>
          </p:grpSpPr>
          <p:sp>
            <p:nvSpPr>
              <p:cNvPr id="146287" name="Freeform 349"/>
              <p:cNvSpPr/>
              <p:nvPr/>
            </p:nvSpPr>
            <p:spPr>
              <a:xfrm flipV="1">
                <a:off x="1450" y="3574"/>
                <a:ext cx="391" cy="27"/>
              </a:xfrm>
              <a:custGeom>
                <a:avLst/>
                <a:gdLst/>
                <a:ahLst/>
                <a:cxnLst>
                  <a:cxn ang="0">
                    <a:pos x="0" y="0"/>
                  </a:cxn>
                  <a:cxn ang="0">
                    <a:pos x="0" y="0"/>
                  </a:cxn>
                  <a:cxn ang="0">
                    <a:pos x="5" y="0"/>
                  </a:cxn>
                  <a:cxn ang="0">
                    <a:pos x="5" y="0"/>
                  </a:cxn>
                </a:cxnLst>
                <a:pathLst>
                  <a:path w="720" h="56">
                    <a:moveTo>
                      <a:pt x="0" y="0"/>
                    </a:moveTo>
                    <a:lnTo>
                      <a:pt x="0" y="56"/>
                    </a:lnTo>
                    <a:lnTo>
                      <a:pt x="720" y="56"/>
                    </a:lnTo>
                    <a:lnTo>
                      <a:pt x="720" y="8"/>
                    </a:lnTo>
                  </a:path>
                </a:pathLst>
              </a:custGeom>
              <a:noFill/>
              <a:ln w="12700" cap="flat" cmpd="sng">
                <a:solidFill>
                  <a:schemeClr val="tx1">
                    <a:alpha val="100000"/>
                  </a:schemeClr>
                </a:solidFill>
                <a:prstDash val="solid"/>
                <a:round/>
                <a:headEnd type="none" w="med" len="med"/>
                <a:tailEnd type="none" w="med" len="med"/>
              </a:ln>
            </p:spPr>
            <p:txBody>
              <a:bodyPr/>
              <a:p>
                <a:endParaRPr lang="zh-CN" altLang="en-US"/>
              </a:p>
            </p:txBody>
          </p:sp>
          <p:sp>
            <p:nvSpPr>
              <p:cNvPr id="146288" name="Line 350"/>
              <p:cNvSpPr/>
              <p:nvPr/>
            </p:nvSpPr>
            <p:spPr>
              <a:xfrm>
                <a:off x="1642" y="3513"/>
                <a:ext cx="0" cy="60"/>
              </a:xfrm>
              <a:prstGeom prst="line">
                <a:avLst/>
              </a:prstGeom>
              <a:ln w="19050" cap="flat" cmpd="sng">
                <a:solidFill>
                  <a:schemeClr val="tx1"/>
                </a:solidFill>
                <a:prstDash val="solid"/>
                <a:headEnd type="none" w="med" len="med"/>
                <a:tailEnd type="none" w="med" len="med"/>
              </a:ln>
            </p:spPr>
          </p:sp>
        </p:grpSp>
        <p:grpSp>
          <p:nvGrpSpPr>
            <p:cNvPr id="146233" name="Group 351"/>
            <p:cNvGrpSpPr/>
            <p:nvPr/>
          </p:nvGrpSpPr>
          <p:grpSpPr>
            <a:xfrm>
              <a:off x="2408" y="3217"/>
              <a:ext cx="265" cy="123"/>
              <a:chOff x="3600" y="219"/>
              <a:chExt cx="360" cy="175"/>
            </a:xfrm>
          </p:grpSpPr>
          <p:sp>
            <p:nvSpPr>
              <p:cNvPr id="146274" name="Oval 352"/>
              <p:cNvSpPr/>
              <p:nvPr/>
            </p:nvSpPr>
            <p:spPr>
              <a:xfrm>
                <a:off x="3603" y="297"/>
                <a:ext cx="357" cy="97"/>
              </a:xfrm>
              <a:prstGeom prst="ellipse">
                <a:avLst/>
              </a:prstGeom>
              <a:solidFill>
                <a:srgbClr val="DDDDDD"/>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46275" name="Line 353"/>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146276" name="Line 354"/>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146277" name="Rectangle 355"/>
              <p:cNvSpPr/>
              <p:nvPr/>
            </p:nvSpPr>
            <p:spPr>
              <a:xfrm>
                <a:off x="3603" y="289"/>
                <a:ext cx="354" cy="59"/>
              </a:xfrm>
              <a:prstGeom prst="rect">
                <a:avLst/>
              </a:prstGeom>
              <a:solidFill>
                <a:srgbClr val="DDDDDD"/>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46278" name="Oval 356"/>
              <p:cNvSpPr/>
              <p:nvPr/>
            </p:nvSpPr>
            <p:spPr>
              <a:xfrm>
                <a:off x="3600" y="219"/>
                <a:ext cx="357" cy="113"/>
              </a:xfrm>
              <a:prstGeom prst="ellipse">
                <a:avLst/>
              </a:prstGeom>
              <a:solidFill>
                <a:srgbClr val="DDDDDD"/>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46279" name="Group 357"/>
              <p:cNvGrpSpPr/>
              <p:nvPr/>
            </p:nvGrpSpPr>
            <p:grpSpPr>
              <a:xfrm>
                <a:off x="3686" y="244"/>
                <a:ext cx="177" cy="66"/>
                <a:chOff x="2848" y="848"/>
                <a:chExt cx="140" cy="98"/>
              </a:xfrm>
            </p:grpSpPr>
            <p:sp>
              <p:nvSpPr>
                <p:cNvPr id="146284" name="Line 358"/>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46285" name="Line 359"/>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46286" name="Line 360"/>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146280" name="Group 361"/>
              <p:cNvGrpSpPr/>
              <p:nvPr/>
            </p:nvGrpSpPr>
            <p:grpSpPr>
              <a:xfrm flipV="1">
                <a:off x="3686" y="243"/>
                <a:ext cx="177" cy="66"/>
                <a:chOff x="2848" y="848"/>
                <a:chExt cx="140" cy="98"/>
              </a:xfrm>
            </p:grpSpPr>
            <p:sp>
              <p:nvSpPr>
                <p:cNvPr id="146281" name="Line 362"/>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46282" name="Line 363"/>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46283" name="Line 364"/>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146234" name="Group 365"/>
            <p:cNvGrpSpPr/>
            <p:nvPr/>
          </p:nvGrpSpPr>
          <p:grpSpPr>
            <a:xfrm>
              <a:off x="2813" y="3183"/>
              <a:ext cx="176" cy="150"/>
              <a:chOff x="4765" y="1531"/>
              <a:chExt cx="312" cy="261"/>
            </a:xfrm>
          </p:grpSpPr>
          <p:sp>
            <p:nvSpPr>
              <p:cNvPr id="146235" name="AutoShape 366"/>
              <p:cNvSpPr>
                <a:spLocks noChangeAspect="1" noTextEdit="1"/>
              </p:cNvSpPr>
              <p:nvPr/>
            </p:nvSpPr>
            <p:spPr>
              <a:xfrm>
                <a:off x="4765" y="1531"/>
                <a:ext cx="312" cy="260"/>
              </a:xfrm>
              <a:prstGeom prst="rect">
                <a:avLst/>
              </a:prstGeom>
              <a:noFill/>
              <a:ln w="9525">
                <a:noFill/>
              </a:ln>
            </p:spPr>
            <p:txBody>
              <a:bodyPr/>
              <a:p>
                <a:endParaRPr lang="zh-CN" altLang="en-US"/>
              </a:p>
            </p:txBody>
          </p:sp>
          <p:sp>
            <p:nvSpPr>
              <p:cNvPr id="146236" name="Freeform 367"/>
              <p:cNvSpPr/>
              <p:nvPr/>
            </p:nvSpPr>
            <p:spPr>
              <a:xfrm>
                <a:off x="4765" y="1534"/>
                <a:ext cx="307" cy="25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150" h="1804">
                    <a:moveTo>
                      <a:pt x="582" y="239"/>
                    </a:moveTo>
                    <a:lnTo>
                      <a:pt x="606" y="129"/>
                    </a:lnTo>
                    <a:lnTo>
                      <a:pt x="607" y="129"/>
                    </a:lnTo>
                    <a:lnTo>
                      <a:pt x="611" y="128"/>
                    </a:lnTo>
                    <a:lnTo>
                      <a:pt x="616" y="125"/>
                    </a:lnTo>
                    <a:lnTo>
                      <a:pt x="623" y="123"/>
                    </a:lnTo>
                    <a:lnTo>
                      <a:pt x="633" y="120"/>
                    </a:lnTo>
                    <a:lnTo>
                      <a:pt x="645" y="115"/>
                    </a:lnTo>
                    <a:lnTo>
                      <a:pt x="659" y="112"/>
                    </a:lnTo>
                    <a:lnTo>
                      <a:pt x="676" y="107"/>
                    </a:lnTo>
                    <a:lnTo>
                      <a:pt x="694" y="101"/>
                    </a:lnTo>
                    <a:lnTo>
                      <a:pt x="715" y="95"/>
                    </a:lnTo>
                    <a:lnTo>
                      <a:pt x="738" y="90"/>
                    </a:lnTo>
                    <a:lnTo>
                      <a:pt x="763" y="84"/>
                    </a:lnTo>
                    <a:lnTo>
                      <a:pt x="790" y="78"/>
                    </a:lnTo>
                    <a:lnTo>
                      <a:pt x="820" y="71"/>
                    </a:lnTo>
                    <a:lnTo>
                      <a:pt x="852" y="64"/>
                    </a:lnTo>
                    <a:lnTo>
                      <a:pt x="886" y="59"/>
                    </a:lnTo>
                    <a:lnTo>
                      <a:pt x="922" y="52"/>
                    </a:lnTo>
                    <a:lnTo>
                      <a:pt x="961" y="46"/>
                    </a:lnTo>
                    <a:lnTo>
                      <a:pt x="1002" y="40"/>
                    </a:lnTo>
                    <a:lnTo>
                      <a:pt x="1044" y="35"/>
                    </a:lnTo>
                    <a:lnTo>
                      <a:pt x="1090" y="29"/>
                    </a:lnTo>
                    <a:lnTo>
                      <a:pt x="1138" y="23"/>
                    </a:lnTo>
                    <a:lnTo>
                      <a:pt x="1187" y="18"/>
                    </a:lnTo>
                    <a:lnTo>
                      <a:pt x="1240" y="14"/>
                    </a:lnTo>
                    <a:lnTo>
                      <a:pt x="1294" y="10"/>
                    </a:lnTo>
                    <a:lnTo>
                      <a:pt x="1350" y="7"/>
                    </a:lnTo>
                    <a:lnTo>
                      <a:pt x="1410" y="4"/>
                    </a:lnTo>
                    <a:lnTo>
                      <a:pt x="1470" y="1"/>
                    </a:lnTo>
                    <a:lnTo>
                      <a:pt x="1535" y="0"/>
                    </a:lnTo>
                    <a:lnTo>
                      <a:pt x="1601" y="0"/>
                    </a:lnTo>
                    <a:lnTo>
                      <a:pt x="1668" y="0"/>
                    </a:lnTo>
                    <a:lnTo>
                      <a:pt x="1739" y="1"/>
                    </a:lnTo>
                    <a:lnTo>
                      <a:pt x="1816" y="44"/>
                    </a:lnTo>
                    <a:lnTo>
                      <a:pt x="1799" y="248"/>
                    </a:lnTo>
                    <a:lnTo>
                      <a:pt x="1804" y="251"/>
                    </a:lnTo>
                    <a:lnTo>
                      <a:pt x="1820" y="259"/>
                    </a:lnTo>
                    <a:lnTo>
                      <a:pt x="1842" y="272"/>
                    </a:lnTo>
                    <a:lnTo>
                      <a:pt x="1868" y="292"/>
                    </a:lnTo>
                    <a:lnTo>
                      <a:pt x="1896" y="318"/>
                    </a:lnTo>
                    <a:lnTo>
                      <a:pt x="1920" y="351"/>
                    </a:lnTo>
                    <a:lnTo>
                      <a:pt x="1939" y="390"/>
                    </a:lnTo>
                    <a:lnTo>
                      <a:pt x="1951" y="436"/>
                    </a:lnTo>
                    <a:lnTo>
                      <a:pt x="2125" y="593"/>
                    </a:lnTo>
                    <a:lnTo>
                      <a:pt x="2078" y="1009"/>
                    </a:lnTo>
                    <a:lnTo>
                      <a:pt x="1799" y="1149"/>
                    </a:lnTo>
                    <a:lnTo>
                      <a:pt x="2129" y="1247"/>
                    </a:lnTo>
                    <a:lnTo>
                      <a:pt x="2131" y="1251"/>
                    </a:lnTo>
                    <a:lnTo>
                      <a:pt x="2137" y="1264"/>
                    </a:lnTo>
                    <a:lnTo>
                      <a:pt x="2143" y="1284"/>
                    </a:lnTo>
                    <a:lnTo>
                      <a:pt x="2149" y="1310"/>
                    </a:lnTo>
                    <a:lnTo>
                      <a:pt x="2150" y="1342"/>
                    </a:lnTo>
                    <a:lnTo>
                      <a:pt x="2147" y="1380"/>
                    </a:lnTo>
                    <a:lnTo>
                      <a:pt x="2136" y="1423"/>
                    </a:lnTo>
                    <a:lnTo>
                      <a:pt x="2117" y="1468"/>
                    </a:lnTo>
                    <a:lnTo>
                      <a:pt x="1244" y="1804"/>
                    </a:lnTo>
                    <a:lnTo>
                      <a:pt x="0" y="1413"/>
                    </a:lnTo>
                    <a:lnTo>
                      <a:pt x="22" y="1367"/>
                    </a:lnTo>
                    <a:lnTo>
                      <a:pt x="212" y="1302"/>
                    </a:lnTo>
                    <a:lnTo>
                      <a:pt x="212" y="248"/>
                    </a:lnTo>
                    <a:lnTo>
                      <a:pt x="213" y="247"/>
                    </a:lnTo>
                    <a:lnTo>
                      <a:pt x="217" y="244"/>
                    </a:lnTo>
                    <a:lnTo>
                      <a:pt x="223" y="240"/>
                    </a:lnTo>
                    <a:lnTo>
                      <a:pt x="232" y="234"/>
                    </a:lnTo>
                    <a:lnTo>
                      <a:pt x="245" y="228"/>
                    </a:lnTo>
                    <a:lnTo>
                      <a:pt x="258" y="221"/>
                    </a:lnTo>
                    <a:lnTo>
                      <a:pt x="276" y="214"/>
                    </a:lnTo>
                    <a:lnTo>
                      <a:pt x="294" y="207"/>
                    </a:lnTo>
                    <a:lnTo>
                      <a:pt x="316" y="201"/>
                    </a:lnTo>
                    <a:lnTo>
                      <a:pt x="340" y="197"/>
                    </a:lnTo>
                    <a:lnTo>
                      <a:pt x="366" y="194"/>
                    </a:lnTo>
                    <a:lnTo>
                      <a:pt x="393" y="192"/>
                    </a:lnTo>
                    <a:lnTo>
                      <a:pt x="424" y="193"/>
                    </a:lnTo>
                    <a:lnTo>
                      <a:pt x="457" y="197"/>
                    </a:lnTo>
                    <a:lnTo>
                      <a:pt x="493" y="203"/>
                    </a:lnTo>
                    <a:lnTo>
                      <a:pt x="529" y="214"/>
                    </a:lnTo>
                    <a:lnTo>
                      <a:pt x="582" y="239"/>
                    </a:lnTo>
                    <a:close/>
                  </a:path>
                </a:pathLst>
              </a:custGeom>
              <a:solidFill>
                <a:srgbClr val="DDDDDD">
                  <a:alpha val="100000"/>
                </a:srgbClr>
              </a:solidFill>
              <a:ln w="9525">
                <a:noFill/>
              </a:ln>
            </p:spPr>
            <p:txBody>
              <a:bodyPr/>
              <a:p>
                <a:endParaRPr lang="zh-CN" altLang="en-US"/>
              </a:p>
            </p:txBody>
          </p:sp>
          <p:sp>
            <p:nvSpPr>
              <p:cNvPr id="146237" name="Freeform 368"/>
              <p:cNvSpPr/>
              <p:nvPr/>
            </p:nvSpPr>
            <p:spPr>
              <a:xfrm>
                <a:off x="4882" y="1584"/>
                <a:ext cx="163" cy="11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39" h="778">
                    <a:moveTo>
                      <a:pt x="7" y="587"/>
                    </a:moveTo>
                    <a:lnTo>
                      <a:pt x="0" y="682"/>
                    </a:lnTo>
                    <a:lnTo>
                      <a:pt x="742" y="778"/>
                    </a:lnTo>
                    <a:lnTo>
                      <a:pt x="748" y="775"/>
                    </a:lnTo>
                    <a:lnTo>
                      <a:pt x="763" y="767"/>
                    </a:lnTo>
                    <a:lnTo>
                      <a:pt x="787" y="755"/>
                    </a:lnTo>
                    <a:lnTo>
                      <a:pt x="816" y="737"/>
                    </a:lnTo>
                    <a:lnTo>
                      <a:pt x="852" y="714"/>
                    </a:lnTo>
                    <a:lnTo>
                      <a:pt x="891" y="686"/>
                    </a:lnTo>
                    <a:lnTo>
                      <a:pt x="932" y="652"/>
                    </a:lnTo>
                    <a:lnTo>
                      <a:pt x="973" y="613"/>
                    </a:lnTo>
                    <a:lnTo>
                      <a:pt x="1013" y="570"/>
                    </a:lnTo>
                    <a:lnTo>
                      <a:pt x="1051" y="521"/>
                    </a:lnTo>
                    <a:lnTo>
                      <a:pt x="1083" y="466"/>
                    </a:lnTo>
                    <a:lnTo>
                      <a:pt x="1109" y="406"/>
                    </a:lnTo>
                    <a:lnTo>
                      <a:pt x="1129" y="342"/>
                    </a:lnTo>
                    <a:lnTo>
                      <a:pt x="1139" y="271"/>
                    </a:lnTo>
                    <a:lnTo>
                      <a:pt x="1138" y="196"/>
                    </a:lnTo>
                    <a:lnTo>
                      <a:pt x="1124" y="115"/>
                    </a:lnTo>
                    <a:lnTo>
                      <a:pt x="1122" y="110"/>
                    </a:lnTo>
                    <a:lnTo>
                      <a:pt x="1115" y="97"/>
                    </a:lnTo>
                    <a:lnTo>
                      <a:pt x="1102" y="80"/>
                    </a:lnTo>
                    <a:lnTo>
                      <a:pt x="1086" y="59"/>
                    </a:lnTo>
                    <a:lnTo>
                      <a:pt x="1066" y="39"/>
                    </a:lnTo>
                    <a:lnTo>
                      <a:pt x="1041" y="20"/>
                    </a:lnTo>
                    <a:lnTo>
                      <a:pt x="1011" y="7"/>
                    </a:lnTo>
                    <a:lnTo>
                      <a:pt x="978" y="0"/>
                    </a:lnTo>
                    <a:lnTo>
                      <a:pt x="982" y="12"/>
                    </a:lnTo>
                    <a:lnTo>
                      <a:pt x="994" y="46"/>
                    </a:lnTo>
                    <a:lnTo>
                      <a:pt x="1007" y="100"/>
                    </a:lnTo>
                    <a:lnTo>
                      <a:pt x="1019" y="169"/>
                    </a:lnTo>
                    <a:lnTo>
                      <a:pt x="1022" y="252"/>
                    </a:lnTo>
                    <a:lnTo>
                      <a:pt x="1013" y="344"/>
                    </a:lnTo>
                    <a:lnTo>
                      <a:pt x="987" y="444"/>
                    </a:lnTo>
                    <a:lnTo>
                      <a:pt x="940" y="549"/>
                    </a:lnTo>
                    <a:lnTo>
                      <a:pt x="939" y="550"/>
                    </a:lnTo>
                    <a:lnTo>
                      <a:pt x="934" y="553"/>
                    </a:lnTo>
                    <a:lnTo>
                      <a:pt x="927" y="559"/>
                    </a:lnTo>
                    <a:lnTo>
                      <a:pt x="917" y="567"/>
                    </a:lnTo>
                    <a:lnTo>
                      <a:pt x="904" y="575"/>
                    </a:lnTo>
                    <a:lnTo>
                      <a:pt x="890" y="585"/>
                    </a:lnTo>
                    <a:lnTo>
                      <a:pt x="871" y="594"/>
                    </a:lnTo>
                    <a:lnTo>
                      <a:pt x="851" y="603"/>
                    </a:lnTo>
                    <a:lnTo>
                      <a:pt x="828" y="611"/>
                    </a:lnTo>
                    <a:lnTo>
                      <a:pt x="802" y="619"/>
                    </a:lnTo>
                    <a:lnTo>
                      <a:pt x="773" y="625"/>
                    </a:lnTo>
                    <a:lnTo>
                      <a:pt x="741" y="629"/>
                    </a:lnTo>
                    <a:lnTo>
                      <a:pt x="708" y="630"/>
                    </a:lnTo>
                    <a:lnTo>
                      <a:pt x="671" y="629"/>
                    </a:lnTo>
                    <a:lnTo>
                      <a:pt x="631" y="626"/>
                    </a:lnTo>
                    <a:lnTo>
                      <a:pt x="590" y="618"/>
                    </a:lnTo>
                    <a:lnTo>
                      <a:pt x="590" y="720"/>
                    </a:lnTo>
                    <a:lnTo>
                      <a:pt x="26" y="663"/>
                    </a:lnTo>
                    <a:lnTo>
                      <a:pt x="7" y="587"/>
                    </a:lnTo>
                    <a:close/>
                  </a:path>
                </a:pathLst>
              </a:custGeom>
              <a:solidFill>
                <a:schemeClr val="bg2">
                  <a:alpha val="100000"/>
                </a:schemeClr>
              </a:solidFill>
              <a:ln w="9525">
                <a:noFill/>
              </a:ln>
            </p:spPr>
            <p:txBody>
              <a:bodyPr/>
              <a:p>
                <a:endParaRPr lang="zh-CN" altLang="en-US"/>
              </a:p>
            </p:txBody>
          </p:sp>
          <p:sp>
            <p:nvSpPr>
              <p:cNvPr id="146238" name="Freeform 369"/>
              <p:cNvSpPr/>
              <p:nvPr/>
            </p:nvSpPr>
            <p:spPr>
              <a:xfrm>
                <a:off x="4862" y="1693"/>
                <a:ext cx="119" cy="38"/>
              </a:xfrm>
              <a:custGeom>
                <a:avLst/>
                <a:gdLst/>
                <a:ahLst/>
                <a:cxnLst>
                  <a:cxn ang="0">
                    <a:pos x="0" y="0"/>
                  </a:cxn>
                  <a:cxn ang="0">
                    <a:pos x="0" y="0"/>
                  </a:cxn>
                  <a:cxn ang="0">
                    <a:pos x="0" y="0"/>
                  </a:cxn>
                  <a:cxn ang="0">
                    <a:pos x="0" y="0"/>
                  </a:cxn>
                  <a:cxn ang="0">
                    <a:pos x="0" y="0"/>
                  </a:cxn>
                </a:cxnLst>
                <a:pathLst>
                  <a:path w="837" h="269">
                    <a:moveTo>
                      <a:pt x="837" y="96"/>
                    </a:moveTo>
                    <a:lnTo>
                      <a:pt x="12" y="0"/>
                    </a:lnTo>
                    <a:lnTo>
                      <a:pt x="0" y="96"/>
                    </a:lnTo>
                    <a:lnTo>
                      <a:pt x="812" y="269"/>
                    </a:lnTo>
                    <a:lnTo>
                      <a:pt x="837" y="96"/>
                    </a:lnTo>
                    <a:close/>
                  </a:path>
                </a:pathLst>
              </a:custGeom>
              <a:solidFill>
                <a:schemeClr val="bg2">
                  <a:alpha val="100000"/>
                </a:schemeClr>
              </a:solidFill>
              <a:ln w="9525">
                <a:noFill/>
              </a:ln>
            </p:spPr>
            <p:txBody>
              <a:bodyPr/>
              <a:p>
                <a:endParaRPr lang="zh-CN" altLang="en-US"/>
              </a:p>
            </p:txBody>
          </p:sp>
          <p:sp>
            <p:nvSpPr>
              <p:cNvPr id="146239" name="Freeform 370"/>
              <p:cNvSpPr/>
              <p:nvPr/>
            </p:nvSpPr>
            <p:spPr>
              <a:xfrm>
                <a:off x="4921" y="1705"/>
                <a:ext cx="51" cy="18"/>
              </a:xfrm>
              <a:custGeom>
                <a:avLst/>
                <a:gdLst/>
                <a:ahLst/>
                <a:cxnLst>
                  <a:cxn ang="0">
                    <a:pos x="0" y="0"/>
                  </a:cxn>
                  <a:cxn ang="0">
                    <a:pos x="0" y="0"/>
                  </a:cxn>
                  <a:cxn ang="0">
                    <a:pos x="0" y="0"/>
                  </a:cxn>
                  <a:cxn ang="0">
                    <a:pos x="0" y="0"/>
                  </a:cxn>
                  <a:cxn ang="0">
                    <a:pos x="0" y="0"/>
                  </a:cxn>
                </a:cxnLst>
                <a:pathLst>
                  <a:path w="358" h="122">
                    <a:moveTo>
                      <a:pt x="358" y="53"/>
                    </a:moveTo>
                    <a:lnTo>
                      <a:pt x="5" y="0"/>
                    </a:lnTo>
                    <a:lnTo>
                      <a:pt x="0" y="51"/>
                    </a:lnTo>
                    <a:lnTo>
                      <a:pt x="348" y="122"/>
                    </a:lnTo>
                    <a:lnTo>
                      <a:pt x="358" y="53"/>
                    </a:lnTo>
                    <a:close/>
                  </a:path>
                </a:pathLst>
              </a:custGeom>
              <a:solidFill>
                <a:schemeClr val="folHlink">
                  <a:alpha val="100000"/>
                </a:schemeClr>
              </a:solidFill>
              <a:ln w="9525">
                <a:noFill/>
              </a:ln>
            </p:spPr>
            <p:txBody>
              <a:bodyPr/>
              <a:p>
                <a:endParaRPr lang="zh-CN" altLang="en-US"/>
              </a:p>
            </p:txBody>
          </p:sp>
          <p:sp>
            <p:nvSpPr>
              <p:cNvPr id="146240" name="Freeform 371"/>
              <p:cNvSpPr/>
              <p:nvPr/>
            </p:nvSpPr>
            <p:spPr>
              <a:xfrm>
                <a:off x="4869" y="1696"/>
                <a:ext cx="34" cy="13"/>
              </a:xfrm>
              <a:custGeom>
                <a:avLst/>
                <a:gdLst/>
                <a:ahLst/>
                <a:cxnLst>
                  <a:cxn ang="0">
                    <a:pos x="0" y="0"/>
                  </a:cxn>
                  <a:cxn ang="0">
                    <a:pos x="0" y="0"/>
                  </a:cxn>
                  <a:cxn ang="0">
                    <a:pos x="0" y="0"/>
                  </a:cxn>
                  <a:cxn ang="0">
                    <a:pos x="0" y="0"/>
                  </a:cxn>
                  <a:cxn ang="0">
                    <a:pos x="0" y="0"/>
                  </a:cxn>
                </a:cxnLst>
                <a:pathLst>
                  <a:path w="239" h="91">
                    <a:moveTo>
                      <a:pt x="239" y="42"/>
                    </a:moveTo>
                    <a:lnTo>
                      <a:pt x="0" y="0"/>
                    </a:lnTo>
                    <a:lnTo>
                      <a:pt x="2" y="44"/>
                    </a:lnTo>
                    <a:lnTo>
                      <a:pt x="231" y="91"/>
                    </a:lnTo>
                    <a:lnTo>
                      <a:pt x="239" y="42"/>
                    </a:lnTo>
                    <a:close/>
                  </a:path>
                </a:pathLst>
              </a:custGeom>
              <a:solidFill>
                <a:schemeClr val="folHlink">
                  <a:alpha val="100000"/>
                </a:schemeClr>
              </a:solidFill>
              <a:ln w="9525">
                <a:noFill/>
              </a:ln>
            </p:spPr>
            <p:txBody>
              <a:bodyPr/>
              <a:p>
                <a:endParaRPr lang="zh-CN" altLang="en-US"/>
              </a:p>
            </p:txBody>
          </p:sp>
          <p:sp>
            <p:nvSpPr>
              <p:cNvPr id="146241" name="Freeform 372"/>
              <p:cNvSpPr/>
              <p:nvPr/>
            </p:nvSpPr>
            <p:spPr>
              <a:xfrm>
                <a:off x="4783" y="1709"/>
                <a:ext cx="202" cy="67"/>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409" h="466">
                    <a:moveTo>
                      <a:pt x="0" y="140"/>
                    </a:moveTo>
                    <a:lnTo>
                      <a:pt x="4" y="140"/>
                    </a:lnTo>
                    <a:lnTo>
                      <a:pt x="12" y="138"/>
                    </a:lnTo>
                    <a:lnTo>
                      <a:pt x="27" y="135"/>
                    </a:lnTo>
                    <a:lnTo>
                      <a:pt x="45" y="132"/>
                    </a:lnTo>
                    <a:lnTo>
                      <a:pt x="67" y="128"/>
                    </a:lnTo>
                    <a:lnTo>
                      <a:pt x="92" y="123"/>
                    </a:lnTo>
                    <a:lnTo>
                      <a:pt x="120" y="116"/>
                    </a:lnTo>
                    <a:lnTo>
                      <a:pt x="150" y="108"/>
                    </a:lnTo>
                    <a:lnTo>
                      <a:pt x="181" y="100"/>
                    </a:lnTo>
                    <a:lnTo>
                      <a:pt x="212" y="89"/>
                    </a:lnTo>
                    <a:lnTo>
                      <a:pt x="243" y="78"/>
                    </a:lnTo>
                    <a:lnTo>
                      <a:pt x="273" y="65"/>
                    </a:lnTo>
                    <a:lnTo>
                      <a:pt x="303" y="50"/>
                    </a:lnTo>
                    <a:lnTo>
                      <a:pt x="330" y="35"/>
                    </a:lnTo>
                    <a:lnTo>
                      <a:pt x="355" y="18"/>
                    </a:lnTo>
                    <a:lnTo>
                      <a:pt x="375" y="0"/>
                    </a:lnTo>
                    <a:lnTo>
                      <a:pt x="1409" y="236"/>
                    </a:lnTo>
                    <a:lnTo>
                      <a:pt x="1407" y="239"/>
                    </a:lnTo>
                    <a:lnTo>
                      <a:pt x="1401" y="245"/>
                    </a:lnTo>
                    <a:lnTo>
                      <a:pt x="1392" y="254"/>
                    </a:lnTo>
                    <a:lnTo>
                      <a:pt x="1379" y="265"/>
                    </a:lnTo>
                    <a:lnTo>
                      <a:pt x="1363" y="279"/>
                    </a:lnTo>
                    <a:lnTo>
                      <a:pt x="1345" y="295"/>
                    </a:lnTo>
                    <a:lnTo>
                      <a:pt x="1325" y="313"/>
                    </a:lnTo>
                    <a:lnTo>
                      <a:pt x="1303" y="332"/>
                    </a:lnTo>
                    <a:lnTo>
                      <a:pt x="1279" y="351"/>
                    </a:lnTo>
                    <a:lnTo>
                      <a:pt x="1253" y="371"/>
                    </a:lnTo>
                    <a:lnTo>
                      <a:pt x="1227" y="390"/>
                    </a:lnTo>
                    <a:lnTo>
                      <a:pt x="1200" y="409"/>
                    </a:lnTo>
                    <a:lnTo>
                      <a:pt x="1172" y="426"/>
                    </a:lnTo>
                    <a:lnTo>
                      <a:pt x="1145" y="441"/>
                    </a:lnTo>
                    <a:lnTo>
                      <a:pt x="1117" y="455"/>
                    </a:lnTo>
                    <a:lnTo>
                      <a:pt x="1091" y="466"/>
                    </a:lnTo>
                    <a:lnTo>
                      <a:pt x="0" y="140"/>
                    </a:lnTo>
                    <a:close/>
                  </a:path>
                </a:pathLst>
              </a:custGeom>
              <a:solidFill>
                <a:schemeClr val="bg2">
                  <a:alpha val="100000"/>
                </a:schemeClr>
              </a:solidFill>
              <a:ln w="9525">
                <a:noFill/>
              </a:ln>
            </p:spPr>
            <p:txBody>
              <a:bodyPr/>
              <a:p>
                <a:endParaRPr lang="zh-CN" altLang="en-US"/>
              </a:p>
            </p:txBody>
          </p:sp>
          <p:sp>
            <p:nvSpPr>
              <p:cNvPr id="146242" name="Freeform 373"/>
              <p:cNvSpPr/>
              <p:nvPr/>
            </p:nvSpPr>
            <p:spPr>
              <a:xfrm>
                <a:off x="4984" y="1702"/>
                <a:ext cx="72" cy="32"/>
              </a:xfrm>
              <a:custGeom>
                <a:avLst/>
                <a:gdLst/>
                <a:ahLst/>
                <a:cxnLst>
                  <a:cxn ang="0">
                    <a:pos x="0" y="0"/>
                  </a:cxn>
                  <a:cxn ang="0">
                    <a:pos x="0" y="0"/>
                  </a:cxn>
                  <a:cxn ang="0">
                    <a:pos x="0" y="0"/>
                  </a:cxn>
                  <a:cxn ang="0">
                    <a:pos x="0" y="0"/>
                  </a:cxn>
                  <a:cxn ang="0">
                    <a:pos x="0" y="0"/>
                  </a:cxn>
                  <a:cxn ang="0">
                    <a:pos x="0" y="0"/>
                  </a:cxn>
                </a:cxnLst>
                <a:pathLst>
                  <a:path w="502" h="223">
                    <a:moveTo>
                      <a:pt x="51" y="223"/>
                    </a:moveTo>
                    <a:lnTo>
                      <a:pt x="502" y="90"/>
                    </a:lnTo>
                    <a:lnTo>
                      <a:pt x="229" y="0"/>
                    </a:lnTo>
                    <a:lnTo>
                      <a:pt x="6" y="26"/>
                    </a:lnTo>
                    <a:lnTo>
                      <a:pt x="0" y="211"/>
                    </a:lnTo>
                    <a:lnTo>
                      <a:pt x="51" y="223"/>
                    </a:lnTo>
                    <a:close/>
                  </a:path>
                </a:pathLst>
              </a:custGeom>
              <a:solidFill>
                <a:schemeClr val="bg2">
                  <a:alpha val="100000"/>
                </a:schemeClr>
              </a:solidFill>
              <a:ln w="9525">
                <a:noFill/>
              </a:ln>
            </p:spPr>
            <p:txBody>
              <a:bodyPr/>
              <a:p>
                <a:endParaRPr lang="zh-CN" altLang="en-US"/>
              </a:p>
            </p:txBody>
          </p:sp>
          <p:sp>
            <p:nvSpPr>
              <p:cNvPr id="146243" name="Freeform 374"/>
              <p:cNvSpPr/>
              <p:nvPr/>
            </p:nvSpPr>
            <p:spPr>
              <a:xfrm>
                <a:off x="4799" y="1565"/>
                <a:ext cx="38" cy="152"/>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67" h="1064">
                    <a:moveTo>
                      <a:pt x="267" y="26"/>
                    </a:moveTo>
                    <a:lnTo>
                      <a:pt x="266" y="24"/>
                    </a:lnTo>
                    <a:lnTo>
                      <a:pt x="262" y="22"/>
                    </a:lnTo>
                    <a:lnTo>
                      <a:pt x="254" y="20"/>
                    </a:lnTo>
                    <a:lnTo>
                      <a:pt x="244" y="16"/>
                    </a:lnTo>
                    <a:lnTo>
                      <a:pt x="232" y="12"/>
                    </a:lnTo>
                    <a:lnTo>
                      <a:pt x="218" y="8"/>
                    </a:lnTo>
                    <a:lnTo>
                      <a:pt x="202" y="5"/>
                    </a:lnTo>
                    <a:lnTo>
                      <a:pt x="184" y="1"/>
                    </a:lnTo>
                    <a:lnTo>
                      <a:pt x="164" y="0"/>
                    </a:lnTo>
                    <a:lnTo>
                      <a:pt x="143" y="0"/>
                    </a:lnTo>
                    <a:lnTo>
                      <a:pt x="121" y="3"/>
                    </a:lnTo>
                    <a:lnTo>
                      <a:pt x="98" y="6"/>
                    </a:lnTo>
                    <a:lnTo>
                      <a:pt x="74" y="13"/>
                    </a:lnTo>
                    <a:lnTo>
                      <a:pt x="50" y="22"/>
                    </a:lnTo>
                    <a:lnTo>
                      <a:pt x="25" y="35"/>
                    </a:lnTo>
                    <a:lnTo>
                      <a:pt x="0" y="51"/>
                    </a:lnTo>
                    <a:lnTo>
                      <a:pt x="0" y="1064"/>
                    </a:lnTo>
                    <a:lnTo>
                      <a:pt x="1" y="1064"/>
                    </a:lnTo>
                    <a:lnTo>
                      <a:pt x="7" y="1064"/>
                    </a:lnTo>
                    <a:lnTo>
                      <a:pt x="15" y="1063"/>
                    </a:lnTo>
                    <a:lnTo>
                      <a:pt x="25" y="1062"/>
                    </a:lnTo>
                    <a:lnTo>
                      <a:pt x="37" y="1060"/>
                    </a:lnTo>
                    <a:lnTo>
                      <a:pt x="52" y="1057"/>
                    </a:lnTo>
                    <a:lnTo>
                      <a:pt x="69" y="1054"/>
                    </a:lnTo>
                    <a:lnTo>
                      <a:pt x="88" y="1049"/>
                    </a:lnTo>
                    <a:lnTo>
                      <a:pt x="108" y="1044"/>
                    </a:lnTo>
                    <a:lnTo>
                      <a:pt x="129" y="1037"/>
                    </a:lnTo>
                    <a:lnTo>
                      <a:pt x="152" y="1029"/>
                    </a:lnTo>
                    <a:lnTo>
                      <a:pt x="175" y="1018"/>
                    </a:lnTo>
                    <a:lnTo>
                      <a:pt x="198" y="1007"/>
                    </a:lnTo>
                    <a:lnTo>
                      <a:pt x="222" y="994"/>
                    </a:lnTo>
                    <a:lnTo>
                      <a:pt x="244" y="979"/>
                    </a:lnTo>
                    <a:lnTo>
                      <a:pt x="267" y="962"/>
                    </a:lnTo>
                    <a:lnTo>
                      <a:pt x="267" y="26"/>
                    </a:lnTo>
                    <a:close/>
                  </a:path>
                </a:pathLst>
              </a:custGeom>
              <a:solidFill>
                <a:schemeClr val="bg2">
                  <a:alpha val="100000"/>
                </a:schemeClr>
              </a:solidFill>
              <a:ln w="9525">
                <a:noFill/>
              </a:ln>
            </p:spPr>
            <p:txBody>
              <a:bodyPr/>
              <a:p>
                <a:endParaRPr lang="zh-CN" altLang="en-US"/>
              </a:p>
            </p:txBody>
          </p:sp>
          <p:sp>
            <p:nvSpPr>
              <p:cNvPr id="146244" name="Freeform 375"/>
              <p:cNvSpPr/>
              <p:nvPr/>
            </p:nvSpPr>
            <p:spPr>
              <a:xfrm>
                <a:off x="4800" y="1567"/>
                <a:ext cx="33" cy="12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28" h="898">
                    <a:moveTo>
                      <a:pt x="228" y="21"/>
                    </a:moveTo>
                    <a:lnTo>
                      <a:pt x="227" y="20"/>
                    </a:lnTo>
                    <a:lnTo>
                      <a:pt x="224" y="19"/>
                    </a:lnTo>
                    <a:lnTo>
                      <a:pt x="217" y="17"/>
                    </a:lnTo>
                    <a:lnTo>
                      <a:pt x="209" y="13"/>
                    </a:lnTo>
                    <a:lnTo>
                      <a:pt x="199" y="10"/>
                    </a:lnTo>
                    <a:lnTo>
                      <a:pt x="186" y="6"/>
                    </a:lnTo>
                    <a:lnTo>
                      <a:pt x="172" y="4"/>
                    </a:lnTo>
                    <a:lnTo>
                      <a:pt x="157" y="2"/>
                    </a:lnTo>
                    <a:lnTo>
                      <a:pt x="140" y="0"/>
                    </a:lnTo>
                    <a:lnTo>
                      <a:pt x="122" y="0"/>
                    </a:lnTo>
                    <a:lnTo>
                      <a:pt x="104" y="2"/>
                    </a:lnTo>
                    <a:lnTo>
                      <a:pt x="83" y="5"/>
                    </a:lnTo>
                    <a:lnTo>
                      <a:pt x="64" y="11"/>
                    </a:lnTo>
                    <a:lnTo>
                      <a:pt x="42" y="19"/>
                    </a:lnTo>
                    <a:lnTo>
                      <a:pt x="21" y="29"/>
                    </a:lnTo>
                    <a:lnTo>
                      <a:pt x="0" y="43"/>
                    </a:lnTo>
                    <a:lnTo>
                      <a:pt x="0" y="898"/>
                    </a:lnTo>
                    <a:lnTo>
                      <a:pt x="1" y="898"/>
                    </a:lnTo>
                    <a:lnTo>
                      <a:pt x="5" y="898"/>
                    </a:lnTo>
                    <a:lnTo>
                      <a:pt x="12" y="897"/>
                    </a:lnTo>
                    <a:lnTo>
                      <a:pt x="21" y="896"/>
                    </a:lnTo>
                    <a:lnTo>
                      <a:pt x="32" y="894"/>
                    </a:lnTo>
                    <a:lnTo>
                      <a:pt x="45" y="892"/>
                    </a:lnTo>
                    <a:lnTo>
                      <a:pt x="59" y="889"/>
                    </a:lnTo>
                    <a:lnTo>
                      <a:pt x="75" y="884"/>
                    </a:lnTo>
                    <a:lnTo>
                      <a:pt x="92" y="879"/>
                    </a:lnTo>
                    <a:lnTo>
                      <a:pt x="111" y="874"/>
                    </a:lnTo>
                    <a:lnTo>
                      <a:pt x="130" y="867"/>
                    </a:lnTo>
                    <a:lnTo>
                      <a:pt x="149" y="858"/>
                    </a:lnTo>
                    <a:lnTo>
                      <a:pt x="169" y="848"/>
                    </a:lnTo>
                    <a:lnTo>
                      <a:pt x="190" y="837"/>
                    </a:lnTo>
                    <a:lnTo>
                      <a:pt x="209" y="824"/>
                    </a:lnTo>
                    <a:lnTo>
                      <a:pt x="228" y="809"/>
                    </a:lnTo>
                    <a:lnTo>
                      <a:pt x="228" y="21"/>
                    </a:lnTo>
                    <a:close/>
                  </a:path>
                </a:pathLst>
              </a:custGeom>
              <a:solidFill>
                <a:schemeClr val="bg2">
                  <a:alpha val="100000"/>
                </a:schemeClr>
              </a:solidFill>
              <a:ln w="9525">
                <a:noFill/>
              </a:ln>
            </p:spPr>
            <p:txBody>
              <a:bodyPr/>
              <a:p>
                <a:endParaRPr lang="zh-CN" altLang="en-US"/>
              </a:p>
            </p:txBody>
          </p:sp>
          <p:sp>
            <p:nvSpPr>
              <p:cNvPr id="146245" name="Freeform 376"/>
              <p:cNvSpPr/>
              <p:nvPr/>
            </p:nvSpPr>
            <p:spPr>
              <a:xfrm>
                <a:off x="4801" y="1568"/>
                <a:ext cx="27" cy="104"/>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92" h="729">
                    <a:moveTo>
                      <a:pt x="192" y="17"/>
                    </a:moveTo>
                    <a:lnTo>
                      <a:pt x="191" y="17"/>
                    </a:lnTo>
                    <a:lnTo>
                      <a:pt x="187" y="15"/>
                    </a:lnTo>
                    <a:lnTo>
                      <a:pt x="183" y="12"/>
                    </a:lnTo>
                    <a:lnTo>
                      <a:pt x="176" y="10"/>
                    </a:lnTo>
                    <a:lnTo>
                      <a:pt x="167" y="8"/>
                    </a:lnTo>
                    <a:lnTo>
                      <a:pt x="156" y="4"/>
                    </a:lnTo>
                    <a:lnTo>
                      <a:pt x="145" y="2"/>
                    </a:lnTo>
                    <a:lnTo>
                      <a:pt x="132" y="0"/>
                    </a:lnTo>
                    <a:lnTo>
                      <a:pt x="117" y="0"/>
                    </a:lnTo>
                    <a:lnTo>
                      <a:pt x="102" y="0"/>
                    </a:lnTo>
                    <a:lnTo>
                      <a:pt x="86" y="1"/>
                    </a:lnTo>
                    <a:lnTo>
                      <a:pt x="70" y="3"/>
                    </a:lnTo>
                    <a:lnTo>
                      <a:pt x="53" y="8"/>
                    </a:lnTo>
                    <a:lnTo>
                      <a:pt x="35" y="15"/>
                    </a:lnTo>
                    <a:lnTo>
                      <a:pt x="18" y="24"/>
                    </a:lnTo>
                    <a:lnTo>
                      <a:pt x="0" y="35"/>
                    </a:lnTo>
                    <a:lnTo>
                      <a:pt x="0" y="729"/>
                    </a:lnTo>
                    <a:lnTo>
                      <a:pt x="1" y="729"/>
                    </a:lnTo>
                    <a:lnTo>
                      <a:pt x="4" y="729"/>
                    </a:lnTo>
                    <a:lnTo>
                      <a:pt x="10" y="728"/>
                    </a:lnTo>
                    <a:lnTo>
                      <a:pt x="18" y="727"/>
                    </a:lnTo>
                    <a:lnTo>
                      <a:pt x="27" y="726"/>
                    </a:lnTo>
                    <a:lnTo>
                      <a:pt x="37" y="725"/>
                    </a:lnTo>
                    <a:lnTo>
                      <a:pt x="50" y="721"/>
                    </a:lnTo>
                    <a:lnTo>
                      <a:pt x="64" y="719"/>
                    </a:lnTo>
                    <a:lnTo>
                      <a:pt x="77" y="714"/>
                    </a:lnTo>
                    <a:lnTo>
                      <a:pt x="92" y="710"/>
                    </a:lnTo>
                    <a:lnTo>
                      <a:pt x="108" y="704"/>
                    </a:lnTo>
                    <a:lnTo>
                      <a:pt x="125" y="697"/>
                    </a:lnTo>
                    <a:lnTo>
                      <a:pt x="141" y="689"/>
                    </a:lnTo>
                    <a:lnTo>
                      <a:pt x="159" y="680"/>
                    </a:lnTo>
                    <a:lnTo>
                      <a:pt x="176" y="668"/>
                    </a:lnTo>
                    <a:lnTo>
                      <a:pt x="192" y="657"/>
                    </a:lnTo>
                    <a:lnTo>
                      <a:pt x="192" y="17"/>
                    </a:lnTo>
                    <a:close/>
                  </a:path>
                </a:pathLst>
              </a:custGeom>
              <a:solidFill>
                <a:srgbClr val="DDDDDD">
                  <a:alpha val="100000"/>
                </a:srgbClr>
              </a:solidFill>
              <a:ln w="9525">
                <a:noFill/>
              </a:ln>
            </p:spPr>
            <p:txBody>
              <a:bodyPr/>
              <a:p>
                <a:endParaRPr lang="zh-CN" altLang="en-US"/>
              </a:p>
            </p:txBody>
          </p:sp>
          <p:sp>
            <p:nvSpPr>
              <p:cNvPr id="146246" name="Freeform 377"/>
              <p:cNvSpPr/>
              <p:nvPr/>
            </p:nvSpPr>
            <p:spPr>
              <a:xfrm>
                <a:off x="4802" y="1569"/>
                <a:ext cx="22" cy="8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56" h="564">
                    <a:moveTo>
                      <a:pt x="156" y="15"/>
                    </a:moveTo>
                    <a:lnTo>
                      <a:pt x="153" y="14"/>
                    </a:lnTo>
                    <a:lnTo>
                      <a:pt x="142" y="9"/>
                    </a:lnTo>
                    <a:lnTo>
                      <a:pt x="127" y="4"/>
                    </a:lnTo>
                    <a:lnTo>
                      <a:pt x="108" y="1"/>
                    </a:lnTo>
                    <a:lnTo>
                      <a:pt x="84" y="0"/>
                    </a:lnTo>
                    <a:lnTo>
                      <a:pt x="58" y="3"/>
                    </a:lnTo>
                    <a:lnTo>
                      <a:pt x="29" y="12"/>
                    </a:lnTo>
                    <a:lnTo>
                      <a:pt x="0" y="28"/>
                    </a:lnTo>
                    <a:lnTo>
                      <a:pt x="0" y="564"/>
                    </a:lnTo>
                    <a:lnTo>
                      <a:pt x="4" y="564"/>
                    </a:lnTo>
                    <a:lnTo>
                      <a:pt x="15" y="563"/>
                    </a:lnTo>
                    <a:lnTo>
                      <a:pt x="31" y="560"/>
                    </a:lnTo>
                    <a:lnTo>
                      <a:pt x="52" y="555"/>
                    </a:lnTo>
                    <a:lnTo>
                      <a:pt x="76" y="548"/>
                    </a:lnTo>
                    <a:lnTo>
                      <a:pt x="102" y="537"/>
                    </a:lnTo>
                    <a:lnTo>
                      <a:pt x="128" y="524"/>
                    </a:lnTo>
                    <a:lnTo>
                      <a:pt x="156" y="505"/>
                    </a:lnTo>
                    <a:lnTo>
                      <a:pt x="156" y="15"/>
                    </a:lnTo>
                    <a:close/>
                  </a:path>
                </a:pathLst>
              </a:custGeom>
              <a:solidFill>
                <a:schemeClr val="bg2">
                  <a:alpha val="100000"/>
                </a:schemeClr>
              </a:solidFill>
              <a:ln w="9525">
                <a:noFill/>
              </a:ln>
            </p:spPr>
            <p:txBody>
              <a:bodyPr/>
              <a:p>
                <a:endParaRPr lang="zh-CN" altLang="en-US"/>
              </a:p>
            </p:txBody>
          </p:sp>
          <p:sp>
            <p:nvSpPr>
              <p:cNvPr id="146247" name="Freeform 378"/>
              <p:cNvSpPr/>
              <p:nvPr/>
            </p:nvSpPr>
            <p:spPr>
              <a:xfrm>
                <a:off x="4803" y="1571"/>
                <a:ext cx="17" cy="5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7" h="396">
                    <a:moveTo>
                      <a:pt x="117" y="10"/>
                    </a:moveTo>
                    <a:lnTo>
                      <a:pt x="115" y="9"/>
                    </a:lnTo>
                    <a:lnTo>
                      <a:pt x="107" y="6"/>
                    </a:lnTo>
                    <a:lnTo>
                      <a:pt x="95" y="2"/>
                    </a:lnTo>
                    <a:lnTo>
                      <a:pt x="80" y="0"/>
                    </a:lnTo>
                    <a:lnTo>
                      <a:pt x="63" y="0"/>
                    </a:lnTo>
                    <a:lnTo>
                      <a:pt x="43" y="2"/>
                    </a:lnTo>
                    <a:lnTo>
                      <a:pt x="22" y="9"/>
                    </a:lnTo>
                    <a:lnTo>
                      <a:pt x="0" y="22"/>
                    </a:lnTo>
                    <a:lnTo>
                      <a:pt x="0" y="396"/>
                    </a:lnTo>
                    <a:lnTo>
                      <a:pt x="3" y="396"/>
                    </a:lnTo>
                    <a:lnTo>
                      <a:pt x="11" y="395"/>
                    </a:lnTo>
                    <a:lnTo>
                      <a:pt x="23" y="393"/>
                    </a:lnTo>
                    <a:lnTo>
                      <a:pt x="39" y="389"/>
                    </a:lnTo>
                    <a:lnTo>
                      <a:pt x="58" y="385"/>
                    </a:lnTo>
                    <a:lnTo>
                      <a:pt x="77" y="377"/>
                    </a:lnTo>
                    <a:lnTo>
                      <a:pt x="96" y="365"/>
                    </a:lnTo>
                    <a:lnTo>
                      <a:pt x="117" y="351"/>
                    </a:lnTo>
                    <a:lnTo>
                      <a:pt x="117" y="10"/>
                    </a:lnTo>
                    <a:close/>
                  </a:path>
                </a:pathLst>
              </a:custGeom>
              <a:solidFill>
                <a:schemeClr val="bg2">
                  <a:alpha val="100000"/>
                </a:schemeClr>
              </a:solidFill>
              <a:ln w="9525">
                <a:noFill/>
              </a:ln>
            </p:spPr>
            <p:txBody>
              <a:bodyPr/>
              <a:p>
                <a:endParaRPr lang="zh-CN" altLang="en-US"/>
              </a:p>
            </p:txBody>
          </p:sp>
          <p:sp>
            <p:nvSpPr>
              <p:cNvPr id="146248" name="Freeform 379"/>
              <p:cNvSpPr/>
              <p:nvPr/>
            </p:nvSpPr>
            <p:spPr>
              <a:xfrm>
                <a:off x="4804" y="1572"/>
                <a:ext cx="11" cy="33"/>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80" h="230">
                    <a:moveTo>
                      <a:pt x="80" y="7"/>
                    </a:moveTo>
                    <a:lnTo>
                      <a:pt x="78" y="6"/>
                    </a:lnTo>
                    <a:lnTo>
                      <a:pt x="73" y="5"/>
                    </a:lnTo>
                    <a:lnTo>
                      <a:pt x="65" y="2"/>
                    </a:lnTo>
                    <a:lnTo>
                      <a:pt x="55" y="0"/>
                    </a:lnTo>
                    <a:lnTo>
                      <a:pt x="44" y="0"/>
                    </a:lnTo>
                    <a:lnTo>
                      <a:pt x="30" y="1"/>
                    </a:lnTo>
                    <a:lnTo>
                      <a:pt x="15" y="7"/>
                    </a:lnTo>
                    <a:lnTo>
                      <a:pt x="0" y="15"/>
                    </a:lnTo>
                    <a:lnTo>
                      <a:pt x="0" y="230"/>
                    </a:lnTo>
                    <a:lnTo>
                      <a:pt x="3" y="230"/>
                    </a:lnTo>
                    <a:lnTo>
                      <a:pt x="7" y="229"/>
                    </a:lnTo>
                    <a:lnTo>
                      <a:pt x="16" y="228"/>
                    </a:lnTo>
                    <a:lnTo>
                      <a:pt x="27" y="225"/>
                    </a:lnTo>
                    <a:lnTo>
                      <a:pt x="39" y="222"/>
                    </a:lnTo>
                    <a:lnTo>
                      <a:pt x="53" y="216"/>
                    </a:lnTo>
                    <a:lnTo>
                      <a:pt x="67" y="208"/>
                    </a:lnTo>
                    <a:lnTo>
                      <a:pt x="80" y="199"/>
                    </a:lnTo>
                    <a:lnTo>
                      <a:pt x="80" y="7"/>
                    </a:lnTo>
                    <a:close/>
                  </a:path>
                </a:pathLst>
              </a:custGeom>
              <a:solidFill>
                <a:schemeClr val="bg2">
                  <a:alpha val="100000"/>
                </a:schemeClr>
              </a:solidFill>
              <a:ln w="9525">
                <a:noFill/>
              </a:ln>
            </p:spPr>
            <p:txBody>
              <a:bodyPr/>
              <a:p>
                <a:endParaRPr lang="zh-CN" altLang="en-US"/>
              </a:p>
            </p:txBody>
          </p:sp>
          <p:sp>
            <p:nvSpPr>
              <p:cNvPr id="146249" name="Freeform 380"/>
              <p:cNvSpPr/>
              <p:nvPr/>
            </p:nvSpPr>
            <p:spPr>
              <a:xfrm>
                <a:off x="4942" y="1666"/>
                <a:ext cx="16" cy="17"/>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7" h="117">
                    <a:moveTo>
                      <a:pt x="58" y="117"/>
                    </a:moveTo>
                    <a:lnTo>
                      <a:pt x="70" y="116"/>
                    </a:lnTo>
                    <a:lnTo>
                      <a:pt x="81" y="112"/>
                    </a:lnTo>
                    <a:lnTo>
                      <a:pt x="90" y="106"/>
                    </a:lnTo>
                    <a:lnTo>
                      <a:pt x="100" y="100"/>
                    </a:lnTo>
                    <a:lnTo>
                      <a:pt x="106" y="90"/>
                    </a:lnTo>
                    <a:lnTo>
                      <a:pt x="112" y="81"/>
                    </a:lnTo>
                    <a:lnTo>
                      <a:pt x="116" y="70"/>
                    </a:lnTo>
                    <a:lnTo>
                      <a:pt x="117" y="58"/>
                    </a:lnTo>
                    <a:lnTo>
                      <a:pt x="116" y="46"/>
                    </a:lnTo>
                    <a:lnTo>
                      <a:pt x="112" y="35"/>
                    </a:lnTo>
                    <a:lnTo>
                      <a:pt x="106" y="25"/>
                    </a:lnTo>
                    <a:lnTo>
                      <a:pt x="100" y="17"/>
                    </a:lnTo>
                    <a:lnTo>
                      <a:pt x="90" y="9"/>
                    </a:lnTo>
                    <a:lnTo>
                      <a:pt x="81" y="4"/>
                    </a:lnTo>
                    <a:lnTo>
                      <a:pt x="70" y="1"/>
                    </a:lnTo>
                    <a:lnTo>
                      <a:pt x="58" y="0"/>
                    </a:lnTo>
                    <a:lnTo>
                      <a:pt x="47" y="1"/>
                    </a:lnTo>
                    <a:lnTo>
                      <a:pt x="36" y="4"/>
                    </a:lnTo>
                    <a:lnTo>
                      <a:pt x="26" y="9"/>
                    </a:lnTo>
                    <a:lnTo>
                      <a:pt x="17" y="17"/>
                    </a:lnTo>
                    <a:lnTo>
                      <a:pt x="10" y="25"/>
                    </a:lnTo>
                    <a:lnTo>
                      <a:pt x="5" y="35"/>
                    </a:lnTo>
                    <a:lnTo>
                      <a:pt x="1" y="46"/>
                    </a:lnTo>
                    <a:lnTo>
                      <a:pt x="0" y="58"/>
                    </a:lnTo>
                    <a:lnTo>
                      <a:pt x="1" y="70"/>
                    </a:lnTo>
                    <a:lnTo>
                      <a:pt x="5" y="81"/>
                    </a:lnTo>
                    <a:lnTo>
                      <a:pt x="10" y="90"/>
                    </a:lnTo>
                    <a:lnTo>
                      <a:pt x="17" y="100"/>
                    </a:lnTo>
                    <a:lnTo>
                      <a:pt x="26" y="106"/>
                    </a:lnTo>
                    <a:lnTo>
                      <a:pt x="36" y="112"/>
                    </a:lnTo>
                    <a:lnTo>
                      <a:pt x="47" y="116"/>
                    </a:lnTo>
                    <a:lnTo>
                      <a:pt x="58" y="117"/>
                    </a:lnTo>
                    <a:close/>
                  </a:path>
                </a:pathLst>
              </a:custGeom>
              <a:solidFill>
                <a:schemeClr val="bg2">
                  <a:alpha val="100000"/>
                </a:schemeClr>
              </a:solidFill>
              <a:ln w="9525">
                <a:noFill/>
              </a:ln>
            </p:spPr>
            <p:txBody>
              <a:bodyPr/>
              <a:p>
                <a:endParaRPr lang="zh-CN" altLang="en-US"/>
              </a:p>
            </p:txBody>
          </p:sp>
          <p:sp>
            <p:nvSpPr>
              <p:cNvPr id="146250" name="Freeform 381"/>
              <p:cNvSpPr/>
              <p:nvPr/>
            </p:nvSpPr>
            <p:spPr>
              <a:xfrm>
                <a:off x="4890" y="1666"/>
                <a:ext cx="9" cy="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8" h="59">
                    <a:moveTo>
                      <a:pt x="29" y="59"/>
                    </a:moveTo>
                    <a:lnTo>
                      <a:pt x="40" y="56"/>
                    </a:lnTo>
                    <a:lnTo>
                      <a:pt x="50" y="49"/>
                    </a:lnTo>
                    <a:lnTo>
                      <a:pt x="56" y="40"/>
                    </a:lnTo>
                    <a:lnTo>
                      <a:pt x="58" y="29"/>
                    </a:lnTo>
                    <a:lnTo>
                      <a:pt x="56" y="17"/>
                    </a:lnTo>
                    <a:lnTo>
                      <a:pt x="50" y="8"/>
                    </a:lnTo>
                    <a:lnTo>
                      <a:pt x="40" y="2"/>
                    </a:lnTo>
                    <a:lnTo>
                      <a:pt x="29" y="0"/>
                    </a:lnTo>
                    <a:lnTo>
                      <a:pt x="17" y="2"/>
                    </a:lnTo>
                    <a:lnTo>
                      <a:pt x="8" y="8"/>
                    </a:lnTo>
                    <a:lnTo>
                      <a:pt x="2" y="17"/>
                    </a:lnTo>
                    <a:lnTo>
                      <a:pt x="0" y="29"/>
                    </a:lnTo>
                    <a:lnTo>
                      <a:pt x="2" y="40"/>
                    </a:lnTo>
                    <a:lnTo>
                      <a:pt x="8" y="49"/>
                    </a:lnTo>
                    <a:lnTo>
                      <a:pt x="17" y="56"/>
                    </a:lnTo>
                    <a:lnTo>
                      <a:pt x="29" y="59"/>
                    </a:lnTo>
                    <a:close/>
                  </a:path>
                </a:pathLst>
              </a:custGeom>
              <a:solidFill>
                <a:srgbClr val="FFFFFF">
                  <a:alpha val="100000"/>
                </a:srgbClr>
              </a:solidFill>
              <a:ln w="9525">
                <a:noFill/>
              </a:ln>
            </p:spPr>
            <p:txBody>
              <a:bodyPr/>
              <a:p>
                <a:endParaRPr lang="zh-CN" altLang="en-US"/>
              </a:p>
            </p:txBody>
          </p:sp>
          <p:sp>
            <p:nvSpPr>
              <p:cNvPr id="146251" name="Freeform 382"/>
              <p:cNvSpPr/>
              <p:nvPr/>
            </p:nvSpPr>
            <p:spPr>
              <a:xfrm>
                <a:off x="4905" y="1667"/>
                <a:ext cx="8" cy="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8" h="59">
                    <a:moveTo>
                      <a:pt x="29" y="59"/>
                    </a:moveTo>
                    <a:lnTo>
                      <a:pt x="41" y="57"/>
                    </a:lnTo>
                    <a:lnTo>
                      <a:pt x="50" y="51"/>
                    </a:lnTo>
                    <a:lnTo>
                      <a:pt x="56" y="42"/>
                    </a:lnTo>
                    <a:lnTo>
                      <a:pt x="58" y="30"/>
                    </a:lnTo>
                    <a:lnTo>
                      <a:pt x="56" y="19"/>
                    </a:lnTo>
                    <a:lnTo>
                      <a:pt x="50" y="9"/>
                    </a:lnTo>
                    <a:lnTo>
                      <a:pt x="41" y="3"/>
                    </a:lnTo>
                    <a:lnTo>
                      <a:pt x="29" y="0"/>
                    </a:lnTo>
                    <a:lnTo>
                      <a:pt x="18" y="3"/>
                    </a:lnTo>
                    <a:lnTo>
                      <a:pt x="9" y="9"/>
                    </a:lnTo>
                    <a:lnTo>
                      <a:pt x="2" y="19"/>
                    </a:lnTo>
                    <a:lnTo>
                      <a:pt x="0" y="30"/>
                    </a:lnTo>
                    <a:lnTo>
                      <a:pt x="2" y="42"/>
                    </a:lnTo>
                    <a:lnTo>
                      <a:pt x="9" y="51"/>
                    </a:lnTo>
                    <a:lnTo>
                      <a:pt x="18" y="57"/>
                    </a:lnTo>
                    <a:lnTo>
                      <a:pt x="29" y="59"/>
                    </a:lnTo>
                    <a:close/>
                  </a:path>
                </a:pathLst>
              </a:custGeom>
              <a:solidFill>
                <a:srgbClr val="FFFFFF">
                  <a:alpha val="100000"/>
                </a:srgbClr>
              </a:solidFill>
              <a:ln w="9525">
                <a:noFill/>
              </a:ln>
            </p:spPr>
            <p:txBody>
              <a:bodyPr/>
              <a:p>
                <a:endParaRPr lang="zh-CN" altLang="en-US"/>
              </a:p>
            </p:txBody>
          </p:sp>
          <p:sp>
            <p:nvSpPr>
              <p:cNvPr id="146252" name="Freeform 383"/>
              <p:cNvSpPr/>
              <p:nvPr/>
            </p:nvSpPr>
            <p:spPr>
              <a:xfrm>
                <a:off x="4849" y="1552"/>
                <a:ext cx="23" cy="114"/>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66" h="800">
                    <a:moveTo>
                      <a:pt x="52" y="16"/>
                    </a:moveTo>
                    <a:lnTo>
                      <a:pt x="47" y="32"/>
                    </a:lnTo>
                    <a:lnTo>
                      <a:pt x="36" y="77"/>
                    </a:lnTo>
                    <a:lnTo>
                      <a:pt x="21" y="148"/>
                    </a:lnTo>
                    <a:lnTo>
                      <a:pt x="8" y="244"/>
                    </a:lnTo>
                    <a:lnTo>
                      <a:pt x="0" y="359"/>
                    </a:lnTo>
                    <a:lnTo>
                      <a:pt x="2" y="492"/>
                    </a:lnTo>
                    <a:lnTo>
                      <a:pt x="15" y="640"/>
                    </a:lnTo>
                    <a:lnTo>
                      <a:pt x="46" y="800"/>
                    </a:lnTo>
                    <a:lnTo>
                      <a:pt x="161" y="794"/>
                    </a:lnTo>
                    <a:lnTo>
                      <a:pt x="156" y="770"/>
                    </a:lnTo>
                    <a:lnTo>
                      <a:pt x="145" y="706"/>
                    </a:lnTo>
                    <a:lnTo>
                      <a:pt x="131" y="610"/>
                    </a:lnTo>
                    <a:lnTo>
                      <a:pt x="118" y="493"/>
                    </a:lnTo>
                    <a:lnTo>
                      <a:pt x="111" y="364"/>
                    </a:lnTo>
                    <a:lnTo>
                      <a:pt x="115" y="235"/>
                    </a:lnTo>
                    <a:lnTo>
                      <a:pt x="132" y="113"/>
                    </a:lnTo>
                    <a:lnTo>
                      <a:pt x="166" y="9"/>
                    </a:lnTo>
                    <a:lnTo>
                      <a:pt x="166" y="8"/>
                    </a:lnTo>
                    <a:lnTo>
                      <a:pt x="166" y="6"/>
                    </a:lnTo>
                    <a:lnTo>
                      <a:pt x="164" y="4"/>
                    </a:lnTo>
                    <a:lnTo>
                      <a:pt x="157" y="0"/>
                    </a:lnTo>
                    <a:lnTo>
                      <a:pt x="143" y="0"/>
                    </a:lnTo>
                    <a:lnTo>
                      <a:pt x="123" y="1"/>
                    </a:lnTo>
                    <a:lnTo>
                      <a:pt x="93" y="7"/>
                    </a:lnTo>
                    <a:lnTo>
                      <a:pt x="52" y="16"/>
                    </a:lnTo>
                    <a:close/>
                  </a:path>
                </a:pathLst>
              </a:custGeom>
              <a:solidFill>
                <a:schemeClr val="bg2">
                  <a:alpha val="100000"/>
                </a:schemeClr>
              </a:solidFill>
              <a:ln w="9525">
                <a:noFill/>
              </a:ln>
            </p:spPr>
            <p:txBody>
              <a:bodyPr/>
              <a:p>
                <a:endParaRPr lang="zh-CN" altLang="en-US"/>
              </a:p>
            </p:txBody>
          </p:sp>
          <p:sp>
            <p:nvSpPr>
              <p:cNvPr id="146253" name="Freeform 384"/>
              <p:cNvSpPr/>
              <p:nvPr/>
            </p:nvSpPr>
            <p:spPr>
              <a:xfrm>
                <a:off x="4971" y="1538"/>
                <a:ext cx="32" cy="12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25" h="893">
                    <a:moveTo>
                      <a:pt x="225" y="6"/>
                    </a:moveTo>
                    <a:lnTo>
                      <a:pt x="219" y="12"/>
                    </a:lnTo>
                    <a:lnTo>
                      <a:pt x="204" y="35"/>
                    </a:lnTo>
                    <a:lnTo>
                      <a:pt x="185" y="82"/>
                    </a:lnTo>
                    <a:lnTo>
                      <a:pt x="165" y="158"/>
                    </a:lnTo>
                    <a:lnTo>
                      <a:pt x="149" y="270"/>
                    </a:lnTo>
                    <a:lnTo>
                      <a:pt x="141" y="427"/>
                    </a:lnTo>
                    <a:lnTo>
                      <a:pt x="146" y="631"/>
                    </a:lnTo>
                    <a:lnTo>
                      <a:pt x="168" y="893"/>
                    </a:lnTo>
                    <a:lnTo>
                      <a:pt x="41" y="893"/>
                    </a:lnTo>
                    <a:lnTo>
                      <a:pt x="36" y="867"/>
                    </a:lnTo>
                    <a:lnTo>
                      <a:pt x="26" y="794"/>
                    </a:lnTo>
                    <a:lnTo>
                      <a:pt x="13" y="686"/>
                    </a:lnTo>
                    <a:lnTo>
                      <a:pt x="3" y="554"/>
                    </a:lnTo>
                    <a:lnTo>
                      <a:pt x="0" y="408"/>
                    </a:lnTo>
                    <a:lnTo>
                      <a:pt x="6" y="260"/>
                    </a:lnTo>
                    <a:lnTo>
                      <a:pt x="30" y="121"/>
                    </a:lnTo>
                    <a:lnTo>
                      <a:pt x="73" y="0"/>
                    </a:lnTo>
                    <a:lnTo>
                      <a:pt x="225" y="6"/>
                    </a:lnTo>
                    <a:close/>
                  </a:path>
                </a:pathLst>
              </a:custGeom>
              <a:solidFill>
                <a:schemeClr val="bg2">
                  <a:alpha val="100000"/>
                </a:schemeClr>
              </a:solidFill>
              <a:ln w="9525">
                <a:noFill/>
              </a:ln>
            </p:spPr>
            <p:txBody>
              <a:bodyPr/>
              <a:p>
                <a:endParaRPr lang="zh-CN" altLang="en-US"/>
              </a:p>
            </p:txBody>
          </p:sp>
          <p:sp>
            <p:nvSpPr>
              <p:cNvPr id="146254" name="Freeform 385"/>
              <p:cNvSpPr/>
              <p:nvPr/>
            </p:nvSpPr>
            <p:spPr>
              <a:xfrm>
                <a:off x="4849" y="1559"/>
                <a:ext cx="21" cy="10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45" h="699">
                    <a:moveTo>
                      <a:pt x="46" y="14"/>
                    </a:moveTo>
                    <a:lnTo>
                      <a:pt x="41" y="28"/>
                    </a:lnTo>
                    <a:lnTo>
                      <a:pt x="32" y="67"/>
                    </a:lnTo>
                    <a:lnTo>
                      <a:pt x="20" y="130"/>
                    </a:lnTo>
                    <a:lnTo>
                      <a:pt x="7" y="213"/>
                    </a:lnTo>
                    <a:lnTo>
                      <a:pt x="0" y="314"/>
                    </a:lnTo>
                    <a:lnTo>
                      <a:pt x="1" y="430"/>
                    </a:lnTo>
                    <a:lnTo>
                      <a:pt x="13" y="559"/>
                    </a:lnTo>
                    <a:lnTo>
                      <a:pt x="40" y="699"/>
                    </a:lnTo>
                    <a:lnTo>
                      <a:pt x="140" y="693"/>
                    </a:lnTo>
                    <a:lnTo>
                      <a:pt x="135" y="672"/>
                    </a:lnTo>
                    <a:lnTo>
                      <a:pt x="126" y="616"/>
                    </a:lnTo>
                    <a:lnTo>
                      <a:pt x="113" y="532"/>
                    </a:lnTo>
                    <a:lnTo>
                      <a:pt x="103" y="430"/>
                    </a:lnTo>
                    <a:lnTo>
                      <a:pt x="97" y="317"/>
                    </a:lnTo>
                    <a:lnTo>
                      <a:pt x="100" y="205"/>
                    </a:lnTo>
                    <a:lnTo>
                      <a:pt x="115" y="98"/>
                    </a:lnTo>
                    <a:lnTo>
                      <a:pt x="145" y="8"/>
                    </a:lnTo>
                    <a:lnTo>
                      <a:pt x="145" y="7"/>
                    </a:lnTo>
                    <a:lnTo>
                      <a:pt x="145" y="5"/>
                    </a:lnTo>
                    <a:lnTo>
                      <a:pt x="143" y="3"/>
                    </a:lnTo>
                    <a:lnTo>
                      <a:pt x="137" y="0"/>
                    </a:lnTo>
                    <a:lnTo>
                      <a:pt x="126" y="0"/>
                    </a:lnTo>
                    <a:lnTo>
                      <a:pt x="108" y="1"/>
                    </a:lnTo>
                    <a:lnTo>
                      <a:pt x="81" y="6"/>
                    </a:lnTo>
                    <a:lnTo>
                      <a:pt x="46" y="14"/>
                    </a:lnTo>
                    <a:close/>
                  </a:path>
                </a:pathLst>
              </a:custGeom>
              <a:solidFill>
                <a:schemeClr val="bg2">
                  <a:alpha val="100000"/>
                </a:schemeClr>
              </a:solidFill>
              <a:ln w="9525">
                <a:noFill/>
              </a:ln>
            </p:spPr>
            <p:txBody>
              <a:bodyPr/>
              <a:p>
                <a:endParaRPr lang="zh-CN" altLang="en-US"/>
              </a:p>
            </p:txBody>
          </p:sp>
          <p:sp>
            <p:nvSpPr>
              <p:cNvPr id="146255" name="Freeform 386"/>
              <p:cNvSpPr/>
              <p:nvPr/>
            </p:nvSpPr>
            <p:spPr>
              <a:xfrm>
                <a:off x="4850" y="1566"/>
                <a:ext cx="18" cy="85"/>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23" h="597">
                    <a:moveTo>
                      <a:pt x="39" y="12"/>
                    </a:moveTo>
                    <a:lnTo>
                      <a:pt x="35" y="23"/>
                    </a:lnTo>
                    <a:lnTo>
                      <a:pt x="26" y="57"/>
                    </a:lnTo>
                    <a:lnTo>
                      <a:pt x="16" y="111"/>
                    </a:lnTo>
                    <a:lnTo>
                      <a:pt x="6" y="181"/>
                    </a:lnTo>
                    <a:lnTo>
                      <a:pt x="0" y="267"/>
                    </a:lnTo>
                    <a:lnTo>
                      <a:pt x="1" y="367"/>
                    </a:lnTo>
                    <a:lnTo>
                      <a:pt x="11" y="477"/>
                    </a:lnTo>
                    <a:lnTo>
                      <a:pt x="34" y="597"/>
                    </a:lnTo>
                    <a:lnTo>
                      <a:pt x="119" y="591"/>
                    </a:lnTo>
                    <a:lnTo>
                      <a:pt x="115" y="574"/>
                    </a:lnTo>
                    <a:lnTo>
                      <a:pt x="107" y="526"/>
                    </a:lnTo>
                    <a:lnTo>
                      <a:pt x="97" y="454"/>
                    </a:lnTo>
                    <a:lnTo>
                      <a:pt x="88" y="367"/>
                    </a:lnTo>
                    <a:lnTo>
                      <a:pt x="82" y="272"/>
                    </a:lnTo>
                    <a:lnTo>
                      <a:pt x="84" y="175"/>
                    </a:lnTo>
                    <a:lnTo>
                      <a:pt x="97" y="84"/>
                    </a:lnTo>
                    <a:lnTo>
                      <a:pt x="123" y="7"/>
                    </a:lnTo>
                    <a:lnTo>
                      <a:pt x="123" y="6"/>
                    </a:lnTo>
                    <a:lnTo>
                      <a:pt x="123" y="5"/>
                    </a:lnTo>
                    <a:lnTo>
                      <a:pt x="121" y="3"/>
                    </a:lnTo>
                    <a:lnTo>
                      <a:pt x="117" y="0"/>
                    </a:lnTo>
                    <a:lnTo>
                      <a:pt x="106" y="0"/>
                    </a:lnTo>
                    <a:lnTo>
                      <a:pt x="91" y="2"/>
                    </a:lnTo>
                    <a:lnTo>
                      <a:pt x="70" y="5"/>
                    </a:lnTo>
                    <a:lnTo>
                      <a:pt x="39" y="12"/>
                    </a:lnTo>
                    <a:close/>
                  </a:path>
                </a:pathLst>
              </a:custGeom>
              <a:solidFill>
                <a:schemeClr val="bg2">
                  <a:alpha val="100000"/>
                </a:schemeClr>
              </a:solidFill>
              <a:ln w="9525">
                <a:noFill/>
              </a:ln>
            </p:spPr>
            <p:txBody>
              <a:bodyPr/>
              <a:p>
                <a:endParaRPr lang="zh-CN" altLang="en-US"/>
              </a:p>
            </p:txBody>
          </p:sp>
          <p:sp>
            <p:nvSpPr>
              <p:cNvPr id="146256" name="Freeform 387"/>
              <p:cNvSpPr/>
              <p:nvPr/>
            </p:nvSpPr>
            <p:spPr>
              <a:xfrm>
                <a:off x="4851" y="1572"/>
                <a:ext cx="15" cy="7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03" h="492">
                    <a:moveTo>
                      <a:pt x="32" y="9"/>
                    </a:moveTo>
                    <a:lnTo>
                      <a:pt x="28" y="18"/>
                    </a:lnTo>
                    <a:lnTo>
                      <a:pt x="21" y="47"/>
                    </a:lnTo>
                    <a:lnTo>
                      <a:pt x="12" y="90"/>
                    </a:lnTo>
                    <a:lnTo>
                      <a:pt x="4" y="149"/>
                    </a:lnTo>
                    <a:lnTo>
                      <a:pt x="0" y="220"/>
                    </a:lnTo>
                    <a:lnTo>
                      <a:pt x="0" y="303"/>
                    </a:lnTo>
                    <a:lnTo>
                      <a:pt x="9" y="394"/>
                    </a:lnTo>
                    <a:lnTo>
                      <a:pt x="27" y="492"/>
                    </a:lnTo>
                    <a:lnTo>
                      <a:pt x="98" y="489"/>
                    </a:lnTo>
                    <a:lnTo>
                      <a:pt x="95" y="474"/>
                    </a:lnTo>
                    <a:lnTo>
                      <a:pt x="88" y="434"/>
                    </a:lnTo>
                    <a:lnTo>
                      <a:pt x="80" y="375"/>
                    </a:lnTo>
                    <a:lnTo>
                      <a:pt x="72" y="303"/>
                    </a:lnTo>
                    <a:lnTo>
                      <a:pt x="68" y="224"/>
                    </a:lnTo>
                    <a:lnTo>
                      <a:pt x="70" y="144"/>
                    </a:lnTo>
                    <a:lnTo>
                      <a:pt x="81" y="68"/>
                    </a:lnTo>
                    <a:lnTo>
                      <a:pt x="103" y="5"/>
                    </a:lnTo>
                    <a:lnTo>
                      <a:pt x="103" y="4"/>
                    </a:lnTo>
                    <a:lnTo>
                      <a:pt x="103" y="3"/>
                    </a:lnTo>
                    <a:lnTo>
                      <a:pt x="100" y="1"/>
                    </a:lnTo>
                    <a:lnTo>
                      <a:pt x="97" y="0"/>
                    </a:lnTo>
                    <a:lnTo>
                      <a:pt x="89" y="0"/>
                    </a:lnTo>
                    <a:lnTo>
                      <a:pt x="75" y="0"/>
                    </a:lnTo>
                    <a:lnTo>
                      <a:pt x="57" y="3"/>
                    </a:lnTo>
                    <a:lnTo>
                      <a:pt x="32" y="9"/>
                    </a:lnTo>
                    <a:close/>
                  </a:path>
                </a:pathLst>
              </a:custGeom>
              <a:solidFill>
                <a:schemeClr val="bg2">
                  <a:alpha val="100000"/>
                </a:schemeClr>
              </a:solidFill>
              <a:ln w="9525">
                <a:noFill/>
              </a:ln>
            </p:spPr>
            <p:txBody>
              <a:bodyPr/>
              <a:p>
                <a:endParaRPr lang="zh-CN" altLang="en-US"/>
              </a:p>
            </p:txBody>
          </p:sp>
          <p:sp>
            <p:nvSpPr>
              <p:cNvPr id="146257" name="Freeform 388"/>
              <p:cNvSpPr/>
              <p:nvPr/>
            </p:nvSpPr>
            <p:spPr>
              <a:xfrm>
                <a:off x="4852" y="1579"/>
                <a:ext cx="12" cy="5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82" h="390">
                    <a:moveTo>
                      <a:pt x="25" y="8"/>
                    </a:moveTo>
                    <a:lnTo>
                      <a:pt x="23" y="16"/>
                    </a:lnTo>
                    <a:lnTo>
                      <a:pt x="17" y="38"/>
                    </a:lnTo>
                    <a:lnTo>
                      <a:pt x="11" y="72"/>
                    </a:lnTo>
                    <a:lnTo>
                      <a:pt x="4" y="118"/>
                    </a:lnTo>
                    <a:lnTo>
                      <a:pt x="0" y="174"/>
                    </a:lnTo>
                    <a:lnTo>
                      <a:pt x="0" y="240"/>
                    </a:lnTo>
                    <a:lnTo>
                      <a:pt x="7" y="312"/>
                    </a:lnTo>
                    <a:lnTo>
                      <a:pt x="22" y="390"/>
                    </a:lnTo>
                    <a:lnTo>
                      <a:pt x="78" y="387"/>
                    </a:lnTo>
                    <a:lnTo>
                      <a:pt x="76" y="375"/>
                    </a:lnTo>
                    <a:lnTo>
                      <a:pt x="70" y="343"/>
                    </a:lnTo>
                    <a:lnTo>
                      <a:pt x="63" y="297"/>
                    </a:lnTo>
                    <a:lnTo>
                      <a:pt x="57" y="240"/>
                    </a:lnTo>
                    <a:lnTo>
                      <a:pt x="54" y="178"/>
                    </a:lnTo>
                    <a:lnTo>
                      <a:pt x="56" y="113"/>
                    </a:lnTo>
                    <a:lnTo>
                      <a:pt x="64" y="55"/>
                    </a:lnTo>
                    <a:lnTo>
                      <a:pt x="82" y="4"/>
                    </a:lnTo>
                    <a:lnTo>
                      <a:pt x="82" y="2"/>
                    </a:lnTo>
                    <a:lnTo>
                      <a:pt x="80" y="1"/>
                    </a:lnTo>
                    <a:lnTo>
                      <a:pt x="77" y="0"/>
                    </a:lnTo>
                    <a:lnTo>
                      <a:pt x="70" y="0"/>
                    </a:lnTo>
                    <a:lnTo>
                      <a:pt x="60" y="1"/>
                    </a:lnTo>
                    <a:lnTo>
                      <a:pt x="46" y="3"/>
                    </a:lnTo>
                    <a:lnTo>
                      <a:pt x="25" y="8"/>
                    </a:lnTo>
                    <a:close/>
                  </a:path>
                </a:pathLst>
              </a:custGeom>
              <a:solidFill>
                <a:schemeClr val="bg2">
                  <a:alpha val="100000"/>
                </a:schemeClr>
              </a:solidFill>
              <a:ln w="9525">
                <a:noFill/>
              </a:ln>
            </p:spPr>
            <p:txBody>
              <a:bodyPr/>
              <a:p>
                <a:endParaRPr lang="zh-CN" altLang="en-US"/>
              </a:p>
            </p:txBody>
          </p:sp>
          <p:sp>
            <p:nvSpPr>
              <p:cNvPr id="146258" name="Freeform 389"/>
              <p:cNvSpPr/>
              <p:nvPr/>
            </p:nvSpPr>
            <p:spPr>
              <a:xfrm>
                <a:off x="4853" y="1586"/>
                <a:ext cx="8" cy="4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9" h="288">
                    <a:moveTo>
                      <a:pt x="18" y="6"/>
                    </a:moveTo>
                    <a:lnTo>
                      <a:pt x="17" y="11"/>
                    </a:lnTo>
                    <a:lnTo>
                      <a:pt x="13" y="27"/>
                    </a:lnTo>
                    <a:lnTo>
                      <a:pt x="7" y="53"/>
                    </a:lnTo>
                    <a:lnTo>
                      <a:pt x="2" y="87"/>
                    </a:lnTo>
                    <a:lnTo>
                      <a:pt x="0" y="130"/>
                    </a:lnTo>
                    <a:lnTo>
                      <a:pt x="0" y="177"/>
                    </a:lnTo>
                    <a:lnTo>
                      <a:pt x="5" y="231"/>
                    </a:lnTo>
                    <a:lnTo>
                      <a:pt x="16" y="288"/>
                    </a:lnTo>
                    <a:lnTo>
                      <a:pt x="57" y="286"/>
                    </a:lnTo>
                    <a:lnTo>
                      <a:pt x="56" y="278"/>
                    </a:lnTo>
                    <a:lnTo>
                      <a:pt x="51" y="254"/>
                    </a:lnTo>
                    <a:lnTo>
                      <a:pt x="47" y="219"/>
                    </a:lnTo>
                    <a:lnTo>
                      <a:pt x="42" y="177"/>
                    </a:lnTo>
                    <a:lnTo>
                      <a:pt x="40" y="131"/>
                    </a:lnTo>
                    <a:lnTo>
                      <a:pt x="41" y="84"/>
                    </a:lnTo>
                    <a:lnTo>
                      <a:pt x="47" y="40"/>
                    </a:lnTo>
                    <a:lnTo>
                      <a:pt x="59" y="3"/>
                    </a:lnTo>
                    <a:lnTo>
                      <a:pt x="59" y="2"/>
                    </a:lnTo>
                    <a:lnTo>
                      <a:pt x="58" y="1"/>
                    </a:lnTo>
                    <a:lnTo>
                      <a:pt x="56" y="0"/>
                    </a:lnTo>
                    <a:lnTo>
                      <a:pt x="51" y="0"/>
                    </a:lnTo>
                    <a:lnTo>
                      <a:pt x="45" y="0"/>
                    </a:lnTo>
                    <a:lnTo>
                      <a:pt x="33" y="2"/>
                    </a:lnTo>
                    <a:lnTo>
                      <a:pt x="18" y="6"/>
                    </a:lnTo>
                    <a:close/>
                  </a:path>
                </a:pathLst>
              </a:custGeom>
              <a:solidFill>
                <a:schemeClr val="bg2">
                  <a:alpha val="100000"/>
                </a:schemeClr>
              </a:solidFill>
              <a:ln w="9525">
                <a:noFill/>
              </a:ln>
            </p:spPr>
            <p:txBody>
              <a:bodyPr/>
              <a:p>
                <a:endParaRPr lang="zh-CN" altLang="en-US"/>
              </a:p>
            </p:txBody>
          </p:sp>
          <p:sp>
            <p:nvSpPr>
              <p:cNvPr id="146259" name="Freeform 390"/>
              <p:cNvSpPr/>
              <p:nvPr/>
            </p:nvSpPr>
            <p:spPr>
              <a:xfrm>
                <a:off x="4972" y="1546"/>
                <a:ext cx="28" cy="11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98" h="779">
                    <a:moveTo>
                      <a:pt x="198" y="6"/>
                    </a:moveTo>
                    <a:lnTo>
                      <a:pt x="194" y="12"/>
                    </a:lnTo>
                    <a:lnTo>
                      <a:pt x="180" y="31"/>
                    </a:lnTo>
                    <a:lnTo>
                      <a:pt x="163" y="72"/>
                    </a:lnTo>
                    <a:lnTo>
                      <a:pt x="146" y="138"/>
                    </a:lnTo>
                    <a:lnTo>
                      <a:pt x="132" y="236"/>
                    </a:lnTo>
                    <a:lnTo>
                      <a:pt x="125" y="373"/>
                    </a:lnTo>
                    <a:lnTo>
                      <a:pt x="130" y="551"/>
                    </a:lnTo>
                    <a:lnTo>
                      <a:pt x="148" y="779"/>
                    </a:lnTo>
                    <a:lnTo>
                      <a:pt x="37" y="779"/>
                    </a:lnTo>
                    <a:lnTo>
                      <a:pt x="34" y="756"/>
                    </a:lnTo>
                    <a:lnTo>
                      <a:pt x="23" y="693"/>
                    </a:lnTo>
                    <a:lnTo>
                      <a:pt x="13" y="599"/>
                    </a:lnTo>
                    <a:lnTo>
                      <a:pt x="4" y="483"/>
                    </a:lnTo>
                    <a:lnTo>
                      <a:pt x="0" y="357"/>
                    </a:lnTo>
                    <a:lnTo>
                      <a:pt x="7" y="227"/>
                    </a:lnTo>
                    <a:lnTo>
                      <a:pt x="27" y="105"/>
                    </a:lnTo>
                    <a:lnTo>
                      <a:pt x="65" y="0"/>
                    </a:lnTo>
                    <a:lnTo>
                      <a:pt x="198" y="6"/>
                    </a:lnTo>
                    <a:close/>
                  </a:path>
                </a:pathLst>
              </a:custGeom>
              <a:solidFill>
                <a:schemeClr val="bg2">
                  <a:alpha val="100000"/>
                </a:schemeClr>
              </a:solidFill>
              <a:ln w="9525">
                <a:noFill/>
              </a:ln>
            </p:spPr>
            <p:txBody>
              <a:bodyPr/>
              <a:p>
                <a:endParaRPr lang="zh-CN" altLang="en-US"/>
              </a:p>
            </p:txBody>
          </p:sp>
          <p:sp>
            <p:nvSpPr>
              <p:cNvPr id="146260" name="Freeform 391"/>
              <p:cNvSpPr/>
              <p:nvPr/>
            </p:nvSpPr>
            <p:spPr>
              <a:xfrm>
                <a:off x="4973" y="1553"/>
                <a:ext cx="24" cy="9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69" h="666">
                    <a:moveTo>
                      <a:pt x="169" y="5"/>
                    </a:moveTo>
                    <a:lnTo>
                      <a:pt x="164" y="10"/>
                    </a:lnTo>
                    <a:lnTo>
                      <a:pt x="154" y="27"/>
                    </a:lnTo>
                    <a:lnTo>
                      <a:pt x="139" y="61"/>
                    </a:lnTo>
                    <a:lnTo>
                      <a:pt x="124" y="118"/>
                    </a:lnTo>
                    <a:lnTo>
                      <a:pt x="113" y="201"/>
                    </a:lnTo>
                    <a:lnTo>
                      <a:pt x="107" y="318"/>
                    </a:lnTo>
                    <a:lnTo>
                      <a:pt x="110" y="470"/>
                    </a:lnTo>
                    <a:lnTo>
                      <a:pt x="126" y="666"/>
                    </a:lnTo>
                    <a:lnTo>
                      <a:pt x="31" y="666"/>
                    </a:lnTo>
                    <a:lnTo>
                      <a:pt x="28" y="646"/>
                    </a:lnTo>
                    <a:lnTo>
                      <a:pt x="20" y="592"/>
                    </a:lnTo>
                    <a:lnTo>
                      <a:pt x="11" y="512"/>
                    </a:lnTo>
                    <a:lnTo>
                      <a:pt x="3" y="413"/>
                    </a:lnTo>
                    <a:lnTo>
                      <a:pt x="0" y="305"/>
                    </a:lnTo>
                    <a:lnTo>
                      <a:pt x="6" y="195"/>
                    </a:lnTo>
                    <a:lnTo>
                      <a:pt x="23" y="90"/>
                    </a:lnTo>
                    <a:lnTo>
                      <a:pt x="55" y="0"/>
                    </a:lnTo>
                    <a:lnTo>
                      <a:pt x="169" y="5"/>
                    </a:lnTo>
                    <a:close/>
                  </a:path>
                </a:pathLst>
              </a:custGeom>
              <a:solidFill>
                <a:schemeClr val="bg2">
                  <a:alpha val="100000"/>
                </a:schemeClr>
              </a:solidFill>
              <a:ln w="9525">
                <a:noFill/>
              </a:ln>
            </p:spPr>
            <p:txBody>
              <a:bodyPr/>
              <a:p>
                <a:endParaRPr lang="zh-CN" altLang="en-US"/>
              </a:p>
            </p:txBody>
          </p:sp>
          <p:sp>
            <p:nvSpPr>
              <p:cNvPr id="146261" name="Freeform 392"/>
              <p:cNvSpPr/>
              <p:nvPr/>
            </p:nvSpPr>
            <p:spPr>
              <a:xfrm>
                <a:off x="4974" y="1561"/>
                <a:ext cx="20" cy="7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40" h="551">
                    <a:moveTo>
                      <a:pt x="140" y="5"/>
                    </a:moveTo>
                    <a:lnTo>
                      <a:pt x="136" y="8"/>
                    </a:lnTo>
                    <a:lnTo>
                      <a:pt x="127" y="23"/>
                    </a:lnTo>
                    <a:lnTo>
                      <a:pt x="116" y="51"/>
                    </a:lnTo>
                    <a:lnTo>
                      <a:pt x="103" y="98"/>
                    </a:lnTo>
                    <a:lnTo>
                      <a:pt x="94" y="167"/>
                    </a:lnTo>
                    <a:lnTo>
                      <a:pt x="90" y="264"/>
                    </a:lnTo>
                    <a:lnTo>
                      <a:pt x="92" y="390"/>
                    </a:lnTo>
                    <a:lnTo>
                      <a:pt x="106" y="551"/>
                    </a:lnTo>
                    <a:lnTo>
                      <a:pt x="27" y="551"/>
                    </a:lnTo>
                    <a:lnTo>
                      <a:pt x="24" y="535"/>
                    </a:lnTo>
                    <a:lnTo>
                      <a:pt x="17" y="490"/>
                    </a:lnTo>
                    <a:lnTo>
                      <a:pt x="9" y="423"/>
                    </a:lnTo>
                    <a:lnTo>
                      <a:pt x="3" y="342"/>
                    </a:lnTo>
                    <a:lnTo>
                      <a:pt x="0" y="252"/>
                    </a:lnTo>
                    <a:lnTo>
                      <a:pt x="5" y="161"/>
                    </a:lnTo>
                    <a:lnTo>
                      <a:pt x="20" y="75"/>
                    </a:lnTo>
                    <a:lnTo>
                      <a:pt x="46" y="0"/>
                    </a:lnTo>
                    <a:lnTo>
                      <a:pt x="140" y="5"/>
                    </a:lnTo>
                    <a:close/>
                  </a:path>
                </a:pathLst>
              </a:custGeom>
              <a:solidFill>
                <a:schemeClr val="bg2">
                  <a:alpha val="100000"/>
                </a:schemeClr>
              </a:solidFill>
              <a:ln w="9525">
                <a:noFill/>
              </a:ln>
            </p:spPr>
            <p:txBody>
              <a:bodyPr/>
              <a:p>
                <a:endParaRPr lang="zh-CN" altLang="en-US"/>
              </a:p>
            </p:txBody>
          </p:sp>
          <p:sp>
            <p:nvSpPr>
              <p:cNvPr id="146262" name="Freeform 393"/>
              <p:cNvSpPr/>
              <p:nvPr/>
            </p:nvSpPr>
            <p:spPr>
              <a:xfrm>
                <a:off x="4975" y="1569"/>
                <a:ext cx="16" cy="62"/>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1" h="437">
                    <a:moveTo>
                      <a:pt x="111" y="4"/>
                    </a:moveTo>
                    <a:lnTo>
                      <a:pt x="108" y="7"/>
                    </a:lnTo>
                    <a:lnTo>
                      <a:pt x="101" y="18"/>
                    </a:lnTo>
                    <a:lnTo>
                      <a:pt x="92" y="41"/>
                    </a:lnTo>
                    <a:lnTo>
                      <a:pt x="82" y="77"/>
                    </a:lnTo>
                    <a:lnTo>
                      <a:pt x="75" y="133"/>
                    </a:lnTo>
                    <a:lnTo>
                      <a:pt x="70" y="208"/>
                    </a:lnTo>
                    <a:lnTo>
                      <a:pt x="72" y="309"/>
                    </a:lnTo>
                    <a:lnTo>
                      <a:pt x="83" y="437"/>
                    </a:lnTo>
                    <a:lnTo>
                      <a:pt x="21" y="437"/>
                    </a:lnTo>
                    <a:lnTo>
                      <a:pt x="19" y="424"/>
                    </a:lnTo>
                    <a:lnTo>
                      <a:pt x="13" y="389"/>
                    </a:lnTo>
                    <a:lnTo>
                      <a:pt x="7" y="336"/>
                    </a:lnTo>
                    <a:lnTo>
                      <a:pt x="3" y="272"/>
                    </a:lnTo>
                    <a:lnTo>
                      <a:pt x="0" y="200"/>
                    </a:lnTo>
                    <a:lnTo>
                      <a:pt x="5" y="128"/>
                    </a:lnTo>
                    <a:lnTo>
                      <a:pt x="16" y="59"/>
                    </a:lnTo>
                    <a:lnTo>
                      <a:pt x="37" y="0"/>
                    </a:lnTo>
                    <a:lnTo>
                      <a:pt x="111" y="4"/>
                    </a:lnTo>
                    <a:close/>
                  </a:path>
                </a:pathLst>
              </a:custGeom>
              <a:solidFill>
                <a:schemeClr val="bg2">
                  <a:alpha val="100000"/>
                </a:schemeClr>
              </a:solidFill>
              <a:ln w="9525">
                <a:noFill/>
              </a:ln>
            </p:spPr>
            <p:txBody>
              <a:bodyPr/>
              <a:p>
                <a:endParaRPr lang="zh-CN" altLang="en-US"/>
              </a:p>
            </p:txBody>
          </p:sp>
          <p:sp>
            <p:nvSpPr>
              <p:cNvPr id="146263" name="Freeform 394"/>
              <p:cNvSpPr/>
              <p:nvPr/>
            </p:nvSpPr>
            <p:spPr>
              <a:xfrm>
                <a:off x="4976" y="1577"/>
                <a:ext cx="12" cy="4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82" h="322">
                    <a:moveTo>
                      <a:pt x="82" y="3"/>
                    </a:moveTo>
                    <a:lnTo>
                      <a:pt x="79" y="5"/>
                    </a:lnTo>
                    <a:lnTo>
                      <a:pt x="75" y="13"/>
                    </a:lnTo>
                    <a:lnTo>
                      <a:pt x="67" y="30"/>
                    </a:lnTo>
                    <a:lnTo>
                      <a:pt x="60" y="57"/>
                    </a:lnTo>
                    <a:lnTo>
                      <a:pt x="54" y="98"/>
                    </a:lnTo>
                    <a:lnTo>
                      <a:pt x="52" y="154"/>
                    </a:lnTo>
                    <a:lnTo>
                      <a:pt x="53" y="228"/>
                    </a:lnTo>
                    <a:lnTo>
                      <a:pt x="61" y="322"/>
                    </a:lnTo>
                    <a:lnTo>
                      <a:pt x="15" y="322"/>
                    </a:lnTo>
                    <a:lnTo>
                      <a:pt x="14" y="313"/>
                    </a:lnTo>
                    <a:lnTo>
                      <a:pt x="9" y="287"/>
                    </a:lnTo>
                    <a:lnTo>
                      <a:pt x="5" y="247"/>
                    </a:lnTo>
                    <a:lnTo>
                      <a:pt x="1" y="200"/>
                    </a:lnTo>
                    <a:lnTo>
                      <a:pt x="0" y="147"/>
                    </a:lnTo>
                    <a:lnTo>
                      <a:pt x="3" y="95"/>
                    </a:lnTo>
                    <a:lnTo>
                      <a:pt x="11" y="44"/>
                    </a:lnTo>
                    <a:lnTo>
                      <a:pt x="27" y="0"/>
                    </a:lnTo>
                    <a:lnTo>
                      <a:pt x="82" y="3"/>
                    </a:lnTo>
                    <a:close/>
                  </a:path>
                </a:pathLst>
              </a:custGeom>
              <a:solidFill>
                <a:schemeClr val="bg2">
                  <a:alpha val="100000"/>
                </a:schemeClr>
              </a:solidFill>
              <a:ln w="9525">
                <a:noFill/>
              </a:ln>
            </p:spPr>
            <p:txBody>
              <a:bodyPr/>
              <a:p>
                <a:endParaRPr lang="zh-CN" altLang="en-US"/>
              </a:p>
            </p:txBody>
          </p:sp>
          <p:sp>
            <p:nvSpPr>
              <p:cNvPr id="146264" name="Rectangle 395"/>
              <p:cNvSpPr/>
              <p:nvPr/>
            </p:nvSpPr>
            <p:spPr>
              <a:xfrm>
                <a:off x="4824" y="1565"/>
                <a:ext cx="4" cy="146"/>
              </a:xfrm>
              <a:prstGeom prst="rect">
                <a:avLst/>
              </a:prstGeom>
              <a:solidFill>
                <a:srgbClr val="DDDDDD"/>
              </a:solidFill>
              <a:ln w="9525">
                <a:noFill/>
              </a:ln>
            </p:spPr>
            <p:txBody>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46265" name="Freeform 396"/>
              <p:cNvSpPr/>
              <p:nvPr/>
            </p:nvSpPr>
            <p:spPr>
              <a:xfrm>
                <a:off x="4876" y="1563"/>
                <a:ext cx="57" cy="67"/>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398" h="469">
                    <a:moveTo>
                      <a:pt x="37" y="44"/>
                    </a:moveTo>
                    <a:lnTo>
                      <a:pt x="33" y="53"/>
                    </a:lnTo>
                    <a:lnTo>
                      <a:pt x="27" y="79"/>
                    </a:lnTo>
                    <a:lnTo>
                      <a:pt x="17" y="120"/>
                    </a:lnTo>
                    <a:lnTo>
                      <a:pt x="8" y="174"/>
                    </a:lnTo>
                    <a:lnTo>
                      <a:pt x="1" y="238"/>
                    </a:lnTo>
                    <a:lnTo>
                      <a:pt x="0" y="309"/>
                    </a:lnTo>
                    <a:lnTo>
                      <a:pt x="7" y="387"/>
                    </a:lnTo>
                    <a:lnTo>
                      <a:pt x="24" y="469"/>
                    </a:lnTo>
                    <a:lnTo>
                      <a:pt x="24" y="466"/>
                    </a:lnTo>
                    <a:lnTo>
                      <a:pt x="24" y="455"/>
                    </a:lnTo>
                    <a:lnTo>
                      <a:pt x="24" y="438"/>
                    </a:lnTo>
                    <a:lnTo>
                      <a:pt x="24" y="417"/>
                    </a:lnTo>
                    <a:lnTo>
                      <a:pt x="27" y="391"/>
                    </a:lnTo>
                    <a:lnTo>
                      <a:pt x="30" y="363"/>
                    </a:lnTo>
                    <a:lnTo>
                      <a:pt x="35" y="332"/>
                    </a:lnTo>
                    <a:lnTo>
                      <a:pt x="41" y="300"/>
                    </a:lnTo>
                    <a:lnTo>
                      <a:pt x="52" y="268"/>
                    </a:lnTo>
                    <a:lnTo>
                      <a:pt x="64" y="237"/>
                    </a:lnTo>
                    <a:lnTo>
                      <a:pt x="79" y="207"/>
                    </a:lnTo>
                    <a:lnTo>
                      <a:pt x="99" y="179"/>
                    </a:lnTo>
                    <a:lnTo>
                      <a:pt x="123" y="155"/>
                    </a:lnTo>
                    <a:lnTo>
                      <a:pt x="150" y="136"/>
                    </a:lnTo>
                    <a:lnTo>
                      <a:pt x="183" y="122"/>
                    </a:lnTo>
                    <a:lnTo>
                      <a:pt x="221" y="114"/>
                    </a:lnTo>
                    <a:lnTo>
                      <a:pt x="223" y="112"/>
                    </a:lnTo>
                    <a:lnTo>
                      <a:pt x="230" y="107"/>
                    </a:lnTo>
                    <a:lnTo>
                      <a:pt x="242" y="99"/>
                    </a:lnTo>
                    <a:lnTo>
                      <a:pt x="260" y="88"/>
                    </a:lnTo>
                    <a:lnTo>
                      <a:pt x="284" y="74"/>
                    </a:lnTo>
                    <a:lnTo>
                      <a:pt x="315" y="58"/>
                    </a:lnTo>
                    <a:lnTo>
                      <a:pt x="352" y="39"/>
                    </a:lnTo>
                    <a:lnTo>
                      <a:pt x="398" y="19"/>
                    </a:lnTo>
                    <a:lnTo>
                      <a:pt x="396" y="17"/>
                    </a:lnTo>
                    <a:lnTo>
                      <a:pt x="389" y="16"/>
                    </a:lnTo>
                    <a:lnTo>
                      <a:pt x="379" y="14"/>
                    </a:lnTo>
                    <a:lnTo>
                      <a:pt x="364" y="12"/>
                    </a:lnTo>
                    <a:lnTo>
                      <a:pt x="347" y="8"/>
                    </a:lnTo>
                    <a:lnTo>
                      <a:pt x="326" y="6"/>
                    </a:lnTo>
                    <a:lnTo>
                      <a:pt x="302" y="4"/>
                    </a:lnTo>
                    <a:lnTo>
                      <a:pt x="277" y="1"/>
                    </a:lnTo>
                    <a:lnTo>
                      <a:pt x="250" y="0"/>
                    </a:lnTo>
                    <a:lnTo>
                      <a:pt x="221" y="1"/>
                    </a:lnTo>
                    <a:lnTo>
                      <a:pt x="191" y="3"/>
                    </a:lnTo>
                    <a:lnTo>
                      <a:pt x="160" y="6"/>
                    </a:lnTo>
                    <a:lnTo>
                      <a:pt x="129" y="12"/>
                    </a:lnTo>
                    <a:lnTo>
                      <a:pt x="97" y="20"/>
                    </a:lnTo>
                    <a:lnTo>
                      <a:pt x="67" y="30"/>
                    </a:lnTo>
                    <a:lnTo>
                      <a:pt x="37" y="44"/>
                    </a:lnTo>
                    <a:close/>
                  </a:path>
                </a:pathLst>
              </a:custGeom>
              <a:solidFill>
                <a:srgbClr val="999999">
                  <a:alpha val="100000"/>
                </a:srgbClr>
              </a:solidFill>
              <a:ln w="9525">
                <a:noFill/>
              </a:ln>
            </p:spPr>
            <p:txBody>
              <a:bodyPr/>
              <a:p>
                <a:endParaRPr lang="zh-CN" altLang="en-US"/>
              </a:p>
            </p:txBody>
          </p:sp>
          <p:sp>
            <p:nvSpPr>
              <p:cNvPr id="146266" name="Freeform 397"/>
              <p:cNvSpPr/>
              <p:nvPr/>
            </p:nvSpPr>
            <p:spPr>
              <a:xfrm>
                <a:off x="4797" y="1613"/>
                <a:ext cx="46" cy="13"/>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325" h="89">
                    <a:moveTo>
                      <a:pt x="0" y="57"/>
                    </a:moveTo>
                    <a:lnTo>
                      <a:pt x="0" y="55"/>
                    </a:lnTo>
                    <a:lnTo>
                      <a:pt x="2" y="52"/>
                    </a:lnTo>
                    <a:lnTo>
                      <a:pt x="6" y="47"/>
                    </a:lnTo>
                    <a:lnTo>
                      <a:pt x="12" y="41"/>
                    </a:lnTo>
                    <a:lnTo>
                      <a:pt x="20" y="34"/>
                    </a:lnTo>
                    <a:lnTo>
                      <a:pt x="29" y="27"/>
                    </a:lnTo>
                    <a:lnTo>
                      <a:pt x="41" y="20"/>
                    </a:lnTo>
                    <a:lnTo>
                      <a:pt x="57" y="13"/>
                    </a:lnTo>
                    <a:lnTo>
                      <a:pt x="77" y="7"/>
                    </a:lnTo>
                    <a:lnTo>
                      <a:pt x="98" y="3"/>
                    </a:lnTo>
                    <a:lnTo>
                      <a:pt x="126" y="0"/>
                    </a:lnTo>
                    <a:lnTo>
                      <a:pt x="156" y="0"/>
                    </a:lnTo>
                    <a:lnTo>
                      <a:pt x="191" y="3"/>
                    </a:lnTo>
                    <a:lnTo>
                      <a:pt x="230" y="8"/>
                    </a:lnTo>
                    <a:lnTo>
                      <a:pt x="275" y="18"/>
                    </a:lnTo>
                    <a:lnTo>
                      <a:pt x="325" y="31"/>
                    </a:lnTo>
                    <a:lnTo>
                      <a:pt x="318" y="51"/>
                    </a:lnTo>
                    <a:lnTo>
                      <a:pt x="316" y="50"/>
                    </a:lnTo>
                    <a:lnTo>
                      <a:pt x="308" y="47"/>
                    </a:lnTo>
                    <a:lnTo>
                      <a:pt x="295" y="44"/>
                    </a:lnTo>
                    <a:lnTo>
                      <a:pt x="279" y="39"/>
                    </a:lnTo>
                    <a:lnTo>
                      <a:pt x="260" y="35"/>
                    </a:lnTo>
                    <a:lnTo>
                      <a:pt x="238" y="30"/>
                    </a:lnTo>
                    <a:lnTo>
                      <a:pt x="214" y="27"/>
                    </a:lnTo>
                    <a:lnTo>
                      <a:pt x="188" y="24"/>
                    </a:lnTo>
                    <a:lnTo>
                      <a:pt x="161" y="23"/>
                    </a:lnTo>
                    <a:lnTo>
                      <a:pt x="134" y="23"/>
                    </a:lnTo>
                    <a:lnTo>
                      <a:pt x="108" y="26"/>
                    </a:lnTo>
                    <a:lnTo>
                      <a:pt x="82" y="31"/>
                    </a:lnTo>
                    <a:lnTo>
                      <a:pt x="58" y="41"/>
                    </a:lnTo>
                    <a:lnTo>
                      <a:pt x="36" y="52"/>
                    </a:lnTo>
                    <a:lnTo>
                      <a:pt x="16" y="68"/>
                    </a:lnTo>
                    <a:lnTo>
                      <a:pt x="0" y="89"/>
                    </a:lnTo>
                    <a:lnTo>
                      <a:pt x="0" y="57"/>
                    </a:lnTo>
                    <a:close/>
                  </a:path>
                </a:pathLst>
              </a:custGeom>
              <a:solidFill>
                <a:srgbClr val="000000">
                  <a:alpha val="100000"/>
                </a:srgbClr>
              </a:solidFill>
              <a:ln w="9525">
                <a:noFill/>
              </a:ln>
            </p:spPr>
            <p:txBody>
              <a:bodyPr/>
              <a:p>
                <a:endParaRPr lang="zh-CN" altLang="en-US"/>
              </a:p>
            </p:txBody>
          </p:sp>
          <p:sp>
            <p:nvSpPr>
              <p:cNvPr id="146267" name="Freeform 398"/>
              <p:cNvSpPr/>
              <p:nvPr/>
            </p:nvSpPr>
            <p:spPr>
              <a:xfrm>
                <a:off x="4797" y="1583"/>
                <a:ext cx="46" cy="13"/>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325" h="89">
                    <a:moveTo>
                      <a:pt x="0" y="56"/>
                    </a:moveTo>
                    <a:lnTo>
                      <a:pt x="0" y="55"/>
                    </a:lnTo>
                    <a:lnTo>
                      <a:pt x="2" y="52"/>
                    </a:lnTo>
                    <a:lnTo>
                      <a:pt x="6" y="47"/>
                    </a:lnTo>
                    <a:lnTo>
                      <a:pt x="12" y="40"/>
                    </a:lnTo>
                    <a:lnTo>
                      <a:pt x="20" y="33"/>
                    </a:lnTo>
                    <a:lnTo>
                      <a:pt x="29" y="27"/>
                    </a:lnTo>
                    <a:lnTo>
                      <a:pt x="41" y="18"/>
                    </a:lnTo>
                    <a:lnTo>
                      <a:pt x="57" y="13"/>
                    </a:lnTo>
                    <a:lnTo>
                      <a:pt x="77" y="7"/>
                    </a:lnTo>
                    <a:lnTo>
                      <a:pt x="98" y="2"/>
                    </a:lnTo>
                    <a:lnTo>
                      <a:pt x="126" y="0"/>
                    </a:lnTo>
                    <a:lnTo>
                      <a:pt x="156" y="0"/>
                    </a:lnTo>
                    <a:lnTo>
                      <a:pt x="191" y="2"/>
                    </a:lnTo>
                    <a:lnTo>
                      <a:pt x="230" y="8"/>
                    </a:lnTo>
                    <a:lnTo>
                      <a:pt x="275" y="17"/>
                    </a:lnTo>
                    <a:lnTo>
                      <a:pt x="325" y="31"/>
                    </a:lnTo>
                    <a:lnTo>
                      <a:pt x="318" y="49"/>
                    </a:lnTo>
                    <a:lnTo>
                      <a:pt x="316" y="48"/>
                    </a:lnTo>
                    <a:lnTo>
                      <a:pt x="308" y="46"/>
                    </a:lnTo>
                    <a:lnTo>
                      <a:pt x="295" y="43"/>
                    </a:lnTo>
                    <a:lnTo>
                      <a:pt x="279" y="38"/>
                    </a:lnTo>
                    <a:lnTo>
                      <a:pt x="260" y="35"/>
                    </a:lnTo>
                    <a:lnTo>
                      <a:pt x="238" y="30"/>
                    </a:lnTo>
                    <a:lnTo>
                      <a:pt x="214" y="27"/>
                    </a:lnTo>
                    <a:lnTo>
                      <a:pt x="188" y="23"/>
                    </a:lnTo>
                    <a:lnTo>
                      <a:pt x="161" y="22"/>
                    </a:lnTo>
                    <a:lnTo>
                      <a:pt x="134" y="23"/>
                    </a:lnTo>
                    <a:lnTo>
                      <a:pt x="108" y="25"/>
                    </a:lnTo>
                    <a:lnTo>
                      <a:pt x="82" y="31"/>
                    </a:lnTo>
                    <a:lnTo>
                      <a:pt x="58" y="40"/>
                    </a:lnTo>
                    <a:lnTo>
                      <a:pt x="36" y="52"/>
                    </a:lnTo>
                    <a:lnTo>
                      <a:pt x="16" y="68"/>
                    </a:lnTo>
                    <a:lnTo>
                      <a:pt x="0" y="89"/>
                    </a:lnTo>
                    <a:lnTo>
                      <a:pt x="0" y="56"/>
                    </a:lnTo>
                    <a:close/>
                  </a:path>
                </a:pathLst>
              </a:custGeom>
              <a:solidFill>
                <a:srgbClr val="000000">
                  <a:alpha val="100000"/>
                </a:srgbClr>
              </a:solidFill>
              <a:ln w="9525">
                <a:noFill/>
              </a:ln>
            </p:spPr>
            <p:txBody>
              <a:bodyPr/>
              <a:p>
                <a:endParaRPr lang="zh-CN" altLang="en-US"/>
              </a:p>
            </p:txBody>
          </p:sp>
          <p:sp>
            <p:nvSpPr>
              <p:cNvPr id="146268" name="Freeform 399"/>
              <p:cNvSpPr/>
              <p:nvPr/>
            </p:nvSpPr>
            <p:spPr>
              <a:xfrm>
                <a:off x="4841" y="1568"/>
                <a:ext cx="75" cy="13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28" h="975">
                    <a:moveTo>
                      <a:pt x="0" y="0"/>
                    </a:moveTo>
                    <a:lnTo>
                      <a:pt x="0" y="943"/>
                    </a:lnTo>
                    <a:lnTo>
                      <a:pt x="159" y="975"/>
                    </a:lnTo>
                    <a:lnTo>
                      <a:pt x="152" y="848"/>
                    </a:lnTo>
                    <a:lnTo>
                      <a:pt x="528" y="905"/>
                    </a:lnTo>
                    <a:lnTo>
                      <a:pt x="521" y="855"/>
                    </a:lnTo>
                    <a:lnTo>
                      <a:pt x="261" y="822"/>
                    </a:lnTo>
                    <a:lnTo>
                      <a:pt x="254" y="713"/>
                    </a:lnTo>
                    <a:lnTo>
                      <a:pt x="77" y="713"/>
                    </a:lnTo>
                    <a:lnTo>
                      <a:pt x="72" y="699"/>
                    </a:lnTo>
                    <a:lnTo>
                      <a:pt x="60" y="659"/>
                    </a:lnTo>
                    <a:lnTo>
                      <a:pt x="44" y="595"/>
                    </a:lnTo>
                    <a:lnTo>
                      <a:pt x="28" y="511"/>
                    </a:lnTo>
                    <a:lnTo>
                      <a:pt x="16" y="410"/>
                    </a:lnTo>
                    <a:lnTo>
                      <a:pt x="12" y="294"/>
                    </a:lnTo>
                    <a:lnTo>
                      <a:pt x="21" y="167"/>
                    </a:lnTo>
                    <a:lnTo>
                      <a:pt x="45" y="32"/>
                    </a:lnTo>
                    <a:lnTo>
                      <a:pt x="0" y="0"/>
                    </a:lnTo>
                    <a:close/>
                  </a:path>
                </a:pathLst>
              </a:custGeom>
              <a:solidFill>
                <a:schemeClr val="bg2">
                  <a:alpha val="100000"/>
                </a:schemeClr>
              </a:solidFill>
              <a:ln w="9525">
                <a:noFill/>
              </a:ln>
            </p:spPr>
            <p:txBody>
              <a:bodyPr/>
              <a:p>
                <a:endParaRPr lang="zh-CN" altLang="en-US"/>
              </a:p>
            </p:txBody>
          </p:sp>
          <p:sp>
            <p:nvSpPr>
              <p:cNvPr id="146269" name="Freeform 400"/>
              <p:cNvSpPr/>
              <p:nvPr/>
            </p:nvSpPr>
            <p:spPr>
              <a:xfrm>
                <a:off x="4878" y="1536"/>
                <a:ext cx="97" cy="1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678" h="133">
                    <a:moveTo>
                      <a:pt x="0" y="133"/>
                    </a:moveTo>
                    <a:lnTo>
                      <a:pt x="4" y="132"/>
                    </a:lnTo>
                    <a:lnTo>
                      <a:pt x="15" y="127"/>
                    </a:lnTo>
                    <a:lnTo>
                      <a:pt x="32" y="122"/>
                    </a:lnTo>
                    <a:lnTo>
                      <a:pt x="56" y="114"/>
                    </a:lnTo>
                    <a:lnTo>
                      <a:pt x="86" y="104"/>
                    </a:lnTo>
                    <a:lnTo>
                      <a:pt x="120" y="95"/>
                    </a:lnTo>
                    <a:lnTo>
                      <a:pt x="160" y="86"/>
                    </a:lnTo>
                    <a:lnTo>
                      <a:pt x="204" y="78"/>
                    </a:lnTo>
                    <a:lnTo>
                      <a:pt x="252" y="70"/>
                    </a:lnTo>
                    <a:lnTo>
                      <a:pt x="303" y="64"/>
                    </a:lnTo>
                    <a:lnTo>
                      <a:pt x="358" y="60"/>
                    </a:lnTo>
                    <a:lnTo>
                      <a:pt x="414" y="58"/>
                    </a:lnTo>
                    <a:lnTo>
                      <a:pt x="474" y="60"/>
                    </a:lnTo>
                    <a:lnTo>
                      <a:pt x="534" y="65"/>
                    </a:lnTo>
                    <a:lnTo>
                      <a:pt x="596" y="74"/>
                    </a:lnTo>
                    <a:lnTo>
                      <a:pt x="659" y="88"/>
                    </a:lnTo>
                    <a:lnTo>
                      <a:pt x="678" y="0"/>
                    </a:lnTo>
                    <a:lnTo>
                      <a:pt x="674" y="0"/>
                    </a:lnTo>
                    <a:lnTo>
                      <a:pt x="659" y="0"/>
                    </a:lnTo>
                    <a:lnTo>
                      <a:pt x="636" y="0"/>
                    </a:lnTo>
                    <a:lnTo>
                      <a:pt x="606" y="1"/>
                    </a:lnTo>
                    <a:lnTo>
                      <a:pt x="570" y="2"/>
                    </a:lnTo>
                    <a:lnTo>
                      <a:pt x="527" y="3"/>
                    </a:lnTo>
                    <a:lnTo>
                      <a:pt x="480" y="7"/>
                    </a:lnTo>
                    <a:lnTo>
                      <a:pt x="430" y="9"/>
                    </a:lnTo>
                    <a:lnTo>
                      <a:pt x="376" y="14"/>
                    </a:lnTo>
                    <a:lnTo>
                      <a:pt x="320" y="18"/>
                    </a:lnTo>
                    <a:lnTo>
                      <a:pt x="264" y="24"/>
                    </a:lnTo>
                    <a:lnTo>
                      <a:pt x="208" y="32"/>
                    </a:lnTo>
                    <a:lnTo>
                      <a:pt x="152" y="40"/>
                    </a:lnTo>
                    <a:lnTo>
                      <a:pt x="98" y="50"/>
                    </a:lnTo>
                    <a:lnTo>
                      <a:pt x="47" y="62"/>
                    </a:lnTo>
                    <a:lnTo>
                      <a:pt x="0" y="76"/>
                    </a:lnTo>
                    <a:lnTo>
                      <a:pt x="0" y="133"/>
                    </a:lnTo>
                    <a:close/>
                  </a:path>
                </a:pathLst>
              </a:custGeom>
              <a:solidFill>
                <a:schemeClr val="bg2">
                  <a:alpha val="100000"/>
                </a:schemeClr>
              </a:solidFill>
              <a:ln w="9525">
                <a:noFill/>
              </a:ln>
            </p:spPr>
            <p:txBody>
              <a:bodyPr/>
              <a:p>
                <a:endParaRPr lang="zh-CN" altLang="en-US"/>
              </a:p>
            </p:txBody>
          </p:sp>
          <p:sp>
            <p:nvSpPr>
              <p:cNvPr id="146270" name="Freeform 401"/>
              <p:cNvSpPr/>
              <p:nvPr/>
            </p:nvSpPr>
            <p:spPr>
              <a:xfrm>
                <a:off x="4821" y="1711"/>
                <a:ext cx="163" cy="54"/>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42" h="379">
                    <a:moveTo>
                      <a:pt x="482" y="367"/>
                    </a:moveTo>
                    <a:lnTo>
                      <a:pt x="485" y="366"/>
                    </a:lnTo>
                    <a:lnTo>
                      <a:pt x="492" y="363"/>
                    </a:lnTo>
                    <a:lnTo>
                      <a:pt x="502" y="359"/>
                    </a:lnTo>
                    <a:lnTo>
                      <a:pt x="516" y="353"/>
                    </a:lnTo>
                    <a:lnTo>
                      <a:pt x="533" y="346"/>
                    </a:lnTo>
                    <a:lnTo>
                      <a:pt x="551" y="338"/>
                    </a:lnTo>
                    <a:lnTo>
                      <a:pt x="572" y="328"/>
                    </a:lnTo>
                    <a:lnTo>
                      <a:pt x="593" y="317"/>
                    </a:lnTo>
                    <a:lnTo>
                      <a:pt x="616" y="306"/>
                    </a:lnTo>
                    <a:lnTo>
                      <a:pt x="638" y="292"/>
                    </a:lnTo>
                    <a:lnTo>
                      <a:pt x="660" y="279"/>
                    </a:lnTo>
                    <a:lnTo>
                      <a:pt x="680" y="264"/>
                    </a:lnTo>
                    <a:lnTo>
                      <a:pt x="700" y="249"/>
                    </a:lnTo>
                    <a:lnTo>
                      <a:pt x="717" y="233"/>
                    </a:lnTo>
                    <a:lnTo>
                      <a:pt x="732" y="217"/>
                    </a:lnTo>
                    <a:lnTo>
                      <a:pt x="743" y="201"/>
                    </a:lnTo>
                    <a:lnTo>
                      <a:pt x="0" y="20"/>
                    </a:lnTo>
                    <a:lnTo>
                      <a:pt x="57" y="0"/>
                    </a:lnTo>
                    <a:lnTo>
                      <a:pt x="1142" y="267"/>
                    </a:lnTo>
                    <a:lnTo>
                      <a:pt x="1098" y="292"/>
                    </a:lnTo>
                    <a:lnTo>
                      <a:pt x="784" y="212"/>
                    </a:lnTo>
                    <a:lnTo>
                      <a:pt x="783" y="213"/>
                    </a:lnTo>
                    <a:lnTo>
                      <a:pt x="781" y="216"/>
                    </a:lnTo>
                    <a:lnTo>
                      <a:pt x="776" y="221"/>
                    </a:lnTo>
                    <a:lnTo>
                      <a:pt x="769" y="228"/>
                    </a:lnTo>
                    <a:lnTo>
                      <a:pt x="761" y="237"/>
                    </a:lnTo>
                    <a:lnTo>
                      <a:pt x="750" y="246"/>
                    </a:lnTo>
                    <a:lnTo>
                      <a:pt x="737" y="258"/>
                    </a:lnTo>
                    <a:lnTo>
                      <a:pt x="721" y="269"/>
                    </a:lnTo>
                    <a:lnTo>
                      <a:pt x="703" y="282"/>
                    </a:lnTo>
                    <a:lnTo>
                      <a:pt x="684" y="295"/>
                    </a:lnTo>
                    <a:lnTo>
                      <a:pt x="660" y="309"/>
                    </a:lnTo>
                    <a:lnTo>
                      <a:pt x="635" y="323"/>
                    </a:lnTo>
                    <a:lnTo>
                      <a:pt x="606" y="338"/>
                    </a:lnTo>
                    <a:lnTo>
                      <a:pt x="574" y="352"/>
                    </a:lnTo>
                    <a:lnTo>
                      <a:pt x="540" y="366"/>
                    </a:lnTo>
                    <a:lnTo>
                      <a:pt x="502" y="379"/>
                    </a:lnTo>
                    <a:lnTo>
                      <a:pt x="482" y="367"/>
                    </a:lnTo>
                    <a:close/>
                  </a:path>
                </a:pathLst>
              </a:custGeom>
              <a:solidFill>
                <a:srgbClr val="000000">
                  <a:alpha val="100000"/>
                </a:srgbClr>
              </a:solidFill>
              <a:ln w="9525">
                <a:noFill/>
              </a:ln>
            </p:spPr>
            <p:txBody>
              <a:bodyPr/>
              <a:p>
                <a:endParaRPr lang="zh-CN" altLang="en-US"/>
              </a:p>
            </p:txBody>
          </p:sp>
          <p:sp>
            <p:nvSpPr>
              <p:cNvPr id="146271" name="Freeform 402"/>
              <p:cNvSpPr/>
              <p:nvPr/>
            </p:nvSpPr>
            <p:spPr>
              <a:xfrm>
                <a:off x="4787" y="1725"/>
                <a:ext cx="167" cy="48"/>
              </a:xfrm>
              <a:custGeom>
                <a:avLst/>
                <a:gdLst/>
                <a:ahLst/>
                <a:cxnLst>
                  <a:cxn ang="0">
                    <a:pos x="0" y="0"/>
                  </a:cxn>
                  <a:cxn ang="0">
                    <a:pos x="0" y="0"/>
                  </a:cxn>
                  <a:cxn ang="0">
                    <a:pos x="0" y="0"/>
                  </a:cxn>
                  <a:cxn ang="0">
                    <a:pos x="0" y="0"/>
                  </a:cxn>
                  <a:cxn ang="0">
                    <a:pos x="0" y="0"/>
                  </a:cxn>
                </a:cxnLst>
                <a:pathLst>
                  <a:path w="1163" h="340">
                    <a:moveTo>
                      <a:pt x="0" y="0"/>
                    </a:moveTo>
                    <a:lnTo>
                      <a:pt x="1137" y="340"/>
                    </a:lnTo>
                    <a:lnTo>
                      <a:pt x="1163" y="340"/>
                    </a:lnTo>
                    <a:lnTo>
                      <a:pt x="34" y="0"/>
                    </a:lnTo>
                    <a:lnTo>
                      <a:pt x="0" y="0"/>
                    </a:lnTo>
                    <a:close/>
                  </a:path>
                </a:pathLst>
              </a:custGeom>
              <a:solidFill>
                <a:srgbClr val="000000">
                  <a:alpha val="100000"/>
                </a:srgbClr>
              </a:solidFill>
              <a:ln w="9525">
                <a:noFill/>
              </a:ln>
            </p:spPr>
            <p:txBody>
              <a:bodyPr/>
              <a:p>
                <a:endParaRPr lang="zh-CN" altLang="en-US"/>
              </a:p>
            </p:txBody>
          </p:sp>
          <p:sp>
            <p:nvSpPr>
              <p:cNvPr id="146272" name="Freeform 403"/>
              <p:cNvSpPr/>
              <p:nvPr/>
            </p:nvSpPr>
            <p:spPr>
              <a:xfrm>
                <a:off x="4815" y="1718"/>
                <a:ext cx="164" cy="44"/>
              </a:xfrm>
              <a:custGeom>
                <a:avLst/>
                <a:gdLst/>
                <a:ahLst/>
                <a:cxnLst>
                  <a:cxn ang="0">
                    <a:pos x="0" y="0"/>
                  </a:cxn>
                  <a:cxn ang="0">
                    <a:pos x="0" y="0"/>
                  </a:cxn>
                  <a:cxn ang="0">
                    <a:pos x="0" y="0"/>
                  </a:cxn>
                  <a:cxn ang="0">
                    <a:pos x="0" y="0"/>
                  </a:cxn>
                  <a:cxn ang="0">
                    <a:pos x="0" y="0"/>
                  </a:cxn>
                </a:cxnLst>
                <a:pathLst>
                  <a:path w="1149" h="303">
                    <a:moveTo>
                      <a:pt x="0" y="1"/>
                    </a:moveTo>
                    <a:lnTo>
                      <a:pt x="1124" y="303"/>
                    </a:lnTo>
                    <a:lnTo>
                      <a:pt x="1149" y="302"/>
                    </a:lnTo>
                    <a:lnTo>
                      <a:pt x="34" y="0"/>
                    </a:lnTo>
                    <a:lnTo>
                      <a:pt x="0" y="1"/>
                    </a:lnTo>
                    <a:close/>
                  </a:path>
                </a:pathLst>
              </a:custGeom>
              <a:solidFill>
                <a:srgbClr val="000000">
                  <a:alpha val="100000"/>
                </a:srgbClr>
              </a:solidFill>
              <a:ln w="9525">
                <a:noFill/>
              </a:ln>
            </p:spPr>
            <p:txBody>
              <a:bodyPr/>
              <a:p>
                <a:endParaRPr lang="zh-CN" altLang="en-US"/>
              </a:p>
            </p:txBody>
          </p:sp>
          <p:sp>
            <p:nvSpPr>
              <p:cNvPr id="146273" name="Freeform 404"/>
              <p:cNvSpPr/>
              <p:nvPr/>
            </p:nvSpPr>
            <p:spPr>
              <a:xfrm>
                <a:off x="4802" y="1721"/>
                <a:ext cx="165" cy="48"/>
              </a:xfrm>
              <a:custGeom>
                <a:avLst/>
                <a:gdLst/>
                <a:ahLst/>
                <a:cxnLst>
                  <a:cxn ang="0">
                    <a:pos x="0" y="0"/>
                  </a:cxn>
                  <a:cxn ang="0">
                    <a:pos x="0" y="0"/>
                  </a:cxn>
                  <a:cxn ang="0">
                    <a:pos x="0" y="0"/>
                  </a:cxn>
                  <a:cxn ang="0">
                    <a:pos x="0" y="0"/>
                  </a:cxn>
                  <a:cxn ang="0">
                    <a:pos x="0" y="0"/>
                  </a:cxn>
                </a:cxnLst>
                <a:pathLst>
                  <a:path w="1155" h="336">
                    <a:moveTo>
                      <a:pt x="0" y="0"/>
                    </a:moveTo>
                    <a:lnTo>
                      <a:pt x="1134" y="336"/>
                    </a:lnTo>
                    <a:lnTo>
                      <a:pt x="1155" y="328"/>
                    </a:lnTo>
                    <a:lnTo>
                      <a:pt x="34" y="0"/>
                    </a:lnTo>
                    <a:lnTo>
                      <a:pt x="0" y="0"/>
                    </a:lnTo>
                    <a:close/>
                  </a:path>
                </a:pathLst>
              </a:custGeom>
              <a:solidFill>
                <a:srgbClr val="000000">
                  <a:alpha val="100000"/>
                </a:srgbClr>
              </a:solidFill>
              <a:ln w="9525">
                <a:noFill/>
              </a:ln>
            </p:spPr>
            <p:txBody>
              <a:bodyPr/>
              <a:p>
                <a:endParaRPr lang="zh-CN" altLang="en-US"/>
              </a:p>
            </p:txBody>
          </p:sp>
        </p:grpSp>
      </p:grpSp>
      <p:grpSp>
        <p:nvGrpSpPr>
          <p:cNvPr id="145424" name="Group 405"/>
          <p:cNvGrpSpPr/>
          <p:nvPr/>
        </p:nvGrpSpPr>
        <p:grpSpPr>
          <a:xfrm>
            <a:off x="1349375" y="4443413"/>
            <a:ext cx="787400" cy="841375"/>
            <a:chOff x="521" y="3063"/>
            <a:chExt cx="496" cy="530"/>
          </a:xfrm>
        </p:grpSpPr>
        <p:grpSp>
          <p:nvGrpSpPr>
            <p:cNvPr id="146134" name="Group 406"/>
            <p:cNvGrpSpPr/>
            <p:nvPr/>
          </p:nvGrpSpPr>
          <p:grpSpPr>
            <a:xfrm>
              <a:off x="537" y="3443"/>
              <a:ext cx="176" cy="150"/>
              <a:chOff x="4765" y="1531"/>
              <a:chExt cx="312" cy="261"/>
            </a:xfrm>
          </p:grpSpPr>
          <p:sp>
            <p:nvSpPr>
              <p:cNvPr id="146192" name="AutoShape 407"/>
              <p:cNvSpPr>
                <a:spLocks noChangeAspect="1" noTextEdit="1"/>
              </p:cNvSpPr>
              <p:nvPr/>
            </p:nvSpPr>
            <p:spPr>
              <a:xfrm>
                <a:off x="4765" y="1531"/>
                <a:ext cx="312" cy="260"/>
              </a:xfrm>
              <a:prstGeom prst="rect">
                <a:avLst/>
              </a:prstGeom>
              <a:noFill/>
              <a:ln w="9525">
                <a:noFill/>
              </a:ln>
            </p:spPr>
            <p:txBody>
              <a:bodyPr/>
              <a:p>
                <a:endParaRPr lang="zh-CN" altLang="en-US"/>
              </a:p>
            </p:txBody>
          </p:sp>
          <p:sp>
            <p:nvSpPr>
              <p:cNvPr id="146193" name="Freeform 408"/>
              <p:cNvSpPr/>
              <p:nvPr/>
            </p:nvSpPr>
            <p:spPr>
              <a:xfrm>
                <a:off x="4765" y="1534"/>
                <a:ext cx="307" cy="25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150" h="1804">
                    <a:moveTo>
                      <a:pt x="582" y="239"/>
                    </a:moveTo>
                    <a:lnTo>
                      <a:pt x="606" y="129"/>
                    </a:lnTo>
                    <a:lnTo>
                      <a:pt x="607" y="129"/>
                    </a:lnTo>
                    <a:lnTo>
                      <a:pt x="611" y="128"/>
                    </a:lnTo>
                    <a:lnTo>
                      <a:pt x="616" y="125"/>
                    </a:lnTo>
                    <a:lnTo>
                      <a:pt x="623" y="123"/>
                    </a:lnTo>
                    <a:lnTo>
                      <a:pt x="633" y="120"/>
                    </a:lnTo>
                    <a:lnTo>
                      <a:pt x="645" y="115"/>
                    </a:lnTo>
                    <a:lnTo>
                      <a:pt x="659" y="112"/>
                    </a:lnTo>
                    <a:lnTo>
                      <a:pt x="676" y="107"/>
                    </a:lnTo>
                    <a:lnTo>
                      <a:pt x="694" y="101"/>
                    </a:lnTo>
                    <a:lnTo>
                      <a:pt x="715" y="95"/>
                    </a:lnTo>
                    <a:lnTo>
                      <a:pt x="738" y="90"/>
                    </a:lnTo>
                    <a:lnTo>
                      <a:pt x="763" y="84"/>
                    </a:lnTo>
                    <a:lnTo>
                      <a:pt x="790" y="78"/>
                    </a:lnTo>
                    <a:lnTo>
                      <a:pt x="820" y="71"/>
                    </a:lnTo>
                    <a:lnTo>
                      <a:pt x="852" y="64"/>
                    </a:lnTo>
                    <a:lnTo>
                      <a:pt x="886" y="59"/>
                    </a:lnTo>
                    <a:lnTo>
                      <a:pt x="922" y="52"/>
                    </a:lnTo>
                    <a:lnTo>
                      <a:pt x="961" y="46"/>
                    </a:lnTo>
                    <a:lnTo>
                      <a:pt x="1002" y="40"/>
                    </a:lnTo>
                    <a:lnTo>
                      <a:pt x="1044" y="35"/>
                    </a:lnTo>
                    <a:lnTo>
                      <a:pt x="1090" y="29"/>
                    </a:lnTo>
                    <a:lnTo>
                      <a:pt x="1138" y="23"/>
                    </a:lnTo>
                    <a:lnTo>
                      <a:pt x="1187" y="18"/>
                    </a:lnTo>
                    <a:lnTo>
                      <a:pt x="1240" y="14"/>
                    </a:lnTo>
                    <a:lnTo>
                      <a:pt x="1294" y="10"/>
                    </a:lnTo>
                    <a:lnTo>
                      <a:pt x="1350" y="7"/>
                    </a:lnTo>
                    <a:lnTo>
                      <a:pt x="1410" y="4"/>
                    </a:lnTo>
                    <a:lnTo>
                      <a:pt x="1470" y="1"/>
                    </a:lnTo>
                    <a:lnTo>
                      <a:pt x="1535" y="0"/>
                    </a:lnTo>
                    <a:lnTo>
                      <a:pt x="1601" y="0"/>
                    </a:lnTo>
                    <a:lnTo>
                      <a:pt x="1668" y="0"/>
                    </a:lnTo>
                    <a:lnTo>
                      <a:pt x="1739" y="1"/>
                    </a:lnTo>
                    <a:lnTo>
                      <a:pt x="1816" y="44"/>
                    </a:lnTo>
                    <a:lnTo>
                      <a:pt x="1799" y="248"/>
                    </a:lnTo>
                    <a:lnTo>
                      <a:pt x="1804" y="251"/>
                    </a:lnTo>
                    <a:lnTo>
                      <a:pt x="1820" y="259"/>
                    </a:lnTo>
                    <a:lnTo>
                      <a:pt x="1842" y="272"/>
                    </a:lnTo>
                    <a:lnTo>
                      <a:pt x="1868" y="292"/>
                    </a:lnTo>
                    <a:lnTo>
                      <a:pt x="1896" y="318"/>
                    </a:lnTo>
                    <a:lnTo>
                      <a:pt x="1920" y="351"/>
                    </a:lnTo>
                    <a:lnTo>
                      <a:pt x="1939" y="390"/>
                    </a:lnTo>
                    <a:lnTo>
                      <a:pt x="1951" y="436"/>
                    </a:lnTo>
                    <a:lnTo>
                      <a:pt x="2125" y="593"/>
                    </a:lnTo>
                    <a:lnTo>
                      <a:pt x="2078" y="1009"/>
                    </a:lnTo>
                    <a:lnTo>
                      <a:pt x="1799" y="1149"/>
                    </a:lnTo>
                    <a:lnTo>
                      <a:pt x="2129" y="1247"/>
                    </a:lnTo>
                    <a:lnTo>
                      <a:pt x="2131" y="1251"/>
                    </a:lnTo>
                    <a:lnTo>
                      <a:pt x="2137" y="1264"/>
                    </a:lnTo>
                    <a:lnTo>
                      <a:pt x="2143" y="1284"/>
                    </a:lnTo>
                    <a:lnTo>
                      <a:pt x="2149" y="1310"/>
                    </a:lnTo>
                    <a:lnTo>
                      <a:pt x="2150" y="1342"/>
                    </a:lnTo>
                    <a:lnTo>
                      <a:pt x="2147" y="1380"/>
                    </a:lnTo>
                    <a:lnTo>
                      <a:pt x="2136" y="1423"/>
                    </a:lnTo>
                    <a:lnTo>
                      <a:pt x="2117" y="1468"/>
                    </a:lnTo>
                    <a:lnTo>
                      <a:pt x="1244" y="1804"/>
                    </a:lnTo>
                    <a:lnTo>
                      <a:pt x="0" y="1413"/>
                    </a:lnTo>
                    <a:lnTo>
                      <a:pt x="22" y="1367"/>
                    </a:lnTo>
                    <a:lnTo>
                      <a:pt x="212" y="1302"/>
                    </a:lnTo>
                    <a:lnTo>
                      <a:pt x="212" y="248"/>
                    </a:lnTo>
                    <a:lnTo>
                      <a:pt x="213" y="247"/>
                    </a:lnTo>
                    <a:lnTo>
                      <a:pt x="217" y="244"/>
                    </a:lnTo>
                    <a:lnTo>
                      <a:pt x="223" y="240"/>
                    </a:lnTo>
                    <a:lnTo>
                      <a:pt x="232" y="234"/>
                    </a:lnTo>
                    <a:lnTo>
                      <a:pt x="245" y="228"/>
                    </a:lnTo>
                    <a:lnTo>
                      <a:pt x="258" y="221"/>
                    </a:lnTo>
                    <a:lnTo>
                      <a:pt x="276" y="214"/>
                    </a:lnTo>
                    <a:lnTo>
                      <a:pt x="294" y="207"/>
                    </a:lnTo>
                    <a:lnTo>
                      <a:pt x="316" y="201"/>
                    </a:lnTo>
                    <a:lnTo>
                      <a:pt x="340" y="197"/>
                    </a:lnTo>
                    <a:lnTo>
                      <a:pt x="366" y="194"/>
                    </a:lnTo>
                    <a:lnTo>
                      <a:pt x="393" y="192"/>
                    </a:lnTo>
                    <a:lnTo>
                      <a:pt x="424" y="193"/>
                    </a:lnTo>
                    <a:lnTo>
                      <a:pt x="457" y="197"/>
                    </a:lnTo>
                    <a:lnTo>
                      <a:pt x="493" y="203"/>
                    </a:lnTo>
                    <a:lnTo>
                      <a:pt x="529" y="214"/>
                    </a:lnTo>
                    <a:lnTo>
                      <a:pt x="582" y="239"/>
                    </a:lnTo>
                    <a:close/>
                  </a:path>
                </a:pathLst>
              </a:custGeom>
              <a:solidFill>
                <a:srgbClr val="DDDDDD">
                  <a:alpha val="100000"/>
                </a:srgbClr>
              </a:solidFill>
              <a:ln w="9525">
                <a:noFill/>
              </a:ln>
            </p:spPr>
            <p:txBody>
              <a:bodyPr/>
              <a:p>
                <a:endParaRPr lang="zh-CN" altLang="en-US"/>
              </a:p>
            </p:txBody>
          </p:sp>
          <p:sp>
            <p:nvSpPr>
              <p:cNvPr id="146194" name="Freeform 409"/>
              <p:cNvSpPr/>
              <p:nvPr/>
            </p:nvSpPr>
            <p:spPr>
              <a:xfrm>
                <a:off x="4882" y="1584"/>
                <a:ext cx="163" cy="11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39" h="778">
                    <a:moveTo>
                      <a:pt x="7" y="587"/>
                    </a:moveTo>
                    <a:lnTo>
                      <a:pt x="0" y="682"/>
                    </a:lnTo>
                    <a:lnTo>
                      <a:pt x="742" y="778"/>
                    </a:lnTo>
                    <a:lnTo>
                      <a:pt x="748" y="775"/>
                    </a:lnTo>
                    <a:lnTo>
                      <a:pt x="763" y="767"/>
                    </a:lnTo>
                    <a:lnTo>
                      <a:pt x="787" y="755"/>
                    </a:lnTo>
                    <a:lnTo>
                      <a:pt x="816" y="737"/>
                    </a:lnTo>
                    <a:lnTo>
                      <a:pt x="852" y="714"/>
                    </a:lnTo>
                    <a:lnTo>
                      <a:pt x="891" y="686"/>
                    </a:lnTo>
                    <a:lnTo>
                      <a:pt x="932" y="652"/>
                    </a:lnTo>
                    <a:lnTo>
                      <a:pt x="973" y="613"/>
                    </a:lnTo>
                    <a:lnTo>
                      <a:pt x="1013" y="570"/>
                    </a:lnTo>
                    <a:lnTo>
                      <a:pt x="1051" y="521"/>
                    </a:lnTo>
                    <a:lnTo>
                      <a:pt x="1083" y="466"/>
                    </a:lnTo>
                    <a:lnTo>
                      <a:pt x="1109" y="406"/>
                    </a:lnTo>
                    <a:lnTo>
                      <a:pt x="1129" y="342"/>
                    </a:lnTo>
                    <a:lnTo>
                      <a:pt x="1139" y="271"/>
                    </a:lnTo>
                    <a:lnTo>
                      <a:pt x="1138" y="196"/>
                    </a:lnTo>
                    <a:lnTo>
                      <a:pt x="1124" y="115"/>
                    </a:lnTo>
                    <a:lnTo>
                      <a:pt x="1122" y="110"/>
                    </a:lnTo>
                    <a:lnTo>
                      <a:pt x="1115" y="97"/>
                    </a:lnTo>
                    <a:lnTo>
                      <a:pt x="1102" y="80"/>
                    </a:lnTo>
                    <a:lnTo>
                      <a:pt x="1086" y="59"/>
                    </a:lnTo>
                    <a:lnTo>
                      <a:pt x="1066" y="39"/>
                    </a:lnTo>
                    <a:lnTo>
                      <a:pt x="1041" y="20"/>
                    </a:lnTo>
                    <a:lnTo>
                      <a:pt x="1011" y="7"/>
                    </a:lnTo>
                    <a:lnTo>
                      <a:pt x="978" y="0"/>
                    </a:lnTo>
                    <a:lnTo>
                      <a:pt x="982" y="12"/>
                    </a:lnTo>
                    <a:lnTo>
                      <a:pt x="994" y="46"/>
                    </a:lnTo>
                    <a:lnTo>
                      <a:pt x="1007" y="100"/>
                    </a:lnTo>
                    <a:lnTo>
                      <a:pt x="1019" y="169"/>
                    </a:lnTo>
                    <a:lnTo>
                      <a:pt x="1022" y="252"/>
                    </a:lnTo>
                    <a:lnTo>
                      <a:pt x="1013" y="344"/>
                    </a:lnTo>
                    <a:lnTo>
                      <a:pt x="987" y="444"/>
                    </a:lnTo>
                    <a:lnTo>
                      <a:pt x="940" y="549"/>
                    </a:lnTo>
                    <a:lnTo>
                      <a:pt x="939" y="550"/>
                    </a:lnTo>
                    <a:lnTo>
                      <a:pt x="934" y="553"/>
                    </a:lnTo>
                    <a:lnTo>
                      <a:pt x="927" y="559"/>
                    </a:lnTo>
                    <a:lnTo>
                      <a:pt x="917" y="567"/>
                    </a:lnTo>
                    <a:lnTo>
                      <a:pt x="904" y="575"/>
                    </a:lnTo>
                    <a:lnTo>
                      <a:pt x="890" y="585"/>
                    </a:lnTo>
                    <a:lnTo>
                      <a:pt x="871" y="594"/>
                    </a:lnTo>
                    <a:lnTo>
                      <a:pt x="851" y="603"/>
                    </a:lnTo>
                    <a:lnTo>
                      <a:pt x="828" y="611"/>
                    </a:lnTo>
                    <a:lnTo>
                      <a:pt x="802" y="619"/>
                    </a:lnTo>
                    <a:lnTo>
                      <a:pt x="773" y="625"/>
                    </a:lnTo>
                    <a:lnTo>
                      <a:pt x="741" y="629"/>
                    </a:lnTo>
                    <a:lnTo>
                      <a:pt x="708" y="630"/>
                    </a:lnTo>
                    <a:lnTo>
                      <a:pt x="671" y="629"/>
                    </a:lnTo>
                    <a:lnTo>
                      <a:pt x="631" y="626"/>
                    </a:lnTo>
                    <a:lnTo>
                      <a:pt x="590" y="618"/>
                    </a:lnTo>
                    <a:lnTo>
                      <a:pt x="590" y="720"/>
                    </a:lnTo>
                    <a:lnTo>
                      <a:pt x="26" y="663"/>
                    </a:lnTo>
                    <a:lnTo>
                      <a:pt x="7" y="587"/>
                    </a:lnTo>
                    <a:close/>
                  </a:path>
                </a:pathLst>
              </a:custGeom>
              <a:solidFill>
                <a:schemeClr val="bg2">
                  <a:alpha val="100000"/>
                </a:schemeClr>
              </a:solidFill>
              <a:ln w="9525">
                <a:noFill/>
              </a:ln>
            </p:spPr>
            <p:txBody>
              <a:bodyPr/>
              <a:p>
                <a:endParaRPr lang="zh-CN" altLang="en-US"/>
              </a:p>
            </p:txBody>
          </p:sp>
          <p:sp>
            <p:nvSpPr>
              <p:cNvPr id="146195" name="Freeform 410"/>
              <p:cNvSpPr/>
              <p:nvPr/>
            </p:nvSpPr>
            <p:spPr>
              <a:xfrm>
                <a:off x="4862" y="1693"/>
                <a:ext cx="119" cy="38"/>
              </a:xfrm>
              <a:custGeom>
                <a:avLst/>
                <a:gdLst/>
                <a:ahLst/>
                <a:cxnLst>
                  <a:cxn ang="0">
                    <a:pos x="0" y="0"/>
                  </a:cxn>
                  <a:cxn ang="0">
                    <a:pos x="0" y="0"/>
                  </a:cxn>
                  <a:cxn ang="0">
                    <a:pos x="0" y="0"/>
                  </a:cxn>
                  <a:cxn ang="0">
                    <a:pos x="0" y="0"/>
                  </a:cxn>
                  <a:cxn ang="0">
                    <a:pos x="0" y="0"/>
                  </a:cxn>
                </a:cxnLst>
                <a:pathLst>
                  <a:path w="837" h="269">
                    <a:moveTo>
                      <a:pt x="837" y="96"/>
                    </a:moveTo>
                    <a:lnTo>
                      <a:pt x="12" y="0"/>
                    </a:lnTo>
                    <a:lnTo>
                      <a:pt x="0" y="96"/>
                    </a:lnTo>
                    <a:lnTo>
                      <a:pt x="812" y="269"/>
                    </a:lnTo>
                    <a:lnTo>
                      <a:pt x="837" y="96"/>
                    </a:lnTo>
                    <a:close/>
                  </a:path>
                </a:pathLst>
              </a:custGeom>
              <a:solidFill>
                <a:schemeClr val="bg2">
                  <a:alpha val="100000"/>
                </a:schemeClr>
              </a:solidFill>
              <a:ln w="9525">
                <a:noFill/>
              </a:ln>
            </p:spPr>
            <p:txBody>
              <a:bodyPr/>
              <a:p>
                <a:endParaRPr lang="zh-CN" altLang="en-US"/>
              </a:p>
            </p:txBody>
          </p:sp>
          <p:sp>
            <p:nvSpPr>
              <p:cNvPr id="146196" name="Freeform 411"/>
              <p:cNvSpPr/>
              <p:nvPr/>
            </p:nvSpPr>
            <p:spPr>
              <a:xfrm>
                <a:off x="4921" y="1705"/>
                <a:ext cx="51" cy="18"/>
              </a:xfrm>
              <a:custGeom>
                <a:avLst/>
                <a:gdLst/>
                <a:ahLst/>
                <a:cxnLst>
                  <a:cxn ang="0">
                    <a:pos x="0" y="0"/>
                  </a:cxn>
                  <a:cxn ang="0">
                    <a:pos x="0" y="0"/>
                  </a:cxn>
                  <a:cxn ang="0">
                    <a:pos x="0" y="0"/>
                  </a:cxn>
                  <a:cxn ang="0">
                    <a:pos x="0" y="0"/>
                  </a:cxn>
                  <a:cxn ang="0">
                    <a:pos x="0" y="0"/>
                  </a:cxn>
                </a:cxnLst>
                <a:pathLst>
                  <a:path w="358" h="122">
                    <a:moveTo>
                      <a:pt x="358" y="53"/>
                    </a:moveTo>
                    <a:lnTo>
                      <a:pt x="5" y="0"/>
                    </a:lnTo>
                    <a:lnTo>
                      <a:pt x="0" y="51"/>
                    </a:lnTo>
                    <a:lnTo>
                      <a:pt x="348" y="122"/>
                    </a:lnTo>
                    <a:lnTo>
                      <a:pt x="358" y="53"/>
                    </a:lnTo>
                    <a:close/>
                  </a:path>
                </a:pathLst>
              </a:custGeom>
              <a:solidFill>
                <a:schemeClr val="folHlink">
                  <a:alpha val="100000"/>
                </a:schemeClr>
              </a:solidFill>
              <a:ln w="9525">
                <a:noFill/>
              </a:ln>
            </p:spPr>
            <p:txBody>
              <a:bodyPr/>
              <a:p>
                <a:endParaRPr lang="zh-CN" altLang="en-US"/>
              </a:p>
            </p:txBody>
          </p:sp>
          <p:sp>
            <p:nvSpPr>
              <p:cNvPr id="146197" name="Freeform 412"/>
              <p:cNvSpPr/>
              <p:nvPr/>
            </p:nvSpPr>
            <p:spPr>
              <a:xfrm>
                <a:off x="4869" y="1696"/>
                <a:ext cx="34" cy="13"/>
              </a:xfrm>
              <a:custGeom>
                <a:avLst/>
                <a:gdLst/>
                <a:ahLst/>
                <a:cxnLst>
                  <a:cxn ang="0">
                    <a:pos x="0" y="0"/>
                  </a:cxn>
                  <a:cxn ang="0">
                    <a:pos x="0" y="0"/>
                  </a:cxn>
                  <a:cxn ang="0">
                    <a:pos x="0" y="0"/>
                  </a:cxn>
                  <a:cxn ang="0">
                    <a:pos x="0" y="0"/>
                  </a:cxn>
                  <a:cxn ang="0">
                    <a:pos x="0" y="0"/>
                  </a:cxn>
                </a:cxnLst>
                <a:pathLst>
                  <a:path w="239" h="91">
                    <a:moveTo>
                      <a:pt x="239" y="42"/>
                    </a:moveTo>
                    <a:lnTo>
                      <a:pt x="0" y="0"/>
                    </a:lnTo>
                    <a:lnTo>
                      <a:pt x="2" y="44"/>
                    </a:lnTo>
                    <a:lnTo>
                      <a:pt x="231" y="91"/>
                    </a:lnTo>
                    <a:lnTo>
                      <a:pt x="239" y="42"/>
                    </a:lnTo>
                    <a:close/>
                  </a:path>
                </a:pathLst>
              </a:custGeom>
              <a:solidFill>
                <a:schemeClr val="folHlink">
                  <a:alpha val="100000"/>
                </a:schemeClr>
              </a:solidFill>
              <a:ln w="9525">
                <a:noFill/>
              </a:ln>
            </p:spPr>
            <p:txBody>
              <a:bodyPr/>
              <a:p>
                <a:endParaRPr lang="zh-CN" altLang="en-US"/>
              </a:p>
            </p:txBody>
          </p:sp>
          <p:sp>
            <p:nvSpPr>
              <p:cNvPr id="146198" name="Freeform 413"/>
              <p:cNvSpPr/>
              <p:nvPr/>
            </p:nvSpPr>
            <p:spPr>
              <a:xfrm>
                <a:off x="4783" y="1709"/>
                <a:ext cx="202" cy="67"/>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409" h="466">
                    <a:moveTo>
                      <a:pt x="0" y="140"/>
                    </a:moveTo>
                    <a:lnTo>
                      <a:pt x="4" y="140"/>
                    </a:lnTo>
                    <a:lnTo>
                      <a:pt x="12" y="138"/>
                    </a:lnTo>
                    <a:lnTo>
                      <a:pt x="27" y="135"/>
                    </a:lnTo>
                    <a:lnTo>
                      <a:pt x="45" y="132"/>
                    </a:lnTo>
                    <a:lnTo>
                      <a:pt x="67" y="128"/>
                    </a:lnTo>
                    <a:lnTo>
                      <a:pt x="92" y="123"/>
                    </a:lnTo>
                    <a:lnTo>
                      <a:pt x="120" y="116"/>
                    </a:lnTo>
                    <a:lnTo>
                      <a:pt x="150" y="108"/>
                    </a:lnTo>
                    <a:lnTo>
                      <a:pt x="181" y="100"/>
                    </a:lnTo>
                    <a:lnTo>
                      <a:pt x="212" y="89"/>
                    </a:lnTo>
                    <a:lnTo>
                      <a:pt x="243" y="78"/>
                    </a:lnTo>
                    <a:lnTo>
                      <a:pt x="273" y="65"/>
                    </a:lnTo>
                    <a:lnTo>
                      <a:pt x="303" y="50"/>
                    </a:lnTo>
                    <a:lnTo>
                      <a:pt x="330" y="35"/>
                    </a:lnTo>
                    <a:lnTo>
                      <a:pt x="355" y="18"/>
                    </a:lnTo>
                    <a:lnTo>
                      <a:pt x="375" y="0"/>
                    </a:lnTo>
                    <a:lnTo>
                      <a:pt x="1409" y="236"/>
                    </a:lnTo>
                    <a:lnTo>
                      <a:pt x="1407" y="239"/>
                    </a:lnTo>
                    <a:lnTo>
                      <a:pt x="1401" y="245"/>
                    </a:lnTo>
                    <a:lnTo>
                      <a:pt x="1392" y="254"/>
                    </a:lnTo>
                    <a:lnTo>
                      <a:pt x="1379" y="265"/>
                    </a:lnTo>
                    <a:lnTo>
                      <a:pt x="1363" y="279"/>
                    </a:lnTo>
                    <a:lnTo>
                      <a:pt x="1345" y="295"/>
                    </a:lnTo>
                    <a:lnTo>
                      <a:pt x="1325" y="313"/>
                    </a:lnTo>
                    <a:lnTo>
                      <a:pt x="1303" y="332"/>
                    </a:lnTo>
                    <a:lnTo>
                      <a:pt x="1279" y="351"/>
                    </a:lnTo>
                    <a:lnTo>
                      <a:pt x="1253" y="371"/>
                    </a:lnTo>
                    <a:lnTo>
                      <a:pt x="1227" y="390"/>
                    </a:lnTo>
                    <a:lnTo>
                      <a:pt x="1200" y="409"/>
                    </a:lnTo>
                    <a:lnTo>
                      <a:pt x="1172" y="426"/>
                    </a:lnTo>
                    <a:lnTo>
                      <a:pt x="1145" y="441"/>
                    </a:lnTo>
                    <a:lnTo>
                      <a:pt x="1117" y="455"/>
                    </a:lnTo>
                    <a:lnTo>
                      <a:pt x="1091" y="466"/>
                    </a:lnTo>
                    <a:lnTo>
                      <a:pt x="0" y="140"/>
                    </a:lnTo>
                    <a:close/>
                  </a:path>
                </a:pathLst>
              </a:custGeom>
              <a:solidFill>
                <a:schemeClr val="bg2">
                  <a:alpha val="100000"/>
                </a:schemeClr>
              </a:solidFill>
              <a:ln w="9525">
                <a:noFill/>
              </a:ln>
            </p:spPr>
            <p:txBody>
              <a:bodyPr/>
              <a:p>
                <a:endParaRPr lang="zh-CN" altLang="en-US"/>
              </a:p>
            </p:txBody>
          </p:sp>
          <p:sp>
            <p:nvSpPr>
              <p:cNvPr id="146199" name="Freeform 414"/>
              <p:cNvSpPr/>
              <p:nvPr/>
            </p:nvSpPr>
            <p:spPr>
              <a:xfrm>
                <a:off x="4984" y="1702"/>
                <a:ext cx="72" cy="32"/>
              </a:xfrm>
              <a:custGeom>
                <a:avLst/>
                <a:gdLst/>
                <a:ahLst/>
                <a:cxnLst>
                  <a:cxn ang="0">
                    <a:pos x="0" y="0"/>
                  </a:cxn>
                  <a:cxn ang="0">
                    <a:pos x="0" y="0"/>
                  </a:cxn>
                  <a:cxn ang="0">
                    <a:pos x="0" y="0"/>
                  </a:cxn>
                  <a:cxn ang="0">
                    <a:pos x="0" y="0"/>
                  </a:cxn>
                  <a:cxn ang="0">
                    <a:pos x="0" y="0"/>
                  </a:cxn>
                  <a:cxn ang="0">
                    <a:pos x="0" y="0"/>
                  </a:cxn>
                </a:cxnLst>
                <a:pathLst>
                  <a:path w="502" h="223">
                    <a:moveTo>
                      <a:pt x="51" y="223"/>
                    </a:moveTo>
                    <a:lnTo>
                      <a:pt x="502" y="90"/>
                    </a:lnTo>
                    <a:lnTo>
                      <a:pt x="229" y="0"/>
                    </a:lnTo>
                    <a:lnTo>
                      <a:pt x="6" y="26"/>
                    </a:lnTo>
                    <a:lnTo>
                      <a:pt x="0" y="211"/>
                    </a:lnTo>
                    <a:lnTo>
                      <a:pt x="51" y="223"/>
                    </a:lnTo>
                    <a:close/>
                  </a:path>
                </a:pathLst>
              </a:custGeom>
              <a:solidFill>
                <a:schemeClr val="bg2">
                  <a:alpha val="100000"/>
                </a:schemeClr>
              </a:solidFill>
              <a:ln w="9525">
                <a:noFill/>
              </a:ln>
            </p:spPr>
            <p:txBody>
              <a:bodyPr/>
              <a:p>
                <a:endParaRPr lang="zh-CN" altLang="en-US"/>
              </a:p>
            </p:txBody>
          </p:sp>
          <p:sp>
            <p:nvSpPr>
              <p:cNvPr id="146200" name="Freeform 415"/>
              <p:cNvSpPr/>
              <p:nvPr/>
            </p:nvSpPr>
            <p:spPr>
              <a:xfrm>
                <a:off x="4799" y="1565"/>
                <a:ext cx="38" cy="152"/>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67" h="1064">
                    <a:moveTo>
                      <a:pt x="267" y="26"/>
                    </a:moveTo>
                    <a:lnTo>
                      <a:pt x="266" y="24"/>
                    </a:lnTo>
                    <a:lnTo>
                      <a:pt x="262" y="22"/>
                    </a:lnTo>
                    <a:lnTo>
                      <a:pt x="254" y="20"/>
                    </a:lnTo>
                    <a:lnTo>
                      <a:pt x="244" y="16"/>
                    </a:lnTo>
                    <a:lnTo>
                      <a:pt x="232" y="12"/>
                    </a:lnTo>
                    <a:lnTo>
                      <a:pt x="218" y="8"/>
                    </a:lnTo>
                    <a:lnTo>
                      <a:pt x="202" y="5"/>
                    </a:lnTo>
                    <a:lnTo>
                      <a:pt x="184" y="1"/>
                    </a:lnTo>
                    <a:lnTo>
                      <a:pt x="164" y="0"/>
                    </a:lnTo>
                    <a:lnTo>
                      <a:pt x="143" y="0"/>
                    </a:lnTo>
                    <a:lnTo>
                      <a:pt x="121" y="3"/>
                    </a:lnTo>
                    <a:lnTo>
                      <a:pt x="98" y="6"/>
                    </a:lnTo>
                    <a:lnTo>
                      <a:pt x="74" y="13"/>
                    </a:lnTo>
                    <a:lnTo>
                      <a:pt x="50" y="22"/>
                    </a:lnTo>
                    <a:lnTo>
                      <a:pt x="25" y="35"/>
                    </a:lnTo>
                    <a:lnTo>
                      <a:pt x="0" y="51"/>
                    </a:lnTo>
                    <a:lnTo>
                      <a:pt x="0" y="1064"/>
                    </a:lnTo>
                    <a:lnTo>
                      <a:pt x="1" y="1064"/>
                    </a:lnTo>
                    <a:lnTo>
                      <a:pt x="7" y="1064"/>
                    </a:lnTo>
                    <a:lnTo>
                      <a:pt x="15" y="1063"/>
                    </a:lnTo>
                    <a:lnTo>
                      <a:pt x="25" y="1062"/>
                    </a:lnTo>
                    <a:lnTo>
                      <a:pt x="37" y="1060"/>
                    </a:lnTo>
                    <a:lnTo>
                      <a:pt x="52" y="1057"/>
                    </a:lnTo>
                    <a:lnTo>
                      <a:pt x="69" y="1054"/>
                    </a:lnTo>
                    <a:lnTo>
                      <a:pt x="88" y="1049"/>
                    </a:lnTo>
                    <a:lnTo>
                      <a:pt x="108" y="1044"/>
                    </a:lnTo>
                    <a:lnTo>
                      <a:pt x="129" y="1037"/>
                    </a:lnTo>
                    <a:lnTo>
                      <a:pt x="152" y="1029"/>
                    </a:lnTo>
                    <a:lnTo>
                      <a:pt x="175" y="1018"/>
                    </a:lnTo>
                    <a:lnTo>
                      <a:pt x="198" y="1007"/>
                    </a:lnTo>
                    <a:lnTo>
                      <a:pt x="222" y="994"/>
                    </a:lnTo>
                    <a:lnTo>
                      <a:pt x="244" y="979"/>
                    </a:lnTo>
                    <a:lnTo>
                      <a:pt x="267" y="962"/>
                    </a:lnTo>
                    <a:lnTo>
                      <a:pt x="267" y="26"/>
                    </a:lnTo>
                    <a:close/>
                  </a:path>
                </a:pathLst>
              </a:custGeom>
              <a:solidFill>
                <a:schemeClr val="bg2">
                  <a:alpha val="100000"/>
                </a:schemeClr>
              </a:solidFill>
              <a:ln w="9525">
                <a:noFill/>
              </a:ln>
            </p:spPr>
            <p:txBody>
              <a:bodyPr/>
              <a:p>
                <a:endParaRPr lang="zh-CN" altLang="en-US"/>
              </a:p>
            </p:txBody>
          </p:sp>
          <p:sp>
            <p:nvSpPr>
              <p:cNvPr id="146201" name="Freeform 416"/>
              <p:cNvSpPr/>
              <p:nvPr/>
            </p:nvSpPr>
            <p:spPr>
              <a:xfrm>
                <a:off x="4800" y="1567"/>
                <a:ext cx="33" cy="12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28" h="898">
                    <a:moveTo>
                      <a:pt x="228" y="21"/>
                    </a:moveTo>
                    <a:lnTo>
                      <a:pt x="227" y="20"/>
                    </a:lnTo>
                    <a:lnTo>
                      <a:pt x="224" y="19"/>
                    </a:lnTo>
                    <a:lnTo>
                      <a:pt x="217" y="17"/>
                    </a:lnTo>
                    <a:lnTo>
                      <a:pt x="209" y="13"/>
                    </a:lnTo>
                    <a:lnTo>
                      <a:pt x="199" y="10"/>
                    </a:lnTo>
                    <a:lnTo>
                      <a:pt x="186" y="6"/>
                    </a:lnTo>
                    <a:lnTo>
                      <a:pt x="172" y="4"/>
                    </a:lnTo>
                    <a:lnTo>
                      <a:pt x="157" y="2"/>
                    </a:lnTo>
                    <a:lnTo>
                      <a:pt x="140" y="0"/>
                    </a:lnTo>
                    <a:lnTo>
                      <a:pt x="122" y="0"/>
                    </a:lnTo>
                    <a:lnTo>
                      <a:pt x="104" y="2"/>
                    </a:lnTo>
                    <a:lnTo>
                      <a:pt x="83" y="5"/>
                    </a:lnTo>
                    <a:lnTo>
                      <a:pt x="64" y="11"/>
                    </a:lnTo>
                    <a:lnTo>
                      <a:pt x="42" y="19"/>
                    </a:lnTo>
                    <a:lnTo>
                      <a:pt x="21" y="29"/>
                    </a:lnTo>
                    <a:lnTo>
                      <a:pt x="0" y="43"/>
                    </a:lnTo>
                    <a:lnTo>
                      <a:pt x="0" y="898"/>
                    </a:lnTo>
                    <a:lnTo>
                      <a:pt x="1" y="898"/>
                    </a:lnTo>
                    <a:lnTo>
                      <a:pt x="5" y="898"/>
                    </a:lnTo>
                    <a:lnTo>
                      <a:pt x="12" y="897"/>
                    </a:lnTo>
                    <a:lnTo>
                      <a:pt x="21" y="896"/>
                    </a:lnTo>
                    <a:lnTo>
                      <a:pt x="32" y="894"/>
                    </a:lnTo>
                    <a:lnTo>
                      <a:pt x="45" y="892"/>
                    </a:lnTo>
                    <a:lnTo>
                      <a:pt x="59" y="889"/>
                    </a:lnTo>
                    <a:lnTo>
                      <a:pt x="75" y="884"/>
                    </a:lnTo>
                    <a:lnTo>
                      <a:pt x="92" y="879"/>
                    </a:lnTo>
                    <a:lnTo>
                      <a:pt x="111" y="874"/>
                    </a:lnTo>
                    <a:lnTo>
                      <a:pt x="130" y="867"/>
                    </a:lnTo>
                    <a:lnTo>
                      <a:pt x="149" y="858"/>
                    </a:lnTo>
                    <a:lnTo>
                      <a:pt x="169" y="848"/>
                    </a:lnTo>
                    <a:lnTo>
                      <a:pt x="190" y="837"/>
                    </a:lnTo>
                    <a:lnTo>
                      <a:pt x="209" y="824"/>
                    </a:lnTo>
                    <a:lnTo>
                      <a:pt x="228" y="809"/>
                    </a:lnTo>
                    <a:lnTo>
                      <a:pt x="228" y="21"/>
                    </a:lnTo>
                    <a:close/>
                  </a:path>
                </a:pathLst>
              </a:custGeom>
              <a:solidFill>
                <a:schemeClr val="bg2">
                  <a:alpha val="100000"/>
                </a:schemeClr>
              </a:solidFill>
              <a:ln w="9525">
                <a:noFill/>
              </a:ln>
            </p:spPr>
            <p:txBody>
              <a:bodyPr/>
              <a:p>
                <a:endParaRPr lang="zh-CN" altLang="en-US"/>
              </a:p>
            </p:txBody>
          </p:sp>
          <p:sp>
            <p:nvSpPr>
              <p:cNvPr id="146202" name="Freeform 417"/>
              <p:cNvSpPr/>
              <p:nvPr/>
            </p:nvSpPr>
            <p:spPr>
              <a:xfrm>
                <a:off x="4801" y="1568"/>
                <a:ext cx="27" cy="104"/>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92" h="729">
                    <a:moveTo>
                      <a:pt x="192" y="17"/>
                    </a:moveTo>
                    <a:lnTo>
                      <a:pt x="191" y="17"/>
                    </a:lnTo>
                    <a:lnTo>
                      <a:pt x="187" y="15"/>
                    </a:lnTo>
                    <a:lnTo>
                      <a:pt x="183" y="12"/>
                    </a:lnTo>
                    <a:lnTo>
                      <a:pt x="176" y="10"/>
                    </a:lnTo>
                    <a:lnTo>
                      <a:pt x="167" y="8"/>
                    </a:lnTo>
                    <a:lnTo>
                      <a:pt x="156" y="4"/>
                    </a:lnTo>
                    <a:lnTo>
                      <a:pt x="145" y="2"/>
                    </a:lnTo>
                    <a:lnTo>
                      <a:pt x="132" y="0"/>
                    </a:lnTo>
                    <a:lnTo>
                      <a:pt x="117" y="0"/>
                    </a:lnTo>
                    <a:lnTo>
                      <a:pt x="102" y="0"/>
                    </a:lnTo>
                    <a:lnTo>
                      <a:pt x="86" y="1"/>
                    </a:lnTo>
                    <a:lnTo>
                      <a:pt x="70" y="3"/>
                    </a:lnTo>
                    <a:lnTo>
                      <a:pt x="53" y="8"/>
                    </a:lnTo>
                    <a:lnTo>
                      <a:pt x="35" y="15"/>
                    </a:lnTo>
                    <a:lnTo>
                      <a:pt x="18" y="24"/>
                    </a:lnTo>
                    <a:lnTo>
                      <a:pt x="0" y="35"/>
                    </a:lnTo>
                    <a:lnTo>
                      <a:pt x="0" y="729"/>
                    </a:lnTo>
                    <a:lnTo>
                      <a:pt x="1" y="729"/>
                    </a:lnTo>
                    <a:lnTo>
                      <a:pt x="4" y="729"/>
                    </a:lnTo>
                    <a:lnTo>
                      <a:pt x="10" y="728"/>
                    </a:lnTo>
                    <a:lnTo>
                      <a:pt x="18" y="727"/>
                    </a:lnTo>
                    <a:lnTo>
                      <a:pt x="27" y="726"/>
                    </a:lnTo>
                    <a:lnTo>
                      <a:pt x="37" y="725"/>
                    </a:lnTo>
                    <a:lnTo>
                      <a:pt x="50" y="721"/>
                    </a:lnTo>
                    <a:lnTo>
                      <a:pt x="64" y="719"/>
                    </a:lnTo>
                    <a:lnTo>
                      <a:pt x="77" y="714"/>
                    </a:lnTo>
                    <a:lnTo>
                      <a:pt x="92" y="710"/>
                    </a:lnTo>
                    <a:lnTo>
                      <a:pt x="108" y="704"/>
                    </a:lnTo>
                    <a:lnTo>
                      <a:pt x="125" y="697"/>
                    </a:lnTo>
                    <a:lnTo>
                      <a:pt x="141" y="689"/>
                    </a:lnTo>
                    <a:lnTo>
                      <a:pt x="159" y="680"/>
                    </a:lnTo>
                    <a:lnTo>
                      <a:pt x="176" y="668"/>
                    </a:lnTo>
                    <a:lnTo>
                      <a:pt x="192" y="657"/>
                    </a:lnTo>
                    <a:lnTo>
                      <a:pt x="192" y="17"/>
                    </a:lnTo>
                    <a:close/>
                  </a:path>
                </a:pathLst>
              </a:custGeom>
              <a:solidFill>
                <a:srgbClr val="DDDDDD">
                  <a:alpha val="100000"/>
                </a:srgbClr>
              </a:solidFill>
              <a:ln w="9525">
                <a:noFill/>
              </a:ln>
            </p:spPr>
            <p:txBody>
              <a:bodyPr/>
              <a:p>
                <a:endParaRPr lang="zh-CN" altLang="en-US"/>
              </a:p>
            </p:txBody>
          </p:sp>
          <p:sp>
            <p:nvSpPr>
              <p:cNvPr id="146203" name="Freeform 418"/>
              <p:cNvSpPr/>
              <p:nvPr/>
            </p:nvSpPr>
            <p:spPr>
              <a:xfrm>
                <a:off x="4802" y="1569"/>
                <a:ext cx="22" cy="8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56" h="564">
                    <a:moveTo>
                      <a:pt x="156" y="15"/>
                    </a:moveTo>
                    <a:lnTo>
                      <a:pt x="153" y="14"/>
                    </a:lnTo>
                    <a:lnTo>
                      <a:pt x="142" y="9"/>
                    </a:lnTo>
                    <a:lnTo>
                      <a:pt x="127" y="4"/>
                    </a:lnTo>
                    <a:lnTo>
                      <a:pt x="108" y="1"/>
                    </a:lnTo>
                    <a:lnTo>
                      <a:pt x="84" y="0"/>
                    </a:lnTo>
                    <a:lnTo>
                      <a:pt x="58" y="3"/>
                    </a:lnTo>
                    <a:lnTo>
                      <a:pt x="29" y="12"/>
                    </a:lnTo>
                    <a:lnTo>
                      <a:pt x="0" y="28"/>
                    </a:lnTo>
                    <a:lnTo>
                      <a:pt x="0" y="564"/>
                    </a:lnTo>
                    <a:lnTo>
                      <a:pt x="4" y="564"/>
                    </a:lnTo>
                    <a:lnTo>
                      <a:pt x="15" y="563"/>
                    </a:lnTo>
                    <a:lnTo>
                      <a:pt x="31" y="560"/>
                    </a:lnTo>
                    <a:lnTo>
                      <a:pt x="52" y="555"/>
                    </a:lnTo>
                    <a:lnTo>
                      <a:pt x="76" y="548"/>
                    </a:lnTo>
                    <a:lnTo>
                      <a:pt x="102" y="537"/>
                    </a:lnTo>
                    <a:lnTo>
                      <a:pt x="128" y="524"/>
                    </a:lnTo>
                    <a:lnTo>
                      <a:pt x="156" y="505"/>
                    </a:lnTo>
                    <a:lnTo>
                      <a:pt x="156" y="15"/>
                    </a:lnTo>
                    <a:close/>
                  </a:path>
                </a:pathLst>
              </a:custGeom>
              <a:solidFill>
                <a:schemeClr val="bg2">
                  <a:alpha val="100000"/>
                </a:schemeClr>
              </a:solidFill>
              <a:ln w="9525">
                <a:noFill/>
              </a:ln>
            </p:spPr>
            <p:txBody>
              <a:bodyPr/>
              <a:p>
                <a:endParaRPr lang="zh-CN" altLang="en-US"/>
              </a:p>
            </p:txBody>
          </p:sp>
          <p:sp>
            <p:nvSpPr>
              <p:cNvPr id="146204" name="Freeform 419"/>
              <p:cNvSpPr/>
              <p:nvPr/>
            </p:nvSpPr>
            <p:spPr>
              <a:xfrm>
                <a:off x="4803" y="1571"/>
                <a:ext cx="17" cy="5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7" h="396">
                    <a:moveTo>
                      <a:pt x="117" y="10"/>
                    </a:moveTo>
                    <a:lnTo>
                      <a:pt x="115" y="9"/>
                    </a:lnTo>
                    <a:lnTo>
                      <a:pt x="107" y="6"/>
                    </a:lnTo>
                    <a:lnTo>
                      <a:pt x="95" y="2"/>
                    </a:lnTo>
                    <a:lnTo>
                      <a:pt x="80" y="0"/>
                    </a:lnTo>
                    <a:lnTo>
                      <a:pt x="63" y="0"/>
                    </a:lnTo>
                    <a:lnTo>
                      <a:pt x="43" y="2"/>
                    </a:lnTo>
                    <a:lnTo>
                      <a:pt x="22" y="9"/>
                    </a:lnTo>
                    <a:lnTo>
                      <a:pt x="0" y="22"/>
                    </a:lnTo>
                    <a:lnTo>
                      <a:pt x="0" y="396"/>
                    </a:lnTo>
                    <a:lnTo>
                      <a:pt x="3" y="396"/>
                    </a:lnTo>
                    <a:lnTo>
                      <a:pt x="11" y="395"/>
                    </a:lnTo>
                    <a:lnTo>
                      <a:pt x="23" y="393"/>
                    </a:lnTo>
                    <a:lnTo>
                      <a:pt x="39" y="389"/>
                    </a:lnTo>
                    <a:lnTo>
                      <a:pt x="58" y="385"/>
                    </a:lnTo>
                    <a:lnTo>
                      <a:pt x="77" y="377"/>
                    </a:lnTo>
                    <a:lnTo>
                      <a:pt x="96" y="365"/>
                    </a:lnTo>
                    <a:lnTo>
                      <a:pt x="117" y="351"/>
                    </a:lnTo>
                    <a:lnTo>
                      <a:pt x="117" y="10"/>
                    </a:lnTo>
                    <a:close/>
                  </a:path>
                </a:pathLst>
              </a:custGeom>
              <a:solidFill>
                <a:schemeClr val="bg2">
                  <a:alpha val="100000"/>
                </a:schemeClr>
              </a:solidFill>
              <a:ln w="9525">
                <a:noFill/>
              </a:ln>
            </p:spPr>
            <p:txBody>
              <a:bodyPr/>
              <a:p>
                <a:endParaRPr lang="zh-CN" altLang="en-US"/>
              </a:p>
            </p:txBody>
          </p:sp>
          <p:sp>
            <p:nvSpPr>
              <p:cNvPr id="146205" name="Freeform 420"/>
              <p:cNvSpPr/>
              <p:nvPr/>
            </p:nvSpPr>
            <p:spPr>
              <a:xfrm>
                <a:off x="4804" y="1572"/>
                <a:ext cx="11" cy="33"/>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80" h="230">
                    <a:moveTo>
                      <a:pt x="80" y="7"/>
                    </a:moveTo>
                    <a:lnTo>
                      <a:pt x="78" y="6"/>
                    </a:lnTo>
                    <a:lnTo>
                      <a:pt x="73" y="5"/>
                    </a:lnTo>
                    <a:lnTo>
                      <a:pt x="65" y="2"/>
                    </a:lnTo>
                    <a:lnTo>
                      <a:pt x="55" y="0"/>
                    </a:lnTo>
                    <a:lnTo>
                      <a:pt x="44" y="0"/>
                    </a:lnTo>
                    <a:lnTo>
                      <a:pt x="30" y="1"/>
                    </a:lnTo>
                    <a:lnTo>
                      <a:pt x="15" y="7"/>
                    </a:lnTo>
                    <a:lnTo>
                      <a:pt x="0" y="15"/>
                    </a:lnTo>
                    <a:lnTo>
                      <a:pt x="0" y="230"/>
                    </a:lnTo>
                    <a:lnTo>
                      <a:pt x="3" y="230"/>
                    </a:lnTo>
                    <a:lnTo>
                      <a:pt x="7" y="229"/>
                    </a:lnTo>
                    <a:lnTo>
                      <a:pt x="16" y="228"/>
                    </a:lnTo>
                    <a:lnTo>
                      <a:pt x="27" y="225"/>
                    </a:lnTo>
                    <a:lnTo>
                      <a:pt x="39" y="222"/>
                    </a:lnTo>
                    <a:lnTo>
                      <a:pt x="53" y="216"/>
                    </a:lnTo>
                    <a:lnTo>
                      <a:pt x="67" y="208"/>
                    </a:lnTo>
                    <a:lnTo>
                      <a:pt x="80" y="199"/>
                    </a:lnTo>
                    <a:lnTo>
                      <a:pt x="80" y="7"/>
                    </a:lnTo>
                    <a:close/>
                  </a:path>
                </a:pathLst>
              </a:custGeom>
              <a:solidFill>
                <a:schemeClr val="bg2">
                  <a:alpha val="100000"/>
                </a:schemeClr>
              </a:solidFill>
              <a:ln w="9525">
                <a:noFill/>
              </a:ln>
            </p:spPr>
            <p:txBody>
              <a:bodyPr/>
              <a:p>
                <a:endParaRPr lang="zh-CN" altLang="en-US"/>
              </a:p>
            </p:txBody>
          </p:sp>
          <p:sp>
            <p:nvSpPr>
              <p:cNvPr id="146206" name="Freeform 421"/>
              <p:cNvSpPr/>
              <p:nvPr/>
            </p:nvSpPr>
            <p:spPr>
              <a:xfrm>
                <a:off x="4942" y="1666"/>
                <a:ext cx="16" cy="17"/>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7" h="117">
                    <a:moveTo>
                      <a:pt x="58" y="117"/>
                    </a:moveTo>
                    <a:lnTo>
                      <a:pt x="70" y="116"/>
                    </a:lnTo>
                    <a:lnTo>
                      <a:pt x="81" y="112"/>
                    </a:lnTo>
                    <a:lnTo>
                      <a:pt x="90" y="106"/>
                    </a:lnTo>
                    <a:lnTo>
                      <a:pt x="100" y="100"/>
                    </a:lnTo>
                    <a:lnTo>
                      <a:pt x="106" y="90"/>
                    </a:lnTo>
                    <a:lnTo>
                      <a:pt x="112" y="81"/>
                    </a:lnTo>
                    <a:lnTo>
                      <a:pt x="116" y="70"/>
                    </a:lnTo>
                    <a:lnTo>
                      <a:pt x="117" y="58"/>
                    </a:lnTo>
                    <a:lnTo>
                      <a:pt x="116" y="46"/>
                    </a:lnTo>
                    <a:lnTo>
                      <a:pt x="112" y="35"/>
                    </a:lnTo>
                    <a:lnTo>
                      <a:pt x="106" y="25"/>
                    </a:lnTo>
                    <a:lnTo>
                      <a:pt x="100" y="17"/>
                    </a:lnTo>
                    <a:lnTo>
                      <a:pt x="90" y="9"/>
                    </a:lnTo>
                    <a:lnTo>
                      <a:pt x="81" y="4"/>
                    </a:lnTo>
                    <a:lnTo>
                      <a:pt x="70" y="1"/>
                    </a:lnTo>
                    <a:lnTo>
                      <a:pt x="58" y="0"/>
                    </a:lnTo>
                    <a:lnTo>
                      <a:pt x="47" y="1"/>
                    </a:lnTo>
                    <a:lnTo>
                      <a:pt x="36" y="4"/>
                    </a:lnTo>
                    <a:lnTo>
                      <a:pt x="26" y="9"/>
                    </a:lnTo>
                    <a:lnTo>
                      <a:pt x="17" y="17"/>
                    </a:lnTo>
                    <a:lnTo>
                      <a:pt x="10" y="25"/>
                    </a:lnTo>
                    <a:lnTo>
                      <a:pt x="5" y="35"/>
                    </a:lnTo>
                    <a:lnTo>
                      <a:pt x="1" y="46"/>
                    </a:lnTo>
                    <a:lnTo>
                      <a:pt x="0" y="58"/>
                    </a:lnTo>
                    <a:lnTo>
                      <a:pt x="1" y="70"/>
                    </a:lnTo>
                    <a:lnTo>
                      <a:pt x="5" y="81"/>
                    </a:lnTo>
                    <a:lnTo>
                      <a:pt x="10" y="90"/>
                    </a:lnTo>
                    <a:lnTo>
                      <a:pt x="17" y="100"/>
                    </a:lnTo>
                    <a:lnTo>
                      <a:pt x="26" y="106"/>
                    </a:lnTo>
                    <a:lnTo>
                      <a:pt x="36" y="112"/>
                    </a:lnTo>
                    <a:lnTo>
                      <a:pt x="47" y="116"/>
                    </a:lnTo>
                    <a:lnTo>
                      <a:pt x="58" y="117"/>
                    </a:lnTo>
                    <a:close/>
                  </a:path>
                </a:pathLst>
              </a:custGeom>
              <a:solidFill>
                <a:schemeClr val="bg2">
                  <a:alpha val="100000"/>
                </a:schemeClr>
              </a:solidFill>
              <a:ln w="9525">
                <a:noFill/>
              </a:ln>
            </p:spPr>
            <p:txBody>
              <a:bodyPr/>
              <a:p>
                <a:endParaRPr lang="zh-CN" altLang="en-US"/>
              </a:p>
            </p:txBody>
          </p:sp>
          <p:sp>
            <p:nvSpPr>
              <p:cNvPr id="146207" name="Freeform 422"/>
              <p:cNvSpPr/>
              <p:nvPr/>
            </p:nvSpPr>
            <p:spPr>
              <a:xfrm>
                <a:off x="4890" y="1666"/>
                <a:ext cx="9" cy="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8" h="59">
                    <a:moveTo>
                      <a:pt x="29" y="59"/>
                    </a:moveTo>
                    <a:lnTo>
                      <a:pt x="40" y="56"/>
                    </a:lnTo>
                    <a:lnTo>
                      <a:pt x="50" y="49"/>
                    </a:lnTo>
                    <a:lnTo>
                      <a:pt x="56" y="40"/>
                    </a:lnTo>
                    <a:lnTo>
                      <a:pt x="58" y="29"/>
                    </a:lnTo>
                    <a:lnTo>
                      <a:pt x="56" y="17"/>
                    </a:lnTo>
                    <a:lnTo>
                      <a:pt x="50" y="8"/>
                    </a:lnTo>
                    <a:lnTo>
                      <a:pt x="40" y="2"/>
                    </a:lnTo>
                    <a:lnTo>
                      <a:pt x="29" y="0"/>
                    </a:lnTo>
                    <a:lnTo>
                      <a:pt x="17" y="2"/>
                    </a:lnTo>
                    <a:lnTo>
                      <a:pt x="8" y="8"/>
                    </a:lnTo>
                    <a:lnTo>
                      <a:pt x="2" y="17"/>
                    </a:lnTo>
                    <a:lnTo>
                      <a:pt x="0" y="29"/>
                    </a:lnTo>
                    <a:lnTo>
                      <a:pt x="2" y="40"/>
                    </a:lnTo>
                    <a:lnTo>
                      <a:pt x="8" y="49"/>
                    </a:lnTo>
                    <a:lnTo>
                      <a:pt x="17" y="56"/>
                    </a:lnTo>
                    <a:lnTo>
                      <a:pt x="29" y="59"/>
                    </a:lnTo>
                    <a:close/>
                  </a:path>
                </a:pathLst>
              </a:custGeom>
              <a:solidFill>
                <a:srgbClr val="FFFFFF">
                  <a:alpha val="100000"/>
                </a:srgbClr>
              </a:solidFill>
              <a:ln w="9525">
                <a:noFill/>
              </a:ln>
            </p:spPr>
            <p:txBody>
              <a:bodyPr/>
              <a:p>
                <a:endParaRPr lang="zh-CN" altLang="en-US"/>
              </a:p>
            </p:txBody>
          </p:sp>
          <p:sp>
            <p:nvSpPr>
              <p:cNvPr id="146208" name="Freeform 423"/>
              <p:cNvSpPr/>
              <p:nvPr/>
            </p:nvSpPr>
            <p:spPr>
              <a:xfrm>
                <a:off x="4905" y="1667"/>
                <a:ext cx="8" cy="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8" h="59">
                    <a:moveTo>
                      <a:pt x="29" y="59"/>
                    </a:moveTo>
                    <a:lnTo>
                      <a:pt x="41" y="57"/>
                    </a:lnTo>
                    <a:lnTo>
                      <a:pt x="50" y="51"/>
                    </a:lnTo>
                    <a:lnTo>
                      <a:pt x="56" y="42"/>
                    </a:lnTo>
                    <a:lnTo>
                      <a:pt x="58" y="30"/>
                    </a:lnTo>
                    <a:lnTo>
                      <a:pt x="56" y="19"/>
                    </a:lnTo>
                    <a:lnTo>
                      <a:pt x="50" y="9"/>
                    </a:lnTo>
                    <a:lnTo>
                      <a:pt x="41" y="3"/>
                    </a:lnTo>
                    <a:lnTo>
                      <a:pt x="29" y="0"/>
                    </a:lnTo>
                    <a:lnTo>
                      <a:pt x="18" y="3"/>
                    </a:lnTo>
                    <a:lnTo>
                      <a:pt x="9" y="9"/>
                    </a:lnTo>
                    <a:lnTo>
                      <a:pt x="2" y="19"/>
                    </a:lnTo>
                    <a:lnTo>
                      <a:pt x="0" y="30"/>
                    </a:lnTo>
                    <a:lnTo>
                      <a:pt x="2" y="42"/>
                    </a:lnTo>
                    <a:lnTo>
                      <a:pt x="9" y="51"/>
                    </a:lnTo>
                    <a:lnTo>
                      <a:pt x="18" y="57"/>
                    </a:lnTo>
                    <a:lnTo>
                      <a:pt x="29" y="59"/>
                    </a:lnTo>
                    <a:close/>
                  </a:path>
                </a:pathLst>
              </a:custGeom>
              <a:solidFill>
                <a:srgbClr val="FFFFFF">
                  <a:alpha val="100000"/>
                </a:srgbClr>
              </a:solidFill>
              <a:ln w="9525">
                <a:noFill/>
              </a:ln>
            </p:spPr>
            <p:txBody>
              <a:bodyPr/>
              <a:p>
                <a:endParaRPr lang="zh-CN" altLang="en-US"/>
              </a:p>
            </p:txBody>
          </p:sp>
          <p:sp>
            <p:nvSpPr>
              <p:cNvPr id="146209" name="Freeform 424"/>
              <p:cNvSpPr/>
              <p:nvPr/>
            </p:nvSpPr>
            <p:spPr>
              <a:xfrm>
                <a:off x="4849" y="1552"/>
                <a:ext cx="23" cy="114"/>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66" h="800">
                    <a:moveTo>
                      <a:pt x="52" y="16"/>
                    </a:moveTo>
                    <a:lnTo>
                      <a:pt x="47" y="32"/>
                    </a:lnTo>
                    <a:lnTo>
                      <a:pt x="36" y="77"/>
                    </a:lnTo>
                    <a:lnTo>
                      <a:pt x="21" y="148"/>
                    </a:lnTo>
                    <a:lnTo>
                      <a:pt x="8" y="244"/>
                    </a:lnTo>
                    <a:lnTo>
                      <a:pt x="0" y="359"/>
                    </a:lnTo>
                    <a:lnTo>
                      <a:pt x="2" y="492"/>
                    </a:lnTo>
                    <a:lnTo>
                      <a:pt x="15" y="640"/>
                    </a:lnTo>
                    <a:lnTo>
                      <a:pt x="46" y="800"/>
                    </a:lnTo>
                    <a:lnTo>
                      <a:pt x="161" y="794"/>
                    </a:lnTo>
                    <a:lnTo>
                      <a:pt x="156" y="770"/>
                    </a:lnTo>
                    <a:lnTo>
                      <a:pt x="145" y="706"/>
                    </a:lnTo>
                    <a:lnTo>
                      <a:pt x="131" y="610"/>
                    </a:lnTo>
                    <a:lnTo>
                      <a:pt x="118" y="493"/>
                    </a:lnTo>
                    <a:lnTo>
                      <a:pt x="111" y="364"/>
                    </a:lnTo>
                    <a:lnTo>
                      <a:pt x="115" y="235"/>
                    </a:lnTo>
                    <a:lnTo>
                      <a:pt x="132" y="113"/>
                    </a:lnTo>
                    <a:lnTo>
                      <a:pt x="166" y="9"/>
                    </a:lnTo>
                    <a:lnTo>
                      <a:pt x="166" y="8"/>
                    </a:lnTo>
                    <a:lnTo>
                      <a:pt x="166" y="6"/>
                    </a:lnTo>
                    <a:lnTo>
                      <a:pt x="164" y="4"/>
                    </a:lnTo>
                    <a:lnTo>
                      <a:pt x="157" y="0"/>
                    </a:lnTo>
                    <a:lnTo>
                      <a:pt x="143" y="0"/>
                    </a:lnTo>
                    <a:lnTo>
                      <a:pt x="123" y="1"/>
                    </a:lnTo>
                    <a:lnTo>
                      <a:pt x="93" y="7"/>
                    </a:lnTo>
                    <a:lnTo>
                      <a:pt x="52" y="16"/>
                    </a:lnTo>
                    <a:close/>
                  </a:path>
                </a:pathLst>
              </a:custGeom>
              <a:solidFill>
                <a:schemeClr val="bg2">
                  <a:alpha val="100000"/>
                </a:schemeClr>
              </a:solidFill>
              <a:ln w="9525">
                <a:noFill/>
              </a:ln>
            </p:spPr>
            <p:txBody>
              <a:bodyPr/>
              <a:p>
                <a:endParaRPr lang="zh-CN" altLang="en-US"/>
              </a:p>
            </p:txBody>
          </p:sp>
          <p:sp>
            <p:nvSpPr>
              <p:cNvPr id="146210" name="Freeform 425"/>
              <p:cNvSpPr/>
              <p:nvPr/>
            </p:nvSpPr>
            <p:spPr>
              <a:xfrm>
                <a:off x="4971" y="1538"/>
                <a:ext cx="32" cy="12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25" h="893">
                    <a:moveTo>
                      <a:pt x="225" y="6"/>
                    </a:moveTo>
                    <a:lnTo>
                      <a:pt x="219" y="12"/>
                    </a:lnTo>
                    <a:lnTo>
                      <a:pt x="204" y="35"/>
                    </a:lnTo>
                    <a:lnTo>
                      <a:pt x="185" y="82"/>
                    </a:lnTo>
                    <a:lnTo>
                      <a:pt x="165" y="158"/>
                    </a:lnTo>
                    <a:lnTo>
                      <a:pt x="149" y="270"/>
                    </a:lnTo>
                    <a:lnTo>
                      <a:pt x="141" y="427"/>
                    </a:lnTo>
                    <a:lnTo>
                      <a:pt x="146" y="631"/>
                    </a:lnTo>
                    <a:lnTo>
                      <a:pt x="168" y="893"/>
                    </a:lnTo>
                    <a:lnTo>
                      <a:pt x="41" y="893"/>
                    </a:lnTo>
                    <a:lnTo>
                      <a:pt x="36" y="867"/>
                    </a:lnTo>
                    <a:lnTo>
                      <a:pt x="26" y="794"/>
                    </a:lnTo>
                    <a:lnTo>
                      <a:pt x="13" y="686"/>
                    </a:lnTo>
                    <a:lnTo>
                      <a:pt x="3" y="554"/>
                    </a:lnTo>
                    <a:lnTo>
                      <a:pt x="0" y="408"/>
                    </a:lnTo>
                    <a:lnTo>
                      <a:pt x="6" y="260"/>
                    </a:lnTo>
                    <a:lnTo>
                      <a:pt x="30" y="121"/>
                    </a:lnTo>
                    <a:lnTo>
                      <a:pt x="73" y="0"/>
                    </a:lnTo>
                    <a:lnTo>
                      <a:pt x="225" y="6"/>
                    </a:lnTo>
                    <a:close/>
                  </a:path>
                </a:pathLst>
              </a:custGeom>
              <a:solidFill>
                <a:schemeClr val="bg2">
                  <a:alpha val="100000"/>
                </a:schemeClr>
              </a:solidFill>
              <a:ln w="9525">
                <a:noFill/>
              </a:ln>
            </p:spPr>
            <p:txBody>
              <a:bodyPr/>
              <a:p>
                <a:endParaRPr lang="zh-CN" altLang="en-US"/>
              </a:p>
            </p:txBody>
          </p:sp>
          <p:sp>
            <p:nvSpPr>
              <p:cNvPr id="146211" name="Freeform 426"/>
              <p:cNvSpPr/>
              <p:nvPr/>
            </p:nvSpPr>
            <p:spPr>
              <a:xfrm>
                <a:off x="4849" y="1559"/>
                <a:ext cx="21" cy="10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45" h="699">
                    <a:moveTo>
                      <a:pt x="46" y="14"/>
                    </a:moveTo>
                    <a:lnTo>
                      <a:pt x="41" y="28"/>
                    </a:lnTo>
                    <a:lnTo>
                      <a:pt x="32" y="67"/>
                    </a:lnTo>
                    <a:lnTo>
                      <a:pt x="20" y="130"/>
                    </a:lnTo>
                    <a:lnTo>
                      <a:pt x="7" y="213"/>
                    </a:lnTo>
                    <a:lnTo>
                      <a:pt x="0" y="314"/>
                    </a:lnTo>
                    <a:lnTo>
                      <a:pt x="1" y="430"/>
                    </a:lnTo>
                    <a:lnTo>
                      <a:pt x="13" y="559"/>
                    </a:lnTo>
                    <a:lnTo>
                      <a:pt x="40" y="699"/>
                    </a:lnTo>
                    <a:lnTo>
                      <a:pt x="140" y="693"/>
                    </a:lnTo>
                    <a:lnTo>
                      <a:pt x="135" y="672"/>
                    </a:lnTo>
                    <a:lnTo>
                      <a:pt x="126" y="616"/>
                    </a:lnTo>
                    <a:lnTo>
                      <a:pt x="113" y="532"/>
                    </a:lnTo>
                    <a:lnTo>
                      <a:pt x="103" y="430"/>
                    </a:lnTo>
                    <a:lnTo>
                      <a:pt x="97" y="317"/>
                    </a:lnTo>
                    <a:lnTo>
                      <a:pt x="100" y="205"/>
                    </a:lnTo>
                    <a:lnTo>
                      <a:pt x="115" y="98"/>
                    </a:lnTo>
                    <a:lnTo>
                      <a:pt x="145" y="8"/>
                    </a:lnTo>
                    <a:lnTo>
                      <a:pt x="145" y="7"/>
                    </a:lnTo>
                    <a:lnTo>
                      <a:pt x="145" y="5"/>
                    </a:lnTo>
                    <a:lnTo>
                      <a:pt x="143" y="3"/>
                    </a:lnTo>
                    <a:lnTo>
                      <a:pt x="137" y="0"/>
                    </a:lnTo>
                    <a:lnTo>
                      <a:pt x="126" y="0"/>
                    </a:lnTo>
                    <a:lnTo>
                      <a:pt x="108" y="1"/>
                    </a:lnTo>
                    <a:lnTo>
                      <a:pt x="81" y="6"/>
                    </a:lnTo>
                    <a:lnTo>
                      <a:pt x="46" y="14"/>
                    </a:lnTo>
                    <a:close/>
                  </a:path>
                </a:pathLst>
              </a:custGeom>
              <a:solidFill>
                <a:schemeClr val="bg2">
                  <a:alpha val="100000"/>
                </a:schemeClr>
              </a:solidFill>
              <a:ln w="9525">
                <a:noFill/>
              </a:ln>
            </p:spPr>
            <p:txBody>
              <a:bodyPr/>
              <a:p>
                <a:endParaRPr lang="zh-CN" altLang="en-US"/>
              </a:p>
            </p:txBody>
          </p:sp>
          <p:sp>
            <p:nvSpPr>
              <p:cNvPr id="146212" name="Freeform 427"/>
              <p:cNvSpPr/>
              <p:nvPr/>
            </p:nvSpPr>
            <p:spPr>
              <a:xfrm>
                <a:off x="4850" y="1566"/>
                <a:ext cx="18" cy="85"/>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23" h="597">
                    <a:moveTo>
                      <a:pt x="39" y="12"/>
                    </a:moveTo>
                    <a:lnTo>
                      <a:pt x="35" y="23"/>
                    </a:lnTo>
                    <a:lnTo>
                      <a:pt x="26" y="57"/>
                    </a:lnTo>
                    <a:lnTo>
                      <a:pt x="16" y="111"/>
                    </a:lnTo>
                    <a:lnTo>
                      <a:pt x="6" y="181"/>
                    </a:lnTo>
                    <a:lnTo>
                      <a:pt x="0" y="267"/>
                    </a:lnTo>
                    <a:lnTo>
                      <a:pt x="1" y="367"/>
                    </a:lnTo>
                    <a:lnTo>
                      <a:pt x="11" y="477"/>
                    </a:lnTo>
                    <a:lnTo>
                      <a:pt x="34" y="597"/>
                    </a:lnTo>
                    <a:lnTo>
                      <a:pt x="119" y="591"/>
                    </a:lnTo>
                    <a:lnTo>
                      <a:pt x="115" y="574"/>
                    </a:lnTo>
                    <a:lnTo>
                      <a:pt x="107" y="526"/>
                    </a:lnTo>
                    <a:lnTo>
                      <a:pt x="97" y="454"/>
                    </a:lnTo>
                    <a:lnTo>
                      <a:pt x="88" y="367"/>
                    </a:lnTo>
                    <a:lnTo>
                      <a:pt x="82" y="272"/>
                    </a:lnTo>
                    <a:lnTo>
                      <a:pt x="84" y="175"/>
                    </a:lnTo>
                    <a:lnTo>
                      <a:pt x="97" y="84"/>
                    </a:lnTo>
                    <a:lnTo>
                      <a:pt x="123" y="7"/>
                    </a:lnTo>
                    <a:lnTo>
                      <a:pt x="123" y="6"/>
                    </a:lnTo>
                    <a:lnTo>
                      <a:pt x="123" y="5"/>
                    </a:lnTo>
                    <a:lnTo>
                      <a:pt x="121" y="3"/>
                    </a:lnTo>
                    <a:lnTo>
                      <a:pt x="117" y="0"/>
                    </a:lnTo>
                    <a:lnTo>
                      <a:pt x="106" y="0"/>
                    </a:lnTo>
                    <a:lnTo>
                      <a:pt x="91" y="2"/>
                    </a:lnTo>
                    <a:lnTo>
                      <a:pt x="70" y="5"/>
                    </a:lnTo>
                    <a:lnTo>
                      <a:pt x="39" y="12"/>
                    </a:lnTo>
                    <a:close/>
                  </a:path>
                </a:pathLst>
              </a:custGeom>
              <a:solidFill>
                <a:schemeClr val="bg2">
                  <a:alpha val="100000"/>
                </a:schemeClr>
              </a:solidFill>
              <a:ln w="9525">
                <a:noFill/>
              </a:ln>
            </p:spPr>
            <p:txBody>
              <a:bodyPr/>
              <a:p>
                <a:endParaRPr lang="zh-CN" altLang="en-US"/>
              </a:p>
            </p:txBody>
          </p:sp>
          <p:sp>
            <p:nvSpPr>
              <p:cNvPr id="146213" name="Freeform 428"/>
              <p:cNvSpPr/>
              <p:nvPr/>
            </p:nvSpPr>
            <p:spPr>
              <a:xfrm>
                <a:off x="4851" y="1572"/>
                <a:ext cx="15" cy="7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03" h="492">
                    <a:moveTo>
                      <a:pt x="32" y="9"/>
                    </a:moveTo>
                    <a:lnTo>
                      <a:pt x="28" y="18"/>
                    </a:lnTo>
                    <a:lnTo>
                      <a:pt x="21" y="47"/>
                    </a:lnTo>
                    <a:lnTo>
                      <a:pt x="12" y="90"/>
                    </a:lnTo>
                    <a:lnTo>
                      <a:pt x="4" y="149"/>
                    </a:lnTo>
                    <a:lnTo>
                      <a:pt x="0" y="220"/>
                    </a:lnTo>
                    <a:lnTo>
                      <a:pt x="0" y="303"/>
                    </a:lnTo>
                    <a:lnTo>
                      <a:pt x="9" y="394"/>
                    </a:lnTo>
                    <a:lnTo>
                      <a:pt x="27" y="492"/>
                    </a:lnTo>
                    <a:lnTo>
                      <a:pt x="98" y="489"/>
                    </a:lnTo>
                    <a:lnTo>
                      <a:pt x="95" y="474"/>
                    </a:lnTo>
                    <a:lnTo>
                      <a:pt x="88" y="434"/>
                    </a:lnTo>
                    <a:lnTo>
                      <a:pt x="80" y="375"/>
                    </a:lnTo>
                    <a:lnTo>
                      <a:pt x="72" y="303"/>
                    </a:lnTo>
                    <a:lnTo>
                      <a:pt x="68" y="224"/>
                    </a:lnTo>
                    <a:lnTo>
                      <a:pt x="70" y="144"/>
                    </a:lnTo>
                    <a:lnTo>
                      <a:pt x="81" y="68"/>
                    </a:lnTo>
                    <a:lnTo>
                      <a:pt x="103" y="5"/>
                    </a:lnTo>
                    <a:lnTo>
                      <a:pt x="103" y="4"/>
                    </a:lnTo>
                    <a:lnTo>
                      <a:pt x="103" y="3"/>
                    </a:lnTo>
                    <a:lnTo>
                      <a:pt x="100" y="1"/>
                    </a:lnTo>
                    <a:lnTo>
                      <a:pt x="97" y="0"/>
                    </a:lnTo>
                    <a:lnTo>
                      <a:pt x="89" y="0"/>
                    </a:lnTo>
                    <a:lnTo>
                      <a:pt x="75" y="0"/>
                    </a:lnTo>
                    <a:lnTo>
                      <a:pt x="57" y="3"/>
                    </a:lnTo>
                    <a:lnTo>
                      <a:pt x="32" y="9"/>
                    </a:lnTo>
                    <a:close/>
                  </a:path>
                </a:pathLst>
              </a:custGeom>
              <a:solidFill>
                <a:schemeClr val="bg2">
                  <a:alpha val="100000"/>
                </a:schemeClr>
              </a:solidFill>
              <a:ln w="9525">
                <a:noFill/>
              </a:ln>
            </p:spPr>
            <p:txBody>
              <a:bodyPr/>
              <a:p>
                <a:endParaRPr lang="zh-CN" altLang="en-US"/>
              </a:p>
            </p:txBody>
          </p:sp>
          <p:sp>
            <p:nvSpPr>
              <p:cNvPr id="146214" name="Freeform 429"/>
              <p:cNvSpPr/>
              <p:nvPr/>
            </p:nvSpPr>
            <p:spPr>
              <a:xfrm>
                <a:off x="4852" y="1579"/>
                <a:ext cx="12" cy="5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82" h="390">
                    <a:moveTo>
                      <a:pt x="25" y="8"/>
                    </a:moveTo>
                    <a:lnTo>
                      <a:pt x="23" y="16"/>
                    </a:lnTo>
                    <a:lnTo>
                      <a:pt x="17" y="38"/>
                    </a:lnTo>
                    <a:lnTo>
                      <a:pt x="11" y="72"/>
                    </a:lnTo>
                    <a:lnTo>
                      <a:pt x="4" y="118"/>
                    </a:lnTo>
                    <a:lnTo>
                      <a:pt x="0" y="174"/>
                    </a:lnTo>
                    <a:lnTo>
                      <a:pt x="0" y="240"/>
                    </a:lnTo>
                    <a:lnTo>
                      <a:pt x="7" y="312"/>
                    </a:lnTo>
                    <a:lnTo>
                      <a:pt x="22" y="390"/>
                    </a:lnTo>
                    <a:lnTo>
                      <a:pt x="78" y="387"/>
                    </a:lnTo>
                    <a:lnTo>
                      <a:pt x="76" y="375"/>
                    </a:lnTo>
                    <a:lnTo>
                      <a:pt x="70" y="343"/>
                    </a:lnTo>
                    <a:lnTo>
                      <a:pt x="63" y="297"/>
                    </a:lnTo>
                    <a:lnTo>
                      <a:pt x="57" y="240"/>
                    </a:lnTo>
                    <a:lnTo>
                      <a:pt x="54" y="178"/>
                    </a:lnTo>
                    <a:lnTo>
                      <a:pt x="56" y="113"/>
                    </a:lnTo>
                    <a:lnTo>
                      <a:pt x="64" y="55"/>
                    </a:lnTo>
                    <a:lnTo>
                      <a:pt x="82" y="4"/>
                    </a:lnTo>
                    <a:lnTo>
                      <a:pt x="82" y="2"/>
                    </a:lnTo>
                    <a:lnTo>
                      <a:pt x="80" y="1"/>
                    </a:lnTo>
                    <a:lnTo>
                      <a:pt x="77" y="0"/>
                    </a:lnTo>
                    <a:lnTo>
                      <a:pt x="70" y="0"/>
                    </a:lnTo>
                    <a:lnTo>
                      <a:pt x="60" y="1"/>
                    </a:lnTo>
                    <a:lnTo>
                      <a:pt x="46" y="3"/>
                    </a:lnTo>
                    <a:lnTo>
                      <a:pt x="25" y="8"/>
                    </a:lnTo>
                    <a:close/>
                  </a:path>
                </a:pathLst>
              </a:custGeom>
              <a:solidFill>
                <a:schemeClr val="bg2">
                  <a:alpha val="100000"/>
                </a:schemeClr>
              </a:solidFill>
              <a:ln w="9525">
                <a:noFill/>
              </a:ln>
            </p:spPr>
            <p:txBody>
              <a:bodyPr/>
              <a:p>
                <a:endParaRPr lang="zh-CN" altLang="en-US"/>
              </a:p>
            </p:txBody>
          </p:sp>
          <p:sp>
            <p:nvSpPr>
              <p:cNvPr id="146215" name="Freeform 430"/>
              <p:cNvSpPr/>
              <p:nvPr/>
            </p:nvSpPr>
            <p:spPr>
              <a:xfrm>
                <a:off x="4853" y="1586"/>
                <a:ext cx="8" cy="4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9" h="288">
                    <a:moveTo>
                      <a:pt x="18" y="6"/>
                    </a:moveTo>
                    <a:lnTo>
                      <a:pt x="17" y="11"/>
                    </a:lnTo>
                    <a:lnTo>
                      <a:pt x="13" y="27"/>
                    </a:lnTo>
                    <a:lnTo>
                      <a:pt x="7" y="53"/>
                    </a:lnTo>
                    <a:lnTo>
                      <a:pt x="2" y="87"/>
                    </a:lnTo>
                    <a:lnTo>
                      <a:pt x="0" y="130"/>
                    </a:lnTo>
                    <a:lnTo>
                      <a:pt x="0" y="177"/>
                    </a:lnTo>
                    <a:lnTo>
                      <a:pt x="5" y="231"/>
                    </a:lnTo>
                    <a:lnTo>
                      <a:pt x="16" y="288"/>
                    </a:lnTo>
                    <a:lnTo>
                      <a:pt x="57" y="286"/>
                    </a:lnTo>
                    <a:lnTo>
                      <a:pt x="56" y="278"/>
                    </a:lnTo>
                    <a:lnTo>
                      <a:pt x="51" y="254"/>
                    </a:lnTo>
                    <a:lnTo>
                      <a:pt x="47" y="219"/>
                    </a:lnTo>
                    <a:lnTo>
                      <a:pt x="42" y="177"/>
                    </a:lnTo>
                    <a:lnTo>
                      <a:pt x="40" y="131"/>
                    </a:lnTo>
                    <a:lnTo>
                      <a:pt x="41" y="84"/>
                    </a:lnTo>
                    <a:lnTo>
                      <a:pt x="47" y="40"/>
                    </a:lnTo>
                    <a:lnTo>
                      <a:pt x="59" y="3"/>
                    </a:lnTo>
                    <a:lnTo>
                      <a:pt x="59" y="2"/>
                    </a:lnTo>
                    <a:lnTo>
                      <a:pt x="58" y="1"/>
                    </a:lnTo>
                    <a:lnTo>
                      <a:pt x="56" y="0"/>
                    </a:lnTo>
                    <a:lnTo>
                      <a:pt x="51" y="0"/>
                    </a:lnTo>
                    <a:lnTo>
                      <a:pt x="45" y="0"/>
                    </a:lnTo>
                    <a:lnTo>
                      <a:pt x="33" y="2"/>
                    </a:lnTo>
                    <a:lnTo>
                      <a:pt x="18" y="6"/>
                    </a:lnTo>
                    <a:close/>
                  </a:path>
                </a:pathLst>
              </a:custGeom>
              <a:solidFill>
                <a:schemeClr val="bg2">
                  <a:alpha val="100000"/>
                </a:schemeClr>
              </a:solidFill>
              <a:ln w="9525">
                <a:noFill/>
              </a:ln>
            </p:spPr>
            <p:txBody>
              <a:bodyPr/>
              <a:p>
                <a:endParaRPr lang="zh-CN" altLang="en-US"/>
              </a:p>
            </p:txBody>
          </p:sp>
          <p:sp>
            <p:nvSpPr>
              <p:cNvPr id="146216" name="Freeform 431"/>
              <p:cNvSpPr/>
              <p:nvPr/>
            </p:nvSpPr>
            <p:spPr>
              <a:xfrm>
                <a:off x="4972" y="1546"/>
                <a:ext cx="28" cy="11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98" h="779">
                    <a:moveTo>
                      <a:pt x="198" y="6"/>
                    </a:moveTo>
                    <a:lnTo>
                      <a:pt x="194" y="12"/>
                    </a:lnTo>
                    <a:lnTo>
                      <a:pt x="180" y="31"/>
                    </a:lnTo>
                    <a:lnTo>
                      <a:pt x="163" y="72"/>
                    </a:lnTo>
                    <a:lnTo>
                      <a:pt x="146" y="138"/>
                    </a:lnTo>
                    <a:lnTo>
                      <a:pt x="132" y="236"/>
                    </a:lnTo>
                    <a:lnTo>
                      <a:pt x="125" y="373"/>
                    </a:lnTo>
                    <a:lnTo>
                      <a:pt x="130" y="551"/>
                    </a:lnTo>
                    <a:lnTo>
                      <a:pt x="148" y="779"/>
                    </a:lnTo>
                    <a:lnTo>
                      <a:pt x="37" y="779"/>
                    </a:lnTo>
                    <a:lnTo>
                      <a:pt x="34" y="756"/>
                    </a:lnTo>
                    <a:lnTo>
                      <a:pt x="23" y="693"/>
                    </a:lnTo>
                    <a:lnTo>
                      <a:pt x="13" y="599"/>
                    </a:lnTo>
                    <a:lnTo>
                      <a:pt x="4" y="483"/>
                    </a:lnTo>
                    <a:lnTo>
                      <a:pt x="0" y="357"/>
                    </a:lnTo>
                    <a:lnTo>
                      <a:pt x="7" y="227"/>
                    </a:lnTo>
                    <a:lnTo>
                      <a:pt x="27" y="105"/>
                    </a:lnTo>
                    <a:lnTo>
                      <a:pt x="65" y="0"/>
                    </a:lnTo>
                    <a:lnTo>
                      <a:pt x="198" y="6"/>
                    </a:lnTo>
                    <a:close/>
                  </a:path>
                </a:pathLst>
              </a:custGeom>
              <a:solidFill>
                <a:schemeClr val="bg2">
                  <a:alpha val="100000"/>
                </a:schemeClr>
              </a:solidFill>
              <a:ln w="9525">
                <a:noFill/>
              </a:ln>
            </p:spPr>
            <p:txBody>
              <a:bodyPr/>
              <a:p>
                <a:endParaRPr lang="zh-CN" altLang="en-US"/>
              </a:p>
            </p:txBody>
          </p:sp>
          <p:sp>
            <p:nvSpPr>
              <p:cNvPr id="146217" name="Freeform 432"/>
              <p:cNvSpPr/>
              <p:nvPr/>
            </p:nvSpPr>
            <p:spPr>
              <a:xfrm>
                <a:off x="4973" y="1553"/>
                <a:ext cx="24" cy="9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69" h="666">
                    <a:moveTo>
                      <a:pt x="169" y="5"/>
                    </a:moveTo>
                    <a:lnTo>
                      <a:pt x="164" y="10"/>
                    </a:lnTo>
                    <a:lnTo>
                      <a:pt x="154" y="27"/>
                    </a:lnTo>
                    <a:lnTo>
                      <a:pt x="139" y="61"/>
                    </a:lnTo>
                    <a:lnTo>
                      <a:pt x="124" y="118"/>
                    </a:lnTo>
                    <a:lnTo>
                      <a:pt x="113" y="201"/>
                    </a:lnTo>
                    <a:lnTo>
                      <a:pt x="107" y="318"/>
                    </a:lnTo>
                    <a:lnTo>
                      <a:pt x="110" y="470"/>
                    </a:lnTo>
                    <a:lnTo>
                      <a:pt x="126" y="666"/>
                    </a:lnTo>
                    <a:lnTo>
                      <a:pt x="31" y="666"/>
                    </a:lnTo>
                    <a:lnTo>
                      <a:pt x="28" y="646"/>
                    </a:lnTo>
                    <a:lnTo>
                      <a:pt x="20" y="592"/>
                    </a:lnTo>
                    <a:lnTo>
                      <a:pt x="11" y="512"/>
                    </a:lnTo>
                    <a:lnTo>
                      <a:pt x="3" y="413"/>
                    </a:lnTo>
                    <a:lnTo>
                      <a:pt x="0" y="305"/>
                    </a:lnTo>
                    <a:lnTo>
                      <a:pt x="6" y="195"/>
                    </a:lnTo>
                    <a:lnTo>
                      <a:pt x="23" y="90"/>
                    </a:lnTo>
                    <a:lnTo>
                      <a:pt x="55" y="0"/>
                    </a:lnTo>
                    <a:lnTo>
                      <a:pt x="169" y="5"/>
                    </a:lnTo>
                    <a:close/>
                  </a:path>
                </a:pathLst>
              </a:custGeom>
              <a:solidFill>
                <a:schemeClr val="bg2">
                  <a:alpha val="100000"/>
                </a:schemeClr>
              </a:solidFill>
              <a:ln w="9525">
                <a:noFill/>
              </a:ln>
            </p:spPr>
            <p:txBody>
              <a:bodyPr/>
              <a:p>
                <a:endParaRPr lang="zh-CN" altLang="en-US"/>
              </a:p>
            </p:txBody>
          </p:sp>
          <p:sp>
            <p:nvSpPr>
              <p:cNvPr id="146218" name="Freeform 433"/>
              <p:cNvSpPr/>
              <p:nvPr/>
            </p:nvSpPr>
            <p:spPr>
              <a:xfrm>
                <a:off x="4974" y="1561"/>
                <a:ext cx="20" cy="7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40" h="551">
                    <a:moveTo>
                      <a:pt x="140" y="5"/>
                    </a:moveTo>
                    <a:lnTo>
                      <a:pt x="136" y="8"/>
                    </a:lnTo>
                    <a:lnTo>
                      <a:pt x="127" y="23"/>
                    </a:lnTo>
                    <a:lnTo>
                      <a:pt x="116" y="51"/>
                    </a:lnTo>
                    <a:lnTo>
                      <a:pt x="103" y="98"/>
                    </a:lnTo>
                    <a:lnTo>
                      <a:pt x="94" y="167"/>
                    </a:lnTo>
                    <a:lnTo>
                      <a:pt x="90" y="264"/>
                    </a:lnTo>
                    <a:lnTo>
                      <a:pt x="92" y="390"/>
                    </a:lnTo>
                    <a:lnTo>
                      <a:pt x="106" y="551"/>
                    </a:lnTo>
                    <a:lnTo>
                      <a:pt x="27" y="551"/>
                    </a:lnTo>
                    <a:lnTo>
                      <a:pt x="24" y="535"/>
                    </a:lnTo>
                    <a:lnTo>
                      <a:pt x="17" y="490"/>
                    </a:lnTo>
                    <a:lnTo>
                      <a:pt x="9" y="423"/>
                    </a:lnTo>
                    <a:lnTo>
                      <a:pt x="3" y="342"/>
                    </a:lnTo>
                    <a:lnTo>
                      <a:pt x="0" y="252"/>
                    </a:lnTo>
                    <a:lnTo>
                      <a:pt x="5" y="161"/>
                    </a:lnTo>
                    <a:lnTo>
                      <a:pt x="20" y="75"/>
                    </a:lnTo>
                    <a:lnTo>
                      <a:pt x="46" y="0"/>
                    </a:lnTo>
                    <a:lnTo>
                      <a:pt x="140" y="5"/>
                    </a:lnTo>
                    <a:close/>
                  </a:path>
                </a:pathLst>
              </a:custGeom>
              <a:solidFill>
                <a:schemeClr val="bg2">
                  <a:alpha val="100000"/>
                </a:schemeClr>
              </a:solidFill>
              <a:ln w="9525">
                <a:noFill/>
              </a:ln>
            </p:spPr>
            <p:txBody>
              <a:bodyPr/>
              <a:p>
                <a:endParaRPr lang="zh-CN" altLang="en-US"/>
              </a:p>
            </p:txBody>
          </p:sp>
          <p:sp>
            <p:nvSpPr>
              <p:cNvPr id="146219" name="Freeform 434"/>
              <p:cNvSpPr/>
              <p:nvPr/>
            </p:nvSpPr>
            <p:spPr>
              <a:xfrm>
                <a:off x="4975" y="1569"/>
                <a:ext cx="16" cy="62"/>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1" h="437">
                    <a:moveTo>
                      <a:pt x="111" y="4"/>
                    </a:moveTo>
                    <a:lnTo>
                      <a:pt x="108" y="7"/>
                    </a:lnTo>
                    <a:lnTo>
                      <a:pt x="101" y="18"/>
                    </a:lnTo>
                    <a:lnTo>
                      <a:pt x="92" y="41"/>
                    </a:lnTo>
                    <a:lnTo>
                      <a:pt x="82" y="77"/>
                    </a:lnTo>
                    <a:lnTo>
                      <a:pt x="75" y="133"/>
                    </a:lnTo>
                    <a:lnTo>
                      <a:pt x="70" y="208"/>
                    </a:lnTo>
                    <a:lnTo>
                      <a:pt x="72" y="309"/>
                    </a:lnTo>
                    <a:lnTo>
                      <a:pt x="83" y="437"/>
                    </a:lnTo>
                    <a:lnTo>
                      <a:pt x="21" y="437"/>
                    </a:lnTo>
                    <a:lnTo>
                      <a:pt x="19" y="424"/>
                    </a:lnTo>
                    <a:lnTo>
                      <a:pt x="13" y="389"/>
                    </a:lnTo>
                    <a:lnTo>
                      <a:pt x="7" y="336"/>
                    </a:lnTo>
                    <a:lnTo>
                      <a:pt x="3" y="272"/>
                    </a:lnTo>
                    <a:lnTo>
                      <a:pt x="0" y="200"/>
                    </a:lnTo>
                    <a:lnTo>
                      <a:pt x="5" y="128"/>
                    </a:lnTo>
                    <a:lnTo>
                      <a:pt x="16" y="59"/>
                    </a:lnTo>
                    <a:lnTo>
                      <a:pt x="37" y="0"/>
                    </a:lnTo>
                    <a:lnTo>
                      <a:pt x="111" y="4"/>
                    </a:lnTo>
                    <a:close/>
                  </a:path>
                </a:pathLst>
              </a:custGeom>
              <a:solidFill>
                <a:schemeClr val="bg2">
                  <a:alpha val="100000"/>
                </a:schemeClr>
              </a:solidFill>
              <a:ln w="9525">
                <a:noFill/>
              </a:ln>
            </p:spPr>
            <p:txBody>
              <a:bodyPr/>
              <a:p>
                <a:endParaRPr lang="zh-CN" altLang="en-US"/>
              </a:p>
            </p:txBody>
          </p:sp>
          <p:sp>
            <p:nvSpPr>
              <p:cNvPr id="146220" name="Freeform 435"/>
              <p:cNvSpPr/>
              <p:nvPr/>
            </p:nvSpPr>
            <p:spPr>
              <a:xfrm>
                <a:off x="4976" y="1577"/>
                <a:ext cx="12" cy="4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82" h="322">
                    <a:moveTo>
                      <a:pt x="82" y="3"/>
                    </a:moveTo>
                    <a:lnTo>
                      <a:pt x="79" y="5"/>
                    </a:lnTo>
                    <a:lnTo>
                      <a:pt x="75" y="13"/>
                    </a:lnTo>
                    <a:lnTo>
                      <a:pt x="67" y="30"/>
                    </a:lnTo>
                    <a:lnTo>
                      <a:pt x="60" y="57"/>
                    </a:lnTo>
                    <a:lnTo>
                      <a:pt x="54" y="98"/>
                    </a:lnTo>
                    <a:lnTo>
                      <a:pt x="52" y="154"/>
                    </a:lnTo>
                    <a:lnTo>
                      <a:pt x="53" y="228"/>
                    </a:lnTo>
                    <a:lnTo>
                      <a:pt x="61" y="322"/>
                    </a:lnTo>
                    <a:lnTo>
                      <a:pt x="15" y="322"/>
                    </a:lnTo>
                    <a:lnTo>
                      <a:pt x="14" y="313"/>
                    </a:lnTo>
                    <a:lnTo>
                      <a:pt x="9" y="287"/>
                    </a:lnTo>
                    <a:lnTo>
                      <a:pt x="5" y="247"/>
                    </a:lnTo>
                    <a:lnTo>
                      <a:pt x="1" y="200"/>
                    </a:lnTo>
                    <a:lnTo>
                      <a:pt x="0" y="147"/>
                    </a:lnTo>
                    <a:lnTo>
                      <a:pt x="3" y="95"/>
                    </a:lnTo>
                    <a:lnTo>
                      <a:pt x="11" y="44"/>
                    </a:lnTo>
                    <a:lnTo>
                      <a:pt x="27" y="0"/>
                    </a:lnTo>
                    <a:lnTo>
                      <a:pt x="82" y="3"/>
                    </a:lnTo>
                    <a:close/>
                  </a:path>
                </a:pathLst>
              </a:custGeom>
              <a:solidFill>
                <a:schemeClr val="bg2">
                  <a:alpha val="100000"/>
                </a:schemeClr>
              </a:solidFill>
              <a:ln w="9525">
                <a:noFill/>
              </a:ln>
            </p:spPr>
            <p:txBody>
              <a:bodyPr/>
              <a:p>
                <a:endParaRPr lang="zh-CN" altLang="en-US"/>
              </a:p>
            </p:txBody>
          </p:sp>
          <p:sp>
            <p:nvSpPr>
              <p:cNvPr id="146221" name="Rectangle 436"/>
              <p:cNvSpPr/>
              <p:nvPr/>
            </p:nvSpPr>
            <p:spPr>
              <a:xfrm>
                <a:off x="4824" y="1565"/>
                <a:ext cx="4" cy="146"/>
              </a:xfrm>
              <a:prstGeom prst="rect">
                <a:avLst/>
              </a:prstGeom>
              <a:solidFill>
                <a:srgbClr val="DDDDDD"/>
              </a:solidFill>
              <a:ln w="9525">
                <a:noFill/>
              </a:ln>
            </p:spPr>
            <p:txBody>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46222" name="Freeform 437"/>
              <p:cNvSpPr/>
              <p:nvPr/>
            </p:nvSpPr>
            <p:spPr>
              <a:xfrm>
                <a:off x="4876" y="1563"/>
                <a:ext cx="57" cy="67"/>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398" h="469">
                    <a:moveTo>
                      <a:pt x="37" y="44"/>
                    </a:moveTo>
                    <a:lnTo>
                      <a:pt x="33" y="53"/>
                    </a:lnTo>
                    <a:lnTo>
                      <a:pt x="27" y="79"/>
                    </a:lnTo>
                    <a:lnTo>
                      <a:pt x="17" y="120"/>
                    </a:lnTo>
                    <a:lnTo>
                      <a:pt x="8" y="174"/>
                    </a:lnTo>
                    <a:lnTo>
                      <a:pt x="1" y="238"/>
                    </a:lnTo>
                    <a:lnTo>
                      <a:pt x="0" y="309"/>
                    </a:lnTo>
                    <a:lnTo>
                      <a:pt x="7" y="387"/>
                    </a:lnTo>
                    <a:lnTo>
                      <a:pt x="24" y="469"/>
                    </a:lnTo>
                    <a:lnTo>
                      <a:pt x="24" y="466"/>
                    </a:lnTo>
                    <a:lnTo>
                      <a:pt x="24" y="455"/>
                    </a:lnTo>
                    <a:lnTo>
                      <a:pt x="24" y="438"/>
                    </a:lnTo>
                    <a:lnTo>
                      <a:pt x="24" y="417"/>
                    </a:lnTo>
                    <a:lnTo>
                      <a:pt x="27" y="391"/>
                    </a:lnTo>
                    <a:lnTo>
                      <a:pt x="30" y="363"/>
                    </a:lnTo>
                    <a:lnTo>
                      <a:pt x="35" y="332"/>
                    </a:lnTo>
                    <a:lnTo>
                      <a:pt x="41" y="300"/>
                    </a:lnTo>
                    <a:lnTo>
                      <a:pt x="52" y="268"/>
                    </a:lnTo>
                    <a:lnTo>
                      <a:pt x="64" y="237"/>
                    </a:lnTo>
                    <a:lnTo>
                      <a:pt x="79" y="207"/>
                    </a:lnTo>
                    <a:lnTo>
                      <a:pt x="99" y="179"/>
                    </a:lnTo>
                    <a:lnTo>
                      <a:pt x="123" y="155"/>
                    </a:lnTo>
                    <a:lnTo>
                      <a:pt x="150" y="136"/>
                    </a:lnTo>
                    <a:lnTo>
                      <a:pt x="183" y="122"/>
                    </a:lnTo>
                    <a:lnTo>
                      <a:pt x="221" y="114"/>
                    </a:lnTo>
                    <a:lnTo>
                      <a:pt x="223" y="112"/>
                    </a:lnTo>
                    <a:lnTo>
                      <a:pt x="230" y="107"/>
                    </a:lnTo>
                    <a:lnTo>
                      <a:pt x="242" y="99"/>
                    </a:lnTo>
                    <a:lnTo>
                      <a:pt x="260" y="88"/>
                    </a:lnTo>
                    <a:lnTo>
                      <a:pt x="284" y="74"/>
                    </a:lnTo>
                    <a:lnTo>
                      <a:pt x="315" y="58"/>
                    </a:lnTo>
                    <a:lnTo>
                      <a:pt x="352" y="39"/>
                    </a:lnTo>
                    <a:lnTo>
                      <a:pt x="398" y="19"/>
                    </a:lnTo>
                    <a:lnTo>
                      <a:pt x="396" y="17"/>
                    </a:lnTo>
                    <a:lnTo>
                      <a:pt x="389" y="16"/>
                    </a:lnTo>
                    <a:lnTo>
                      <a:pt x="379" y="14"/>
                    </a:lnTo>
                    <a:lnTo>
                      <a:pt x="364" y="12"/>
                    </a:lnTo>
                    <a:lnTo>
                      <a:pt x="347" y="8"/>
                    </a:lnTo>
                    <a:lnTo>
                      <a:pt x="326" y="6"/>
                    </a:lnTo>
                    <a:lnTo>
                      <a:pt x="302" y="4"/>
                    </a:lnTo>
                    <a:lnTo>
                      <a:pt x="277" y="1"/>
                    </a:lnTo>
                    <a:lnTo>
                      <a:pt x="250" y="0"/>
                    </a:lnTo>
                    <a:lnTo>
                      <a:pt x="221" y="1"/>
                    </a:lnTo>
                    <a:lnTo>
                      <a:pt x="191" y="3"/>
                    </a:lnTo>
                    <a:lnTo>
                      <a:pt x="160" y="6"/>
                    </a:lnTo>
                    <a:lnTo>
                      <a:pt x="129" y="12"/>
                    </a:lnTo>
                    <a:lnTo>
                      <a:pt x="97" y="20"/>
                    </a:lnTo>
                    <a:lnTo>
                      <a:pt x="67" y="30"/>
                    </a:lnTo>
                    <a:lnTo>
                      <a:pt x="37" y="44"/>
                    </a:lnTo>
                    <a:close/>
                  </a:path>
                </a:pathLst>
              </a:custGeom>
              <a:solidFill>
                <a:srgbClr val="999999">
                  <a:alpha val="100000"/>
                </a:srgbClr>
              </a:solidFill>
              <a:ln w="9525">
                <a:noFill/>
              </a:ln>
            </p:spPr>
            <p:txBody>
              <a:bodyPr/>
              <a:p>
                <a:endParaRPr lang="zh-CN" altLang="en-US"/>
              </a:p>
            </p:txBody>
          </p:sp>
          <p:sp>
            <p:nvSpPr>
              <p:cNvPr id="146223" name="Freeform 438"/>
              <p:cNvSpPr/>
              <p:nvPr/>
            </p:nvSpPr>
            <p:spPr>
              <a:xfrm>
                <a:off x="4797" y="1613"/>
                <a:ext cx="46" cy="13"/>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325" h="89">
                    <a:moveTo>
                      <a:pt x="0" y="57"/>
                    </a:moveTo>
                    <a:lnTo>
                      <a:pt x="0" y="55"/>
                    </a:lnTo>
                    <a:lnTo>
                      <a:pt x="2" y="52"/>
                    </a:lnTo>
                    <a:lnTo>
                      <a:pt x="6" y="47"/>
                    </a:lnTo>
                    <a:lnTo>
                      <a:pt x="12" y="41"/>
                    </a:lnTo>
                    <a:lnTo>
                      <a:pt x="20" y="34"/>
                    </a:lnTo>
                    <a:lnTo>
                      <a:pt x="29" y="27"/>
                    </a:lnTo>
                    <a:lnTo>
                      <a:pt x="41" y="20"/>
                    </a:lnTo>
                    <a:lnTo>
                      <a:pt x="57" y="13"/>
                    </a:lnTo>
                    <a:lnTo>
                      <a:pt x="77" y="7"/>
                    </a:lnTo>
                    <a:lnTo>
                      <a:pt x="98" y="3"/>
                    </a:lnTo>
                    <a:lnTo>
                      <a:pt x="126" y="0"/>
                    </a:lnTo>
                    <a:lnTo>
                      <a:pt x="156" y="0"/>
                    </a:lnTo>
                    <a:lnTo>
                      <a:pt x="191" y="3"/>
                    </a:lnTo>
                    <a:lnTo>
                      <a:pt x="230" y="8"/>
                    </a:lnTo>
                    <a:lnTo>
                      <a:pt x="275" y="18"/>
                    </a:lnTo>
                    <a:lnTo>
                      <a:pt x="325" y="31"/>
                    </a:lnTo>
                    <a:lnTo>
                      <a:pt x="318" y="51"/>
                    </a:lnTo>
                    <a:lnTo>
                      <a:pt x="316" y="50"/>
                    </a:lnTo>
                    <a:lnTo>
                      <a:pt x="308" y="47"/>
                    </a:lnTo>
                    <a:lnTo>
                      <a:pt x="295" y="44"/>
                    </a:lnTo>
                    <a:lnTo>
                      <a:pt x="279" y="39"/>
                    </a:lnTo>
                    <a:lnTo>
                      <a:pt x="260" y="35"/>
                    </a:lnTo>
                    <a:lnTo>
                      <a:pt x="238" y="30"/>
                    </a:lnTo>
                    <a:lnTo>
                      <a:pt x="214" y="27"/>
                    </a:lnTo>
                    <a:lnTo>
                      <a:pt x="188" y="24"/>
                    </a:lnTo>
                    <a:lnTo>
                      <a:pt x="161" y="23"/>
                    </a:lnTo>
                    <a:lnTo>
                      <a:pt x="134" y="23"/>
                    </a:lnTo>
                    <a:lnTo>
                      <a:pt x="108" y="26"/>
                    </a:lnTo>
                    <a:lnTo>
                      <a:pt x="82" y="31"/>
                    </a:lnTo>
                    <a:lnTo>
                      <a:pt x="58" y="41"/>
                    </a:lnTo>
                    <a:lnTo>
                      <a:pt x="36" y="52"/>
                    </a:lnTo>
                    <a:lnTo>
                      <a:pt x="16" y="68"/>
                    </a:lnTo>
                    <a:lnTo>
                      <a:pt x="0" y="89"/>
                    </a:lnTo>
                    <a:lnTo>
                      <a:pt x="0" y="57"/>
                    </a:lnTo>
                    <a:close/>
                  </a:path>
                </a:pathLst>
              </a:custGeom>
              <a:solidFill>
                <a:srgbClr val="000000">
                  <a:alpha val="100000"/>
                </a:srgbClr>
              </a:solidFill>
              <a:ln w="9525">
                <a:noFill/>
              </a:ln>
            </p:spPr>
            <p:txBody>
              <a:bodyPr/>
              <a:p>
                <a:endParaRPr lang="zh-CN" altLang="en-US"/>
              </a:p>
            </p:txBody>
          </p:sp>
          <p:sp>
            <p:nvSpPr>
              <p:cNvPr id="146224" name="Freeform 439"/>
              <p:cNvSpPr/>
              <p:nvPr/>
            </p:nvSpPr>
            <p:spPr>
              <a:xfrm>
                <a:off x="4797" y="1583"/>
                <a:ext cx="46" cy="13"/>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325" h="89">
                    <a:moveTo>
                      <a:pt x="0" y="56"/>
                    </a:moveTo>
                    <a:lnTo>
                      <a:pt x="0" y="55"/>
                    </a:lnTo>
                    <a:lnTo>
                      <a:pt x="2" y="52"/>
                    </a:lnTo>
                    <a:lnTo>
                      <a:pt x="6" y="47"/>
                    </a:lnTo>
                    <a:lnTo>
                      <a:pt x="12" y="40"/>
                    </a:lnTo>
                    <a:lnTo>
                      <a:pt x="20" y="33"/>
                    </a:lnTo>
                    <a:lnTo>
                      <a:pt x="29" y="27"/>
                    </a:lnTo>
                    <a:lnTo>
                      <a:pt x="41" y="18"/>
                    </a:lnTo>
                    <a:lnTo>
                      <a:pt x="57" y="13"/>
                    </a:lnTo>
                    <a:lnTo>
                      <a:pt x="77" y="7"/>
                    </a:lnTo>
                    <a:lnTo>
                      <a:pt x="98" y="2"/>
                    </a:lnTo>
                    <a:lnTo>
                      <a:pt x="126" y="0"/>
                    </a:lnTo>
                    <a:lnTo>
                      <a:pt x="156" y="0"/>
                    </a:lnTo>
                    <a:lnTo>
                      <a:pt x="191" y="2"/>
                    </a:lnTo>
                    <a:lnTo>
                      <a:pt x="230" y="8"/>
                    </a:lnTo>
                    <a:lnTo>
                      <a:pt x="275" y="17"/>
                    </a:lnTo>
                    <a:lnTo>
                      <a:pt x="325" y="31"/>
                    </a:lnTo>
                    <a:lnTo>
                      <a:pt x="318" y="49"/>
                    </a:lnTo>
                    <a:lnTo>
                      <a:pt x="316" y="48"/>
                    </a:lnTo>
                    <a:lnTo>
                      <a:pt x="308" y="46"/>
                    </a:lnTo>
                    <a:lnTo>
                      <a:pt x="295" y="43"/>
                    </a:lnTo>
                    <a:lnTo>
                      <a:pt x="279" y="38"/>
                    </a:lnTo>
                    <a:lnTo>
                      <a:pt x="260" y="35"/>
                    </a:lnTo>
                    <a:lnTo>
                      <a:pt x="238" y="30"/>
                    </a:lnTo>
                    <a:lnTo>
                      <a:pt x="214" y="27"/>
                    </a:lnTo>
                    <a:lnTo>
                      <a:pt x="188" y="23"/>
                    </a:lnTo>
                    <a:lnTo>
                      <a:pt x="161" y="22"/>
                    </a:lnTo>
                    <a:lnTo>
                      <a:pt x="134" y="23"/>
                    </a:lnTo>
                    <a:lnTo>
                      <a:pt x="108" y="25"/>
                    </a:lnTo>
                    <a:lnTo>
                      <a:pt x="82" y="31"/>
                    </a:lnTo>
                    <a:lnTo>
                      <a:pt x="58" y="40"/>
                    </a:lnTo>
                    <a:lnTo>
                      <a:pt x="36" y="52"/>
                    </a:lnTo>
                    <a:lnTo>
                      <a:pt x="16" y="68"/>
                    </a:lnTo>
                    <a:lnTo>
                      <a:pt x="0" y="89"/>
                    </a:lnTo>
                    <a:lnTo>
                      <a:pt x="0" y="56"/>
                    </a:lnTo>
                    <a:close/>
                  </a:path>
                </a:pathLst>
              </a:custGeom>
              <a:solidFill>
                <a:srgbClr val="000000">
                  <a:alpha val="100000"/>
                </a:srgbClr>
              </a:solidFill>
              <a:ln w="9525">
                <a:noFill/>
              </a:ln>
            </p:spPr>
            <p:txBody>
              <a:bodyPr/>
              <a:p>
                <a:endParaRPr lang="zh-CN" altLang="en-US"/>
              </a:p>
            </p:txBody>
          </p:sp>
          <p:sp>
            <p:nvSpPr>
              <p:cNvPr id="146225" name="Freeform 440"/>
              <p:cNvSpPr/>
              <p:nvPr/>
            </p:nvSpPr>
            <p:spPr>
              <a:xfrm>
                <a:off x="4841" y="1568"/>
                <a:ext cx="75" cy="13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28" h="975">
                    <a:moveTo>
                      <a:pt x="0" y="0"/>
                    </a:moveTo>
                    <a:lnTo>
                      <a:pt x="0" y="943"/>
                    </a:lnTo>
                    <a:lnTo>
                      <a:pt x="159" y="975"/>
                    </a:lnTo>
                    <a:lnTo>
                      <a:pt x="152" y="848"/>
                    </a:lnTo>
                    <a:lnTo>
                      <a:pt x="528" y="905"/>
                    </a:lnTo>
                    <a:lnTo>
                      <a:pt x="521" y="855"/>
                    </a:lnTo>
                    <a:lnTo>
                      <a:pt x="261" y="822"/>
                    </a:lnTo>
                    <a:lnTo>
                      <a:pt x="254" y="713"/>
                    </a:lnTo>
                    <a:lnTo>
                      <a:pt x="77" y="713"/>
                    </a:lnTo>
                    <a:lnTo>
                      <a:pt x="72" y="699"/>
                    </a:lnTo>
                    <a:lnTo>
                      <a:pt x="60" y="659"/>
                    </a:lnTo>
                    <a:lnTo>
                      <a:pt x="44" y="595"/>
                    </a:lnTo>
                    <a:lnTo>
                      <a:pt x="28" y="511"/>
                    </a:lnTo>
                    <a:lnTo>
                      <a:pt x="16" y="410"/>
                    </a:lnTo>
                    <a:lnTo>
                      <a:pt x="12" y="294"/>
                    </a:lnTo>
                    <a:lnTo>
                      <a:pt x="21" y="167"/>
                    </a:lnTo>
                    <a:lnTo>
                      <a:pt x="45" y="32"/>
                    </a:lnTo>
                    <a:lnTo>
                      <a:pt x="0" y="0"/>
                    </a:lnTo>
                    <a:close/>
                  </a:path>
                </a:pathLst>
              </a:custGeom>
              <a:solidFill>
                <a:schemeClr val="bg2">
                  <a:alpha val="100000"/>
                </a:schemeClr>
              </a:solidFill>
              <a:ln w="9525">
                <a:noFill/>
              </a:ln>
            </p:spPr>
            <p:txBody>
              <a:bodyPr/>
              <a:p>
                <a:endParaRPr lang="zh-CN" altLang="en-US"/>
              </a:p>
            </p:txBody>
          </p:sp>
          <p:sp>
            <p:nvSpPr>
              <p:cNvPr id="146226" name="Freeform 441"/>
              <p:cNvSpPr/>
              <p:nvPr/>
            </p:nvSpPr>
            <p:spPr>
              <a:xfrm>
                <a:off x="4878" y="1536"/>
                <a:ext cx="97" cy="1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678" h="133">
                    <a:moveTo>
                      <a:pt x="0" y="133"/>
                    </a:moveTo>
                    <a:lnTo>
                      <a:pt x="4" y="132"/>
                    </a:lnTo>
                    <a:lnTo>
                      <a:pt x="15" y="127"/>
                    </a:lnTo>
                    <a:lnTo>
                      <a:pt x="32" y="122"/>
                    </a:lnTo>
                    <a:lnTo>
                      <a:pt x="56" y="114"/>
                    </a:lnTo>
                    <a:lnTo>
                      <a:pt x="86" y="104"/>
                    </a:lnTo>
                    <a:lnTo>
                      <a:pt x="120" y="95"/>
                    </a:lnTo>
                    <a:lnTo>
                      <a:pt x="160" y="86"/>
                    </a:lnTo>
                    <a:lnTo>
                      <a:pt x="204" y="78"/>
                    </a:lnTo>
                    <a:lnTo>
                      <a:pt x="252" y="70"/>
                    </a:lnTo>
                    <a:lnTo>
                      <a:pt x="303" y="64"/>
                    </a:lnTo>
                    <a:lnTo>
                      <a:pt x="358" y="60"/>
                    </a:lnTo>
                    <a:lnTo>
                      <a:pt x="414" y="58"/>
                    </a:lnTo>
                    <a:lnTo>
                      <a:pt x="474" y="60"/>
                    </a:lnTo>
                    <a:lnTo>
                      <a:pt x="534" y="65"/>
                    </a:lnTo>
                    <a:lnTo>
                      <a:pt x="596" y="74"/>
                    </a:lnTo>
                    <a:lnTo>
                      <a:pt x="659" y="88"/>
                    </a:lnTo>
                    <a:lnTo>
                      <a:pt x="678" y="0"/>
                    </a:lnTo>
                    <a:lnTo>
                      <a:pt x="674" y="0"/>
                    </a:lnTo>
                    <a:lnTo>
                      <a:pt x="659" y="0"/>
                    </a:lnTo>
                    <a:lnTo>
                      <a:pt x="636" y="0"/>
                    </a:lnTo>
                    <a:lnTo>
                      <a:pt x="606" y="1"/>
                    </a:lnTo>
                    <a:lnTo>
                      <a:pt x="570" y="2"/>
                    </a:lnTo>
                    <a:lnTo>
                      <a:pt x="527" y="3"/>
                    </a:lnTo>
                    <a:lnTo>
                      <a:pt x="480" y="7"/>
                    </a:lnTo>
                    <a:lnTo>
                      <a:pt x="430" y="9"/>
                    </a:lnTo>
                    <a:lnTo>
                      <a:pt x="376" y="14"/>
                    </a:lnTo>
                    <a:lnTo>
                      <a:pt x="320" y="18"/>
                    </a:lnTo>
                    <a:lnTo>
                      <a:pt x="264" y="24"/>
                    </a:lnTo>
                    <a:lnTo>
                      <a:pt x="208" y="32"/>
                    </a:lnTo>
                    <a:lnTo>
                      <a:pt x="152" y="40"/>
                    </a:lnTo>
                    <a:lnTo>
                      <a:pt x="98" y="50"/>
                    </a:lnTo>
                    <a:lnTo>
                      <a:pt x="47" y="62"/>
                    </a:lnTo>
                    <a:lnTo>
                      <a:pt x="0" y="76"/>
                    </a:lnTo>
                    <a:lnTo>
                      <a:pt x="0" y="133"/>
                    </a:lnTo>
                    <a:close/>
                  </a:path>
                </a:pathLst>
              </a:custGeom>
              <a:solidFill>
                <a:schemeClr val="bg2">
                  <a:alpha val="100000"/>
                </a:schemeClr>
              </a:solidFill>
              <a:ln w="9525">
                <a:noFill/>
              </a:ln>
            </p:spPr>
            <p:txBody>
              <a:bodyPr/>
              <a:p>
                <a:endParaRPr lang="zh-CN" altLang="en-US"/>
              </a:p>
            </p:txBody>
          </p:sp>
          <p:sp>
            <p:nvSpPr>
              <p:cNvPr id="146227" name="Freeform 442"/>
              <p:cNvSpPr/>
              <p:nvPr/>
            </p:nvSpPr>
            <p:spPr>
              <a:xfrm>
                <a:off x="4821" y="1711"/>
                <a:ext cx="163" cy="54"/>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42" h="379">
                    <a:moveTo>
                      <a:pt x="482" y="367"/>
                    </a:moveTo>
                    <a:lnTo>
                      <a:pt x="485" y="366"/>
                    </a:lnTo>
                    <a:lnTo>
                      <a:pt x="492" y="363"/>
                    </a:lnTo>
                    <a:lnTo>
                      <a:pt x="502" y="359"/>
                    </a:lnTo>
                    <a:lnTo>
                      <a:pt x="516" y="353"/>
                    </a:lnTo>
                    <a:lnTo>
                      <a:pt x="533" y="346"/>
                    </a:lnTo>
                    <a:lnTo>
                      <a:pt x="551" y="338"/>
                    </a:lnTo>
                    <a:lnTo>
                      <a:pt x="572" y="328"/>
                    </a:lnTo>
                    <a:lnTo>
                      <a:pt x="593" y="317"/>
                    </a:lnTo>
                    <a:lnTo>
                      <a:pt x="616" y="306"/>
                    </a:lnTo>
                    <a:lnTo>
                      <a:pt x="638" y="292"/>
                    </a:lnTo>
                    <a:lnTo>
                      <a:pt x="660" y="279"/>
                    </a:lnTo>
                    <a:lnTo>
                      <a:pt x="680" y="264"/>
                    </a:lnTo>
                    <a:lnTo>
                      <a:pt x="700" y="249"/>
                    </a:lnTo>
                    <a:lnTo>
                      <a:pt x="717" y="233"/>
                    </a:lnTo>
                    <a:lnTo>
                      <a:pt x="732" y="217"/>
                    </a:lnTo>
                    <a:lnTo>
                      <a:pt x="743" y="201"/>
                    </a:lnTo>
                    <a:lnTo>
                      <a:pt x="0" y="20"/>
                    </a:lnTo>
                    <a:lnTo>
                      <a:pt x="57" y="0"/>
                    </a:lnTo>
                    <a:lnTo>
                      <a:pt x="1142" y="267"/>
                    </a:lnTo>
                    <a:lnTo>
                      <a:pt x="1098" y="292"/>
                    </a:lnTo>
                    <a:lnTo>
                      <a:pt x="784" y="212"/>
                    </a:lnTo>
                    <a:lnTo>
                      <a:pt x="783" y="213"/>
                    </a:lnTo>
                    <a:lnTo>
                      <a:pt x="781" y="216"/>
                    </a:lnTo>
                    <a:lnTo>
                      <a:pt x="776" y="221"/>
                    </a:lnTo>
                    <a:lnTo>
                      <a:pt x="769" y="228"/>
                    </a:lnTo>
                    <a:lnTo>
                      <a:pt x="761" y="237"/>
                    </a:lnTo>
                    <a:lnTo>
                      <a:pt x="750" y="246"/>
                    </a:lnTo>
                    <a:lnTo>
                      <a:pt x="737" y="258"/>
                    </a:lnTo>
                    <a:lnTo>
                      <a:pt x="721" y="269"/>
                    </a:lnTo>
                    <a:lnTo>
                      <a:pt x="703" y="282"/>
                    </a:lnTo>
                    <a:lnTo>
                      <a:pt x="684" y="295"/>
                    </a:lnTo>
                    <a:lnTo>
                      <a:pt x="660" y="309"/>
                    </a:lnTo>
                    <a:lnTo>
                      <a:pt x="635" y="323"/>
                    </a:lnTo>
                    <a:lnTo>
                      <a:pt x="606" y="338"/>
                    </a:lnTo>
                    <a:lnTo>
                      <a:pt x="574" y="352"/>
                    </a:lnTo>
                    <a:lnTo>
                      <a:pt x="540" y="366"/>
                    </a:lnTo>
                    <a:lnTo>
                      <a:pt x="502" y="379"/>
                    </a:lnTo>
                    <a:lnTo>
                      <a:pt x="482" y="367"/>
                    </a:lnTo>
                    <a:close/>
                  </a:path>
                </a:pathLst>
              </a:custGeom>
              <a:solidFill>
                <a:srgbClr val="000000">
                  <a:alpha val="100000"/>
                </a:srgbClr>
              </a:solidFill>
              <a:ln w="9525">
                <a:noFill/>
              </a:ln>
            </p:spPr>
            <p:txBody>
              <a:bodyPr/>
              <a:p>
                <a:endParaRPr lang="zh-CN" altLang="en-US"/>
              </a:p>
            </p:txBody>
          </p:sp>
          <p:sp>
            <p:nvSpPr>
              <p:cNvPr id="146228" name="Freeform 443"/>
              <p:cNvSpPr/>
              <p:nvPr/>
            </p:nvSpPr>
            <p:spPr>
              <a:xfrm>
                <a:off x="4787" y="1725"/>
                <a:ext cx="167" cy="48"/>
              </a:xfrm>
              <a:custGeom>
                <a:avLst/>
                <a:gdLst/>
                <a:ahLst/>
                <a:cxnLst>
                  <a:cxn ang="0">
                    <a:pos x="0" y="0"/>
                  </a:cxn>
                  <a:cxn ang="0">
                    <a:pos x="0" y="0"/>
                  </a:cxn>
                  <a:cxn ang="0">
                    <a:pos x="0" y="0"/>
                  </a:cxn>
                  <a:cxn ang="0">
                    <a:pos x="0" y="0"/>
                  </a:cxn>
                  <a:cxn ang="0">
                    <a:pos x="0" y="0"/>
                  </a:cxn>
                </a:cxnLst>
                <a:pathLst>
                  <a:path w="1163" h="340">
                    <a:moveTo>
                      <a:pt x="0" y="0"/>
                    </a:moveTo>
                    <a:lnTo>
                      <a:pt x="1137" y="340"/>
                    </a:lnTo>
                    <a:lnTo>
                      <a:pt x="1163" y="340"/>
                    </a:lnTo>
                    <a:lnTo>
                      <a:pt x="34" y="0"/>
                    </a:lnTo>
                    <a:lnTo>
                      <a:pt x="0" y="0"/>
                    </a:lnTo>
                    <a:close/>
                  </a:path>
                </a:pathLst>
              </a:custGeom>
              <a:solidFill>
                <a:srgbClr val="000000">
                  <a:alpha val="100000"/>
                </a:srgbClr>
              </a:solidFill>
              <a:ln w="9525">
                <a:noFill/>
              </a:ln>
            </p:spPr>
            <p:txBody>
              <a:bodyPr/>
              <a:p>
                <a:endParaRPr lang="zh-CN" altLang="en-US"/>
              </a:p>
            </p:txBody>
          </p:sp>
          <p:sp>
            <p:nvSpPr>
              <p:cNvPr id="146229" name="Freeform 444"/>
              <p:cNvSpPr/>
              <p:nvPr/>
            </p:nvSpPr>
            <p:spPr>
              <a:xfrm>
                <a:off x="4815" y="1718"/>
                <a:ext cx="164" cy="44"/>
              </a:xfrm>
              <a:custGeom>
                <a:avLst/>
                <a:gdLst/>
                <a:ahLst/>
                <a:cxnLst>
                  <a:cxn ang="0">
                    <a:pos x="0" y="0"/>
                  </a:cxn>
                  <a:cxn ang="0">
                    <a:pos x="0" y="0"/>
                  </a:cxn>
                  <a:cxn ang="0">
                    <a:pos x="0" y="0"/>
                  </a:cxn>
                  <a:cxn ang="0">
                    <a:pos x="0" y="0"/>
                  </a:cxn>
                  <a:cxn ang="0">
                    <a:pos x="0" y="0"/>
                  </a:cxn>
                </a:cxnLst>
                <a:pathLst>
                  <a:path w="1149" h="303">
                    <a:moveTo>
                      <a:pt x="0" y="1"/>
                    </a:moveTo>
                    <a:lnTo>
                      <a:pt x="1124" y="303"/>
                    </a:lnTo>
                    <a:lnTo>
                      <a:pt x="1149" y="302"/>
                    </a:lnTo>
                    <a:lnTo>
                      <a:pt x="34" y="0"/>
                    </a:lnTo>
                    <a:lnTo>
                      <a:pt x="0" y="1"/>
                    </a:lnTo>
                    <a:close/>
                  </a:path>
                </a:pathLst>
              </a:custGeom>
              <a:solidFill>
                <a:srgbClr val="000000">
                  <a:alpha val="100000"/>
                </a:srgbClr>
              </a:solidFill>
              <a:ln w="9525">
                <a:noFill/>
              </a:ln>
            </p:spPr>
            <p:txBody>
              <a:bodyPr/>
              <a:p>
                <a:endParaRPr lang="zh-CN" altLang="en-US"/>
              </a:p>
            </p:txBody>
          </p:sp>
          <p:sp>
            <p:nvSpPr>
              <p:cNvPr id="146230" name="Freeform 445"/>
              <p:cNvSpPr/>
              <p:nvPr/>
            </p:nvSpPr>
            <p:spPr>
              <a:xfrm>
                <a:off x="4802" y="1721"/>
                <a:ext cx="165" cy="48"/>
              </a:xfrm>
              <a:custGeom>
                <a:avLst/>
                <a:gdLst/>
                <a:ahLst/>
                <a:cxnLst>
                  <a:cxn ang="0">
                    <a:pos x="0" y="0"/>
                  </a:cxn>
                  <a:cxn ang="0">
                    <a:pos x="0" y="0"/>
                  </a:cxn>
                  <a:cxn ang="0">
                    <a:pos x="0" y="0"/>
                  </a:cxn>
                  <a:cxn ang="0">
                    <a:pos x="0" y="0"/>
                  </a:cxn>
                  <a:cxn ang="0">
                    <a:pos x="0" y="0"/>
                  </a:cxn>
                </a:cxnLst>
                <a:pathLst>
                  <a:path w="1155" h="336">
                    <a:moveTo>
                      <a:pt x="0" y="0"/>
                    </a:moveTo>
                    <a:lnTo>
                      <a:pt x="1134" y="336"/>
                    </a:lnTo>
                    <a:lnTo>
                      <a:pt x="1155" y="328"/>
                    </a:lnTo>
                    <a:lnTo>
                      <a:pt x="34" y="0"/>
                    </a:lnTo>
                    <a:lnTo>
                      <a:pt x="0" y="0"/>
                    </a:lnTo>
                    <a:close/>
                  </a:path>
                </a:pathLst>
              </a:custGeom>
              <a:solidFill>
                <a:srgbClr val="000000">
                  <a:alpha val="100000"/>
                </a:srgbClr>
              </a:solidFill>
              <a:ln w="9525">
                <a:noFill/>
              </a:ln>
            </p:spPr>
            <p:txBody>
              <a:bodyPr/>
              <a:p>
                <a:endParaRPr lang="zh-CN" altLang="en-US"/>
              </a:p>
            </p:txBody>
          </p:sp>
        </p:grpSp>
        <p:grpSp>
          <p:nvGrpSpPr>
            <p:cNvPr id="146135" name="Group 446"/>
            <p:cNvGrpSpPr/>
            <p:nvPr/>
          </p:nvGrpSpPr>
          <p:grpSpPr>
            <a:xfrm rot="5400000">
              <a:off x="534" y="3280"/>
              <a:ext cx="391" cy="88"/>
              <a:chOff x="1450" y="3513"/>
              <a:chExt cx="391" cy="88"/>
            </a:xfrm>
          </p:grpSpPr>
          <p:sp>
            <p:nvSpPr>
              <p:cNvPr id="146190" name="Freeform 447"/>
              <p:cNvSpPr/>
              <p:nvPr/>
            </p:nvSpPr>
            <p:spPr>
              <a:xfrm flipV="1">
                <a:off x="1450" y="3574"/>
                <a:ext cx="391" cy="27"/>
              </a:xfrm>
              <a:custGeom>
                <a:avLst/>
                <a:gdLst/>
                <a:ahLst/>
                <a:cxnLst>
                  <a:cxn ang="0">
                    <a:pos x="0" y="0"/>
                  </a:cxn>
                  <a:cxn ang="0">
                    <a:pos x="0" y="0"/>
                  </a:cxn>
                  <a:cxn ang="0">
                    <a:pos x="5" y="0"/>
                  </a:cxn>
                  <a:cxn ang="0">
                    <a:pos x="5" y="0"/>
                  </a:cxn>
                </a:cxnLst>
                <a:pathLst>
                  <a:path w="720" h="56">
                    <a:moveTo>
                      <a:pt x="0" y="0"/>
                    </a:moveTo>
                    <a:lnTo>
                      <a:pt x="0" y="56"/>
                    </a:lnTo>
                    <a:lnTo>
                      <a:pt x="720" y="56"/>
                    </a:lnTo>
                    <a:lnTo>
                      <a:pt x="720" y="8"/>
                    </a:lnTo>
                  </a:path>
                </a:pathLst>
              </a:custGeom>
              <a:noFill/>
              <a:ln w="12700" cap="flat" cmpd="sng">
                <a:solidFill>
                  <a:schemeClr val="tx1">
                    <a:alpha val="100000"/>
                  </a:schemeClr>
                </a:solidFill>
                <a:prstDash val="solid"/>
                <a:round/>
                <a:headEnd type="none" w="med" len="med"/>
                <a:tailEnd type="none" w="med" len="med"/>
              </a:ln>
            </p:spPr>
            <p:txBody>
              <a:bodyPr/>
              <a:p>
                <a:endParaRPr lang="zh-CN" altLang="en-US"/>
              </a:p>
            </p:txBody>
          </p:sp>
          <p:sp>
            <p:nvSpPr>
              <p:cNvPr id="146191" name="Line 448"/>
              <p:cNvSpPr/>
              <p:nvPr/>
            </p:nvSpPr>
            <p:spPr>
              <a:xfrm>
                <a:off x="1642" y="3513"/>
                <a:ext cx="0" cy="60"/>
              </a:xfrm>
              <a:prstGeom prst="line">
                <a:avLst/>
              </a:prstGeom>
              <a:ln w="19050" cap="flat" cmpd="sng">
                <a:solidFill>
                  <a:schemeClr val="tx1"/>
                </a:solidFill>
                <a:prstDash val="solid"/>
                <a:headEnd type="none" w="med" len="med"/>
                <a:tailEnd type="none" w="med" len="med"/>
              </a:ln>
            </p:spPr>
          </p:sp>
        </p:grpSp>
        <p:grpSp>
          <p:nvGrpSpPr>
            <p:cNvPr id="146136" name="Group 449"/>
            <p:cNvGrpSpPr/>
            <p:nvPr/>
          </p:nvGrpSpPr>
          <p:grpSpPr>
            <a:xfrm>
              <a:off x="752" y="3249"/>
              <a:ext cx="265" cy="123"/>
              <a:chOff x="3600" y="219"/>
              <a:chExt cx="360" cy="175"/>
            </a:xfrm>
          </p:grpSpPr>
          <p:sp>
            <p:nvSpPr>
              <p:cNvPr id="146177" name="Oval 450"/>
              <p:cNvSpPr/>
              <p:nvPr/>
            </p:nvSpPr>
            <p:spPr>
              <a:xfrm>
                <a:off x="3603" y="297"/>
                <a:ext cx="357" cy="97"/>
              </a:xfrm>
              <a:prstGeom prst="ellipse">
                <a:avLst/>
              </a:prstGeom>
              <a:solidFill>
                <a:srgbClr val="DDDDDD"/>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46178" name="Line 451"/>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146179" name="Line 452"/>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146180" name="Rectangle 453"/>
              <p:cNvSpPr/>
              <p:nvPr/>
            </p:nvSpPr>
            <p:spPr>
              <a:xfrm>
                <a:off x="3603" y="289"/>
                <a:ext cx="354" cy="59"/>
              </a:xfrm>
              <a:prstGeom prst="rect">
                <a:avLst/>
              </a:prstGeom>
              <a:solidFill>
                <a:srgbClr val="DDDDDD"/>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46181" name="Oval 454"/>
              <p:cNvSpPr/>
              <p:nvPr/>
            </p:nvSpPr>
            <p:spPr>
              <a:xfrm>
                <a:off x="3600" y="219"/>
                <a:ext cx="357" cy="113"/>
              </a:xfrm>
              <a:prstGeom prst="ellipse">
                <a:avLst/>
              </a:prstGeom>
              <a:solidFill>
                <a:srgbClr val="DDDDDD"/>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46182" name="Group 455"/>
              <p:cNvGrpSpPr/>
              <p:nvPr/>
            </p:nvGrpSpPr>
            <p:grpSpPr>
              <a:xfrm>
                <a:off x="3686" y="244"/>
                <a:ext cx="177" cy="66"/>
                <a:chOff x="2848" y="848"/>
                <a:chExt cx="140" cy="98"/>
              </a:xfrm>
            </p:grpSpPr>
            <p:sp>
              <p:nvSpPr>
                <p:cNvPr id="146187" name="Line 456"/>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46188" name="Line 457"/>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46189" name="Line 458"/>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146183" name="Group 459"/>
              <p:cNvGrpSpPr/>
              <p:nvPr/>
            </p:nvGrpSpPr>
            <p:grpSpPr>
              <a:xfrm flipV="1">
                <a:off x="3686" y="243"/>
                <a:ext cx="177" cy="66"/>
                <a:chOff x="2848" y="848"/>
                <a:chExt cx="140" cy="98"/>
              </a:xfrm>
            </p:grpSpPr>
            <p:sp>
              <p:nvSpPr>
                <p:cNvPr id="146184" name="Line 460"/>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46185" name="Line 461"/>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46186" name="Line 462"/>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146137" name="Group 463"/>
            <p:cNvGrpSpPr/>
            <p:nvPr/>
          </p:nvGrpSpPr>
          <p:grpSpPr>
            <a:xfrm>
              <a:off x="521" y="3063"/>
              <a:ext cx="176" cy="150"/>
              <a:chOff x="4765" y="1531"/>
              <a:chExt cx="312" cy="261"/>
            </a:xfrm>
          </p:grpSpPr>
          <p:sp>
            <p:nvSpPr>
              <p:cNvPr id="146138" name="AutoShape 464"/>
              <p:cNvSpPr>
                <a:spLocks noChangeAspect="1" noTextEdit="1"/>
              </p:cNvSpPr>
              <p:nvPr/>
            </p:nvSpPr>
            <p:spPr>
              <a:xfrm>
                <a:off x="4765" y="1531"/>
                <a:ext cx="312" cy="260"/>
              </a:xfrm>
              <a:prstGeom prst="rect">
                <a:avLst/>
              </a:prstGeom>
              <a:noFill/>
              <a:ln w="9525">
                <a:noFill/>
              </a:ln>
            </p:spPr>
            <p:txBody>
              <a:bodyPr/>
              <a:p>
                <a:endParaRPr lang="zh-CN" altLang="en-US"/>
              </a:p>
            </p:txBody>
          </p:sp>
          <p:sp>
            <p:nvSpPr>
              <p:cNvPr id="146139" name="Freeform 465"/>
              <p:cNvSpPr/>
              <p:nvPr/>
            </p:nvSpPr>
            <p:spPr>
              <a:xfrm>
                <a:off x="4765" y="1534"/>
                <a:ext cx="307" cy="25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150" h="1804">
                    <a:moveTo>
                      <a:pt x="582" y="239"/>
                    </a:moveTo>
                    <a:lnTo>
                      <a:pt x="606" y="129"/>
                    </a:lnTo>
                    <a:lnTo>
                      <a:pt x="607" y="129"/>
                    </a:lnTo>
                    <a:lnTo>
                      <a:pt x="611" y="128"/>
                    </a:lnTo>
                    <a:lnTo>
                      <a:pt x="616" y="125"/>
                    </a:lnTo>
                    <a:lnTo>
                      <a:pt x="623" y="123"/>
                    </a:lnTo>
                    <a:lnTo>
                      <a:pt x="633" y="120"/>
                    </a:lnTo>
                    <a:lnTo>
                      <a:pt x="645" y="115"/>
                    </a:lnTo>
                    <a:lnTo>
                      <a:pt x="659" y="112"/>
                    </a:lnTo>
                    <a:lnTo>
                      <a:pt x="676" y="107"/>
                    </a:lnTo>
                    <a:lnTo>
                      <a:pt x="694" y="101"/>
                    </a:lnTo>
                    <a:lnTo>
                      <a:pt x="715" y="95"/>
                    </a:lnTo>
                    <a:lnTo>
                      <a:pt x="738" y="90"/>
                    </a:lnTo>
                    <a:lnTo>
                      <a:pt x="763" y="84"/>
                    </a:lnTo>
                    <a:lnTo>
                      <a:pt x="790" y="78"/>
                    </a:lnTo>
                    <a:lnTo>
                      <a:pt x="820" y="71"/>
                    </a:lnTo>
                    <a:lnTo>
                      <a:pt x="852" y="64"/>
                    </a:lnTo>
                    <a:lnTo>
                      <a:pt x="886" y="59"/>
                    </a:lnTo>
                    <a:lnTo>
                      <a:pt x="922" y="52"/>
                    </a:lnTo>
                    <a:lnTo>
                      <a:pt x="961" y="46"/>
                    </a:lnTo>
                    <a:lnTo>
                      <a:pt x="1002" y="40"/>
                    </a:lnTo>
                    <a:lnTo>
                      <a:pt x="1044" y="35"/>
                    </a:lnTo>
                    <a:lnTo>
                      <a:pt x="1090" y="29"/>
                    </a:lnTo>
                    <a:lnTo>
                      <a:pt x="1138" y="23"/>
                    </a:lnTo>
                    <a:lnTo>
                      <a:pt x="1187" y="18"/>
                    </a:lnTo>
                    <a:lnTo>
                      <a:pt x="1240" y="14"/>
                    </a:lnTo>
                    <a:lnTo>
                      <a:pt x="1294" y="10"/>
                    </a:lnTo>
                    <a:lnTo>
                      <a:pt x="1350" y="7"/>
                    </a:lnTo>
                    <a:lnTo>
                      <a:pt x="1410" y="4"/>
                    </a:lnTo>
                    <a:lnTo>
                      <a:pt x="1470" y="1"/>
                    </a:lnTo>
                    <a:lnTo>
                      <a:pt x="1535" y="0"/>
                    </a:lnTo>
                    <a:lnTo>
                      <a:pt x="1601" y="0"/>
                    </a:lnTo>
                    <a:lnTo>
                      <a:pt x="1668" y="0"/>
                    </a:lnTo>
                    <a:lnTo>
                      <a:pt x="1739" y="1"/>
                    </a:lnTo>
                    <a:lnTo>
                      <a:pt x="1816" y="44"/>
                    </a:lnTo>
                    <a:lnTo>
                      <a:pt x="1799" y="248"/>
                    </a:lnTo>
                    <a:lnTo>
                      <a:pt x="1804" y="251"/>
                    </a:lnTo>
                    <a:lnTo>
                      <a:pt x="1820" y="259"/>
                    </a:lnTo>
                    <a:lnTo>
                      <a:pt x="1842" y="272"/>
                    </a:lnTo>
                    <a:lnTo>
                      <a:pt x="1868" y="292"/>
                    </a:lnTo>
                    <a:lnTo>
                      <a:pt x="1896" y="318"/>
                    </a:lnTo>
                    <a:lnTo>
                      <a:pt x="1920" y="351"/>
                    </a:lnTo>
                    <a:lnTo>
                      <a:pt x="1939" y="390"/>
                    </a:lnTo>
                    <a:lnTo>
                      <a:pt x="1951" y="436"/>
                    </a:lnTo>
                    <a:lnTo>
                      <a:pt x="2125" y="593"/>
                    </a:lnTo>
                    <a:lnTo>
                      <a:pt x="2078" y="1009"/>
                    </a:lnTo>
                    <a:lnTo>
                      <a:pt x="1799" y="1149"/>
                    </a:lnTo>
                    <a:lnTo>
                      <a:pt x="2129" y="1247"/>
                    </a:lnTo>
                    <a:lnTo>
                      <a:pt x="2131" y="1251"/>
                    </a:lnTo>
                    <a:lnTo>
                      <a:pt x="2137" y="1264"/>
                    </a:lnTo>
                    <a:lnTo>
                      <a:pt x="2143" y="1284"/>
                    </a:lnTo>
                    <a:lnTo>
                      <a:pt x="2149" y="1310"/>
                    </a:lnTo>
                    <a:lnTo>
                      <a:pt x="2150" y="1342"/>
                    </a:lnTo>
                    <a:lnTo>
                      <a:pt x="2147" y="1380"/>
                    </a:lnTo>
                    <a:lnTo>
                      <a:pt x="2136" y="1423"/>
                    </a:lnTo>
                    <a:lnTo>
                      <a:pt x="2117" y="1468"/>
                    </a:lnTo>
                    <a:lnTo>
                      <a:pt x="1244" y="1804"/>
                    </a:lnTo>
                    <a:lnTo>
                      <a:pt x="0" y="1413"/>
                    </a:lnTo>
                    <a:lnTo>
                      <a:pt x="22" y="1367"/>
                    </a:lnTo>
                    <a:lnTo>
                      <a:pt x="212" y="1302"/>
                    </a:lnTo>
                    <a:lnTo>
                      <a:pt x="212" y="248"/>
                    </a:lnTo>
                    <a:lnTo>
                      <a:pt x="213" y="247"/>
                    </a:lnTo>
                    <a:lnTo>
                      <a:pt x="217" y="244"/>
                    </a:lnTo>
                    <a:lnTo>
                      <a:pt x="223" y="240"/>
                    </a:lnTo>
                    <a:lnTo>
                      <a:pt x="232" y="234"/>
                    </a:lnTo>
                    <a:lnTo>
                      <a:pt x="245" y="228"/>
                    </a:lnTo>
                    <a:lnTo>
                      <a:pt x="258" y="221"/>
                    </a:lnTo>
                    <a:lnTo>
                      <a:pt x="276" y="214"/>
                    </a:lnTo>
                    <a:lnTo>
                      <a:pt x="294" y="207"/>
                    </a:lnTo>
                    <a:lnTo>
                      <a:pt x="316" y="201"/>
                    </a:lnTo>
                    <a:lnTo>
                      <a:pt x="340" y="197"/>
                    </a:lnTo>
                    <a:lnTo>
                      <a:pt x="366" y="194"/>
                    </a:lnTo>
                    <a:lnTo>
                      <a:pt x="393" y="192"/>
                    </a:lnTo>
                    <a:lnTo>
                      <a:pt x="424" y="193"/>
                    </a:lnTo>
                    <a:lnTo>
                      <a:pt x="457" y="197"/>
                    </a:lnTo>
                    <a:lnTo>
                      <a:pt x="493" y="203"/>
                    </a:lnTo>
                    <a:lnTo>
                      <a:pt x="529" y="214"/>
                    </a:lnTo>
                    <a:lnTo>
                      <a:pt x="582" y="239"/>
                    </a:lnTo>
                    <a:close/>
                  </a:path>
                </a:pathLst>
              </a:custGeom>
              <a:solidFill>
                <a:srgbClr val="DDDDDD">
                  <a:alpha val="100000"/>
                </a:srgbClr>
              </a:solidFill>
              <a:ln w="9525">
                <a:noFill/>
              </a:ln>
            </p:spPr>
            <p:txBody>
              <a:bodyPr/>
              <a:p>
                <a:endParaRPr lang="zh-CN" altLang="en-US"/>
              </a:p>
            </p:txBody>
          </p:sp>
          <p:sp>
            <p:nvSpPr>
              <p:cNvPr id="146140" name="Freeform 466"/>
              <p:cNvSpPr/>
              <p:nvPr/>
            </p:nvSpPr>
            <p:spPr>
              <a:xfrm>
                <a:off x="4882" y="1584"/>
                <a:ext cx="163" cy="11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39" h="778">
                    <a:moveTo>
                      <a:pt x="7" y="587"/>
                    </a:moveTo>
                    <a:lnTo>
                      <a:pt x="0" y="682"/>
                    </a:lnTo>
                    <a:lnTo>
                      <a:pt x="742" y="778"/>
                    </a:lnTo>
                    <a:lnTo>
                      <a:pt x="748" y="775"/>
                    </a:lnTo>
                    <a:lnTo>
                      <a:pt x="763" y="767"/>
                    </a:lnTo>
                    <a:lnTo>
                      <a:pt x="787" y="755"/>
                    </a:lnTo>
                    <a:lnTo>
                      <a:pt x="816" y="737"/>
                    </a:lnTo>
                    <a:lnTo>
                      <a:pt x="852" y="714"/>
                    </a:lnTo>
                    <a:lnTo>
                      <a:pt x="891" y="686"/>
                    </a:lnTo>
                    <a:lnTo>
                      <a:pt x="932" y="652"/>
                    </a:lnTo>
                    <a:lnTo>
                      <a:pt x="973" y="613"/>
                    </a:lnTo>
                    <a:lnTo>
                      <a:pt x="1013" y="570"/>
                    </a:lnTo>
                    <a:lnTo>
                      <a:pt x="1051" y="521"/>
                    </a:lnTo>
                    <a:lnTo>
                      <a:pt x="1083" y="466"/>
                    </a:lnTo>
                    <a:lnTo>
                      <a:pt x="1109" y="406"/>
                    </a:lnTo>
                    <a:lnTo>
                      <a:pt x="1129" y="342"/>
                    </a:lnTo>
                    <a:lnTo>
                      <a:pt x="1139" y="271"/>
                    </a:lnTo>
                    <a:lnTo>
                      <a:pt x="1138" y="196"/>
                    </a:lnTo>
                    <a:lnTo>
                      <a:pt x="1124" y="115"/>
                    </a:lnTo>
                    <a:lnTo>
                      <a:pt x="1122" y="110"/>
                    </a:lnTo>
                    <a:lnTo>
                      <a:pt x="1115" y="97"/>
                    </a:lnTo>
                    <a:lnTo>
                      <a:pt x="1102" y="80"/>
                    </a:lnTo>
                    <a:lnTo>
                      <a:pt x="1086" y="59"/>
                    </a:lnTo>
                    <a:lnTo>
                      <a:pt x="1066" y="39"/>
                    </a:lnTo>
                    <a:lnTo>
                      <a:pt x="1041" y="20"/>
                    </a:lnTo>
                    <a:lnTo>
                      <a:pt x="1011" y="7"/>
                    </a:lnTo>
                    <a:lnTo>
                      <a:pt x="978" y="0"/>
                    </a:lnTo>
                    <a:lnTo>
                      <a:pt x="982" y="12"/>
                    </a:lnTo>
                    <a:lnTo>
                      <a:pt x="994" y="46"/>
                    </a:lnTo>
                    <a:lnTo>
                      <a:pt x="1007" y="100"/>
                    </a:lnTo>
                    <a:lnTo>
                      <a:pt x="1019" y="169"/>
                    </a:lnTo>
                    <a:lnTo>
                      <a:pt x="1022" y="252"/>
                    </a:lnTo>
                    <a:lnTo>
                      <a:pt x="1013" y="344"/>
                    </a:lnTo>
                    <a:lnTo>
                      <a:pt x="987" y="444"/>
                    </a:lnTo>
                    <a:lnTo>
                      <a:pt x="940" y="549"/>
                    </a:lnTo>
                    <a:lnTo>
                      <a:pt x="939" y="550"/>
                    </a:lnTo>
                    <a:lnTo>
                      <a:pt x="934" y="553"/>
                    </a:lnTo>
                    <a:lnTo>
                      <a:pt x="927" y="559"/>
                    </a:lnTo>
                    <a:lnTo>
                      <a:pt x="917" y="567"/>
                    </a:lnTo>
                    <a:lnTo>
                      <a:pt x="904" y="575"/>
                    </a:lnTo>
                    <a:lnTo>
                      <a:pt x="890" y="585"/>
                    </a:lnTo>
                    <a:lnTo>
                      <a:pt x="871" y="594"/>
                    </a:lnTo>
                    <a:lnTo>
                      <a:pt x="851" y="603"/>
                    </a:lnTo>
                    <a:lnTo>
                      <a:pt x="828" y="611"/>
                    </a:lnTo>
                    <a:lnTo>
                      <a:pt x="802" y="619"/>
                    </a:lnTo>
                    <a:lnTo>
                      <a:pt x="773" y="625"/>
                    </a:lnTo>
                    <a:lnTo>
                      <a:pt x="741" y="629"/>
                    </a:lnTo>
                    <a:lnTo>
                      <a:pt x="708" y="630"/>
                    </a:lnTo>
                    <a:lnTo>
                      <a:pt x="671" y="629"/>
                    </a:lnTo>
                    <a:lnTo>
                      <a:pt x="631" y="626"/>
                    </a:lnTo>
                    <a:lnTo>
                      <a:pt x="590" y="618"/>
                    </a:lnTo>
                    <a:lnTo>
                      <a:pt x="590" y="720"/>
                    </a:lnTo>
                    <a:lnTo>
                      <a:pt x="26" y="663"/>
                    </a:lnTo>
                    <a:lnTo>
                      <a:pt x="7" y="587"/>
                    </a:lnTo>
                    <a:close/>
                  </a:path>
                </a:pathLst>
              </a:custGeom>
              <a:solidFill>
                <a:schemeClr val="bg2">
                  <a:alpha val="100000"/>
                </a:schemeClr>
              </a:solidFill>
              <a:ln w="9525">
                <a:noFill/>
              </a:ln>
            </p:spPr>
            <p:txBody>
              <a:bodyPr/>
              <a:p>
                <a:endParaRPr lang="zh-CN" altLang="en-US"/>
              </a:p>
            </p:txBody>
          </p:sp>
          <p:sp>
            <p:nvSpPr>
              <p:cNvPr id="146141" name="Freeform 467"/>
              <p:cNvSpPr/>
              <p:nvPr/>
            </p:nvSpPr>
            <p:spPr>
              <a:xfrm>
                <a:off x="4862" y="1693"/>
                <a:ext cx="119" cy="38"/>
              </a:xfrm>
              <a:custGeom>
                <a:avLst/>
                <a:gdLst/>
                <a:ahLst/>
                <a:cxnLst>
                  <a:cxn ang="0">
                    <a:pos x="0" y="0"/>
                  </a:cxn>
                  <a:cxn ang="0">
                    <a:pos x="0" y="0"/>
                  </a:cxn>
                  <a:cxn ang="0">
                    <a:pos x="0" y="0"/>
                  </a:cxn>
                  <a:cxn ang="0">
                    <a:pos x="0" y="0"/>
                  </a:cxn>
                  <a:cxn ang="0">
                    <a:pos x="0" y="0"/>
                  </a:cxn>
                </a:cxnLst>
                <a:pathLst>
                  <a:path w="837" h="269">
                    <a:moveTo>
                      <a:pt x="837" y="96"/>
                    </a:moveTo>
                    <a:lnTo>
                      <a:pt x="12" y="0"/>
                    </a:lnTo>
                    <a:lnTo>
                      <a:pt x="0" y="96"/>
                    </a:lnTo>
                    <a:lnTo>
                      <a:pt x="812" y="269"/>
                    </a:lnTo>
                    <a:lnTo>
                      <a:pt x="837" y="96"/>
                    </a:lnTo>
                    <a:close/>
                  </a:path>
                </a:pathLst>
              </a:custGeom>
              <a:solidFill>
                <a:schemeClr val="bg2">
                  <a:alpha val="100000"/>
                </a:schemeClr>
              </a:solidFill>
              <a:ln w="9525">
                <a:noFill/>
              </a:ln>
            </p:spPr>
            <p:txBody>
              <a:bodyPr/>
              <a:p>
                <a:endParaRPr lang="zh-CN" altLang="en-US"/>
              </a:p>
            </p:txBody>
          </p:sp>
          <p:sp>
            <p:nvSpPr>
              <p:cNvPr id="146142" name="Freeform 468"/>
              <p:cNvSpPr/>
              <p:nvPr/>
            </p:nvSpPr>
            <p:spPr>
              <a:xfrm>
                <a:off x="4921" y="1705"/>
                <a:ext cx="51" cy="18"/>
              </a:xfrm>
              <a:custGeom>
                <a:avLst/>
                <a:gdLst/>
                <a:ahLst/>
                <a:cxnLst>
                  <a:cxn ang="0">
                    <a:pos x="0" y="0"/>
                  </a:cxn>
                  <a:cxn ang="0">
                    <a:pos x="0" y="0"/>
                  </a:cxn>
                  <a:cxn ang="0">
                    <a:pos x="0" y="0"/>
                  </a:cxn>
                  <a:cxn ang="0">
                    <a:pos x="0" y="0"/>
                  </a:cxn>
                  <a:cxn ang="0">
                    <a:pos x="0" y="0"/>
                  </a:cxn>
                </a:cxnLst>
                <a:pathLst>
                  <a:path w="358" h="122">
                    <a:moveTo>
                      <a:pt x="358" y="53"/>
                    </a:moveTo>
                    <a:lnTo>
                      <a:pt x="5" y="0"/>
                    </a:lnTo>
                    <a:lnTo>
                      <a:pt x="0" y="51"/>
                    </a:lnTo>
                    <a:lnTo>
                      <a:pt x="348" y="122"/>
                    </a:lnTo>
                    <a:lnTo>
                      <a:pt x="358" y="53"/>
                    </a:lnTo>
                    <a:close/>
                  </a:path>
                </a:pathLst>
              </a:custGeom>
              <a:solidFill>
                <a:schemeClr val="folHlink">
                  <a:alpha val="100000"/>
                </a:schemeClr>
              </a:solidFill>
              <a:ln w="9525">
                <a:noFill/>
              </a:ln>
            </p:spPr>
            <p:txBody>
              <a:bodyPr/>
              <a:p>
                <a:endParaRPr lang="zh-CN" altLang="en-US"/>
              </a:p>
            </p:txBody>
          </p:sp>
          <p:sp>
            <p:nvSpPr>
              <p:cNvPr id="146143" name="Freeform 469"/>
              <p:cNvSpPr/>
              <p:nvPr/>
            </p:nvSpPr>
            <p:spPr>
              <a:xfrm>
                <a:off x="4869" y="1696"/>
                <a:ext cx="34" cy="13"/>
              </a:xfrm>
              <a:custGeom>
                <a:avLst/>
                <a:gdLst/>
                <a:ahLst/>
                <a:cxnLst>
                  <a:cxn ang="0">
                    <a:pos x="0" y="0"/>
                  </a:cxn>
                  <a:cxn ang="0">
                    <a:pos x="0" y="0"/>
                  </a:cxn>
                  <a:cxn ang="0">
                    <a:pos x="0" y="0"/>
                  </a:cxn>
                  <a:cxn ang="0">
                    <a:pos x="0" y="0"/>
                  </a:cxn>
                  <a:cxn ang="0">
                    <a:pos x="0" y="0"/>
                  </a:cxn>
                </a:cxnLst>
                <a:pathLst>
                  <a:path w="239" h="91">
                    <a:moveTo>
                      <a:pt x="239" y="42"/>
                    </a:moveTo>
                    <a:lnTo>
                      <a:pt x="0" y="0"/>
                    </a:lnTo>
                    <a:lnTo>
                      <a:pt x="2" y="44"/>
                    </a:lnTo>
                    <a:lnTo>
                      <a:pt x="231" y="91"/>
                    </a:lnTo>
                    <a:lnTo>
                      <a:pt x="239" y="42"/>
                    </a:lnTo>
                    <a:close/>
                  </a:path>
                </a:pathLst>
              </a:custGeom>
              <a:solidFill>
                <a:schemeClr val="folHlink">
                  <a:alpha val="100000"/>
                </a:schemeClr>
              </a:solidFill>
              <a:ln w="9525">
                <a:noFill/>
              </a:ln>
            </p:spPr>
            <p:txBody>
              <a:bodyPr/>
              <a:p>
                <a:endParaRPr lang="zh-CN" altLang="en-US"/>
              </a:p>
            </p:txBody>
          </p:sp>
          <p:sp>
            <p:nvSpPr>
              <p:cNvPr id="146144" name="Freeform 470"/>
              <p:cNvSpPr/>
              <p:nvPr/>
            </p:nvSpPr>
            <p:spPr>
              <a:xfrm>
                <a:off x="4783" y="1709"/>
                <a:ext cx="202" cy="67"/>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409" h="466">
                    <a:moveTo>
                      <a:pt x="0" y="140"/>
                    </a:moveTo>
                    <a:lnTo>
                      <a:pt x="4" y="140"/>
                    </a:lnTo>
                    <a:lnTo>
                      <a:pt x="12" y="138"/>
                    </a:lnTo>
                    <a:lnTo>
                      <a:pt x="27" y="135"/>
                    </a:lnTo>
                    <a:lnTo>
                      <a:pt x="45" y="132"/>
                    </a:lnTo>
                    <a:lnTo>
                      <a:pt x="67" y="128"/>
                    </a:lnTo>
                    <a:lnTo>
                      <a:pt x="92" y="123"/>
                    </a:lnTo>
                    <a:lnTo>
                      <a:pt x="120" y="116"/>
                    </a:lnTo>
                    <a:lnTo>
                      <a:pt x="150" y="108"/>
                    </a:lnTo>
                    <a:lnTo>
                      <a:pt x="181" y="100"/>
                    </a:lnTo>
                    <a:lnTo>
                      <a:pt x="212" y="89"/>
                    </a:lnTo>
                    <a:lnTo>
                      <a:pt x="243" y="78"/>
                    </a:lnTo>
                    <a:lnTo>
                      <a:pt x="273" y="65"/>
                    </a:lnTo>
                    <a:lnTo>
                      <a:pt x="303" y="50"/>
                    </a:lnTo>
                    <a:lnTo>
                      <a:pt x="330" y="35"/>
                    </a:lnTo>
                    <a:lnTo>
                      <a:pt x="355" y="18"/>
                    </a:lnTo>
                    <a:lnTo>
                      <a:pt x="375" y="0"/>
                    </a:lnTo>
                    <a:lnTo>
                      <a:pt x="1409" y="236"/>
                    </a:lnTo>
                    <a:lnTo>
                      <a:pt x="1407" y="239"/>
                    </a:lnTo>
                    <a:lnTo>
                      <a:pt x="1401" y="245"/>
                    </a:lnTo>
                    <a:lnTo>
                      <a:pt x="1392" y="254"/>
                    </a:lnTo>
                    <a:lnTo>
                      <a:pt x="1379" y="265"/>
                    </a:lnTo>
                    <a:lnTo>
                      <a:pt x="1363" y="279"/>
                    </a:lnTo>
                    <a:lnTo>
                      <a:pt x="1345" y="295"/>
                    </a:lnTo>
                    <a:lnTo>
                      <a:pt x="1325" y="313"/>
                    </a:lnTo>
                    <a:lnTo>
                      <a:pt x="1303" y="332"/>
                    </a:lnTo>
                    <a:lnTo>
                      <a:pt x="1279" y="351"/>
                    </a:lnTo>
                    <a:lnTo>
                      <a:pt x="1253" y="371"/>
                    </a:lnTo>
                    <a:lnTo>
                      <a:pt x="1227" y="390"/>
                    </a:lnTo>
                    <a:lnTo>
                      <a:pt x="1200" y="409"/>
                    </a:lnTo>
                    <a:lnTo>
                      <a:pt x="1172" y="426"/>
                    </a:lnTo>
                    <a:lnTo>
                      <a:pt x="1145" y="441"/>
                    </a:lnTo>
                    <a:lnTo>
                      <a:pt x="1117" y="455"/>
                    </a:lnTo>
                    <a:lnTo>
                      <a:pt x="1091" y="466"/>
                    </a:lnTo>
                    <a:lnTo>
                      <a:pt x="0" y="140"/>
                    </a:lnTo>
                    <a:close/>
                  </a:path>
                </a:pathLst>
              </a:custGeom>
              <a:solidFill>
                <a:schemeClr val="bg2">
                  <a:alpha val="100000"/>
                </a:schemeClr>
              </a:solidFill>
              <a:ln w="9525">
                <a:noFill/>
              </a:ln>
            </p:spPr>
            <p:txBody>
              <a:bodyPr/>
              <a:p>
                <a:endParaRPr lang="zh-CN" altLang="en-US"/>
              </a:p>
            </p:txBody>
          </p:sp>
          <p:sp>
            <p:nvSpPr>
              <p:cNvPr id="146145" name="Freeform 471"/>
              <p:cNvSpPr/>
              <p:nvPr/>
            </p:nvSpPr>
            <p:spPr>
              <a:xfrm>
                <a:off x="4984" y="1702"/>
                <a:ext cx="72" cy="32"/>
              </a:xfrm>
              <a:custGeom>
                <a:avLst/>
                <a:gdLst/>
                <a:ahLst/>
                <a:cxnLst>
                  <a:cxn ang="0">
                    <a:pos x="0" y="0"/>
                  </a:cxn>
                  <a:cxn ang="0">
                    <a:pos x="0" y="0"/>
                  </a:cxn>
                  <a:cxn ang="0">
                    <a:pos x="0" y="0"/>
                  </a:cxn>
                  <a:cxn ang="0">
                    <a:pos x="0" y="0"/>
                  </a:cxn>
                  <a:cxn ang="0">
                    <a:pos x="0" y="0"/>
                  </a:cxn>
                  <a:cxn ang="0">
                    <a:pos x="0" y="0"/>
                  </a:cxn>
                </a:cxnLst>
                <a:pathLst>
                  <a:path w="502" h="223">
                    <a:moveTo>
                      <a:pt x="51" y="223"/>
                    </a:moveTo>
                    <a:lnTo>
                      <a:pt x="502" y="90"/>
                    </a:lnTo>
                    <a:lnTo>
                      <a:pt x="229" y="0"/>
                    </a:lnTo>
                    <a:lnTo>
                      <a:pt x="6" y="26"/>
                    </a:lnTo>
                    <a:lnTo>
                      <a:pt x="0" y="211"/>
                    </a:lnTo>
                    <a:lnTo>
                      <a:pt x="51" y="223"/>
                    </a:lnTo>
                    <a:close/>
                  </a:path>
                </a:pathLst>
              </a:custGeom>
              <a:solidFill>
                <a:schemeClr val="bg2">
                  <a:alpha val="100000"/>
                </a:schemeClr>
              </a:solidFill>
              <a:ln w="9525">
                <a:noFill/>
              </a:ln>
            </p:spPr>
            <p:txBody>
              <a:bodyPr/>
              <a:p>
                <a:endParaRPr lang="zh-CN" altLang="en-US"/>
              </a:p>
            </p:txBody>
          </p:sp>
          <p:sp>
            <p:nvSpPr>
              <p:cNvPr id="146146" name="Freeform 472"/>
              <p:cNvSpPr/>
              <p:nvPr/>
            </p:nvSpPr>
            <p:spPr>
              <a:xfrm>
                <a:off x="4799" y="1565"/>
                <a:ext cx="38" cy="152"/>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67" h="1064">
                    <a:moveTo>
                      <a:pt x="267" y="26"/>
                    </a:moveTo>
                    <a:lnTo>
                      <a:pt x="266" y="24"/>
                    </a:lnTo>
                    <a:lnTo>
                      <a:pt x="262" y="22"/>
                    </a:lnTo>
                    <a:lnTo>
                      <a:pt x="254" y="20"/>
                    </a:lnTo>
                    <a:lnTo>
                      <a:pt x="244" y="16"/>
                    </a:lnTo>
                    <a:lnTo>
                      <a:pt x="232" y="12"/>
                    </a:lnTo>
                    <a:lnTo>
                      <a:pt x="218" y="8"/>
                    </a:lnTo>
                    <a:lnTo>
                      <a:pt x="202" y="5"/>
                    </a:lnTo>
                    <a:lnTo>
                      <a:pt x="184" y="1"/>
                    </a:lnTo>
                    <a:lnTo>
                      <a:pt x="164" y="0"/>
                    </a:lnTo>
                    <a:lnTo>
                      <a:pt x="143" y="0"/>
                    </a:lnTo>
                    <a:lnTo>
                      <a:pt x="121" y="3"/>
                    </a:lnTo>
                    <a:lnTo>
                      <a:pt x="98" y="6"/>
                    </a:lnTo>
                    <a:lnTo>
                      <a:pt x="74" y="13"/>
                    </a:lnTo>
                    <a:lnTo>
                      <a:pt x="50" y="22"/>
                    </a:lnTo>
                    <a:lnTo>
                      <a:pt x="25" y="35"/>
                    </a:lnTo>
                    <a:lnTo>
                      <a:pt x="0" y="51"/>
                    </a:lnTo>
                    <a:lnTo>
                      <a:pt x="0" y="1064"/>
                    </a:lnTo>
                    <a:lnTo>
                      <a:pt x="1" y="1064"/>
                    </a:lnTo>
                    <a:lnTo>
                      <a:pt x="7" y="1064"/>
                    </a:lnTo>
                    <a:lnTo>
                      <a:pt x="15" y="1063"/>
                    </a:lnTo>
                    <a:lnTo>
                      <a:pt x="25" y="1062"/>
                    </a:lnTo>
                    <a:lnTo>
                      <a:pt x="37" y="1060"/>
                    </a:lnTo>
                    <a:lnTo>
                      <a:pt x="52" y="1057"/>
                    </a:lnTo>
                    <a:lnTo>
                      <a:pt x="69" y="1054"/>
                    </a:lnTo>
                    <a:lnTo>
                      <a:pt x="88" y="1049"/>
                    </a:lnTo>
                    <a:lnTo>
                      <a:pt x="108" y="1044"/>
                    </a:lnTo>
                    <a:lnTo>
                      <a:pt x="129" y="1037"/>
                    </a:lnTo>
                    <a:lnTo>
                      <a:pt x="152" y="1029"/>
                    </a:lnTo>
                    <a:lnTo>
                      <a:pt x="175" y="1018"/>
                    </a:lnTo>
                    <a:lnTo>
                      <a:pt x="198" y="1007"/>
                    </a:lnTo>
                    <a:lnTo>
                      <a:pt x="222" y="994"/>
                    </a:lnTo>
                    <a:lnTo>
                      <a:pt x="244" y="979"/>
                    </a:lnTo>
                    <a:lnTo>
                      <a:pt x="267" y="962"/>
                    </a:lnTo>
                    <a:lnTo>
                      <a:pt x="267" y="26"/>
                    </a:lnTo>
                    <a:close/>
                  </a:path>
                </a:pathLst>
              </a:custGeom>
              <a:solidFill>
                <a:schemeClr val="bg2">
                  <a:alpha val="100000"/>
                </a:schemeClr>
              </a:solidFill>
              <a:ln w="9525">
                <a:noFill/>
              </a:ln>
            </p:spPr>
            <p:txBody>
              <a:bodyPr/>
              <a:p>
                <a:endParaRPr lang="zh-CN" altLang="en-US"/>
              </a:p>
            </p:txBody>
          </p:sp>
          <p:sp>
            <p:nvSpPr>
              <p:cNvPr id="146147" name="Freeform 473"/>
              <p:cNvSpPr/>
              <p:nvPr/>
            </p:nvSpPr>
            <p:spPr>
              <a:xfrm>
                <a:off x="4800" y="1567"/>
                <a:ext cx="33" cy="12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28" h="898">
                    <a:moveTo>
                      <a:pt x="228" y="21"/>
                    </a:moveTo>
                    <a:lnTo>
                      <a:pt x="227" y="20"/>
                    </a:lnTo>
                    <a:lnTo>
                      <a:pt x="224" y="19"/>
                    </a:lnTo>
                    <a:lnTo>
                      <a:pt x="217" y="17"/>
                    </a:lnTo>
                    <a:lnTo>
                      <a:pt x="209" y="13"/>
                    </a:lnTo>
                    <a:lnTo>
                      <a:pt x="199" y="10"/>
                    </a:lnTo>
                    <a:lnTo>
                      <a:pt x="186" y="6"/>
                    </a:lnTo>
                    <a:lnTo>
                      <a:pt x="172" y="4"/>
                    </a:lnTo>
                    <a:lnTo>
                      <a:pt x="157" y="2"/>
                    </a:lnTo>
                    <a:lnTo>
                      <a:pt x="140" y="0"/>
                    </a:lnTo>
                    <a:lnTo>
                      <a:pt x="122" y="0"/>
                    </a:lnTo>
                    <a:lnTo>
                      <a:pt x="104" y="2"/>
                    </a:lnTo>
                    <a:lnTo>
                      <a:pt x="83" y="5"/>
                    </a:lnTo>
                    <a:lnTo>
                      <a:pt x="64" y="11"/>
                    </a:lnTo>
                    <a:lnTo>
                      <a:pt x="42" y="19"/>
                    </a:lnTo>
                    <a:lnTo>
                      <a:pt x="21" y="29"/>
                    </a:lnTo>
                    <a:lnTo>
                      <a:pt x="0" y="43"/>
                    </a:lnTo>
                    <a:lnTo>
                      <a:pt x="0" y="898"/>
                    </a:lnTo>
                    <a:lnTo>
                      <a:pt x="1" y="898"/>
                    </a:lnTo>
                    <a:lnTo>
                      <a:pt x="5" y="898"/>
                    </a:lnTo>
                    <a:lnTo>
                      <a:pt x="12" y="897"/>
                    </a:lnTo>
                    <a:lnTo>
                      <a:pt x="21" y="896"/>
                    </a:lnTo>
                    <a:lnTo>
                      <a:pt x="32" y="894"/>
                    </a:lnTo>
                    <a:lnTo>
                      <a:pt x="45" y="892"/>
                    </a:lnTo>
                    <a:lnTo>
                      <a:pt x="59" y="889"/>
                    </a:lnTo>
                    <a:lnTo>
                      <a:pt x="75" y="884"/>
                    </a:lnTo>
                    <a:lnTo>
                      <a:pt x="92" y="879"/>
                    </a:lnTo>
                    <a:lnTo>
                      <a:pt x="111" y="874"/>
                    </a:lnTo>
                    <a:lnTo>
                      <a:pt x="130" y="867"/>
                    </a:lnTo>
                    <a:lnTo>
                      <a:pt x="149" y="858"/>
                    </a:lnTo>
                    <a:lnTo>
                      <a:pt x="169" y="848"/>
                    </a:lnTo>
                    <a:lnTo>
                      <a:pt x="190" y="837"/>
                    </a:lnTo>
                    <a:lnTo>
                      <a:pt x="209" y="824"/>
                    </a:lnTo>
                    <a:lnTo>
                      <a:pt x="228" y="809"/>
                    </a:lnTo>
                    <a:lnTo>
                      <a:pt x="228" y="21"/>
                    </a:lnTo>
                    <a:close/>
                  </a:path>
                </a:pathLst>
              </a:custGeom>
              <a:solidFill>
                <a:schemeClr val="bg2">
                  <a:alpha val="100000"/>
                </a:schemeClr>
              </a:solidFill>
              <a:ln w="9525">
                <a:noFill/>
              </a:ln>
            </p:spPr>
            <p:txBody>
              <a:bodyPr/>
              <a:p>
                <a:endParaRPr lang="zh-CN" altLang="en-US"/>
              </a:p>
            </p:txBody>
          </p:sp>
          <p:sp>
            <p:nvSpPr>
              <p:cNvPr id="146148" name="Freeform 474"/>
              <p:cNvSpPr/>
              <p:nvPr/>
            </p:nvSpPr>
            <p:spPr>
              <a:xfrm>
                <a:off x="4801" y="1568"/>
                <a:ext cx="27" cy="104"/>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92" h="729">
                    <a:moveTo>
                      <a:pt x="192" y="17"/>
                    </a:moveTo>
                    <a:lnTo>
                      <a:pt x="191" y="17"/>
                    </a:lnTo>
                    <a:lnTo>
                      <a:pt x="187" y="15"/>
                    </a:lnTo>
                    <a:lnTo>
                      <a:pt x="183" y="12"/>
                    </a:lnTo>
                    <a:lnTo>
                      <a:pt x="176" y="10"/>
                    </a:lnTo>
                    <a:lnTo>
                      <a:pt x="167" y="8"/>
                    </a:lnTo>
                    <a:lnTo>
                      <a:pt x="156" y="4"/>
                    </a:lnTo>
                    <a:lnTo>
                      <a:pt x="145" y="2"/>
                    </a:lnTo>
                    <a:lnTo>
                      <a:pt x="132" y="0"/>
                    </a:lnTo>
                    <a:lnTo>
                      <a:pt x="117" y="0"/>
                    </a:lnTo>
                    <a:lnTo>
                      <a:pt x="102" y="0"/>
                    </a:lnTo>
                    <a:lnTo>
                      <a:pt x="86" y="1"/>
                    </a:lnTo>
                    <a:lnTo>
                      <a:pt x="70" y="3"/>
                    </a:lnTo>
                    <a:lnTo>
                      <a:pt x="53" y="8"/>
                    </a:lnTo>
                    <a:lnTo>
                      <a:pt x="35" y="15"/>
                    </a:lnTo>
                    <a:lnTo>
                      <a:pt x="18" y="24"/>
                    </a:lnTo>
                    <a:lnTo>
                      <a:pt x="0" y="35"/>
                    </a:lnTo>
                    <a:lnTo>
                      <a:pt x="0" y="729"/>
                    </a:lnTo>
                    <a:lnTo>
                      <a:pt x="1" y="729"/>
                    </a:lnTo>
                    <a:lnTo>
                      <a:pt x="4" y="729"/>
                    </a:lnTo>
                    <a:lnTo>
                      <a:pt x="10" y="728"/>
                    </a:lnTo>
                    <a:lnTo>
                      <a:pt x="18" y="727"/>
                    </a:lnTo>
                    <a:lnTo>
                      <a:pt x="27" y="726"/>
                    </a:lnTo>
                    <a:lnTo>
                      <a:pt x="37" y="725"/>
                    </a:lnTo>
                    <a:lnTo>
                      <a:pt x="50" y="721"/>
                    </a:lnTo>
                    <a:lnTo>
                      <a:pt x="64" y="719"/>
                    </a:lnTo>
                    <a:lnTo>
                      <a:pt x="77" y="714"/>
                    </a:lnTo>
                    <a:lnTo>
                      <a:pt x="92" y="710"/>
                    </a:lnTo>
                    <a:lnTo>
                      <a:pt x="108" y="704"/>
                    </a:lnTo>
                    <a:lnTo>
                      <a:pt x="125" y="697"/>
                    </a:lnTo>
                    <a:lnTo>
                      <a:pt x="141" y="689"/>
                    </a:lnTo>
                    <a:lnTo>
                      <a:pt x="159" y="680"/>
                    </a:lnTo>
                    <a:lnTo>
                      <a:pt x="176" y="668"/>
                    </a:lnTo>
                    <a:lnTo>
                      <a:pt x="192" y="657"/>
                    </a:lnTo>
                    <a:lnTo>
                      <a:pt x="192" y="17"/>
                    </a:lnTo>
                    <a:close/>
                  </a:path>
                </a:pathLst>
              </a:custGeom>
              <a:solidFill>
                <a:srgbClr val="DDDDDD">
                  <a:alpha val="100000"/>
                </a:srgbClr>
              </a:solidFill>
              <a:ln w="9525">
                <a:noFill/>
              </a:ln>
            </p:spPr>
            <p:txBody>
              <a:bodyPr/>
              <a:p>
                <a:endParaRPr lang="zh-CN" altLang="en-US"/>
              </a:p>
            </p:txBody>
          </p:sp>
          <p:sp>
            <p:nvSpPr>
              <p:cNvPr id="146149" name="Freeform 475"/>
              <p:cNvSpPr/>
              <p:nvPr/>
            </p:nvSpPr>
            <p:spPr>
              <a:xfrm>
                <a:off x="4802" y="1569"/>
                <a:ext cx="22" cy="8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56" h="564">
                    <a:moveTo>
                      <a:pt x="156" y="15"/>
                    </a:moveTo>
                    <a:lnTo>
                      <a:pt x="153" y="14"/>
                    </a:lnTo>
                    <a:lnTo>
                      <a:pt x="142" y="9"/>
                    </a:lnTo>
                    <a:lnTo>
                      <a:pt x="127" y="4"/>
                    </a:lnTo>
                    <a:lnTo>
                      <a:pt x="108" y="1"/>
                    </a:lnTo>
                    <a:lnTo>
                      <a:pt x="84" y="0"/>
                    </a:lnTo>
                    <a:lnTo>
                      <a:pt x="58" y="3"/>
                    </a:lnTo>
                    <a:lnTo>
                      <a:pt x="29" y="12"/>
                    </a:lnTo>
                    <a:lnTo>
                      <a:pt x="0" y="28"/>
                    </a:lnTo>
                    <a:lnTo>
                      <a:pt x="0" y="564"/>
                    </a:lnTo>
                    <a:lnTo>
                      <a:pt x="4" y="564"/>
                    </a:lnTo>
                    <a:lnTo>
                      <a:pt x="15" y="563"/>
                    </a:lnTo>
                    <a:lnTo>
                      <a:pt x="31" y="560"/>
                    </a:lnTo>
                    <a:lnTo>
                      <a:pt x="52" y="555"/>
                    </a:lnTo>
                    <a:lnTo>
                      <a:pt x="76" y="548"/>
                    </a:lnTo>
                    <a:lnTo>
                      <a:pt x="102" y="537"/>
                    </a:lnTo>
                    <a:lnTo>
                      <a:pt x="128" y="524"/>
                    </a:lnTo>
                    <a:lnTo>
                      <a:pt x="156" y="505"/>
                    </a:lnTo>
                    <a:lnTo>
                      <a:pt x="156" y="15"/>
                    </a:lnTo>
                    <a:close/>
                  </a:path>
                </a:pathLst>
              </a:custGeom>
              <a:solidFill>
                <a:schemeClr val="bg2">
                  <a:alpha val="100000"/>
                </a:schemeClr>
              </a:solidFill>
              <a:ln w="9525">
                <a:noFill/>
              </a:ln>
            </p:spPr>
            <p:txBody>
              <a:bodyPr/>
              <a:p>
                <a:endParaRPr lang="zh-CN" altLang="en-US"/>
              </a:p>
            </p:txBody>
          </p:sp>
          <p:sp>
            <p:nvSpPr>
              <p:cNvPr id="146150" name="Freeform 476"/>
              <p:cNvSpPr/>
              <p:nvPr/>
            </p:nvSpPr>
            <p:spPr>
              <a:xfrm>
                <a:off x="4803" y="1571"/>
                <a:ext cx="17" cy="5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7" h="396">
                    <a:moveTo>
                      <a:pt x="117" y="10"/>
                    </a:moveTo>
                    <a:lnTo>
                      <a:pt x="115" y="9"/>
                    </a:lnTo>
                    <a:lnTo>
                      <a:pt x="107" y="6"/>
                    </a:lnTo>
                    <a:lnTo>
                      <a:pt x="95" y="2"/>
                    </a:lnTo>
                    <a:lnTo>
                      <a:pt x="80" y="0"/>
                    </a:lnTo>
                    <a:lnTo>
                      <a:pt x="63" y="0"/>
                    </a:lnTo>
                    <a:lnTo>
                      <a:pt x="43" y="2"/>
                    </a:lnTo>
                    <a:lnTo>
                      <a:pt x="22" y="9"/>
                    </a:lnTo>
                    <a:lnTo>
                      <a:pt x="0" y="22"/>
                    </a:lnTo>
                    <a:lnTo>
                      <a:pt x="0" y="396"/>
                    </a:lnTo>
                    <a:lnTo>
                      <a:pt x="3" y="396"/>
                    </a:lnTo>
                    <a:lnTo>
                      <a:pt x="11" y="395"/>
                    </a:lnTo>
                    <a:lnTo>
                      <a:pt x="23" y="393"/>
                    </a:lnTo>
                    <a:lnTo>
                      <a:pt x="39" y="389"/>
                    </a:lnTo>
                    <a:lnTo>
                      <a:pt x="58" y="385"/>
                    </a:lnTo>
                    <a:lnTo>
                      <a:pt x="77" y="377"/>
                    </a:lnTo>
                    <a:lnTo>
                      <a:pt x="96" y="365"/>
                    </a:lnTo>
                    <a:lnTo>
                      <a:pt x="117" y="351"/>
                    </a:lnTo>
                    <a:lnTo>
                      <a:pt x="117" y="10"/>
                    </a:lnTo>
                    <a:close/>
                  </a:path>
                </a:pathLst>
              </a:custGeom>
              <a:solidFill>
                <a:schemeClr val="bg2">
                  <a:alpha val="100000"/>
                </a:schemeClr>
              </a:solidFill>
              <a:ln w="9525">
                <a:noFill/>
              </a:ln>
            </p:spPr>
            <p:txBody>
              <a:bodyPr/>
              <a:p>
                <a:endParaRPr lang="zh-CN" altLang="en-US"/>
              </a:p>
            </p:txBody>
          </p:sp>
          <p:sp>
            <p:nvSpPr>
              <p:cNvPr id="146151" name="Freeform 477"/>
              <p:cNvSpPr/>
              <p:nvPr/>
            </p:nvSpPr>
            <p:spPr>
              <a:xfrm>
                <a:off x="4804" y="1572"/>
                <a:ext cx="11" cy="33"/>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80" h="230">
                    <a:moveTo>
                      <a:pt x="80" y="7"/>
                    </a:moveTo>
                    <a:lnTo>
                      <a:pt x="78" y="6"/>
                    </a:lnTo>
                    <a:lnTo>
                      <a:pt x="73" y="5"/>
                    </a:lnTo>
                    <a:lnTo>
                      <a:pt x="65" y="2"/>
                    </a:lnTo>
                    <a:lnTo>
                      <a:pt x="55" y="0"/>
                    </a:lnTo>
                    <a:lnTo>
                      <a:pt x="44" y="0"/>
                    </a:lnTo>
                    <a:lnTo>
                      <a:pt x="30" y="1"/>
                    </a:lnTo>
                    <a:lnTo>
                      <a:pt x="15" y="7"/>
                    </a:lnTo>
                    <a:lnTo>
                      <a:pt x="0" y="15"/>
                    </a:lnTo>
                    <a:lnTo>
                      <a:pt x="0" y="230"/>
                    </a:lnTo>
                    <a:lnTo>
                      <a:pt x="3" y="230"/>
                    </a:lnTo>
                    <a:lnTo>
                      <a:pt x="7" y="229"/>
                    </a:lnTo>
                    <a:lnTo>
                      <a:pt x="16" y="228"/>
                    </a:lnTo>
                    <a:lnTo>
                      <a:pt x="27" y="225"/>
                    </a:lnTo>
                    <a:lnTo>
                      <a:pt x="39" y="222"/>
                    </a:lnTo>
                    <a:lnTo>
                      <a:pt x="53" y="216"/>
                    </a:lnTo>
                    <a:lnTo>
                      <a:pt x="67" y="208"/>
                    </a:lnTo>
                    <a:lnTo>
                      <a:pt x="80" y="199"/>
                    </a:lnTo>
                    <a:lnTo>
                      <a:pt x="80" y="7"/>
                    </a:lnTo>
                    <a:close/>
                  </a:path>
                </a:pathLst>
              </a:custGeom>
              <a:solidFill>
                <a:schemeClr val="bg2">
                  <a:alpha val="100000"/>
                </a:schemeClr>
              </a:solidFill>
              <a:ln w="9525">
                <a:noFill/>
              </a:ln>
            </p:spPr>
            <p:txBody>
              <a:bodyPr/>
              <a:p>
                <a:endParaRPr lang="zh-CN" altLang="en-US"/>
              </a:p>
            </p:txBody>
          </p:sp>
          <p:sp>
            <p:nvSpPr>
              <p:cNvPr id="146152" name="Freeform 478"/>
              <p:cNvSpPr/>
              <p:nvPr/>
            </p:nvSpPr>
            <p:spPr>
              <a:xfrm>
                <a:off x="4942" y="1666"/>
                <a:ext cx="16" cy="17"/>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7" h="117">
                    <a:moveTo>
                      <a:pt x="58" y="117"/>
                    </a:moveTo>
                    <a:lnTo>
                      <a:pt x="70" y="116"/>
                    </a:lnTo>
                    <a:lnTo>
                      <a:pt x="81" y="112"/>
                    </a:lnTo>
                    <a:lnTo>
                      <a:pt x="90" y="106"/>
                    </a:lnTo>
                    <a:lnTo>
                      <a:pt x="100" y="100"/>
                    </a:lnTo>
                    <a:lnTo>
                      <a:pt x="106" y="90"/>
                    </a:lnTo>
                    <a:lnTo>
                      <a:pt x="112" y="81"/>
                    </a:lnTo>
                    <a:lnTo>
                      <a:pt x="116" y="70"/>
                    </a:lnTo>
                    <a:lnTo>
                      <a:pt x="117" y="58"/>
                    </a:lnTo>
                    <a:lnTo>
                      <a:pt x="116" y="46"/>
                    </a:lnTo>
                    <a:lnTo>
                      <a:pt x="112" y="35"/>
                    </a:lnTo>
                    <a:lnTo>
                      <a:pt x="106" y="25"/>
                    </a:lnTo>
                    <a:lnTo>
                      <a:pt x="100" y="17"/>
                    </a:lnTo>
                    <a:lnTo>
                      <a:pt x="90" y="9"/>
                    </a:lnTo>
                    <a:lnTo>
                      <a:pt x="81" y="4"/>
                    </a:lnTo>
                    <a:lnTo>
                      <a:pt x="70" y="1"/>
                    </a:lnTo>
                    <a:lnTo>
                      <a:pt x="58" y="0"/>
                    </a:lnTo>
                    <a:lnTo>
                      <a:pt x="47" y="1"/>
                    </a:lnTo>
                    <a:lnTo>
                      <a:pt x="36" y="4"/>
                    </a:lnTo>
                    <a:lnTo>
                      <a:pt x="26" y="9"/>
                    </a:lnTo>
                    <a:lnTo>
                      <a:pt x="17" y="17"/>
                    </a:lnTo>
                    <a:lnTo>
                      <a:pt x="10" y="25"/>
                    </a:lnTo>
                    <a:lnTo>
                      <a:pt x="5" y="35"/>
                    </a:lnTo>
                    <a:lnTo>
                      <a:pt x="1" y="46"/>
                    </a:lnTo>
                    <a:lnTo>
                      <a:pt x="0" y="58"/>
                    </a:lnTo>
                    <a:lnTo>
                      <a:pt x="1" y="70"/>
                    </a:lnTo>
                    <a:lnTo>
                      <a:pt x="5" y="81"/>
                    </a:lnTo>
                    <a:lnTo>
                      <a:pt x="10" y="90"/>
                    </a:lnTo>
                    <a:lnTo>
                      <a:pt x="17" y="100"/>
                    </a:lnTo>
                    <a:lnTo>
                      <a:pt x="26" y="106"/>
                    </a:lnTo>
                    <a:lnTo>
                      <a:pt x="36" y="112"/>
                    </a:lnTo>
                    <a:lnTo>
                      <a:pt x="47" y="116"/>
                    </a:lnTo>
                    <a:lnTo>
                      <a:pt x="58" y="117"/>
                    </a:lnTo>
                    <a:close/>
                  </a:path>
                </a:pathLst>
              </a:custGeom>
              <a:solidFill>
                <a:schemeClr val="bg2">
                  <a:alpha val="100000"/>
                </a:schemeClr>
              </a:solidFill>
              <a:ln w="9525">
                <a:noFill/>
              </a:ln>
            </p:spPr>
            <p:txBody>
              <a:bodyPr/>
              <a:p>
                <a:endParaRPr lang="zh-CN" altLang="en-US"/>
              </a:p>
            </p:txBody>
          </p:sp>
          <p:sp>
            <p:nvSpPr>
              <p:cNvPr id="146153" name="Freeform 479"/>
              <p:cNvSpPr/>
              <p:nvPr/>
            </p:nvSpPr>
            <p:spPr>
              <a:xfrm>
                <a:off x="4890" y="1666"/>
                <a:ext cx="9" cy="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8" h="59">
                    <a:moveTo>
                      <a:pt x="29" y="59"/>
                    </a:moveTo>
                    <a:lnTo>
                      <a:pt x="40" y="56"/>
                    </a:lnTo>
                    <a:lnTo>
                      <a:pt x="50" y="49"/>
                    </a:lnTo>
                    <a:lnTo>
                      <a:pt x="56" y="40"/>
                    </a:lnTo>
                    <a:lnTo>
                      <a:pt x="58" y="29"/>
                    </a:lnTo>
                    <a:lnTo>
                      <a:pt x="56" y="17"/>
                    </a:lnTo>
                    <a:lnTo>
                      <a:pt x="50" y="8"/>
                    </a:lnTo>
                    <a:lnTo>
                      <a:pt x="40" y="2"/>
                    </a:lnTo>
                    <a:lnTo>
                      <a:pt x="29" y="0"/>
                    </a:lnTo>
                    <a:lnTo>
                      <a:pt x="17" y="2"/>
                    </a:lnTo>
                    <a:lnTo>
                      <a:pt x="8" y="8"/>
                    </a:lnTo>
                    <a:lnTo>
                      <a:pt x="2" y="17"/>
                    </a:lnTo>
                    <a:lnTo>
                      <a:pt x="0" y="29"/>
                    </a:lnTo>
                    <a:lnTo>
                      <a:pt x="2" y="40"/>
                    </a:lnTo>
                    <a:lnTo>
                      <a:pt x="8" y="49"/>
                    </a:lnTo>
                    <a:lnTo>
                      <a:pt x="17" y="56"/>
                    </a:lnTo>
                    <a:lnTo>
                      <a:pt x="29" y="59"/>
                    </a:lnTo>
                    <a:close/>
                  </a:path>
                </a:pathLst>
              </a:custGeom>
              <a:solidFill>
                <a:srgbClr val="FFFFFF">
                  <a:alpha val="100000"/>
                </a:srgbClr>
              </a:solidFill>
              <a:ln w="9525">
                <a:noFill/>
              </a:ln>
            </p:spPr>
            <p:txBody>
              <a:bodyPr/>
              <a:p>
                <a:endParaRPr lang="zh-CN" altLang="en-US"/>
              </a:p>
            </p:txBody>
          </p:sp>
          <p:sp>
            <p:nvSpPr>
              <p:cNvPr id="146154" name="Freeform 480"/>
              <p:cNvSpPr/>
              <p:nvPr/>
            </p:nvSpPr>
            <p:spPr>
              <a:xfrm>
                <a:off x="4905" y="1667"/>
                <a:ext cx="8" cy="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8" h="59">
                    <a:moveTo>
                      <a:pt x="29" y="59"/>
                    </a:moveTo>
                    <a:lnTo>
                      <a:pt x="41" y="57"/>
                    </a:lnTo>
                    <a:lnTo>
                      <a:pt x="50" y="51"/>
                    </a:lnTo>
                    <a:lnTo>
                      <a:pt x="56" y="42"/>
                    </a:lnTo>
                    <a:lnTo>
                      <a:pt x="58" y="30"/>
                    </a:lnTo>
                    <a:lnTo>
                      <a:pt x="56" y="19"/>
                    </a:lnTo>
                    <a:lnTo>
                      <a:pt x="50" y="9"/>
                    </a:lnTo>
                    <a:lnTo>
                      <a:pt x="41" y="3"/>
                    </a:lnTo>
                    <a:lnTo>
                      <a:pt x="29" y="0"/>
                    </a:lnTo>
                    <a:lnTo>
                      <a:pt x="18" y="3"/>
                    </a:lnTo>
                    <a:lnTo>
                      <a:pt x="9" y="9"/>
                    </a:lnTo>
                    <a:lnTo>
                      <a:pt x="2" y="19"/>
                    </a:lnTo>
                    <a:lnTo>
                      <a:pt x="0" y="30"/>
                    </a:lnTo>
                    <a:lnTo>
                      <a:pt x="2" y="42"/>
                    </a:lnTo>
                    <a:lnTo>
                      <a:pt x="9" y="51"/>
                    </a:lnTo>
                    <a:lnTo>
                      <a:pt x="18" y="57"/>
                    </a:lnTo>
                    <a:lnTo>
                      <a:pt x="29" y="59"/>
                    </a:lnTo>
                    <a:close/>
                  </a:path>
                </a:pathLst>
              </a:custGeom>
              <a:solidFill>
                <a:srgbClr val="FFFFFF">
                  <a:alpha val="100000"/>
                </a:srgbClr>
              </a:solidFill>
              <a:ln w="9525">
                <a:noFill/>
              </a:ln>
            </p:spPr>
            <p:txBody>
              <a:bodyPr/>
              <a:p>
                <a:endParaRPr lang="zh-CN" altLang="en-US"/>
              </a:p>
            </p:txBody>
          </p:sp>
          <p:sp>
            <p:nvSpPr>
              <p:cNvPr id="146155" name="Freeform 481"/>
              <p:cNvSpPr/>
              <p:nvPr/>
            </p:nvSpPr>
            <p:spPr>
              <a:xfrm>
                <a:off x="4849" y="1552"/>
                <a:ext cx="23" cy="114"/>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66" h="800">
                    <a:moveTo>
                      <a:pt x="52" y="16"/>
                    </a:moveTo>
                    <a:lnTo>
                      <a:pt x="47" y="32"/>
                    </a:lnTo>
                    <a:lnTo>
                      <a:pt x="36" y="77"/>
                    </a:lnTo>
                    <a:lnTo>
                      <a:pt x="21" y="148"/>
                    </a:lnTo>
                    <a:lnTo>
                      <a:pt x="8" y="244"/>
                    </a:lnTo>
                    <a:lnTo>
                      <a:pt x="0" y="359"/>
                    </a:lnTo>
                    <a:lnTo>
                      <a:pt x="2" y="492"/>
                    </a:lnTo>
                    <a:lnTo>
                      <a:pt x="15" y="640"/>
                    </a:lnTo>
                    <a:lnTo>
                      <a:pt x="46" y="800"/>
                    </a:lnTo>
                    <a:lnTo>
                      <a:pt x="161" y="794"/>
                    </a:lnTo>
                    <a:lnTo>
                      <a:pt x="156" y="770"/>
                    </a:lnTo>
                    <a:lnTo>
                      <a:pt x="145" y="706"/>
                    </a:lnTo>
                    <a:lnTo>
                      <a:pt x="131" y="610"/>
                    </a:lnTo>
                    <a:lnTo>
                      <a:pt x="118" y="493"/>
                    </a:lnTo>
                    <a:lnTo>
                      <a:pt x="111" y="364"/>
                    </a:lnTo>
                    <a:lnTo>
                      <a:pt x="115" y="235"/>
                    </a:lnTo>
                    <a:lnTo>
                      <a:pt x="132" y="113"/>
                    </a:lnTo>
                    <a:lnTo>
                      <a:pt x="166" y="9"/>
                    </a:lnTo>
                    <a:lnTo>
                      <a:pt x="166" y="8"/>
                    </a:lnTo>
                    <a:lnTo>
                      <a:pt x="166" y="6"/>
                    </a:lnTo>
                    <a:lnTo>
                      <a:pt x="164" y="4"/>
                    </a:lnTo>
                    <a:lnTo>
                      <a:pt x="157" y="0"/>
                    </a:lnTo>
                    <a:lnTo>
                      <a:pt x="143" y="0"/>
                    </a:lnTo>
                    <a:lnTo>
                      <a:pt x="123" y="1"/>
                    </a:lnTo>
                    <a:lnTo>
                      <a:pt x="93" y="7"/>
                    </a:lnTo>
                    <a:lnTo>
                      <a:pt x="52" y="16"/>
                    </a:lnTo>
                    <a:close/>
                  </a:path>
                </a:pathLst>
              </a:custGeom>
              <a:solidFill>
                <a:schemeClr val="bg2">
                  <a:alpha val="100000"/>
                </a:schemeClr>
              </a:solidFill>
              <a:ln w="9525">
                <a:noFill/>
              </a:ln>
            </p:spPr>
            <p:txBody>
              <a:bodyPr/>
              <a:p>
                <a:endParaRPr lang="zh-CN" altLang="en-US"/>
              </a:p>
            </p:txBody>
          </p:sp>
          <p:sp>
            <p:nvSpPr>
              <p:cNvPr id="146156" name="Freeform 482"/>
              <p:cNvSpPr/>
              <p:nvPr/>
            </p:nvSpPr>
            <p:spPr>
              <a:xfrm>
                <a:off x="4971" y="1538"/>
                <a:ext cx="32" cy="12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25" h="893">
                    <a:moveTo>
                      <a:pt x="225" y="6"/>
                    </a:moveTo>
                    <a:lnTo>
                      <a:pt x="219" y="12"/>
                    </a:lnTo>
                    <a:lnTo>
                      <a:pt x="204" y="35"/>
                    </a:lnTo>
                    <a:lnTo>
                      <a:pt x="185" y="82"/>
                    </a:lnTo>
                    <a:lnTo>
                      <a:pt x="165" y="158"/>
                    </a:lnTo>
                    <a:lnTo>
                      <a:pt x="149" y="270"/>
                    </a:lnTo>
                    <a:lnTo>
                      <a:pt x="141" y="427"/>
                    </a:lnTo>
                    <a:lnTo>
                      <a:pt x="146" y="631"/>
                    </a:lnTo>
                    <a:lnTo>
                      <a:pt x="168" y="893"/>
                    </a:lnTo>
                    <a:lnTo>
                      <a:pt x="41" y="893"/>
                    </a:lnTo>
                    <a:lnTo>
                      <a:pt x="36" y="867"/>
                    </a:lnTo>
                    <a:lnTo>
                      <a:pt x="26" y="794"/>
                    </a:lnTo>
                    <a:lnTo>
                      <a:pt x="13" y="686"/>
                    </a:lnTo>
                    <a:lnTo>
                      <a:pt x="3" y="554"/>
                    </a:lnTo>
                    <a:lnTo>
                      <a:pt x="0" y="408"/>
                    </a:lnTo>
                    <a:lnTo>
                      <a:pt x="6" y="260"/>
                    </a:lnTo>
                    <a:lnTo>
                      <a:pt x="30" y="121"/>
                    </a:lnTo>
                    <a:lnTo>
                      <a:pt x="73" y="0"/>
                    </a:lnTo>
                    <a:lnTo>
                      <a:pt x="225" y="6"/>
                    </a:lnTo>
                    <a:close/>
                  </a:path>
                </a:pathLst>
              </a:custGeom>
              <a:solidFill>
                <a:schemeClr val="bg2">
                  <a:alpha val="100000"/>
                </a:schemeClr>
              </a:solidFill>
              <a:ln w="9525">
                <a:noFill/>
              </a:ln>
            </p:spPr>
            <p:txBody>
              <a:bodyPr/>
              <a:p>
                <a:endParaRPr lang="zh-CN" altLang="en-US"/>
              </a:p>
            </p:txBody>
          </p:sp>
          <p:sp>
            <p:nvSpPr>
              <p:cNvPr id="146157" name="Freeform 483"/>
              <p:cNvSpPr/>
              <p:nvPr/>
            </p:nvSpPr>
            <p:spPr>
              <a:xfrm>
                <a:off x="4849" y="1559"/>
                <a:ext cx="21" cy="10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45" h="699">
                    <a:moveTo>
                      <a:pt x="46" y="14"/>
                    </a:moveTo>
                    <a:lnTo>
                      <a:pt x="41" y="28"/>
                    </a:lnTo>
                    <a:lnTo>
                      <a:pt x="32" y="67"/>
                    </a:lnTo>
                    <a:lnTo>
                      <a:pt x="20" y="130"/>
                    </a:lnTo>
                    <a:lnTo>
                      <a:pt x="7" y="213"/>
                    </a:lnTo>
                    <a:lnTo>
                      <a:pt x="0" y="314"/>
                    </a:lnTo>
                    <a:lnTo>
                      <a:pt x="1" y="430"/>
                    </a:lnTo>
                    <a:lnTo>
                      <a:pt x="13" y="559"/>
                    </a:lnTo>
                    <a:lnTo>
                      <a:pt x="40" y="699"/>
                    </a:lnTo>
                    <a:lnTo>
                      <a:pt x="140" y="693"/>
                    </a:lnTo>
                    <a:lnTo>
                      <a:pt x="135" y="672"/>
                    </a:lnTo>
                    <a:lnTo>
                      <a:pt x="126" y="616"/>
                    </a:lnTo>
                    <a:lnTo>
                      <a:pt x="113" y="532"/>
                    </a:lnTo>
                    <a:lnTo>
                      <a:pt x="103" y="430"/>
                    </a:lnTo>
                    <a:lnTo>
                      <a:pt x="97" y="317"/>
                    </a:lnTo>
                    <a:lnTo>
                      <a:pt x="100" y="205"/>
                    </a:lnTo>
                    <a:lnTo>
                      <a:pt x="115" y="98"/>
                    </a:lnTo>
                    <a:lnTo>
                      <a:pt x="145" y="8"/>
                    </a:lnTo>
                    <a:lnTo>
                      <a:pt x="145" y="7"/>
                    </a:lnTo>
                    <a:lnTo>
                      <a:pt x="145" y="5"/>
                    </a:lnTo>
                    <a:lnTo>
                      <a:pt x="143" y="3"/>
                    </a:lnTo>
                    <a:lnTo>
                      <a:pt x="137" y="0"/>
                    </a:lnTo>
                    <a:lnTo>
                      <a:pt x="126" y="0"/>
                    </a:lnTo>
                    <a:lnTo>
                      <a:pt x="108" y="1"/>
                    </a:lnTo>
                    <a:lnTo>
                      <a:pt x="81" y="6"/>
                    </a:lnTo>
                    <a:lnTo>
                      <a:pt x="46" y="14"/>
                    </a:lnTo>
                    <a:close/>
                  </a:path>
                </a:pathLst>
              </a:custGeom>
              <a:solidFill>
                <a:schemeClr val="bg2">
                  <a:alpha val="100000"/>
                </a:schemeClr>
              </a:solidFill>
              <a:ln w="9525">
                <a:noFill/>
              </a:ln>
            </p:spPr>
            <p:txBody>
              <a:bodyPr/>
              <a:p>
                <a:endParaRPr lang="zh-CN" altLang="en-US"/>
              </a:p>
            </p:txBody>
          </p:sp>
          <p:sp>
            <p:nvSpPr>
              <p:cNvPr id="146158" name="Freeform 484"/>
              <p:cNvSpPr/>
              <p:nvPr/>
            </p:nvSpPr>
            <p:spPr>
              <a:xfrm>
                <a:off x="4850" y="1566"/>
                <a:ext cx="18" cy="85"/>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23" h="597">
                    <a:moveTo>
                      <a:pt x="39" y="12"/>
                    </a:moveTo>
                    <a:lnTo>
                      <a:pt x="35" y="23"/>
                    </a:lnTo>
                    <a:lnTo>
                      <a:pt x="26" y="57"/>
                    </a:lnTo>
                    <a:lnTo>
                      <a:pt x="16" y="111"/>
                    </a:lnTo>
                    <a:lnTo>
                      <a:pt x="6" y="181"/>
                    </a:lnTo>
                    <a:lnTo>
                      <a:pt x="0" y="267"/>
                    </a:lnTo>
                    <a:lnTo>
                      <a:pt x="1" y="367"/>
                    </a:lnTo>
                    <a:lnTo>
                      <a:pt x="11" y="477"/>
                    </a:lnTo>
                    <a:lnTo>
                      <a:pt x="34" y="597"/>
                    </a:lnTo>
                    <a:lnTo>
                      <a:pt x="119" y="591"/>
                    </a:lnTo>
                    <a:lnTo>
                      <a:pt x="115" y="574"/>
                    </a:lnTo>
                    <a:lnTo>
                      <a:pt x="107" y="526"/>
                    </a:lnTo>
                    <a:lnTo>
                      <a:pt x="97" y="454"/>
                    </a:lnTo>
                    <a:lnTo>
                      <a:pt x="88" y="367"/>
                    </a:lnTo>
                    <a:lnTo>
                      <a:pt x="82" y="272"/>
                    </a:lnTo>
                    <a:lnTo>
                      <a:pt x="84" y="175"/>
                    </a:lnTo>
                    <a:lnTo>
                      <a:pt x="97" y="84"/>
                    </a:lnTo>
                    <a:lnTo>
                      <a:pt x="123" y="7"/>
                    </a:lnTo>
                    <a:lnTo>
                      <a:pt x="123" y="6"/>
                    </a:lnTo>
                    <a:lnTo>
                      <a:pt x="123" y="5"/>
                    </a:lnTo>
                    <a:lnTo>
                      <a:pt x="121" y="3"/>
                    </a:lnTo>
                    <a:lnTo>
                      <a:pt x="117" y="0"/>
                    </a:lnTo>
                    <a:lnTo>
                      <a:pt x="106" y="0"/>
                    </a:lnTo>
                    <a:lnTo>
                      <a:pt x="91" y="2"/>
                    </a:lnTo>
                    <a:lnTo>
                      <a:pt x="70" y="5"/>
                    </a:lnTo>
                    <a:lnTo>
                      <a:pt x="39" y="12"/>
                    </a:lnTo>
                    <a:close/>
                  </a:path>
                </a:pathLst>
              </a:custGeom>
              <a:solidFill>
                <a:schemeClr val="bg2">
                  <a:alpha val="100000"/>
                </a:schemeClr>
              </a:solidFill>
              <a:ln w="9525">
                <a:noFill/>
              </a:ln>
            </p:spPr>
            <p:txBody>
              <a:bodyPr/>
              <a:p>
                <a:endParaRPr lang="zh-CN" altLang="en-US"/>
              </a:p>
            </p:txBody>
          </p:sp>
          <p:sp>
            <p:nvSpPr>
              <p:cNvPr id="146159" name="Freeform 485"/>
              <p:cNvSpPr/>
              <p:nvPr/>
            </p:nvSpPr>
            <p:spPr>
              <a:xfrm>
                <a:off x="4851" y="1572"/>
                <a:ext cx="15" cy="7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03" h="492">
                    <a:moveTo>
                      <a:pt x="32" y="9"/>
                    </a:moveTo>
                    <a:lnTo>
                      <a:pt x="28" y="18"/>
                    </a:lnTo>
                    <a:lnTo>
                      <a:pt x="21" y="47"/>
                    </a:lnTo>
                    <a:lnTo>
                      <a:pt x="12" y="90"/>
                    </a:lnTo>
                    <a:lnTo>
                      <a:pt x="4" y="149"/>
                    </a:lnTo>
                    <a:lnTo>
                      <a:pt x="0" y="220"/>
                    </a:lnTo>
                    <a:lnTo>
                      <a:pt x="0" y="303"/>
                    </a:lnTo>
                    <a:lnTo>
                      <a:pt x="9" y="394"/>
                    </a:lnTo>
                    <a:lnTo>
                      <a:pt x="27" y="492"/>
                    </a:lnTo>
                    <a:lnTo>
                      <a:pt x="98" y="489"/>
                    </a:lnTo>
                    <a:lnTo>
                      <a:pt x="95" y="474"/>
                    </a:lnTo>
                    <a:lnTo>
                      <a:pt x="88" y="434"/>
                    </a:lnTo>
                    <a:lnTo>
                      <a:pt x="80" y="375"/>
                    </a:lnTo>
                    <a:lnTo>
                      <a:pt x="72" y="303"/>
                    </a:lnTo>
                    <a:lnTo>
                      <a:pt x="68" y="224"/>
                    </a:lnTo>
                    <a:lnTo>
                      <a:pt x="70" y="144"/>
                    </a:lnTo>
                    <a:lnTo>
                      <a:pt x="81" y="68"/>
                    </a:lnTo>
                    <a:lnTo>
                      <a:pt x="103" y="5"/>
                    </a:lnTo>
                    <a:lnTo>
                      <a:pt x="103" y="4"/>
                    </a:lnTo>
                    <a:lnTo>
                      <a:pt x="103" y="3"/>
                    </a:lnTo>
                    <a:lnTo>
                      <a:pt x="100" y="1"/>
                    </a:lnTo>
                    <a:lnTo>
                      <a:pt x="97" y="0"/>
                    </a:lnTo>
                    <a:lnTo>
                      <a:pt x="89" y="0"/>
                    </a:lnTo>
                    <a:lnTo>
                      <a:pt x="75" y="0"/>
                    </a:lnTo>
                    <a:lnTo>
                      <a:pt x="57" y="3"/>
                    </a:lnTo>
                    <a:lnTo>
                      <a:pt x="32" y="9"/>
                    </a:lnTo>
                    <a:close/>
                  </a:path>
                </a:pathLst>
              </a:custGeom>
              <a:solidFill>
                <a:schemeClr val="bg2">
                  <a:alpha val="100000"/>
                </a:schemeClr>
              </a:solidFill>
              <a:ln w="9525">
                <a:noFill/>
              </a:ln>
            </p:spPr>
            <p:txBody>
              <a:bodyPr/>
              <a:p>
                <a:endParaRPr lang="zh-CN" altLang="en-US"/>
              </a:p>
            </p:txBody>
          </p:sp>
          <p:sp>
            <p:nvSpPr>
              <p:cNvPr id="146160" name="Freeform 486"/>
              <p:cNvSpPr/>
              <p:nvPr/>
            </p:nvSpPr>
            <p:spPr>
              <a:xfrm>
                <a:off x="4852" y="1579"/>
                <a:ext cx="12" cy="5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82" h="390">
                    <a:moveTo>
                      <a:pt x="25" y="8"/>
                    </a:moveTo>
                    <a:lnTo>
                      <a:pt x="23" y="16"/>
                    </a:lnTo>
                    <a:lnTo>
                      <a:pt x="17" y="38"/>
                    </a:lnTo>
                    <a:lnTo>
                      <a:pt x="11" y="72"/>
                    </a:lnTo>
                    <a:lnTo>
                      <a:pt x="4" y="118"/>
                    </a:lnTo>
                    <a:lnTo>
                      <a:pt x="0" y="174"/>
                    </a:lnTo>
                    <a:lnTo>
                      <a:pt x="0" y="240"/>
                    </a:lnTo>
                    <a:lnTo>
                      <a:pt x="7" y="312"/>
                    </a:lnTo>
                    <a:lnTo>
                      <a:pt x="22" y="390"/>
                    </a:lnTo>
                    <a:lnTo>
                      <a:pt x="78" y="387"/>
                    </a:lnTo>
                    <a:lnTo>
                      <a:pt x="76" y="375"/>
                    </a:lnTo>
                    <a:lnTo>
                      <a:pt x="70" y="343"/>
                    </a:lnTo>
                    <a:lnTo>
                      <a:pt x="63" y="297"/>
                    </a:lnTo>
                    <a:lnTo>
                      <a:pt x="57" y="240"/>
                    </a:lnTo>
                    <a:lnTo>
                      <a:pt x="54" y="178"/>
                    </a:lnTo>
                    <a:lnTo>
                      <a:pt x="56" y="113"/>
                    </a:lnTo>
                    <a:lnTo>
                      <a:pt x="64" y="55"/>
                    </a:lnTo>
                    <a:lnTo>
                      <a:pt x="82" y="4"/>
                    </a:lnTo>
                    <a:lnTo>
                      <a:pt x="82" y="2"/>
                    </a:lnTo>
                    <a:lnTo>
                      <a:pt x="80" y="1"/>
                    </a:lnTo>
                    <a:lnTo>
                      <a:pt x="77" y="0"/>
                    </a:lnTo>
                    <a:lnTo>
                      <a:pt x="70" y="0"/>
                    </a:lnTo>
                    <a:lnTo>
                      <a:pt x="60" y="1"/>
                    </a:lnTo>
                    <a:lnTo>
                      <a:pt x="46" y="3"/>
                    </a:lnTo>
                    <a:lnTo>
                      <a:pt x="25" y="8"/>
                    </a:lnTo>
                    <a:close/>
                  </a:path>
                </a:pathLst>
              </a:custGeom>
              <a:solidFill>
                <a:schemeClr val="bg2">
                  <a:alpha val="100000"/>
                </a:schemeClr>
              </a:solidFill>
              <a:ln w="9525">
                <a:noFill/>
              </a:ln>
            </p:spPr>
            <p:txBody>
              <a:bodyPr/>
              <a:p>
                <a:endParaRPr lang="zh-CN" altLang="en-US"/>
              </a:p>
            </p:txBody>
          </p:sp>
          <p:sp>
            <p:nvSpPr>
              <p:cNvPr id="146161" name="Freeform 487"/>
              <p:cNvSpPr/>
              <p:nvPr/>
            </p:nvSpPr>
            <p:spPr>
              <a:xfrm>
                <a:off x="4853" y="1586"/>
                <a:ext cx="8" cy="4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9" h="288">
                    <a:moveTo>
                      <a:pt x="18" y="6"/>
                    </a:moveTo>
                    <a:lnTo>
                      <a:pt x="17" y="11"/>
                    </a:lnTo>
                    <a:lnTo>
                      <a:pt x="13" y="27"/>
                    </a:lnTo>
                    <a:lnTo>
                      <a:pt x="7" y="53"/>
                    </a:lnTo>
                    <a:lnTo>
                      <a:pt x="2" y="87"/>
                    </a:lnTo>
                    <a:lnTo>
                      <a:pt x="0" y="130"/>
                    </a:lnTo>
                    <a:lnTo>
                      <a:pt x="0" y="177"/>
                    </a:lnTo>
                    <a:lnTo>
                      <a:pt x="5" y="231"/>
                    </a:lnTo>
                    <a:lnTo>
                      <a:pt x="16" y="288"/>
                    </a:lnTo>
                    <a:lnTo>
                      <a:pt x="57" y="286"/>
                    </a:lnTo>
                    <a:lnTo>
                      <a:pt x="56" y="278"/>
                    </a:lnTo>
                    <a:lnTo>
                      <a:pt x="51" y="254"/>
                    </a:lnTo>
                    <a:lnTo>
                      <a:pt x="47" y="219"/>
                    </a:lnTo>
                    <a:lnTo>
                      <a:pt x="42" y="177"/>
                    </a:lnTo>
                    <a:lnTo>
                      <a:pt x="40" y="131"/>
                    </a:lnTo>
                    <a:lnTo>
                      <a:pt x="41" y="84"/>
                    </a:lnTo>
                    <a:lnTo>
                      <a:pt x="47" y="40"/>
                    </a:lnTo>
                    <a:lnTo>
                      <a:pt x="59" y="3"/>
                    </a:lnTo>
                    <a:lnTo>
                      <a:pt x="59" y="2"/>
                    </a:lnTo>
                    <a:lnTo>
                      <a:pt x="58" y="1"/>
                    </a:lnTo>
                    <a:lnTo>
                      <a:pt x="56" y="0"/>
                    </a:lnTo>
                    <a:lnTo>
                      <a:pt x="51" y="0"/>
                    </a:lnTo>
                    <a:lnTo>
                      <a:pt x="45" y="0"/>
                    </a:lnTo>
                    <a:lnTo>
                      <a:pt x="33" y="2"/>
                    </a:lnTo>
                    <a:lnTo>
                      <a:pt x="18" y="6"/>
                    </a:lnTo>
                    <a:close/>
                  </a:path>
                </a:pathLst>
              </a:custGeom>
              <a:solidFill>
                <a:schemeClr val="bg2">
                  <a:alpha val="100000"/>
                </a:schemeClr>
              </a:solidFill>
              <a:ln w="9525">
                <a:noFill/>
              </a:ln>
            </p:spPr>
            <p:txBody>
              <a:bodyPr/>
              <a:p>
                <a:endParaRPr lang="zh-CN" altLang="en-US"/>
              </a:p>
            </p:txBody>
          </p:sp>
          <p:sp>
            <p:nvSpPr>
              <p:cNvPr id="146162" name="Freeform 488"/>
              <p:cNvSpPr/>
              <p:nvPr/>
            </p:nvSpPr>
            <p:spPr>
              <a:xfrm>
                <a:off x="4972" y="1546"/>
                <a:ext cx="28" cy="11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98" h="779">
                    <a:moveTo>
                      <a:pt x="198" y="6"/>
                    </a:moveTo>
                    <a:lnTo>
                      <a:pt x="194" y="12"/>
                    </a:lnTo>
                    <a:lnTo>
                      <a:pt x="180" y="31"/>
                    </a:lnTo>
                    <a:lnTo>
                      <a:pt x="163" y="72"/>
                    </a:lnTo>
                    <a:lnTo>
                      <a:pt x="146" y="138"/>
                    </a:lnTo>
                    <a:lnTo>
                      <a:pt x="132" y="236"/>
                    </a:lnTo>
                    <a:lnTo>
                      <a:pt x="125" y="373"/>
                    </a:lnTo>
                    <a:lnTo>
                      <a:pt x="130" y="551"/>
                    </a:lnTo>
                    <a:lnTo>
                      <a:pt x="148" y="779"/>
                    </a:lnTo>
                    <a:lnTo>
                      <a:pt x="37" y="779"/>
                    </a:lnTo>
                    <a:lnTo>
                      <a:pt x="34" y="756"/>
                    </a:lnTo>
                    <a:lnTo>
                      <a:pt x="23" y="693"/>
                    </a:lnTo>
                    <a:lnTo>
                      <a:pt x="13" y="599"/>
                    </a:lnTo>
                    <a:lnTo>
                      <a:pt x="4" y="483"/>
                    </a:lnTo>
                    <a:lnTo>
                      <a:pt x="0" y="357"/>
                    </a:lnTo>
                    <a:lnTo>
                      <a:pt x="7" y="227"/>
                    </a:lnTo>
                    <a:lnTo>
                      <a:pt x="27" y="105"/>
                    </a:lnTo>
                    <a:lnTo>
                      <a:pt x="65" y="0"/>
                    </a:lnTo>
                    <a:lnTo>
                      <a:pt x="198" y="6"/>
                    </a:lnTo>
                    <a:close/>
                  </a:path>
                </a:pathLst>
              </a:custGeom>
              <a:solidFill>
                <a:schemeClr val="bg2">
                  <a:alpha val="100000"/>
                </a:schemeClr>
              </a:solidFill>
              <a:ln w="9525">
                <a:noFill/>
              </a:ln>
            </p:spPr>
            <p:txBody>
              <a:bodyPr/>
              <a:p>
                <a:endParaRPr lang="zh-CN" altLang="en-US"/>
              </a:p>
            </p:txBody>
          </p:sp>
          <p:sp>
            <p:nvSpPr>
              <p:cNvPr id="146163" name="Freeform 489"/>
              <p:cNvSpPr/>
              <p:nvPr/>
            </p:nvSpPr>
            <p:spPr>
              <a:xfrm>
                <a:off x="4973" y="1553"/>
                <a:ext cx="24" cy="9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69" h="666">
                    <a:moveTo>
                      <a:pt x="169" y="5"/>
                    </a:moveTo>
                    <a:lnTo>
                      <a:pt x="164" y="10"/>
                    </a:lnTo>
                    <a:lnTo>
                      <a:pt x="154" y="27"/>
                    </a:lnTo>
                    <a:lnTo>
                      <a:pt x="139" y="61"/>
                    </a:lnTo>
                    <a:lnTo>
                      <a:pt x="124" y="118"/>
                    </a:lnTo>
                    <a:lnTo>
                      <a:pt x="113" y="201"/>
                    </a:lnTo>
                    <a:lnTo>
                      <a:pt x="107" y="318"/>
                    </a:lnTo>
                    <a:lnTo>
                      <a:pt x="110" y="470"/>
                    </a:lnTo>
                    <a:lnTo>
                      <a:pt x="126" y="666"/>
                    </a:lnTo>
                    <a:lnTo>
                      <a:pt x="31" y="666"/>
                    </a:lnTo>
                    <a:lnTo>
                      <a:pt x="28" y="646"/>
                    </a:lnTo>
                    <a:lnTo>
                      <a:pt x="20" y="592"/>
                    </a:lnTo>
                    <a:lnTo>
                      <a:pt x="11" y="512"/>
                    </a:lnTo>
                    <a:lnTo>
                      <a:pt x="3" y="413"/>
                    </a:lnTo>
                    <a:lnTo>
                      <a:pt x="0" y="305"/>
                    </a:lnTo>
                    <a:lnTo>
                      <a:pt x="6" y="195"/>
                    </a:lnTo>
                    <a:lnTo>
                      <a:pt x="23" y="90"/>
                    </a:lnTo>
                    <a:lnTo>
                      <a:pt x="55" y="0"/>
                    </a:lnTo>
                    <a:lnTo>
                      <a:pt x="169" y="5"/>
                    </a:lnTo>
                    <a:close/>
                  </a:path>
                </a:pathLst>
              </a:custGeom>
              <a:solidFill>
                <a:schemeClr val="bg2">
                  <a:alpha val="100000"/>
                </a:schemeClr>
              </a:solidFill>
              <a:ln w="9525">
                <a:noFill/>
              </a:ln>
            </p:spPr>
            <p:txBody>
              <a:bodyPr/>
              <a:p>
                <a:endParaRPr lang="zh-CN" altLang="en-US"/>
              </a:p>
            </p:txBody>
          </p:sp>
          <p:sp>
            <p:nvSpPr>
              <p:cNvPr id="146164" name="Freeform 490"/>
              <p:cNvSpPr/>
              <p:nvPr/>
            </p:nvSpPr>
            <p:spPr>
              <a:xfrm>
                <a:off x="4974" y="1561"/>
                <a:ext cx="20" cy="7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40" h="551">
                    <a:moveTo>
                      <a:pt x="140" y="5"/>
                    </a:moveTo>
                    <a:lnTo>
                      <a:pt x="136" y="8"/>
                    </a:lnTo>
                    <a:lnTo>
                      <a:pt x="127" y="23"/>
                    </a:lnTo>
                    <a:lnTo>
                      <a:pt x="116" y="51"/>
                    </a:lnTo>
                    <a:lnTo>
                      <a:pt x="103" y="98"/>
                    </a:lnTo>
                    <a:lnTo>
                      <a:pt x="94" y="167"/>
                    </a:lnTo>
                    <a:lnTo>
                      <a:pt x="90" y="264"/>
                    </a:lnTo>
                    <a:lnTo>
                      <a:pt x="92" y="390"/>
                    </a:lnTo>
                    <a:lnTo>
                      <a:pt x="106" y="551"/>
                    </a:lnTo>
                    <a:lnTo>
                      <a:pt x="27" y="551"/>
                    </a:lnTo>
                    <a:lnTo>
                      <a:pt x="24" y="535"/>
                    </a:lnTo>
                    <a:lnTo>
                      <a:pt x="17" y="490"/>
                    </a:lnTo>
                    <a:lnTo>
                      <a:pt x="9" y="423"/>
                    </a:lnTo>
                    <a:lnTo>
                      <a:pt x="3" y="342"/>
                    </a:lnTo>
                    <a:lnTo>
                      <a:pt x="0" y="252"/>
                    </a:lnTo>
                    <a:lnTo>
                      <a:pt x="5" y="161"/>
                    </a:lnTo>
                    <a:lnTo>
                      <a:pt x="20" y="75"/>
                    </a:lnTo>
                    <a:lnTo>
                      <a:pt x="46" y="0"/>
                    </a:lnTo>
                    <a:lnTo>
                      <a:pt x="140" y="5"/>
                    </a:lnTo>
                    <a:close/>
                  </a:path>
                </a:pathLst>
              </a:custGeom>
              <a:solidFill>
                <a:schemeClr val="bg2">
                  <a:alpha val="100000"/>
                </a:schemeClr>
              </a:solidFill>
              <a:ln w="9525">
                <a:noFill/>
              </a:ln>
            </p:spPr>
            <p:txBody>
              <a:bodyPr/>
              <a:p>
                <a:endParaRPr lang="zh-CN" altLang="en-US"/>
              </a:p>
            </p:txBody>
          </p:sp>
          <p:sp>
            <p:nvSpPr>
              <p:cNvPr id="146165" name="Freeform 491"/>
              <p:cNvSpPr/>
              <p:nvPr/>
            </p:nvSpPr>
            <p:spPr>
              <a:xfrm>
                <a:off x="4975" y="1569"/>
                <a:ext cx="16" cy="62"/>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1" h="437">
                    <a:moveTo>
                      <a:pt x="111" y="4"/>
                    </a:moveTo>
                    <a:lnTo>
                      <a:pt x="108" y="7"/>
                    </a:lnTo>
                    <a:lnTo>
                      <a:pt x="101" y="18"/>
                    </a:lnTo>
                    <a:lnTo>
                      <a:pt x="92" y="41"/>
                    </a:lnTo>
                    <a:lnTo>
                      <a:pt x="82" y="77"/>
                    </a:lnTo>
                    <a:lnTo>
                      <a:pt x="75" y="133"/>
                    </a:lnTo>
                    <a:lnTo>
                      <a:pt x="70" y="208"/>
                    </a:lnTo>
                    <a:lnTo>
                      <a:pt x="72" y="309"/>
                    </a:lnTo>
                    <a:lnTo>
                      <a:pt x="83" y="437"/>
                    </a:lnTo>
                    <a:lnTo>
                      <a:pt x="21" y="437"/>
                    </a:lnTo>
                    <a:lnTo>
                      <a:pt x="19" y="424"/>
                    </a:lnTo>
                    <a:lnTo>
                      <a:pt x="13" y="389"/>
                    </a:lnTo>
                    <a:lnTo>
                      <a:pt x="7" y="336"/>
                    </a:lnTo>
                    <a:lnTo>
                      <a:pt x="3" y="272"/>
                    </a:lnTo>
                    <a:lnTo>
                      <a:pt x="0" y="200"/>
                    </a:lnTo>
                    <a:lnTo>
                      <a:pt x="5" y="128"/>
                    </a:lnTo>
                    <a:lnTo>
                      <a:pt x="16" y="59"/>
                    </a:lnTo>
                    <a:lnTo>
                      <a:pt x="37" y="0"/>
                    </a:lnTo>
                    <a:lnTo>
                      <a:pt x="111" y="4"/>
                    </a:lnTo>
                    <a:close/>
                  </a:path>
                </a:pathLst>
              </a:custGeom>
              <a:solidFill>
                <a:schemeClr val="bg2">
                  <a:alpha val="100000"/>
                </a:schemeClr>
              </a:solidFill>
              <a:ln w="9525">
                <a:noFill/>
              </a:ln>
            </p:spPr>
            <p:txBody>
              <a:bodyPr/>
              <a:p>
                <a:endParaRPr lang="zh-CN" altLang="en-US"/>
              </a:p>
            </p:txBody>
          </p:sp>
          <p:sp>
            <p:nvSpPr>
              <p:cNvPr id="146166" name="Freeform 492"/>
              <p:cNvSpPr/>
              <p:nvPr/>
            </p:nvSpPr>
            <p:spPr>
              <a:xfrm>
                <a:off x="4976" y="1577"/>
                <a:ext cx="12" cy="4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82" h="322">
                    <a:moveTo>
                      <a:pt x="82" y="3"/>
                    </a:moveTo>
                    <a:lnTo>
                      <a:pt x="79" y="5"/>
                    </a:lnTo>
                    <a:lnTo>
                      <a:pt x="75" y="13"/>
                    </a:lnTo>
                    <a:lnTo>
                      <a:pt x="67" y="30"/>
                    </a:lnTo>
                    <a:lnTo>
                      <a:pt x="60" y="57"/>
                    </a:lnTo>
                    <a:lnTo>
                      <a:pt x="54" y="98"/>
                    </a:lnTo>
                    <a:lnTo>
                      <a:pt x="52" y="154"/>
                    </a:lnTo>
                    <a:lnTo>
                      <a:pt x="53" y="228"/>
                    </a:lnTo>
                    <a:lnTo>
                      <a:pt x="61" y="322"/>
                    </a:lnTo>
                    <a:lnTo>
                      <a:pt x="15" y="322"/>
                    </a:lnTo>
                    <a:lnTo>
                      <a:pt x="14" y="313"/>
                    </a:lnTo>
                    <a:lnTo>
                      <a:pt x="9" y="287"/>
                    </a:lnTo>
                    <a:lnTo>
                      <a:pt x="5" y="247"/>
                    </a:lnTo>
                    <a:lnTo>
                      <a:pt x="1" y="200"/>
                    </a:lnTo>
                    <a:lnTo>
                      <a:pt x="0" y="147"/>
                    </a:lnTo>
                    <a:lnTo>
                      <a:pt x="3" y="95"/>
                    </a:lnTo>
                    <a:lnTo>
                      <a:pt x="11" y="44"/>
                    </a:lnTo>
                    <a:lnTo>
                      <a:pt x="27" y="0"/>
                    </a:lnTo>
                    <a:lnTo>
                      <a:pt x="82" y="3"/>
                    </a:lnTo>
                    <a:close/>
                  </a:path>
                </a:pathLst>
              </a:custGeom>
              <a:solidFill>
                <a:schemeClr val="bg2">
                  <a:alpha val="100000"/>
                </a:schemeClr>
              </a:solidFill>
              <a:ln w="9525">
                <a:noFill/>
              </a:ln>
            </p:spPr>
            <p:txBody>
              <a:bodyPr/>
              <a:p>
                <a:endParaRPr lang="zh-CN" altLang="en-US"/>
              </a:p>
            </p:txBody>
          </p:sp>
          <p:sp>
            <p:nvSpPr>
              <p:cNvPr id="146167" name="Rectangle 493"/>
              <p:cNvSpPr/>
              <p:nvPr/>
            </p:nvSpPr>
            <p:spPr>
              <a:xfrm>
                <a:off x="4824" y="1565"/>
                <a:ext cx="4" cy="146"/>
              </a:xfrm>
              <a:prstGeom prst="rect">
                <a:avLst/>
              </a:prstGeom>
              <a:solidFill>
                <a:srgbClr val="DDDDDD"/>
              </a:solidFill>
              <a:ln w="9525">
                <a:noFill/>
              </a:ln>
            </p:spPr>
            <p:txBody>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46168" name="Freeform 494"/>
              <p:cNvSpPr/>
              <p:nvPr/>
            </p:nvSpPr>
            <p:spPr>
              <a:xfrm>
                <a:off x="4876" y="1563"/>
                <a:ext cx="57" cy="67"/>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398" h="469">
                    <a:moveTo>
                      <a:pt x="37" y="44"/>
                    </a:moveTo>
                    <a:lnTo>
                      <a:pt x="33" y="53"/>
                    </a:lnTo>
                    <a:lnTo>
                      <a:pt x="27" y="79"/>
                    </a:lnTo>
                    <a:lnTo>
                      <a:pt x="17" y="120"/>
                    </a:lnTo>
                    <a:lnTo>
                      <a:pt x="8" y="174"/>
                    </a:lnTo>
                    <a:lnTo>
                      <a:pt x="1" y="238"/>
                    </a:lnTo>
                    <a:lnTo>
                      <a:pt x="0" y="309"/>
                    </a:lnTo>
                    <a:lnTo>
                      <a:pt x="7" y="387"/>
                    </a:lnTo>
                    <a:lnTo>
                      <a:pt x="24" y="469"/>
                    </a:lnTo>
                    <a:lnTo>
                      <a:pt x="24" y="466"/>
                    </a:lnTo>
                    <a:lnTo>
                      <a:pt x="24" y="455"/>
                    </a:lnTo>
                    <a:lnTo>
                      <a:pt x="24" y="438"/>
                    </a:lnTo>
                    <a:lnTo>
                      <a:pt x="24" y="417"/>
                    </a:lnTo>
                    <a:lnTo>
                      <a:pt x="27" y="391"/>
                    </a:lnTo>
                    <a:lnTo>
                      <a:pt x="30" y="363"/>
                    </a:lnTo>
                    <a:lnTo>
                      <a:pt x="35" y="332"/>
                    </a:lnTo>
                    <a:lnTo>
                      <a:pt x="41" y="300"/>
                    </a:lnTo>
                    <a:lnTo>
                      <a:pt x="52" y="268"/>
                    </a:lnTo>
                    <a:lnTo>
                      <a:pt x="64" y="237"/>
                    </a:lnTo>
                    <a:lnTo>
                      <a:pt x="79" y="207"/>
                    </a:lnTo>
                    <a:lnTo>
                      <a:pt x="99" y="179"/>
                    </a:lnTo>
                    <a:lnTo>
                      <a:pt x="123" y="155"/>
                    </a:lnTo>
                    <a:lnTo>
                      <a:pt x="150" y="136"/>
                    </a:lnTo>
                    <a:lnTo>
                      <a:pt x="183" y="122"/>
                    </a:lnTo>
                    <a:lnTo>
                      <a:pt x="221" y="114"/>
                    </a:lnTo>
                    <a:lnTo>
                      <a:pt x="223" y="112"/>
                    </a:lnTo>
                    <a:lnTo>
                      <a:pt x="230" y="107"/>
                    </a:lnTo>
                    <a:lnTo>
                      <a:pt x="242" y="99"/>
                    </a:lnTo>
                    <a:lnTo>
                      <a:pt x="260" y="88"/>
                    </a:lnTo>
                    <a:lnTo>
                      <a:pt x="284" y="74"/>
                    </a:lnTo>
                    <a:lnTo>
                      <a:pt x="315" y="58"/>
                    </a:lnTo>
                    <a:lnTo>
                      <a:pt x="352" y="39"/>
                    </a:lnTo>
                    <a:lnTo>
                      <a:pt x="398" y="19"/>
                    </a:lnTo>
                    <a:lnTo>
                      <a:pt x="396" y="17"/>
                    </a:lnTo>
                    <a:lnTo>
                      <a:pt x="389" y="16"/>
                    </a:lnTo>
                    <a:lnTo>
                      <a:pt x="379" y="14"/>
                    </a:lnTo>
                    <a:lnTo>
                      <a:pt x="364" y="12"/>
                    </a:lnTo>
                    <a:lnTo>
                      <a:pt x="347" y="8"/>
                    </a:lnTo>
                    <a:lnTo>
                      <a:pt x="326" y="6"/>
                    </a:lnTo>
                    <a:lnTo>
                      <a:pt x="302" y="4"/>
                    </a:lnTo>
                    <a:lnTo>
                      <a:pt x="277" y="1"/>
                    </a:lnTo>
                    <a:lnTo>
                      <a:pt x="250" y="0"/>
                    </a:lnTo>
                    <a:lnTo>
                      <a:pt x="221" y="1"/>
                    </a:lnTo>
                    <a:lnTo>
                      <a:pt x="191" y="3"/>
                    </a:lnTo>
                    <a:lnTo>
                      <a:pt x="160" y="6"/>
                    </a:lnTo>
                    <a:lnTo>
                      <a:pt x="129" y="12"/>
                    </a:lnTo>
                    <a:lnTo>
                      <a:pt x="97" y="20"/>
                    </a:lnTo>
                    <a:lnTo>
                      <a:pt x="67" y="30"/>
                    </a:lnTo>
                    <a:lnTo>
                      <a:pt x="37" y="44"/>
                    </a:lnTo>
                    <a:close/>
                  </a:path>
                </a:pathLst>
              </a:custGeom>
              <a:solidFill>
                <a:srgbClr val="999999">
                  <a:alpha val="100000"/>
                </a:srgbClr>
              </a:solidFill>
              <a:ln w="9525">
                <a:noFill/>
              </a:ln>
            </p:spPr>
            <p:txBody>
              <a:bodyPr/>
              <a:p>
                <a:endParaRPr lang="zh-CN" altLang="en-US"/>
              </a:p>
            </p:txBody>
          </p:sp>
          <p:sp>
            <p:nvSpPr>
              <p:cNvPr id="146169" name="Freeform 495"/>
              <p:cNvSpPr/>
              <p:nvPr/>
            </p:nvSpPr>
            <p:spPr>
              <a:xfrm>
                <a:off x="4797" y="1613"/>
                <a:ext cx="46" cy="13"/>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325" h="89">
                    <a:moveTo>
                      <a:pt x="0" y="57"/>
                    </a:moveTo>
                    <a:lnTo>
                      <a:pt x="0" y="55"/>
                    </a:lnTo>
                    <a:lnTo>
                      <a:pt x="2" y="52"/>
                    </a:lnTo>
                    <a:lnTo>
                      <a:pt x="6" y="47"/>
                    </a:lnTo>
                    <a:lnTo>
                      <a:pt x="12" y="41"/>
                    </a:lnTo>
                    <a:lnTo>
                      <a:pt x="20" y="34"/>
                    </a:lnTo>
                    <a:lnTo>
                      <a:pt x="29" y="27"/>
                    </a:lnTo>
                    <a:lnTo>
                      <a:pt x="41" y="20"/>
                    </a:lnTo>
                    <a:lnTo>
                      <a:pt x="57" y="13"/>
                    </a:lnTo>
                    <a:lnTo>
                      <a:pt x="77" y="7"/>
                    </a:lnTo>
                    <a:lnTo>
                      <a:pt x="98" y="3"/>
                    </a:lnTo>
                    <a:lnTo>
                      <a:pt x="126" y="0"/>
                    </a:lnTo>
                    <a:lnTo>
                      <a:pt x="156" y="0"/>
                    </a:lnTo>
                    <a:lnTo>
                      <a:pt x="191" y="3"/>
                    </a:lnTo>
                    <a:lnTo>
                      <a:pt x="230" y="8"/>
                    </a:lnTo>
                    <a:lnTo>
                      <a:pt x="275" y="18"/>
                    </a:lnTo>
                    <a:lnTo>
                      <a:pt x="325" y="31"/>
                    </a:lnTo>
                    <a:lnTo>
                      <a:pt x="318" y="51"/>
                    </a:lnTo>
                    <a:lnTo>
                      <a:pt x="316" y="50"/>
                    </a:lnTo>
                    <a:lnTo>
                      <a:pt x="308" y="47"/>
                    </a:lnTo>
                    <a:lnTo>
                      <a:pt x="295" y="44"/>
                    </a:lnTo>
                    <a:lnTo>
                      <a:pt x="279" y="39"/>
                    </a:lnTo>
                    <a:lnTo>
                      <a:pt x="260" y="35"/>
                    </a:lnTo>
                    <a:lnTo>
                      <a:pt x="238" y="30"/>
                    </a:lnTo>
                    <a:lnTo>
                      <a:pt x="214" y="27"/>
                    </a:lnTo>
                    <a:lnTo>
                      <a:pt x="188" y="24"/>
                    </a:lnTo>
                    <a:lnTo>
                      <a:pt x="161" y="23"/>
                    </a:lnTo>
                    <a:lnTo>
                      <a:pt x="134" y="23"/>
                    </a:lnTo>
                    <a:lnTo>
                      <a:pt x="108" y="26"/>
                    </a:lnTo>
                    <a:lnTo>
                      <a:pt x="82" y="31"/>
                    </a:lnTo>
                    <a:lnTo>
                      <a:pt x="58" y="41"/>
                    </a:lnTo>
                    <a:lnTo>
                      <a:pt x="36" y="52"/>
                    </a:lnTo>
                    <a:lnTo>
                      <a:pt x="16" y="68"/>
                    </a:lnTo>
                    <a:lnTo>
                      <a:pt x="0" y="89"/>
                    </a:lnTo>
                    <a:lnTo>
                      <a:pt x="0" y="57"/>
                    </a:lnTo>
                    <a:close/>
                  </a:path>
                </a:pathLst>
              </a:custGeom>
              <a:solidFill>
                <a:srgbClr val="000000">
                  <a:alpha val="100000"/>
                </a:srgbClr>
              </a:solidFill>
              <a:ln w="9525">
                <a:noFill/>
              </a:ln>
            </p:spPr>
            <p:txBody>
              <a:bodyPr/>
              <a:p>
                <a:endParaRPr lang="zh-CN" altLang="en-US"/>
              </a:p>
            </p:txBody>
          </p:sp>
          <p:sp>
            <p:nvSpPr>
              <p:cNvPr id="146170" name="Freeform 496"/>
              <p:cNvSpPr/>
              <p:nvPr/>
            </p:nvSpPr>
            <p:spPr>
              <a:xfrm>
                <a:off x="4797" y="1583"/>
                <a:ext cx="46" cy="13"/>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325" h="89">
                    <a:moveTo>
                      <a:pt x="0" y="56"/>
                    </a:moveTo>
                    <a:lnTo>
                      <a:pt x="0" y="55"/>
                    </a:lnTo>
                    <a:lnTo>
                      <a:pt x="2" y="52"/>
                    </a:lnTo>
                    <a:lnTo>
                      <a:pt x="6" y="47"/>
                    </a:lnTo>
                    <a:lnTo>
                      <a:pt x="12" y="40"/>
                    </a:lnTo>
                    <a:lnTo>
                      <a:pt x="20" y="33"/>
                    </a:lnTo>
                    <a:lnTo>
                      <a:pt x="29" y="27"/>
                    </a:lnTo>
                    <a:lnTo>
                      <a:pt x="41" y="18"/>
                    </a:lnTo>
                    <a:lnTo>
                      <a:pt x="57" y="13"/>
                    </a:lnTo>
                    <a:lnTo>
                      <a:pt x="77" y="7"/>
                    </a:lnTo>
                    <a:lnTo>
                      <a:pt x="98" y="2"/>
                    </a:lnTo>
                    <a:lnTo>
                      <a:pt x="126" y="0"/>
                    </a:lnTo>
                    <a:lnTo>
                      <a:pt x="156" y="0"/>
                    </a:lnTo>
                    <a:lnTo>
                      <a:pt x="191" y="2"/>
                    </a:lnTo>
                    <a:lnTo>
                      <a:pt x="230" y="8"/>
                    </a:lnTo>
                    <a:lnTo>
                      <a:pt x="275" y="17"/>
                    </a:lnTo>
                    <a:lnTo>
                      <a:pt x="325" y="31"/>
                    </a:lnTo>
                    <a:lnTo>
                      <a:pt x="318" y="49"/>
                    </a:lnTo>
                    <a:lnTo>
                      <a:pt x="316" y="48"/>
                    </a:lnTo>
                    <a:lnTo>
                      <a:pt x="308" y="46"/>
                    </a:lnTo>
                    <a:lnTo>
                      <a:pt x="295" y="43"/>
                    </a:lnTo>
                    <a:lnTo>
                      <a:pt x="279" y="38"/>
                    </a:lnTo>
                    <a:lnTo>
                      <a:pt x="260" y="35"/>
                    </a:lnTo>
                    <a:lnTo>
                      <a:pt x="238" y="30"/>
                    </a:lnTo>
                    <a:lnTo>
                      <a:pt x="214" y="27"/>
                    </a:lnTo>
                    <a:lnTo>
                      <a:pt x="188" y="23"/>
                    </a:lnTo>
                    <a:lnTo>
                      <a:pt x="161" y="22"/>
                    </a:lnTo>
                    <a:lnTo>
                      <a:pt x="134" y="23"/>
                    </a:lnTo>
                    <a:lnTo>
                      <a:pt x="108" y="25"/>
                    </a:lnTo>
                    <a:lnTo>
                      <a:pt x="82" y="31"/>
                    </a:lnTo>
                    <a:lnTo>
                      <a:pt x="58" y="40"/>
                    </a:lnTo>
                    <a:lnTo>
                      <a:pt x="36" y="52"/>
                    </a:lnTo>
                    <a:lnTo>
                      <a:pt x="16" y="68"/>
                    </a:lnTo>
                    <a:lnTo>
                      <a:pt x="0" y="89"/>
                    </a:lnTo>
                    <a:lnTo>
                      <a:pt x="0" y="56"/>
                    </a:lnTo>
                    <a:close/>
                  </a:path>
                </a:pathLst>
              </a:custGeom>
              <a:solidFill>
                <a:srgbClr val="000000">
                  <a:alpha val="100000"/>
                </a:srgbClr>
              </a:solidFill>
              <a:ln w="9525">
                <a:noFill/>
              </a:ln>
            </p:spPr>
            <p:txBody>
              <a:bodyPr/>
              <a:p>
                <a:endParaRPr lang="zh-CN" altLang="en-US"/>
              </a:p>
            </p:txBody>
          </p:sp>
          <p:sp>
            <p:nvSpPr>
              <p:cNvPr id="146171" name="Freeform 497"/>
              <p:cNvSpPr/>
              <p:nvPr/>
            </p:nvSpPr>
            <p:spPr>
              <a:xfrm>
                <a:off x="4841" y="1568"/>
                <a:ext cx="75" cy="13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28" h="975">
                    <a:moveTo>
                      <a:pt x="0" y="0"/>
                    </a:moveTo>
                    <a:lnTo>
                      <a:pt x="0" y="943"/>
                    </a:lnTo>
                    <a:lnTo>
                      <a:pt x="159" y="975"/>
                    </a:lnTo>
                    <a:lnTo>
                      <a:pt x="152" y="848"/>
                    </a:lnTo>
                    <a:lnTo>
                      <a:pt x="528" y="905"/>
                    </a:lnTo>
                    <a:lnTo>
                      <a:pt x="521" y="855"/>
                    </a:lnTo>
                    <a:lnTo>
                      <a:pt x="261" y="822"/>
                    </a:lnTo>
                    <a:lnTo>
                      <a:pt x="254" y="713"/>
                    </a:lnTo>
                    <a:lnTo>
                      <a:pt x="77" y="713"/>
                    </a:lnTo>
                    <a:lnTo>
                      <a:pt x="72" y="699"/>
                    </a:lnTo>
                    <a:lnTo>
                      <a:pt x="60" y="659"/>
                    </a:lnTo>
                    <a:lnTo>
                      <a:pt x="44" y="595"/>
                    </a:lnTo>
                    <a:lnTo>
                      <a:pt x="28" y="511"/>
                    </a:lnTo>
                    <a:lnTo>
                      <a:pt x="16" y="410"/>
                    </a:lnTo>
                    <a:lnTo>
                      <a:pt x="12" y="294"/>
                    </a:lnTo>
                    <a:lnTo>
                      <a:pt x="21" y="167"/>
                    </a:lnTo>
                    <a:lnTo>
                      <a:pt x="45" y="32"/>
                    </a:lnTo>
                    <a:lnTo>
                      <a:pt x="0" y="0"/>
                    </a:lnTo>
                    <a:close/>
                  </a:path>
                </a:pathLst>
              </a:custGeom>
              <a:solidFill>
                <a:schemeClr val="bg2">
                  <a:alpha val="100000"/>
                </a:schemeClr>
              </a:solidFill>
              <a:ln w="9525">
                <a:noFill/>
              </a:ln>
            </p:spPr>
            <p:txBody>
              <a:bodyPr/>
              <a:p>
                <a:endParaRPr lang="zh-CN" altLang="en-US"/>
              </a:p>
            </p:txBody>
          </p:sp>
          <p:sp>
            <p:nvSpPr>
              <p:cNvPr id="146172" name="Freeform 498"/>
              <p:cNvSpPr/>
              <p:nvPr/>
            </p:nvSpPr>
            <p:spPr>
              <a:xfrm>
                <a:off x="4878" y="1536"/>
                <a:ext cx="97" cy="1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678" h="133">
                    <a:moveTo>
                      <a:pt x="0" y="133"/>
                    </a:moveTo>
                    <a:lnTo>
                      <a:pt x="4" y="132"/>
                    </a:lnTo>
                    <a:lnTo>
                      <a:pt x="15" y="127"/>
                    </a:lnTo>
                    <a:lnTo>
                      <a:pt x="32" y="122"/>
                    </a:lnTo>
                    <a:lnTo>
                      <a:pt x="56" y="114"/>
                    </a:lnTo>
                    <a:lnTo>
                      <a:pt x="86" y="104"/>
                    </a:lnTo>
                    <a:lnTo>
                      <a:pt x="120" y="95"/>
                    </a:lnTo>
                    <a:lnTo>
                      <a:pt x="160" y="86"/>
                    </a:lnTo>
                    <a:lnTo>
                      <a:pt x="204" y="78"/>
                    </a:lnTo>
                    <a:lnTo>
                      <a:pt x="252" y="70"/>
                    </a:lnTo>
                    <a:lnTo>
                      <a:pt x="303" y="64"/>
                    </a:lnTo>
                    <a:lnTo>
                      <a:pt x="358" y="60"/>
                    </a:lnTo>
                    <a:lnTo>
                      <a:pt x="414" y="58"/>
                    </a:lnTo>
                    <a:lnTo>
                      <a:pt x="474" y="60"/>
                    </a:lnTo>
                    <a:lnTo>
                      <a:pt x="534" y="65"/>
                    </a:lnTo>
                    <a:lnTo>
                      <a:pt x="596" y="74"/>
                    </a:lnTo>
                    <a:lnTo>
                      <a:pt x="659" y="88"/>
                    </a:lnTo>
                    <a:lnTo>
                      <a:pt x="678" y="0"/>
                    </a:lnTo>
                    <a:lnTo>
                      <a:pt x="674" y="0"/>
                    </a:lnTo>
                    <a:lnTo>
                      <a:pt x="659" y="0"/>
                    </a:lnTo>
                    <a:lnTo>
                      <a:pt x="636" y="0"/>
                    </a:lnTo>
                    <a:lnTo>
                      <a:pt x="606" y="1"/>
                    </a:lnTo>
                    <a:lnTo>
                      <a:pt x="570" y="2"/>
                    </a:lnTo>
                    <a:lnTo>
                      <a:pt x="527" y="3"/>
                    </a:lnTo>
                    <a:lnTo>
                      <a:pt x="480" y="7"/>
                    </a:lnTo>
                    <a:lnTo>
                      <a:pt x="430" y="9"/>
                    </a:lnTo>
                    <a:lnTo>
                      <a:pt x="376" y="14"/>
                    </a:lnTo>
                    <a:lnTo>
                      <a:pt x="320" y="18"/>
                    </a:lnTo>
                    <a:lnTo>
                      <a:pt x="264" y="24"/>
                    </a:lnTo>
                    <a:lnTo>
                      <a:pt x="208" y="32"/>
                    </a:lnTo>
                    <a:lnTo>
                      <a:pt x="152" y="40"/>
                    </a:lnTo>
                    <a:lnTo>
                      <a:pt x="98" y="50"/>
                    </a:lnTo>
                    <a:lnTo>
                      <a:pt x="47" y="62"/>
                    </a:lnTo>
                    <a:lnTo>
                      <a:pt x="0" y="76"/>
                    </a:lnTo>
                    <a:lnTo>
                      <a:pt x="0" y="133"/>
                    </a:lnTo>
                    <a:close/>
                  </a:path>
                </a:pathLst>
              </a:custGeom>
              <a:solidFill>
                <a:schemeClr val="bg2">
                  <a:alpha val="100000"/>
                </a:schemeClr>
              </a:solidFill>
              <a:ln w="9525">
                <a:noFill/>
              </a:ln>
            </p:spPr>
            <p:txBody>
              <a:bodyPr/>
              <a:p>
                <a:endParaRPr lang="zh-CN" altLang="en-US"/>
              </a:p>
            </p:txBody>
          </p:sp>
          <p:sp>
            <p:nvSpPr>
              <p:cNvPr id="146173" name="Freeform 499"/>
              <p:cNvSpPr/>
              <p:nvPr/>
            </p:nvSpPr>
            <p:spPr>
              <a:xfrm>
                <a:off x="4821" y="1711"/>
                <a:ext cx="163" cy="54"/>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42" h="379">
                    <a:moveTo>
                      <a:pt x="482" y="367"/>
                    </a:moveTo>
                    <a:lnTo>
                      <a:pt x="485" y="366"/>
                    </a:lnTo>
                    <a:lnTo>
                      <a:pt x="492" y="363"/>
                    </a:lnTo>
                    <a:lnTo>
                      <a:pt x="502" y="359"/>
                    </a:lnTo>
                    <a:lnTo>
                      <a:pt x="516" y="353"/>
                    </a:lnTo>
                    <a:lnTo>
                      <a:pt x="533" y="346"/>
                    </a:lnTo>
                    <a:lnTo>
                      <a:pt x="551" y="338"/>
                    </a:lnTo>
                    <a:lnTo>
                      <a:pt x="572" y="328"/>
                    </a:lnTo>
                    <a:lnTo>
                      <a:pt x="593" y="317"/>
                    </a:lnTo>
                    <a:lnTo>
                      <a:pt x="616" y="306"/>
                    </a:lnTo>
                    <a:lnTo>
                      <a:pt x="638" y="292"/>
                    </a:lnTo>
                    <a:lnTo>
                      <a:pt x="660" y="279"/>
                    </a:lnTo>
                    <a:lnTo>
                      <a:pt x="680" y="264"/>
                    </a:lnTo>
                    <a:lnTo>
                      <a:pt x="700" y="249"/>
                    </a:lnTo>
                    <a:lnTo>
                      <a:pt x="717" y="233"/>
                    </a:lnTo>
                    <a:lnTo>
                      <a:pt x="732" y="217"/>
                    </a:lnTo>
                    <a:lnTo>
                      <a:pt x="743" y="201"/>
                    </a:lnTo>
                    <a:lnTo>
                      <a:pt x="0" y="20"/>
                    </a:lnTo>
                    <a:lnTo>
                      <a:pt x="57" y="0"/>
                    </a:lnTo>
                    <a:lnTo>
                      <a:pt x="1142" y="267"/>
                    </a:lnTo>
                    <a:lnTo>
                      <a:pt x="1098" y="292"/>
                    </a:lnTo>
                    <a:lnTo>
                      <a:pt x="784" y="212"/>
                    </a:lnTo>
                    <a:lnTo>
                      <a:pt x="783" y="213"/>
                    </a:lnTo>
                    <a:lnTo>
                      <a:pt x="781" y="216"/>
                    </a:lnTo>
                    <a:lnTo>
                      <a:pt x="776" y="221"/>
                    </a:lnTo>
                    <a:lnTo>
                      <a:pt x="769" y="228"/>
                    </a:lnTo>
                    <a:lnTo>
                      <a:pt x="761" y="237"/>
                    </a:lnTo>
                    <a:lnTo>
                      <a:pt x="750" y="246"/>
                    </a:lnTo>
                    <a:lnTo>
                      <a:pt x="737" y="258"/>
                    </a:lnTo>
                    <a:lnTo>
                      <a:pt x="721" y="269"/>
                    </a:lnTo>
                    <a:lnTo>
                      <a:pt x="703" y="282"/>
                    </a:lnTo>
                    <a:lnTo>
                      <a:pt x="684" y="295"/>
                    </a:lnTo>
                    <a:lnTo>
                      <a:pt x="660" y="309"/>
                    </a:lnTo>
                    <a:lnTo>
                      <a:pt x="635" y="323"/>
                    </a:lnTo>
                    <a:lnTo>
                      <a:pt x="606" y="338"/>
                    </a:lnTo>
                    <a:lnTo>
                      <a:pt x="574" y="352"/>
                    </a:lnTo>
                    <a:lnTo>
                      <a:pt x="540" y="366"/>
                    </a:lnTo>
                    <a:lnTo>
                      <a:pt x="502" y="379"/>
                    </a:lnTo>
                    <a:lnTo>
                      <a:pt x="482" y="367"/>
                    </a:lnTo>
                    <a:close/>
                  </a:path>
                </a:pathLst>
              </a:custGeom>
              <a:solidFill>
                <a:srgbClr val="000000">
                  <a:alpha val="100000"/>
                </a:srgbClr>
              </a:solidFill>
              <a:ln w="9525">
                <a:noFill/>
              </a:ln>
            </p:spPr>
            <p:txBody>
              <a:bodyPr/>
              <a:p>
                <a:endParaRPr lang="zh-CN" altLang="en-US"/>
              </a:p>
            </p:txBody>
          </p:sp>
          <p:sp>
            <p:nvSpPr>
              <p:cNvPr id="146174" name="Freeform 500"/>
              <p:cNvSpPr/>
              <p:nvPr/>
            </p:nvSpPr>
            <p:spPr>
              <a:xfrm>
                <a:off x="4787" y="1725"/>
                <a:ext cx="167" cy="48"/>
              </a:xfrm>
              <a:custGeom>
                <a:avLst/>
                <a:gdLst/>
                <a:ahLst/>
                <a:cxnLst>
                  <a:cxn ang="0">
                    <a:pos x="0" y="0"/>
                  </a:cxn>
                  <a:cxn ang="0">
                    <a:pos x="0" y="0"/>
                  </a:cxn>
                  <a:cxn ang="0">
                    <a:pos x="0" y="0"/>
                  </a:cxn>
                  <a:cxn ang="0">
                    <a:pos x="0" y="0"/>
                  </a:cxn>
                  <a:cxn ang="0">
                    <a:pos x="0" y="0"/>
                  </a:cxn>
                </a:cxnLst>
                <a:pathLst>
                  <a:path w="1163" h="340">
                    <a:moveTo>
                      <a:pt x="0" y="0"/>
                    </a:moveTo>
                    <a:lnTo>
                      <a:pt x="1137" y="340"/>
                    </a:lnTo>
                    <a:lnTo>
                      <a:pt x="1163" y="340"/>
                    </a:lnTo>
                    <a:lnTo>
                      <a:pt x="34" y="0"/>
                    </a:lnTo>
                    <a:lnTo>
                      <a:pt x="0" y="0"/>
                    </a:lnTo>
                    <a:close/>
                  </a:path>
                </a:pathLst>
              </a:custGeom>
              <a:solidFill>
                <a:srgbClr val="000000">
                  <a:alpha val="100000"/>
                </a:srgbClr>
              </a:solidFill>
              <a:ln w="9525">
                <a:noFill/>
              </a:ln>
            </p:spPr>
            <p:txBody>
              <a:bodyPr/>
              <a:p>
                <a:endParaRPr lang="zh-CN" altLang="en-US"/>
              </a:p>
            </p:txBody>
          </p:sp>
          <p:sp>
            <p:nvSpPr>
              <p:cNvPr id="146175" name="Freeform 501"/>
              <p:cNvSpPr/>
              <p:nvPr/>
            </p:nvSpPr>
            <p:spPr>
              <a:xfrm>
                <a:off x="4815" y="1718"/>
                <a:ext cx="164" cy="44"/>
              </a:xfrm>
              <a:custGeom>
                <a:avLst/>
                <a:gdLst/>
                <a:ahLst/>
                <a:cxnLst>
                  <a:cxn ang="0">
                    <a:pos x="0" y="0"/>
                  </a:cxn>
                  <a:cxn ang="0">
                    <a:pos x="0" y="0"/>
                  </a:cxn>
                  <a:cxn ang="0">
                    <a:pos x="0" y="0"/>
                  </a:cxn>
                  <a:cxn ang="0">
                    <a:pos x="0" y="0"/>
                  </a:cxn>
                  <a:cxn ang="0">
                    <a:pos x="0" y="0"/>
                  </a:cxn>
                </a:cxnLst>
                <a:pathLst>
                  <a:path w="1149" h="303">
                    <a:moveTo>
                      <a:pt x="0" y="1"/>
                    </a:moveTo>
                    <a:lnTo>
                      <a:pt x="1124" y="303"/>
                    </a:lnTo>
                    <a:lnTo>
                      <a:pt x="1149" y="302"/>
                    </a:lnTo>
                    <a:lnTo>
                      <a:pt x="34" y="0"/>
                    </a:lnTo>
                    <a:lnTo>
                      <a:pt x="0" y="1"/>
                    </a:lnTo>
                    <a:close/>
                  </a:path>
                </a:pathLst>
              </a:custGeom>
              <a:solidFill>
                <a:srgbClr val="000000">
                  <a:alpha val="100000"/>
                </a:srgbClr>
              </a:solidFill>
              <a:ln w="9525">
                <a:noFill/>
              </a:ln>
            </p:spPr>
            <p:txBody>
              <a:bodyPr/>
              <a:p>
                <a:endParaRPr lang="zh-CN" altLang="en-US"/>
              </a:p>
            </p:txBody>
          </p:sp>
          <p:sp>
            <p:nvSpPr>
              <p:cNvPr id="146176" name="Freeform 502"/>
              <p:cNvSpPr/>
              <p:nvPr/>
            </p:nvSpPr>
            <p:spPr>
              <a:xfrm>
                <a:off x="4802" y="1721"/>
                <a:ext cx="165" cy="48"/>
              </a:xfrm>
              <a:custGeom>
                <a:avLst/>
                <a:gdLst/>
                <a:ahLst/>
                <a:cxnLst>
                  <a:cxn ang="0">
                    <a:pos x="0" y="0"/>
                  </a:cxn>
                  <a:cxn ang="0">
                    <a:pos x="0" y="0"/>
                  </a:cxn>
                  <a:cxn ang="0">
                    <a:pos x="0" y="0"/>
                  </a:cxn>
                  <a:cxn ang="0">
                    <a:pos x="0" y="0"/>
                  </a:cxn>
                  <a:cxn ang="0">
                    <a:pos x="0" y="0"/>
                  </a:cxn>
                </a:cxnLst>
                <a:pathLst>
                  <a:path w="1155" h="336">
                    <a:moveTo>
                      <a:pt x="0" y="0"/>
                    </a:moveTo>
                    <a:lnTo>
                      <a:pt x="1134" y="336"/>
                    </a:lnTo>
                    <a:lnTo>
                      <a:pt x="1155" y="328"/>
                    </a:lnTo>
                    <a:lnTo>
                      <a:pt x="34" y="0"/>
                    </a:lnTo>
                    <a:lnTo>
                      <a:pt x="0" y="0"/>
                    </a:lnTo>
                    <a:close/>
                  </a:path>
                </a:pathLst>
              </a:custGeom>
              <a:solidFill>
                <a:srgbClr val="000000">
                  <a:alpha val="100000"/>
                </a:srgbClr>
              </a:solidFill>
              <a:ln w="9525">
                <a:noFill/>
              </a:ln>
            </p:spPr>
            <p:txBody>
              <a:bodyPr/>
              <a:p>
                <a:endParaRPr lang="zh-CN" altLang="en-US"/>
              </a:p>
            </p:txBody>
          </p:sp>
        </p:grpSp>
      </p:grpSp>
      <p:grpSp>
        <p:nvGrpSpPr>
          <p:cNvPr id="145425" name="Group 503"/>
          <p:cNvGrpSpPr/>
          <p:nvPr/>
        </p:nvGrpSpPr>
        <p:grpSpPr>
          <a:xfrm>
            <a:off x="1776413" y="3738563"/>
            <a:ext cx="887412" cy="490537"/>
            <a:chOff x="1170" y="3095"/>
            <a:chExt cx="559" cy="309"/>
          </a:xfrm>
        </p:grpSpPr>
        <p:grpSp>
          <p:nvGrpSpPr>
            <p:cNvPr id="146036" name="Group 504"/>
            <p:cNvGrpSpPr/>
            <p:nvPr/>
          </p:nvGrpSpPr>
          <p:grpSpPr>
            <a:xfrm>
              <a:off x="1170" y="3095"/>
              <a:ext cx="159" cy="146"/>
              <a:chOff x="4781" y="1833"/>
              <a:chExt cx="318" cy="262"/>
            </a:xfrm>
          </p:grpSpPr>
          <p:sp>
            <p:nvSpPr>
              <p:cNvPr id="146094" name="AutoShape 505"/>
              <p:cNvSpPr>
                <a:spLocks noChangeAspect="1" noTextEdit="1"/>
              </p:cNvSpPr>
              <p:nvPr/>
            </p:nvSpPr>
            <p:spPr>
              <a:xfrm>
                <a:off x="4787" y="1835"/>
                <a:ext cx="312" cy="260"/>
              </a:xfrm>
              <a:prstGeom prst="rect">
                <a:avLst/>
              </a:prstGeom>
              <a:noFill/>
              <a:ln w="9525">
                <a:noFill/>
              </a:ln>
            </p:spPr>
            <p:txBody>
              <a:bodyPr/>
              <a:p>
                <a:endParaRPr lang="zh-CN" altLang="en-US"/>
              </a:p>
            </p:txBody>
          </p:sp>
          <p:sp>
            <p:nvSpPr>
              <p:cNvPr id="146095" name="Freeform 506"/>
              <p:cNvSpPr/>
              <p:nvPr/>
            </p:nvSpPr>
            <p:spPr>
              <a:xfrm>
                <a:off x="4781" y="1833"/>
                <a:ext cx="307" cy="25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150" h="1804">
                    <a:moveTo>
                      <a:pt x="582" y="239"/>
                    </a:moveTo>
                    <a:lnTo>
                      <a:pt x="606" y="129"/>
                    </a:lnTo>
                    <a:lnTo>
                      <a:pt x="607" y="129"/>
                    </a:lnTo>
                    <a:lnTo>
                      <a:pt x="611" y="128"/>
                    </a:lnTo>
                    <a:lnTo>
                      <a:pt x="616" y="125"/>
                    </a:lnTo>
                    <a:lnTo>
                      <a:pt x="623" y="123"/>
                    </a:lnTo>
                    <a:lnTo>
                      <a:pt x="633" y="120"/>
                    </a:lnTo>
                    <a:lnTo>
                      <a:pt x="645" y="115"/>
                    </a:lnTo>
                    <a:lnTo>
                      <a:pt x="659" y="112"/>
                    </a:lnTo>
                    <a:lnTo>
                      <a:pt x="676" y="107"/>
                    </a:lnTo>
                    <a:lnTo>
                      <a:pt x="694" y="101"/>
                    </a:lnTo>
                    <a:lnTo>
                      <a:pt x="715" y="95"/>
                    </a:lnTo>
                    <a:lnTo>
                      <a:pt x="738" y="90"/>
                    </a:lnTo>
                    <a:lnTo>
                      <a:pt x="763" y="84"/>
                    </a:lnTo>
                    <a:lnTo>
                      <a:pt x="790" y="78"/>
                    </a:lnTo>
                    <a:lnTo>
                      <a:pt x="820" y="71"/>
                    </a:lnTo>
                    <a:lnTo>
                      <a:pt x="852" y="64"/>
                    </a:lnTo>
                    <a:lnTo>
                      <a:pt x="886" y="59"/>
                    </a:lnTo>
                    <a:lnTo>
                      <a:pt x="922" y="52"/>
                    </a:lnTo>
                    <a:lnTo>
                      <a:pt x="961" y="46"/>
                    </a:lnTo>
                    <a:lnTo>
                      <a:pt x="1002" y="40"/>
                    </a:lnTo>
                    <a:lnTo>
                      <a:pt x="1044" y="35"/>
                    </a:lnTo>
                    <a:lnTo>
                      <a:pt x="1090" y="29"/>
                    </a:lnTo>
                    <a:lnTo>
                      <a:pt x="1138" y="23"/>
                    </a:lnTo>
                    <a:lnTo>
                      <a:pt x="1187" y="18"/>
                    </a:lnTo>
                    <a:lnTo>
                      <a:pt x="1240" y="14"/>
                    </a:lnTo>
                    <a:lnTo>
                      <a:pt x="1294" y="10"/>
                    </a:lnTo>
                    <a:lnTo>
                      <a:pt x="1350" y="7"/>
                    </a:lnTo>
                    <a:lnTo>
                      <a:pt x="1410" y="4"/>
                    </a:lnTo>
                    <a:lnTo>
                      <a:pt x="1470" y="1"/>
                    </a:lnTo>
                    <a:lnTo>
                      <a:pt x="1535" y="0"/>
                    </a:lnTo>
                    <a:lnTo>
                      <a:pt x="1601" y="0"/>
                    </a:lnTo>
                    <a:lnTo>
                      <a:pt x="1668" y="0"/>
                    </a:lnTo>
                    <a:lnTo>
                      <a:pt x="1739" y="1"/>
                    </a:lnTo>
                    <a:lnTo>
                      <a:pt x="1816" y="44"/>
                    </a:lnTo>
                    <a:lnTo>
                      <a:pt x="1799" y="248"/>
                    </a:lnTo>
                    <a:lnTo>
                      <a:pt x="1804" y="251"/>
                    </a:lnTo>
                    <a:lnTo>
                      <a:pt x="1820" y="259"/>
                    </a:lnTo>
                    <a:lnTo>
                      <a:pt x="1842" y="272"/>
                    </a:lnTo>
                    <a:lnTo>
                      <a:pt x="1868" y="292"/>
                    </a:lnTo>
                    <a:lnTo>
                      <a:pt x="1896" y="318"/>
                    </a:lnTo>
                    <a:lnTo>
                      <a:pt x="1920" y="351"/>
                    </a:lnTo>
                    <a:lnTo>
                      <a:pt x="1939" y="390"/>
                    </a:lnTo>
                    <a:lnTo>
                      <a:pt x="1951" y="436"/>
                    </a:lnTo>
                    <a:lnTo>
                      <a:pt x="2125" y="593"/>
                    </a:lnTo>
                    <a:lnTo>
                      <a:pt x="2078" y="1009"/>
                    </a:lnTo>
                    <a:lnTo>
                      <a:pt x="1799" y="1149"/>
                    </a:lnTo>
                    <a:lnTo>
                      <a:pt x="2129" y="1247"/>
                    </a:lnTo>
                    <a:lnTo>
                      <a:pt x="2131" y="1251"/>
                    </a:lnTo>
                    <a:lnTo>
                      <a:pt x="2137" y="1264"/>
                    </a:lnTo>
                    <a:lnTo>
                      <a:pt x="2143" y="1284"/>
                    </a:lnTo>
                    <a:lnTo>
                      <a:pt x="2149" y="1310"/>
                    </a:lnTo>
                    <a:lnTo>
                      <a:pt x="2150" y="1342"/>
                    </a:lnTo>
                    <a:lnTo>
                      <a:pt x="2147" y="1380"/>
                    </a:lnTo>
                    <a:lnTo>
                      <a:pt x="2136" y="1423"/>
                    </a:lnTo>
                    <a:lnTo>
                      <a:pt x="2117" y="1468"/>
                    </a:lnTo>
                    <a:lnTo>
                      <a:pt x="1244" y="1804"/>
                    </a:lnTo>
                    <a:lnTo>
                      <a:pt x="0" y="1413"/>
                    </a:lnTo>
                    <a:lnTo>
                      <a:pt x="22" y="1367"/>
                    </a:lnTo>
                    <a:lnTo>
                      <a:pt x="212" y="1302"/>
                    </a:lnTo>
                    <a:lnTo>
                      <a:pt x="212" y="248"/>
                    </a:lnTo>
                    <a:lnTo>
                      <a:pt x="213" y="247"/>
                    </a:lnTo>
                    <a:lnTo>
                      <a:pt x="217" y="244"/>
                    </a:lnTo>
                    <a:lnTo>
                      <a:pt x="223" y="240"/>
                    </a:lnTo>
                    <a:lnTo>
                      <a:pt x="232" y="234"/>
                    </a:lnTo>
                    <a:lnTo>
                      <a:pt x="245" y="228"/>
                    </a:lnTo>
                    <a:lnTo>
                      <a:pt x="258" y="221"/>
                    </a:lnTo>
                    <a:lnTo>
                      <a:pt x="276" y="214"/>
                    </a:lnTo>
                    <a:lnTo>
                      <a:pt x="294" y="207"/>
                    </a:lnTo>
                    <a:lnTo>
                      <a:pt x="316" y="201"/>
                    </a:lnTo>
                    <a:lnTo>
                      <a:pt x="340" y="197"/>
                    </a:lnTo>
                    <a:lnTo>
                      <a:pt x="366" y="194"/>
                    </a:lnTo>
                    <a:lnTo>
                      <a:pt x="393" y="192"/>
                    </a:lnTo>
                    <a:lnTo>
                      <a:pt x="424" y="193"/>
                    </a:lnTo>
                    <a:lnTo>
                      <a:pt x="457" y="197"/>
                    </a:lnTo>
                    <a:lnTo>
                      <a:pt x="493" y="203"/>
                    </a:lnTo>
                    <a:lnTo>
                      <a:pt x="529" y="214"/>
                    </a:lnTo>
                    <a:lnTo>
                      <a:pt x="582" y="239"/>
                    </a:lnTo>
                    <a:close/>
                  </a:path>
                </a:pathLst>
              </a:custGeom>
              <a:solidFill>
                <a:srgbClr val="FF0000">
                  <a:alpha val="100000"/>
                </a:srgbClr>
              </a:solidFill>
              <a:ln w="9525">
                <a:noFill/>
              </a:ln>
            </p:spPr>
            <p:txBody>
              <a:bodyPr/>
              <a:p>
                <a:endParaRPr lang="zh-CN" altLang="en-US"/>
              </a:p>
            </p:txBody>
          </p:sp>
          <p:sp>
            <p:nvSpPr>
              <p:cNvPr id="146096" name="Freeform 507"/>
              <p:cNvSpPr/>
              <p:nvPr/>
            </p:nvSpPr>
            <p:spPr>
              <a:xfrm>
                <a:off x="4894" y="1857"/>
                <a:ext cx="98" cy="112"/>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690" h="782">
                    <a:moveTo>
                      <a:pt x="684" y="29"/>
                    </a:moveTo>
                    <a:lnTo>
                      <a:pt x="681" y="28"/>
                    </a:lnTo>
                    <a:lnTo>
                      <a:pt x="670" y="25"/>
                    </a:lnTo>
                    <a:lnTo>
                      <a:pt x="652" y="21"/>
                    </a:lnTo>
                    <a:lnTo>
                      <a:pt x="628" y="16"/>
                    </a:lnTo>
                    <a:lnTo>
                      <a:pt x="600" y="11"/>
                    </a:lnTo>
                    <a:lnTo>
                      <a:pt x="566" y="7"/>
                    </a:lnTo>
                    <a:lnTo>
                      <a:pt x="527" y="3"/>
                    </a:lnTo>
                    <a:lnTo>
                      <a:pt x="483" y="1"/>
                    </a:lnTo>
                    <a:lnTo>
                      <a:pt x="436" y="0"/>
                    </a:lnTo>
                    <a:lnTo>
                      <a:pt x="386" y="2"/>
                    </a:lnTo>
                    <a:lnTo>
                      <a:pt x="333" y="7"/>
                    </a:lnTo>
                    <a:lnTo>
                      <a:pt x="277" y="16"/>
                    </a:lnTo>
                    <a:lnTo>
                      <a:pt x="221" y="28"/>
                    </a:lnTo>
                    <a:lnTo>
                      <a:pt x="163" y="45"/>
                    </a:lnTo>
                    <a:lnTo>
                      <a:pt x="104" y="65"/>
                    </a:lnTo>
                    <a:lnTo>
                      <a:pt x="44" y="93"/>
                    </a:lnTo>
                    <a:lnTo>
                      <a:pt x="40" y="108"/>
                    </a:lnTo>
                    <a:lnTo>
                      <a:pt x="29" y="150"/>
                    </a:lnTo>
                    <a:lnTo>
                      <a:pt x="17" y="216"/>
                    </a:lnTo>
                    <a:lnTo>
                      <a:pt x="5" y="301"/>
                    </a:lnTo>
                    <a:lnTo>
                      <a:pt x="0" y="402"/>
                    </a:lnTo>
                    <a:lnTo>
                      <a:pt x="4" y="516"/>
                    </a:lnTo>
                    <a:lnTo>
                      <a:pt x="21" y="638"/>
                    </a:lnTo>
                    <a:lnTo>
                      <a:pt x="57" y="763"/>
                    </a:lnTo>
                    <a:lnTo>
                      <a:pt x="60" y="763"/>
                    </a:lnTo>
                    <a:lnTo>
                      <a:pt x="69" y="762"/>
                    </a:lnTo>
                    <a:lnTo>
                      <a:pt x="84" y="759"/>
                    </a:lnTo>
                    <a:lnTo>
                      <a:pt x="105" y="758"/>
                    </a:lnTo>
                    <a:lnTo>
                      <a:pt x="131" y="756"/>
                    </a:lnTo>
                    <a:lnTo>
                      <a:pt x="162" y="754"/>
                    </a:lnTo>
                    <a:lnTo>
                      <a:pt x="198" y="753"/>
                    </a:lnTo>
                    <a:lnTo>
                      <a:pt x="239" y="751"/>
                    </a:lnTo>
                    <a:lnTo>
                      <a:pt x="283" y="750"/>
                    </a:lnTo>
                    <a:lnTo>
                      <a:pt x="331" y="751"/>
                    </a:lnTo>
                    <a:lnTo>
                      <a:pt x="384" y="753"/>
                    </a:lnTo>
                    <a:lnTo>
                      <a:pt x="440" y="755"/>
                    </a:lnTo>
                    <a:lnTo>
                      <a:pt x="498" y="759"/>
                    </a:lnTo>
                    <a:lnTo>
                      <a:pt x="560" y="765"/>
                    </a:lnTo>
                    <a:lnTo>
                      <a:pt x="624" y="773"/>
                    </a:lnTo>
                    <a:lnTo>
                      <a:pt x="690" y="782"/>
                    </a:lnTo>
                    <a:lnTo>
                      <a:pt x="687" y="759"/>
                    </a:lnTo>
                    <a:lnTo>
                      <a:pt x="680" y="697"/>
                    </a:lnTo>
                    <a:lnTo>
                      <a:pt x="670" y="604"/>
                    </a:lnTo>
                    <a:lnTo>
                      <a:pt x="662" y="492"/>
                    </a:lnTo>
                    <a:lnTo>
                      <a:pt x="656" y="368"/>
                    </a:lnTo>
                    <a:lnTo>
                      <a:pt x="656" y="244"/>
                    </a:lnTo>
                    <a:lnTo>
                      <a:pt x="665" y="128"/>
                    </a:lnTo>
                    <a:lnTo>
                      <a:pt x="684" y="29"/>
                    </a:lnTo>
                    <a:close/>
                  </a:path>
                </a:pathLst>
              </a:custGeom>
              <a:solidFill>
                <a:srgbClr val="FF0000">
                  <a:alpha val="100000"/>
                </a:srgbClr>
              </a:solidFill>
              <a:ln w="9525">
                <a:noFill/>
              </a:ln>
            </p:spPr>
            <p:txBody>
              <a:bodyPr/>
              <a:p>
                <a:endParaRPr lang="zh-CN" altLang="en-US"/>
              </a:p>
            </p:txBody>
          </p:sp>
          <p:sp>
            <p:nvSpPr>
              <p:cNvPr id="146097" name="Freeform 508"/>
              <p:cNvSpPr/>
              <p:nvPr/>
            </p:nvSpPr>
            <p:spPr>
              <a:xfrm>
                <a:off x="4904" y="1888"/>
                <a:ext cx="163" cy="11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39" h="778">
                    <a:moveTo>
                      <a:pt x="7" y="587"/>
                    </a:moveTo>
                    <a:lnTo>
                      <a:pt x="0" y="682"/>
                    </a:lnTo>
                    <a:lnTo>
                      <a:pt x="742" y="778"/>
                    </a:lnTo>
                    <a:lnTo>
                      <a:pt x="748" y="775"/>
                    </a:lnTo>
                    <a:lnTo>
                      <a:pt x="763" y="767"/>
                    </a:lnTo>
                    <a:lnTo>
                      <a:pt x="787" y="755"/>
                    </a:lnTo>
                    <a:lnTo>
                      <a:pt x="816" y="737"/>
                    </a:lnTo>
                    <a:lnTo>
                      <a:pt x="852" y="714"/>
                    </a:lnTo>
                    <a:lnTo>
                      <a:pt x="891" y="686"/>
                    </a:lnTo>
                    <a:lnTo>
                      <a:pt x="932" y="652"/>
                    </a:lnTo>
                    <a:lnTo>
                      <a:pt x="973" y="613"/>
                    </a:lnTo>
                    <a:lnTo>
                      <a:pt x="1013" y="570"/>
                    </a:lnTo>
                    <a:lnTo>
                      <a:pt x="1051" y="521"/>
                    </a:lnTo>
                    <a:lnTo>
                      <a:pt x="1083" y="466"/>
                    </a:lnTo>
                    <a:lnTo>
                      <a:pt x="1109" y="406"/>
                    </a:lnTo>
                    <a:lnTo>
                      <a:pt x="1129" y="342"/>
                    </a:lnTo>
                    <a:lnTo>
                      <a:pt x="1139" y="271"/>
                    </a:lnTo>
                    <a:lnTo>
                      <a:pt x="1138" y="196"/>
                    </a:lnTo>
                    <a:lnTo>
                      <a:pt x="1124" y="115"/>
                    </a:lnTo>
                    <a:lnTo>
                      <a:pt x="1122" y="110"/>
                    </a:lnTo>
                    <a:lnTo>
                      <a:pt x="1115" y="97"/>
                    </a:lnTo>
                    <a:lnTo>
                      <a:pt x="1102" y="80"/>
                    </a:lnTo>
                    <a:lnTo>
                      <a:pt x="1086" y="59"/>
                    </a:lnTo>
                    <a:lnTo>
                      <a:pt x="1066" y="39"/>
                    </a:lnTo>
                    <a:lnTo>
                      <a:pt x="1041" y="20"/>
                    </a:lnTo>
                    <a:lnTo>
                      <a:pt x="1011" y="7"/>
                    </a:lnTo>
                    <a:lnTo>
                      <a:pt x="978" y="0"/>
                    </a:lnTo>
                    <a:lnTo>
                      <a:pt x="982" y="12"/>
                    </a:lnTo>
                    <a:lnTo>
                      <a:pt x="994" y="46"/>
                    </a:lnTo>
                    <a:lnTo>
                      <a:pt x="1007" y="100"/>
                    </a:lnTo>
                    <a:lnTo>
                      <a:pt x="1019" y="169"/>
                    </a:lnTo>
                    <a:lnTo>
                      <a:pt x="1022" y="252"/>
                    </a:lnTo>
                    <a:lnTo>
                      <a:pt x="1013" y="344"/>
                    </a:lnTo>
                    <a:lnTo>
                      <a:pt x="987" y="444"/>
                    </a:lnTo>
                    <a:lnTo>
                      <a:pt x="940" y="549"/>
                    </a:lnTo>
                    <a:lnTo>
                      <a:pt x="939" y="550"/>
                    </a:lnTo>
                    <a:lnTo>
                      <a:pt x="934" y="553"/>
                    </a:lnTo>
                    <a:lnTo>
                      <a:pt x="927" y="559"/>
                    </a:lnTo>
                    <a:lnTo>
                      <a:pt x="917" y="567"/>
                    </a:lnTo>
                    <a:lnTo>
                      <a:pt x="904" y="575"/>
                    </a:lnTo>
                    <a:lnTo>
                      <a:pt x="890" y="585"/>
                    </a:lnTo>
                    <a:lnTo>
                      <a:pt x="871" y="594"/>
                    </a:lnTo>
                    <a:lnTo>
                      <a:pt x="851" y="603"/>
                    </a:lnTo>
                    <a:lnTo>
                      <a:pt x="828" y="611"/>
                    </a:lnTo>
                    <a:lnTo>
                      <a:pt x="802" y="619"/>
                    </a:lnTo>
                    <a:lnTo>
                      <a:pt x="773" y="625"/>
                    </a:lnTo>
                    <a:lnTo>
                      <a:pt x="741" y="629"/>
                    </a:lnTo>
                    <a:lnTo>
                      <a:pt x="708" y="630"/>
                    </a:lnTo>
                    <a:lnTo>
                      <a:pt x="671" y="629"/>
                    </a:lnTo>
                    <a:lnTo>
                      <a:pt x="631" y="626"/>
                    </a:lnTo>
                    <a:lnTo>
                      <a:pt x="590" y="618"/>
                    </a:lnTo>
                    <a:lnTo>
                      <a:pt x="590" y="720"/>
                    </a:lnTo>
                    <a:lnTo>
                      <a:pt x="26" y="663"/>
                    </a:lnTo>
                    <a:lnTo>
                      <a:pt x="7" y="587"/>
                    </a:lnTo>
                    <a:close/>
                  </a:path>
                </a:pathLst>
              </a:custGeom>
              <a:solidFill>
                <a:schemeClr val="bg1">
                  <a:alpha val="100000"/>
                </a:schemeClr>
              </a:solidFill>
              <a:ln w="9525">
                <a:noFill/>
              </a:ln>
            </p:spPr>
            <p:txBody>
              <a:bodyPr/>
              <a:p>
                <a:endParaRPr lang="zh-CN" altLang="en-US"/>
              </a:p>
            </p:txBody>
          </p:sp>
          <p:sp>
            <p:nvSpPr>
              <p:cNvPr id="146098" name="Freeform 509"/>
              <p:cNvSpPr/>
              <p:nvPr/>
            </p:nvSpPr>
            <p:spPr>
              <a:xfrm>
                <a:off x="4884" y="1997"/>
                <a:ext cx="119" cy="38"/>
              </a:xfrm>
              <a:custGeom>
                <a:avLst/>
                <a:gdLst/>
                <a:ahLst/>
                <a:cxnLst>
                  <a:cxn ang="0">
                    <a:pos x="0" y="0"/>
                  </a:cxn>
                  <a:cxn ang="0">
                    <a:pos x="0" y="0"/>
                  </a:cxn>
                  <a:cxn ang="0">
                    <a:pos x="0" y="0"/>
                  </a:cxn>
                  <a:cxn ang="0">
                    <a:pos x="0" y="0"/>
                  </a:cxn>
                  <a:cxn ang="0">
                    <a:pos x="0" y="0"/>
                  </a:cxn>
                </a:cxnLst>
                <a:pathLst>
                  <a:path w="837" h="269">
                    <a:moveTo>
                      <a:pt x="837" y="96"/>
                    </a:moveTo>
                    <a:lnTo>
                      <a:pt x="12" y="0"/>
                    </a:lnTo>
                    <a:lnTo>
                      <a:pt x="0" y="96"/>
                    </a:lnTo>
                    <a:lnTo>
                      <a:pt x="812" y="269"/>
                    </a:lnTo>
                    <a:lnTo>
                      <a:pt x="837" y="96"/>
                    </a:lnTo>
                    <a:close/>
                  </a:path>
                </a:pathLst>
              </a:custGeom>
              <a:solidFill>
                <a:schemeClr val="bg1">
                  <a:alpha val="100000"/>
                </a:schemeClr>
              </a:solidFill>
              <a:ln w="9525">
                <a:noFill/>
              </a:ln>
            </p:spPr>
            <p:txBody>
              <a:bodyPr/>
              <a:p>
                <a:endParaRPr lang="zh-CN" altLang="en-US"/>
              </a:p>
            </p:txBody>
          </p:sp>
          <p:sp>
            <p:nvSpPr>
              <p:cNvPr id="146099" name="Freeform 510"/>
              <p:cNvSpPr/>
              <p:nvPr/>
            </p:nvSpPr>
            <p:spPr>
              <a:xfrm>
                <a:off x="4943" y="2009"/>
                <a:ext cx="51" cy="18"/>
              </a:xfrm>
              <a:custGeom>
                <a:avLst/>
                <a:gdLst/>
                <a:ahLst/>
                <a:cxnLst>
                  <a:cxn ang="0">
                    <a:pos x="0" y="0"/>
                  </a:cxn>
                  <a:cxn ang="0">
                    <a:pos x="0" y="0"/>
                  </a:cxn>
                  <a:cxn ang="0">
                    <a:pos x="0" y="0"/>
                  </a:cxn>
                  <a:cxn ang="0">
                    <a:pos x="0" y="0"/>
                  </a:cxn>
                  <a:cxn ang="0">
                    <a:pos x="0" y="0"/>
                  </a:cxn>
                </a:cxnLst>
                <a:pathLst>
                  <a:path w="358" h="122">
                    <a:moveTo>
                      <a:pt x="358" y="53"/>
                    </a:moveTo>
                    <a:lnTo>
                      <a:pt x="5" y="0"/>
                    </a:lnTo>
                    <a:lnTo>
                      <a:pt x="0" y="51"/>
                    </a:lnTo>
                    <a:lnTo>
                      <a:pt x="348" y="122"/>
                    </a:lnTo>
                    <a:lnTo>
                      <a:pt x="358" y="53"/>
                    </a:lnTo>
                    <a:close/>
                  </a:path>
                </a:pathLst>
              </a:custGeom>
              <a:solidFill>
                <a:srgbClr val="FFCCFF">
                  <a:alpha val="100000"/>
                </a:srgbClr>
              </a:solidFill>
              <a:ln w="9525">
                <a:noFill/>
              </a:ln>
            </p:spPr>
            <p:txBody>
              <a:bodyPr/>
              <a:p>
                <a:endParaRPr lang="zh-CN" altLang="en-US"/>
              </a:p>
            </p:txBody>
          </p:sp>
          <p:sp>
            <p:nvSpPr>
              <p:cNvPr id="146100" name="Freeform 511"/>
              <p:cNvSpPr/>
              <p:nvPr/>
            </p:nvSpPr>
            <p:spPr>
              <a:xfrm>
                <a:off x="4891" y="2000"/>
                <a:ext cx="34" cy="13"/>
              </a:xfrm>
              <a:custGeom>
                <a:avLst/>
                <a:gdLst/>
                <a:ahLst/>
                <a:cxnLst>
                  <a:cxn ang="0">
                    <a:pos x="0" y="0"/>
                  </a:cxn>
                  <a:cxn ang="0">
                    <a:pos x="0" y="0"/>
                  </a:cxn>
                  <a:cxn ang="0">
                    <a:pos x="0" y="0"/>
                  </a:cxn>
                  <a:cxn ang="0">
                    <a:pos x="0" y="0"/>
                  </a:cxn>
                  <a:cxn ang="0">
                    <a:pos x="0" y="0"/>
                  </a:cxn>
                </a:cxnLst>
                <a:pathLst>
                  <a:path w="239" h="91">
                    <a:moveTo>
                      <a:pt x="239" y="42"/>
                    </a:moveTo>
                    <a:lnTo>
                      <a:pt x="0" y="0"/>
                    </a:lnTo>
                    <a:lnTo>
                      <a:pt x="2" y="44"/>
                    </a:lnTo>
                    <a:lnTo>
                      <a:pt x="231" y="91"/>
                    </a:lnTo>
                    <a:lnTo>
                      <a:pt x="239" y="42"/>
                    </a:lnTo>
                    <a:close/>
                  </a:path>
                </a:pathLst>
              </a:custGeom>
              <a:solidFill>
                <a:srgbClr val="FFCCFF">
                  <a:alpha val="100000"/>
                </a:srgbClr>
              </a:solidFill>
              <a:ln w="9525">
                <a:noFill/>
              </a:ln>
            </p:spPr>
            <p:txBody>
              <a:bodyPr/>
              <a:p>
                <a:endParaRPr lang="zh-CN" altLang="en-US"/>
              </a:p>
            </p:txBody>
          </p:sp>
          <p:sp>
            <p:nvSpPr>
              <p:cNvPr id="146101" name="Freeform 512"/>
              <p:cNvSpPr/>
              <p:nvPr/>
            </p:nvSpPr>
            <p:spPr>
              <a:xfrm>
                <a:off x="4805" y="2013"/>
                <a:ext cx="202" cy="67"/>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409" h="466">
                    <a:moveTo>
                      <a:pt x="0" y="140"/>
                    </a:moveTo>
                    <a:lnTo>
                      <a:pt x="4" y="140"/>
                    </a:lnTo>
                    <a:lnTo>
                      <a:pt x="12" y="138"/>
                    </a:lnTo>
                    <a:lnTo>
                      <a:pt x="27" y="135"/>
                    </a:lnTo>
                    <a:lnTo>
                      <a:pt x="45" y="132"/>
                    </a:lnTo>
                    <a:lnTo>
                      <a:pt x="67" y="128"/>
                    </a:lnTo>
                    <a:lnTo>
                      <a:pt x="92" y="123"/>
                    </a:lnTo>
                    <a:lnTo>
                      <a:pt x="120" y="116"/>
                    </a:lnTo>
                    <a:lnTo>
                      <a:pt x="150" y="108"/>
                    </a:lnTo>
                    <a:lnTo>
                      <a:pt x="181" y="100"/>
                    </a:lnTo>
                    <a:lnTo>
                      <a:pt x="212" y="89"/>
                    </a:lnTo>
                    <a:lnTo>
                      <a:pt x="243" y="78"/>
                    </a:lnTo>
                    <a:lnTo>
                      <a:pt x="273" y="65"/>
                    </a:lnTo>
                    <a:lnTo>
                      <a:pt x="303" y="50"/>
                    </a:lnTo>
                    <a:lnTo>
                      <a:pt x="330" y="35"/>
                    </a:lnTo>
                    <a:lnTo>
                      <a:pt x="355" y="18"/>
                    </a:lnTo>
                    <a:lnTo>
                      <a:pt x="375" y="0"/>
                    </a:lnTo>
                    <a:lnTo>
                      <a:pt x="1409" y="236"/>
                    </a:lnTo>
                    <a:lnTo>
                      <a:pt x="1407" y="239"/>
                    </a:lnTo>
                    <a:lnTo>
                      <a:pt x="1401" y="245"/>
                    </a:lnTo>
                    <a:lnTo>
                      <a:pt x="1392" y="254"/>
                    </a:lnTo>
                    <a:lnTo>
                      <a:pt x="1379" y="265"/>
                    </a:lnTo>
                    <a:lnTo>
                      <a:pt x="1363" y="279"/>
                    </a:lnTo>
                    <a:lnTo>
                      <a:pt x="1345" y="295"/>
                    </a:lnTo>
                    <a:lnTo>
                      <a:pt x="1325" y="313"/>
                    </a:lnTo>
                    <a:lnTo>
                      <a:pt x="1303" y="332"/>
                    </a:lnTo>
                    <a:lnTo>
                      <a:pt x="1279" y="351"/>
                    </a:lnTo>
                    <a:lnTo>
                      <a:pt x="1253" y="371"/>
                    </a:lnTo>
                    <a:lnTo>
                      <a:pt x="1227" y="390"/>
                    </a:lnTo>
                    <a:lnTo>
                      <a:pt x="1200" y="409"/>
                    </a:lnTo>
                    <a:lnTo>
                      <a:pt x="1172" y="426"/>
                    </a:lnTo>
                    <a:lnTo>
                      <a:pt x="1145" y="441"/>
                    </a:lnTo>
                    <a:lnTo>
                      <a:pt x="1117" y="455"/>
                    </a:lnTo>
                    <a:lnTo>
                      <a:pt x="1091" y="466"/>
                    </a:lnTo>
                    <a:lnTo>
                      <a:pt x="0" y="140"/>
                    </a:lnTo>
                    <a:close/>
                  </a:path>
                </a:pathLst>
              </a:custGeom>
              <a:solidFill>
                <a:srgbClr val="FFCCFF">
                  <a:alpha val="100000"/>
                </a:srgbClr>
              </a:solidFill>
              <a:ln w="9525">
                <a:noFill/>
              </a:ln>
            </p:spPr>
            <p:txBody>
              <a:bodyPr/>
              <a:p>
                <a:endParaRPr lang="zh-CN" altLang="en-US"/>
              </a:p>
            </p:txBody>
          </p:sp>
          <p:sp>
            <p:nvSpPr>
              <p:cNvPr id="146102" name="Freeform 513"/>
              <p:cNvSpPr/>
              <p:nvPr/>
            </p:nvSpPr>
            <p:spPr>
              <a:xfrm>
                <a:off x="5006" y="2006"/>
                <a:ext cx="72" cy="32"/>
              </a:xfrm>
              <a:custGeom>
                <a:avLst/>
                <a:gdLst/>
                <a:ahLst/>
                <a:cxnLst>
                  <a:cxn ang="0">
                    <a:pos x="0" y="0"/>
                  </a:cxn>
                  <a:cxn ang="0">
                    <a:pos x="0" y="0"/>
                  </a:cxn>
                  <a:cxn ang="0">
                    <a:pos x="0" y="0"/>
                  </a:cxn>
                  <a:cxn ang="0">
                    <a:pos x="0" y="0"/>
                  </a:cxn>
                  <a:cxn ang="0">
                    <a:pos x="0" y="0"/>
                  </a:cxn>
                  <a:cxn ang="0">
                    <a:pos x="0" y="0"/>
                  </a:cxn>
                </a:cxnLst>
                <a:pathLst>
                  <a:path w="502" h="223">
                    <a:moveTo>
                      <a:pt x="51" y="223"/>
                    </a:moveTo>
                    <a:lnTo>
                      <a:pt x="502" y="90"/>
                    </a:lnTo>
                    <a:lnTo>
                      <a:pt x="229" y="0"/>
                    </a:lnTo>
                    <a:lnTo>
                      <a:pt x="6" y="26"/>
                    </a:lnTo>
                    <a:lnTo>
                      <a:pt x="0" y="211"/>
                    </a:lnTo>
                    <a:lnTo>
                      <a:pt x="51" y="223"/>
                    </a:lnTo>
                    <a:close/>
                  </a:path>
                </a:pathLst>
              </a:custGeom>
              <a:solidFill>
                <a:schemeClr val="bg1">
                  <a:alpha val="100000"/>
                </a:schemeClr>
              </a:solidFill>
              <a:ln w="9525">
                <a:noFill/>
              </a:ln>
            </p:spPr>
            <p:txBody>
              <a:bodyPr/>
              <a:p>
                <a:endParaRPr lang="zh-CN" altLang="en-US"/>
              </a:p>
            </p:txBody>
          </p:sp>
          <p:sp>
            <p:nvSpPr>
              <p:cNvPr id="146103" name="Freeform 514"/>
              <p:cNvSpPr/>
              <p:nvPr/>
            </p:nvSpPr>
            <p:spPr>
              <a:xfrm>
                <a:off x="4821" y="1869"/>
                <a:ext cx="38" cy="152"/>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67" h="1064">
                    <a:moveTo>
                      <a:pt x="267" y="26"/>
                    </a:moveTo>
                    <a:lnTo>
                      <a:pt x="266" y="24"/>
                    </a:lnTo>
                    <a:lnTo>
                      <a:pt x="262" y="22"/>
                    </a:lnTo>
                    <a:lnTo>
                      <a:pt x="254" y="20"/>
                    </a:lnTo>
                    <a:lnTo>
                      <a:pt x="244" y="16"/>
                    </a:lnTo>
                    <a:lnTo>
                      <a:pt x="232" y="12"/>
                    </a:lnTo>
                    <a:lnTo>
                      <a:pt x="218" y="8"/>
                    </a:lnTo>
                    <a:lnTo>
                      <a:pt x="202" y="5"/>
                    </a:lnTo>
                    <a:lnTo>
                      <a:pt x="184" y="1"/>
                    </a:lnTo>
                    <a:lnTo>
                      <a:pt x="164" y="0"/>
                    </a:lnTo>
                    <a:lnTo>
                      <a:pt x="143" y="0"/>
                    </a:lnTo>
                    <a:lnTo>
                      <a:pt x="121" y="3"/>
                    </a:lnTo>
                    <a:lnTo>
                      <a:pt x="98" y="6"/>
                    </a:lnTo>
                    <a:lnTo>
                      <a:pt x="74" y="13"/>
                    </a:lnTo>
                    <a:lnTo>
                      <a:pt x="50" y="22"/>
                    </a:lnTo>
                    <a:lnTo>
                      <a:pt x="25" y="35"/>
                    </a:lnTo>
                    <a:lnTo>
                      <a:pt x="0" y="51"/>
                    </a:lnTo>
                    <a:lnTo>
                      <a:pt x="0" y="1064"/>
                    </a:lnTo>
                    <a:lnTo>
                      <a:pt x="1" y="1064"/>
                    </a:lnTo>
                    <a:lnTo>
                      <a:pt x="7" y="1064"/>
                    </a:lnTo>
                    <a:lnTo>
                      <a:pt x="15" y="1063"/>
                    </a:lnTo>
                    <a:lnTo>
                      <a:pt x="25" y="1062"/>
                    </a:lnTo>
                    <a:lnTo>
                      <a:pt x="37" y="1060"/>
                    </a:lnTo>
                    <a:lnTo>
                      <a:pt x="52" y="1057"/>
                    </a:lnTo>
                    <a:lnTo>
                      <a:pt x="69" y="1054"/>
                    </a:lnTo>
                    <a:lnTo>
                      <a:pt x="88" y="1049"/>
                    </a:lnTo>
                    <a:lnTo>
                      <a:pt x="108" y="1044"/>
                    </a:lnTo>
                    <a:lnTo>
                      <a:pt x="129" y="1037"/>
                    </a:lnTo>
                    <a:lnTo>
                      <a:pt x="152" y="1029"/>
                    </a:lnTo>
                    <a:lnTo>
                      <a:pt x="175" y="1018"/>
                    </a:lnTo>
                    <a:lnTo>
                      <a:pt x="198" y="1007"/>
                    </a:lnTo>
                    <a:lnTo>
                      <a:pt x="222" y="994"/>
                    </a:lnTo>
                    <a:lnTo>
                      <a:pt x="244" y="979"/>
                    </a:lnTo>
                    <a:lnTo>
                      <a:pt x="267" y="962"/>
                    </a:lnTo>
                    <a:lnTo>
                      <a:pt x="267" y="26"/>
                    </a:lnTo>
                    <a:close/>
                  </a:path>
                </a:pathLst>
              </a:custGeom>
              <a:solidFill>
                <a:schemeClr val="bg1">
                  <a:alpha val="100000"/>
                </a:schemeClr>
              </a:solidFill>
              <a:ln w="9525">
                <a:noFill/>
              </a:ln>
            </p:spPr>
            <p:txBody>
              <a:bodyPr/>
              <a:p>
                <a:endParaRPr lang="zh-CN" altLang="en-US"/>
              </a:p>
            </p:txBody>
          </p:sp>
          <p:sp>
            <p:nvSpPr>
              <p:cNvPr id="146104" name="Freeform 515"/>
              <p:cNvSpPr/>
              <p:nvPr/>
            </p:nvSpPr>
            <p:spPr>
              <a:xfrm>
                <a:off x="4822" y="1871"/>
                <a:ext cx="33" cy="12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28" h="898">
                    <a:moveTo>
                      <a:pt x="228" y="21"/>
                    </a:moveTo>
                    <a:lnTo>
                      <a:pt x="227" y="20"/>
                    </a:lnTo>
                    <a:lnTo>
                      <a:pt x="224" y="19"/>
                    </a:lnTo>
                    <a:lnTo>
                      <a:pt x="217" y="17"/>
                    </a:lnTo>
                    <a:lnTo>
                      <a:pt x="209" y="13"/>
                    </a:lnTo>
                    <a:lnTo>
                      <a:pt x="199" y="10"/>
                    </a:lnTo>
                    <a:lnTo>
                      <a:pt x="186" y="6"/>
                    </a:lnTo>
                    <a:lnTo>
                      <a:pt x="172" y="4"/>
                    </a:lnTo>
                    <a:lnTo>
                      <a:pt x="157" y="2"/>
                    </a:lnTo>
                    <a:lnTo>
                      <a:pt x="140" y="0"/>
                    </a:lnTo>
                    <a:lnTo>
                      <a:pt x="122" y="0"/>
                    </a:lnTo>
                    <a:lnTo>
                      <a:pt x="104" y="2"/>
                    </a:lnTo>
                    <a:lnTo>
                      <a:pt x="83" y="5"/>
                    </a:lnTo>
                    <a:lnTo>
                      <a:pt x="64" y="11"/>
                    </a:lnTo>
                    <a:lnTo>
                      <a:pt x="42" y="19"/>
                    </a:lnTo>
                    <a:lnTo>
                      <a:pt x="21" y="29"/>
                    </a:lnTo>
                    <a:lnTo>
                      <a:pt x="0" y="43"/>
                    </a:lnTo>
                    <a:lnTo>
                      <a:pt x="0" y="898"/>
                    </a:lnTo>
                    <a:lnTo>
                      <a:pt x="1" y="898"/>
                    </a:lnTo>
                    <a:lnTo>
                      <a:pt x="5" y="898"/>
                    </a:lnTo>
                    <a:lnTo>
                      <a:pt x="12" y="897"/>
                    </a:lnTo>
                    <a:lnTo>
                      <a:pt x="21" y="896"/>
                    </a:lnTo>
                    <a:lnTo>
                      <a:pt x="32" y="894"/>
                    </a:lnTo>
                    <a:lnTo>
                      <a:pt x="45" y="892"/>
                    </a:lnTo>
                    <a:lnTo>
                      <a:pt x="59" y="889"/>
                    </a:lnTo>
                    <a:lnTo>
                      <a:pt x="75" y="884"/>
                    </a:lnTo>
                    <a:lnTo>
                      <a:pt x="92" y="879"/>
                    </a:lnTo>
                    <a:lnTo>
                      <a:pt x="111" y="874"/>
                    </a:lnTo>
                    <a:lnTo>
                      <a:pt x="130" y="867"/>
                    </a:lnTo>
                    <a:lnTo>
                      <a:pt x="149" y="858"/>
                    </a:lnTo>
                    <a:lnTo>
                      <a:pt x="169" y="848"/>
                    </a:lnTo>
                    <a:lnTo>
                      <a:pt x="190" y="837"/>
                    </a:lnTo>
                    <a:lnTo>
                      <a:pt x="209" y="824"/>
                    </a:lnTo>
                    <a:lnTo>
                      <a:pt x="228" y="809"/>
                    </a:lnTo>
                    <a:lnTo>
                      <a:pt x="228" y="21"/>
                    </a:lnTo>
                    <a:close/>
                  </a:path>
                </a:pathLst>
              </a:custGeom>
              <a:solidFill>
                <a:srgbClr val="FFCCFF">
                  <a:alpha val="100000"/>
                </a:srgbClr>
              </a:solidFill>
              <a:ln w="9525">
                <a:noFill/>
              </a:ln>
            </p:spPr>
            <p:txBody>
              <a:bodyPr/>
              <a:p>
                <a:endParaRPr lang="zh-CN" altLang="en-US"/>
              </a:p>
            </p:txBody>
          </p:sp>
          <p:sp>
            <p:nvSpPr>
              <p:cNvPr id="146105" name="Freeform 516"/>
              <p:cNvSpPr/>
              <p:nvPr/>
            </p:nvSpPr>
            <p:spPr>
              <a:xfrm>
                <a:off x="4823" y="1872"/>
                <a:ext cx="27" cy="104"/>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92" h="729">
                    <a:moveTo>
                      <a:pt x="192" y="17"/>
                    </a:moveTo>
                    <a:lnTo>
                      <a:pt x="191" y="17"/>
                    </a:lnTo>
                    <a:lnTo>
                      <a:pt x="187" y="15"/>
                    </a:lnTo>
                    <a:lnTo>
                      <a:pt x="183" y="12"/>
                    </a:lnTo>
                    <a:lnTo>
                      <a:pt x="176" y="10"/>
                    </a:lnTo>
                    <a:lnTo>
                      <a:pt x="167" y="8"/>
                    </a:lnTo>
                    <a:lnTo>
                      <a:pt x="156" y="4"/>
                    </a:lnTo>
                    <a:lnTo>
                      <a:pt x="145" y="2"/>
                    </a:lnTo>
                    <a:lnTo>
                      <a:pt x="132" y="0"/>
                    </a:lnTo>
                    <a:lnTo>
                      <a:pt x="117" y="0"/>
                    </a:lnTo>
                    <a:lnTo>
                      <a:pt x="102" y="0"/>
                    </a:lnTo>
                    <a:lnTo>
                      <a:pt x="86" y="1"/>
                    </a:lnTo>
                    <a:lnTo>
                      <a:pt x="70" y="3"/>
                    </a:lnTo>
                    <a:lnTo>
                      <a:pt x="53" y="8"/>
                    </a:lnTo>
                    <a:lnTo>
                      <a:pt x="35" y="15"/>
                    </a:lnTo>
                    <a:lnTo>
                      <a:pt x="18" y="24"/>
                    </a:lnTo>
                    <a:lnTo>
                      <a:pt x="0" y="35"/>
                    </a:lnTo>
                    <a:lnTo>
                      <a:pt x="0" y="729"/>
                    </a:lnTo>
                    <a:lnTo>
                      <a:pt x="1" y="729"/>
                    </a:lnTo>
                    <a:lnTo>
                      <a:pt x="4" y="729"/>
                    </a:lnTo>
                    <a:lnTo>
                      <a:pt x="10" y="728"/>
                    </a:lnTo>
                    <a:lnTo>
                      <a:pt x="18" y="727"/>
                    </a:lnTo>
                    <a:lnTo>
                      <a:pt x="27" y="726"/>
                    </a:lnTo>
                    <a:lnTo>
                      <a:pt x="37" y="725"/>
                    </a:lnTo>
                    <a:lnTo>
                      <a:pt x="50" y="721"/>
                    </a:lnTo>
                    <a:lnTo>
                      <a:pt x="64" y="719"/>
                    </a:lnTo>
                    <a:lnTo>
                      <a:pt x="77" y="714"/>
                    </a:lnTo>
                    <a:lnTo>
                      <a:pt x="92" y="710"/>
                    </a:lnTo>
                    <a:lnTo>
                      <a:pt x="108" y="704"/>
                    </a:lnTo>
                    <a:lnTo>
                      <a:pt x="125" y="697"/>
                    </a:lnTo>
                    <a:lnTo>
                      <a:pt x="141" y="689"/>
                    </a:lnTo>
                    <a:lnTo>
                      <a:pt x="159" y="680"/>
                    </a:lnTo>
                    <a:lnTo>
                      <a:pt x="176" y="668"/>
                    </a:lnTo>
                    <a:lnTo>
                      <a:pt x="192" y="657"/>
                    </a:lnTo>
                    <a:lnTo>
                      <a:pt x="192" y="17"/>
                    </a:lnTo>
                    <a:close/>
                  </a:path>
                </a:pathLst>
              </a:custGeom>
              <a:solidFill>
                <a:schemeClr val="bg1">
                  <a:alpha val="100000"/>
                </a:schemeClr>
              </a:solidFill>
              <a:ln w="9525">
                <a:noFill/>
              </a:ln>
            </p:spPr>
            <p:txBody>
              <a:bodyPr/>
              <a:p>
                <a:endParaRPr lang="zh-CN" altLang="en-US"/>
              </a:p>
            </p:txBody>
          </p:sp>
          <p:sp>
            <p:nvSpPr>
              <p:cNvPr id="146106" name="Freeform 517"/>
              <p:cNvSpPr/>
              <p:nvPr/>
            </p:nvSpPr>
            <p:spPr>
              <a:xfrm>
                <a:off x="4824" y="1873"/>
                <a:ext cx="22" cy="8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56" h="564">
                    <a:moveTo>
                      <a:pt x="156" y="15"/>
                    </a:moveTo>
                    <a:lnTo>
                      <a:pt x="153" y="14"/>
                    </a:lnTo>
                    <a:lnTo>
                      <a:pt x="142" y="9"/>
                    </a:lnTo>
                    <a:lnTo>
                      <a:pt x="127" y="4"/>
                    </a:lnTo>
                    <a:lnTo>
                      <a:pt x="108" y="1"/>
                    </a:lnTo>
                    <a:lnTo>
                      <a:pt x="84" y="0"/>
                    </a:lnTo>
                    <a:lnTo>
                      <a:pt x="58" y="3"/>
                    </a:lnTo>
                    <a:lnTo>
                      <a:pt x="29" y="12"/>
                    </a:lnTo>
                    <a:lnTo>
                      <a:pt x="0" y="28"/>
                    </a:lnTo>
                    <a:lnTo>
                      <a:pt x="0" y="564"/>
                    </a:lnTo>
                    <a:lnTo>
                      <a:pt x="4" y="564"/>
                    </a:lnTo>
                    <a:lnTo>
                      <a:pt x="15" y="563"/>
                    </a:lnTo>
                    <a:lnTo>
                      <a:pt x="31" y="560"/>
                    </a:lnTo>
                    <a:lnTo>
                      <a:pt x="52" y="555"/>
                    </a:lnTo>
                    <a:lnTo>
                      <a:pt x="76" y="548"/>
                    </a:lnTo>
                    <a:lnTo>
                      <a:pt x="102" y="537"/>
                    </a:lnTo>
                    <a:lnTo>
                      <a:pt x="128" y="524"/>
                    </a:lnTo>
                    <a:lnTo>
                      <a:pt x="156" y="505"/>
                    </a:lnTo>
                    <a:lnTo>
                      <a:pt x="156" y="15"/>
                    </a:lnTo>
                    <a:close/>
                  </a:path>
                </a:pathLst>
              </a:custGeom>
              <a:solidFill>
                <a:schemeClr val="bg1">
                  <a:alpha val="100000"/>
                </a:schemeClr>
              </a:solidFill>
              <a:ln w="9525">
                <a:noFill/>
              </a:ln>
            </p:spPr>
            <p:txBody>
              <a:bodyPr/>
              <a:p>
                <a:endParaRPr lang="zh-CN" altLang="en-US"/>
              </a:p>
            </p:txBody>
          </p:sp>
          <p:sp>
            <p:nvSpPr>
              <p:cNvPr id="146107" name="Freeform 518"/>
              <p:cNvSpPr/>
              <p:nvPr/>
            </p:nvSpPr>
            <p:spPr>
              <a:xfrm>
                <a:off x="4825" y="1875"/>
                <a:ext cx="17" cy="5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7" h="396">
                    <a:moveTo>
                      <a:pt x="117" y="10"/>
                    </a:moveTo>
                    <a:lnTo>
                      <a:pt x="115" y="9"/>
                    </a:lnTo>
                    <a:lnTo>
                      <a:pt x="107" y="6"/>
                    </a:lnTo>
                    <a:lnTo>
                      <a:pt x="95" y="2"/>
                    </a:lnTo>
                    <a:lnTo>
                      <a:pt x="80" y="0"/>
                    </a:lnTo>
                    <a:lnTo>
                      <a:pt x="63" y="0"/>
                    </a:lnTo>
                    <a:lnTo>
                      <a:pt x="43" y="2"/>
                    </a:lnTo>
                    <a:lnTo>
                      <a:pt x="22" y="9"/>
                    </a:lnTo>
                    <a:lnTo>
                      <a:pt x="0" y="22"/>
                    </a:lnTo>
                    <a:lnTo>
                      <a:pt x="0" y="396"/>
                    </a:lnTo>
                    <a:lnTo>
                      <a:pt x="3" y="396"/>
                    </a:lnTo>
                    <a:lnTo>
                      <a:pt x="11" y="395"/>
                    </a:lnTo>
                    <a:lnTo>
                      <a:pt x="23" y="393"/>
                    </a:lnTo>
                    <a:lnTo>
                      <a:pt x="39" y="389"/>
                    </a:lnTo>
                    <a:lnTo>
                      <a:pt x="58" y="385"/>
                    </a:lnTo>
                    <a:lnTo>
                      <a:pt x="77" y="377"/>
                    </a:lnTo>
                    <a:lnTo>
                      <a:pt x="96" y="365"/>
                    </a:lnTo>
                    <a:lnTo>
                      <a:pt x="117" y="351"/>
                    </a:lnTo>
                    <a:lnTo>
                      <a:pt x="117" y="10"/>
                    </a:lnTo>
                    <a:close/>
                  </a:path>
                </a:pathLst>
              </a:custGeom>
              <a:solidFill>
                <a:srgbClr val="FFCCFF">
                  <a:alpha val="100000"/>
                </a:srgbClr>
              </a:solidFill>
              <a:ln w="9525">
                <a:noFill/>
              </a:ln>
            </p:spPr>
            <p:txBody>
              <a:bodyPr/>
              <a:p>
                <a:endParaRPr lang="zh-CN" altLang="en-US"/>
              </a:p>
            </p:txBody>
          </p:sp>
          <p:sp>
            <p:nvSpPr>
              <p:cNvPr id="146108" name="Freeform 519"/>
              <p:cNvSpPr/>
              <p:nvPr/>
            </p:nvSpPr>
            <p:spPr>
              <a:xfrm>
                <a:off x="4826" y="1876"/>
                <a:ext cx="11" cy="33"/>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80" h="230">
                    <a:moveTo>
                      <a:pt x="80" y="7"/>
                    </a:moveTo>
                    <a:lnTo>
                      <a:pt x="78" y="6"/>
                    </a:lnTo>
                    <a:lnTo>
                      <a:pt x="73" y="5"/>
                    </a:lnTo>
                    <a:lnTo>
                      <a:pt x="65" y="2"/>
                    </a:lnTo>
                    <a:lnTo>
                      <a:pt x="55" y="0"/>
                    </a:lnTo>
                    <a:lnTo>
                      <a:pt x="44" y="0"/>
                    </a:lnTo>
                    <a:lnTo>
                      <a:pt x="30" y="1"/>
                    </a:lnTo>
                    <a:lnTo>
                      <a:pt x="15" y="7"/>
                    </a:lnTo>
                    <a:lnTo>
                      <a:pt x="0" y="15"/>
                    </a:lnTo>
                    <a:lnTo>
                      <a:pt x="0" y="230"/>
                    </a:lnTo>
                    <a:lnTo>
                      <a:pt x="3" y="230"/>
                    </a:lnTo>
                    <a:lnTo>
                      <a:pt x="7" y="229"/>
                    </a:lnTo>
                    <a:lnTo>
                      <a:pt x="16" y="228"/>
                    </a:lnTo>
                    <a:lnTo>
                      <a:pt x="27" y="225"/>
                    </a:lnTo>
                    <a:lnTo>
                      <a:pt x="39" y="222"/>
                    </a:lnTo>
                    <a:lnTo>
                      <a:pt x="53" y="216"/>
                    </a:lnTo>
                    <a:lnTo>
                      <a:pt x="67" y="208"/>
                    </a:lnTo>
                    <a:lnTo>
                      <a:pt x="80" y="199"/>
                    </a:lnTo>
                    <a:lnTo>
                      <a:pt x="80" y="7"/>
                    </a:lnTo>
                    <a:close/>
                  </a:path>
                </a:pathLst>
              </a:custGeom>
              <a:solidFill>
                <a:srgbClr val="FFCCFF">
                  <a:alpha val="100000"/>
                </a:srgbClr>
              </a:solidFill>
              <a:ln w="9525">
                <a:noFill/>
              </a:ln>
            </p:spPr>
            <p:txBody>
              <a:bodyPr/>
              <a:p>
                <a:endParaRPr lang="zh-CN" altLang="en-US"/>
              </a:p>
            </p:txBody>
          </p:sp>
          <p:sp>
            <p:nvSpPr>
              <p:cNvPr id="146109" name="Freeform 520"/>
              <p:cNvSpPr/>
              <p:nvPr/>
            </p:nvSpPr>
            <p:spPr>
              <a:xfrm>
                <a:off x="4964" y="1970"/>
                <a:ext cx="16" cy="17"/>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7" h="117">
                    <a:moveTo>
                      <a:pt x="58" y="117"/>
                    </a:moveTo>
                    <a:lnTo>
                      <a:pt x="70" y="116"/>
                    </a:lnTo>
                    <a:lnTo>
                      <a:pt x="81" y="112"/>
                    </a:lnTo>
                    <a:lnTo>
                      <a:pt x="90" y="106"/>
                    </a:lnTo>
                    <a:lnTo>
                      <a:pt x="100" y="100"/>
                    </a:lnTo>
                    <a:lnTo>
                      <a:pt x="106" y="90"/>
                    </a:lnTo>
                    <a:lnTo>
                      <a:pt x="112" y="81"/>
                    </a:lnTo>
                    <a:lnTo>
                      <a:pt x="116" y="70"/>
                    </a:lnTo>
                    <a:lnTo>
                      <a:pt x="117" y="58"/>
                    </a:lnTo>
                    <a:lnTo>
                      <a:pt x="116" y="46"/>
                    </a:lnTo>
                    <a:lnTo>
                      <a:pt x="112" y="35"/>
                    </a:lnTo>
                    <a:lnTo>
                      <a:pt x="106" y="25"/>
                    </a:lnTo>
                    <a:lnTo>
                      <a:pt x="100" y="17"/>
                    </a:lnTo>
                    <a:lnTo>
                      <a:pt x="90" y="9"/>
                    </a:lnTo>
                    <a:lnTo>
                      <a:pt x="81" y="4"/>
                    </a:lnTo>
                    <a:lnTo>
                      <a:pt x="70" y="1"/>
                    </a:lnTo>
                    <a:lnTo>
                      <a:pt x="58" y="0"/>
                    </a:lnTo>
                    <a:lnTo>
                      <a:pt x="47" y="1"/>
                    </a:lnTo>
                    <a:lnTo>
                      <a:pt x="36" y="4"/>
                    </a:lnTo>
                    <a:lnTo>
                      <a:pt x="26" y="9"/>
                    </a:lnTo>
                    <a:lnTo>
                      <a:pt x="17" y="17"/>
                    </a:lnTo>
                    <a:lnTo>
                      <a:pt x="10" y="25"/>
                    </a:lnTo>
                    <a:lnTo>
                      <a:pt x="5" y="35"/>
                    </a:lnTo>
                    <a:lnTo>
                      <a:pt x="1" y="46"/>
                    </a:lnTo>
                    <a:lnTo>
                      <a:pt x="0" y="58"/>
                    </a:lnTo>
                    <a:lnTo>
                      <a:pt x="1" y="70"/>
                    </a:lnTo>
                    <a:lnTo>
                      <a:pt x="5" y="81"/>
                    </a:lnTo>
                    <a:lnTo>
                      <a:pt x="10" y="90"/>
                    </a:lnTo>
                    <a:lnTo>
                      <a:pt x="17" y="100"/>
                    </a:lnTo>
                    <a:lnTo>
                      <a:pt x="26" y="106"/>
                    </a:lnTo>
                    <a:lnTo>
                      <a:pt x="36" y="112"/>
                    </a:lnTo>
                    <a:lnTo>
                      <a:pt x="47" y="116"/>
                    </a:lnTo>
                    <a:lnTo>
                      <a:pt x="58" y="117"/>
                    </a:lnTo>
                    <a:close/>
                  </a:path>
                </a:pathLst>
              </a:custGeom>
              <a:solidFill>
                <a:srgbClr val="FFFFFF">
                  <a:alpha val="100000"/>
                </a:srgbClr>
              </a:solidFill>
              <a:ln w="9525">
                <a:noFill/>
              </a:ln>
            </p:spPr>
            <p:txBody>
              <a:bodyPr/>
              <a:p>
                <a:endParaRPr lang="zh-CN" altLang="en-US"/>
              </a:p>
            </p:txBody>
          </p:sp>
          <p:sp>
            <p:nvSpPr>
              <p:cNvPr id="146110" name="Freeform 521"/>
              <p:cNvSpPr/>
              <p:nvPr/>
            </p:nvSpPr>
            <p:spPr>
              <a:xfrm>
                <a:off x="4912" y="1970"/>
                <a:ext cx="9" cy="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8" h="59">
                    <a:moveTo>
                      <a:pt x="29" y="59"/>
                    </a:moveTo>
                    <a:lnTo>
                      <a:pt x="40" y="56"/>
                    </a:lnTo>
                    <a:lnTo>
                      <a:pt x="50" y="49"/>
                    </a:lnTo>
                    <a:lnTo>
                      <a:pt x="56" y="40"/>
                    </a:lnTo>
                    <a:lnTo>
                      <a:pt x="58" y="29"/>
                    </a:lnTo>
                    <a:lnTo>
                      <a:pt x="56" y="17"/>
                    </a:lnTo>
                    <a:lnTo>
                      <a:pt x="50" y="8"/>
                    </a:lnTo>
                    <a:lnTo>
                      <a:pt x="40" y="2"/>
                    </a:lnTo>
                    <a:lnTo>
                      <a:pt x="29" y="0"/>
                    </a:lnTo>
                    <a:lnTo>
                      <a:pt x="17" y="2"/>
                    </a:lnTo>
                    <a:lnTo>
                      <a:pt x="8" y="8"/>
                    </a:lnTo>
                    <a:lnTo>
                      <a:pt x="2" y="17"/>
                    </a:lnTo>
                    <a:lnTo>
                      <a:pt x="0" y="29"/>
                    </a:lnTo>
                    <a:lnTo>
                      <a:pt x="2" y="40"/>
                    </a:lnTo>
                    <a:lnTo>
                      <a:pt x="8" y="49"/>
                    </a:lnTo>
                    <a:lnTo>
                      <a:pt x="17" y="56"/>
                    </a:lnTo>
                    <a:lnTo>
                      <a:pt x="29" y="59"/>
                    </a:lnTo>
                    <a:close/>
                  </a:path>
                </a:pathLst>
              </a:custGeom>
              <a:solidFill>
                <a:srgbClr val="FFFFFF">
                  <a:alpha val="100000"/>
                </a:srgbClr>
              </a:solidFill>
              <a:ln w="9525">
                <a:noFill/>
              </a:ln>
            </p:spPr>
            <p:txBody>
              <a:bodyPr/>
              <a:p>
                <a:endParaRPr lang="zh-CN" altLang="en-US"/>
              </a:p>
            </p:txBody>
          </p:sp>
          <p:sp>
            <p:nvSpPr>
              <p:cNvPr id="146111" name="Freeform 522"/>
              <p:cNvSpPr/>
              <p:nvPr/>
            </p:nvSpPr>
            <p:spPr>
              <a:xfrm>
                <a:off x="4927" y="1971"/>
                <a:ext cx="8" cy="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8" h="59">
                    <a:moveTo>
                      <a:pt x="29" y="59"/>
                    </a:moveTo>
                    <a:lnTo>
                      <a:pt x="41" y="57"/>
                    </a:lnTo>
                    <a:lnTo>
                      <a:pt x="50" y="51"/>
                    </a:lnTo>
                    <a:lnTo>
                      <a:pt x="56" y="42"/>
                    </a:lnTo>
                    <a:lnTo>
                      <a:pt x="58" y="30"/>
                    </a:lnTo>
                    <a:lnTo>
                      <a:pt x="56" y="19"/>
                    </a:lnTo>
                    <a:lnTo>
                      <a:pt x="50" y="9"/>
                    </a:lnTo>
                    <a:lnTo>
                      <a:pt x="41" y="3"/>
                    </a:lnTo>
                    <a:lnTo>
                      <a:pt x="29" y="0"/>
                    </a:lnTo>
                    <a:lnTo>
                      <a:pt x="18" y="3"/>
                    </a:lnTo>
                    <a:lnTo>
                      <a:pt x="9" y="9"/>
                    </a:lnTo>
                    <a:lnTo>
                      <a:pt x="2" y="19"/>
                    </a:lnTo>
                    <a:lnTo>
                      <a:pt x="0" y="30"/>
                    </a:lnTo>
                    <a:lnTo>
                      <a:pt x="2" y="42"/>
                    </a:lnTo>
                    <a:lnTo>
                      <a:pt x="9" y="51"/>
                    </a:lnTo>
                    <a:lnTo>
                      <a:pt x="18" y="57"/>
                    </a:lnTo>
                    <a:lnTo>
                      <a:pt x="29" y="59"/>
                    </a:lnTo>
                    <a:close/>
                  </a:path>
                </a:pathLst>
              </a:custGeom>
              <a:solidFill>
                <a:srgbClr val="FFFFFF">
                  <a:alpha val="100000"/>
                </a:srgbClr>
              </a:solidFill>
              <a:ln w="9525">
                <a:noFill/>
              </a:ln>
            </p:spPr>
            <p:txBody>
              <a:bodyPr/>
              <a:p>
                <a:endParaRPr lang="zh-CN" altLang="en-US"/>
              </a:p>
            </p:txBody>
          </p:sp>
          <p:sp>
            <p:nvSpPr>
              <p:cNvPr id="146112" name="Freeform 523"/>
              <p:cNvSpPr/>
              <p:nvPr/>
            </p:nvSpPr>
            <p:spPr>
              <a:xfrm>
                <a:off x="4871" y="1856"/>
                <a:ext cx="23" cy="114"/>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66" h="800">
                    <a:moveTo>
                      <a:pt x="52" y="16"/>
                    </a:moveTo>
                    <a:lnTo>
                      <a:pt x="47" y="32"/>
                    </a:lnTo>
                    <a:lnTo>
                      <a:pt x="36" y="77"/>
                    </a:lnTo>
                    <a:lnTo>
                      <a:pt x="21" y="148"/>
                    </a:lnTo>
                    <a:lnTo>
                      <a:pt x="8" y="244"/>
                    </a:lnTo>
                    <a:lnTo>
                      <a:pt x="0" y="359"/>
                    </a:lnTo>
                    <a:lnTo>
                      <a:pt x="2" y="492"/>
                    </a:lnTo>
                    <a:lnTo>
                      <a:pt x="15" y="640"/>
                    </a:lnTo>
                    <a:lnTo>
                      <a:pt x="46" y="800"/>
                    </a:lnTo>
                    <a:lnTo>
                      <a:pt x="161" y="794"/>
                    </a:lnTo>
                    <a:lnTo>
                      <a:pt x="156" y="770"/>
                    </a:lnTo>
                    <a:lnTo>
                      <a:pt x="145" y="706"/>
                    </a:lnTo>
                    <a:lnTo>
                      <a:pt x="131" y="610"/>
                    </a:lnTo>
                    <a:lnTo>
                      <a:pt x="118" y="493"/>
                    </a:lnTo>
                    <a:lnTo>
                      <a:pt x="111" y="364"/>
                    </a:lnTo>
                    <a:lnTo>
                      <a:pt x="115" y="235"/>
                    </a:lnTo>
                    <a:lnTo>
                      <a:pt x="132" y="113"/>
                    </a:lnTo>
                    <a:lnTo>
                      <a:pt x="166" y="9"/>
                    </a:lnTo>
                    <a:lnTo>
                      <a:pt x="166" y="8"/>
                    </a:lnTo>
                    <a:lnTo>
                      <a:pt x="166" y="6"/>
                    </a:lnTo>
                    <a:lnTo>
                      <a:pt x="164" y="4"/>
                    </a:lnTo>
                    <a:lnTo>
                      <a:pt x="157" y="0"/>
                    </a:lnTo>
                    <a:lnTo>
                      <a:pt x="143" y="0"/>
                    </a:lnTo>
                    <a:lnTo>
                      <a:pt x="123" y="1"/>
                    </a:lnTo>
                    <a:lnTo>
                      <a:pt x="93" y="7"/>
                    </a:lnTo>
                    <a:lnTo>
                      <a:pt x="52" y="16"/>
                    </a:lnTo>
                    <a:close/>
                  </a:path>
                </a:pathLst>
              </a:custGeom>
              <a:solidFill>
                <a:schemeClr val="bg1">
                  <a:alpha val="100000"/>
                </a:schemeClr>
              </a:solidFill>
              <a:ln w="9525">
                <a:noFill/>
              </a:ln>
            </p:spPr>
            <p:txBody>
              <a:bodyPr/>
              <a:p>
                <a:endParaRPr lang="zh-CN" altLang="en-US"/>
              </a:p>
            </p:txBody>
          </p:sp>
          <p:sp>
            <p:nvSpPr>
              <p:cNvPr id="146113" name="Freeform 524"/>
              <p:cNvSpPr/>
              <p:nvPr/>
            </p:nvSpPr>
            <p:spPr>
              <a:xfrm>
                <a:off x="4993" y="1842"/>
                <a:ext cx="32" cy="12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25" h="893">
                    <a:moveTo>
                      <a:pt x="225" y="6"/>
                    </a:moveTo>
                    <a:lnTo>
                      <a:pt x="219" y="12"/>
                    </a:lnTo>
                    <a:lnTo>
                      <a:pt x="204" y="35"/>
                    </a:lnTo>
                    <a:lnTo>
                      <a:pt x="185" y="82"/>
                    </a:lnTo>
                    <a:lnTo>
                      <a:pt x="165" y="158"/>
                    </a:lnTo>
                    <a:lnTo>
                      <a:pt x="149" y="270"/>
                    </a:lnTo>
                    <a:lnTo>
                      <a:pt x="141" y="427"/>
                    </a:lnTo>
                    <a:lnTo>
                      <a:pt x="146" y="631"/>
                    </a:lnTo>
                    <a:lnTo>
                      <a:pt x="168" y="893"/>
                    </a:lnTo>
                    <a:lnTo>
                      <a:pt x="41" y="893"/>
                    </a:lnTo>
                    <a:lnTo>
                      <a:pt x="36" y="867"/>
                    </a:lnTo>
                    <a:lnTo>
                      <a:pt x="26" y="794"/>
                    </a:lnTo>
                    <a:lnTo>
                      <a:pt x="13" y="686"/>
                    </a:lnTo>
                    <a:lnTo>
                      <a:pt x="3" y="554"/>
                    </a:lnTo>
                    <a:lnTo>
                      <a:pt x="0" y="408"/>
                    </a:lnTo>
                    <a:lnTo>
                      <a:pt x="6" y="260"/>
                    </a:lnTo>
                    <a:lnTo>
                      <a:pt x="30" y="121"/>
                    </a:lnTo>
                    <a:lnTo>
                      <a:pt x="73" y="0"/>
                    </a:lnTo>
                    <a:lnTo>
                      <a:pt x="225" y="6"/>
                    </a:lnTo>
                    <a:close/>
                  </a:path>
                </a:pathLst>
              </a:custGeom>
              <a:solidFill>
                <a:schemeClr val="bg1">
                  <a:alpha val="100000"/>
                </a:schemeClr>
              </a:solidFill>
              <a:ln w="9525">
                <a:noFill/>
              </a:ln>
            </p:spPr>
            <p:txBody>
              <a:bodyPr/>
              <a:p>
                <a:endParaRPr lang="zh-CN" altLang="en-US"/>
              </a:p>
            </p:txBody>
          </p:sp>
          <p:sp>
            <p:nvSpPr>
              <p:cNvPr id="146114" name="Freeform 525"/>
              <p:cNvSpPr/>
              <p:nvPr/>
            </p:nvSpPr>
            <p:spPr>
              <a:xfrm>
                <a:off x="4871" y="1863"/>
                <a:ext cx="21" cy="10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45" h="699">
                    <a:moveTo>
                      <a:pt x="46" y="14"/>
                    </a:moveTo>
                    <a:lnTo>
                      <a:pt x="41" y="28"/>
                    </a:lnTo>
                    <a:lnTo>
                      <a:pt x="32" y="67"/>
                    </a:lnTo>
                    <a:lnTo>
                      <a:pt x="20" y="130"/>
                    </a:lnTo>
                    <a:lnTo>
                      <a:pt x="7" y="213"/>
                    </a:lnTo>
                    <a:lnTo>
                      <a:pt x="0" y="314"/>
                    </a:lnTo>
                    <a:lnTo>
                      <a:pt x="1" y="430"/>
                    </a:lnTo>
                    <a:lnTo>
                      <a:pt x="13" y="559"/>
                    </a:lnTo>
                    <a:lnTo>
                      <a:pt x="40" y="699"/>
                    </a:lnTo>
                    <a:lnTo>
                      <a:pt x="140" y="693"/>
                    </a:lnTo>
                    <a:lnTo>
                      <a:pt x="135" y="672"/>
                    </a:lnTo>
                    <a:lnTo>
                      <a:pt x="126" y="616"/>
                    </a:lnTo>
                    <a:lnTo>
                      <a:pt x="113" y="532"/>
                    </a:lnTo>
                    <a:lnTo>
                      <a:pt x="103" y="430"/>
                    </a:lnTo>
                    <a:lnTo>
                      <a:pt x="97" y="317"/>
                    </a:lnTo>
                    <a:lnTo>
                      <a:pt x="100" y="205"/>
                    </a:lnTo>
                    <a:lnTo>
                      <a:pt x="115" y="98"/>
                    </a:lnTo>
                    <a:lnTo>
                      <a:pt x="145" y="8"/>
                    </a:lnTo>
                    <a:lnTo>
                      <a:pt x="145" y="7"/>
                    </a:lnTo>
                    <a:lnTo>
                      <a:pt x="145" y="5"/>
                    </a:lnTo>
                    <a:lnTo>
                      <a:pt x="143" y="3"/>
                    </a:lnTo>
                    <a:lnTo>
                      <a:pt x="137" y="0"/>
                    </a:lnTo>
                    <a:lnTo>
                      <a:pt x="126" y="0"/>
                    </a:lnTo>
                    <a:lnTo>
                      <a:pt x="108" y="1"/>
                    </a:lnTo>
                    <a:lnTo>
                      <a:pt x="81" y="6"/>
                    </a:lnTo>
                    <a:lnTo>
                      <a:pt x="46" y="14"/>
                    </a:lnTo>
                    <a:close/>
                  </a:path>
                </a:pathLst>
              </a:custGeom>
              <a:solidFill>
                <a:schemeClr val="bg1">
                  <a:alpha val="100000"/>
                </a:schemeClr>
              </a:solidFill>
              <a:ln w="9525">
                <a:noFill/>
              </a:ln>
            </p:spPr>
            <p:txBody>
              <a:bodyPr/>
              <a:p>
                <a:endParaRPr lang="zh-CN" altLang="en-US"/>
              </a:p>
            </p:txBody>
          </p:sp>
          <p:sp>
            <p:nvSpPr>
              <p:cNvPr id="146115" name="Freeform 526"/>
              <p:cNvSpPr/>
              <p:nvPr/>
            </p:nvSpPr>
            <p:spPr>
              <a:xfrm>
                <a:off x="4872" y="1870"/>
                <a:ext cx="18" cy="85"/>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23" h="597">
                    <a:moveTo>
                      <a:pt x="39" y="12"/>
                    </a:moveTo>
                    <a:lnTo>
                      <a:pt x="35" y="23"/>
                    </a:lnTo>
                    <a:lnTo>
                      <a:pt x="26" y="57"/>
                    </a:lnTo>
                    <a:lnTo>
                      <a:pt x="16" y="111"/>
                    </a:lnTo>
                    <a:lnTo>
                      <a:pt x="6" y="181"/>
                    </a:lnTo>
                    <a:lnTo>
                      <a:pt x="0" y="267"/>
                    </a:lnTo>
                    <a:lnTo>
                      <a:pt x="1" y="367"/>
                    </a:lnTo>
                    <a:lnTo>
                      <a:pt x="11" y="477"/>
                    </a:lnTo>
                    <a:lnTo>
                      <a:pt x="34" y="597"/>
                    </a:lnTo>
                    <a:lnTo>
                      <a:pt x="119" y="591"/>
                    </a:lnTo>
                    <a:lnTo>
                      <a:pt x="115" y="574"/>
                    </a:lnTo>
                    <a:lnTo>
                      <a:pt x="107" y="526"/>
                    </a:lnTo>
                    <a:lnTo>
                      <a:pt x="97" y="454"/>
                    </a:lnTo>
                    <a:lnTo>
                      <a:pt x="88" y="367"/>
                    </a:lnTo>
                    <a:lnTo>
                      <a:pt x="82" y="272"/>
                    </a:lnTo>
                    <a:lnTo>
                      <a:pt x="84" y="175"/>
                    </a:lnTo>
                    <a:lnTo>
                      <a:pt x="97" y="84"/>
                    </a:lnTo>
                    <a:lnTo>
                      <a:pt x="123" y="7"/>
                    </a:lnTo>
                    <a:lnTo>
                      <a:pt x="123" y="6"/>
                    </a:lnTo>
                    <a:lnTo>
                      <a:pt x="123" y="5"/>
                    </a:lnTo>
                    <a:lnTo>
                      <a:pt x="121" y="3"/>
                    </a:lnTo>
                    <a:lnTo>
                      <a:pt x="117" y="0"/>
                    </a:lnTo>
                    <a:lnTo>
                      <a:pt x="106" y="0"/>
                    </a:lnTo>
                    <a:lnTo>
                      <a:pt x="91" y="2"/>
                    </a:lnTo>
                    <a:lnTo>
                      <a:pt x="70" y="5"/>
                    </a:lnTo>
                    <a:lnTo>
                      <a:pt x="39" y="12"/>
                    </a:lnTo>
                    <a:close/>
                  </a:path>
                </a:pathLst>
              </a:custGeom>
              <a:solidFill>
                <a:schemeClr val="bg1">
                  <a:alpha val="100000"/>
                </a:schemeClr>
              </a:solidFill>
              <a:ln w="9525">
                <a:noFill/>
              </a:ln>
            </p:spPr>
            <p:txBody>
              <a:bodyPr/>
              <a:p>
                <a:endParaRPr lang="zh-CN" altLang="en-US"/>
              </a:p>
            </p:txBody>
          </p:sp>
          <p:sp>
            <p:nvSpPr>
              <p:cNvPr id="146116" name="Freeform 527"/>
              <p:cNvSpPr/>
              <p:nvPr/>
            </p:nvSpPr>
            <p:spPr>
              <a:xfrm>
                <a:off x="4873" y="1876"/>
                <a:ext cx="15" cy="7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03" h="492">
                    <a:moveTo>
                      <a:pt x="32" y="9"/>
                    </a:moveTo>
                    <a:lnTo>
                      <a:pt x="28" y="18"/>
                    </a:lnTo>
                    <a:lnTo>
                      <a:pt x="21" y="47"/>
                    </a:lnTo>
                    <a:lnTo>
                      <a:pt x="12" y="90"/>
                    </a:lnTo>
                    <a:lnTo>
                      <a:pt x="4" y="149"/>
                    </a:lnTo>
                    <a:lnTo>
                      <a:pt x="0" y="220"/>
                    </a:lnTo>
                    <a:lnTo>
                      <a:pt x="0" y="303"/>
                    </a:lnTo>
                    <a:lnTo>
                      <a:pt x="9" y="394"/>
                    </a:lnTo>
                    <a:lnTo>
                      <a:pt x="27" y="492"/>
                    </a:lnTo>
                    <a:lnTo>
                      <a:pt x="98" y="489"/>
                    </a:lnTo>
                    <a:lnTo>
                      <a:pt x="95" y="474"/>
                    </a:lnTo>
                    <a:lnTo>
                      <a:pt x="88" y="434"/>
                    </a:lnTo>
                    <a:lnTo>
                      <a:pt x="80" y="375"/>
                    </a:lnTo>
                    <a:lnTo>
                      <a:pt x="72" y="303"/>
                    </a:lnTo>
                    <a:lnTo>
                      <a:pt x="68" y="224"/>
                    </a:lnTo>
                    <a:lnTo>
                      <a:pt x="70" y="144"/>
                    </a:lnTo>
                    <a:lnTo>
                      <a:pt x="81" y="68"/>
                    </a:lnTo>
                    <a:lnTo>
                      <a:pt x="103" y="5"/>
                    </a:lnTo>
                    <a:lnTo>
                      <a:pt x="103" y="4"/>
                    </a:lnTo>
                    <a:lnTo>
                      <a:pt x="103" y="3"/>
                    </a:lnTo>
                    <a:lnTo>
                      <a:pt x="100" y="1"/>
                    </a:lnTo>
                    <a:lnTo>
                      <a:pt x="97" y="0"/>
                    </a:lnTo>
                    <a:lnTo>
                      <a:pt x="89" y="0"/>
                    </a:lnTo>
                    <a:lnTo>
                      <a:pt x="75" y="0"/>
                    </a:lnTo>
                    <a:lnTo>
                      <a:pt x="57" y="3"/>
                    </a:lnTo>
                    <a:lnTo>
                      <a:pt x="32" y="9"/>
                    </a:lnTo>
                    <a:close/>
                  </a:path>
                </a:pathLst>
              </a:custGeom>
              <a:solidFill>
                <a:schemeClr val="bg1">
                  <a:alpha val="100000"/>
                </a:schemeClr>
              </a:solidFill>
              <a:ln w="9525">
                <a:noFill/>
              </a:ln>
            </p:spPr>
            <p:txBody>
              <a:bodyPr/>
              <a:p>
                <a:endParaRPr lang="zh-CN" altLang="en-US"/>
              </a:p>
            </p:txBody>
          </p:sp>
          <p:sp>
            <p:nvSpPr>
              <p:cNvPr id="146117" name="Freeform 528"/>
              <p:cNvSpPr/>
              <p:nvPr/>
            </p:nvSpPr>
            <p:spPr>
              <a:xfrm>
                <a:off x="4874" y="1883"/>
                <a:ext cx="12" cy="5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82" h="390">
                    <a:moveTo>
                      <a:pt x="25" y="8"/>
                    </a:moveTo>
                    <a:lnTo>
                      <a:pt x="23" y="16"/>
                    </a:lnTo>
                    <a:lnTo>
                      <a:pt x="17" y="38"/>
                    </a:lnTo>
                    <a:lnTo>
                      <a:pt x="11" y="72"/>
                    </a:lnTo>
                    <a:lnTo>
                      <a:pt x="4" y="118"/>
                    </a:lnTo>
                    <a:lnTo>
                      <a:pt x="0" y="174"/>
                    </a:lnTo>
                    <a:lnTo>
                      <a:pt x="0" y="240"/>
                    </a:lnTo>
                    <a:lnTo>
                      <a:pt x="7" y="312"/>
                    </a:lnTo>
                    <a:lnTo>
                      <a:pt x="22" y="390"/>
                    </a:lnTo>
                    <a:lnTo>
                      <a:pt x="78" y="387"/>
                    </a:lnTo>
                    <a:lnTo>
                      <a:pt x="76" y="375"/>
                    </a:lnTo>
                    <a:lnTo>
                      <a:pt x="70" y="343"/>
                    </a:lnTo>
                    <a:lnTo>
                      <a:pt x="63" y="297"/>
                    </a:lnTo>
                    <a:lnTo>
                      <a:pt x="57" y="240"/>
                    </a:lnTo>
                    <a:lnTo>
                      <a:pt x="54" y="178"/>
                    </a:lnTo>
                    <a:lnTo>
                      <a:pt x="56" y="113"/>
                    </a:lnTo>
                    <a:lnTo>
                      <a:pt x="64" y="55"/>
                    </a:lnTo>
                    <a:lnTo>
                      <a:pt x="82" y="4"/>
                    </a:lnTo>
                    <a:lnTo>
                      <a:pt x="82" y="2"/>
                    </a:lnTo>
                    <a:lnTo>
                      <a:pt x="80" y="1"/>
                    </a:lnTo>
                    <a:lnTo>
                      <a:pt x="77" y="0"/>
                    </a:lnTo>
                    <a:lnTo>
                      <a:pt x="70" y="0"/>
                    </a:lnTo>
                    <a:lnTo>
                      <a:pt x="60" y="1"/>
                    </a:lnTo>
                    <a:lnTo>
                      <a:pt x="46" y="3"/>
                    </a:lnTo>
                    <a:lnTo>
                      <a:pt x="25" y="8"/>
                    </a:lnTo>
                    <a:close/>
                  </a:path>
                </a:pathLst>
              </a:custGeom>
              <a:solidFill>
                <a:schemeClr val="bg1">
                  <a:alpha val="100000"/>
                </a:schemeClr>
              </a:solidFill>
              <a:ln w="9525">
                <a:noFill/>
              </a:ln>
            </p:spPr>
            <p:txBody>
              <a:bodyPr/>
              <a:p>
                <a:endParaRPr lang="zh-CN" altLang="en-US"/>
              </a:p>
            </p:txBody>
          </p:sp>
          <p:sp>
            <p:nvSpPr>
              <p:cNvPr id="146118" name="Freeform 529"/>
              <p:cNvSpPr/>
              <p:nvPr/>
            </p:nvSpPr>
            <p:spPr>
              <a:xfrm>
                <a:off x="4875" y="1890"/>
                <a:ext cx="8" cy="4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9" h="288">
                    <a:moveTo>
                      <a:pt x="18" y="6"/>
                    </a:moveTo>
                    <a:lnTo>
                      <a:pt x="17" y="11"/>
                    </a:lnTo>
                    <a:lnTo>
                      <a:pt x="13" y="27"/>
                    </a:lnTo>
                    <a:lnTo>
                      <a:pt x="7" y="53"/>
                    </a:lnTo>
                    <a:lnTo>
                      <a:pt x="2" y="87"/>
                    </a:lnTo>
                    <a:lnTo>
                      <a:pt x="0" y="130"/>
                    </a:lnTo>
                    <a:lnTo>
                      <a:pt x="0" y="177"/>
                    </a:lnTo>
                    <a:lnTo>
                      <a:pt x="5" y="231"/>
                    </a:lnTo>
                    <a:lnTo>
                      <a:pt x="16" y="288"/>
                    </a:lnTo>
                    <a:lnTo>
                      <a:pt x="57" y="286"/>
                    </a:lnTo>
                    <a:lnTo>
                      <a:pt x="56" y="278"/>
                    </a:lnTo>
                    <a:lnTo>
                      <a:pt x="51" y="254"/>
                    </a:lnTo>
                    <a:lnTo>
                      <a:pt x="47" y="219"/>
                    </a:lnTo>
                    <a:lnTo>
                      <a:pt x="42" y="177"/>
                    </a:lnTo>
                    <a:lnTo>
                      <a:pt x="40" y="131"/>
                    </a:lnTo>
                    <a:lnTo>
                      <a:pt x="41" y="84"/>
                    </a:lnTo>
                    <a:lnTo>
                      <a:pt x="47" y="40"/>
                    </a:lnTo>
                    <a:lnTo>
                      <a:pt x="59" y="3"/>
                    </a:lnTo>
                    <a:lnTo>
                      <a:pt x="59" y="2"/>
                    </a:lnTo>
                    <a:lnTo>
                      <a:pt x="58" y="1"/>
                    </a:lnTo>
                    <a:lnTo>
                      <a:pt x="56" y="0"/>
                    </a:lnTo>
                    <a:lnTo>
                      <a:pt x="51" y="0"/>
                    </a:lnTo>
                    <a:lnTo>
                      <a:pt x="45" y="0"/>
                    </a:lnTo>
                    <a:lnTo>
                      <a:pt x="33" y="2"/>
                    </a:lnTo>
                    <a:lnTo>
                      <a:pt x="18" y="6"/>
                    </a:lnTo>
                    <a:close/>
                  </a:path>
                </a:pathLst>
              </a:custGeom>
              <a:solidFill>
                <a:schemeClr val="bg1">
                  <a:alpha val="100000"/>
                </a:schemeClr>
              </a:solidFill>
              <a:ln w="9525">
                <a:noFill/>
              </a:ln>
            </p:spPr>
            <p:txBody>
              <a:bodyPr/>
              <a:p>
                <a:endParaRPr lang="zh-CN" altLang="en-US"/>
              </a:p>
            </p:txBody>
          </p:sp>
          <p:sp>
            <p:nvSpPr>
              <p:cNvPr id="146119" name="Freeform 530"/>
              <p:cNvSpPr/>
              <p:nvPr/>
            </p:nvSpPr>
            <p:spPr>
              <a:xfrm>
                <a:off x="4994" y="1850"/>
                <a:ext cx="28" cy="11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98" h="779">
                    <a:moveTo>
                      <a:pt x="198" y="6"/>
                    </a:moveTo>
                    <a:lnTo>
                      <a:pt x="194" y="12"/>
                    </a:lnTo>
                    <a:lnTo>
                      <a:pt x="180" y="31"/>
                    </a:lnTo>
                    <a:lnTo>
                      <a:pt x="163" y="72"/>
                    </a:lnTo>
                    <a:lnTo>
                      <a:pt x="146" y="138"/>
                    </a:lnTo>
                    <a:lnTo>
                      <a:pt x="132" y="236"/>
                    </a:lnTo>
                    <a:lnTo>
                      <a:pt x="125" y="373"/>
                    </a:lnTo>
                    <a:lnTo>
                      <a:pt x="130" y="551"/>
                    </a:lnTo>
                    <a:lnTo>
                      <a:pt x="148" y="779"/>
                    </a:lnTo>
                    <a:lnTo>
                      <a:pt x="37" y="779"/>
                    </a:lnTo>
                    <a:lnTo>
                      <a:pt x="34" y="756"/>
                    </a:lnTo>
                    <a:lnTo>
                      <a:pt x="23" y="693"/>
                    </a:lnTo>
                    <a:lnTo>
                      <a:pt x="13" y="599"/>
                    </a:lnTo>
                    <a:lnTo>
                      <a:pt x="4" y="483"/>
                    </a:lnTo>
                    <a:lnTo>
                      <a:pt x="0" y="357"/>
                    </a:lnTo>
                    <a:lnTo>
                      <a:pt x="7" y="227"/>
                    </a:lnTo>
                    <a:lnTo>
                      <a:pt x="27" y="105"/>
                    </a:lnTo>
                    <a:lnTo>
                      <a:pt x="65" y="0"/>
                    </a:lnTo>
                    <a:lnTo>
                      <a:pt x="198" y="6"/>
                    </a:lnTo>
                    <a:close/>
                  </a:path>
                </a:pathLst>
              </a:custGeom>
              <a:solidFill>
                <a:schemeClr val="bg1">
                  <a:alpha val="100000"/>
                </a:schemeClr>
              </a:solidFill>
              <a:ln w="9525">
                <a:noFill/>
              </a:ln>
            </p:spPr>
            <p:txBody>
              <a:bodyPr/>
              <a:p>
                <a:endParaRPr lang="zh-CN" altLang="en-US"/>
              </a:p>
            </p:txBody>
          </p:sp>
          <p:sp>
            <p:nvSpPr>
              <p:cNvPr id="146120" name="Freeform 531"/>
              <p:cNvSpPr/>
              <p:nvPr/>
            </p:nvSpPr>
            <p:spPr>
              <a:xfrm>
                <a:off x="4995" y="1857"/>
                <a:ext cx="24" cy="9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69" h="666">
                    <a:moveTo>
                      <a:pt x="169" y="5"/>
                    </a:moveTo>
                    <a:lnTo>
                      <a:pt x="164" y="10"/>
                    </a:lnTo>
                    <a:lnTo>
                      <a:pt x="154" y="27"/>
                    </a:lnTo>
                    <a:lnTo>
                      <a:pt x="139" y="61"/>
                    </a:lnTo>
                    <a:lnTo>
                      <a:pt x="124" y="118"/>
                    </a:lnTo>
                    <a:lnTo>
                      <a:pt x="113" y="201"/>
                    </a:lnTo>
                    <a:lnTo>
                      <a:pt x="107" y="318"/>
                    </a:lnTo>
                    <a:lnTo>
                      <a:pt x="110" y="470"/>
                    </a:lnTo>
                    <a:lnTo>
                      <a:pt x="126" y="666"/>
                    </a:lnTo>
                    <a:lnTo>
                      <a:pt x="31" y="666"/>
                    </a:lnTo>
                    <a:lnTo>
                      <a:pt x="28" y="646"/>
                    </a:lnTo>
                    <a:lnTo>
                      <a:pt x="20" y="592"/>
                    </a:lnTo>
                    <a:lnTo>
                      <a:pt x="11" y="512"/>
                    </a:lnTo>
                    <a:lnTo>
                      <a:pt x="3" y="413"/>
                    </a:lnTo>
                    <a:lnTo>
                      <a:pt x="0" y="305"/>
                    </a:lnTo>
                    <a:lnTo>
                      <a:pt x="6" y="195"/>
                    </a:lnTo>
                    <a:lnTo>
                      <a:pt x="23" y="90"/>
                    </a:lnTo>
                    <a:lnTo>
                      <a:pt x="55" y="0"/>
                    </a:lnTo>
                    <a:lnTo>
                      <a:pt x="169" y="5"/>
                    </a:lnTo>
                    <a:close/>
                  </a:path>
                </a:pathLst>
              </a:custGeom>
              <a:solidFill>
                <a:schemeClr val="bg1">
                  <a:alpha val="100000"/>
                </a:schemeClr>
              </a:solidFill>
              <a:ln w="9525">
                <a:noFill/>
              </a:ln>
            </p:spPr>
            <p:txBody>
              <a:bodyPr/>
              <a:p>
                <a:endParaRPr lang="zh-CN" altLang="en-US"/>
              </a:p>
            </p:txBody>
          </p:sp>
          <p:sp>
            <p:nvSpPr>
              <p:cNvPr id="146121" name="Freeform 532"/>
              <p:cNvSpPr/>
              <p:nvPr/>
            </p:nvSpPr>
            <p:spPr>
              <a:xfrm>
                <a:off x="4996" y="1865"/>
                <a:ext cx="20" cy="7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40" h="551">
                    <a:moveTo>
                      <a:pt x="140" y="5"/>
                    </a:moveTo>
                    <a:lnTo>
                      <a:pt x="136" y="8"/>
                    </a:lnTo>
                    <a:lnTo>
                      <a:pt x="127" y="23"/>
                    </a:lnTo>
                    <a:lnTo>
                      <a:pt x="116" y="51"/>
                    </a:lnTo>
                    <a:lnTo>
                      <a:pt x="103" y="98"/>
                    </a:lnTo>
                    <a:lnTo>
                      <a:pt x="94" y="167"/>
                    </a:lnTo>
                    <a:lnTo>
                      <a:pt x="90" y="264"/>
                    </a:lnTo>
                    <a:lnTo>
                      <a:pt x="92" y="390"/>
                    </a:lnTo>
                    <a:lnTo>
                      <a:pt x="106" y="551"/>
                    </a:lnTo>
                    <a:lnTo>
                      <a:pt x="27" y="551"/>
                    </a:lnTo>
                    <a:lnTo>
                      <a:pt x="24" y="535"/>
                    </a:lnTo>
                    <a:lnTo>
                      <a:pt x="17" y="490"/>
                    </a:lnTo>
                    <a:lnTo>
                      <a:pt x="9" y="423"/>
                    </a:lnTo>
                    <a:lnTo>
                      <a:pt x="3" y="342"/>
                    </a:lnTo>
                    <a:lnTo>
                      <a:pt x="0" y="252"/>
                    </a:lnTo>
                    <a:lnTo>
                      <a:pt x="5" y="161"/>
                    </a:lnTo>
                    <a:lnTo>
                      <a:pt x="20" y="75"/>
                    </a:lnTo>
                    <a:lnTo>
                      <a:pt x="46" y="0"/>
                    </a:lnTo>
                    <a:lnTo>
                      <a:pt x="140" y="5"/>
                    </a:lnTo>
                    <a:close/>
                  </a:path>
                </a:pathLst>
              </a:custGeom>
              <a:solidFill>
                <a:schemeClr val="bg1">
                  <a:alpha val="100000"/>
                </a:schemeClr>
              </a:solidFill>
              <a:ln w="9525">
                <a:noFill/>
              </a:ln>
            </p:spPr>
            <p:txBody>
              <a:bodyPr/>
              <a:p>
                <a:endParaRPr lang="zh-CN" altLang="en-US"/>
              </a:p>
            </p:txBody>
          </p:sp>
          <p:sp>
            <p:nvSpPr>
              <p:cNvPr id="146122" name="Freeform 533"/>
              <p:cNvSpPr/>
              <p:nvPr/>
            </p:nvSpPr>
            <p:spPr>
              <a:xfrm>
                <a:off x="4997" y="1873"/>
                <a:ext cx="16" cy="62"/>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1" h="437">
                    <a:moveTo>
                      <a:pt x="111" y="4"/>
                    </a:moveTo>
                    <a:lnTo>
                      <a:pt x="108" y="7"/>
                    </a:lnTo>
                    <a:lnTo>
                      <a:pt x="101" y="18"/>
                    </a:lnTo>
                    <a:lnTo>
                      <a:pt x="92" y="41"/>
                    </a:lnTo>
                    <a:lnTo>
                      <a:pt x="82" y="77"/>
                    </a:lnTo>
                    <a:lnTo>
                      <a:pt x="75" y="133"/>
                    </a:lnTo>
                    <a:lnTo>
                      <a:pt x="70" y="208"/>
                    </a:lnTo>
                    <a:lnTo>
                      <a:pt x="72" y="309"/>
                    </a:lnTo>
                    <a:lnTo>
                      <a:pt x="83" y="437"/>
                    </a:lnTo>
                    <a:lnTo>
                      <a:pt x="21" y="437"/>
                    </a:lnTo>
                    <a:lnTo>
                      <a:pt x="19" y="424"/>
                    </a:lnTo>
                    <a:lnTo>
                      <a:pt x="13" y="389"/>
                    </a:lnTo>
                    <a:lnTo>
                      <a:pt x="7" y="336"/>
                    </a:lnTo>
                    <a:lnTo>
                      <a:pt x="3" y="272"/>
                    </a:lnTo>
                    <a:lnTo>
                      <a:pt x="0" y="200"/>
                    </a:lnTo>
                    <a:lnTo>
                      <a:pt x="5" y="128"/>
                    </a:lnTo>
                    <a:lnTo>
                      <a:pt x="16" y="59"/>
                    </a:lnTo>
                    <a:lnTo>
                      <a:pt x="37" y="0"/>
                    </a:lnTo>
                    <a:lnTo>
                      <a:pt x="111" y="4"/>
                    </a:lnTo>
                    <a:close/>
                  </a:path>
                </a:pathLst>
              </a:custGeom>
              <a:solidFill>
                <a:schemeClr val="bg1">
                  <a:alpha val="100000"/>
                </a:schemeClr>
              </a:solidFill>
              <a:ln w="9525">
                <a:noFill/>
              </a:ln>
            </p:spPr>
            <p:txBody>
              <a:bodyPr/>
              <a:p>
                <a:endParaRPr lang="zh-CN" altLang="en-US"/>
              </a:p>
            </p:txBody>
          </p:sp>
          <p:sp>
            <p:nvSpPr>
              <p:cNvPr id="146123" name="Freeform 534"/>
              <p:cNvSpPr/>
              <p:nvPr/>
            </p:nvSpPr>
            <p:spPr>
              <a:xfrm>
                <a:off x="4998" y="1881"/>
                <a:ext cx="12" cy="4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82" h="322">
                    <a:moveTo>
                      <a:pt x="82" y="3"/>
                    </a:moveTo>
                    <a:lnTo>
                      <a:pt x="79" y="5"/>
                    </a:lnTo>
                    <a:lnTo>
                      <a:pt x="75" y="13"/>
                    </a:lnTo>
                    <a:lnTo>
                      <a:pt x="67" y="30"/>
                    </a:lnTo>
                    <a:lnTo>
                      <a:pt x="60" y="57"/>
                    </a:lnTo>
                    <a:lnTo>
                      <a:pt x="54" y="98"/>
                    </a:lnTo>
                    <a:lnTo>
                      <a:pt x="52" y="154"/>
                    </a:lnTo>
                    <a:lnTo>
                      <a:pt x="53" y="228"/>
                    </a:lnTo>
                    <a:lnTo>
                      <a:pt x="61" y="322"/>
                    </a:lnTo>
                    <a:lnTo>
                      <a:pt x="15" y="322"/>
                    </a:lnTo>
                    <a:lnTo>
                      <a:pt x="14" y="313"/>
                    </a:lnTo>
                    <a:lnTo>
                      <a:pt x="9" y="287"/>
                    </a:lnTo>
                    <a:lnTo>
                      <a:pt x="5" y="247"/>
                    </a:lnTo>
                    <a:lnTo>
                      <a:pt x="1" y="200"/>
                    </a:lnTo>
                    <a:lnTo>
                      <a:pt x="0" y="147"/>
                    </a:lnTo>
                    <a:lnTo>
                      <a:pt x="3" y="95"/>
                    </a:lnTo>
                    <a:lnTo>
                      <a:pt x="11" y="44"/>
                    </a:lnTo>
                    <a:lnTo>
                      <a:pt x="27" y="0"/>
                    </a:lnTo>
                    <a:lnTo>
                      <a:pt x="82" y="3"/>
                    </a:lnTo>
                    <a:close/>
                  </a:path>
                </a:pathLst>
              </a:custGeom>
              <a:solidFill>
                <a:schemeClr val="bg1">
                  <a:alpha val="100000"/>
                </a:schemeClr>
              </a:solidFill>
              <a:ln w="9525">
                <a:noFill/>
              </a:ln>
            </p:spPr>
            <p:txBody>
              <a:bodyPr/>
              <a:p>
                <a:endParaRPr lang="zh-CN" altLang="en-US"/>
              </a:p>
            </p:txBody>
          </p:sp>
          <p:sp>
            <p:nvSpPr>
              <p:cNvPr id="146124" name="Rectangle 535"/>
              <p:cNvSpPr/>
              <p:nvPr/>
            </p:nvSpPr>
            <p:spPr>
              <a:xfrm>
                <a:off x="4846" y="1869"/>
                <a:ext cx="4" cy="146"/>
              </a:xfrm>
              <a:prstGeom prst="rect">
                <a:avLst/>
              </a:prstGeom>
              <a:solidFill>
                <a:srgbClr val="FFCCFF"/>
              </a:solidFill>
              <a:ln w="9525">
                <a:noFill/>
              </a:ln>
            </p:spPr>
            <p:txBody>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46125" name="Freeform 536"/>
              <p:cNvSpPr/>
              <p:nvPr/>
            </p:nvSpPr>
            <p:spPr>
              <a:xfrm>
                <a:off x="4898" y="1867"/>
                <a:ext cx="57" cy="67"/>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398" h="469">
                    <a:moveTo>
                      <a:pt x="37" y="44"/>
                    </a:moveTo>
                    <a:lnTo>
                      <a:pt x="33" y="53"/>
                    </a:lnTo>
                    <a:lnTo>
                      <a:pt x="27" y="79"/>
                    </a:lnTo>
                    <a:lnTo>
                      <a:pt x="17" y="120"/>
                    </a:lnTo>
                    <a:lnTo>
                      <a:pt x="8" y="174"/>
                    </a:lnTo>
                    <a:lnTo>
                      <a:pt x="1" y="238"/>
                    </a:lnTo>
                    <a:lnTo>
                      <a:pt x="0" y="309"/>
                    </a:lnTo>
                    <a:lnTo>
                      <a:pt x="7" y="387"/>
                    </a:lnTo>
                    <a:lnTo>
                      <a:pt x="24" y="469"/>
                    </a:lnTo>
                    <a:lnTo>
                      <a:pt x="24" y="466"/>
                    </a:lnTo>
                    <a:lnTo>
                      <a:pt x="24" y="455"/>
                    </a:lnTo>
                    <a:lnTo>
                      <a:pt x="24" y="438"/>
                    </a:lnTo>
                    <a:lnTo>
                      <a:pt x="24" y="417"/>
                    </a:lnTo>
                    <a:lnTo>
                      <a:pt x="27" y="391"/>
                    </a:lnTo>
                    <a:lnTo>
                      <a:pt x="30" y="363"/>
                    </a:lnTo>
                    <a:lnTo>
                      <a:pt x="35" y="332"/>
                    </a:lnTo>
                    <a:lnTo>
                      <a:pt x="41" y="300"/>
                    </a:lnTo>
                    <a:lnTo>
                      <a:pt x="52" y="268"/>
                    </a:lnTo>
                    <a:lnTo>
                      <a:pt x="64" y="237"/>
                    </a:lnTo>
                    <a:lnTo>
                      <a:pt x="79" y="207"/>
                    </a:lnTo>
                    <a:lnTo>
                      <a:pt x="99" y="179"/>
                    </a:lnTo>
                    <a:lnTo>
                      <a:pt x="123" y="155"/>
                    </a:lnTo>
                    <a:lnTo>
                      <a:pt x="150" y="136"/>
                    </a:lnTo>
                    <a:lnTo>
                      <a:pt x="183" y="122"/>
                    </a:lnTo>
                    <a:lnTo>
                      <a:pt x="221" y="114"/>
                    </a:lnTo>
                    <a:lnTo>
                      <a:pt x="223" y="112"/>
                    </a:lnTo>
                    <a:lnTo>
                      <a:pt x="230" y="107"/>
                    </a:lnTo>
                    <a:lnTo>
                      <a:pt x="242" y="99"/>
                    </a:lnTo>
                    <a:lnTo>
                      <a:pt x="260" y="88"/>
                    </a:lnTo>
                    <a:lnTo>
                      <a:pt x="284" y="74"/>
                    </a:lnTo>
                    <a:lnTo>
                      <a:pt x="315" y="58"/>
                    </a:lnTo>
                    <a:lnTo>
                      <a:pt x="352" y="39"/>
                    </a:lnTo>
                    <a:lnTo>
                      <a:pt x="398" y="19"/>
                    </a:lnTo>
                    <a:lnTo>
                      <a:pt x="396" y="17"/>
                    </a:lnTo>
                    <a:lnTo>
                      <a:pt x="389" y="16"/>
                    </a:lnTo>
                    <a:lnTo>
                      <a:pt x="379" y="14"/>
                    </a:lnTo>
                    <a:lnTo>
                      <a:pt x="364" y="12"/>
                    </a:lnTo>
                    <a:lnTo>
                      <a:pt x="347" y="8"/>
                    </a:lnTo>
                    <a:lnTo>
                      <a:pt x="326" y="6"/>
                    </a:lnTo>
                    <a:lnTo>
                      <a:pt x="302" y="4"/>
                    </a:lnTo>
                    <a:lnTo>
                      <a:pt x="277" y="1"/>
                    </a:lnTo>
                    <a:lnTo>
                      <a:pt x="250" y="0"/>
                    </a:lnTo>
                    <a:lnTo>
                      <a:pt x="221" y="1"/>
                    </a:lnTo>
                    <a:lnTo>
                      <a:pt x="191" y="3"/>
                    </a:lnTo>
                    <a:lnTo>
                      <a:pt x="160" y="6"/>
                    </a:lnTo>
                    <a:lnTo>
                      <a:pt x="129" y="12"/>
                    </a:lnTo>
                    <a:lnTo>
                      <a:pt x="97" y="20"/>
                    </a:lnTo>
                    <a:lnTo>
                      <a:pt x="67" y="30"/>
                    </a:lnTo>
                    <a:lnTo>
                      <a:pt x="37" y="44"/>
                    </a:lnTo>
                    <a:close/>
                  </a:path>
                </a:pathLst>
              </a:custGeom>
              <a:solidFill>
                <a:srgbClr val="FFCCFF">
                  <a:alpha val="100000"/>
                </a:srgbClr>
              </a:solidFill>
              <a:ln w="9525">
                <a:noFill/>
              </a:ln>
            </p:spPr>
            <p:txBody>
              <a:bodyPr/>
              <a:p>
                <a:endParaRPr lang="zh-CN" altLang="en-US"/>
              </a:p>
            </p:txBody>
          </p:sp>
          <p:sp>
            <p:nvSpPr>
              <p:cNvPr id="146126" name="Freeform 537"/>
              <p:cNvSpPr/>
              <p:nvPr/>
            </p:nvSpPr>
            <p:spPr>
              <a:xfrm>
                <a:off x="4819" y="1917"/>
                <a:ext cx="46" cy="13"/>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325" h="89">
                    <a:moveTo>
                      <a:pt x="0" y="57"/>
                    </a:moveTo>
                    <a:lnTo>
                      <a:pt x="0" y="55"/>
                    </a:lnTo>
                    <a:lnTo>
                      <a:pt x="2" y="52"/>
                    </a:lnTo>
                    <a:lnTo>
                      <a:pt x="6" y="47"/>
                    </a:lnTo>
                    <a:lnTo>
                      <a:pt x="12" y="41"/>
                    </a:lnTo>
                    <a:lnTo>
                      <a:pt x="20" y="34"/>
                    </a:lnTo>
                    <a:lnTo>
                      <a:pt x="29" y="27"/>
                    </a:lnTo>
                    <a:lnTo>
                      <a:pt x="41" y="20"/>
                    </a:lnTo>
                    <a:lnTo>
                      <a:pt x="57" y="13"/>
                    </a:lnTo>
                    <a:lnTo>
                      <a:pt x="77" y="7"/>
                    </a:lnTo>
                    <a:lnTo>
                      <a:pt x="98" y="3"/>
                    </a:lnTo>
                    <a:lnTo>
                      <a:pt x="126" y="0"/>
                    </a:lnTo>
                    <a:lnTo>
                      <a:pt x="156" y="0"/>
                    </a:lnTo>
                    <a:lnTo>
                      <a:pt x="191" y="3"/>
                    </a:lnTo>
                    <a:lnTo>
                      <a:pt x="230" y="8"/>
                    </a:lnTo>
                    <a:lnTo>
                      <a:pt x="275" y="18"/>
                    </a:lnTo>
                    <a:lnTo>
                      <a:pt x="325" y="31"/>
                    </a:lnTo>
                    <a:lnTo>
                      <a:pt x="318" y="51"/>
                    </a:lnTo>
                    <a:lnTo>
                      <a:pt x="316" y="50"/>
                    </a:lnTo>
                    <a:lnTo>
                      <a:pt x="308" y="47"/>
                    </a:lnTo>
                    <a:lnTo>
                      <a:pt x="295" y="44"/>
                    </a:lnTo>
                    <a:lnTo>
                      <a:pt x="279" y="39"/>
                    </a:lnTo>
                    <a:lnTo>
                      <a:pt x="260" y="35"/>
                    </a:lnTo>
                    <a:lnTo>
                      <a:pt x="238" y="30"/>
                    </a:lnTo>
                    <a:lnTo>
                      <a:pt x="214" y="27"/>
                    </a:lnTo>
                    <a:lnTo>
                      <a:pt x="188" y="24"/>
                    </a:lnTo>
                    <a:lnTo>
                      <a:pt x="161" y="23"/>
                    </a:lnTo>
                    <a:lnTo>
                      <a:pt x="134" y="23"/>
                    </a:lnTo>
                    <a:lnTo>
                      <a:pt x="108" y="26"/>
                    </a:lnTo>
                    <a:lnTo>
                      <a:pt x="82" y="31"/>
                    </a:lnTo>
                    <a:lnTo>
                      <a:pt x="58" y="41"/>
                    </a:lnTo>
                    <a:lnTo>
                      <a:pt x="36" y="52"/>
                    </a:lnTo>
                    <a:lnTo>
                      <a:pt x="16" y="68"/>
                    </a:lnTo>
                    <a:lnTo>
                      <a:pt x="0" y="89"/>
                    </a:lnTo>
                    <a:lnTo>
                      <a:pt x="0" y="57"/>
                    </a:lnTo>
                    <a:close/>
                  </a:path>
                </a:pathLst>
              </a:custGeom>
              <a:solidFill>
                <a:srgbClr val="000000">
                  <a:alpha val="100000"/>
                </a:srgbClr>
              </a:solidFill>
              <a:ln w="9525">
                <a:noFill/>
              </a:ln>
            </p:spPr>
            <p:txBody>
              <a:bodyPr/>
              <a:p>
                <a:endParaRPr lang="zh-CN" altLang="en-US"/>
              </a:p>
            </p:txBody>
          </p:sp>
          <p:sp>
            <p:nvSpPr>
              <p:cNvPr id="146127" name="Freeform 538"/>
              <p:cNvSpPr/>
              <p:nvPr/>
            </p:nvSpPr>
            <p:spPr>
              <a:xfrm>
                <a:off x="4819" y="1887"/>
                <a:ext cx="46" cy="13"/>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325" h="89">
                    <a:moveTo>
                      <a:pt x="0" y="56"/>
                    </a:moveTo>
                    <a:lnTo>
                      <a:pt x="0" y="55"/>
                    </a:lnTo>
                    <a:lnTo>
                      <a:pt x="2" y="52"/>
                    </a:lnTo>
                    <a:lnTo>
                      <a:pt x="6" y="47"/>
                    </a:lnTo>
                    <a:lnTo>
                      <a:pt x="12" y="40"/>
                    </a:lnTo>
                    <a:lnTo>
                      <a:pt x="20" y="33"/>
                    </a:lnTo>
                    <a:lnTo>
                      <a:pt x="29" y="27"/>
                    </a:lnTo>
                    <a:lnTo>
                      <a:pt x="41" y="18"/>
                    </a:lnTo>
                    <a:lnTo>
                      <a:pt x="57" y="13"/>
                    </a:lnTo>
                    <a:lnTo>
                      <a:pt x="77" y="7"/>
                    </a:lnTo>
                    <a:lnTo>
                      <a:pt x="98" y="2"/>
                    </a:lnTo>
                    <a:lnTo>
                      <a:pt x="126" y="0"/>
                    </a:lnTo>
                    <a:lnTo>
                      <a:pt x="156" y="0"/>
                    </a:lnTo>
                    <a:lnTo>
                      <a:pt x="191" y="2"/>
                    </a:lnTo>
                    <a:lnTo>
                      <a:pt x="230" y="8"/>
                    </a:lnTo>
                    <a:lnTo>
                      <a:pt x="275" y="17"/>
                    </a:lnTo>
                    <a:lnTo>
                      <a:pt x="325" y="31"/>
                    </a:lnTo>
                    <a:lnTo>
                      <a:pt x="318" y="49"/>
                    </a:lnTo>
                    <a:lnTo>
                      <a:pt x="316" y="48"/>
                    </a:lnTo>
                    <a:lnTo>
                      <a:pt x="308" y="46"/>
                    </a:lnTo>
                    <a:lnTo>
                      <a:pt x="295" y="43"/>
                    </a:lnTo>
                    <a:lnTo>
                      <a:pt x="279" y="38"/>
                    </a:lnTo>
                    <a:lnTo>
                      <a:pt x="260" y="35"/>
                    </a:lnTo>
                    <a:lnTo>
                      <a:pt x="238" y="30"/>
                    </a:lnTo>
                    <a:lnTo>
                      <a:pt x="214" y="27"/>
                    </a:lnTo>
                    <a:lnTo>
                      <a:pt x="188" y="23"/>
                    </a:lnTo>
                    <a:lnTo>
                      <a:pt x="161" y="22"/>
                    </a:lnTo>
                    <a:lnTo>
                      <a:pt x="134" y="23"/>
                    </a:lnTo>
                    <a:lnTo>
                      <a:pt x="108" y="25"/>
                    </a:lnTo>
                    <a:lnTo>
                      <a:pt x="82" y="31"/>
                    </a:lnTo>
                    <a:lnTo>
                      <a:pt x="58" y="40"/>
                    </a:lnTo>
                    <a:lnTo>
                      <a:pt x="36" y="52"/>
                    </a:lnTo>
                    <a:lnTo>
                      <a:pt x="16" y="68"/>
                    </a:lnTo>
                    <a:lnTo>
                      <a:pt x="0" y="89"/>
                    </a:lnTo>
                    <a:lnTo>
                      <a:pt x="0" y="56"/>
                    </a:lnTo>
                    <a:close/>
                  </a:path>
                </a:pathLst>
              </a:custGeom>
              <a:solidFill>
                <a:srgbClr val="000000">
                  <a:alpha val="100000"/>
                </a:srgbClr>
              </a:solidFill>
              <a:ln w="9525">
                <a:noFill/>
              </a:ln>
            </p:spPr>
            <p:txBody>
              <a:bodyPr/>
              <a:p>
                <a:endParaRPr lang="zh-CN" altLang="en-US"/>
              </a:p>
            </p:txBody>
          </p:sp>
          <p:sp>
            <p:nvSpPr>
              <p:cNvPr id="146128" name="Freeform 539"/>
              <p:cNvSpPr/>
              <p:nvPr/>
            </p:nvSpPr>
            <p:spPr>
              <a:xfrm>
                <a:off x="4863" y="1872"/>
                <a:ext cx="75" cy="13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28" h="975">
                    <a:moveTo>
                      <a:pt x="0" y="0"/>
                    </a:moveTo>
                    <a:lnTo>
                      <a:pt x="0" y="943"/>
                    </a:lnTo>
                    <a:lnTo>
                      <a:pt x="159" y="975"/>
                    </a:lnTo>
                    <a:lnTo>
                      <a:pt x="152" y="848"/>
                    </a:lnTo>
                    <a:lnTo>
                      <a:pt x="528" y="905"/>
                    </a:lnTo>
                    <a:lnTo>
                      <a:pt x="521" y="855"/>
                    </a:lnTo>
                    <a:lnTo>
                      <a:pt x="261" y="822"/>
                    </a:lnTo>
                    <a:lnTo>
                      <a:pt x="254" y="713"/>
                    </a:lnTo>
                    <a:lnTo>
                      <a:pt x="77" y="713"/>
                    </a:lnTo>
                    <a:lnTo>
                      <a:pt x="72" y="699"/>
                    </a:lnTo>
                    <a:lnTo>
                      <a:pt x="60" y="659"/>
                    </a:lnTo>
                    <a:lnTo>
                      <a:pt x="44" y="595"/>
                    </a:lnTo>
                    <a:lnTo>
                      <a:pt x="28" y="511"/>
                    </a:lnTo>
                    <a:lnTo>
                      <a:pt x="16" y="410"/>
                    </a:lnTo>
                    <a:lnTo>
                      <a:pt x="12" y="294"/>
                    </a:lnTo>
                    <a:lnTo>
                      <a:pt x="21" y="167"/>
                    </a:lnTo>
                    <a:lnTo>
                      <a:pt x="45" y="32"/>
                    </a:lnTo>
                    <a:lnTo>
                      <a:pt x="0" y="0"/>
                    </a:lnTo>
                    <a:close/>
                  </a:path>
                </a:pathLst>
              </a:custGeom>
              <a:solidFill>
                <a:schemeClr val="bg1">
                  <a:alpha val="100000"/>
                </a:schemeClr>
              </a:solidFill>
              <a:ln w="9525">
                <a:noFill/>
              </a:ln>
            </p:spPr>
            <p:txBody>
              <a:bodyPr/>
              <a:p>
                <a:endParaRPr lang="zh-CN" altLang="en-US"/>
              </a:p>
            </p:txBody>
          </p:sp>
          <p:sp>
            <p:nvSpPr>
              <p:cNvPr id="146129" name="Freeform 540"/>
              <p:cNvSpPr/>
              <p:nvPr/>
            </p:nvSpPr>
            <p:spPr>
              <a:xfrm>
                <a:off x="4900" y="1840"/>
                <a:ext cx="97" cy="1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678" h="133">
                    <a:moveTo>
                      <a:pt x="0" y="133"/>
                    </a:moveTo>
                    <a:lnTo>
                      <a:pt x="4" y="132"/>
                    </a:lnTo>
                    <a:lnTo>
                      <a:pt x="15" y="127"/>
                    </a:lnTo>
                    <a:lnTo>
                      <a:pt x="32" y="122"/>
                    </a:lnTo>
                    <a:lnTo>
                      <a:pt x="56" y="114"/>
                    </a:lnTo>
                    <a:lnTo>
                      <a:pt x="86" y="104"/>
                    </a:lnTo>
                    <a:lnTo>
                      <a:pt x="120" y="95"/>
                    </a:lnTo>
                    <a:lnTo>
                      <a:pt x="160" y="86"/>
                    </a:lnTo>
                    <a:lnTo>
                      <a:pt x="204" y="78"/>
                    </a:lnTo>
                    <a:lnTo>
                      <a:pt x="252" y="70"/>
                    </a:lnTo>
                    <a:lnTo>
                      <a:pt x="303" y="64"/>
                    </a:lnTo>
                    <a:lnTo>
                      <a:pt x="358" y="60"/>
                    </a:lnTo>
                    <a:lnTo>
                      <a:pt x="414" y="58"/>
                    </a:lnTo>
                    <a:lnTo>
                      <a:pt x="474" y="60"/>
                    </a:lnTo>
                    <a:lnTo>
                      <a:pt x="534" y="65"/>
                    </a:lnTo>
                    <a:lnTo>
                      <a:pt x="596" y="74"/>
                    </a:lnTo>
                    <a:lnTo>
                      <a:pt x="659" y="88"/>
                    </a:lnTo>
                    <a:lnTo>
                      <a:pt x="678" y="0"/>
                    </a:lnTo>
                    <a:lnTo>
                      <a:pt x="674" y="0"/>
                    </a:lnTo>
                    <a:lnTo>
                      <a:pt x="659" y="0"/>
                    </a:lnTo>
                    <a:lnTo>
                      <a:pt x="636" y="0"/>
                    </a:lnTo>
                    <a:lnTo>
                      <a:pt x="606" y="1"/>
                    </a:lnTo>
                    <a:lnTo>
                      <a:pt x="570" y="2"/>
                    </a:lnTo>
                    <a:lnTo>
                      <a:pt x="527" y="3"/>
                    </a:lnTo>
                    <a:lnTo>
                      <a:pt x="480" y="7"/>
                    </a:lnTo>
                    <a:lnTo>
                      <a:pt x="430" y="9"/>
                    </a:lnTo>
                    <a:lnTo>
                      <a:pt x="376" y="14"/>
                    </a:lnTo>
                    <a:lnTo>
                      <a:pt x="320" y="18"/>
                    </a:lnTo>
                    <a:lnTo>
                      <a:pt x="264" y="24"/>
                    </a:lnTo>
                    <a:lnTo>
                      <a:pt x="208" y="32"/>
                    </a:lnTo>
                    <a:lnTo>
                      <a:pt x="152" y="40"/>
                    </a:lnTo>
                    <a:lnTo>
                      <a:pt x="98" y="50"/>
                    </a:lnTo>
                    <a:lnTo>
                      <a:pt x="47" y="62"/>
                    </a:lnTo>
                    <a:lnTo>
                      <a:pt x="0" y="76"/>
                    </a:lnTo>
                    <a:lnTo>
                      <a:pt x="0" y="133"/>
                    </a:lnTo>
                    <a:close/>
                  </a:path>
                </a:pathLst>
              </a:custGeom>
              <a:solidFill>
                <a:schemeClr val="bg1">
                  <a:alpha val="100000"/>
                </a:schemeClr>
              </a:solidFill>
              <a:ln w="9525">
                <a:noFill/>
              </a:ln>
            </p:spPr>
            <p:txBody>
              <a:bodyPr/>
              <a:p>
                <a:endParaRPr lang="zh-CN" altLang="en-US"/>
              </a:p>
            </p:txBody>
          </p:sp>
          <p:sp>
            <p:nvSpPr>
              <p:cNvPr id="146130" name="Freeform 541"/>
              <p:cNvSpPr/>
              <p:nvPr/>
            </p:nvSpPr>
            <p:spPr>
              <a:xfrm>
                <a:off x="4843" y="2015"/>
                <a:ext cx="163" cy="54"/>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42" h="379">
                    <a:moveTo>
                      <a:pt x="482" y="367"/>
                    </a:moveTo>
                    <a:lnTo>
                      <a:pt x="485" y="366"/>
                    </a:lnTo>
                    <a:lnTo>
                      <a:pt x="492" y="363"/>
                    </a:lnTo>
                    <a:lnTo>
                      <a:pt x="502" y="359"/>
                    </a:lnTo>
                    <a:lnTo>
                      <a:pt x="516" y="353"/>
                    </a:lnTo>
                    <a:lnTo>
                      <a:pt x="533" y="346"/>
                    </a:lnTo>
                    <a:lnTo>
                      <a:pt x="551" y="338"/>
                    </a:lnTo>
                    <a:lnTo>
                      <a:pt x="572" y="328"/>
                    </a:lnTo>
                    <a:lnTo>
                      <a:pt x="593" y="317"/>
                    </a:lnTo>
                    <a:lnTo>
                      <a:pt x="616" y="306"/>
                    </a:lnTo>
                    <a:lnTo>
                      <a:pt x="638" y="292"/>
                    </a:lnTo>
                    <a:lnTo>
                      <a:pt x="660" y="279"/>
                    </a:lnTo>
                    <a:lnTo>
                      <a:pt x="680" y="264"/>
                    </a:lnTo>
                    <a:lnTo>
                      <a:pt x="700" y="249"/>
                    </a:lnTo>
                    <a:lnTo>
                      <a:pt x="717" y="233"/>
                    </a:lnTo>
                    <a:lnTo>
                      <a:pt x="732" y="217"/>
                    </a:lnTo>
                    <a:lnTo>
                      <a:pt x="743" y="201"/>
                    </a:lnTo>
                    <a:lnTo>
                      <a:pt x="0" y="20"/>
                    </a:lnTo>
                    <a:lnTo>
                      <a:pt x="57" y="0"/>
                    </a:lnTo>
                    <a:lnTo>
                      <a:pt x="1142" y="267"/>
                    </a:lnTo>
                    <a:lnTo>
                      <a:pt x="1098" y="292"/>
                    </a:lnTo>
                    <a:lnTo>
                      <a:pt x="784" y="212"/>
                    </a:lnTo>
                    <a:lnTo>
                      <a:pt x="783" y="213"/>
                    </a:lnTo>
                    <a:lnTo>
                      <a:pt x="781" y="216"/>
                    </a:lnTo>
                    <a:lnTo>
                      <a:pt x="776" y="221"/>
                    </a:lnTo>
                    <a:lnTo>
                      <a:pt x="769" y="228"/>
                    </a:lnTo>
                    <a:lnTo>
                      <a:pt x="761" y="237"/>
                    </a:lnTo>
                    <a:lnTo>
                      <a:pt x="750" y="246"/>
                    </a:lnTo>
                    <a:lnTo>
                      <a:pt x="737" y="258"/>
                    </a:lnTo>
                    <a:lnTo>
                      <a:pt x="721" y="269"/>
                    </a:lnTo>
                    <a:lnTo>
                      <a:pt x="703" y="282"/>
                    </a:lnTo>
                    <a:lnTo>
                      <a:pt x="684" y="295"/>
                    </a:lnTo>
                    <a:lnTo>
                      <a:pt x="660" y="309"/>
                    </a:lnTo>
                    <a:lnTo>
                      <a:pt x="635" y="323"/>
                    </a:lnTo>
                    <a:lnTo>
                      <a:pt x="606" y="338"/>
                    </a:lnTo>
                    <a:lnTo>
                      <a:pt x="574" y="352"/>
                    </a:lnTo>
                    <a:lnTo>
                      <a:pt x="540" y="366"/>
                    </a:lnTo>
                    <a:lnTo>
                      <a:pt x="502" y="379"/>
                    </a:lnTo>
                    <a:lnTo>
                      <a:pt x="482" y="367"/>
                    </a:lnTo>
                    <a:close/>
                  </a:path>
                </a:pathLst>
              </a:custGeom>
              <a:solidFill>
                <a:schemeClr val="bg1">
                  <a:alpha val="100000"/>
                </a:schemeClr>
              </a:solidFill>
              <a:ln w="9525">
                <a:noFill/>
              </a:ln>
            </p:spPr>
            <p:txBody>
              <a:bodyPr/>
              <a:p>
                <a:endParaRPr lang="zh-CN" altLang="en-US"/>
              </a:p>
            </p:txBody>
          </p:sp>
          <p:sp>
            <p:nvSpPr>
              <p:cNvPr id="146131" name="Freeform 542"/>
              <p:cNvSpPr/>
              <p:nvPr/>
            </p:nvSpPr>
            <p:spPr>
              <a:xfrm>
                <a:off x="4809" y="2029"/>
                <a:ext cx="167" cy="48"/>
              </a:xfrm>
              <a:custGeom>
                <a:avLst/>
                <a:gdLst/>
                <a:ahLst/>
                <a:cxnLst>
                  <a:cxn ang="0">
                    <a:pos x="0" y="0"/>
                  </a:cxn>
                  <a:cxn ang="0">
                    <a:pos x="0" y="0"/>
                  </a:cxn>
                  <a:cxn ang="0">
                    <a:pos x="0" y="0"/>
                  </a:cxn>
                  <a:cxn ang="0">
                    <a:pos x="0" y="0"/>
                  </a:cxn>
                  <a:cxn ang="0">
                    <a:pos x="0" y="0"/>
                  </a:cxn>
                </a:cxnLst>
                <a:pathLst>
                  <a:path w="1163" h="340">
                    <a:moveTo>
                      <a:pt x="0" y="0"/>
                    </a:moveTo>
                    <a:lnTo>
                      <a:pt x="1137" y="340"/>
                    </a:lnTo>
                    <a:lnTo>
                      <a:pt x="1163" y="340"/>
                    </a:lnTo>
                    <a:lnTo>
                      <a:pt x="34" y="0"/>
                    </a:lnTo>
                    <a:lnTo>
                      <a:pt x="0" y="0"/>
                    </a:lnTo>
                    <a:close/>
                  </a:path>
                </a:pathLst>
              </a:custGeom>
              <a:solidFill>
                <a:srgbClr val="000000">
                  <a:alpha val="100000"/>
                </a:srgbClr>
              </a:solidFill>
              <a:ln w="9525">
                <a:noFill/>
              </a:ln>
            </p:spPr>
            <p:txBody>
              <a:bodyPr/>
              <a:p>
                <a:endParaRPr lang="zh-CN" altLang="en-US"/>
              </a:p>
            </p:txBody>
          </p:sp>
          <p:sp>
            <p:nvSpPr>
              <p:cNvPr id="146132" name="Freeform 543"/>
              <p:cNvSpPr/>
              <p:nvPr/>
            </p:nvSpPr>
            <p:spPr>
              <a:xfrm>
                <a:off x="4837" y="2022"/>
                <a:ext cx="164" cy="44"/>
              </a:xfrm>
              <a:custGeom>
                <a:avLst/>
                <a:gdLst/>
                <a:ahLst/>
                <a:cxnLst>
                  <a:cxn ang="0">
                    <a:pos x="0" y="0"/>
                  </a:cxn>
                  <a:cxn ang="0">
                    <a:pos x="0" y="0"/>
                  </a:cxn>
                  <a:cxn ang="0">
                    <a:pos x="0" y="0"/>
                  </a:cxn>
                  <a:cxn ang="0">
                    <a:pos x="0" y="0"/>
                  </a:cxn>
                  <a:cxn ang="0">
                    <a:pos x="0" y="0"/>
                  </a:cxn>
                </a:cxnLst>
                <a:pathLst>
                  <a:path w="1149" h="303">
                    <a:moveTo>
                      <a:pt x="0" y="1"/>
                    </a:moveTo>
                    <a:lnTo>
                      <a:pt x="1124" y="303"/>
                    </a:lnTo>
                    <a:lnTo>
                      <a:pt x="1149" y="302"/>
                    </a:lnTo>
                    <a:lnTo>
                      <a:pt x="34" y="0"/>
                    </a:lnTo>
                    <a:lnTo>
                      <a:pt x="0" y="1"/>
                    </a:lnTo>
                    <a:close/>
                  </a:path>
                </a:pathLst>
              </a:custGeom>
              <a:solidFill>
                <a:srgbClr val="000000">
                  <a:alpha val="100000"/>
                </a:srgbClr>
              </a:solidFill>
              <a:ln w="9525">
                <a:noFill/>
              </a:ln>
            </p:spPr>
            <p:txBody>
              <a:bodyPr/>
              <a:p>
                <a:endParaRPr lang="zh-CN" altLang="en-US"/>
              </a:p>
            </p:txBody>
          </p:sp>
          <p:sp>
            <p:nvSpPr>
              <p:cNvPr id="146133" name="Freeform 544"/>
              <p:cNvSpPr/>
              <p:nvPr/>
            </p:nvSpPr>
            <p:spPr>
              <a:xfrm>
                <a:off x="4824" y="2025"/>
                <a:ext cx="165" cy="48"/>
              </a:xfrm>
              <a:custGeom>
                <a:avLst/>
                <a:gdLst/>
                <a:ahLst/>
                <a:cxnLst>
                  <a:cxn ang="0">
                    <a:pos x="0" y="0"/>
                  </a:cxn>
                  <a:cxn ang="0">
                    <a:pos x="0" y="0"/>
                  </a:cxn>
                  <a:cxn ang="0">
                    <a:pos x="0" y="0"/>
                  </a:cxn>
                  <a:cxn ang="0">
                    <a:pos x="0" y="0"/>
                  </a:cxn>
                  <a:cxn ang="0">
                    <a:pos x="0" y="0"/>
                  </a:cxn>
                </a:cxnLst>
                <a:pathLst>
                  <a:path w="1155" h="336">
                    <a:moveTo>
                      <a:pt x="0" y="0"/>
                    </a:moveTo>
                    <a:lnTo>
                      <a:pt x="1134" y="336"/>
                    </a:lnTo>
                    <a:lnTo>
                      <a:pt x="1155" y="328"/>
                    </a:lnTo>
                    <a:lnTo>
                      <a:pt x="34" y="0"/>
                    </a:lnTo>
                    <a:lnTo>
                      <a:pt x="0" y="0"/>
                    </a:lnTo>
                    <a:close/>
                  </a:path>
                </a:pathLst>
              </a:custGeom>
              <a:solidFill>
                <a:srgbClr val="000000">
                  <a:alpha val="100000"/>
                </a:srgbClr>
              </a:solidFill>
              <a:ln w="9525">
                <a:noFill/>
              </a:ln>
            </p:spPr>
            <p:txBody>
              <a:bodyPr/>
              <a:p>
                <a:endParaRPr lang="zh-CN" altLang="en-US"/>
              </a:p>
            </p:txBody>
          </p:sp>
        </p:grpSp>
        <p:grpSp>
          <p:nvGrpSpPr>
            <p:cNvPr id="146037" name="Group 545"/>
            <p:cNvGrpSpPr/>
            <p:nvPr/>
          </p:nvGrpSpPr>
          <p:grpSpPr>
            <a:xfrm>
              <a:off x="1553" y="3099"/>
              <a:ext cx="176" cy="150"/>
              <a:chOff x="4765" y="1531"/>
              <a:chExt cx="312" cy="261"/>
            </a:xfrm>
          </p:grpSpPr>
          <p:sp>
            <p:nvSpPr>
              <p:cNvPr id="146055" name="AutoShape 546"/>
              <p:cNvSpPr>
                <a:spLocks noChangeAspect="1" noTextEdit="1"/>
              </p:cNvSpPr>
              <p:nvPr/>
            </p:nvSpPr>
            <p:spPr>
              <a:xfrm>
                <a:off x="4765" y="1531"/>
                <a:ext cx="312" cy="260"/>
              </a:xfrm>
              <a:prstGeom prst="rect">
                <a:avLst/>
              </a:prstGeom>
              <a:noFill/>
              <a:ln w="9525">
                <a:noFill/>
              </a:ln>
            </p:spPr>
            <p:txBody>
              <a:bodyPr/>
              <a:p>
                <a:endParaRPr lang="zh-CN" altLang="en-US"/>
              </a:p>
            </p:txBody>
          </p:sp>
          <p:sp>
            <p:nvSpPr>
              <p:cNvPr id="146056" name="Freeform 547"/>
              <p:cNvSpPr/>
              <p:nvPr/>
            </p:nvSpPr>
            <p:spPr>
              <a:xfrm>
                <a:off x="4765" y="1534"/>
                <a:ext cx="307" cy="25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150" h="1804">
                    <a:moveTo>
                      <a:pt x="582" y="239"/>
                    </a:moveTo>
                    <a:lnTo>
                      <a:pt x="606" y="129"/>
                    </a:lnTo>
                    <a:lnTo>
                      <a:pt x="607" y="129"/>
                    </a:lnTo>
                    <a:lnTo>
                      <a:pt x="611" y="128"/>
                    </a:lnTo>
                    <a:lnTo>
                      <a:pt x="616" y="125"/>
                    </a:lnTo>
                    <a:lnTo>
                      <a:pt x="623" y="123"/>
                    </a:lnTo>
                    <a:lnTo>
                      <a:pt x="633" y="120"/>
                    </a:lnTo>
                    <a:lnTo>
                      <a:pt x="645" y="115"/>
                    </a:lnTo>
                    <a:lnTo>
                      <a:pt x="659" y="112"/>
                    </a:lnTo>
                    <a:lnTo>
                      <a:pt x="676" y="107"/>
                    </a:lnTo>
                    <a:lnTo>
                      <a:pt x="694" y="101"/>
                    </a:lnTo>
                    <a:lnTo>
                      <a:pt x="715" y="95"/>
                    </a:lnTo>
                    <a:lnTo>
                      <a:pt x="738" y="90"/>
                    </a:lnTo>
                    <a:lnTo>
                      <a:pt x="763" y="84"/>
                    </a:lnTo>
                    <a:lnTo>
                      <a:pt x="790" y="78"/>
                    </a:lnTo>
                    <a:lnTo>
                      <a:pt x="820" y="71"/>
                    </a:lnTo>
                    <a:lnTo>
                      <a:pt x="852" y="64"/>
                    </a:lnTo>
                    <a:lnTo>
                      <a:pt x="886" y="59"/>
                    </a:lnTo>
                    <a:lnTo>
                      <a:pt x="922" y="52"/>
                    </a:lnTo>
                    <a:lnTo>
                      <a:pt x="961" y="46"/>
                    </a:lnTo>
                    <a:lnTo>
                      <a:pt x="1002" y="40"/>
                    </a:lnTo>
                    <a:lnTo>
                      <a:pt x="1044" y="35"/>
                    </a:lnTo>
                    <a:lnTo>
                      <a:pt x="1090" y="29"/>
                    </a:lnTo>
                    <a:lnTo>
                      <a:pt x="1138" y="23"/>
                    </a:lnTo>
                    <a:lnTo>
                      <a:pt x="1187" y="18"/>
                    </a:lnTo>
                    <a:lnTo>
                      <a:pt x="1240" y="14"/>
                    </a:lnTo>
                    <a:lnTo>
                      <a:pt x="1294" y="10"/>
                    </a:lnTo>
                    <a:lnTo>
                      <a:pt x="1350" y="7"/>
                    </a:lnTo>
                    <a:lnTo>
                      <a:pt x="1410" y="4"/>
                    </a:lnTo>
                    <a:lnTo>
                      <a:pt x="1470" y="1"/>
                    </a:lnTo>
                    <a:lnTo>
                      <a:pt x="1535" y="0"/>
                    </a:lnTo>
                    <a:lnTo>
                      <a:pt x="1601" y="0"/>
                    </a:lnTo>
                    <a:lnTo>
                      <a:pt x="1668" y="0"/>
                    </a:lnTo>
                    <a:lnTo>
                      <a:pt x="1739" y="1"/>
                    </a:lnTo>
                    <a:lnTo>
                      <a:pt x="1816" y="44"/>
                    </a:lnTo>
                    <a:lnTo>
                      <a:pt x="1799" y="248"/>
                    </a:lnTo>
                    <a:lnTo>
                      <a:pt x="1804" y="251"/>
                    </a:lnTo>
                    <a:lnTo>
                      <a:pt x="1820" y="259"/>
                    </a:lnTo>
                    <a:lnTo>
                      <a:pt x="1842" y="272"/>
                    </a:lnTo>
                    <a:lnTo>
                      <a:pt x="1868" y="292"/>
                    </a:lnTo>
                    <a:lnTo>
                      <a:pt x="1896" y="318"/>
                    </a:lnTo>
                    <a:lnTo>
                      <a:pt x="1920" y="351"/>
                    </a:lnTo>
                    <a:lnTo>
                      <a:pt x="1939" y="390"/>
                    </a:lnTo>
                    <a:lnTo>
                      <a:pt x="1951" y="436"/>
                    </a:lnTo>
                    <a:lnTo>
                      <a:pt x="2125" y="593"/>
                    </a:lnTo>
                    <a:lnTo>
                      <a:pt x="2078" y="1009"/>
                    </a:lnTo>
                    <a:lnTo>
                      <a:pt x="1799" y="1149"/>
                    </a:lnTo>
                    <a:lnTo>
                      <a:pt x="2129" y="1247"/>
                    </a:lnTo>
                    <a:lnTo>
                      <a:pt x="2131" y="1251"/>
                    </a:lnTo>
                    <a:lnTo>
                      <a:pt x="2137" y="1264"/>
                    </a:lnTo>
                    <a:lnTo>
                      <a:pt x="2143" y="1284"/>
                    </a:lnTo>
                    <a:lnTo>
                      <a:pt x="2149" y="1310"/>
                    </a:lnTo>
                    <a:lnTo>
                      <a:pt x="2150" y="1342"/>
                    </a:lnTo>
                    <a:lnTo>
                      <a:pt x="2147" y="1380"/>
                    </a:lnTo>
                    <a:lnTo>
                      <a:pt x="2136" y="1423"/>
                    </a:lnTo>
                    <a:lnTo>
                      <a:pt x="2117" y="1468"/>
                    </a:lnTo>
                    <a:lnTo>
                      <a:pt x="1244" y="1804"/>
                    </a:lnTo>
                    <a:lnTo>
                      <a:pt x="0" y="1413"/>
                    </a:lnTo>
                    <a:lnTo>
                      <a:pt x="22" y="1367"/>
                    </a:lnTo>
                    <a:lnTo>
                      <a:pt x="212" y="1302"/>
                    </a:lnTo>
                    <a:lnTo>
                      <a:pt x="212" y="248"/>
                    </a:lnTo>
                    <a:lnTo>
                      <a:pt x="213" y="247"/>
                    </a:lnTo>
                    <a:lnTo>
                      <a:pt x="217" y="244"/>
                    </a:lnTo>
                    <a:lnTo>
                      <a:pt x="223" y="240"/>
                    </a:lnTo>
                    <a:lnTo>
                      <a:pt x="232" y="234"/>
                    </a:lnTo>
                    <a:lnTo>
                      <a:pt x="245" y="228"/>
                    </a:lnTo>
                    <a:lnTo>
                      <a:pt x="258" y="221"/>
                    </a:lnTo>
                    <a:lnTo>
                      <a:pt x="276" y="214"/>
                    </a:lnTo>
                    <a:lnTo>
                      <a:pt x="294" y="207"/>
                    </a:lnTo>
                    <a:lnTo>
                      <a:pt x="316" y="201"/>
                    </a:lnTo>
                    <a:lnTo>
                      <a:pt x="340" y="197"/>
                    </a:lnTo>
                    <a:lnTo>
                      <a:pt x="366" y="194"/>
                    </a:lnTo>
                    <a:lnTo>
                      <a:pt x="393" y="192"/>
                    </a:lnTo>
                    <a:lnTo>
                      <a:pt x="424" y="193"/>
                    </a:lnTo>
                    <a:lnTo>
                      <a:pt x="457" y="197"/>
                    </a:lnTo>
                    <a:lnTo>
                      <a:pt x="493" y="203"/>
                    </a:lnTo>
                    <a:lnTo>
                      <a:pt x="529" y="214"/>
                    </a:lnTo>
                    <a:lnTo>
                      <a:pt x="582" y="239"/>
                    </a:lnTo>
                    <a:close/>
                  </a:path>
                </a:pathLst>
              </a:custGeom>
              <a:solidFill>
                <a:srgbClr val="DDDDDD">
                  <a:alpha val="100000"/>
                </a:srgbClr>
              </a:solidFill>
              <a:ln w="9525">
                <a:noFill/>
              </a:ln>
            </p:spPr>
            <p:txBody>
              <a:bodyPr/>
              <a:p>
                <a:endParaRPr lang="zh-CN" altLang="en-US"/>
              </a:p>
            </p:txBody>
          </p:sp>
          <p:sp>
            <p:nvSpPr>
              <p:cNvPr id="146057" name="Freeform 548"/>
              <p:cNvSpPr/>
              <p:nvPr/>
            </p:nvSpPr>
            <p:spPr>
              <a:xfrm>
                <a:off x="4882" y="1584"/>
                <a:ext cx="163" cy="11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39" h="778">
                    <a:moveTo>
                      <a:pt x="7" y="587"/>
                    </a:moveTo>
                    <a:lnTo>
                      <a:pt x="0" y="682"/>
                    </a:lnTo>
                    <a:lnTo>
                      <a:pt x="742" y="778"/>
                    </a:lnTo>
                    <a:lnTo>
                      <a:pt x="748" y="775"/>
                    </a:lnTo>
                    <a:lnTo>
                      <a:pt x="763" y="767"/>
                    </a:lnTo>
                    <a:lnTo>
                      <a:pt x="787" y="755"/>
                    </a:lnTo>
                    <a:lnTo>
                      <a:pt x="816" y="737"/>
                    </a:lnTo>
                    <a:lnTo>
                      <a:pt x="852" y="714"/>
                    </a:lnTo>
                    <a:lnTo>
                      <a:pt x="891" y="686"/>
                    </a:lnTo>
                    <a:lnTo>
                      <a:pt x="932" y="652"/>
                    </a:lnTo>
                    <a:lnTo>
                      <a:pt x="973" y="613"/>
                    </a:lnTo>
                    <a:lnTo>
                      <a:pt x="1013" y="570"/>
                    </a:lnTo>
                    <a:lnTo>
                      <a:pt x="1051" y="521"/>
                    </a:lnTo>
                    <a:lnTo>
                      <a:pt x="1083" y="466"/>
                    </a:lnTo>
                    <a:lnTo>
                      <a:pt x="1109" y="406"/>
                    </a:lnTo>
                    <a:lnTo>
                      <a:pt x="1129" y="342"/>
                    </a:lnTo>
                    <a:lnTo>
                      <a:pt x="1139" y="271"/>
                    </a:lnTo>
                    <a:lnTo>
                      <a:pt x="1138" y="196"/>
                    </a:lnTo>
                    <a:lnTo>
                      <a:pt x="1124" y="115"/>
                    </a:lnTo>
                    <a:lnTo>
                      <a:pt x="1122" y="110"/>
                    </a:lnTo>
                    <a:lnTo>
                      <a:pt x="1115" y="97"/>
                    </a:lnTo>
                    <a:lnTo>
                      <a:pt x="1102" y="80"/>
                    </a:lnTo>
                    <a:lnTo>
                      <a:pt x="1086" y="59"/>
                    </a:lnTo>
                    <a:lnTo>
                      <a:pt x="1066" y="39"/>
                    </a:lnTo>
                    <a:lnTo>
                      <a:pt x="1041" y="20"/>
                    </a:lnTo>
                    <a:lnTo>
                      <a:pt x="1011" y="7"/>
                    </a:lnTo>
                    <a:lnTo>
                      <a:pt x="978" y="0"/>
                    </a:lnTo>
                    <a:lnTo>
                      <a:pt x="982" y="12"/>
                    </a:lnTo>
                    <a:lnTo>
                      <a:pt x="994" y="46"/>
                    </a:lnTo>
                    <a:lnTo>
                      <a:pt x="1007" y="100"/>
                    </a:lnTo>
                    <a:lnTo>
                      <a:pt x="1019" y="169"/>
                    </a:lnTo>
                    <a:lnTo>
                      <a:pt x="1022" y="252"/>
                    </a:lnTo>
                    <a:lnTo>
                      <a:pt x="1013" y="344"/>
                    </a:lnTo>
                    <a:lnTo>
                      <a:pt x="987" y="444"/>
                    </a:lnTo>
                    <a:lnTo>
                      <a:pt x="940" y="549"/>
                    </a:lnTo>
                    <a:lnTo>
                      <a:pt x="939" y="550"/>
                    </a:lnTo>
                    <a:lnTo>
                      <a:pt x="934" y="553"/>
                    </a:lnTo>
                    <a:lnTo>
                      <a:pt x="927" y="559"/>
                    </a:lnTo>
                    <a:lnTo>
                      <a:pt x="917" y="567"/>
                    </a:lnTo>
                    <a:lnTo>
                      <a:pt x="904" y="575"/>
                    </a:lnTo>
                    <a:lnTo>
                      <a:pt x="890" y="585"/>
                    </a:lnTo>
                    <a:lnTo>
                      <a:pt x="871" y="594"/>
                    </a:lnTo>
                    <a:lnTo>
                      <a:pt x="851" y="603"/>
                    </a:lnTo>
                    <a:lnTo>
                      <a:pt x="828" y="611"/>
                    </a:lnTo>
                    <a:lnTo>
                      <a:pt x="802" y="619"/>
                    </a:lnTo>
                    <a:lnTo>
                      <a:pt x="773" y="625"/>
                    </a:lnTo>
                    <a:lnTo>
                      <a:pt x="741" y="629"/>
                    </a:lnTo>
                    <a:lnTo>
                      <a:pt x="708" y="630"/>
                    </a:lnTo>
                    <a:lnTo>
                      <a:pt x="671" y="629"/>
                    </a:lnTo>
                    <a:lnTo>
                      <a:pt x="631" y="626"/>
                    </a:lnTo>
                    <a:lnTo>
                      <a:pt x="590" y="618"/>
                    </a:lnTo>
                    <a:lnTo>
                      <a:pt x="590" y="720"/>
                    </a:lnTo>
                    <a:lnTo>
                      <a:pt x="26" y="663"/>
                    </a:lnTo>
                    <a:lnTo>
                      <a:pt x="7" y="587"/>
                    </a:lnTo>
                    <a:close/>
                  </a:path>
                </a:pathLst>
              </a:custGeom>
              <a:solidFill>
                <a:schemeClr val="bg2">
                  <a:alpha val="100000"/>
                </a:schemeClr>
              </a:solidFill>
              <a:ln w="9525">
                <a:noFill/>
              </a:ln>
            </p:spPr>
            <p:txBody>
              <a:bodyPr/>
              <a:p>
                <a:endParaRPr lang="zh-CN" altLang="en-US"/>
              </a:p>
            </p:txBody>
          </p:sp>
          <p:sp>
            <p:nvSpPr>
              <p:cNvPr id="146058" name="Freeform 549"/>
              <p:cNvSpPr/>
              <p:nvPr/>
            </p:nvSpPr>
            <p:spPr>
              <a:xfrm>
                <a:off x="4862" y="1693"/>
                <a:ext cx="119" cy="38"/>
              </a:xfrm>
              <a:custGeom>
                <a:avLst/>
                <a:gdLst/>
                <a:ahLst/>
                <a:cxnLst>
                  <a:cxn ang="0">
                    <a:pos x="0" y="0"/>
                  </a:cxn>
                  <a:cxn ang="0">
                    <a:pos x="0" y="0"/>
                  </a:cxn>
                  <a:cxn ang="0">
                    <a:pos x="0" y="0"/>
                  </a:cxn>
                  <a:cxn ang="0">
                    <a:pos x="0" y="0"/>
                  </a:cxn>
                  <a:cxn ang="0">
                    <a:pos x="0" y="0"/>
                  </a:cxn>
                </a:cxnLst>
                <a:pathLst>
                  <a:path w="837" h="269">
                    <a:moveTo>
                      <a:pt x="837" y="96"/>
                    </a:moveTo>
                    <a:lnTo>
                      <a:pt x="12" y="0"/>
                    </a:lnTo>
                    <a:lnTo>
                      <a:pt x="0" y="96"/>
                    </a:lnTo>
                    <a:lnTo>
                      <a:pt x="812" y="269"/>
                    </a:lnTo>
                    <a:lnTo>
                      <a:pt x="837" y="96"/>
                    </a:lnTo>
                    <a:close/>
                  </a:path>
                </a:pathLst>
              </a:custGeom>
              <a:solidFill>
                <a:schemeClr val="bg2">
                  <a:alpha val="100000"/>
                </a:schemeClr>
              </a:solidFill>
              <a:ln w="9525">
                <a:noFill/>
              </a:ln>
            </p:spPr>
            <p:txBody>
              <a:bodyPr/>
              <a:p>
                <a:endParaRPr lang="zh-CN" altLang="en-US"/>
              </a:p>
            </p:txBody>
          </p:sp>
          <p:sp>
            <p:nvSpPr>
              <p:cNvPr id="146059" name="Freeform 550"/>
              <p:cNvSpPr/>
              <p:nvPr/>
            </p:nvSpPr>
            <p:spPr>
              <a:xfrm>
                <a:off x="4921" y="1705"/>
                <a:ext cx="51" cy="18"/>
              </a:xfrm>
              <a:custGeom>
                <a:avLst/>
                <a:gdLst/>
                <a:ahLst/>
                <a:cxnLst>
                  <a:cxn ang="0">
                    <a:pos x="0" y="0"/>
                  </a:cxn>
                  <a:cxn ang="0">
                    <a:pos x="0" y="0"/>
                  </a:cxn>
                  <a:cxn ang="0">
                    <a:pos x="0" y="0"/>
                  </a:cxn>
                  <a:cxn ang="0">
                    <a:pos x="0" y="0"/>
                  </a:cxn>
                  <a:cxn ang="0">
                    <a:pos x="0" y="0"/>
                  </a:cxn>
                </a:cxnLst>
                <a:pathLst>
                  <a:path w="358" h="122">
                    <a:moveTo>
                      <a:pt x="358" y="53"/>
                    </a:moveTo>
                    <a:lnTo>
                      <a:pt x="5" y="0"/>
                    </a:lnTo>
                    <a:lnTo>
                      <a:pt x="0" y="51"/>
                    </a:lnTo>
                    <a:lnTo>
                      <a:pt x="348" y="122"/>
                    </a:lnTo>
                    <a:lnTo>
                      <a:pt x="358" y="53"/>
                    </a:lnTo>
                    <a:close/>
                  </a:path>
                </a:pathLst>
              </a:custGeom>
              <a:solidFill>
                <a:schemeClr val="folHlink">
                  <a:alpha val="100000"/>
                </a:schemeClr>
              </a:solidFill>
              <a:ln w="9525">
                <a:noFill/>
              </a:ln>
            </p:spPr>
            <p:txBody>
              <a:bodyPr/>
              <a:p>
                <a:endParaRPr lang="zh-CN" altLang="en-US"/>
              </a:p>
            </p:txBody>
          </p:sp>
          <p:sp>
            <p:nvSpPr>
              <p:cNvPr id="146060" name="Freeform 551"/>
              <p:cNvSpPr/>
              <p:nvPr/>
            </p:nvSpPr>
            <p:spPr>
              <a:xfrm>
                <a:off x="4869" y="1696"/>
                <a:ext cx="34" cy="13"/>
              </a:xfrm>
              <a:custGeom>
                <a:avLst/>
                <a:gdLst/>
                <a:ahLst/>
                <a:cxnLst>
                  <a:cxn ang="0">
                    <a:pos x="0" y="0"/>
                  </a:cxn>
                  <a:cxn ang="0">
                    <a:pos x="0" y="0"/>
                  </a:cxn>
                  <a:cxn ang="0">
                    <a:pos x="0" y="0"/>
                  </a:cxn>
                  <a:cxn ang="0">
                    <a:pos x="0" y="0"/>
                  </a:cxn>
                  <a:cxn ang="0">
                    <a:pos x="0" y="0"/>
                  </a:cxn>
                </a:cxnLst>
                <a:pathLst>
                  <a:path w="239" h="91">
                    <a:moveTo>
                      <a:pt x="239" y="42"/>
                    </a:moveTo>
                    <a:lnTo>
                      <a:pt x="0" y="0"/>
                    </a:lnTo>
                    <a:lnTo>
                      <a:pt x="2" y="44"/>
                    </a:lnTo>
                    <a:lnTo>
                      <a:pt x="231" y="91"/>
                    </a:lnTo>
                    <a:lnTo>
                      <a:pt x="239" y="42"/>
                    </a:lnTo>
                    <a:close/>
                  </a:path>
                </a:pathLst>
              </a:custGeom>
              <a:solidFill>
                <a:schemeClr val="folHlink">
                  <a:alpha val="100000"/>
                </a:schemeClr>
              </a:solidFill>
              <a:ln w="9525">
                <a:noFill/>
              </a:ln>
            </p:spPr>
            <p:txBody>
              <a:bodyPr/>
              <a:p>
                <a:endParaRPr lang="zh-CN" altLang="en-US"/>
              </a:p>
            </p:txBody>
          </p:sp>
          <p:sp>
            <p:nvSpPr>
              <p:cNvPr id="146061" name="Freeform 552"/>
              <p:cNvSpPr/>
              <p:nvPr/>
            </p:nvSpPr>
            <p:spPr>
              <a:xfrm>
                <a:off x="4783" y="1709"/>
                <a:ext cx="202" cy="67"/>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409" h="466">
                    <a:moveTo>
                      <a:pt x="0" y="140"/>
                    </a:moveTo>
                    <a:lnTo>
                      <a:pt x="4" y="140"/>
                    </a:lnTo>
                    <a:lnTo>
                      <a:pt x="12" y="138"/>
                    </a:lnTo>
                    <a:lnTo>
                      <a:pt x="27" y="135"/>
                    </a:lnTo>
                    <a:lnTo>
                      <a:pt x="45" y="132"/>
                    </a:lnTo>
                    <a:lnTo>
                      <a:pt x="67" y="128"/>
                    </a:lnTo>
                    <a:lnTo>
                      <a:pt x="92" y="123"/>
                    </a:lnTo>
                    <a:lnTo>
                      <a:pt x="120" y="116"/>
                    </a:lnTo>
                    <a:lnTo>
                      <a:pt x="150" y="108"/>
                    </a:lnTo>
                    <a:lnTo>
                      <a:pt x="181" y="100"/>
                    </a:lnTo>
                    <a:lnTo>
                      <a:pt x="212" y="89"/>
                    </a:lnTo>
                    <a:lnTo>
                      <a:pt x="243" y="78"/>
                    </a:lnTo>
                    <a:lnTo>
                      <a:pt x="273" y="65"/>
                    </a:lnTo>
                    <a:lnTo>
                      <a:pt x="303" y="50"/>
                    </a:lnTo>
                    <a:lnTo>
                      <a:pt x="330" y="35"/>
                    </a:lnTo>
                    <a:lnTo>
                      <a:pt x="355" y="18"/>
                    </a:lnTo>
                    <a:lnTo>
                      <a:pt x="375" y="0"/>
                    </a:lnTo>
                    <a:lnTo>
                      <a:pt x="1409" y="236"/>
                    </a:lnTo>
                    <a:lnTo>
                      <a:pt x="1407" y="239"/>
                    </a:lnTo>
                    <a:lnTo>
                      <a:pt x="1401" y="245"/>
                    </a:lnTo>
                    <a:lnTo>
                      <a:pt x="1392" y="254"/>
                    </a:lnTo>
                    <a:lnTo>
                      <a:pt x="1379" y="265"/>
                    </a:lnTo>
                    <a:lnTo>
                      <a:pt x="1363" y="279"/>
                    </a:lnTo>
                    <a:lnTo>
                      <a:pt x="1345" y="295"/>
                    </a:lnTo>
                    <a:lnTo>
                      <a:pt x="1325" y="313"/>
                    </a:lnTo>
                    <a:lnTo>
                      <a:pt x="1303" y="332"/>
                    </a:lnTo>
                    <a:lnTo>
                      <a:pt x="1279" y="351"/>
                    </a:lnTo>
                    <a:lnTo>
                      <a:pt x="1253" y="371"/>
                    </a:lnTo>
                    <a:lnTo>
                      <a:pt x="1227" y="390"/>
                    </a:lnTo>
                    <a:lnTo>
                      <a:pt x="1200" y="409"/>
                    </a:lnTo>
                    <a:lnTo>
                      <a:pt x="1172" y="426"/>
                    </a:lnTo>
                    <a:lnTo>
                      <a:pt x="1145" y="441"/>
                    </a:lnTo>
                    <a:lnTo>
                      <a:pt x="1117" y="455"/>
                    </a:lnTo>
                    <a:lnTo>
                      <a:pt x="1091" y="466"/>
                    </a:lnTo>
                    <a:lnTo>
                      <a:pt x="0" y="140"/>
                    </a:lnTo>
                    <a:close/>
                  </a:path>
                </a:pathLst>
              </a:custGeom>
              <a:solidFill>
                <a:schemeClr val="bg2">
                  <a:alpha val="100000"/>
                </a:schemeClr>
              </a:solidFill>
              <a:ln w="9525">
                <a:noFill/>
              </a:ln>
            </p:spPr>
            <p:txBody>
              <a:bodyPr/>
              <a:p>
                <a:endParaRPr lang="zh-CN" altLang="en-US"/>
              </a:p>
            </p:txBody>
          </p:sp>
          <p:sp>
            <p:nvSpPr>
              <p:cNvPr id="146062" name="Freeform 553"/>
              <p:cNvSpPr/>
              <p:nvPr/>
            </p:nvSpPr>
            <p:spPr>
              <a:xfrm>
                <a:off x="4984" y="1702"/>
                <a:ext cx="72" cy="32"/>
              </a:xfrm>
              <a:custGeom>
                <a:avLst/>
                <a:gdLst/>
                <a:ahLst/>
                <a:cxnLst>
                  <a:cxn ang="0">
                    <a:pos x="0" y="0"/>
                  </a:cxn>
                  <a:cxn ang="0">
                    <a:pos x="0" y="0"/>
                  </a:cxn>
                  <a:cxn ang="0">
                    <a:pos x="0" y="0"/>
                  </a:cxn>
                  <a:cxn ang="0">
                    <a:pos x="0" y="0"/>
                  </a:cxn>
                  <a:cxn ang="0">
                    <a:pos x="0" y="0"/>
                  </a:cxn>
                  <a:cxn ang="0">
                    <a:pos x="0" y="0"/>
                  </a:cxn>
                </a:cxnLst>
                <a:pathLst>
                  <a:path w="502" h="223">
                    <a:moveTo>
                      <a:pt x="51" y="223"/>
                    </a:moveTo>
                    <a:lnTo>
                      <a:pt x="502" y="90"/>
                    </a:lnTo>
                    <a:lnTo>
                      <a:pt x="229" y="0"/>
                    </a:lnTo>
                    <a:lnTo>
                      <a:pt x="6" y="26"/>
                    </a:lnTo>
                    <a:lnTo>
                      <a:pt x="0" y="211"/>
                    </a:lnTo>
                    <a:lnTo>
                      <a:pt x="51" y="223"/>
                    </a:lnTo>
                    <a:close/>
                  </a:path>
                </a:pathLst>
              </a:custGeom>
              <a:solidFill>
                <a:schemeClr val="bg2">
                  <a:alpha val="100000"/>
                </a:schemeClr>
              </a:solidFill>
              <a:ln w="9525">
                <a:noFill/>
              </a:ln>
            </p:spPr>
            <p:txBody>
              <a:bodyPr/>
              <a:p>
                <a:endParaRPr lang="zh-CN" altLang="en-US"/>
              </a:p>
            </p:txBody>
          </p:sp>
          <p:sp>
            <p:nvSpPr>
              <p:cNvPr id="146063" name="Freeform 554"/>
              <p:cNvSpPr/>
              <p:nvPr/>
            </p:nvSpPr>
            <p:spPr>
              <a:xfrm>
                <a:off x="4799" y="1565"/>
                <a:ext cx="38" cy="152"/>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67" h="1064">
                    <a:moveTo>
                      <a:pt x="267" y="26"/>
                    </a:moveTo>
                    <a:lnTo>
                      <a:pt x="266" y="24"/>
                    </a:lnTo>
                    <a:lnTo>
                      <a:pt x="262" y="22"/>
                    </a:lnTo>
                    <a:lnTo>
                      <a:pt x="254" y="20"/>
                    </a:lnTo>
                    <a:lnTo>
                      <a:pt x="244" y="16"/>
                    </a:lnTo>
                    <a:lnTo>
                      <a:pt x="232" y="12"/>
                    </a:lnTo>
                    <a:lnTo>
                      <a:pt x="218" y="8"/>
                    </a:lnTo>
                    <a:lnTo>
                      <a:pt x="202" y="5"/>
                    </a:lnTo>
                    <a:lnTo>
                      <a:pt x="184" y="1"/>
                    </a:lnTo>
                    <a:lnTo>
                      <a:pt x="164" y="0"/>
                    </a:lnTo>
                    <a:lnTo>
                      <a:pt x="143" y="0"/>
                    </a:lnTo>
                    <a:lnTo>
                      <a:pt x="121" y="3"/>
                    </a:lnTo>
                    <a:lnTo>
                      <a:pt x="98" y="6"/>
                    </a:lnTo>
                    <a:lnTo>
                      <a:pt x="74" y="13"/>
                    </a:lnTo>
                    <a:lnTo>
                      <a:pt x="50" y="22"/>
                    </a:lnTo>
                    <a:lnTo>
                      <a:pt x="25" y="35"/>
                    </a:lnTo>
                    <a:lnTo>
                      <a:pt x="0" y="51"/>
                    </a:lnTo>
                    <a:lnTo>
                      <a:pt x="0" y="1064"/>
                    </a:lnTo>
                    <a:lnTo>
                      <a:pt x="1" y="1064"/>
                    </a:lnTo>
                    <a:lnTo>
                      <a:pt x="7" y="1064"/>
                    </a:lnTo>
                    <a:lnTo>
                      <a:pt x="15" y="1063"/>
                    </a:lnTo>
                    <a:lnTo>
                      <a:pt x="25" y="1062"/>
                    </a:lnTo>
                    <a:lnTo>
                      <a:pt x="37" y="1060"/>
                    </a:lnTo>
                    <a:lnTo>
                      <a:pt x="52" y="1057"/>
                    </a:lnTo>
                    <a:lnTo>
                      <a:pt x="69" y="1054"/>
                    </a:lnTo>
                    <a:lnTo>
                      <a:pt x="88" y="1049"/>
                    </a:lnTo>
                    <a:lnTo>
                      <a:pt x="108" y="1044"/>
                    </a:lnTo>
                    <a:lnTo>
                      <a:pt x="129" y="1037"/>
                    </a:lnTo>
                    <a:lnTo>
                      <a:pt x="152" y="1029"/>
                    </a:lnTo>
                    <a:lnTo>
                      <a:pt x="175" y="1018"/>
                    </a:lnTo>
                    <a:lnTo>
                      <a:pt x="198" y="1007"/>
                    </a:lnTo>
                    <a:lnTo>
                      <a:pt x="222" y="994"/>
                    </a:lnTo>
                    <a:lnTo>
                      <a:pt x="244" y="979"/>
                    </a:lnTo>
                    <a:lnTo>
                      <a:pt x="267" y="962"/>
                    </a:lnTo>
                    <a:lnTo>
                      <a:pt x="267" y="26"/>
                    </a:lnTo>
                    <a:close/>
                  </a:path>
                </a:pathLst>
              </a:custGeom>
              <a:solidFill>
                <a:schemeClr val="bg2">
                  <a:alpha val="100000"/>
                </a:schemeClr>
              </a:solidFill>
              <a:ln w="9525">
                <a:noFill/>
              </a:ln>
            </p:spPr>
            <p:txBody>
              <a:bodyPr/>
              <a:p>
                <a:endParaRPr lang="zh-CN" altLang="en-US"/>
              </a:p>
            </p:txBody>
          </p:sp>
          <p:sp>
            <p:nvSpPr>
              <p:cNvPr id="146064" name="Freeform 555"/>
              <p:cNvSpPr/>
              <p:nvPr/>
            </p:nvSpPr>
            <p:spPr>
              <a:xfrm>
                <a:off x="4800" y="1567"/>
                <a:ext cx="33" cy="12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28" h="898">
                    <a:moveTo>
                      <a:pt x="228" y="21"/>
                    </a:moveTo>
                    <a:lnTo>
                      <a:pt x="227" y="20"/>
                    </a:lnTo>
                    <a:lnTo>
                      <a:pt x="224" y="19"/>
                    </a:lnTo>
                    <a:lnTo>
                      <a:pt x="217" y="17"/>
                    </a:lnTo>
                    <a:lnTo>
                      <a:pt x="209" y="13"/>
                    </a:lnTo>
                    <a:lnTo>
                      <a:pt x="199" y="10"/>
                    </a:lnTo>
                    <a:lnTo>
                      <a:pt x="186" y="6"/>
                    </a:lnTo>
                    <a:lnTo>
                      <a:pt x="172" y="4"/>
                    </a:lnTo>
                    <a:lnTo>
                      <a:pt x="157" y="2"/>
                    </a:lnTo>
                    <a:lnTo>
                      <a:pt x="140" y="0"/>
                    </a:lnTo>
                    <a:lnTo>
                      <a:pt x="122" y="0"/>
                    </a:lnTo>
                    <a:lnTo>
                      <a:pt x="104" y="2"/>
                    </a:lnTo>
                    <a:lnTo>
                      <a:pt x="83" y="5"/>
                    </a:lnTo>
                    <a:lnTo>
                      <a:pt x="64" y="11"/>
                    </a:lnTo>
                    <a:lnTo>
                      <a:pt x="42" y="19"/>
                    </a:lnTo>
                    <a:lnTo>
                      <a:pt x="21" y="29"/>
                    </a:lnTo>
                    <a:lnTo>
                      <a:pt x="0" y="43"/>
                    </a:lnTo>
                    <a:lnTo>
                      <a:pt x="0" y="898"/>
                    </a:lnTo>
                    <a:lnTo>
                      <a:pt x="1" y="898"/>
                    </a:lnTo>
                    <a:lnTo>
                      <a:pt x="5" y="898"/>
                    </a:lnTo>
                    <a:lnTo>
                      <a:pt x="12" y="897"/>
                    </a:lnTo>
                    <a:lnTo>
                      <a:pt x="21" y="896"/>
                    </a:lnTo>
                    <a:lnTo>
                      <a:pt x="32" y="894"/>
                    </a:lnTo>
                    <a:lnTo>
                      <a:pt x="45" y="892"/>
                    </a:lnTo>
                    <a:lnTo>
                      <a:pt x="59" y="889"/>
                    </a:lnTo>
                    <a:lnTo>
                      <a:pt x="75" y="884"/>
                    </a:lnTo>
                    <a:lnTo>
                      <a:pt x="92" y="879"/>
                    </a:lnTo>
                    <a:lnTo>
                      <a:pt x="111" y="874"/>
                    </a:lnTo>
                    <a:lnTo>
                      <a:pt x="130" y="867"/>
                    </a:lnTo>
                    <a:lnTo>
                      <a:pt x="149" y="858"/>
                    </a:lnTo>
                    <a:lnTo>
                      <a:pt x="169" y="848"/>
                    </a:lnTo>
                    <a:lnTo>
                      <a:pt x="190" y="837"/>
                    </a:lnTo>
                    <a:lnTo>
                      <a:pt x="209" y="824"/>
                    </a:lnTo>
                    <a:lnTo>
                      <a:pt x="228" y="809"/>
                    </a:lnTo>
                    <a:lnTo>
                      <a:pt x="228" y="21"/>
                    </a:lnTo>
                    <a:close/>
                  </a:path>
                </a:pathLst>
              </a:custGeom>
              <a:solidFill>
                <a:schemeClr val="bg2">
                  <a:alpha val="100000"/>
                </a:schemeClr>
              </a:solidFill>
              <a:ln w="9525">
                <a:noFill/>
              </a:ln>
            </p:spPr>
            <p:txBody>
              <a:bodyPr/>
              <a:p>
                <a:endParaRPr lang="zh-CN" altLang="en-US"/>
              </a:p>
            </p:txBody>
          </p:sp>
          <p:sp>
            <p:nvSpPr>
              <p:cNvPr id="146065" name="Freeform 556"/>
              <p:cNvSpPr/>
              <p:nvPr/>
            </p:nvSpPr>
            <p:spPr>
              <a:xfrm>
                <a:off x="4801" y="1568"/>
                <a:ext cx="27" cy="104"/>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92" h="729">
                    <a:moveTo>
                      <a:pt x="192" y="17"/>
                    </a:moveTo>
                    <a:lnTo>
                      <a:pt x="191" y="17"/>
                    </a:lnTo>
                    <a:lnTo>
                      <a:pt x="187" y="15"/>
                    </a:lnTo>
                    <a:lnTo>
                      <a:pt x="183" y="12"/>
                    </a:lnTo>
                    <a:lnTo>
                      <a:pt x="176" y="10"/>
                    </a:lnTo>
                    <a:lnTo>
                      <a:pt x="167" y="8"/>
                    </a:lnTo>
                    <a:lnTo>
                      <a:pt x="156" y="4"/>
                    </a:lnTo>
                    <a:lnTo>
                      <a:pt x="145" y="2"/>
                    </a:lnTo>
                    <a:lnTo>
                      <a:pt x="132" y="0"/>
                    </a:lnTo>
                    <a:lnTo>
                      <a:pt x="117" y="0"/>
                    </a:lnTo>
                    <a:lnTo>
                      <a:pt x="102" y="0"/>
                    </a:lnTo>
                    <a:lnTo>
                      <a:pt x="86" y="1"/>
                    </a:lnTo>
                    <a:lnTo>
                      <a:pt x="70" y="3"/>
                    </a:lnTo>
                    <a:lnTo>
                      <a:pt x="53" y="8"/>
                    </a:lnTo>
                    <a:lnTo>
                      <a:pt x="35" y="15"/>
                    </a:lnTo>
                    <a:lnTo>
                      <a:pt x="18" y="24"/>
                    </a:lnTo>
                    <a:lnTo>
                      <a:pt x="0" y="35"/>
                    </a:lnTo>
                    <a:lnTo>
                      <a:pt x="0" y="729"/>
                    </a:lnTo>
                    <a:lnTo>
                      <a:pt x="1" y="729"/>
                    </a:lnTo>
                    <a:lnTo>
                      <a:pt x="4" y="729"/>
                    </a:lnTo>
                    <a:lnTo>
                      <a:pt x="10" y="728"/>
                    </a:lnTo>
                    <a:lnTo>
                      <a:pt x="18" y="727"/>
                    </a:lnTo>
                    <a:lnTo>
                      <a:pt x="27" y="726"/>
                    </a:lnTo>
                    <a:lnTo>
                      <a:pt x="37" y="725"/>
                    </a:lnTo>
                    <a:lnTo>
                      <a:pt x="50" y="721"/>
                    </a:lnTo>
                    <a:lnTo>
                      <a:pt x="64" y="719"/>
                    </a:lnTo>
                    <a:lnTo>
                      <a:pt x="77" y="714"/>
                    </a:lnTo>
                    <a:lnTo>
                      <a:pt x="92" y="710"/>
                    </a:lnTo>
                    <a:lnTo>
                      <a:pt x="108" y="704"/>
                    </a:lnTo>
                    <a:lnTo>
                      <a:pt x="125" y="697"/>
                    </a:lnTo>
                    <a:lnTo>
                      <a:pt x="141" y="689"/>
                    </a:lnTo>
                    <a:lnTo>
                      <a:pt x="159" y="680"/>
                    </a:lnTo>
                    <a:lnTo>
                      <a:pt x="176" y="668"/>
                    </a:lnTo>
                    <a:lnTo>
                      <a:pt x="192" y="657"/>
                    </a:lnTo>
                    <a:lnTo>
                      <a:pt x="192" y="17"/>
                    </a:lnTo>
                    <a:close/>
                  </a:path>
                </a:pathLst>
              </a:custGeom>
              <a:solidFill>
                <a:srgbClr val="DDDDDD">
                  <a:alpha val="100000"/>
                </a:srgbClr>
              </a:solidFill>
              <a:ln w="9525">
                <a:noFill/>
              </a:ln>
            </p:spPr>
            <p:txBody>
              <a:bodyPr/>
              <a:p>
                <a:endParaRPr lang="zh-CN" altLang="en-US"/>
              </a:p>
            </p:txBody>
          </p:sp>
          <p:sp>
            <p:nvSpPr>
              <p:cNvPr id="146066" name="Freeform 557"/>
              <p:cNvSpPr/>
              <p:nvPr/>
            </p:nvSpPr>
            <p:spPr>
              <a:xfrm>
                <a:off x="4802" y="1569"/>
                <a:ext cx="22" cy="8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56" h="564">
                    <a:moveTo>
                      <a:pt x="156" y="15"/>
                    </a:moveTo>
                    <a:lnTo>
                      <a:pt x="153" y="14"/>
                    </a:lnTo>
                    <a:lnTo>
                      <a:pt x="142" y="9"/>
                    </a:lnTo>
                    <a:lnTo>
                      <a:pt x="127" y="4"/>
                    </a:lnTo>
                    <a:lnTo>
                      <a:pt x="108" y="1"/>
                    </a:lnTo>
                    <a:lnTo>
                      <a:pt x="84" y="0"/>
                    </a:lnTo>
                    <a:lnTo>
                      <a:pt x="58" y="3"/>
                    </a:lnTo>
                    <a:lnTo>
                      <a:pt x="29" y="12"/>
                    </a:lnTo>
                    <a:lnTo>
                      <a:pt x="0" y="28"/>
                    </a:lnTo>
                    <a:lnTo>
                      <a:pt x="0" y="564"/>
                    </a:lnTo>
                    <a:lnTo>
                      <a:pt x="4" y="564"/>
                    </a:lnTo>
                    <a:lnTo>
                      <a:pt x="15" y="563"/>
                    </a:lnTo>
                    <a:lnTo>
                      <a:pt x="31" y="560"/>
                    </a:lnTo>
                    <a:lnTo>
                      <a:pt x="52" y="555"/>
                    </a:lnTo>
                    <a:lnTo>
                      <a:pt x="76" y="548"/>
                    </a:lnTo>
                    <a:lnTo>
                      <a:pt x="102" y="537"/>
                    </a:lnTo>
                    <a:lnTo>
                      <a:pt x="128" y="524"/>
                    </a:lnTo>
                    <a:lnTo>
                      <a:pt x="156" y="505"/>
                    </a:lnTo>
                    <a:lnTo>
                      <a:pt x="156" y="15"/>
                    </a:lnTo>
                    <a:close/>
                  </a:path>
                </a:pathLst>
              </a:custGeom>
              <a:solidFill>
                <a:schemeClr val="bg2">
                  <a:alpha val="100000"/>
                </a:schemeClr>
              </a:solidFill>
              <a:ln w="9525">
                <a:noFill/>
              </a:ln>
            </p:spPr>
            <p:txBody>
              <a:bodyPr/>
              <a:p>
                <a:endParaRPr lang="zh-CN" altLang="en-US"/>
              </a:p>
            </p:txBody>
          </p:sp>
          <p:sp>
            <p:nvSpPr>
              <p:cNvPr id="146067" name="Freeform 558"/>
              <p:cNvSpPr/>
              <p:nvPr/>
            </p:nvSpPr>
            <p:spPr>
              <a:xfrm>
                <a:off x="4803" y="1571"/>
                <a:ext cx="17" cy="5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7" h="396">
                    <a:moveTo>
                      <a:pt x="117" y="10"/>
                    </a:moveTo>
                    <a:lnTo>
                      <a:pt x="115" y="9"/>
                    </a:lnTo>
                    <a:lnTo>
                      <a:pt x="107" y="6"/>
                    </a:lnTo>
                    <a:lnTo>
                      <a:pt x="95" y="2"/>
                    </a:lnTo>
                    <a:lnTo>
                      <a:pt x="80" y="0"/>
                    </a:lnTo>
                    <a:lnTo>
                      <a:pt x="63" y="0"/>
                    </a:lnTo>
                    <a:lnTo>
                      <a:pt x="43" y="2"/>
                    </a:lnTo>
                    <a:lnTo>
                      <a:pt x="22" y="9"/>
                    </a:lnTo>
                    <a:lnTo>
                      <a:pt x="0" y="22"/>
                    </a:lnTo>
                    <a:lnTo>
                      <a:pt x="0" y="396"/>
                    </a:lnTo>
                    <a:lnTo>
                      <a:pt x="3" y="396"/>
                    </a:lnTo>
                    <a:lnTo>
                      <a:pt x="11" y="395"/>
                    </a:lnTo>
                    <a:lnTo>
                      <a:pt x="23" y="393"/>
                    </a:lnTo>
                    <a:lnTo>
                      <a:pt x="39" y="389"/>
                    </a:lnTo>
                    <a:lnTo>
                      <a:pt x="58" y="385"/>
                    </a:lnTo>
                    <a:lnTo>
                      <a:pt x="77" y="377"/>
                    </a:lnTo>
                    <a:lnTo>
                      <a:pt x="96" y="365"/>
                    </a:lnTo>
                    <a:lnTo>
                      <a:pt x="117" y="351"/>
                    </a:lnTo>
                    <a:lnTo>
                      <a:pt x="117" y="10"/>
                    </a:lnTo>
                    <a:close/>
                  </a:path>
                </a:pathLst>
              </a:custGeom>
              <a:solidFill>
                <a:schemeClr val="bg2">
                  <a:alpha val="100000"/>
                </a:schemeClr>
              </a:solidFill>
              <a:ln w="9525">
                <a:noFill/>
              </a:ln>
            </p:spPr>
            <p:txBody>
              <a:bodyPr/>
              <a:p>
                <a:endParaRPr lang="zh-CN" altLang="en-US"/>
              </a:p>
            </p:txBody>
          </p:sp>
          <p:sp>
            <p:nvSpPr>
              <p:cNvPr id="146068" name="Freeform 559"/>
              <p:cNvSpPr/>
              <p:nvPr/>
            </p:nvSpPr>
            <p:spPr>
              <a:xfrm>
                <a:off x="4804" y="1572"/>
                <a:ext cx="11" cy="33"/>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80" h="230">
                    <a:moveTo>
                      <a:pt x="80" y="7"/>
                    </a:moveTo>
                    <a:lnTo>
                      <a:pt x="78" y="6"/>
                    </a:lnTo>
                    <a:lnTo>
                      <a:pt x="73" y="5"/>
                    </a:lnTo>
                    <a:lnTo>
                      <a:pt x="65" y="2"/>
                    </a:lnTo>
                    <a:lnTo>
                      <a:pt x="55" y="0"/>
                    </a:lnTo>
                    <a:lnTo>
                      <a:pt x="44" y="0"/>
                    </a:lnTo>
                    <a:lnTo>
                      <a:pt x="30" y="1"/>
                    </a:lnTo>
                    <a:lnTo>
                      <a:pt x="15" y="7"/>
                    </a:lnTo>
                    <a:lnTo>
                      <a:pt x="0" y="15"/>
                    </a:lnTo>
                    <a:lnTo>
                      <a:pt x="0" y="230"/>
                    </a:lnTo>
                    <a:lnTo>
                      <a:pt x="3" y="230"/>
                    </a:lnTo>
                    <a:lnTo>
                      <a:pt x="7" y="229"/>
                    </a:lnTo>
                    <a:lnTo>
                      <a:pt x="16" y="228"/>
                    </a:lnTo>
                    <a:lnTo>
                      <a:pt x="27" y="225"/>
                    </a:lnTo>
                    <a:lnTo>
                      <a:pt x="39" y="222"/>
                    </a:lnTo>
                    <a:lnTo>
                      <a:pt x="53" y="216"/>
                    </a:lnTo>
                    <a:lnTo>
                      <a:pt x="67" y="208"/>
                    </a:lnTo>
                    <a:lnTo>
                      <a:pt x="80" y="199"/>
                    </a:lnTo>
                    <a:lnTo>
                      <a:pt x="80" y="7"/>
                    </a:lnTo>
                    <a:close/>
                  </a:path>
                </a:pathLst>
              </a:custGeom>
              <a:solidFill>
                <a:schemeClr val="bg2">
                  <a:alpha val="100000"/>
                </a:schemeClr>
              </a:solidFill>
              <a:ln w="9525">
                <a:noFill/>
              </a:ln>
            </p:spPr>
            <p:txBody>
              <a:bodyPr/>
              <a:p>
                <a:endParaRPr lang="zh-CN" altLang="en-US"/>
              </a:p>
            </p:txBody>
          </p:sp>
          <p:sp>
            <p:nvSpPr>
              <p:cNvPr id="146069" name="Freeform 560"/>
              <p:cNvSpPr/>
              <p:nvPr/>
            </p:nvSpPr>
            <p:spPr>
              <a:xfrm>
                <a:off x="4942" y="1666"/>
                <a:ext cx="16" cy="17"/>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7" h="117">
                    <a:moveTo>
                      <a:pt x="58" y="117"/>
                    </a:moveTo>
                    <a:lnTo>
                      <a:pt x="70" y="116"/>
                    </a:lnTo>
                    <a:lnTo>
                      <a:pt x="81" y="112"/>
                    </a:lnTo>
                    <a:lnTo>
                      <a:pt x="90" y="106"/>
                    </a:lnTo>
                    <a:lnTo>
                      <a:pt x="100" y="100"/>
                    </a:lnTo>
                    <a:lnTo>
                      <a:pt x="106" y="90"/>
                    </a:lnTo>
                    <a:lnTo>
                      <a:pt x="112" y="81"/>
                    </a:lnTo>
                    <a:lnTo>
                      <a:pt x="116" y="70"/>
                    </a:lnTo>
                    <a:lnTo>
                      <a:pt x="117" y="58"/>
                    </a:lnTo>
                    <a:lnTo>
                      <a:pt x="116" y="46"/>
                    </a:lnTo>
                    <a:lnTo>
                      <a:pt x="112" y="35"/>
                    </a:lnTo>
                    <a:lnTo>
                      <a:pt x="106" y="25"/>
                    </a:lnTo>
                    <a:lnTo>
                      <a:pt x="100" y="17"/>
                    </a:lnTo>
                    <a:lnTo>
                      <a:pt x="90" y="9"/>
                    </a:lnTo>
                    <a:lnTo>
                      <a:pt x="81" y="4"/>
                    </a:lnTo>
                    <a:lnTo>
                      <a:pt x="70" y="1"/>
                    </a:lnTo>
                    <a:lnTo>
                      <a:pt x="58" y="0"/>
                    </a:lnTo>
                    <a:lnTo>
                      <a:pt x="47" y="1"/>
                    </a:lnTo>
                    <a:lnTo>
                      <a:pt x="36" y="4"/>
                    </a:lnTo>
                    <a:lnTo>
                      <a:pt x="26" y="9"/>
                    </a:lnTo>
                    <a:lnTo>
                      <a:pt x="17" y="17"/>
                    </a:lnTo>
                    <a:lnTo>
                      <a:pt x="10" y="25"/>
                    </a:lnTo>
                    <a:lnTo>
                      <a:pt x="5" y="35"/>
                    </a:lnTo>
                    <a:lnTo>
                      <a:pt x="1" y="46"/>
                    </a:lnTo>
                    <a:lnTo>
                      <a:pt x="0" y="58"/>
                    </a:lnTo>
                    <a:lnTo>
                      <a:pt x="1" y="70"/>
                    </a:lnTo>
                    <a:lnTo>
                      <a:pt x="5" y="81"/>
                    </a:lnTo>
                    <a:lnTo>
                      <a:pt x="10" y="90"/>
                    </a:lnTo>
                    <a:lnTo>
                      <a:pt x="17" y="100"/>
                    </a:lnTo>
                    <a:lnTo>
                      <a:pt x="26" y="106"/>
                    </a:lnTo>
                    <a:lnTo>
                      <a:pt x="36" y="112"/>
                    </a:lnTo>
                    <a:lnTo>
                      <a:pt x="47" y="116"/>
                    </a:lnTo>
                    <a:lnTo>
                      <a:pt x="58" y="117"/>
                    </a:lnTo>
                    <a:close/>
                  </a:path>
                </a:pathLst>
              </a:custGeom>
              <a:solidFill>
                <a:schemeClr val="bg2">
                  <a:alpha val="100000"/>
                </a:schemeClr>
              </a:solidFill>
              <a:ln w="9525">
                <a:noFill/>
              </a:ln>
            </p:spPr>
            <p:txBody>
              <a:bodyPr/>
              <a:p>
                <a:endParaRPr lang="zh-CN" altLang="en-US"/>
              </a:p>
            </p:txBody>
          </p:sp>
          <p:sp>
            <p:nvSpPr>
              <p:cNvPr id="146070" name="Freeform 561"/>
              <p:cNvSpPr/>
              <p:nvPr/>
            </p:nvSpPr>
            <p:spPr>
              <a:xfrm>
                <a:off x="4890" y="1666"/>
                <a:ext cx="9" cy="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8" h="59">
                    <a:moveTo>
                      <a:pt x="29" y="59"/>
                    </a:moveTo>
                    <a:lnTo>
                      <a:pt x="40" y="56"/>
                    </a:lnTo>
                    <a:lnTo>
                      <a:pt x="50" y="49"/>
                    </a:lnTo>
                    <a:lnTo>
                      <a:pt x="56" y="40"/>
                    </a:lnTo>
                    <a:lnTo>
                      <a:pt x="58" y="29"/>
                    </a:lnTo>
                    <a:lnTo>
                      <a:pt x="56" y="17"/>
                    </a:lnTo>
                    <a:lnTo>
                      <a:pt x="50" y="8"/>
                    </a:lnTo>
                    <a:lnTo>
                      <a:pt x="40" y="2"/>
                    </a:lnTo>
                    <a:lnTo>
                      <a:pt x="29" y="0"/>
                    </a:lnTo>
                    <a:lnTo>
                      <a:pt x="17" y="2"/>
                    </a:lnTo>
                    <a:lnTo>
                      <a:pt x="8" y="8"/>
                    </a:lnTo>
                    <a:lnTo>
                      <a:pt x="2" y="17"/>
                    </a:lnTo>
                    <a:lnTo>
                      <a:pt x="0" y="29"/>
                    </a:lnTo>
                    <a:lnTo>
                      <a:pt x="2" y="40"/>
                    </a:lnTo>
                    <a:lnTo>
                      <a:pt x="8" y="49"/>
                    </a:lnTo>
                    <a:lnTo>
                      <a:pt x="17" y="56"/>
                    </a:lnTo>
                    <a:lnTo>
                      <a:pt x="29" y="59"/>
                    </a:lnTo>
                    <a:close/>
                  </a:path>
                </a:pathLst>
              </a:custGeom>
              <a:solidFill>
                <a:srgbClr val="FFFFFF">
                  <a:alpha val="100000"/>
                </a:srgbClr>
              </a:solidFill>
              <a:ln w="9525">
                <a:noFill/>
              </a:ln>
            </p:spPr>
            <p:txBody>
              <a:bodyPr/>
              <a:p>
                <a:endParaRPr lang="zh-CN" altLang="en-US"/>
              </a:p>
            </p:txBody>
          </p:sp>
          <p:sp>
            <p:nvSpPr>
              <p:cNvPr id="146071" name="Freeform 562"/>
              <p:cNvSpPr/>
              <p:nvPr/>
            </p:nvSpPr>
            <p:spPr>
              <a:xfrm>
                <a:off x="4905" y="1667"/>
                <a:ext cx="8" cy="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8" h="59">
                    <a:moveTo>
                      <a:pt x="29" y="59"/>
                    </a:moveTo>
                    <a:lnTo>
                      <a:pt x="41" y="57"/>
                    </a:lnTo>
                    <a:lnTo>
                      <a:pt x="50" y="51"/>
                    </a:lnTo>
                    <a:lnTo>
                      <a:pt x="56" y="42"/>
                    </a:lnTo>
                    <a:lnTo>
                      <a:pt x="58" y="30"/>
                    </a:lnTo>
                    <a:lnTo>
                      <a:pt x="56" y="19"/>
                    </a:lnTo>
                    <a:lnTo>
                      <a:pt x="50" y="9"/>
                    </a:lnTo>
                    <a:lnTo>
                      <a:pt x="41" y="3"/>
                    </a:lnTo>
                    <a:lnTo>
                      <a:pt x="29" y="0"/>
                    </a:lnTo>
                    <a:lnTo>
                      <a:pt x="18" y="3"/>
                    </a:lnTo>
                    <a:lnTo>
                      <a:pt x="9" y="9"/>
                    </a:lnTo>
                    <a:lnTo>
                      <a:pt x="2" y="19"/>
                    </a:lnTo>
                    <a:lnTo>
                      <a:pt x="0" y="30"/>
                    </a:lnTo>
                    <a:lnTo>
                      <a:pt x="2" y="42"/>
                    </a:lnTo>
                    <a:lnTo>
                      <a:pt x="9" y="51"/>
                    </a:lnTo>
                    <a:lnTo>
                      <a:pt x="18" y="57"/>
                    </a:lnTo>
                    <a:lnTo>
                      <a:pt x="29" y="59"/>
                    </a:lnTo>
                    <a:close/>
                  </a:path>
                </a:pathLst>
              </a:custGeom>
              <a:solidFill>
                <a:srgbClr val="FFFFFF">
                  <a:alpha val="100000"/>
                </a:srgbClr>
              </a:solidFill>
              <a:ln w="9525">
                <a:noFill/>
              </a:ln>
            </p:spPr>
            <p:txBody>
              <a:bodyPr/>
              <a:p>
                <a:endParaRPr lang="zh-CN" altLang="en-US"/>
              </a:p>
            </p:txBody>
          </p:sp>
          <p:sp>
            <p:nvSpPr>
              <p:cNvPr id="146072" name="Freeform 563"/>
              <p:cNvSpPr/>
              <p:nvPr/>
            </p:nvSpPr>
            <p:spPr>
              <a:xfrm>
                <a:off x="4849" y="1552"/>
                <a:ext cx="23" cy="114"/>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66" h="800">
                    <a:moveTo>
                      <a:pt x="52" y="16"/>
                    </a:moveTo>
                    <a:lnTo>
                      <a:pt x="47" y="32"/>
                    </a:lnTo>
                    <a:lnTo>
                      <a:pt x="36" y="77"/>
                    </a:lnTo>
                    <a:lnTo>
                      <a:pt x="21" y="148"/>
                    </a:lnTo>
                    <a:lnTo>
                      <a:pt x="8" y="244"/>
                    </a:lnTo>
                    <a:lnTo>
                      <a:pt x="0" y="359"/>
                    </a:lnTo>
                    <a:lnTo>
                      <a:pt x="2" y="492"/>
                    </a:lnTo>
                    <a:lnTo>
                      <a:pt x="15" y="640"/>
                    </a:lnTo>
                    <a:lnTo>
                      <a:pt x="46" y="800"/>
                    </a:lnTo>
                    <a:lnTo>
                      <a:pt x="161" y="794"/>
                    </a:lnTo>
                    <a:lnTo>
                      <a:pt x="156" y="770"/>
                    </a:lnTo>
                    <a:lnTo>
                      <a:pt x="145" y="706"/>
                    </a:lnTo>
                    <a:lnTo>
                      <a:pt x="131" y="610"/>
                    </a:lnTo>
                    <a:lnTo>
                      <a:pt x="118" y="493"/>
                    </a:lnTo>
                    <a:lnTo>
                      <a:pt x="111" y="364"/>
                    </a:lnTo>
                    <a:lnTo>
                      <a:pt x="115" y="235"/>
                    </a:lnTo>
                    <a:lnTo>
                      <a:pt x="132" y="113"/>
                    </a:lnTo>
                    <a:lnTo>
                      <a:pt x="166" y="9"/>
                    </a:lnTo>
                    <a:lnTo>
                      <a:pt x="166" y="8"/>
                    </a:lnTo>
                    <a:lnTo>
                      <a:pt x="166" y="6"/>
                    </a:lnTo>
                    <a:lnTo>
                      <a:pt x="164" y="4"/>
                    </a:lnTo>
                    <a:lnTo>
                      <a:pt x="157" y="0"/>
                    </a:lnTo>
                    <a:lnTo>
                      <a:pt x="143" y="0"/>
                    </a:lnTo>
                    <a:lnTo>
                      <a:pt x="123" y="1"/>
                    </a:lnTo>
                    <a:lnTo>
                      <a:pt x="93" y="7"/>
                    </a:lnTo>
                    <a:lnTo>
                      <a:pt x="52" y="16"/>
                    </a:lnTo>
                    <a:close/>
                  </a:path>
                </a:pathLst>
              </a:custGeom>
              <a:solidFill>
                <a:schemeClr val="bg2">
                  <a:alpha val="100000"/>
                </a:schemeClr>
              </a:solidFill>
              <a:ln w="9525">
                <a:noFill/>
              </a:ln>
            </p:spPr>
            <p:txBody>
              <a:bodyPr/>
              <a:p>
                <a:endParaRPr lang="zh-CN" altLang="en-US"/>
              </a:p>
            </p:txBody>
          </p:sp>
          <p:sp>
            <p:nvSpPr>
              <p:cNvPr id="146073" name="Freeform 564"/>
              <p:cNvSpPr/>
              <p:nvPr/>
            </p:nvSpPr>
            <p:spPr>
              <a:xfrm>
                <a:off x="4971" y="1538"/>
                <a:ext cx="32" cy="12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25" h="893">
                    <a:moveTo>
                      <a:pt x="225" y="6"/>
                    </a:moveTo>
                    <a:lnTo>
                      <a:pt x="219" y="12"/>
                    </a:lnTo>
                    <a:lnTo>
                      <a:pt x="204" y="35"/>
                    </a:lnTo>
                    <a:lnTo>
                      <a:pt x="185" y="82"/>
                    </a:lnTo>
                    <a:lnTo>
                      <a:pt x="165" y="158"/>
                    </a:lnTo>
                    <a:lnTo>
                      <a:pt x="149" y="270"/>
                    </a:lnTo>
                    <a:lnTo>
                      <a:pt x="141" y="427"/>
                    </a:lnTo>
                    <a:lnTo>
                      <a:pt x="146" y="631"/>
                    </a:lnTo>
                    <a:lnTo>
                      <a:pt x="168" y="893"/>
                    </a:lnTo>
                    <a:lnTo>
                      <a:pt x="41" y="893"/>
                    </a:lnTo>
                    <a:lnTo>
                      <a:pt x="36" y="867"/>
                    </a:lnTo>
                    <a:lnTo>
                      <a:pt x="26" y="794"/>
                    </a:lnTo>
                    <a:lnTo>
                      <a:pt x="13" y="686"/>
                    </a:lnTo>
                    <a:lnTo>
                      <a:pt x="3" y="554"/>
                    </a:lnTo>
                    <a:lnTo>
                      <a:pt x="0" y="408"/>
                    </a:lnTo>
                    <a:lnTo>
                      <a:pt x="6" y="260"/>
                    </a:lnTo>
                    <a:lnTo>
                      <a:pt x="30" y="121"/>
                    </a:lnTo>
                    <a:lnTo>
                      <a:pt x="73" y="0"/>
                    </a:lnTo>
                    <a:lnTo>
                      <a:pt x="225" y="6"/>
                    </a:lnTo>
                    <a:close/>
                  </a:path>
                </a:pathLst>
              </a:custGeom>
              <a:solidFill>
                <a:schemeClr val="bg2">
                  <a:alpha val="100000"/>
                </a:schemeClr>
              </a:solidFill>
              <a:ln w="9525">
                <a:noFill/>
              </a:ln>
            </p:spPr>
            <p:txBody>
              <a:bodyPr/>
              <a:p>
                <a:endParaRPr lang="zh-CN" altLang="en-US"/>
              </a:p>
            </p:txBody>
          </p:sp>
          <p:sp>
            <p:nvSpPr>
              <p:cNvPr id="146074" name="Freeform 565"/>
              <p:cNvSpPr/>
              <p:nvPr/>
            </p:nvSpPr>
            <p:spPr>
              <a:xfrm>
                <a:off x="4849" y="1559"/>
                <a:ext cx="21" cy="10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45" h="699">
                    <a:moveTo>
                      <a:pt x="46" y="14"/>
                    </a:moveTo>
                    <a:lnTo>
                      <a:pt x="41" y="28"/>
                    </a:lnTo>
                    <a:lnTo>
                      <a:pt x="32" y="67"/>
                    </a:lnTo>
                    <a:lnTo>
                      <a:pt x="20" y="130"/>
                    </a:lnTo>
                    <a:lnTo>
                      <a:pt x="7" y="213"/>
                    </a:lnTo>
                    <a:lnTo>
                      <a:pt x="0" y="314"/>
                    </a:lnTo>
                    <a:lnTo>
                      <a:pt x="1" y="430"/>
                    </a:lnTo>
                    <a:lnTo>
                      <a:pt x="13" y="559"/>
                    </a:lnTo>
                    <a:lnTo>
                      <a:pt x="40" y="699"/>
                    </a:lnTo>
                    <a:lnTo>
                      <a:pt x="140" y="693"/>
                    </a:lnTo>
                    <a:lnTo>
                      <a:pt x="135" y="672"/>
                    </a:lnTo>
                    <a:lnTo>
                      <a:pt x="126" y="616"/>
                    </a:lnTo>
                    <a:lnTo>
                      <a:pt x="113" y="532"/>
                    </a:lnTo>
                    <a:lnTo>
                      <a:pt x="103" y="430"/>
                    </a:lnTo>
                    <a:lnTo>
                      <a:pt x="97" y="317"/>
                    </a:lnTo>
                    <a:lnTo>
                      <a:pt x="100" y="205"/>
                    </a:lnTo>
                    <a:lnTo>
                      <a:pt x="115" y="98"/>
                    </a:lnTo>
                    <a:lnTo>
                      <a:pt x="145" y="8"/>
                    </a:lnTo>
                    <a:lnTo>
                      <a:pt x="145" y="7"/>
                    </a:lnTo>
                    <a:lnTo>
                      <a:pt x="145" y="5"/>
                    </a:lnTo>
                    <a:lnTo>
                      <a:pt x="143" y="3"/>
                    </a:lnTo>
                    <a:lnTo>
                      <a:pt x="137" y="0"/>
                    </a:lnTo>
                    <a:lnTo>
                      <a:pt x="126" y="0"/>
                    </a:lnTo>
                    <a:lnTo>
                      <a:pt x="108" y="1"/>
                    </a:lnTo>
                    <a:lnTo>
                      <a:pt x="81" y="6"/>
                    </a:lnTo>
                    <a:lnTo>
                      <a:pt x="46" y="14"/>
                    </a:lnTo>
                    <a:close/>
                  </a:path>
                </a:pathLst>
              </a:custGeom>
              <a:solidFill>
                <a:schemeClr val="bg2">
                  <a:alpha val="100000"/>
                </a:schemeClr>
              </a:solidFill>
              <a:ln w="9525">
                <a:noFill/>
              </a:ln>
            </p:spPr>
            <p:txBody>
              <a:bodyPr/>
              <a:p>
                <a:endParaRPr lang="zh-CN" altLang="en-US"/>
              </a:p>
            </p:txBody>
          </p:sp>
          <p:sp>
            <p:nvSpPr>
              <p:cNvPr id="146075" name="Freeform 566"/>
              <p:cNvSpPr/>
              <p:nvPr/>
            </p:nvSpPr>
            <p:spPr>
              <a:xfrm>
                <a:off x="4850" y="1566"/>
                <a:ext cx="18" cy="85"/>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23" h="597">
                    <a:moveTo>
                      <a:pt x="39" y="12"/>
                    </a:moveTo>
                    <a:lnTo>
                      <a:pt x="35" y="23"/>
                    </a:lnTo>
                    <a:lnTo>
                      <a:pt x="26" y="57"/>
                    </a:lnTo>
                    <a:lnTo>
                      <a:pt x="16" y="111"/>
                    </a:lnTo>
                    <a:lnTo>
                      <a:pt x="6" y="181"/>
                    </a:lnTo>
                    <a:lnTo>
                      <a:pt x="0" y="267"/>
                    </a:lnTo>
                    <a:lnTo>
                      <a:pt x="1" y="367"/>
                    </a:lnTo>
                    <a:lnTo>
                      <a:pt x="11" y="477"/>
                    </a:lnTo>
                    <a:lnTo>
                      <a:pt x="34" y="597"/>
                    </a:lnTo>
                    <a:lnTo>
                      <a:pt x="119" y="591"/>
                    </a:lnTo>
                    <a:lnTo>
                      <a:pt x="115" y="574"/>
                    </a:lnTo>
                    <a:lnTo>
                      <a:pt x="107" y="526"/>
                    </a:lnTo>
                    <a:lnTo>
                      <a:pt x="97" y="454"/>
                    </a:lnTo>
                    <a:lnTo>
                      <a:pt x="88" y="367"/>
                    </a:lnTo>
                    <a:lnTo>
                      <a:pt x="82" y="272"/>
                    </a:lnTo>
                    <a:lnTo>
                      <a:pt x="84" y="175"/>
                    </a:lnTo>
                    <a:lnTo>
                      <a:pt x="97" y="84"/>
                    </a:lnTo>
                    <a:lnTo>
                      <a:pt x="123" y="7"/>
                    </a:lnTo>
                    <a:lnTo>
                      <a:pt x="123" y="6"/>
                    </a:lnTo>
                    <a:lnTo>
                      <a:pt x="123" y="5"/>
                    </a:lnTo>
                    <a:lnTo>
                      <a:pt x="121" y="3"/>
                    </a:lnTo>
                    <a:lnTo>
                      <a:pt x="117" y="0"/>
                    </a:lnTo>
                    <a:lnTo>
                      <a:pt x="106" y="0"/>
                    </a:lnTo>
                    <a:lnTo>
                      <a:pt x="91" y="2"/>
                    </a:lnTo>
                    <a:lnTo>
                      <a:pt x="70" y="5"/>
                    </a:lnTo>
                    <a:lnTo>
                      <a:pt x="39" y="12"/>
                    </a:lnTo>
                    <a:close/>
                  </a:path>
                </a:pathLst>
              </a:custGeom>
              <a:solidFill>
                <a:schemeClr val="bg2">
                  <a:alpha val="100000"/>
                </a:schemeClr>
              </a:solidFill>
              <a:ln w="9525">
                <a:noFill/>
              </a:ln>
            </p:spPr>
            <p:txBody>
              <a:bodyPr/>
              <a:p>
                <a:endParaRPr lang="zh-CN" altLang="en-US"/>
              </a:p>
            </p:txBody>
          </p:sp>
          <p:sp>
            <p:nvSpPr>
              <p:cNvPr id="146076" name="Freeform 567"/>
              <p:cNvSpPr/>
              <p:nvPr/>
            </p:nvSpPr>
            <p:spPr>
              <a:xfrm>
                <a:off x="4851" y="1572"/>
                <a:ext cx="15" cy="7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03" h="492">
                    <a:moveTo>
                      <a:pt x="32" y="9"/>
                    </a:moveTo>
                    <a:lnTo>
                      <a:pt x="28" y="18"/>
                    </a:lnTo>
                    <a:lnTo>
                      <a:pt x="21" y="47"/>
                    </a:lnTo>
                    <a:lnTo>
                      <a:pt x="12" y="90"/>
                    </a:lnTo>
                    <a:lnTo>
                      <a:pt x="4" y="149"/>
                    </a:lnTo>
                    <a:lnTo>
                      <a:pt x="0" y="220"/>
                    </a:lnTo>
                    <a:lnTo>
                      <a:pt x="0" y="303"/>
                    </a:lnTo>
                    <a:lnTo>
                      <a:pt x="9" y="394"/>
                    </a:lnTo>
                    <a:lnTo>
                      <a:pt x="27" y="492"/>
                    </a:lnTo>
                    <a:lnTo>
                      <a:pt x="98" y="489"/>
                    </a:lnTo>
                    <a:lnTo>
                      <a:pt x="95" y="474"/>
                    </a:lnTo>
                    <a:lnTo>
                      <a:pt x="88" y="434"/>
                    </a:lnTo>
                    <a:lnTo>
                      <a:pt x="80" y="375"/>
                    </a:lnTo>
                    <a:lnTo>
                      <a:pt x="72" y="303"/>
                    </a:lnTo>
                    <a:lnTo>
                      <a:pt x="68" y="224"/>
                    </a:lnTo>
                    <a:lnTo>
                      <a:pt x="70" y="144"/>
                    </a:lnTo>
                    <a:lnTo>
                      <a:pt x="81" y="68"/>
                    </a:lnTo>
                    <a:lnTo>
                      <a:pt x="103" y="5"/>
                    </a:lnTo>
                    <a:lnTo>
                      <a:pt x="103" y="4"/>
                    </a:lnTo>
                    <a:lnTo>
                      <a:pt x="103" y="3"/>
                    </a:lnTo>
                    <a:lnTo>
                      <a:pt x="100" y="1"/>
                    </a:lnTo>
                    <a:lnTo>
                      <a:pt x="97" y="0"/>
                    </a:lnTo>
                    <a:lnTo>
                      <a:pt x="89" y="0"/>
                    </a:lnTo>
                    <a:lnTo>
                      <a:pt x="75" y="0"/>
                    </a:lnTo>
                    <a:lnTo>
                      <a:pt x="57" y="3"/>
                    </a:lnTo>
                    <a:lnTo>
                      <a:pt x="32" y="9"/>
                    </a:lnTo>
                    <a:close/>
                  </a:path>
                </a:pathLst>
              </a:custGeom>
              <a:solidFill>
                <a:schemeClr val="bg2">
                  <a:alpha val="100000"/>
                </a:schemeClr>
              </a:solidFill>
              <a:ln w="9525">
                <a:noFill/>
              </a:ln>
            </p:spPr>
            <p:txBody>
              <a:bodyPr/>
              <a:p>
                <a:endParaRPr lang="zh-CN" altLang="en-US"/>
              </a:p>
            </p:txBody>
          </p:sp>
          <p:sp>
            <p:nvSpPr>
              <p:cNvPr id="146077" name="Freeform 568"/>
              <p:cNvSpPr/>
              <p:nvPr/>
            </p:nvSpPr>
            <p:spPr>
              <a:xfrm>
                <a:off x="4852" y="1579"/>
                <a:ext cx="12" cy="5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82" h="390">
                    <a:moveTo>
                      <a:pt x="25" y="8"/>
                    </a:moveTo>
                    <a:lnTo>
                      <a:pt x="23" y="16"/>
                    </a:lnTo>
                    <a:lnTo>
                      <a:pt x="17" y="38"/>
                    </a:lnTo>
                    <a:lnTo>
                      <a:pt x="11" y="72"/>
                    </a:lnTo>
                    <a:lnTo>
                      <a:pt x="4" y="118"/>
                    </a:lnTo>
                    <a:lnTo>
                      <a:pt x="0" y="174"/>
                    </a:lnTo>
                    <a:lnTo>
                      <a:pt x="0" y="240"/>
                    </a:lnTo>
                    <a:lnTo>
                      <a:pt x="7" y="312"/>
                    </a:lnTo>
                    <a:lnTo>
                      <a:pt x="22" y="390"/>
                    </a:lnTo>
                    <a:lnTo>
                      <a:pt x="78" y="387"/>
                    </a:lnTo>
                    <a:lnTo>
                      <a:pt x="76" y="375"/>
                    </a:lnTo>
                    <a:lnTo>
                      <a:pt x="70" y="343"/>
                    </a:lnTo>
                    <a:lnTo>
                      <a:pt x="63" y="297"/>
                    </a:lnTo>
                    <a:lnTo>
                      <a:pt x="57" y="240"/>
                    </a:lnTo>
                    <a:lnTo>
                      <a:pt x="54" y="178"/>
                    </a:lnTo>
                    <a:lnTo>
                      <a:pt x="56" y="113"/>
                    </a:lnTo>
                    <a:lnTo>
                      <a:pt x="64" y="55"/>
                    </a:lnTo>
                    <a:lnTo>
                      <a:pt x="82" y="4"/>
                    </a:lnTo>
                    <a:lnTo>
                      <a:pt x="82" y="2"/>
                    </a:lnTo>
                    <a:lnTo>
                      <a:pt x="80" y="1"/>
                    </a:lnTo>
                    <a:lnTo>
                      <a:pt x="77" y="0"/>
                    </a:lnTo>
                    <a:lnTo>
                      <a:pt x="70" y="0"/>
                    </a:lnTo>
                    <a:lnTo>
                      <a:pt x="60" y="1"/>
                    </a:lnTo>
                    <a:lnTo>
                      <a:pt x="46" y="3"/>
                    </a:lnTo>
                    <a:lnTo>
                      <a:pt x="25" y="8"/>
                    </a:lnTo>
                    <a:close/>
                  </a:path>
                </a:pathLst>
              </a:custGeom>
              <a:solidFill>
                <a:schemeClr val="bg2">
                  <a:alpha val="100000"/>
                </a:schemeClr>
              </a:solidFill>
              <a:ln w="9525">
                <a:noFill/>
              </a:ln>
            </p:spPr>
            <p:txBody>
              <a:bodyPr/>
              <a:p>
                <a:endParaRPr lang="zh-CN" altLang="en-US"/>
              </a:p>
            </p:txBody>
          </p:sp>
          <p:sp>
            <p:nvSpPr>
              <p:cNvPr id="146078" name="Freeform 569"/>
              <p:cNvSpPr/>
              <p:nvPr/>
            </p:nvSpPr>
            <p:spPr>
              <a:xfrm>
                <a:off x="4853" y="1586"/>
                <a:ext cx="8" cy="4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9" h="288">
                    <a:moveTo>
                      <a:pt x="18" y="6"/>
                    </a:moveTo>
                    <a:lnTo>
                      <a:pt x="17" y="11"/>
                    </a:lnTo>
                    <a:lnTo>
                      <a:pt x="13" y="27"/>
                    </a:lnTo>
                    <a:lnTo>
                      <a:pt x="7" y="53"/>
                    </a:lnTo>
                    <a:lnTo>
                      <a:pt x="2" y="87"/>
                    </a:lnTo>
                    <a:lnTo>
                      <a:pt x="0" y="130"/>
                    </a:lnTo>
                    <a:lnTo>
                      <a:pt x="0" y="177"/>
                    </a:lnTo>
                    <a:lnTo>
                      <a:pt x="5" y="231"/>
                    </a:lnTo>
                    <a:lnTo>
                      <a:pt x="16" y="288"/>
                    </a:lnTo>
                    <a:lnTo>
                      <a:pt x="57" y="286"/>
                    </a:lnTo>
                    <a:lnTo>
                      <a:pt x="56" y="278"/>
                    </a:lnTo>
                    <a:lnTo>
                      <a:pt x="51" y="254"/>
                    </a:lnTo>
                    <a:lnTo>
                      <a:pt x="47" y="219"/>
                    </a:lnTo>
                    <a:lnTo>
                      <a:pt x="42" y="177"/>
                    </a:lnTo>
                    <a:lnTo>
                      <a:pt x="40" y="131"/>
                    </a:lnTo>
                    <a:lnTo>
                      <a:pt x="41" y="84"/>
                    </a:lnTo>
                    <a:lnTo>
                      <a:pt x="47" y="40"/>
                    </a:lnTo>
                    <a:lnTo>
                      <a:pt x="59" y="3"/>
                    </a:lnTo>
                    <a:lnTo>
                      <a:pt x="59" y="2"/>
                    </a:lnTo>
                    <a:lnTo>
                      <a:pt x="58" y="1"/>
                    </a:lnTo>
                    <a:lnTo>
                      <a:pt x="56" y="0"/>
                    </a:lnTo>
                    <a:lnTo>
                      <a:pt x="51" y="0"/>
                    </a:lnTo>
                    <a:lnTo>
                      <a:pt x="45" y="0"/>
                    </a:lnTo>
                    <a:lnTo>
                      <a:pt x="33" y="2"/>
                    </a:lnTo>
                    <a:lnTo>
                      <a:pt x="18" y="6"/>
                    </a:lnTo>
                    <a:close/>
                  </a:path>
                </a:pathLst>
              </a:custGeom>
              <a:solidFill>
                <a:schemeClr val="bg2">
                  <a:alpha val="100000"/>
                </a:schemeClr>
              </a:solidFill>
              <a:ln w="9525">
                <a:noFill/>
              </a:ln>
            </p:spPr>
            <p:txBody>
              <a:bodyPr/>
              <a:p>
                <a:endParaRPr lang="zh-CN" altLang="en-US"/>
              </a:p>
            </p:txBody>
          </p:sp>
          <p:sp>
            <p:nvSpPr>
              <p:cNvPr id="146079" name="Freeform 570"/>
              <p:cNvSpPr/>
              <p:nvPr/>
            </p:nvSpPr>
            <p:spPr>
              <a:xfrm>
                <a:off x="4972" y="1546"/>
                <a:ext cx="28" cy="11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98" h="779">
                    <a:moveTo>
                      <a:pt x="198" y="6"/>
                    </a:moveTo>
                    <a:lnTo>
                      <a:pt x="194" y="12"/>
                    </a:lnTo>
                    <a:lnTo>
                      <a:pt x="180" y="31"/>
                    </a:lnTo>
                    <a:lnTo>
                      <a:pt x="163" y="72"/>
                    </a:lnTo>
                    <a:lnTo>
                      <a:pt x="146" y="138"/>
                    </a:lnTo>
                    <a:lnTo>
                      <a:pt x="132" y="236"/>
                    </a:lnTo>
                    <a:lnTo>
                      <a:pt x="125" y="373"/>
                    </a:lnTo>
                    <a:lnTo>
                      <a:pt x="130" y="551"/>
                    </a:lnTo>
                    <a:lnTo>
                      <a:pt x="148" y="779"/>
                    </a:lnTo>
                    <a:lnTo>
                      <a:pt x="37" y="779"/>
                    </a:lnTo>
                    <a:lnTo>
                      <a:pt x="34" y="756"/>
                    </a:lnTo>
                    <a:lnTo>
                      <a:pt x="23" y="693"/>
                    </a:lnTo>
                    <a:lnTo>
                      <a:pt x="13" y="599"/>
                    </a:lnTo>
                    <a:lnTo>
                      <a:pt x="4" y="483"/>
                    </a:lnTo>
                    <a:lnTo>
                      <a:pt x="0" y="357"/>
                    </a:lnTo>
                    <a:lnTo>
                      <a:pt x="7" y="227"/>
                    </a:lnTo>
                    <a:lnTo>
                      <a:pt x="27" y="105"/>
                    </a:lnTo>
                    <a:lnTo>
                      <a:pt x="65" y="0"/>
                    </a:lnTo>
                    <a:lnTo>
                      <a:pt x="198" y="6"/>
                    </a:lnTo>
                    <a:close/>
                  </a:path>
                </a:pathLst>
              </a:custGeom>
              <a:solidFill>
                <a:schemeClr val="bg2">
                  <a:alpha val="100000"/>
                </a:schemeClr>
              </a:solidFill>
              <a:ln w="9525">
                <a:noFill/>
              </a:ln>
            </p:spPr>
            <p:txBody>
              <a:bodyPr/>
              <a:p>
                <a:endParaRPr lang="zh-CN" altLang="en-US"/>
              </a:p>
            </p:txBody>
          </p:sp>
          <p:sp>
            <p:nvSpPr>
              <p:cNvPr id="146080" name="Freeform 571"/>
              <p:cNvSpPr/>
              <p:nvPr/>
            </p:nvSpPr>
            <p:spPr>
              <a:xfrm>
                <a:off x="4973" y="1553"/>
                <a:ext cx="24" cy="9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69" h="666">
                    <a:moveTo>
                      <a:pt x="169" y="5"/>
                    </a:moveTo>
                    <a:lnTo>
                      <a:pt x="164" y="10"/>
                    </a:lnTo>
                    <a:lnTo>
                      <a:pt x="154" y="27"/>
                    </a:lnTo>
                    <a:lnTo>
                      <a:pt x="139" y="61"/>
                    </a:lnTo>
                    <a:lnTo>
                      <a:pt x="124" y="118"/>
                    </a:lnTo>
                    <a:lnTo>
                      <a:pt x="113" y="201"/>
                    </a:lnTo>
                    <a:lnTo>
                      <a:pt x="107" y="318"/>
                    </a:lnTo>
                    <a:lnTo>
                      <a:pt x="110" y="470"/>
                    </a:lnTo>
                    <a:lnTo>
                      <a:pt x="126" y="666"/>
                    </a:lnTo>
                    <a:lnTo>
                      <a:pt x="31" y="666"/>
                    </a:lnTo>
                    <a:lnTo>
                      <a:pt x="28" y="646"/>
                    </a:lnTo>
                    <a:lnTo>
                      <a:pt x="20" y="592"/>
                    </a:lnTo>
                    <a:lnTo>
                      <a:pt x="11" y="512"/>
                    </a:lnTo>
                    <a:lnTo>
                      <a:pt x="3" y="413"/>
                    </a:lnTo>
                    <a:lnTo>
                      <a:pt x="0" y="305"/>
                    </a:lnTo>
                    <a:lnTo>
                      <a:pt x="6" y="195"/>
                    </a:lnTo>
                    <a:lnTo>
                      <a:pt x="23" y="90"/>
                    </a:lnTo>
                    <a:lnTo>
                      <a:pt x="55" y="0"/>
                    </a:lnTo>
                    <a:lnTo>
                      <a:pt x="169" y="5"/>
                    </a:lnTo>
                    <a:close/>
                  </a:path>
                </a:pathLst>
              </a:custGeom>
              <a:solidFill>
                <a:schemeClr val="bg2">
                  <a:alpha val="100000"/>
                </a:schemeClr>
              </a:solidFill>
              <a:ln w="9525">
                <a:noFill/>
              </a:ln>
            </p:spPr>
            <p:txBody>
              <a:bodyPr/>
              <a:p>
                <a:endParaRPr lang="zh-CN" altLang="en-US"/>
              </a:p>
            </p:txBody>
          </p:sp>
          <p:sp>
            <p:nvSpPr>
              <p:cNvPr id="146081" name="Freeform 572"/>
              <p:cNvSpPr/>
              <p:nvPr/>
            </p:nvSpPr>
            <p:spPr>
              <a:xfrm>
                <a:off x="4974" y="1561"/>
                <a:ext cx="20" cy="7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40" h="551">
                    <a:moveTo>
                      <a:pt x="140" y="5"/>
                    </a:moveTo>
                    <a:lnTo>
                      <a:pt x="136" y="8"/>
                    </a:lnTo>
                    <a:lnTo>
                      <a:pt x="127" y="23"/>
                    </a:lnTo>
                    <a:lnTo>
                      <a:pt x="116" y="51"/>
                    </a:lnTo>
                    <a:lnTo>
                      <a:pt x="103" y="98"/>
                    </a:lnTo>
                    <a:lnTo>
                      <a:pt x="94" y="167"/>
                    </a:lnTo>
                    <a:lnTo>
                      <a:pt x="90" y="264"/>
                    </a:lnTo>
                    <a:lnTo>
                      <a:pt x="92" y="390"/>
                    </a:lnTo>
                    <a:lnTo>
                      <a:pt x="106" y="551"/>
                    </a:lnTo>
                    <a:lnTo>
                      <a:pt x="27" y="551"/>
                    </a:lnTo>
                    <a:lnTo>
                      <a:pt x="24" y="535"/>
                    </a:lnTo>
                    <a:lnTo>
                      <a:pt x="17" y="490"/>
                    </a:lnTo>
                    <a:lnTo>
                      <a:pt x="9" y="423"/>
                    </a:lnTo>
                    <a:lnTo>
                      <a:pt x="3" y="342"/>
                    </a:lnTo>
                    <a:lnTo>
                      <a:pt x="0" y="252"/>
                    </a:lnTo>
                    <a:lnTo>
                      <a:pt x="5" y="161"/>
                    </a:lnTo>
                    <a:lnTo>
                      <a:pt x="20" y="75"/>
                    </a:lnTo>
                    <a:lnTo>
                      <a:pt x="46" y="0"/>
                    </a:lnTo>
                    <a:lnTo>
                      <a:pt x="140" y="5"/>
                    </a:lnTo>
                    <a:close/>
                  </a:path>
                </a:pathLst>
              </a:custGeom>
              <a:solidFill>
                <a:schemeClr val="bg2">
                  <a:alpha val="100000"/>
                </a:schemeClr>
              </a:solidFill>
              <a:ln w="9525">
                <a:noFill/>
              </a:ln>
            </p:spPr>
            <p:txBody>
              <a:bodyPr/>
              <a:p>
                <a:endParaRPr lang="zh-CN" altLang="en-US"/>
              </a:p>
            </p:txBody>
          </p:sp>
          <p:sp>
            <p:nvSpPr>
              <p:cNvPr id="146082" name="Freeform 573"/>
              <p:cNvSpPr/>
              <p:nvPr/>
            </p:nvSpPr>
            <p:spPr>
              <a:xfrm>
                <a:off x="4975" y="1569"/>
                <a:ext cx="16" cy="62"/>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1" h="437">
                    <a:moveTo>
                      <a:pt x="111" y="4"/>
                    </a:moveTo>
                    <a:lnTo>
                      <a:pt x="108" y="7"/>
                    </a:lnTo>
                    <a:lnTo>
                      <a:pt x="101" y="18"/>
                    </a:lnTo>
                    <a:lnTo>
                      <a:pt x="92" y="41"/>
                    </a:lnTo>
                    <a:lnTo>
                      <a:pt x="82" y="77"/>
                    </a:lnTo>
                    <a:lnTo>
                      <a:pt x="75" y="133"/>
                    </a:lnTo>
                    <a:lnTo>
                      <a:pt x="70" y="208"/>
                    </a:lnTo>
                    <a:lnTo>
                      <a:pt x="72" y="309"/>
                    </a:lnTo>
                    <a:lnTo>
                      <a:pt x="83" y="437"/>
                    </a:lnTo>
                    <a:lnTo>
                      <a:pt x="21" y="437"/>
                    </a:lnTo>
                    <a:lnTo>
                      <a:pt x="19" y="424"/>
                    </a:lnTo>
                    <a:lnTo>
                      <a:pt x="13" y="389"/>
                    </a:lnTo>
                    <a:lnTo>
                      <a:pt x="7" y="336"/>
                    </a:lnTo>
                    <a:lnTo>
                      <a:pt x="3" y="272"/>
                    </a:lnTo>
                    <a:lnTo>
                      <a:pt x="0" y="200"/>
                    </a:lnTo>
                    <a:lnTo>
                      <a:pt x="5" y="128"/>
                    </a:lnTo>
                    <a:lnTo>
                      <a:pt x="16" y="59"/>
                    </a:lnTo>
                    <a:lnTo>
                      <a:pt x="37" y="0"/>
                    </a:lnTo>
                    <a:lnTo>
                      <a:pt x="111" y="4"/>
                    </a:lnTo>
                    <a:close/>
                  </a:path>
                </a:pathLst>
              </a:custGeom>
              <a:solidFill>
                <a:schemeClr val="bg2">
                  <a:alpha val="100000"/>
                </a:schemeClr>
              </a:solidFill>
              <a:ln w="9525">
                <a:noFill/>
              </a:ln>
            </p:spPr>
            <p:txBody>
              <a:bodyPr/>
              <a:p>
                <a:endParaRPr lang="zh-CN" altLang="en-US"/>
              </a:p>
            </p:txBody>
          </p:sp>
          <p:sp>
            <p:nvSpPr>
              <p:cNvPr id="146083" name="Freeform 574"/>
              <p:cNvSpPr/>
              <p:nvPr/>
            </p:nvSpPr>
            <p:spPr>
              <a:xfrm>
                <a:off x="4976" y="1577"/>
                <a:ext cx="12" cy="4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82" h="322">
                    <a:moveTo>
                      <a:pt x="82" y="3"/>
                    </a:moveTo>
                    <a:lnTo>
                      <a:pt x="79" y="5"/>
                    </a:lnTo>
                    <a:lnTo>
                      <a:pt x="75" y="13"/>
                    </a:lnTo>
                    <a:lnTo>
                      <a:pt x="67" y="30"/>
                    </a:lnTo>
                    <a:lnTo>
                      <a:pt x="60" y="57"/>
                    </a:lnTo>
                    <a:lnTo>
                      <a:pt x="54" y="98"/>
                    </a:lnTo>
                    <a:lnTo>
                      <a:pt x="52" y="154"/>
                    </a:lnTo>
                    <a:lnTo>
                      <a:pt x="53" y="228"/>
                    </a:lnTo>
                    <a:lnTo>
                      <a:pt x="61" y="322"/>
                    </a:lnTo>
                    <a:lnTo>
                      <a:pt x="15" y="322"/>
                    </a:lnTo>
                    <a:lnTo>
                      <a:pt x="14" y="313"/>
                    </a:lnTo>
                    <a:lnTo>
                      <a:pt x="9" y="287"/>
                    </a:lnTo>
                    <a:lnTo>
                      <a:pt x="5" y="247"/>
                    </a:lnTo>
                    <a:lnTo>
                      <a:pt x="1" y="200"/>
                    </a:lnTo>
                    <a:lnTo>
                      <a:pt x="0" y="147"/>
                    </a:lnTo>
                    <a:lnTo>
                      <a:pt x="3" y="95"/>
                    </a:lnTo>
                    <a:lnTo>
                      <a:pt x="11" y="44"/>
                    </a:lnTo>
                    <a:lnTo>
                      <a:pt x="27" y="0"/>
                    </a:lnTo>
                    <a:lnTo>
                      <a:pt x="82" y="3"/>
                    </a:lnTo>
                    <a:close/>
                  </a:path>
                </a:pathLst>
              </a:custGeom>
              <a:solidFill>
                <a:schemeClr val="bg2">
                  <a:alpha val="100000"/>
                </a:schemeClr>
              </a:solidFill>
              <a:ln w="9525">
                <a:noFill/>
              </a:ln>
            </p:spPr>
            <p:txBody>
              <a:bodyPr/>
              <a:p>
                <a:endParaRPr lang="zh-CN" altLang="en-US"/>
              </a:p>
            </p:txBody>
          </p:sp>
          <p:sp>
            <p:nvSpPr>
              <p:cNvPr id="146084" name="Rectangle 575"/>
              <p:cNvSpPr/>
              <p:nvPr/>
            </p:nvSpPr>
            <p:spPr>
              <a:xfrm>
                <a:off x="4824" y="1565"/>
                <a:ext cx="4" cy="146"/>
              </a:xfrm>
              <a:prstGeom prst="rect">
                <a:avLst/>
              </a:prstGeom>
              <a:solidFill>
                <a:srgbClr val="DDDDDD"/>
              </a:solidFill>
              <a:ln w="9525">
                <a:noFill/>
              </a:ln>
            </p:spPr>
            <p:txBody>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46085" name="Freeform 576"/>
              <p:cNvSpPr/>
              <p:nvPr/>
            </p:nvSpPr>
            <p:spPr>
              <a:xfrm>
                <a:off x="4876" y="1563"/>
                <a:ext cx="57" cy="67"/>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398" h="469">
                    <a:moveTo>
                      <a:pt x="37" y="44"/>
                    </a:moveTo>
                    <a:lnTo>
                      <a:pt x="33" y="53"/>
                    </a:lnTo>
                    <a:lnTo>
                      <a:pt x="27" y="79"/>
                    </a:lnTo>
                    <a:lnTo>
                      <a:pt x="17" y="120"/>
                    </a:lnTo>
                    <a:lnTo>
                      <a:pt x="8" y="174"/>
                    </a:lnTo>
                    <a:lnTo>
                      <a:pt x="1" y="238"/>
                    </a:lnTo>
                    <a:lnTo>
                      <a:pt x="0" y="309"/>
                    </a:lnTo>
                    <a:lnTo>
                      <a:pt x="7" y="387"/>
                    </a:lnTo>
                    <a:lnTo>
                      <a:pt x="24" y="469"/>
                    </a:lnTo>
                    <a:lnTo>
                      <a:pt x="24" y="466"/>
                    </a:lnTo>
                    <a:lnTo>
                      <a:pt x="24" y="455"/>
                    </a:lnTo>
                    <a:lnTo>
                      <a:pt x="24" y="438"/>
                    </a:lnTo>
                    <a:lnTo>
                      <a:pt x="24" y="417"/>
                    </a:lnTo>
                    <a:lnTo>
                      <a:pt x="27" y="391"/>
                    </a:lnTo>
                    <a:lnTo>
                      <a:pt x="30" y="363"/>
                    </a:lnTo>
                    <a:lnTo>
                      <a:pt x="35" y="332"/>
                    </a:lnTo>
                    <a:lnTo>
                      <a:pt x="41" y="300"/>
                    </a:lnTo>
                    <a:lnTo>
                      <a:pt x="52" y="268"/>
                    </a:lnTo>
                    <a:lnTo>
                      <a:pt x="64" y="237"/>
                    </a:lnTo>
                    <a:lnTo>
                      <a:pt x="79" y="207"/>
                    </a:lnTo>
                    <a:lnTo>
                      <a:pt x="99" y="179"/>
                    </a:lnTo>
                    <a:lnTo>
                      <a:pt x="123" y="155"/>
                    </a:lnTo>
                    <a:lnTo>
                      <a:pt x="150" y="136"/>
                    </a:lnTo>
                    <a:lnTo>
                      <a:pt x="183" y="122"/>
                    </a:lnTo>
                    <a:lnTo>
                      <a:pt x="221" y="114"/>
                    </a:lnTo>
                    <a:lnTo>
                      <a:pt x="223" y="112"/>
                    </a:lnTo>
                    <a:lnTo>
                      <a:pt x="230" y="107"/>
                    </a:lnTo>
                    <a:lnTo>
                      <a:pt x="242" y="99"/>
                    </a:lnTo>
                    <a:lnTo>
                      <a:pt x="260" y="88"/>
                    </a:lnTo>
                    <a:lnTo>
                      <a:pt x="284" y="74"/>
                    </a:lnTo>
                    <a:lnTo>
                      <a:pt x="315" y="58"/>
                    </a:lnTo>
                    <a:lnTo>
                      <a:pt x="352" y="39"/>
                    </a:lnTo>
                    <a:lnTo>
                      <a:pt x="398" y="19"/>
                    </a:lnTo>
                    <a:lnTo>
                      <a:pt x="396" y="17"/>
                    </a:lnTo>
                    <a:lnTo>
                      <a:pt x="389" y="16"/>
                    </a:lnTo>
                    <a:lnTo>
                      <a:pt x="379" y="14"/>
                    </a:lnTo>
                    <a:lnTo>
                      <a:pt x="364" y="12"/>
                    </a:lnTo>
                    <a:lnTo>
                      <a:pt x="347" y="8"/>
                    </a:lnTo>
                    <a:lnTo>
                      <a:pt x="326" y="6"/>
                    </a:lnTo>
                    <a:lnTo>
                      <a:pt x="302" y="4"/>
                    </a:lnTo>
                    <a:lnTo>
                      <a:pt x="277" y="1"/>
                    </a:lnTo>
                    <a:lnTo>
                      <a:pt x="250" y="0"/>
                    </a:lnTo>
                    <a:lnTo>
                      <a:pt x="221" y="1"/>
                    </a:lnTo>
                    <a:lnTo>
                      <a:pt x="191" y="3"/>
                    </a:lnTo>
                    <a:lnTo>
                      <a:pt x="160" y="6"/>
                    </a:lnTo>
                    <a:lnTo>
                      <a:pt x="129" y="12"/>
                    </a:lnTo>
                    <a:lnTo>
                      <a:pt x="97" y="20"/>
                    </a:lnTo>
                    <a:lnTo>
                      <a:pt x="67" y="30"/>
                    </a:lnTo>
                    <a:lnTo>
                      <a:pt x="37" y="44"/>
                    </a:lnTo>
                    <a:close/>
                  </a:path>
                </a:pathLst>
              </a:custGeom>
              <a:solidFill>
                <a:srgbClr val="999999">
                  <a:alpha val="100000"/>
                </a:srgbClr>
              </a:solidFill>
              <a:ln w="9525">
                <a:noFill/>
              </a:ln>
            </p:spPr>
            <p:txBody>
              <a:bodyPr/>
              <a:p>
                <a:endParaRPr lang="zh-CN" altLang="en-US"/>
              </a:p>
            </p:txBody>
          </p:sp>
          <p:sp>
            <p:nvSpPr>
              <p:cNvPr id="146086" name="Freeform 577"/>
              <p:cNvSpPr/>
              <p:nvPr/>
            </p:nvSpPr>
            <p:spPr>
              <a:xfrm>
                <a:off x="4797" y="1613"/>
                <a:ext cx="46" cy="13"/>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325" h="89">
                    <a:moveTo>
                      <a:pt x="0" y="57"/>
                    </a:moveTo>
                    <a:lnTo>
                      <a:pt x="0" y="55"/>
                    </a:lnTo>
                    <a:lnTo>
                      <a:pt x="2" y="52"/>
                    </a:lnTo>
                    <a:lnTo>
                      <a:pt x="6" y="47"/>
                    </a:lnTo>
                    <a:lnTo>
                      <a:pt x="12" y="41"/>
                    </a:lnTo>
                    <a:lnTo>
                      <a:pt x="20" y="34"/>
                    </a:lnTo>
                    <a:lnTo>
                      <a:pt x="29" y="27"/>
                    </a:lnTo>
                    <a:lnTo>
                      <a:pt x="41" y="20"/>
                    </a:lnTo>
                    <a:lnTo>
                      <a:pt x="57" y="13"/>
                    </a:lnTo>
                    <a:lnTo>
                      <a:pt x="77" y="7"/>
                    </a:lnTo>
                    <a:lnTo>
                      <a:pt x="98" y="3"/>
                    </a:lnTo>
                    <a:lnTo>
                      <a:pt x="126" y="0"/>
                    </a:lnTo>
                    <a:lnTo>
                      <a:pt x="156" y="0"/>
                    </a:lnTo>
                    <a:lnTo>
                      <a:pt x="191" y="3"/>
                    </a:lnTo>
                    <a:lnTo>
                      <a:pt x="230" y="8"/>
                    </a:lnTo>
                    <a:lnTo>
                      <a:pt x="275" y="18"/>
                    </a:lnTo>
                    <a:lnTo>
                      <a:pt x="325" y="31"/>
                    </a:lnTo>
                    <a:lnTo>
                      <a:pt x="318" y="51"/>
                    </a:lnTo>
                    <a:lnTo>
                      <a:pt x="316" y="50"/>
                    </a:lnTo>
                    <a:lnTo>
                      <a:pt x="308" y="47"/>
                    </a:lnTo>
                    <a:lnTo>
                      <a:pt x="295" y="44"/>
                    </a:lnTo>
                    <a:lnTo>
                      <a:pt x="279" y="39"/>
                    </a:lnTo>
                    <a:lnTo>
                      <a:pt x="260" y="35"/>
                    </a:lnTo>
                    <a:lnTo>
                      <a:pt x="238" y="30"/>
                    </a:lnTo>
                    <a:lnTo>
                      <a:pt x="214" y="27"/>
                    </a:lnTo>
                    <a:lnTo>
                      <a:pt x="188" y="24"/>
                    </a:lnTo>
                    <a:lnTo>
                      <a:pt x="161" y="23"/>
                    </a:lnTo>
                    <a:lnTo>
                      <a:pt x="134" y="23"/>
                    </a:lnTo>
                    <a:lnTo>
                      <a:pt x="108" y="26"/>
                    </a:lnTo>
                    <a:lnTo>
                      <a:pt x="82" y="31"/>
                    </a:lnTo>
                    <a:lnTo>
                      <a:pt x="58" y="41"/>
                    </a:lnTo>
                    <a:lnTo>
                      <a:pt x="36" y="52"/>
                    </a:lnTo>
                    <a:lnTo>
                      <a:pt x="16" y="68"/>
                    </a:lnTo>
                    <a:lnTo>
                      <a:pt x="0" y="89"/>
                    </a:lnTo>
                    <a:lnTo>
                      <a:pt x="0" y="57"/>
                    </a:lnTo>
                    <a:close/>
                  </a:path>
                </a:pathLst>
              </a:custGeom>
              <a:solidFill>
                <a:srgbClr val="000000">
                  <a:alpha val="100000"/>
                </a:srgbClr>
              </a:solidFill>
              <a:ln w="9525">
                <a:noFill/>
              </a:ln>
            </p:spPr>
            <p:txBody>
              <a:bodyPr/>
              <a:p>
                <a:endParaRPr lang="zh-CN" altLang="en-US"/>
              </a:p>
            </p:txBody>
          </p:sp>
          <p:sp>
            <p:nvSpPr>
              <p:cNvPr id="146087" name="Freeform 578"/>
              <p:cNvSpPr/>
              <p:nvPr/>
            </p:nvSpPr>
            <p:spPr>
              <a:xfrm>
                <a:off x="4797" y="1583"/>
                <a:ext cx="46" cy="13"/>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325" h="89">
                    <a:moveTo>
                      <a:pt x="0" y="56"/>
                    </a:moveTo>
                    <a:lnTo>
                      <a:pt x="0" y="55"/>
                    </a:lnTo>
                    <a:lnTo>
                      <a:pt x="2" y="52"/>
                    </a:lnTo>
                    <a:lnTo>
                      <a:pt x="6" y="47"/>
                    </a:lnTo>
                    <a:lnTo>
                      <a:pt x="12" y="40"/>
                    </a:lnTo>
                    <a:lnTo>
                      <a:pt x="20" y="33"/>
                    </a:lnTo>
                    <a:lnTo>
                      <a:pt x="29" y="27"/>
                    </a:lnTo>
                    <a:lnTo>
                      <a:pt x="41" y="18"/>
                    </a:lnTo>
                    <a:lnTo>
                      <a:pt x="57" y="13"/>
                    </a:lnTo>
                    <a:lnTo>
                      <a:pt x="77" y="7"/>
                    </a:lnTo>
                    <a:lnTo>
                      <a:pt x="98" y="2"/>
                    </a:lnTo>
                    <a:lnTo>
                      <a:pt x="126" y="0"/>
                    </a:lnTo>
                    <a:lnTo>
                      <a:pt x="156" y="0"/>
                    </a:lnTo>
                    <a:lnTo>
                      <a:pt x="191" y="2"/>
                    </a:lnTo>
                    <a:lnTo>
                      <a:pt x="230" y="8"/>
                    </a:lnTo>
                    <a:lnTo>
                      <a:pt x="275" y="17"/>
                    </a:lnTo>
                    <a:lnTo>
                      <a:pt x="325" y="31"/>
                    </a:lnTo>
                    <a:lnTo>
                      <a:pt x="318" y="49"/>
                    </a:lnTo>
                    <a:lnTo>
                      <a:pt x="316" y="48"/>
                    </a:lnTo>
                    <a:lnTo>
                      <a:pt x="308" y="46"/>
                    </a:lnTo>
                    <a:lnTo>
                      <a:pt x="295" y="43"/>
                    </a:lnTo>
                    <a:lnTo>
                      <a:pt x="279" y="38"/>
                    </a:lnTo>
                    <a:lnTo>
                      <a:pt x="260" y="35"/>
                    </a:lnTo>
                    <a:lnTo>
                      <a:pt x="238" y="30"/>
                    </a:lnTo>
                    <a:lnTo>
                      <a:pt x="214" y="27"/>
                    </a:lnTo>
                    <a:lnTo>
                      <a:pt x="188" y="23"/>
                    </a:lnTo>
                    <a:lnTo>
                      <a:pt x="161" y="22"/>
                    </a:lnTo>
                    <a:lnTo>
                      <a:pt x="134" y="23"/>
                    </a:lnTo>
                    <a:lnTo>
                      <a:pt x="108" y="25"/>
                    </a:lnTo>
                    <a:lnTo>
                      <a:pt x="82" y="31"/>
                    </a:lnTo>
                    <a:lnTo>
                      <a:pt x="58" y="40"/>
                    </a:lnTo>
                    <a:lnTo>
                      <a:pt x="36" y="52"/>
                    </a:lnTo>
                    <a:lnTo>
                      <a:pt x="16" y="68"/>
                    </a:lnTo>
                    <a:lnTo>
                      <a:pt x="0" y="89"/>
                    </a:lnTo>
                    <a:lnTo>
                      <a:pt x="0" y="56"/>
                    </a:lnTo>
                    <a:close/>
                  </a:path>
                </a:pathLst>
              </a:custGeom>
              <a:solidFill>
                <a:srgbClr val="000000">
                  <a:alpha val="100000"/>
                </a:srgbClr>
              </a:solidFill>
              <a:ln w="9525">
                <a:noFill/>
              </a:ln>
            </p:spPr>
            <p:txBody>
              <a:bodyPr/>
              <a:p>
                <a:endParaRPr lang="zh-CN" altLang="en-US"/>
              </a:p>
            </p:txBody>
          </p:sp>
          <p:sp>
            <p:nvSpPr>
              <p:cNvPr id="146088" name="Freeform 579"/>
              <p:cNvSpPr/>
              <p:nvPr/>
            </p:nvSpPr>
            <p:spPr>
              <a:xfrm>
                <a:off x="4841" y="1568"/>
                <a:ext cx="75" cy="13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28" h="975">
                    <a:moveTo>
                      <a:pt x="0" y="0"/>
                    </a:moveTo>
                    <a:lnTo>
                      <a:pt x="0" y="943"/>
                    </a:lnTo>
                    <a:lnTo>
                      <a:pt x="159" y="975"/>
                    </a:lnTo>
                    <a:lnTo>
                      <a:pt x="152" y="848"/>
                    </a:lnTo>
                    <a:lnTo>
                      <a:pt x="528" y="905"/>
                    </a:lnTo>
                    <a:lnTo>
                      <a:pt x="521" y="855"/>
                    </a:lnTo>
                    <a:lnTo>
                      <a:pt x="261" y="822"/>
                    </a:lnTo>
                    <a:lnTo>
                      <a:pt x="254" y="713"/>
                    </a:lnTo>
                    <a:lnTo>
                      <a:pt x="77" y="713"/>
                    </a:lnTo>
                    <a:lnTo>
                      <a:pt x="72" y="699"/>
                    </a:lnTo>
                    <a:lnTo>
                      <a:pt x="60" y="659"/>
                    </a:lnTo>
                    <a:lnTo>
                      <a:pt x="44" y="595"/>
                    </a:lnTo>
                    <a:lnTo>
                      <a:pt x="28" y="511"/>
                    </a:lnTo>
                    <a:lnTo>
                      <a:pt x="16" y="410"/>
                    </a:lnTo>
                    <a:lnTo>
                      <a:pt x="12" y="294"/>
                    </a:lnTo>
                    <a:lnTo>
                      <a:pt x="21" y="167"/>
                    </a:lnTo>
                    <a:lnTo>
                      <a:pt x="45" y="32"/>
                    </a:lnTo>
                    <a:lnTo>
                      <a:pt x="0" y="0"/>
                    </a:lnTo>
                    <a:close/>
                  </a:path>
                </a:pathLst>
              </a:custGeom>
              <a:solidFill>
                <a:schemeClr val="bg2">
                  <a:alpha val="100000"/>
                </a:schemeClr>
              </a:solidFill>
              <a:ln w="9525">
                <a:noFill/>
              </a:ln>
            </p:spPr>
            <p:txBody>
              <a:bodyPr/>
              <a:p>
                <a:endParaRPr lang="zh-CN" altLang="en-US"/>
              </a:p>
            </p:txBody>
          </p:sp>
          <p:sp>
            <p:nvSpPr>
              <p:cNvPr id="146089" name="Freeform 580"/>
              <p:cNvSpPr/>
              <p:nvPr/>
            </p:nvSpPr>
            <p:spPr>
              <a:xfrm>
                <a:off x="4878" y="1536"/>
                <a:ext cx="97" cy="1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678" h="133">
                    <a:moveTo>
                      <a:pt x="0" y="133"/>
                    </a:moveTo>
                    <a:lnTo>
                      <a:pt x="4" y="132"/>
                    </a:lnTo>
                    <a:lnTo>
                      <a:pt x="15" y="127"/>
                    </a:lnTo>
                    <a:lnTo>
                      <a:pt x="32" y="122"/>
                    </a:lnTo>
                    <a:lnTo>
                      <a:pt x="56" y="114"/>
                    </a:lnTo>
                    <a:lnTo>
                      <a:pt x="86" y="104"/>
                    </a:lnTo>
                    <a:lnTo>
                      <a:pt x="120" y="95"/>
                    </a:lnTo>
                    <a:lnTo>
                      <a:pt x="160" y="86"/>
                    </a:lnTo>
                    <a:lnTo>
                      <a:pt x="204" y="78"/>
                    </a:lnTo>
                    <a:lnTo>
                      <a:pt x="252" y="70"/>
                    </a:lnTo>
                    <a:lnTo>
                      <a:pt x="303" y="64"/>
                    </a:lnTo>
                    <a:lnTo>
                      <a:pt x="358" y="60"/>
                    </a:lnTo>
                    <a:lnTo>
                      <a:pt x="414" y="58"/>
                    </a:lnTo>
                    <a:lnTo>
                      <a:pt x="474" y="60"/>
                    </a:lnTo>
                    <a:lnTo>
                      <a:pt x="534" y="65"/>
                    </a:lnTo>
                    <a:lnTo>
                      <a:pt x="596" y="74"/>
                    </a:lnTo>
                    <a:lnTo>
                      <a:pt x="659" y="88"/>
                    </a:lnTo>
                    <a:lnTo>
                      <a:pt x="678" y="0"/>
                    </a:lnTo>
                    <a:lnTo>
                      <a:pt x="674" y="0"/>
                    </a:lnTo>
                    <a:lnTo>
                      <a:pt x="659" y="0"/>
                    </a:lnTo>
                    <a:lnTo>
                      <a:pt x="636" y="0"/>
                    </a:lnTo>
                    <a:lnTo>
                      <a:pt x="606" y="1"/>
                    </a:lnTo>
                    <a:lnTo>
                      <a:pt x="570" y="2"/>
                    </a:lnTo>
                    <a:lnTo>
                      <a:pt x="527" y="3"/>
                    </a:lnTo>
                    <a:lnTo>
                      <a:pt x="480" y="7"/>
                    </a:lnTo>
                    <a:lnTo>
                      <a:pt x="430" y="9"/>
                    </a:lnTo>
                    <a:lnTo>
                      <a:pt x="376" y="14"/>
                    </a:lnTo>
                    <a:lnTo>
                      <a:pt x="320" y="18"/>
                    </a:lnTo>
                    <a:lnTo>
                      <a:pt x="264" y="24"/>
                    </a:lnTo>
                    <a:lnTo>
                      <a:pt x="208" y="32"/>
                    </a:lnTo>
                    <a:lnTo>
                      <a:pt x="152" y="40"/>
                    </a:lnTo>
                    <a:lnTo>
                      <a:pt x="98" y="50"/>
                    </a:lnTo>
                    <a:lnTo>
                      <a:pt x="47" y="62"/>
                    </a:lnTo>
                    <a:lnTo>
                      <a:pt x="0" y="76"/>
                    </a:lnTo>
                    <a:lnTo>
                      <a:pt x="0" y="133"/>
                    </a:lnTo>
                    <a:close/>
                  </a:path>
                </a:pathLst>
              </a:custGeom>
              <a:solidFill>
                <a:schemeClr val="bg2">
                  <a:alpha val="100000"/>
                </a:schemeClr>
              </a:solidFill>
              <a:ln w="9525">
                <a:noFill/>
              </a:ln>
            </p:spPr>
            <p:txBody>
              <a:bodyPr/>
              <a:p>
                <a:endParaRPr lang="zh-CN" altLang="en-US"/>
              </a:p>
            </p:txBody>
          </p:sp>
          <p:sp>
            <p:nvSpPr>
              <p:cNvPr id="146090" name="Freeform 581"/>
              <p:cNvSpPr/>
              <p:nvPr/>
            </p:nvSpPr>
            <p:spPr>
              <a:xfrm>
                <a:off x="4821" y="1711"/>
                <a:ext cx="163" cy="54"/>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42" h="379">
                    <a:moveTo>
                      <a:pt x="482" y="367"/>
                    </a:moveTo>
                    <a:lnTo>
                      <a:pt x="485" y="366"/>
                    </a:lnTo>
                    <a:lnTo>
                      <a:pt x="492" y="363"/>
                    </a:lnTo>
                    <a:lnTo>
                      <a:pt x="502" y="359"/>
                    </a:lnTo>
                    <a:lnTo>
                      <a:pt x="516" y="353"/>
                    </a:lnTo>
                    <a:lnTo>
                      <a:pt x="533" y="346"/>
                    </a:lnTo>
                    <a:lnTo>
                      <a:pt x="551" y="338"/>
                    </a:lnTo>
                    <a:lnTo>
                      <a:pt x="572" y="328"/>
                    </a:lnTo>
                    <a:lnTo>
                      <a:pt x="593" y="317"/>
                    </a:lnTo>
                    <a:lnTo>
                      <a:pt x="616" y="306"/>
                    </a:lnTo>
                    <a:lnTo>
                      <a:pt x="638" y="292"/>
                    </a:lnTo>
                    <a:lnTo>
                      <a:pt x="660" y="279"/>
                    </a:lnTo>
                    <a:lnTo>
                      <a:pt x="680" y="264"/>
                    </a:lnTo>
                    <a:lnTo>
                      <a:pt x="700" y="249"/>
                    </a:lnTo>
                    <a:lnTo>
                      <a:pt x="717" y="233"/>
                    </a:lnTo>
                    <a:lnTo>
                      <a:pt x="732" y="217"/>
                    </a:lnTo>
                    <a:lnTo>
                      <a:pt x="743" y="201"/>
                    </a:lnTo>
                    <a:lnTo>
                      <a:pt x="0" y="20"/>
                    </a:lnTo>
                    <a:lnTo>
                      <a:pt x="57" y="0"/>
                    </a:lnTo>
                    <a:lnTo>
                      <a:pt x="1142" y="267"/>
                    </a:lnTo>
                    <a:lnTo>
                      <a:pt x="1098" y="292"/>
                    </a:lnTo>
                    <a:lnTo>
                      <a:pt x="784" y="212"/>
                    </a:lnTo>
                    <a:lnTo>
                      <a:pt x="783" y="213"/>
                    </a:lnTo>
                    <a:lnTo>
                      <a:pt x="781" y="216"/>
                    </a:lnTo>
                    <a:lnTo>
                      <a:pt x="776" y="221"/>
                    </a:lnTo>
                    <a:lnTo>
                      <a:pt x="769" y="228"/>
                    </a:lnTo>
                    <a:lnTo>
                      <a:pt x="761" y="237"/>
                    </a:lnTo>
                    <a:lnTo>
                      <a:pt x="750" y="246"/>
                    </a:lnTo>
                    <a:lnTo>
                      <a:pt x="737" y="258"/>
                    </a:lnTo>
                    <a:lnTo>
                      <a:pt x="721" y="269"/>
                    </a:lnTo>
                    <a:lnTo>
                      <a:pt x="703" y="282"/>
                    </a:lnTo>
                    <a:lnTo>
                      <a:pt x="684" y="295"/>
                    </a:lnTo>
                    <a:lnTo>
                      <a:pt x="660" y="309"/>
                    </a:lnTo>
                    <a:lnTo>
                      <a:pt x="635" y="323"/>
                    </a:lnTo>
                    <a:lnTo>
                      <a:pt x="606" y="338"/>
                    </a:lnTo>
                    <a:lnTo>
                      <a:pt x="574" y="352"/>
                    </a:lnTo>
                    <a:lnTo>
                      <a:pt x="540" y="366"/>
                    </a:lnTo>
                    <a:lnTo>
                      <a:pt x="502" y="379"/>
                    </a:lnTo>
                    <a:lnTo>
                      <a:pt x="482" y="367"/>
                    </a:lnTo>
                    <a:close/>
                  </a:path>
                </a:pathLst>
              </a:custGeom>
              <a:solidFill>
                <a:srgbClr val="000000">
                  <a:alpha val="100000"/>
                </a:srgbClr>
              </a:solidFill>
              <a:ln w="9525">
                <a:noFill/>
              </a:ln>
            </p:spPr>
            <p:txBody>
              <a:bodyPr/>
              <a:p>
                <a:endParaRPr lang="zh-CN" altLang="en-US"/>
              </a:p>
            </p:txBody>
          </p:sp>
          <p:sp>
            <p:nvSpPr>
              <p:cNvPr id="146091" name="Freeform 582"/>
              <p:cNvSpPr/>
              <p:nvPr/>
            </p:nvSpPr>
            <p:spPr>
              <a:xfrm>
                <a:off x="4787" y="1725"/>
                <a:ext cx="167" cy="48"/>
              </a:xfrm>
              <a:custGeom>
                <a:avLst/>
                <a:gdLst/>
                <a:ahLst/>
                <a:cxnLst>
                  <a:cxn ang="0">
                    <a:pos x="0" y="0"/>
                  </a:cxn>
                  <a:cxn ang="0">
                    <a:pos x="0" y="0"/>
                  </a:cxn>
                  <a:cxn ang="0">
                    <a:pos x="0" y="0"/>
                  </a:cxn>
                  <a:cxn ang="0">
                    <a:pos x="0" y="0"/>
                  </a:cxn>
                  <a:cxn ang="0">
                    <a:pos x="0" y="0"/>
                  </a:cxn>
                </a:cxnLst>
                <a:pathLst>
                  <a:path w="1163" h="340">
                    <a:moveTo>
                      <a:pt x="0" y="0"/>
                    </a:moveTo>
                    <a:lnTo>
                      <a:pt x="1137" y="340"/>
                    </a:lnTo>
                    <a:lnTo>
                      <a:pt x="1163" y="340"/>
                    </a:lnTo>
                    <a:lnTo>
                      <a:pt x="34" y="0"/>
                    </a:lnTo>
                    <a:lnTo>
                      <a:pt x="0" y="0"/>
                    </a:lnTo>
                    <a:close/>
                  </a:path>
                </a:pathLst>
              </a:custGeom>
              <a:solidFill>
                <a:srgbClr val="000000">
                  <a:alpha val="100000"/>
                </a:srgbClr>
              </a:solidFill>
              <a:ln w="9525">
                <a:noFill/>
              </a:ln>
            </p:spPr>
            <p:txBody>
              <a:bodyPr/>
              <a:p>
                <a:endParaRPr lang="zh-CN" altLang="en-US"/>
              </a:p>
            </p:txBody>
          </p:sp>
          <p:sp>
            <p:nvSpPr>
              <p:cNvPr id="146092" name="Freeform 583"/>
              <p:cNvSpPr/>
              <p:nvPr/>
            </p:nvSpPr>
            <p:spPr>
              <a:xfrm>
                <a:off x="4815" y="1718"/>
                <a:ext cx="164" cy="44"/>
              </a:xfrm>
              <a:custGeom>
                <a:avLst/>
                <a:gdLst/>
                <a:ahLst/>
                <a:cxnLst>
                  <a:cxn ang="0">
                    <a:pos x="0" y="0"/>
                  </a:cxn>
                  <a:cxn ang="0">
                    <a:pos x="0" y="0"/>
                  </a:cxn>
                  <a:cxn ang="0">
                    <a:pos x="0" y="0"/>
                  </a:cxn>
                  <a:cxn ang="0">
                    <a:pos x="0" y="0"/>
                  </a:cxn>
                  <a:cxn ang="0">
                    <a:pos x="0" y="0"/>
                  </a:cxn>
                </a:cxnLst>
                <a:pathLst>
                  <a:path w="1149" h="303">
                    <a:moveTo>
                      <a:pt x="0" y="1"/>
                    </a:moveTo>
                    <a:lnTo>
                      <a:pt x="1124" y="303"/>
                    </a:lnTo>
                    <a:lnTo>
                      <a:pt x="1149" y="302"/>
                    </a:lnTo>
                    <a:lnTo>
                      <a:pt x="34" y="0"/>
                    </a:lnTo>
                    <a:lnTo>
                      <a:pt x="0" y="1"/>
                    </a:lnTo>
                    <a:close/>
                  </a:path>
                </a:pathLst>
              </a:custGeom>
              <a:solidFill>
                <a:srgbClr val="000000">
                  <a:alpha val="100000"/>
                </a:srgbClr>
              </a:solidFill>
              <a:ln w="9525">
                <a:noFill/>
              </a:ln>
            </p:spPr>
            <p:txBody>
              <a:bodyPr/>
              <a:p>
                <a:endParaRPr lang="zh-CN" altLang="en-US"/>
              </a:p>
            </p:txBody>
          </p:sp>
          <p:sp>
            <p:nvSpPr>
              <p:cNvPr id="146093" name="Freeform 584"/>
              <p:cNvSpPr/>
              <p:nvPr/>
            </p:nvSpPr>
            <p:spPr>
              <a:xfrm>
                <a:off x="4802" y="1721"/>
                <a:ext cx="165" cy="48"/>
              </a:xfrm>
              <a:custGeom>
                <a:avLst/>
                <a:gdLst/>
                <a:ahLst/>
                <a:cxnLst>
                  <a:cxn ang="0">
                    <a:pos x="0" y="0"/>
                  </a:cxn>
                  <a:cxn ang="0">
                    <a:pos x="0" y="0"/>
                  </a:cxn>
                  <a:cxn ang="0">
                    <a:pos x="0" y="0"/>
                  </a:cxn>
                  <a:cxn ang="0">
                    <a:pos x="0" y="0"/>
                  </a:cxn>
                  <a:cxn ang="0">
                    <a:pos x="0" y="0"/>
                  </a:cxn>
                </a:cxnLst>
                <a:pathLst>
                  <a:path w="1155" h="336">
                    <a:moveTo>
                      <a:pt x="0" y="0"/>
                    </a:moveTo>
                    <a:lnTo>
                      <a:pt x="1134" y="336"/>
                    </a:lnTo>
                    <a:lnTo>
                      <a:pt x="1155" y="328"/>
                    </a:lnTo>
                    <a:lnTo>
                      <a:pt x="34" y="0"/>
                    </a:lnTo>
                    <a:lnTo>
                      <a:pt x="0" y="0"/>
                    </a:lnTo>
                    <a:close/>
                  </a:path>
                </a:pathLst>
              </a:custGeom>
              <a:solidFill>
                <a:srgbClr val="000000">
                  <a:alpha val="100000"/>
                </a:srgbClr>
              </a:solidFill>
              <a:ln w="9525">
                <a:noFill/>
              </a:ln>
            </p:spPr>
            <p:txBody>
              <a:bodyPr/>
              <a:p>
                <a:endParaRPr lang="zh-CN" altLang="en-US"/>
              </a:p>
            </p:txBody>
          </p:sp>
        </p:grpSp>
        <p:grpSp>
          <p:nvGrpSpPr>
            <p:cNvPr id="146038" name="Group 585"/>
            <p:cNvGrpSpPr/>
            <p:nvPr/>
          </p:nvGrpSpPr>
          <p:grpSpPr>
            <a:xfrm rot="10800000">
              <a:off x="1234" y="3229"/>
              <a:ext cx="391" cy="88"/>
              <a:chOff x="1450" y="3513"/>
              <a:chExt cx="391" cy="88"/>
            </a:xfrm>
          </p:grpSpPr>
          <p:sp>
            <p:nvSpPr>
              <p:cNvPr id="146053" name="Freeform 586"/>
              <p:cNvSpPr/>
              <p:nvPr/>
            </p:nvSpPr>
            <p:spPr>
              <a:xfrm flipV="1">
                <a:off x="1450" y="3574"/>
                <a:ext cx="391" cy="27"/>
              </a:xfrm>
              <a:custGeom>
                <a:avLst/>
                <a:gdLst/>
                <a:ahLst/>
                <a:cxnLst>
                  <a:cxn ang="0">
                    <a:pos x="0" y="0"/>
                  </a:cxn>
                  <a:cxn ang="0">
                    <a:pos x="0" y="0"/>
                  </a:cxn>
                  <a:cxn ang="0">
                    <a:pos x="5" y="0"/>
                  </a:cxn>
                  <a:cxn ang="0">
                    <a:pos x="5" y="0"/>
                  </a:cxn>
                </a:cxnLst>
                <a:pathLst>
                  <a:path w="720" h="56">
                    <a:moveTo>
                      <a:pt x="0" y="0"/>
                    </a:moveTo>
                    <a:lnTo>
                      <a:pt x="0" y="56"/>
                    </a:lnTo>
                    <a:lnTo>
                      <a:pt x="720" y="56"/>
                    </a:lnTo>
                    <a:lnTo>
                      <a:pt x="720" y="8"/>
                    </a:lnTo>
                  </a:path>
                </a:pathLst>
              </a:custGeom>
              <a:noFill/>
              <a:ln w="12700" cap="flat" cmpd="sng">
                <a:solidFill>
                  <a:schemeClr val="tx1">
                    <a:alpha val="100000"/>
                  </a:schemeClr>
                </a:solidFill>
                <a:prstDash val="solid"/>
                <a:round/>
                <a:headEnd type="none" w="med" len="med"/>
                <a:tailEnd type="none" w="med" len="med"/>
              </a:ln>
            </p:spPr>
            <p:txBody>
              <a:bodyPr/>
              <a:p>
                <a:endParaRPr lang="zh-CN" altLang="en-US"/>
              </a:p>
            </p:txBody>
          </p:sp>
          <p:sp>
            <p:nvSpPr>
              <p:cNvPr id="146054" name="Line 587"/>
              <p:cNvSpPr/>
              <p:nvPr/>
            </p:nvSpPr>
            <p:spPr>
              <a:xfrm>
                <a:off x="1642" y="3513"/>
                <a:ext cx="0" cy="60"/>
              </a:xfrm>
              <a:prstGeom prst="line">
                <a:avLst/>
              </a:prstGeom>
              <a:ln w="19050" cap="flat" cmpd="sng">
                <a:solidFill>
                  <a:schemeClr val="tx1"/>
                </a:solidFill>
                <a:prstDash val="solid"/>
                <a:headEnd type="none" w="med" len="med"/>
                <a:tailEnd type="none" w="med" len="med"/>
              </a:ln>
            </p:spPr>
          </p:sp>
        </p:grpSp>
        <p:grpSp>
          <p:nvGrpSpPr>
            <p:cNvPr id="146039" name="Group 588"/>
            <p:cNvGrpSpPr/>
            <p:nvPr/>
          </p:nvGrpSpPr>
          <p:grpSpPr>
            <a:xfrm>
              <a:off x="1305" y="3286"/>
              <a:ext cx="275" cy="118"/>
              <a:chOff x="3600" y="219"/>
              <a:chExt cx="360" cy="175"/>
            </a:xfrm>
          </p:grpSpPr>
          <p:sp>
            <p:nvSpPr>
              <p:cNvPr id="146040" name="Oval 589"/>
              <p:cNvSpPr/>
              <p:nvPr/>
            </p:nvSpPr>
            <p:spPr>
              <a:xfrm>
                <a:off x="3603" y="297"/>
                <a:ext cx="357" cy="97"/>
              </a:xfrm>
              <a:prstGeom prst="ellipse">
                <a:avLst/>
              </a:prstGeom>
              <a:solidFill>
                <a:srgbClr val="FF0000"/>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46041" name="Line 590"/>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146042" name="Line 591"/>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146043" name="Rectangle 592"/>
              <p:cNvSpPr/>
              <p:nvPr/>
            </p:nvSpPr>
            <p:spPr>
              <a:xfrm>
                <a:off x="3603" y="289"/>
                <a:ext cx="354" cy="59"/>
              </a:xfrm>
              <a:prstGeom prst="rect">
                <a:avLst/>
              </a:prstGeom>
              <a:solidFill>
                <a:srgbClr val="FF0000"/>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46044" name="Oval 593"/>
              <p:cNvSpPr/>
              <p:nvPr/>
            </p:nvSpPr>
            <p:spPr>
              <a:xfrm>
                <a:off x="3600" y="219"/>
                <a:ext cx="357" cy="113"/>
              </a:xfrm>
              <a:prstGeom prst="ellipse">
                <a:avLst/>
              </a:prstGeom>
              <a:solidFill>
                <a:srgbClr val="FF0000"/>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46045" name="Group 594"/>
              <p:cNvGrpSpPr/>
              <p:nvPr/>
            </p:nvGrpSpPr>
            <p:grpSpPr>
              <a:xfrm>
                <a:off x="3686" y="244"/>
                <a:ext cx="177" cy="66"/>
                <a:chOff x="2848" y="848"/>
                <a:chExt cx="140" cy="98"/>
              </a:xfrm>
            </p:grpSpPr>
            <p:sp>
              <p:nvSpPr>
                <p:cNvPr id="146050" name="Line 595"/>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46051" name="Line 596"/>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46052" name="Line 597"/>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146046" name="Group 598"/>
              <p:cNvGrpSpPr/>
              <p:nvPr/>
            </p:nvGrpSpPr>
            <p:grpSpPr>
              <a:xfrm flipV="1">
                <a:off x="3686" y="243"/>
                <a:ext cx="177" cy="66"/>
                <a:chOff x="2848" y="848"/>
                <a:chExt cx="140" cy="98"/>
              </a:xfrm>
            </p:grpSpPr>
            <p:sp>
              <p:nvSpPr>
                <p:cNvPr id="146047" name="Line 599"/>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46048" name="Line 600"/>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46049" name="Line 601"/>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sp>
        <p:nvSpPr>
          <p:cNvPr id="145426" name="Text Box 602"/>
          <p:cNvSpPr txBox="1"/>
          <p:nvPr/>
        </p:nvSpPr>
        <p:spPr>
          <a:xfrm>
            <a:off x="1763713" y="6218238"/>
            <a:ext cx="1498600" cy="3667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Shared tree</a:t>
            </a:r>
            <a:endParaRPr lang="en-US" altLang="zh-CN" sz="1800" dirty="0">
              <a:ea typeface="宋体" panose="02010600030101010101" pitchFamily="2" charset="-122"/>
            </a:endParaRPr>
          </a:p>
        </p:txBody>
      </p:sp>
      <p:grpSp>
        <p:nvGrpSpPr>
          <p:cNvPr id="145427" name="Group 603"/>
          <p:cNvGrpSpPr/>
          <p:nvPr/>
        </p:nvGrpSpPr>
        <p:grpSpPr>
          <a:xfrm>
            <a:off x="4119563" y="3736975"/>
            <a:ext cx="2787650" cy="2846388"/>
            <a:chOff x="2860" y="1420"/>
            <a:chExt cx="1756" cy="1793"/>
          </a:xfrm>
        </p:grpSpPr>
        <p:sp>
          <p:nvSpPr>
            <p:cNvPr id="145428" name="Line 604"/>
            <p:cNvSpPr/>
            <p:nvPr/>
          </p:nvSpPr>
          <p:spPr>
            <a:xfrm flipV="1">
              <a:off x="3492" y="1932"/>
              <a:ext cx="660" cy="184"/>
            </a:xfrm>
            <a:prstGeom prst="line">
              <a:avLst/>
            </a:prstGeom>
            <a:ln w="19050" cap="flat" cmpd="sng">
              <a:solidFill>
                <a:schemeClr val="tx1"/>
              </a:solidFill>
              <a:prstDash val="solid"/>
              <a:headEnd type="none" w="med" len="med"/>
              <a:tailEnd type="none" w="med" len="med"/>
            </a:ln>
          </p:spPr>
        </p:sp>
        <p:sp>
          <p:nvSpPr>
            <p:cNvPr id="145429" name="Line 605"/>
            <p:cNvSpPr/>
            <p:nvPr/>
          </p:nvSpPr>
          <p:spPr>
            <a:xfrm flipH="1">
              <a:off x="3208" y="1716"/>
              <a:ext cx="356" cy="844"/>
            </a:xfrm>
            <a:prstGeom prst="line">
              <a:avLst/>
            </a:prstGeom>
            <a:ln w="38100" cap="flat" cmpd="sng">
              <a:solidFill>
                <a:schemeClr val="accent2"/>
              </a:solidFill>
              <a:prstDash val="solid"/>
              <a:headEnd type="none" w="med" len="med"/>
              <a:tailEnd type="triangle" w="med" len="med"/>
            </a:ln>
          </p:spPr>
        </p:sp>
        <p:sp>
          <p:nvSpPr>
            <p:cNvPr id="145430" name="Line 606"/>
            <p:cNvSpPr/>
            <p:nvPr/>
          </p:nvSpPr>
          <p:spPr>
            <a:xfrm>
              <a:off x="3371" y="2093"/>
              <a:ext cx="412" cy="516"/>
            </a:xfrm>
            <a:prstGeom prst="line">
              <a:avLst/>
            </a:prstGeom>
            <a:ln w="19050" cap="flat" cmpd="sng">
              <a:solidFill>
                <a:schemeClr val="tx1"/>
              </a:solidFill>
              <a:prstDash val="solid"/>
              <a:headEnd type="none" w="med" len="med"/>
              <a:tailEnd type="none" w="med" len="med"/>
            </a:ln>
          </p:spPr>
        </p:sp>
        <p:sp>
          <p:nvSpPr>
            <p:cNvPr id="145431" name="Line 607"/>
            <p:cNvSpPr/>
            <p:nvPr/>
          </p:nvSpPr>
          <p:spPr>
            <a:xfrm>
              <a:off x="3655" y="1693"/>
              <a:ext cx="480" cy="236"/>
            </a:xfrm>
            <a:prstGeom prst="line">
              <a:avLst/>
            </a:prstGeom>
            <a:ln w="19050" cap="flat" cmpd="sng">
              <a:solidFill>
                <a:schemeClr val="tx1"/>
              </a:solidFill>
              <a:prstDash val="solid"/>
              <a:headEnd type="none" w="med" len="med"/>
              <a:tailEnd type="none" w="med" len="med"/>
            </a:ln>
          </p:spPr>
        </p:sp>
        <p:sp>
          <p:nvSpPr>
            <p:cNvPr id="145432" name="Line 608"/>
            <p:cNvSpPr/>
            <p:nvPr/>
          </p:nvSpPr>
          <p:spPr>
            <a:xfrm flipV="1">
              <a:off x="3911" y="2393"/>
              <a:ext cx="260" cy="248"/>
            </a:xfrm>
            <a:prstGeom prst="line">
              <a:avLst/>
            </a:prstGeom>
            <a:ln w="19050" cap="flat" cmpd="sng">
              <a:solidFill>
                <a:schemeClr val="tx1"/>
              </a:solidFill>
              <a:prstDash val="solid"/>
              <a:headEnd type="none" w="med" len="med"/>
              <a:tailEnd type="none" w="med" len="med"/>
            </a:ln>
          </p:spPr>
        </p:sp>
        <p:sp>
          <p:nvSpPr>
            <p:cNvPr id="145433" name="Line 609"/>
            <p:cNvSpPr/>
            <p:nvPr/>
          </p:nvSpPr>
          <p:spPr>
            <a:xfrm>
              <a:off x="4163" y="1981"/>
              <a:ext cx="0" cy="380"/>
            </a:xfrm>
            <a:prstGeom prst="line">
              <a:avLst/>
            </a:prstGeom>
            <a:ln w="19050" cap="flat" cmpd="sng">
              <a:solidFill>
                <a:schemeClr val="tx1"/>
              </a:solidFill>
              <a:prstDash val="solid"/>
              <a:headEnd type="none" w="med" len="med"/>
              <a:tailEnd type="none" w="med" len="med"/>
            </a:ln>
          </p:spPr>
        </p:sp>
        <p:sp>
          <p:nvSpPr>
            <p:cNvPr id="145434" name="Line 610"/>
            <p:cNvSpPr/>
            <p:nvPr/>
          </p:nvSpPr>
          <p:spPr>
            <a:xfrm>
              <a:off x="3215" y="2637"/>
              <a:ext cx="496" cy="0"/>
            </a:xfrm>
            <a:prstGeom prst="line">
              <a:avLst/>
            </a:prstGeom>
            <a:ln w="19050" cap="flat" cmpd="sng">
              <a:solidFill>
                <a:schemeClr val="tx1"/>
              </a:solidFill>
              <a:prstDash val="solid"/>
              <a:headEnd type="none" w="med" len="med"/>
              <a:tailEnd type="none" w="med" len="med"/>
            </a:ln>
          </p:spPr>
        </p:sp>
        <p:sp>
          <p:nvSpPr>
            <p:cNvPr id="145435" name="Line 611"/>
            <p:cNvSpPr/>
            <p:nvPr/>
          </p:nvSpPr>
          <p:spPr>
            <a:xfrm flipH="1">
              <a:off x="3151" y="2149"/>
              <a:ext cx="180" cy="448"/>
            </a:xfrm>
            <a:prstGeom prst="line">
              <a:avLst/>
            </a:prstGeom>
            <a:ln w="19050" cap="flat" cmpd="sng">
              <a:solidFill>
                <a:schemeClr val="tx1"/>
              </a:solidFill>
              <a:prstDash val="solid"/>
              <a:headEnd type="none" w="med" len="med"/>
              <a:tailEnd type="none" w="med" len="med"/>
            </a:ln>
          </p:spPr>
        </p:sp>
        <p:sp>
          <p:nvSpPr>
            <p:cNvPr id="145436" name="Line 612"/>
            <p:cNvSpPr/>
            <p:nvPr/>
          </p:nvSpPr>
          <p:spPr>
            <a:xfrm flipH="1">
              <a:off x="3367" y="1701"/>
              <a:ext cx="168" cy="396"/>
            </a:xfrm>
            <a:prstGeom prst="line">
              <a:avLst/>
            </a:prstGeom>
            <a:ln w="19050" cap="flat" cmpd="sng">
              <a:solidFill>
                <a:schemeClr val="tx1"/>
              </a:solidFill>
              <a:prstDash val="solid"/>
              <a:headEnd type="none" w="med" len="med"/>
              <a:tailEnd type="none" w="med" len="med"/>
            </a:ln>
          </p:spPr>
        </p:sp>
        <p:grpSp>
          <p:nvGrpSpPr>
            <p:cNvPr id="145437" name="Group 613"/>
            <p:cNvGrpSpPr/>
            <p:nvPr/>
          </p:nvGrpSpPr>
          <p:grpSpPr>
            <a:xfrm>
              <a:off x="3512" y="2571"/>
              <a:ext cx="544" cy="315"/>
              <a:chOff x="1659" y="3364"/>
              <a:chExt cx="544" cy="315"/>
            </a:xfrm>
          </p:grpSpPr>
          <p:grpSp>
            <p:nvGrpSpPr>
              <p:cNvPr id="145939" name="Group 614"/>
              <p:cNvGrpSpPr/>
              <p:nvPr/>
            </p:nvGrpSpPr>
            <p:grpSpPr>
              <a:xfrm>
                <a:off x="2044" y="3533"/>
                <a:ext cx="159" cy="146"/>
                <a:chOff x="4781" y="1833"/>
                <a:chExt cx="318" cy="262"/>
              </a:xfrm>
            </p:grpSpPr>
            <p:sp>
              <p:nvSpPr>
                <p:cNvPr id="145996" name="AutoShape 615"/>
                <p:cNvSpPr>
                  <a:spLocks noChangeAspect="1" noTextEdit="1"/>
                </p:cNvSpPr>
                <p:nvPr/>
              </p:nvSpPr>
              <p:spPr>
                <a:xfrm>
                  <a:off x="4787" y="1835"/>
                  <a:ext cx="312" cy="260"/>
                </a:xfrm>
                <a:prstGeom prst="rect">
                  <a:avLst/>
                </a:prstGeom>
                <a:noFill/>
                <a:ln w="9525">
                  <a:noFill/>
                </a:ln>
              </p:spPr>
              <p:txBody>
                <a:bodyPr/>
                <a:p>
                  <a:endParaRPr lang="zh-CN" altLang="en-US"/>
                </a:p>
              </p:txBody>
            </p:sp>
            <p:sp>
              <p:nvSpPr>
                <p:cNvPr id="145997" name="Freeform 616"/>
                <p:cNvSpPr/>
                <p:nvPr/>
              </p:nvSpPr>
              <p:spPr>
                <a:xfrm>
                  <a:off x="4781" y="1833"/>
                  <a:ext cx="307" cy="25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150" h="1804">
                      <a:moveTo>
                        <a:pt x="582" y="239"/>
                      </a:moveTo>
                      <a:lnTo>
                        <a:pt x="606" y="129"/>
                      </a:lnTo>
                      <a:lnTo>
                        <a:pt x="607" y="129"/>
                      </a:lnTo>
                      <a:lnTo>
                        <a:pt x="611" y="128"/>
                      </a:lnTo>
                      <a:lnTo>
                        <a:pt x="616" y="125"/>
                      </a:lnTo>
                      <a:lnTo>
                        <a:pt x="623" y="123"/>
                      </a:lnTo>
                      <a:lnTo>
                        <a:pt x="633" y="120"/>
                      </a:lnTo>
                      <a:lnTo>
                        <a:pt x="645" y="115"/>
                      </a:lnTo>
                      <a:lnTo>
                        <a:pt x="659" y="112"/>
                      </a:lnTo>
                      <a:lnTo>
                        <a:pt x="676" y="107"/>
                      </a:lnTo>
                      <a:lnTo>
                        <a:pt x="694" y="101"/>
                      </a:lnTo>
                      <a:lnTo>
                        <a:pt x="715" y="95"/>
                      </a:lnTo>
                      <a:lnTo>
                        <a:pt x="738" y="90"/>
                      </a:lnTo>
                      <a:lnTo>
                        <a:pt x="763" y="84"/>
                      </a:lnTo>
                      <a:lnTo>
                        <a:pt x="790" y="78"/>
                      </a:lnTo>
                      <a:lnTo>
                        <a:pt x="820" y="71"/>
                      </a:lnTo>
                      <a:lnTo>
                        <a:pt x="852" y="64"/>
                      </a:lnTo>
                      <a:lnTo>
                        <a:pt x="886" y="59"/>
                      </a:lnTo>
                      <a:lnTo>
                        <a:pt x="922" y="52"/>
                      </a:lnTo>
                      <a:lnTo>
                        <a:pt x="961" y="46"/>
                      </a:lnTo>
                      <a:lnTo>
                        <a:pt x="1002" y="40"/>
                      </a:lnTo>
                      <a:lnTo>
                        <a:pt x="1044" y="35"/>
                      </a:lnTo>
                      <a:lnTo>
                        <a:pt x="1090" y="29"/>
                      </a:lnTo>
                      <a:lnTo>
                        <a:pt x="1138" y="23"/>
                      </a:lnTo>
                      <a:lnTo>
                        <a:pt x="1187" y="18"/>
                      </a:lnTo>
                      <a:lnTo>
                        <a:pt x="1240" y="14"/>
                      </a:lnTo>
                      <a:lnTo>
                        <a:pt x="1294" y="10"/>
                      </a:lnTo>
                      <a:lnTo>
                        <a:pt x="1350" y="7"/>
                      </a:lnTo>
                      <a:lnTo>
                        <a:pt x="1410" y="4"/>
                      </a:lnTo>
                      <a:lnTo>
                        <a:pt x="1470" y="1"/>
                      </a:lnTo>
                      <a:lnTo>
                        <a:pt x="1535" y="0"/>
                      </a:lnTo>
                      <a:lnTo>
                        <a:pt x="1601" y="0"/>
                      </a:lnTo>
                      <a:lnTo>
                        <a:pt x="1668" y="0"/>
                      </a:lnTo>
                      <a:lnTo>
                        <a:pt x="1739" y="1"/>
                      </a:lnTo>
                      <a:lnTo>
                        <a:pt x="1816" y="44"/>
                      </a:lnTo>
                      <a:lnTo>
                        <a:pt x="1799" y="248"/>
                      </a:lnTo>
                      <a:lnTo>
                        <a:pt x="1804" y="251"/>
                      </a:lnTo>
                      <a:lnTo>
                        <a:pt x="1820" y="259"/>
                      </a:lnTo>
                      <a:lnTo>
                        <a:pt x="1842" y="272"/>
                      </a:lnTo>
                      <a:lnTo>
                        <a:pt x="1868" y="292"/>
                      </a:lnTo>
                      <a:lnTo>
                        <a:pt x="1896" y="318"/>
                      </a:lnTo>
                      <a:lnTo>
                        <a:pt x="1920" y="351"/>
                      </a:lnTo>
                      <a:lnTo>
                        <a:pt x="1939" y="390"/>
                      </a:lnTo>
                      <a:lnTo>
                        <a:pt x="1951" y="436"/>
                      </a:lnTo>
                      <a:lnTo>
                        <a:pt x="2125" y="593"/>
                      </a:lnTo>
                      <a:lnTo>
                        <a:pt x="2078" y="1009"/>
                      </a:lnTo>
                      <a:lnTo>
                        <a:pt x="1799" y="1149"/>
                      </a:lnTo>
                      <a:lnTo>
                        <a:pt x="2129" y="1247"/>
                      </a:lnTo>
                      <a:lnTo>
                        <a:pt x="2131" y="1251"/>
                      </a:lnTo>
                      <a:lnTo>
                        <a:pt x="2137" y="1264"/>
                      </a:lnTo>
                      <a:lnTo>
                        <a:pt x="2143" y="1284"/>
                      </a:lnTo>
                      <a:lnTo>
                        <a:pt x="2149" y="1310"/>
                      </a:lnTo>
                      <a:lnTo>
                        <a:pt x="2150" y="1342"/>
                      </a:lnTo>
                      <a:lnTo>
                        <a:pt x="2147" y="1380"/>
                      </a:lnTo>
                      <a:lnTo>
                        <a:pt x="2136" y="1423"/>
                      </a:lnTo>
                      <a:lnTo>
                        <a:pt x="2117" y="1468"/>
                      </a:lnTo>
                      <a:lnTo>
                        <a:pt x="1244" y="1804"/>
                      </a:lnTo>
                      <a:lnTo>
                        <a:pt x="0" y="1413"/>
                      </a:lnTo>
                      <a:lnTo>
                        <a:pt x="22" y="1367"/>
                      </a:lnTo>
                      <a:lnTo>
                        <a:pt x="212" y="1302"/>
                      </a:lnTo>
                      <a:lnTo>
                        <a:pt x="212" y="248"/>
                      </a:lnTo>
                      <a:lnTo>
                        <a:pt x="213" y="247"/>
                      </a:lnTo>
                      <a:lnTo>
                        <a:pt x="217" y="244"/>
                      </a:lnTo>
                      <a:lnTo>
                        <a:pt x="223" y="240"/>
                      </a:lnTo>
                      <a:lnTo>
                        <a:pt x="232" y="234"/>
                      </a:lnTo>
                      <a:lnTo>
                        <a:pt x="245" y="228"/>
                      </a:lnTo>
                      <a:lnTo>
                        <a:pt x="258" y="221"/>
                      </a:lnTo>
                      <a:lnTo>
                        <a:pt x="276" y="214"/>
                      </a:lnTo>
                      <a:lnTo>
                        <a:pt x="294" y="207"/>
                      </a:lnTo>
                      <a:lnTo>
                        <a:pt x="316" y="201"/>
                      </a:lnTo>
                      <a:lnTo>
                        <a:pt x="340" y="197"/>
                      </a:lnTo>
                      <a:lnTo>
                        <a:pt x="366" y="194"/>
                      </a:lnTo>
                      <a:lnTo>
                        <a:pt x="393" y="192"/>
                      </a:lnTo>
                      <a:lnTo>
                        <a:pt x="424" y="193"/>
                      </a:lnTo>
                      <a:lnTo>
                        <a:pt x="457" y="197"/>
                      </a:lnTo>
                      <a:lnTo>
                        <a:pt x="493" y="203"/>
                      </a:lnTo>
                      <a:lnTo>
                        <a:pt x="529" y="214"/>
                      </a:lnTo>
                      <a:lnTo>
                        <a:pt x="582" y="239"/>
                      </a:lnTo>
                      <a:close/>
                    </a:path>
                  </a:pathLst>
                </a:custGeom>
                <a:solidFill>
                  <a:srgbClr val="FF0000">
                    <a:alpha val="100000"/>
                  </a:srgbClr>
                </a:solidFill>
                <a:ln w="9525">
                  <a:noFill/>
                </a:ln>
              </p:spPr>
              <p:txBody>
                <a:bodyPr/>
                <a:p>
                  <a:endParaRPr lang="zh-CN" altLang="en-US"/>
                </a:p>
              </p:txBody>
            </p:sp>
            <p:sp>
              <p:nvSpPr>
                <p:cNvPr id="145998" name="Freeform 617"/>
                <p:cNvSpPr/>
                <p:nvPr/>
              </p:nvSpPr>
              <p:spPr>
                <a:xfrm>
                  <a:off x="4894" y="1857"/>
                  <a:ext cx="98" cy="112"/>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690" h="782">
                      <a:moveTo>
                        <a:pt x="684" y="29"/>
                      </a:moveTo>
                      <a:lnTo>
                        <a:pt x="681" y="28"/>
                      </a:lnTo>
                      <a:lnTo>
                        <a:pt x="670" y="25"/>
                      </a:lnTo>
                      <a:lnTo>
                        <a:pt x="652" y="21"/>
                      </a:lnTo>
                      <a:lnTo>
                        <a:pt x="628" y="16"/>
                      </a:lnTo>
                      <a:lnTo>
                        <a:pt x="600" y="11"/>
                      </a:lnTo>
                      <a:lnTo>
                        <a:pt x="566" y="7"/>
                      </a:lnTo>
                      <a:lnTo>
                        <a:pt x="527" y="3"/>
                      </a:lnTo>
                      <a:lnTo>
                        <a:pt x="483" y="1"/>
                      </a:lnTo>
                      <a:lnTo>
                        <a:pt x="436" y="0"/>
                      </a:lnTo>
                      <a:lnTo>
                        <a:pt x="386" y="2"/>
                      </a:lnTo>
                      <a:lnTo>
                        <a:pt x="333" y="7"/>
                      </a:lnTo>
                      <a:lnTo>
                        <a:pt x="277" y="16"/>
                      </a:lnTo>
                      <a:lnTo>
                        <a:pt x="221" y="28"/>
                      </a:lnTo>
                      <a:lnTo>
                        <a:pt x="163" y="45"/>
                      </a:lnTo>
                      <a:lnTo>
                        <a:pt x="104" y="65"/>
                      </a:lnTo>
                      <a:lnTo>
                        <a:pt x="44" y="93"/>
                      </a:lnTo>
                      <a:lnTo>
                        <a:pt x="40" y="108"/>
                      </a:lnTo>
                      <a:lnTo>
                        <a:pt x="29" y="150"/>
                      </a:lnTo>
                      <a:lnTo>
                        <a:pt x="17" y="216"/>
                      </a:lnTo>
                      <a:lnTo>
                        <a:pt x="5" y="301"/>
                      </a:lnTo>
                      <a:lnTo>
                        <a:pt x="0" y="402"/>
                      </a:lnTo>
                      <a:lnTo>
                        <a:pt x="4" y="516"/>
                      </a:lnTo>
                      <a:lnTo>
                        <a:pt x="21" y="638"/>
                      </a:lnTo>
                      <a:lnTo>
                        <a:pt x="57" y="763"/>
                      </a:lnTo>
                      <a:lnTo>
                        <a:pt x="60" y="763"/>
                      </a:lnTo>
                      <a:lnTo>
                        <a:pt x="69" y="762"/>
                      </a:lnTo>
                      <a:lnTo>
                        <a:pt x="84" y="759"/>
                      </a:lnTo>
                      <a:lnTo>
                        <a:pt x="105" y="758"/>
                      </a:lnTo>
                      <a:lnTo>
                        <a:pt x="131" y="756"/>
                      </a:lnTo>
                      <a:lnTo>
                        <a:pt x="162" y="754"/>
                      </a:lnTo>
                      <a:lnTo>
                        <a:pt x="198" y="753"/>
                      </a:lnTo>
                      <a:lnTo>
                        <a:pt x="239" y="751"/>
                      </a:lnTo>
                      <a:lnTo>
                        <a:pt x="283" y="750"/>
                      </a:lnTo>
                      <a:lnTo>
                        <a:pt x="331" y="751"/>
                      </a:lnTo>
                      <a:lnTo>
                        <a:pt x="384" y="753"/>
                      </a:lnTo>
                      <a:lnTo>
                        <a:pt x="440" y="755"/>
                      </a:lnTo>
                      <a:lnTo>
                        <a:pt x="498" y="759"/>
                      </a:lnTo>
                      <a:lnTo>
                        <a:pt x="560" y="765"/>
                      </a:lnTo>
                      <a:lnTo>
                        <a:pt x="624" y="773"/>
                      </a:lnTo>
                      <a:lnTo>
                        <a:pt x="690" y="782"/>
                      </a:lnTo>
                      <a:lnTo>
                        <a:pt x="687" y="759"/>
                      </a:lnTo>
                      <a:lnTo>
                        <a:pt x="680" y="697"/>
                      </a:lnTo>
                      <a:lnTo>
                        <a:pt x="670" y="604"/>
                      </a:lnTo>
                      <a:lnTo>
                        <a:pt x="662" y="492"/>
                      </a:lnTo>
                      <a:lnTo>
                        <a:pt x="656" y="368"/>
                      </a:lnTo>
                      <a:lnTo>
                        <a:pt x="656" y="244"/>
                      </a:lnTo>
                      <a:lnTo>
                        <a:pt x="665" y="128"/>
                      </a:lnTo>
                      <a:lnTo>
                        <a:pt x="684" y="29"/>
                      </a:lnTo>
                      <a:close/>
                    </a:path>
                  </a:pathLst>
                </a:custGeom>
                <a:solidFill>
                  <a:srgbClr val="FF0000">
                    <a:alpha val="100000"/>
                  </a:srgbClr>
                </a:solidFill>
                <a:ln w="9525">
                  <a:noFill/>
                </a:ln>
              </p:spPr>
              <p:txBody>
                <a:bodyPr/>
                <a:p>
                  <a:endParaRPr lang="zh-CN" altLang="en-US"/>
                </a:p>
              </p:txBody>
            </p:sp>
            <p:sp>
              <p:nvSpPr>
                <p:cNvPr id="145999" name="Freeform 618"/>
                <p:cNvSpPr/>
                <p:nvPr/>
              </p:nvSpPr>
              <p:spPr>
                <a:xfrm>
                  <a:off x="4904" y="1888"/>
                  <a:ext cx="163" cy="11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39" h="778">
                      <a:moveTo>
                        <a:pt x="7" y="587"/>
                      </a:moveTo>
                      <a:lnTo>
                        <a:pt x="0" y="682"/>
                      </a:lnTo>
                      <a:lnTo>
                        <a:pt x="742" y="778"/>
                      </a:lnTo>
                      <a:lnTo>
                        <a:pt x="748" y="775"/>
                      </a:lnTo>
                      <a:lnTo>
                        <a:pt x="763" y="767"/>
                      </a:lnTo>
                      <a:lnTo>
                        <a:pt x="787" y="755"/>
                      </a:lnTo>
                      <a:lnTo>
                        <a:pt x="816" y="737"/>
                      </a:lnTo>
                      <a:lnTo>
                        <a:pt x="852" y="714"/>
                      </a:lnTo>
                      <a:lnTo>
                        <a:pt x="891" y="686"/>
                      </a:lnTo>
                      <a:lnTo>
                        <a:pt x="932" y="652"/>
                      </a:lnTo>
                      <a:lnTo>
                        <a:pt x="973" y="613"/>
                      </a:lnTo>
                      <a:lnTo>
                        <a:pt x="1013" y="570"/>
                      </a:lnTo>
                      <a:lnTo>
                        <a:pt x="1051" y="521"/>
                      </a:lnTo>
                      <a:lnTo>
                        <a:pt x="1083" y="466"/>
                      </a:lnTo>
                      <a:lnTo>
                        <a:pt x="1109" y="406"/>
                      </a:lnTo>
                      <a:lnTo>
                        <a:pt x="1129" y="342"/>
                      </a:lnTo>
                      <a:lnTo>
                        <a:pt x="1139" y="271"/>
                      </a:lnTo>
                      <a:lnTo>
                        <a:pt x="1138" y="196"/>
                      </a:lnTo>
                      <a:lnTo>
                        <a:pt x="1124" y="115"/>
                      </a:lnTo>
                      <a:lnTo>
                        <a:pt x="1122" y="110"/>
                      </a:lnTo>
                      <a:lnTo>
                        <a:pt x="1115" y="97"/>
                      </a:lnTo>
                      <a:lnTo>
                        <a:pt x="1102" y="80"/>
                      </a:lnTo>
                      <a:lnTo>
                        <a:pt x="1086" y="59"/>
                      </a:lnTo>
                      <a:lnTo>
                        <a:pt x="1066" y="39"/>
                      </a:lnTo>
                      <a:lnTo>
                        <a:pt x="1041" y="20"/>
                      </a:lnTo>
                      <a:lnTo>
                        <a:pt x="1011" y="7"/>
                      </a:lnTo>
                      <a:lnTo>
                        <a:pt x="978" y="0"/>
                      </a:lnTo>
                      <a:lnTo>
                        <a:pt x="982" y="12"/>
                      </a:lnTo>
                      <a:lnTo>
                        <a:pt x="994" y="46"/>
                      </a:lnTo>
                      <a:lnTo>
                        <a:pt x="1007" y="100"/>
                      </a:lnTo>
                      <a:lnTo>
                        <a:pt x="1019" y="169"/>
                      </a:lnTo>
                      <a:lnTo>
                        <a:pt x="1022" y="252"/>
                      </a:lnTo>
                      <a:lnTo>
                        <a:pt x="1013" y="344"/>
                      </a:lnTo>
                      <a:lnTo>
                        <a:pt x="987" y="444"/>
                      </a:lnTo>
                      <a:lnTo>
                        <a:pt x="940" y="549"/>
                      </a:lnTo>
                      <a:lnTo>
                        <a:pt x="939" y="550"/>
                      </a:lnTo>
                      <a:lnTo>
                        <a:pt x="934" y="553"/>
                      </a:lnTo>
                      <a:lnTo>
                        <a:pt x="927" y="559"/>
                      </a:lnTo>
                      <a:lnTo>
                        <a:pt x="917" y="567"/>
                      </a:lnTo>
                      <a:lnTo>
                        <a:pt x="904" y="575"/>
                      </a:lnTo>
                      <a:lnTo>
                        <a:pt x="890" y="585"/>
                      </a:lnTo>
                      <a:lnTo>
                        <a:pt x="871" y="594"/>
                      </a:lnTo>
                      <a:lnTo>
                        <a:pt x="851" y="603"/>
                      </a:lnTo>
                      <a:lnTo>
                        <a:pt x="828" y="611"/>
                      </a:lnTo>
                      <a:lnTo>
                        <a:pt x="802" y="619"/>
                      </a:lnTo>
                      <a:lnTo>
                        <a:pt x="773" y="625"/>
                      </a:lnTo>
                      <a:lnTo>
                        <a:pt x="741" y="629"/>
                      </a:lnTo>
                      <a:lnTo>
                        <a:pt x="708" y="630"/>
                      </a:lnTo>
                      <a:lnTo>
                        <a:pt x="671" y="629"/>
                      </a:lnTo>
                      <a:lnTo>
                        <a:pt x="631" y="626"/>
                      </a:lnTo>
                      <a:lnTo>
                        <a:pt x="590" y="618"/>
                      </a:lnTo>
                      <a:lnTo>
                        <a:pt x="590" y="720"/>
                      </a:lnTo>
                      <a:lnTo>
                        <a:pt x="26" y="663"/>
                      </a:lnTo>
                      <a:lnTo>
                        <a:pt x="7" y="587"/>
                      </a:lnTo>
                      <a:close/>
                    </a:path>
                  </a:pathLst>
                </a:custGeom>
                <a:solidFill>
                  <a:schemeClr val="bg1">
                    <a:alpha val="100000"/>
                  </a:schemeClr>
                </a:solidFill>
                <a:ln w="9525">
                  <a:noFill/>
                </a:ln>
              </p:spPr>
              <p:txBody>
                <a:bodyPr/>
                <a:p>
                  <a:endParaRPr lang="zh-CN" altLang="en-US"/>
                </a:p>
              </p:txBody>
            </p:sp>
            <p:sp>
              <p:nvSpPr>
                <p:cNvPr id="146000" name="Freeform 619"/>
                <p:cNvSpPr/>
                <p:nvPr/>
              </p:nvSpPr>
              <p:spPr>
                <a:xfrm>
                  <a:off x="4884" y="1997"/>
                  <a:ext cx="119" cy="38"/>
                </a:xfrm>
                <a:custGeom>
                  <a:avLst/>
                  <a:gdLst/>
                  <a:ahLst/>
                  <a:cxnLst>
                    <a:cxn ang="0">
                      <a:pos x="0" y="0"/>
                    </a:cxn>
                    <a:cxn ang="0">
                      <a:pos x="0" y="0"/>
                    </a:cxn>
                    <a:cxn ang="0">
                      <a:pos x="0" y="0"/>
                    </a:cxn>
                    <a:cxn ang="0">
                      <a:pos x="0" y="0"/>
                    </a:cxn>
                    <a:cxn ang="0">
                      <a:pos x="0" y="0"/>
                    </a:cxn>
                  </a:cxnLst>
                  <a:pathLst>
                    <a:path w="837" h="269">
                      <a:moveTo>
                        <a:pt x="837" y="96"/>
                      </a:moveTo>
                      <a:lnTo>
                        <a:pt x="12" y="0"/>
                      </a:lnTo>
                      <a:lnTo>
                        <a:pt x="0" y="96"/>
                      </a:lnTo>
                      <a:lnTo>
                        <a:pt x="812" y="269"/>
                      </a:lnTo>
                      <a:lnTo>
                        <a:pt x="837" y="96"/>
                      </a:lnTo>
                      <a:close/>
                    </a:path>
                  </a:pathLst>
                </a:custGeom>
                <a:solidFill>
                  <a:schemeClr val="bg1">
                    <a:alpha val="100000"/>
                  </a:schemeClr>
                </a:solidFill>
                <a:ln w="9525">
                  <a:noFill/>
                </a:ln>
              </p:spPr>
              <p:txBody>
                <a:bodyPr/>
                <a:p>
                  <a:endParaRPr lang="zh-CN" altLang="en-US"/>
                </a:p>
              </p:txBody>
            </p:sp>
            <p:sp>
              <p:nvSpPr>
                <p:cNvPr id="146001" name="Freeform 620"/>
                <p:cNvSpPr/>
                <p:nvPr/>
              </p:nvSpPr>
              <p:spPr>
                <a:xfrm>
                  <a:off x="4943" y="2009"/>
                  <a:ext cx="51" cy="18"/>
                </a:xfrm>
                <a:custGeom>
                  <a:avLst/>
                  <a:gdLst/>
                  <a:ahLst/>
                  <a:cxnLst>
                    <a:cxn ang="0">
                      <a:pos x="0" y="0"/>
                    </a:cxn>
                    <a:cxn ang="0">
                      <a:pos x="0" y="0"/>
                    </a:cxn>
                    <a:cxn ang="0">
                      <a:pos x="0" y="0"/>
                    </a:cxn>
                    <a:cxn ang="0">
                      <a:pos x="0" y="0"/>
                    </a:cxn>
                    <a:cxn ang="0">
                      <a:pos x="0" y="0"/>
                    </a:cxn>
                  </a:cxnLst>
                  <a:pathLst>
                    <a:path w="358" h="122">
                      <a:moveTo>
                        <a:pt x="358" y="53"/>
                      </a:moveTo>
                      <a:lnTo>
                        <a:pt x="5" y="0"/>
                      </a:lnTo>
                      <a:lnTo>
                        <a:pt x="0" y="51"/>
                      </a:lnTo>
                      <a:lnTo>
                        <a:pt x="348" y="122"/>
                      </a:lnTo>
                      <a:lnTo>
                        <a:pt x="358" y="53"/>
                      </a:lnTo>
                      <a:close/>
                    </a:path>
                  </a:pathLst>
                </a:custGeom>
                <a:solidFill>
                  <a:srgbClr val="FFCCFF">
                    <a:alpha val="100000"/>
                  </a:srgbClr>
                </a:solidFill>
                <a:ln w="9525">
                  <a:noFill/>
                </a:ln>
              </p:spPr>
              <p:txBody>
                <a:bodyPr/>
                <a:p>
                  <a:endParaRPr lang="zh-CN" altLang="en-US"/>
                </a:p>
              </p:txBody>
            </p:sp>
            <p:sp>
              <p:nvSpPr>
                <p:cNvPr id="146002" name="Freeform 621"/>
                <p:cNvSpPr/>
                <p:nvPr/>
              </p:nvSpPr>
              <p:spPr>
                <a:xfrm>
                  <a:off x="4891" y="2000"/>
                  <a:ext cx="34" cy="13"/>
                </a:xfrm>
                <a:custGeom>
                  <a:avLst/>
                  <a:gdLst/>
                  <a:ahLst/>
                  <a:cxnLst>
                    <a:cxn ang="0">
                      <a:pos x="0" y="0"/>
                    </a:cxn>
                    <a:cxn ang="0">
                      <a:pos x="0" y="0"/>
                    </a:cxn>
                    <a:cxn ang="0">
                      <a:pos x="0" y="0"/>
                    </a:cxn>
                    <a:cxn ang="0">
                      <a:pos x="0" y="0"/>
                    </a:cxn>
                    <a:cxn ang="0">
                      <a:pos x="0" y="0"/>
                    </a:cxn>
                  </a:cxnLst>
                  <a:pathLst>
                    <a:path w="239" h="91">
                      <a:moveTo>
                        <a:pt x="239" y="42"/>
                      </a:moveTo>
                      <a:lnTo>
                        <a:pt x="0" y="0"/>
                      </a:lnTo>
                      <a:lnTo>
                        <a:pt x="2" y="44"/>
                      </a:lnTo>
                      <a:lnTo>
                        <a:pt x="231" y="91"/>
                      </a:lnTo>
                      <a:lnTo>
                        <a:pt x="239" y="42"/>
                      </a:lnTo>
                      <a:close/>
                    </a:path>
                  </a:pathLst>
                </a:custGeom>
                <a:solidFill>
                  <a:srgbClr val="FFCCFF">
                    <a:alpha val="100000"/>
                  </a:srgbClr>
                </a:solidFill>
                <a:ln w="9525">
                  <a:noFill/>
                </a:ln>
              </p:spPr>
              <p:txBody>
                <a:bodyPr/>
                <a:p>
                  <a:endParaRPr lang="zh-CN" altLang="en-US"/>
                </a:p>
              </p:txBody>
            </p:sp>
            <p:sp>
              <p:nvSpPr>
                <p:cNvPr id="146003" name="Freeform 622"/>
                <p:cNvSpPr/>
                <p:nvPr/>
              </p:nvSpPr>
              <p:spPr>
                <a:xfrm>
                  <a:off x="4805" y="2013"/>
                  <a:ext cx="202" cy="67"/>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409" h="466">
                      <a:moveTo>
                        <a:pt x="0" y="140"/>
                      </a:moveTo>
                      <a:lnTo>
                        <a:pt x="4" y="140"/>
                      </a:lnTo>
                      <a:lnTo>
                        <a:pt x="12" y="138"/>
                      </a:lnTo>
                      <a:lnTo>
                        <a:pt x="27" y="135"/>
                      </a:lnTo>
                      <a:lnTo>
                        <a:pt x="45" y="132"/>
                      </a:lnTo>
                      <a:lnTo>
                        <a:pt x="67" y="128"/>
                      </a:lnTo>
                      <a:lnTo>
                        <a:pt x="92" y="123"/>
                      </a:lnTo>
                      <a:lnTo>
                        <a:pt x="120" y="116"/>
                      </a:lnTo>
                      <a:lnTo>
                        <a:pt x="150" y="108"/>
                      </a:lnTo>
                      <a:lnTo>
                        <a:pt x="181" y="100"/>
                      </a:lnTo>
                      <a:lnTo>
                        <a:pt x="212" y="89"/>
                      </a:lnTo>
                      <a:lnTo>
                        <a:pt x="243" y="78"/>
                      </a:lnTo>
                      <a:lnTo>
                        <a:pt x="273" y="65"/>
                      </a:lnTo>
                      <a:lnTo>
                        <a:pt x="303" y="50"/>
                      </a:lnTo>
                      <a:lnTo>
                        <a:pt x="330" y="35"/>
                      </a:lnTo>
                      <a:lnTo>
                        <a:pt x="355" y="18"/>
                      </a:lnTo>
                      <a:lnTo>
                        <a:pt x="375" y="0"/>
                      </a:lnTo>
                      <a:lnTo>
                        <a:pt x="1409" y="236"/>
                      </a:lnTo>
                      <a:lnTo>
                        <a:pt x="1407" y="239"/>
                      </a:lnTo>
                      <a:lnTo>
                        <a:pt x="1401" y="245"/>
                      </a:lnTo>
                      <a:lnTo>
                        <a:pt x="1392" y="254"/>
                      </a:lnTo>
                      <a:lnTo>
                        <a:pt x="1379" y="265"/>
                      </a:lnTo>
                      <a:lnTo>
                        <a:pt x="1363" y="279"/>
                      </a:lnTo>
                      <a:lnTo>
                        <a:pt x="1345" y="295"/>
                      </a:lnTo>
                      <a:lnTo>
                        <a:pt x="1325" y="313"/>
                      </a:lnTo>
                      <a:lnTo>
                        <a:pt x="1303" y="332"/>
                      </a:lnTo>
                      <a:lnTo>
                        <a:pt x="1279" y="351"/>
                      </a:lnTo>
                      <a:lnTo>
                        <a:pt x="1253" y="371"/>
                      </a:lnTo>
                      <a:lnTo>
                        <a:pt x="1227" y="390"/>
                      </a:lnTo>
                      <a:lnTo>
                        <a:pt x="1200" y="409"/>
                      </a:lnTo>
                      <a:lnTo>
                        <a:pt x="1172" y="426"/>
                      </a:lnTo>
                      <a:lnTo>
                        <a:pt x="1145" y="441"/>
                      </a:lnTo>
                      <a:lnTo>
                        <a:pt x="1117" y="455"/>
                      </a:lnTo>
                      <a:lnTo>
                        <a:pt x="1091" y="466"/>
                      </a:lnTo>
                      <a:lnTo>
                        <a:pt x="0" y="140"/>
                      </a:lnTo>
                      <a:close/>
                    </a:path>
                  </a:pathLst>
                </a:custGeom>
                <a:solidFill>
                  <a:srgbClr val="FFCCFF">
                    <a:alpha val="100000"/>
                  </a:srgbClr>
                </a:solidFill>
                <a:ln w="9525">
                  <a:noFill/>
                </a:ln>
              </p:spPr>
              <p:txBody>
                <a:bodyPr/>
                <a:p>
                  <a:endParaRPr lang="zh-CN" altLang="en-US"/>
                </a:p>
              </p:txBody>
            </p:sp>
            <p:sp>
              <p:nvSpPr>
                <p:cNvPr id="146004" name="Freeform 623"/>
                <p:cNvSpPr/>
                <p:nvPr/>
              </p:nvSpPr>
              <p:spPr>
                <a:xfrm>
                  <a:off x="5006" y="2006"/>
                  <a:ext cx="72" cy="32"/>
                </a:xfrm>
                <a:custGeom>
                  <a:avLst/>
                  <a:gdLst/>
                  <a:ahLst/>
                  <a:cxnLst>
                    <a:cxn ang="0">
                      <a:pos x="0" y="0"/>
                    </a:cxn>
                    <a:cxn ang="0">
                      <a:pos x="0" y="0"/>
                    </a:cxn>
                    <a:cxn ang="0">
                      <a:pos x="0" y="0"/>
                    </a:cxn>
                    <a:cxn ang="0">
                      <a:pos x="0" y="0"/>
                    </a:cxn>
                    <a:cxn ang="0">
                      <a:pos x="0" y="0"/>
                    </a:cxn>
                    <a:cxn ang="0">
                      <a:pos x="0" y="0"/>
                    </a:cxn>
                  </a:cxnLst>
                  <a:pathLst>
                    <a:path w="502" h="223">
                      <a:moveTo>
                        <a:pt x="51" y="223"/>
                      </a:moveTo>
                      <a:lnTo>
                        <a:pt x="502" y="90"/>
                      </a:lnTo>
                      <a:lnTo>
                        <a:pt x="229" y="0"/>
                      </a:lnTo>
                      <a:lnTo>
                        <a:pt x="6" y="26"/>
                      </a:lnTo>
                      <a:lnTo>
                        <a:pt x="0" y="211"/>
                      </a:lnTo>
                      <a:lnTo>
                        <a:pt x="51" y="223"/>
                      </a:lnTo>
                      <a:close/>
                    </a:path>
                  </a:pathLst>
                </a:custGeom>
                <a:solidFill>
                  <a:schemeClr val="bg1">
                    <a:alpha val="100000"/>
                  </a:schemeClr>
                </a:solidFill>
                <a:ln w="9525">
                  <a:noFill/>
                </a:ln>
              </p:spPr>
              <p:txBody>
                <a:bodyPr/>
                <a:p>
                  <a:endParaRPr lang="zh-CN" altLang="en-US"/>
                </a:p>
              </p:txBody>
            </p:sp>
            <p:sp>
              <p:nvSpPr>
                <p:cNvPr id="146005" name="Freeform 624"/>
                <p:cNvSpPr/>
                <p:nvPr/>
              </p:nvSpPr>
              <p:spPr>
                <a:xfrm>
                  <a:off x="4821" y="1869"/>
                  <a:ext cx="38" cy="152"/>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67" h="1064">
                      <a:moveTo>
                        <a:pt x="267" y="26"/>
                      </a:moveTo>
                      <a:lnTo>
                        <a:pt x="266" y="24"/>
                      </a:lnTo>
                      <a:lnTo>
                        <a:pt x="262" y="22"/>
                      </a:lnTo>
                      <a:lnTo>
                        <a:pt x="254" y="20"/>
                      </a:lnTo>
                      <a:lnTo>
                        <a:pt x="244" y="16"/>
                      </a:lnTo>
                      <a:lnTo>
                        <a:pt x="232" y="12"/>
                      </a:lnTo>
                      <a:lnTo>
                        <a:pt x="218" y="8"/>
                      </a:lnTo>
                      <a:lnTo>
                        <a:pt x="202" y="5"/>
                      </a:lnTo>
                      <a:lnTo>
                        <a:pt x="184" y="1"/>
                      </a:lnTo>
                      <a:lnTo>
                        <a:pt x="164" y="0"/>
                      </a:lnTo>
                      <a:lnTo>
                        <a:pt x="143" y="0"/>
                      </a:lnTo>
                      <a:lnTo>
                        <a:pt x="121" y="3"/>
                      </a:lnTo>
                      <a:lnTo>
                        <a:pt x="98" y="6"/>
                      </a:lnTo>
                      <a:lnTo>
                        <a:pt x="74" y="13"/>
                      </a:lnTo>
                      <a:lnTo>
                        <a:pt x="50" y="22"/>
                      </a:lnTo>
                      <a:lnTo>
                        <a:pt x="25" y="35"/>
                      </a:lnTo>
                      <a:lnTo>
                        <a:pt x="0" y="51"/>
                      </a:lnTo>
                      <a:lnTo>
                        <a:pt x="0" y="1064"/>
                      </a:lnTo>
                      <a:lnTo>
                        <a:pt x="1" y="1064"/>
                      </a:lnTo>
                      <a:lnTo>
                        <a:pt x="7" y="1064"/>
                      </a:lnTo>
                      <a:lnTo>
                        <a:pt x="15" y="1063"/>
                      </a:lnTo>
                      <a:lnTo>
                        <a:pt x="25" y="1062"/>
                      </a:lnTo>
                      <a:lnTo>
                        <a:pt x="37" y="1060"/>
                      </a:lnTo>
                      <a:lnTo>
                        <a:pt x="52" y="1057"/>
                      </a:lnTo>
                      <a:lnTo>
                        <a:pt x="69" y="1054"/>
                      </a:lnTo>
                      <a:lnTo>
                        <a:pt x="88" y="1049"/>
                      </a:lnTo>
                      <a:lnTo>
                        <a:pt x="108" y="1044"/>
                      </a:lnTo>
                      <a:lnTo>
                        <a:pt x="129" y="1037"/>
                      </a:lnTo>
                      <a:lnTo>
                        <a:pt x="152" y="1029"/>
                      </a:lnTo>
                      <a:lnTo>
                        <a:pt x="175" y="1018"/>
                      </a:lnTo>
                      <a:lnTo>
                        <a:pt x="198" y="1007"/>
                      </a:lnTo>
                      <a:lnTo>
                        <a:pt x="222" y="994"/>
                      </a:lnTo>
                      <a:lnTo>
                        <a:pt x="244" y="979"/>
                      </a:lnTo>
                      <a:lnTo>
                        <a:pt x="267" y="962"/>
                      </a:lnTo>
                      <a:lnTo>
                        <a:pt x="267" y="26"/>
                      </a:lnTo>
                      <a:close/>
                    </a:path>
                  </a:pathLst>
                </a:custGeom>
                <a:solidFill>
                  <a:schemeClr val="bg1">
                    <a:alpha val="100000"/>
                  </a:schemeClr>
                </a:solidFill>
                <a:ln w="9525">
                  <a:noFill/>
                </a:ln>
              </p:spPr>
              <p:txBody>
                <a:bodyPr/>
                <a:p>
                  <a:endParaRPr lang="zh-CN" altLang="en-US"/>
                </a:p>
              </p:txBody>
            </p:sp>
            <p:sp>
              <p:nvSpPr>
                <p:cNvPr id="146006" name="Freeform 625"/>
                <p:cNvSpPr/>
                <p:nvPr/>
              </p:nvSpPr>
              <p:spPr>
                <a:xfrm>
                  <a:off x="4822" y="1871"/>
                  <a:ext cx="33" cy="12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28" h="898">
                      <a:moveTo>
                        <a:pt x="228" y="21"/>
                      </a:moveTo>
                      <a:lnTo>
                        <a:pt x="227" y="20"/>
                      </a:lnTo>
                      <a:lnTo>
                        <a:pt x="224" y="19"/>
                      </a:lnTo>
                      <a:lnTo>
                        <a:pt x="217" y="17"/>
                      </a:lnTo>
                      <a:lnTo>
                        <a:pt x="209" y="13"/>
                      </a:lnTo>
                      <a:lnTo>
                        <a:pt x="199" y="10"/>
                      </a:lnTo>
                      <a:lnTo>
                        <a:pt x="186" y="6"/>
                      </a:lnTo>
                      <a:lnTo>
                        <a:pt x="172" y="4"/>
                      </a:lnTo>
                      <a:lnTo>
                        <a:pt x="157" y="2"/>
                      </a:lnTo>
                      <a:lnTo>
                        <a:pt x="140" y="0"/>
                      </a:lnTo>
                      <a:lnTo>
                        <a:pt x="122" y="0"/>
                      </a:lnTo>
                      <a:lnTo>
                        <a:pt x="104" y="2"/>
                      </a:lnTo>
                      <a:lnTo>
                        <a:pt x="83" y="5"/>
                      </a:lnTo>
                      <a:lnTo>
                        <a:pt x="64" y="11"/>
                      </a:lnTo>
                      <a:lnTo>
                        <a:pt x="42" y="19"/>
                      </a:lnTo>
                      <a:lnTo>
                        <a:pt x="21" y="29"/>
                      </a:lnTo>
                      <a:lnTo>
                        <a:pt x="0" y="43"/>
                      </a:lnTo>
                      <a:lnTo>
                        <a:pt x="0" y="898"/>
                      </a:lnTo>
                      <a:lnTo>
                        <a:pt x="1" y="898"/>
                      </a:lnTo>
                      <a:lnTo>
                        <a:pt x="5" y="898"/>
                      </a:lnTo>
                      <a:lnTo>
                        <a:pt x="12" y="897"/>
                      </a:lnTo>
                      <a:lnTo>
                        <a:pt x="21" y="896"/>
                      </a:lnTo>
                      <a:lnTo>
                        <a:pt x="32" y="894"/>
                      </a:lnTo>
                      <a:lnTo>
                        <a:pt x="45" y="892"/>
                      </a:lnTo>
                      <a:lnTo>
                        <a:pt x="59" y="889"/>
                      </a:lnTo>
                      <a:lnTo>
                        <a:pt x="75" y="884"/>
                      </a:lnTo>
                      <a:lnTo>
                        <a:pt x="92" y="879"/>
                      </a:lnTo>
                      <a:lnTo>
                        <a:pt x="111" y="874"/>
                      </a:lnTo>
                      <a:lnTo>
                        <a:pt x="130" y="867"/>
                      </a:lnTo>
                      <a:lnTo>
                        <a:pt x="149" y="858"/>
                      </a:lnTo>
                      <a:lnTo>
                        <a:pt x="169" y="848"/>
                      </a:lnTo>
                      <a:lnTo>
                        <a:pt x="190" y="837"/>
                      </a:lnTo>
                      <a:lnTo>
                        <a:pt x="209" y="824"/>
                      </a:lnTo>
                      <a:lnTo>
                        <a:pt x="228" y="809"/>
                      </a:lnTo>
                      <a:lnTo>
                        <a:pt x="228" y="21"/>
                      </a:lnTo>
                      <a:close/>
                    </a:path>
                  </a:pathLst>
                </a:custGeom>
                <a:solidFill>
                  <a:srgbClr val="FFCCFF">
                    <a:alpha val="100000"/>
                  </a:srgbClr>
                </a:solidFill>
                <a:ln w="9525">
                  <a:noFill/>
                </a:ln>
              </p:spPr>
              <p:txBody>
                <a:bodyPr/>
                <a:p>
                  <a:endParaRPr lang="zh-CN" altLang="en-US"/>
                </a:p>
              </p:txBody>
            </p:sp>
            <p:sp>
              <p:nvSpPr>
                <p:cNvPr id="146007" name="Freeform 626"/>
                <p:cNvSpPr/>
                <p:nvPr/>
              </p:nvSpPr>
              <p:spPr>
                <a:xfrm>
                  <a:off x="4823" y="1872"/>
                  <a:ext cx="27" cy="104"/>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92" h="729">
                      <a:moveTo>
                        <a:pt x="192" y="17"/>
                      </a:moveTo>
                      <a:lnTo>
                        <a:pt x="191" y="17"/>
                      </a:lnTo>
                      <a:lnTo>
                        <a:pt x="187" y="15"/>
                      </a:lnTo>
                      <a:lnTo>
                        <a:pt x="183" y="12"/>
                      </a:lnTo>
                      <a:lnTo>
                        <a:pt x="176" y="10"/>
                      </a:lnTo>
                      <a:lnTo>
                        <a:pt x="167" y="8"/>
                      </a:lnTo>
                      <a:lnTo>
                        <a:pt x="156" y="4"/>
                      </a:lnTo>
                      <a:lnTo>
                        <a:pt x="145" y="2"/>
                      </a:lnTo>
                      <a:lnTo>
                        <a:pt x="132" y="0"/>
                      </a:lnTo>
                      <a:lnTo>
                        <a:pt x="117" y="0"/>
                      </a:lnTo>
                      <a:lnTo>
                        <a:pt x="102" y="0"/>
                      </a:lnTo>
                      <a:lnTo>
                        <a:pt x="86" y="1"/>
                      </a:lnTo>
                      <a:lnTo>
                        <a:pt x="70" y="3"/>
                      </a:lnTo>
                      <a:lnTo>
                        <a:pt x="53" y="8"/>
                      </a:lnTo>
                      <a:lnTo>
                        <a:pt x="35" y="15"/>
                      </a:lnTo>
                      <a:lnTo>
                        <a:pt x="18" y="24"/>
                      </a:lnTo>
                      <a:lnTo>
                        <a:pt x="0" y="35"/>
                      </a:lnTo>
                      <a:lnTo>
                        <a:pt x="0" y="729"/>
                      </a:lnTo>
                      <a:lnTo>
                        <a:pt x="1" y="729"/>
                      </a:lnTo>
                      <a:lnTo>
                        <a:pt x="4" y="729"/>
                      </a:lnTo>
                      <a:lnTo>
                        <a:pt x="10" y="728"/>
                      </a:lnTo>
                      <a:lnTo>
                        <a:pt x="18" y="727"/>
                      </a:lnTo>
                      <a:lnTo>
                        <a:pt x="27" y="726"/>
                      </a:lnTo>
                      <a:lnTo>
                        <a:pt x="37" y="725"/>
                      </a:lnTo>
                      <a:lnTo>
                        <a:pt x="50" y="721"/>
                      </a:lnTo>
                      <a:lnTo>
                        <a:pt x="64" y="719"/>
                      </a:lnTo>
                      <a:lnTo>
                        <a:pt x="77" y="714"/>
                      </a:lnTo>
                      <a:lnTo>
                        <a:pt x="92" y="710"/>
                      </a:lnTo>
                      <a:lnTo>
                        <a:pt x="108" y="704"/>
                      </a:lnTo>
                      <a:lnTo>
                        <a:pt x="125" y="697"/>
                      </a:lnTo>
                      <a:lnTo>
                        <a:pt x="141" y="689"/>
                      </a:lnTo>
                      <a:lnTo>
                        <a:pt x="159" y="680"/>
                      </a:lnTo>
                      <a:lnTo>
                        <a:pt x="176" y="668"/>
                      </a:lnTo>
                      <a:lnTo>
                        <a:pt x="192" y="657"/>
                      </a:lnTo>
                      <a:lnTo>
                        <a:pt x="192" y="17"/>
                      </a:lnTo>
                      <a:close/>
                    </a:path>
                  </a:pathLst>
                </a:custGeom>
                <a:solidFill>
                  <a:schemeClr val="bg1">
                    <a:alpha val="100000"/>
                  </a:schemeClr>
                </a:solidFill>
                <a:ln w="9525">
                  <a:noFill/>
                </a:ln>
              </p:spPr>
              <p:txBody>
                <a:bodyPr/>
                <a:p>
                  <a:endParaRPr lang="zh-CN" altLang="en-US"/>
                </a:p>
              </p:txBody>
            </p:sp>
            <p:sp>
              <p:nvSpPr>
                <p:cNvPr id="146008" name="Freeform 627"/>
                <p:cNvSpPr/>
                <p:nvPr/>
              </p:nvSpPr>
              <p:spPr>
                <a:xfrm>
                  <a:off x="4824" y="1873"/>
                  <a:ext cx="22" cy="8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56" h="564">
                      <a:moveTo>
                        <a:pt x="156" y="15"/>
                      </a:moveTo>
                      <a:lnTo>
                        <a:pt x="153" y="14"/>
                      </a:lnTo>
                      <a:lnTo>
                        <a:pt x="142" y="9"/>
                      </a:lnTo>
                      <a:lnTo>
                        <a:pt x="127" y="4"/>
                      </a:lnTo>
                      <a:lnTo>
                        <a:pt x="108" y="1"/>
                      </a:lnTo>
                      <a:lnTo>
                        <a:pt x="84" y="0"/>
                      </a:lnTo>
                      <a:lnTo>
                        <a:pt x="58" y="3"/>
                      </a:lnTo>
                      <a:lnTo>
                        <a:pt x="29" y="12"/>
                      </a:lnTo>
                      <a:lnTo>
                        <a:pt x="0" y="28"/>
                      </a:lnTo>
                      <a:lnTo>
                        <a:pt x="0" y="564"/>
                      </a:lnTo>
                      <a:lnTo>
                        <a:pt x="4" y="564"/>
                      </a:lnTo>
                      <a:lnTo>
                        <a:pt x="15" y="563"/>
                      </a:lnTo>
                      <a:lnTo>
                        <a:pt x="31" y="560"/>
                      </a:lnTo>
                      <a:lnTo>
                        <a:pt x="52" y="555"/>
                      </a:lnTo>
                      <a:lnTo>
                        <a:pt x="76" y="548"/>
                      </a:lnTo>
                      <a:lnTo>
                        <a:pt x="102" y="537"/>
                      </a:lnTo>
                      <a:lnTo>
                        <a:pt x="128" y="524"/>
                      </a:lnTo>
                      <a:lnTo>
                        <a:pt x="156" y="505"/>
                      </a:lnTo>
                      <a:lnTo>
                        <a:pt x="156" y="15"/>
                      </a:lnTo>
                      <a:close/>
                    </a:path>
                  </a:pathLst>
                </a:custGeom>
                <a:solidFill>
                  <a:schemeClr val="bg1">
                    <a:alpha val="100000"/>
                  </a:schemeClr>
                </a:solidFill>
                <a:ln w="9525">
                  <a:noFill/>
                </a:ln>
              </p:spPr>
              <p:txBody>
                <a:bodyPr/>
                <a:p>
                  <a:endParaRPr lang="zh-CN" altLang="en-US"/>
                </a:p>
              </p:txBody>
            </p:sp>
            <p:sp>
              <p:nvSpPr>
                <p:cNvPr id="146009" name="Freeform 628"/>
                <p:cNvSpPr/>
                <p:nvPr/>
              </p:nvSpPr>
              <p:spPr>
                <a:xfrm>
                  <a:off x="4825" y="1875"/>
                  <a:ext cx="17" cy="5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7" h="396">
                      <a:moveTo>
                        <a:pt x="117" y="10"/>
                      </a:moveTo>
                      <a:lnTo>
                        <a:pt x="115" y="9"/>
                      </a:lnTo>
                      <a:lnTo>
                        <a:pt x="107" y="6"/>
                      </a:lnTo>
                      <a:lnTo>
                        <a:pt x="95" y="2"/>
                      </a:lnTo>
                      <a:lnTo>
                        <a:pt x="80" y="0"/>
                      </a:lnTo>
                      <a:lnTo>
                        <a:pt x="63" y="0"/>
                      </a:lnTo>
                      <a:lnTo>
                        <a:pt x="43" y="2"/>
                      </a:lnTo>
                      <a:lnTo>
                        <a:pt x="22" y="9"/>
                      </a:lnTo>
                      <a:lnTo>
                        <a:pt x="0" y="22"/>
                      </a:lnTo>
                      <a:lnTo>
                        <a:pt x="0" y="396"/>
                      </a:lnTo>
                      <a:lnTo>
                        <a:pt x="3" y="396"/>
                      </a:lnTo>
                      <a:lnTo>
                        <a:pt x="11" y="395"/>
                      </a:lnTo>
                      <a:lnTo>
                        <a:pt x="23" y="393"/>
                      </a:lnTo>
                      <a:lnTo>
                        <a:pt x="39" y="389"/>
                      </a:lnTo>
                      <a:lnTo>
                        <a:pt x="58" y="385"/>
                      </a:lnTo>
                      <a:lnTo>
                        <a:pt x="77" y="377"/>
                      </a:lnTo>
                      <a:lnTo>
                        <a:pt x="96" y="365"/>
                      </a:lnTo>
                      <a:lnTo>
                        <a:pt x="117" y="351"/>
                      </a:lnTo>
                      <a:lnTo>
                        <a:pt x="117" y="10"/>
                      </a:lnTo>
                      <a:close/>
                    </a:path>
                  </a:pathLst>
                </a:custGeom>
                <a:solidFill>
                  <a:srgbClr val="FFCCFF">
                    <a:alpha val="100000"/>
                  </a:srgbClr>
                </a:solidFill>
                <a:ln w="9525">
                  <a:noFill/>
                </a:ln>
              </p:spPr>
              <p:txBody>
                <a:bodyPr/>
                <a:p>
                  <a:endParaRPr lang="zh-CN" altLang="en-US"/>
                </a:p>
              </p:txBody>
            </p:sp>
            <p:sp>
              <p:nvSpPr>
                <p:cNvPr id="146010" name="Freeform 629"/>
                <p:cNvSpPr/>
                <p:nvPr/>
              </p:nvSpPr>
              <p:spPr>
                <a:xfrm>
                  <a:off x="4826" y="1876"/>
                  <a:ext cx="11" cy="33"/>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80" h="230">
                      <a:moveTo>
                        <a:pt x="80" y="7"/>
                      </a:moveTo>
                      <a:lnTo>
                        <a:pt x="78" y="6"/>
                      </a:lnTo>
                      <a:lnTo>
                        <a:pt x="73" y="5"/>
                      </a:lnTo>
                      <a:lnTo>
                        <a:pt x="65" y="2"/>
                      </a:lnTo>
                      <a:lnTo>
                        <a:pt x="55" y="0"/>
                      </a:lnTo>
                      <a:lnTo>
                        <a:pt x="44" y="0"/>
                      </a:lnTo>
                      <a:lnTo>
                        <a:pt x="30" y="1"/>
                      </a:lnTo>
                      <a:lnTo>
                        <a:pt x="15" y="7"/>
                      </a:lnTo>
                      <a:lnTo>
                        <a:pt x="0" y="15"/>
                      </a:lnTo>
                      <a:lnTo>
                        <a:pt x="0" y="230"/>
                      </a:lnTo>
                      <a:lnTo>
                        <a:pt x="3" y="230"/>
                      </a:lnTo>
                      <a:lnTo>
                        <a:pt x="7" y="229"/>
                      </a:lnTo>
                      <a:lnTo>
                        <a:pt x="16" y="228"/>
                      </a:lnTo>
                      <a:lnTo>
                        <a:pt x="27" y="225"/>
                      </a:lnTo>
                      <a:lnTo>
                        <a:pt x="39" y="222"/>
                      </a:lnTo>
                      <a:lnTo>
                        <a:pt x="53" y="216"/>
                      </a:lnTo>
                      <a:lnTo>
                        <a:pt x="67" y="208"/>
                      </a:lnTo>
                      <a:lnTo>
                        <a:pt x="80" y="199"/>
                      </a:lnTo>
                      <a:lnTo>
                        <a:pt x="80" y="7"/>
                      </a:lnTo>
                      <a:close/>
                    </a:path>
                  </a:pathLst>
                </a:custGeom>
                <a:solidFill>
                  <a:srgbClr val="FFCCFF">
                    <a:alpha val="100000"/>
                  </a:srgbClr>
                </a:solidFill>
                <a:ln w="9525">
                  <a:noFill/>
                </a:ln>
              </p:spPr>
              <p:txBody>
                <a:bodyPr/>
                <a:p>
                  <a:endParaRPr lang="zh-CN" altLang="en-US"/>
                </a:p>
              </p:txBody>
            </p:sp>
            <p:sp>
              <p:nvSpPr>
                <p:cNvPr id="146011" name="Freeform 630"/>
                <p:cNvSpPr/>
                <p:nvPr/>
              </p:nvSpPr>
              <p:spPr>
                <a:xfrm>
                  <a:off x="4964" y="1970"/>
                  <a:ext cx="16" cy="17"/>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7" h="117">
                      <a:moveTo>
                        <a:pt x="58" y="117"/>
                      </a:moveTo>
                      <a:lnTo>
                        <a:pt x="70" y="116"/>
                      </a:lnTo>
                      <a:lnTo>
                        <a:pt x="81" y="112"/>
                      </a:lnTo>
                      <a:lnTo>
                        <a:pt x="90" y="106"/>
                      </a:lnTo>
                      <a:lnTo>
                        <a:pt x="100" y="100"/>
                      </a:lnTo>
                      <a:lnTo>
                        <a:pt x="106" y="90"/>
                      </a:lnTo>
                      <a:lnTo>
                        <a:pt x="112" y="81"/>
                      </a:lnTo>
                      <a:lnTo>
                        <a:pt x="116" y="70"/>
                      </a:lnTo>
                      <a:lnTo>
                        <a:pt x="117" y="58"/>
                      </a:lnTo>
                      <a:lnTo>
                        <a:pt x="116" y="46"/>
                      </a:lnTo>
                      <a:lnTo>
                        <a:pt x="112" y="35"/>
                      </a:lnTo>
                      <a:lnTo>
                        <a:pt x="106" y="25"/>
                      </a:lnTo>
                      <a:lnTo>
                        <a:pt x="100" y="17"/>
                      </a:lnTo>
                      <a:lnTo>
                        <a:pt x="90" y="9"/>
                      </a:lnTo>
                      <a:lnTo>
                        <a:pt x="81" y="4"/>
                      </a:lnTo>
                      <a:lnTo>
                        <a:pt x="70" y="1"/>
                      </a:lnTo>
                      <a:lnTo>
                        <a:pt x="58" y="0"/>
                      </a:lnTo>
                      <a:lnTo>
                        <a:pt x="47" y="1"/>
                      </a:lnTo>
                      <a:lnTo>
                        <a:pt x="36" y="4"/>
                      </a:lnTo>
                      <a:lnTo>
                        <a:pt x="26" y="9"/>
                      </a:lnTo>
                      <a:lnTo>
                        <a:pt x="17" y="17"/>
                      </a:lnTo>
                      <a:lnTo>
                        <a:pt x="10" y="25"/>
                      </a:lnTo>
                      <a:lnTo>
                        <a:pt x="5" y="35"/>
                      </a:lnTo>
                      <a:lnTo>
                        <a:pt x="1" y="46"/>
                      </a:lnTo>
                      <a:lnTo>
                        <a:pt x="0" y="58"/>
                      </a:lnTo>
                      <a:lnTo>
                        <a:pt x="1" y="70"/>
                      </a:lnTo>
                      <a:lnTo>
                        <a:pt x="5" y="81"/>
                      </a:lnTo>
                      <a:lnTo>
                        <a:pt x="10" y="90"/>
                      </a:lnTo>
                      <a:lnTo>
                        <a:pt x="17" y="100"/>
                      </a:lnTo>
                      <a:lnTo>
                        <a:pt x="26" y="106"/>
                      </a:lnTo>
                      <a:lnTo>
                        <a:pt x="36" y="112"/>
                      </a:lnTo>
                      <a:lnTo>
                        <a:pt x="47" y="116"/>
                      </a:lnTo>
                      <a:lnTo>
                        <a:pt x="58" y="117"/>
                      </a:lnTo>
                      <a:close/>
                    </a:path>
                  </a:pathLst>
                </a:custGeom>
                <a:solidFill>
                  <a:srgbClr val="FFFFFF">
                    <a:alpha val="100000"/>
                  </a:srgbClr>
                </a:solidFill>
                <a:ln w="9525">
                  <a:noFill/>
                </a:ln>
              </p:spPr>
              <p:txBody>
                <a:bodyPr/>
                <a:p>
                  <a:endParaRPr lang="zh-CN" altLang="en-US"/>
                </a:p>
              </p:txBody>
            </p:sp>
            <p:sp>
              <p:nvSpPr>
                <p:cNvPr id="146012" name="Freeform 631"/>
                <p:cNvSpPr/>
                <p:nvPr/>
              </p:nvSpPr>
              <p:spPr>
                <a:xfrm>
                  <a:off x="4912" y="1970"/>
                  <a:ext cx="9" cy="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8" h="59">
                      <a:moveTo>
                        <a:pt x="29" y="59"/>
                      </a:moveTo>
                      <a:lnTo>
                        <a:pt x="40" y="56"/>
                      </a:lnTo>
                      <a:lnTo>
                        <a:pt x="50" y="49"/>
                      </a:lnTo>
                      <a:lnTo>
                        <a:pt x="56" y="40"/>
                      </a:lnTo>
                      <a:lnTo>
                        <a:pt x="58" y="29"/>
                      </a:lnTo>
                      <a:lnTo>
                        <a:pt x="56" y="17"/>
                      </a:lnTo>
                      <a:lnTo>
                        <a:pt x="50" y="8"/>
                      </a:lnTo>
                      <a:lnTo>
                        <a:pt x="40" y="2"/>
                      </a:lnTo>
                      <a:lnTo>
                        <a:pt x="29" y="0"/>
                      </a:lnTo>
                      <a:lnTo>
                        <a:pt x="17" y="2"/>
                      </a:lnTo>
                      <a:lnTo>
                        <a:pt x="8" y="8"/>
                      </a:lnTo>
                      <a:lnTo>
                        <a:pt x="2" y="17"/>
                      </a:lnTo>
                      <a:lnTo>
                        <a:pt x="0" y="29"/>
                      </a:lnTo>
                      <a:lnTo>
                        <a:pt x="2" y="40"/>
                      </a:lnTo>
                      <a:lnTo>
                        <a:pt x="8" y="49"/>
                      </a:lnTo>
                      <a:lnTo>
                        <a:pt x="17" y="56"/>
                      </a:lnTo>
                      <a:lnTo>
                        <a:pt x="29" y="59"/>
                      </a:lnTo>
                      <a:close/>
                    </a:path>
                  </a:pathLst>
                </a:custGeom>
                <a:solidFill>
                  <a:srgbClr val="FFFFFF">
                    <a:alpha val="100000"/>
                  </a:srgbClr>
                </a:solidFill>
                <a:ln w="9525">
                  <a:noFill/>
                </a:ln>
              </p:spPr>
              <p:txBody>
                <a:bodyPr/>
                <a:p>
                  <a:endParaRPr lang="zh-CN" altLang="en-US"/>
                </a:p>
              </p:txBody>
            </p:sp>
            <p:sp>
              <p:nvSpPr>
                <p:cNvPr id="146013" name="Freeform 632"/>
                <p:cNvSpPr/>
                <p:nvPr/>
              </p:nvSpPr>
              <p:spPr>
                <a:xfrm>
                  <a:off x="4927" y="1971"/>
                  <a:ext cx="8" cy="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8" h="59">
                      <a:moveTo>
                        <a:pt x="29" y="59"/>
                      </a:moveTo>
                      <a:lnTo>
                        <a:pt x="41" y="57"/>
                      </a:lnTo>
                      <a:lnTo>
                        <a:pt x="50" y="51"/>
                      </a:lnTo>
                      <a:lnTo>
                        <a:pt x="56" y="42"/>
                      </a:lnTo>
                      <a:lnTo>
                        <a:pt x="58" y="30"/>
                      </a:lnTo>
                      <a:lnTo>
                        <a:pt x="56" y="19"/>
                      </a:lnTo>
                      <a:lnTo>
                        <a:pt x="50" y="9"/>
                      </a:lnTo>
                      <a:lnTo>
                        <a:pt x="41" y="3"/>
                      </a:lnTo>
                      <a:lnTo>
                        <a:pt x="29" y="0"/>
                      </a:lnTo>
                      <a:lnTo>
                        <a:pt x="18" y="3"/>
                      </a:lnTo>
                      <a:lnTo>
                        <a:pt x="9" y="9"/>
                      </a:lnTo>
                      <a:lnTo>
                        <a:pt x="2" y="19"/>
                      </a:lnTo>
                      <a:lnTo>
                        <a:pt x="0" y="30"/>
                      </a:lnTo>
                      <a:lnTo>
                        <a:pt x="2" y="42"/>
                      </a:lnTo>
                      <a:lnTo>
                        <a:pt x="9" y="51"/>
                      </a:lnTo>
                      <a:lnTo>
                        <a:pt x="18" y="57"/>
                      </a:lnTo>
                      <a:lnTo>
                        <a:pt x="29" y="59"/>
                      </a:lnTo>
                      <a:close/>
                    </a:path>
                  </a:pathLst>
                </a:custGeom>
                <a:solidFill>
                  <a:srgbClr val="FFFFFF">
                    <a:alpha val="100000"/>
                  </a:srgbClr>
                </a:solidFill>
                <a:ln w="9525">
                  <a:noFill/>
                </a:ln>
              </p:spPr>
              <p:txBody>
                <a:bodyPr/>
                <a:p>
                  <a:endParaRPr lang="zh-CN" altLang="en-US"/>
                </a:p>
              </p:txBody>
            </p:sp>
            <p:sp>
              <p:nvSpPr>
                <p:cNvPr id="146014" name="Freeform 633"/>
                <p:cNvSpPr/>
                <p:nvPr/>
              </p:nvSpPr>
              <p:spPr>
                <a:xfrm>
                  <a:off x="4871" y="1856"/>
                  <a:ext cx="23" cy="114"/>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66" h="800">
                      <a:moveTo>
                        <a:pt x="52" y="16"/>
                      </a:moveTo>
                      <a:lnTo>
                        <a:pt x="47" y="32"/>
                      </a:lnTo>
                      <a:lnTo>
                        <a:pt x="36" y="77"/>
                      </a:lnTo>
                      <a:lnTo>
                        <a:pt x="21" y="148"/>
                      </a:lnTo>
                      <a:lnTo>
                        <a:pt x="8" y="244"/>
                      </a:lnTo>
                      <a:lnTo>
                        <a:pt x="0" y="359"/>
                      </a:lnTo>
                      <a:lnTo>
                        <a:pt x="2" y="492"/>
                      </a:lnTo>
                      <a:lnTo>
                        <a:pt x="15" y="640"/>
                      </a:lnTo>
                      <a:lnTo>
                        <a:pt x="46" y="800"/>
                      </a:lnTo>
                      <a:lnTo>
                        <a:pt x="161" y="794"/>
                      </a:lnTo>
                      <a:lnTo>
                        <a:pt x="156" y="770"/>
                      </a:lnTo>
                      <a:lnTo>
                        <a:pt x="145" y="706"/>
                      </a:lnTo>
                      <a:lnTo>
                        <a:pt x="131" y="610"/>
                      </a:lnTo>
                      <a:lnTo>
                        <a:pt x="118" y="493"/>
                      </a:lnTo>
                      <a:lnTo>
                        <a:pt x="111" y="364"/>
                      </a:lnTo>
                      <a:lnTo>
                        <a:pt x="115" y="235"/>
                      </a:lnTo>
                      <a:lnTo>
                        <a:pt x="132" y="113"/>
                      </a:lnTo>
                      <a:lnTo>
                        <a:pt x="166" y="9"/>
                      </a:lnTo>
                      <a:lnTo>
                        <a:pt x="166" y="8"/>
                      </a:lnTo>
                      <a:lnTo>
                        <a:pt x="166" y="6"/>
                      </a:lnTo>
                      <a:lnTo>
                        <a:pt x="164" y="4"/>
                      </a:lnTo>
                      <a:lnTo>
                        <a:pt x="157" y="0"/>
                      </a:lnTo>
                      <a:lnTo>
                        <a:pt x="143" y="0"/>
                      </a:lnTo>
                      <a:lnTo>
                        <a:pt x="123" y="1"/>
                      </a:lnTo>
                      <a:lnTo>
                        <a:pt x="93" y="7"/>
                      </a:lnTo>
                      <a:lnTo>
                        <a:pt x="52" y="16"/>
                      </a:lnTo>
                      <a:close/>
                    </a:path>
                  </a:pathLst>
                </a:custGeom>
                <a:solidFill>
                  <a:schemeClr val="bg1">
                    <a:alpha val="100000"/>
                  </a:schemeClr>
                </a:solidFill>
                <a:ln w="9525">
                  <a:noFill/>
                </a:ln>
              </p:spPr>
              <p:txBody>
                <a:bodyPr/>
                <a:p>
                  <a:endParaRPr lang="zh-CN" altLang="en-US"/>
                </a:p>
              </p:txBody>
            </p:sp>
            <p:sp>
              <p:nvSpPr>
                <p:cNvPr id="146015" name="Freeform 634"/>
                <p:cNvSpPr/>
                <p:nvPr/>
              </p:nvSpPr>
              <p:spPr>
                <a:xfrm>
                  <a:off x="4993" y="1842"/>
                  <a:ext cx="32" cy="12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25" h="893">
                      <a:moveTo>
                        <a:pt x="225" y="6"/>
                      </a:moveTo>
                      <a:lnTo>
                        <a:pt x="219" y="12"/>
                      </a:lnTo>
                      <a:lnTo>
                        <a:pt x="204" y="35"/>
                      </a:lnTo>
                      <a:lnTo>
                        <a:pt x="185" y="82"/>
                      </a:lnTo>
                      <a:lnTo>
                        <a:pt x="165" y="158"/>
                      </a:lnTo>
                      <a:lnTo>
                        <a:pt x="149" y="270"/>
                      </a:lnTo>
                      <a:lnTo>
                        <a:pt x="141" y="427"/>
                      </a:lnTo>
                      <a:lnTo>
                        <a:pt x="146" y="631"/>
                      </a:lnTo>
                      <a:lnTo>
                        <a:pt x="168" y="893"/>
                      </a:lnTo>
                      <a:lnTo>
                        <a:pt x="41" y="893"/>
                      </a:lnTo>
                      <a:lnTo>
                        <a:pt x="36" y="867"/>
                      </a:lnTo>
                      <a:lnTo>
                        <a:pt x="26" y="794"/>
                      </a:lnTo>
                      <a:lnTo>
                        <a:pt x="13" y="686"/>
                      </a:lnTo>
                      <a:lnTo>
                        <a:pt x="3" y="554"/>
                      </a:lnTo>
                      <a:lnTo>
                        <a:pt x="0" y="408"/>
                      </a:lnTo>
                      <a:lnTo>
                        <a:pt x="6" y="260"/>
                      </a:lnTo>
                      <a:lnTo>
                        <a:pt x="30" y="121"/>
                      </a:lnTo>
                      <a:lnTo>
                        <a:pt x="73" y="0"/>
                      </a:lnTo>
                      <a:lnTo>
                        <a:pt x="225" y="6"/>
                      </a:lnTo>
                      <a:close/>
                    </a:path>
                  </a:pathLst>
                </a:custGeom>
                <a:solidFill>
                  <a:schemeClr val="bg1">
                    <a:alpha val="100000"/>
                  </a:schemeClr>
                </a:solidFill>
                <a:ln w="9525">
                  <a:noFill/>
                </a:ln>
              </p:spPr>
              <p:txBody>
                <a:bodyPr/>
                <a:p>
                  <a:endParaRPr lang="zh-CN" altLang="en-US"/>
                </a:p>
              </p:txBody>
            </p:sp>
            <p:sp>
              <p:nvSpPr>
                <p:cNvPr id="146016" name="Freeform 635"/>
                <p:cNvSpPr/>
                <p:nvPr/>
              </p:nvSpPr>
              <p:spPr>
                <a:xfrm>
                  <a:off x="4871" y="1863"/>
                  <a:ext cx="21" cy="10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45" h="699">
                      <a:moveTo>
                        <a:pt x="46" y="14"/>
                      </a:moveTo>
                      <a:lnTo>
                        <a:pt x="41" y="28"/>
                      </a:lnTo>
                      <a:lnTo>
                        <a:pt x="32" y="67"/>
                      </a:lnTo>
                      <a:lnTo>
                        <a:pt x="20" y="130"/>
                      </a:lnTo>
                      <a:lnTo>
                        <a:pt x="7" y="213"/>
                      </a:lnTo>
                      <a:lnTo>
                        <a:pt x="0" y="314"/>
                      </a:lnTo>
                      <a:lnTo>
                        <a:pt x="1" y="430"/>
                      </a:lnTo>
                      <a:lnTo>
                        <a:pt x="13" y="559"/>
                      </a:lnTo>
                      <a:lnTo>
                        <a:pt x="40" y="699"/>
                      </a:lnTo>
                      <a:lnTo>
                        <a:pt x="140" y="693"/>
                      </a:lnTo>
                      <a:lnTo>
                        <a:pt x="135" y="672"/>
                      </a:lnTo>
                      <a:lnTo>
                        <a:pt x="126" y="616"/>
                      </a:lnTo>
                      <a:lnTo>
                        <a:pt x="113" y="532"/>
                      </a:lnTo>
                      <a:lnTo>
                        <a:pt x="103" y="430"/>
                      </a:lnTo>
                      <a:lnTo>
                        <a:pt x="97" y="317"/>
                      </a:lnTo>
                      <a:lnTo>
                        <a:pt x="100" y="205"/>
                      </a:lnTo>
                      <a:lnTo>
                        <a:pt x="115" y="98"/>
                      </a:lnTo>
                      <a:lnTo>
                        <a:pt x="145" y="8"/>
                      </a:lnTo>
                      <a:lnTo>
                        <a:pt x="145" y="7"/>
                      </a:lnTo>
                      <a:lnTo>
                        <a:pt x="145" y="5"/>
                      </a:lnTo>
                      <a:lnTo>
                        <a:pt x="143" y="3"/>
                      </a:lnTo>
                      <a:lnTo>
                        <a:pt x="137" y="0"/>
                      </a:lnTo>
                      <a:lnTo>
                        <a:pt x="126" y="0"/>
                      </a:lnTo>
                      <a:lnTo>
                        <a:pt x="108" y="1"/>
                      </a:lnTo>
                      <a:lnTo>
                        <a:pt x="81" y="6"/>
                      </a:lnTo>
                      <a:lnTo>
                        <a:pt x="46" y="14"/>
                      </a:lnTo>
                      <a:close/>
                    </a:path>
                  </a:pathLst>
                </a:custGeom>
                <a:solidFill>
                  <a:schemeClr val="bg1">
                    <a:alpha val="100000"/>
                  </a:schemeClr>
                </a:solidFill>
                <a:ln w="9525">
                  <a:noFill/>
                </a:ln>
              </p:spPr>
              <p:txBody>
                <a:bodyPr/>
                <a:p>
                  <a:endParaRPr lang="zh-CN" altLang="en-US"/>
                </a:p>
              </p:txBody>
            </p:sp>
            <p:sp>
              <p:nvSpPr>
                <p:cNvPr id="146017" name="Freeform 636"/>
                <p:cNvSpPr/>
                <p:nvPr/>
              </p:nvSpPr>
              <p:spPr>
                <a:xfrm>
                  <a:off x="4872" y="1870"/>
                  <a:ext cx="18" cy="85"/>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23" h="597">
                      <a:moveTo>
                        <a:pt x="39" y="12"/>
                      </a:moveTo>
                      <a:lnTo>
                        <a:pt x="35" y="23"/>
                      </a:lnTo>
                      <a:lnTo>
                        <a:pt x="26" y="57"/>
                      </a:lnTo>
                      <a:lnTo>
                        <a:pt x="16" y="111"/>
                      </a:lnTo>
                      <a:lnTo>
                        <a:pt x="6" y="181"/>
                      </a:lnTo>
                      <a:lnTo>
                        <a:pt x="0" y="267"/>
                      </a:lnTo>
                      <a:lnTo>
                        <a:pt x="1" y="367"/>
                      </a:lnTo>
                      <a:lnTo>
                        <a:pt x="11" y="477"/>
                      </a:lnTo>
                      <a:lnTo>
                        <a:pt x="34" y="597"/>
                      </a:lnTo>
                      <a:lnTo>
                        <a:pt x="119" y="591"/>
                      </a:lnTo>
                      <a:lnTo>
                        <a:pt x="115" y="574"/>
                      </a:lnTo>
                      <a:lnTo>
                        <a:pt x="107" y="526"/>
                      </a:lnTo>
                      <a:lnTo>
                        <a:pt x="97" y="454"/>
                      </a:lnTo>
                      <a:lnTo>
                        <a:pt x="88" y="367"/>
                      </a:lnTo>
                      <a:lnTo>
                        <a:pt x="82" y="272"/>
                      </a:lnTo>
                      <a:lnTo>
                        <a:pt x="84" y="175"/>
                      </a:lnTo>
                      <a:lnTo>
                        <a:pt x="97" y="84"/>
                      </a:lnTo>
                      <a:lnTo>
                        <a:pt x="123" y="7"/>
                      </a:lnTo>
                      <a:lnTo>
                        <a:pt x="123" y="6"/>
                      </a:lnTo>
                      <a:lnTo>
                        <a:pt x="123" y="5"/>
                      </a:lnTo>
                      <a:lnTo>
                        <a:pt x="121" y="3"/>
                      </a:lnTo>
                      <a:lnTo>
                        <a:pt x="117" y="0"/>
                      </a:lnTo>
                      <a:lnTo>
                        <a:pt x="106" y="0"/>
                      </a:lnTo>
                      <a:lnTo>
                        <a:pt x="91" y="2"/>
                      </a:lnTo>
                      <a:lnTo>
                        <a:pt x="70" y="5"/>
                      </a:lnTo>
                      <a:lnTo>
                        <a:pt x="39" y="12"/>
                      </a:lnTo>
                      <a:close/>
                    </a:path>
                  </a:pathLst>
                </a:custGeom>
                <a:solidFill>
                  <a:schemeClr val="bg1">
                    <a:alpha val="100000"/>
                  </a:schemeClr>
                </a:solidFill>
                <a:ln w="9525">
                  <a:noFill/>
                </a:ln>
              </p:spPr>
              <p:txBody>
                <a:bodyPr/>
                <a:p>
                  <a:endParaRPr lang="zh-CN" altLang="en-US"/>
                </a:p>
              </p:txBody>
            </p:sp>
            <p:sp>
              <p:nvSpPr>
                <p:cNvPr id="146018" name="Freeform 637"/>
                <p:cNvSpPr/>
                <p:nvPr/>
              </p:nvSpPr>
              <p:spPr>
                <a:xfrm>
                  <a:off x="4873" y="1876"/>
                  <a:ext cx="15" cy="7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03" h="492">
                      <a:moveTo>
                        <a:pt x="32" y="9"/>
                      </a:moveTo>
                      <a:lnTo>
                        <a:pt x="28" y="18"/>
                      </a:lnTo>
                      <a:lnTo>
                        <a:pt x="21" y="47"/>
                      </a:lnTo>
                      <a:lnTo>
                        <a:pt x="12" y="90"/>
                      </a:lnTo>
                      <a:lnTo>
                        <a:pt x="4" y="149"/>
                      </a:lnTo>
                      <a:lnTo>
                        <a:pt x="0" y="220"/>
                      </a:lnTo>
                      <a:lnTo>
                        <a:pt x="0" y="303"/>
                      </a:lnTo>
                      <a:lnTo>
                        <a:pt x="9" y="394"/>
                      </a:lnTo>
                      <a:lnTo>
                        <a:pt x="27" y="492"/>
                      </a:lnTo>
                      <a:lnTo>
                        <a:pt x="98" y="489"/>
                      </a:lnTo>
                      <a:lnTo>
                        <a:pt x="95" y="474"/>
                      </a:lnTo>
                      <a:lnTo>
                        <a:pt x="88" y="434"/>
                      </a:lnTo>
                      <a:lnTo>
                        <a:pt x="80" y="375"/>
                      </a:lnTo>
                      <a:lnTo>
                        <a:pt x="72" y="303"/>
                      </a:lnTo>
                      <a:lnTo>
                        <a:pt x="68" y="224"/>
                      </a:lnTo>
                      <a:lnTo>
                        <a:pt x="70" y="144"/>
                      </a:lnTo>
                      <a:lnTo>
                        <a:pt x="81" y="68"/>
                      </a:lnTo>
                      <a:lnTo>
                        <a:pt x="103" y="5"/>
                      </a:lnTo>
                      <a:lnTo>
                        <a:pt x="103" y="4"/>
                      </a:lnTo>
                      <a:lnTo>
                        <a:pt x="103" y="3"/>
                      </a:lnTo>
                      <a:lnTo>
                        <a:pt x="100" y="1"/>
                      </a:lnTo>
                      <a:lnTo>
                        <a:pt x="97" y="0"/>
                      </a:lnTo>
                      <a:lnTo>
                        <a:pt x="89" y="0"/>
                      </a:lnTo>
                      <a:lnTo>
                        <a:pt x="75" y="0"/>
                      </a:lnTo>
                      <a:lnTo>
                        <a:pt x="57" y="3"/>
                      </a:lnTo>
                      <a:lnTo>
                        <a:pt x="32" y="9"/>
                      </a:lnTo>
                      <a:close/>
                    </a:path>
                  </a:pathLst>
                </a:custGeom>
                <a:solidFill>
                  <a:schemeClr val="bg1">
                    <a:alpha val="100000"/>
                  </a:schemeClr>
                </a:solidFill>
                <a:ln w="9525">
                  <a:noFill/>
                </a:ln>
              </p:spPr>
              <p:txBody>
                <a:bodyPr/>
                <a:p>
                  <a:endParaRPr lang="zh-CN" altLang="en-US"/>
                </a:p>
              </p:txBody>
            </p:sp>
            <p:sp>
              <p:nvSpPr>
                <p:cNvPr id="146019" name="Freeform 638"/>
                <p:cNvSpPr/>
                <p:nvPr/>
              </p:nvSpPr>
              <p:spPr>
                <a:xfrm>
                  <a:off x="4874" y="1883"/>
                  <a:ext cx="12" cy="5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82" h="390">
                      <a:moveTo>
                        <a:pt x="25" y="8"/>
                      </a:moveTo>
                      <a:lnTo>
                        <a:pt x="23" y="16"/>
                      </a:lnTo>
                      <a:lnTo>
                        <a:pt x="17" y="38"/>
                      </a:lnTo>
                      <a:lnTo>
                        <a:pt x="11" y="72"/>
                      </a:lnTo>
                      <a:lnTo>
                        <a:pt x="4" y="118"/>
                      </a:lnTo>
                      <a:lnTo>
                        <a:pt x="0" y="174"/>
                      </a:lnTo>
                      <a:lnTo>
                        <a:pt x="0" y="240"/>
                      </a:lnTo>
                      <a:lnTo>
                        <a:pt x="7" y="312"/>
                      </a:lnTo>
                      <a:lnTo>
                        <a:pt x="22" y="390"/>
                      </a:lnTo>
                      <a:lnTo>
                        <a:pt x="78" y="387"/>
                      </a:lnTo>
                      <a:lnTo>
                        <a:pt x="76" y="375"/>
                      </a:lnTo>
                      <a:lnTo>
                        <a:pt x="70" y="343"/>
                      </a:lnTo>
                      <a:lnTo>
                        <a:pt x="63" y="297"/>
                      </a:lnTo>
                      <a:lnTo>
                        <a:pt x="57" y="240"/>
                      </a:lnTo>
                      <a:lnTo>
                        <a:pt x="54" y="178"/>
                      </a:lnTo>
                      <a:lnTo>
                        <a:pt x="56" y="113"/>
                      </a:lnTo>
                      <a:lnTo>
                        <a:pt x="64" y="55"/>
                      </a:lnTo>
                      <a:lnTo>
                        <a:pt x="82" y="4"/>
                      </a:lnTo>
                      <a:lnTo>
                        <a:pt x="82" y="2"/>
                      </a:lnTo>
                      <a:lnTo>
                        <a:pt x="80" y="1"/>
                      </a:lnTo>
                      <a:lnTo>
                        <a:pt x="77" y="0"/>
                      </a:lnTo>
                      <a:lnTo>
                        <a:pt x="70" y="0"/>
                      </a:lnTo>
                      <a:lnTo>
                        <a:pt x="60" y="1"/>
                      </a:lnTo>
                      <a:lnTo>
                        <a:pt x="46" y="3"/>
                      </a:lnTo>
                      <a:lnTo>
                        <a:pt x="25" y="8"/>
                      </a:lnTo>
                      <a:close/>
                    </a:path>
                  </a:pathLst>
                </a:custGeom>
                <a:solidFill>
                  <a:schemeClr val="bg1">
                    <a:alpha val="100000"/>
                  </a:schemeClr>
                </a:solidFill>
                <a:ln w="9525">
                  <a:noFill/>
                </a:ln>
              </p:spPr>
              <p:txBody>
                <a:bodyPr/>
                <a:p>
                  <a:endParaRPr lang="zh-CN" altLang="en-US"/>
                </a:p>
              </p:txBody>
            </p:sp>
            <p:sp>
              <p:nvSpPr>
                <p:cNvPr id="146020" name="Freeform 639"/>
                <p:cNvSpPr/>
                <p:nvPr/>
              </p:nvSpPr>
              <p:spPr>
                <a:xfrm>
                  <a:off x="4875" y="1890"/>
                  <a:ext cx="8" cy="4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9" h="288">
                      <a:moveTo>
                        <a:pt x="18" y="6"/>
                      </a:moveTo>
                      <a:lnTo>
                        <a:pt x="17" y="11"/>
                      </a:lnTo>
                      <a:lnTo>
                        <a:pt x="13" y="27"/>
                      </a:lnTo>
                      <a:lnTo>
                        <a:pt x="7" y="53"/>
                      </a:lnTo>
                      <a:lnTo>
                        <a:pt x="2" y="87"/>
                      </a:lnTo>
                      <a:lnTo>
                        <a:pt x="0" y="130"/>
                      </a:lnTo>
                      <a:lnTo>
                        <a:pt x="0" y="177"/>
                      </a:lnTo>
                      <a:lnTo>
                        <a:pt x="5" y="231"/>
                      </a:lnTo>
                      <a:lnTo>
                        <a:pt x="16" y="288"/>
                      </a:lnTo>
                      <a:lnTo>
                        <a:pt x="57" y="286"/>
                      </a:lnTo>
                      <a:lnTo>
                        <a:pt x="56" y="278"/>
                      </a:lnTo>
                      <a:lnTo>
                        <a:pt x="51" y="254"/>
                      </a:lnTo>
                      <a:lnTo>
                        <a:pt x="47" y="219"/>
                      </a:lnTo>
                      <a:lnTo>
                        <a:pt x="42" y="177"/>
                      </a:lnTo>
                      <a:lnTo>
                        <a:pt x="40" y="131"/>
                      </a:lnTo>
                      <a:lnTo>
                        <a:pt x="41" y="84"/>
                      </a:lnTo>
                      <a:lnTo>
                        <a:pt x="47" y="40"/>
                      </a:lnTo>
                      <a:lnTo>
                        <a:pt x="59" y="3"/>
                      </a:lnTo>
                      <a:lnTo>
                        <a:pt x="59" y="2"/>
                      </a:lnTo>
                      <a:lnTo>
                        <a:pt x="58" y="1"/>
                      </a:lnTo>
                      <a:lnTo>
                        <a:pt x="56" y="0"/>
                      </a:lnTo>
                      <a:lnTo>
                        <a:pt x="51" y="0"/>
                      </a:lnTo>
                      <a:lnTo>
                        <a:pt x="45" y="0"/>
                      </a:lnTo>
                      <a:lnTo>
                        <a:pt x="33" y="2"/>
                      </a:lnTo>
                      <a:lnTo>
                        <a:pt x="18" y="6"/>
                      </a:lnTo>
                      <a:close/>
                    </a:path>
                  </a:pathLst>
                </a:custGeom>
                <a:solidFill>
                  <a:schemeClr val="bg1">
                    <a:alpha val="100000"/>
                  </a:schemeClr>
                </a:solidFill>
                <a:ln w="9525">
                  <a:noFill/>
                </a:ln>
              </p:spPr>
              <p:txBody>
                <a:bodyPr/>
                <a:p>
                  <a:endParaRPr lang="zh-CN" altLang="en-US"/>
                </a:p>
              </p:txBody>
            </p:sp>
            <p:sp>
              <p:nvSpPr>
                <p:cNvPr id="146021" name="Freeform 640"/>
                <p:cNvSpPr/>
                <p:nvPr/>
              </p:nvSpPr>
              <p:spPr>
                <a:xfrm>
                  <a:off x="4994" y="1850"/>
                  <a:ext cx="28" cy="11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98" h="779">
                      <a:moveTo>
                        <a:pt x="198" y="6"/>
                      </a:moveTo>
                      <a:lnTo>
                        <a:pt x="194" y="12"/>
                      </a:lnTo>
                      <a:lnTo>
                        <a:pt x="180" y="31"/>
                      </a:lnTo>
                      <a:lnTo>
                        <a:pt x="163" y="72"/>
                      </a:lnTo>
                      <a:lnTo>
                        <a:pt x="146" y="138"/>
                      </a:lnTo>
                      <a:lnTo>
                        <a:pt x="132" y="236"/>
                      </a:lnTo>
                      <a:lnTo>
                        <a:pt x="125" y="373"/>
                      </a:lnTo>
                      <a:lnTo>
                        <a:pt x="130" y="551"/>
                      </a:lnTo>
                      <a:lnTo>
                        <a:pt x="148" y="779"/>
                      </a:lnTo>
                      <a:lnTo>
                        <a:pt x="37" y="779"/>
                      </a:lnTo>
                      <a:lnTo>
                        <a:pt x="34" y="756"/>
                      </a:lnTo>
                      <a:lnTo>
                        <a:pt x="23" y="693"/>
                      </a:lnTo>
                      <a:lnTo>
                        <a:pt x="13" y="599"/>
                      </a:lnTo>
                      <a:lnTo>
                        <a:pt x="4" y="483"/>
                      </a:lnTo>
                      <a:lnTo>
                        <a:pt x="0" y="357"/>
                      </a:lnTo>
                      <a:lnTo>
                        <a:pt x="7" y="227"/>
                      </a:lnTo>
                      <a:lnTo>
                        <a:pt x="27" y="105"/>
                      </a:lnTo>
                      <a:lnTo>
                        <a:pt x="65" y="0"/>
                      </a:lnTo>
                      <a:lnTo>
                        <a:pt x="198" y="6"/>
                      </a:lnTo>
                      <a:close/>
                    </a:path>
                  </a:pathLst>
                </a:custGeom>
                <a:solidFill>
                  <a:schemeClr val="bg1">
                    <a:alpha val="100000"/>
                  </a:schemeClr>
                </a:solidFill>
                <a:ln w="9525">
                  <a:noFill/>
                </a:ln>
              </p:spPr>
              <p:txBody>
                <a:bodyPr/>
                <a:p>
                  <a:endParaRPr lang="zh-CN" altLang="en-US"/>
                </a:p>
              </p:txBody>
            </p:sp>
            <p:sp>
              <p:nvSpPr>
                <p:cNvPr id="146022" name="Freeform 641"/>
                <p:cNvSpPr/>
                <p:nvPr/>
              </p:nvSpPr>
              <p:spPr>
                <a:xfrm>
                  <a:off x="4995" y="1857"/>
                  <a:ext cx="24" cy="9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69" h="666">
                      <a:moveTo>
                        <a:pt x="169" y="5"/>
                      </a:moveTo>
                      <a:lnTo>
                        <a:pt x="164" y="10"/>
                      </a:lnTo>
                      <a:lnTo>
                        <a:pt x="154" y="27"/>
                      </a:lnTo>
                      <a:lnTo>
                        <a:pt x="139" y="61"/>
                      </a:lnTo>
                      <a:lnTo>
                        <a:pt x="124" y="118"/>
                      </a:lnTo>
                      <a:lnTo>
                        <a:pt x="113" y="201"/>
                      </a:lnTo>
                      <a:lnTo>
                        <a:pt x="107" y="318"/>
                      </a:lnTo>
                      <a:lnTo>
                        <a:pt x="110" y="470"/>
                      </a:lnTo>
                      <a:lnTo>
                        <a:pt x="126" y="666"/>
                      </a:lnTo>
                      <a:lnTo>
                        <a:pt x="31" y="666"/>
                      </a:lnTo>
                      <a:lnTo>
                        <a:pt x="28" y="646"/>
                      </a:lnTo>
                      <a:lnTo>
                        <a:pt x="20" y="592"/>
                      </a:lnTo>
                      <a:lnTo>
                        <a:pt x="11" y="512"/>
                      </a:lnTo>
                      <a:lnTo>
                        <a:pt x="3" y="413"/>
                      </a:lnTo>
                      <a:lnTo>
                        <a:pt x="0" y="305"/>
                      </a:lnTo>
                      <a:lnTo>
                        <a:pt x="6" y="195"/>
                      </a:lnTo>
                      <a:lnTo>
                        <a:pt x="23" y="90"/>
                      </a:lnTo>
                      <a:lnTo>
                        <a:pt x="55" y="0"/>
                      </a:lnTo>
                      <a:lnTo>
                        <a:pt x="169" y="5"/>
                      </a:lnTo>
                      <a:close/>
                    </a:path>
                  </a:pathLst>
                </a:custGeom>
                <a:solidFill>
                  <a:schemeClr val="bg1">
                    <a:alpha val="100000"/>
                  </a:schemeClr>
                </a:solidFill>
                <a:ln w="9525">
                  <a:noFill/>
                </a:ln>
              </p:spPr>
              <p:txBody>
                <a:bodyPr/>
                <a:p>
                  <a:endParaRPr lang="zh-CN" altLang="en-US"/>
                </a:p>
              </p:txBody>
            </p:sp>
            <p:sp>
              <p:nvSpPr>
                <p:cNvPr id="146023" name="Freeform 642"/>
                <p:cNvSpPr/>
                <p:nvPr/>
              </p:nvSpPr>
              <p:spPr>
                <a:xfrm>
                  <a:off x="4996" y="1865"/>
                  <a:ext cx="20" cy="7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40" h="551">
                      <a:moveTo>
                        <a:pt x="140" y="5"/>
                      </a:moveTo>
                      <a:lnTo>
                        <a:pt x="136" y="8"/>
                      </a:lnTo>
                      <a:lnTo>
                        <a:pt x="127" y="23"/>
                      </a:lnTo>
                      <a:lnTo>
                        <a:pt x="116" y="51"/>
                      </a:lnTo>
                      <a:lnTo>
                        <a:pt x="103" y="98"/>
                      </a:lnTo>
                      <a:lnTo>
                        <a:pt x="94" y="167"/>
                      </a:lnTo>
                      <a:lnTo>
                        <a:pt x="90" y="264"/>
                      </a:lnTo>
                      <a:lnTo>
                        <a:pt x="92" y="390"/>
                      </a:lnTo>
                      <a:lnTo>
                        <a:pt x="106" y="551"/>
                      </a:lnTo>
                      <a:lnTo>
                        <a:pt x="27" y="551"/>
                      </a:lnTo>
                      <a:lnTo>
                        <a:pt x="24" y="535"/>
                      </a:lnTo>
                      <a:lnTo>
                        <a:pt x="17" y="490"/>
                      </a:lnTo>
                      <a:lnTo>
                        <a:pt x="9" y="423"/>
                      </a:lnTo>
                      <a:lnTo>
                        <a:pt x="3" y="342"/>
                      </a:lnTo>
                      <a:lnTo>
                        <a:pt x="0" y="252"/>
                      </a:lnTo>
                      <a:lnTo>
                        <a:pt x="5" y="161"/>
                      </a:lnTo>
                      <a:lnTo>
                        <a:pt x="20" y="75"/>
                      </a:lnTo>
                      <a:lnTo>
                        <a:pt x="46" y="0"/>
                      </a:lnTo>
                      <a:lnTo>
                        <a:pt x="140" y="5"/>
                      </a:lnTo>
                      <a:close/>
                    </a:path>
                  </a:pathLst>
                </a:custGeom>
                <a:solidFill>
                  <a:schemeClr val="bg1">
                    <a:alpha val="100000"/>
                  </a:schemeClr>
                </a:solidFill>
                <a:ln w="9525">
                  <a:noFill/>
                </a:ln>
              </p:spPr>
              <p:txBody>
                <a:bodyPr/>
                <a:p>
                  <a:endParaRPr lang="zh-CN" altLang="en-US"/>
                </a:p>
              </p:txBody>
            </p:sp>
            <p:sp>
              <p:nvSpPr>
                <p:cNvPr id="146024" name="Freeform 643"/>
                <p:cNvSpPr/>
                <p:nvPr/>
              </p:nvSpPr>
              <p:spPr>
                <a:xfrm>
                  <a:off x="4997" y="1873"/>
                  <a:ext cx="16" cy="62"/>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1" h="437">
                      <a:moveTo>
                        <a:pt x="111" y="4"/>
                      </a:moveTo>
                      <a:lnTo>
                        <a:pt x="108" y="7"/>
                      </a:lnTo>
                      <a:lnTo>
                        <a:pt x="101" y="18"/>
                      </a:lnTo>
                      <a:lnTo>
                        <a:pt x="92" y="41"/>
                      </a:lnTo>
                      <a:lnTo>
                        <a:pt x="82" y="77"/>
                      </a:lnTo>
                      <a:lnTo>
                        <a:pt x="75" y="133"/>
                      </a:lnTo>
                      <a:lnTo>
                        <a:pt x="70" y="208"/>
                      </a:lnTo>
                      <a:lnTo>
                        <a:pt x="72" y="309"/>
                      </a:lnTo>
                      <a:lnTo>
                        <a:pt x="83" y="437"/>
                      </a:lnTo>
                      <a:lnTo>
                        <a:pt x="21" y="437"/>
                      </a:lnTo>
                      <a:lnTo>
                        <a:pt x="19" y="424"/>
                      </a:lnTo>
                      <a:lnTo>
                        <a:pt x="13" y="389"/>
                      </a:lnTo>
                      <a:lnTo>
                        <a:pt x="7" y="336"/>
                      </a:lnTo>
                      <a:lnTo>
                        <a:pt x="3" y="272"/>
                      </a:lnTo>
                      <a:lnTo>
                        <a:pt x="0" y="200"/>
                      </a:lnTo>
                      <a:lnTo>
                        <a:pt x="5" y="128"/>
                      </a:lnTo>
                      <a:lnTo>
                        <a:pt x="16" y="59"/>
                      </a:lnTo>
                      <a:lnTo>
                        <a:pt x="37" y="0"/>
                      </a:lnTo>
                      <a:lnTo>
                        <a:pt x="111" y="4"/>
                      </a:lnTo>
                      <a:close/>
                    </a:path>
                  </a:pathLst>
                </a:custGeom>
                <a:solidFill>
                  <a:schemeClr val="bg1">
                    <a:alpha val="100000"/>
                  </a:schemeClr>
                </a:solidFill>
                <a:ln w="9525">
                  <a:noFill/>
                </a:ln>
              </p:spPr>
              <p:txBody>
                <a:bodyPr/>
                <a:p>
                  <a:endParaRPr lang="zh-CN" altLang="en-US"/>
                </a:p>
              </p:txBody>
            </p:sp>
            <p:sp>
              <p:nvSpPr>
                <p:cNvPr id="146025" name="Freeform 644"/>
                <p:cNvSpPr/>
                <p:nvPr/>
              </p:nvSpPr>
              <p:spPr>
                <a:xfrm>
                  <a:off x="4998" y="1881"/>
                  <a:ext cx="12" cy="4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82" h="322">
                      <a:moveTo>
                        <a:pt x="82" y="3"/>
                      </a:moveTo>
                      <a:lnTo>
                        <a:pt x="79" y="5"/>
                      </a:lnTo>
                      <a:lnTo>
                        <a:pt x="75" y="13"/>
                      </a:lnTo>
                      <a:lnTo>
                        <a:pt x="67" y="30"/>
                      </a:lnTo>
                      <a:lnTo>
                        <a:pt x="60" y="57"/>
                      </a:lnTo>
                      <a:lnTo>
                        <a:pt x="54" y="98"/>
                      </a:lnTo>
                      <a:lnTo>
                        <a:pt x="52" y="154"/>
                      </a:lnTo>
                      <a:lnTo>
                        <a:pt x="53" y="228"/>
                      </a:lnTo>
                      <a:lnTo>
                        <a:pt x="61" y="322"/>
                      </a:lnTo>
                      <a:lnTo>
                        <a:pt x="15" y="322"/>
                      </a:lnTo>
                      <a:lnTo>
                        <a:pt x="14" y="313"/>
                      </a:lnTo>
                      <a:lnTo>
                        <a:pt x="9" y="287"/>
                      </a:lnTo>
                      <a:lnTo>
                        <a:pt x="5" y="247"/>
                      </a:lnTo>
                      <a:lnTo>
                        <a:pt x="1" y="200"/>
                      </a:lnTo>
                      <a:lnTo>
                        <a:pt x="0" y="147"/>
                      </a:lnTo>
                      <a:lnTo>
                        <a:pt x="3" y="95"/>
                      </a:lnTo>
                      <a:lnTo>
                        <a:pt x="11" y="44"/>
                      </a:lnTo>
                      <a:lnTo>
                        <a:pt x="27" y="0"/>
                      </a:lnTo>
                      <a:lnTo>
                        <a:pt x="82" y="3"/>
                      </a:lnTo>
                      <a:close/>
                    </a:path>
                  </a:pathLst>
                </a:custGeom>
                <a:solidFill>
                  <a:schemeClr val="bg1">
                    <a:alpha val="100000"/>
                  </a:schemeClr>
                </a:solidFill>
                <a:ln w="9525">
                  <a:noFill/>
                </a:ln>
              </p:spPr>
              <p:txBody>
                <a:bodyPr/>
                <a:p>
                  <a:endParaRPr lang="zh-CN" altLang="en-US"/>
                </a:p>
              </p:txBody>
            </p:sp>
            <p:sp>
              <p:nvSpPr>
                <p:cNvPr id="146026" name="Rectangle 645"/>
                <p:cNvSpPr/>
                <p:nvPr/>
              </p:nvSpPr>
              <p:spPr>
                <a:xfrm>
                  <a:off x="4846" y="1869"/>
                  <a:ext cx="4" cy="146"/>
                </a:xfrm>
                <a:prstGeom prst="rect">
                  <a:avLst/>
                </a:prstGeom>
                <a:solidFill>
                  <a:srgbClr val="FFCCFF"/>
                </a:solidFill>
                <a:ln w="9525">
                  <a:noFill/>
                </a:ln>
              </p:spPr>
              <p:txBody>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46027" name="Freeform 646"/>
                <p:cNvSpPr/>
                <p:nvPr/>
              </p:nvSpPr>
              <p:spPr>
                <a:xfrm>
                  <a:off x="4898" y="1867"/>
                  <a:ext cx="57" cy="67"/>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398" h="469">
                      <a:moveTo>
                        <a:pt x="37" y="44"/>
                      </a:moveTo>
                      <a:lnTo>
                        <a:pt x="33" y="53"/>
                      </a:lnTo>
                      <a:lnTo>
                        <a:pt x="27" y="79"/>
                      </a:lnTo>
                      <a:lnTo>
                        <a:pt x="17" y="120"/>
                      </a:lnTo>
                      <a:lnTo>
                        <a:pt x="8" y="174"/>
                      </a:lnTo>
                      <a:lnTo>
                        <a:pt x="1" y="238"/>
                      </a:lnTo>
                      <a:lnTo>
                        <a:pt x="0" y="309"/>
                      </a:lnTo>
                      <a:lnTo>
                        <a:pt x="7" y="387"/>
                      </a:lnTo>
                      <a:lnTo>
                        <a:pt x="24" y="469"/>
                      </a:lnTo>
                      <a:lnTo>
                        <a:pt x="24" y="466"/>
                      </a:lnTo>
                      <a:lnTo>
                        <a:pt x="24" y="455"/>
                      </a:lnTo>
                      <a:lnTo>
                        <a:pt x="24" y="438"/>
                      </a:lnTo>
                      <a:lnTo>
                        <a:pt x="24" y="417"/>
                      </a:lnTo>
                      <a:lnTo>
                        <a:pt x="27" y="391"/>
                      </a:lnTo>
                      <a:lnTo>
                        <a:pt x="30" y="363"/>
                      </a:lnTo>
                      <a:lnTo>
                        <a:pt x="35" y="332"/>
                      </a:lnTo>
                      <a:lnTo>
                        <a:pt x="41" y="300"/>
                      </a:lnTo>
                      <a:lnTo>
                        <a:pt x="52" y="268"/>
                      </a:lnTo>
                      <a:lnTo>
                        <a:pt x="64" y="237"/>
                      </a:lnTo>
                      <a:lnTo>
                        <a:pt x="79" y="207"/>
                      </a:lnTo>
                      <a:lnTo>
                        <a:pt x="99" y="179"/>
                      </a:lnTo>
                      <a:lnTo>
                        <a:pt x="123" y="155"/>
                      </a:lnTo>
                      <a:lnTo>
                        <a:pt x="150" y="136"/>
                      </a:lnTo>
                      <a:lnTo>
                        <a:pt x="183" y="122"/>
                      </a:lnTo>
                      <a:lnTo>
                        <a:pt x="221" y="114"/>
                      </a:lnTo>
                      <a:lnTo>
                        <a:pt x="223" y="112"/>
                      </a:lnTo>
                      <a:lnTo>
                        <a:pt x="230" y="107"/>
                      </a:lnTo>
                      <a:lnTo>
                        <a:pt x="242" y="99"/>
                      </a:lnTo>
                      <a:lnTo>
                        <a:pt x="260" y="88"/>
                      </a:lnTo>
                      <a:lnTo>
                        <a:pt x="284" y="74"/>
                      </a:lnTo>
                      <a:lnTo>
                        <a:pt x="315" y="58"/>
                      </a:lnTo>
                      <a:lnTo>
                        <a:pt x="352" y="39"/>
                      </a:lnTo>
                      <a:lnTo>
                        <a:pt x="398" y="19"/>
                      </a:lnTo>
                      <a:lnTo>
                        <a:pt x="396" y="17"/>
                      </a:lnTo>
                      <a:lnTo>
                        <a:pt x="389" y="16"/>
                      </a:lnTo>
                      <a:lnTo>
                        <a:pt x="379" y="14"/>
                      </a:lnTo>
                      <a:lnTo>
                        <a:pt x="364" y="12"/>
                      </a:lnTo>
                      <a:lnTo>
                        <a:pt x="347" y="8"/>
                      </a:lnTo>
                      <a:lnTo>
                        <a:pt x="326" y="6"/>
                      </a:lnTo>
                      <a:lnTo>
                        <a:pt x="302" y="4"/>
                      </a:lnTo>
                      <a:lnTo>
                        <a:pt x="277" y="1"/>
                      </a:lnTo>
                      <a:lnTo>
                        <a:pt x="250" y="0"/>
                      </a:lnTo>
                      <a:lnTo>
                        <a:pt x="221" y="1"/>
                      </a:lnTo>
                      <a:lnTo>
                        <a:pt x="191" y="3"/>
                      </a:lnTo>
                      <a:lnTo>
                        <a:pt x="160" y="6"/>
                      </a:lnTo>
                      <a:lnTo>
                        <a:pt x="129" y="12"/>
                      </a:lnTo>
                      <a:lnTo>
                        <a:pt x="97" y="20"/>
                      </a:lnTo>
                      <a:lnTo>
                        <a:pt x="67" y="30"/>
                      </a:lnTo>
                      <a:lnTo>
                        <a:pt x="37" y="44"/>
                      </a:lnTo>
                      <a:close/>
                    </a:path>
                  </a:pathLst>
                </a:custGeom>
                <a:solidFill>
                  <a:srgbClr val="FFCCFF">
                    <a:alpha val="100000"/>
                  </a:srgbClr>
                </a:solidFill>
                <a:ln w="9525">
                  <a:noFill/>
                </a:ln>
              </p:spPr>
              <p:txBody>
                <a:bodyPr/>
                <a:p>
                  <a:endParaRPr lang="zh-CN" altLang="en-US"/>
                </a:p>
              </p:txBody>
            </p:sp>
            <p:sp>
              <p:nvSpPr>
                <p:cNvPr id="146028" name="Freeform 647"/>
                <p:cNvSpPr/>
                <p:nvPr/>
              </p:nvSpPr>
              <p:spPr>
                <a:xfrm>
                  <a:off x="4819" y="1917"/>
                  <a:ext cx="46" cy="13"/>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325" h="89">
                      <a:moveTo>
                        <a:pt x="0" y="57"/>
                      </a:moveTo>
                      <a:lnTo>
                        <a:pt x="0" y="55"/>
                      </a:lnTo>
                      <a:lnTo>
                        <a:pt x="2" y="52"/>
                      </a:lnTo>
                      <a:lnTo>
                        <a:pt x="6" y="47"/>
                      </a:lnTo>
                      <a:lnTo>
                        <a:pt x="12" y="41"/>
                      </a:lnTo>
                      <a:lnTo>
                        <a:pt x="20" y="34"/>
                      </a:lnTo>
                      <a:lnTo>
                        <a:pt x="29" y="27"/>
                      </a:lnTo>
                      <a:lnTo>
                        <a:pt x="41" y="20"/>
                      </a:lnTo>
                      <a:lnTo>
                        <a:pt x="57" y="13"/>
                      </a:lnTo>
                      <a:lnTo>
                        <a:pt x="77" y="7"/>
                      </a:lnTo>
                      <a:lnTo>
                        <a:pt x="98" y="3"/>
                      </a:lnTo>
                      <a:lnTo>
                        <a:pt x="126" y="0"/>
                      </a:lnTo>
                      <a:lnTo>
                        <a:pt x="156" y="0"/>
                      </a:lnTo>
                      <a:lnTo>
                        <a:pt x="191" y="3"/>
                      </a:lnTo>
                      <a:lnTo>
                        <a:pt x="230" y="8"/>
                      </a:lnTo>
                      <a:lnTo>
                        <a:pt x="275" y="18"/>
                      </a:lnTo>
                      <a:lnTo>
                        <a:pt x="325" y="31"/>
                      </a:lnTo>
                      <a:lnTo>
                        <a:pt x="318" y="51"/>
                      </a:lnTo>
                      <a:lnTo>
                        <a:pt x="316" y="50"/>
                      </a:lnTo>
                      <a:lnTo>
                        <a:pt x="308" y="47"/>
                      </a:lnTo>
                      <a:lnTo>
                        <a:pt x="295" y="44"/>
                      </a:lnTo>
                      <a:lnTo>
                        <a:pt x="279" y="39"/>
                      </a:lnTo>
                      <a:lnTo>
                        <a:pt x="260" y="35"/>
                      </a:lnTo>
                      <a:lnTo>
                        <a:pt x="238" y="30"/>
                      </a:lnTo>
                      <a:lnTo>
                        <a:pt x="214" y="27"/>
                      </a:lnTo>
                      <a:lnTo>
                        <a:pt x="188" y="24"/>
                      </a:lnTo>
                      <a:lnTo>
                        <a:pt x="161" y="23"/>
                      </a:lnTo>
                      <a:lnTo>
                        <a:pt x="134" y="23"/>
                      </a:lnTo>
                      <a:lnTo>
                        <a:pt x="108" y="26"/>
                      </a:lnTo>
                      <a:lnTo>
                        <a:pt x="82" y="31"/>
                      </a:lnTo>
                      <a:lnTo>
                        <a:pt x="58" y="41"/>
                      </a:lnTo>
                      <a:lnTo>
                        <a:pt x="36" y="52"/>
                      </a:lnTo>
                      <a:lnTo>
                        <a:pt x="16" y="68"/>
                      </a:lnTo>
                      <a:lnTo>
                        <a:pt x="0" y="89"/>
                      </a:lnTo>
                      <a:lnTo>
                        <a:pt x="0" y="57"/>
                      </a:lnTo>
                      <a:close/>
                    </a:path>
                  </a:pathLst>
                </a:custGeom>
                <a:solidFill>
                  <a:srgbClr val="000000">
                    <a:alpha val="100000"/>
                  </a:srgbClr>
                </a:solidFill>
                <a:ln w="9525">
                  <a:noFill/>
                </a:ln>
              </p:spPr>
              <p:txBody>
                <a:bodyPr/>
                <a:p>
                  <a:endParaRPr lang="zh-CN" altLang="en-US"/>
                </a:p>
              </p:txBody>
            </p:sp>
            <p:sp>
              <p:nvSpPr>
                <p:cNvPr id="146029" name="Freeform 648"/>
                <p:cNvSpPr/>
                <p:nvPr/>
              </p:nvSpPr>
              <p:spPr>
                <a:xfrm>
                  <a:off x="4819" y="1887"/>
                  <a:ext cx="46" cy="13"/>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325" h="89">
                      <a:moveTo>
                        <a:pt x="0" y="56"/>
                      </a:moveTo>
                      <a:lnTo>
                        <a:pt x="0" y="55"/>
                      </a:lnTo>
                      <a:lnTo>
                        <a:pt x="2" y="52"/>
                      </a:lnTo>
                      <a:lnTo>
                        <a:pt x="6" y="47"/>
                      </a:lnTo>
                      <a:lnTo>
                        <a:pt x="12" y="40"/>
                      </a:lnTo>
                      <a:lnTo>
                        <a:pt x="20" y="33"/>
                      </a:lnTo>
                      <a:lnTo>
                        <a:pt x="29" y="27"/>
                      </a:lnTo>
                      <a:lnTo>
                        <a:pt x="41" y="18"/>
                      </a:lnTo>
                      <a:lnTo>
                        <a:pt x="57" y="13"/>
                      </a:lnTo>
                      <a:lnTo>
                        <a:pt x="77" y="7"/>
                      </a:lnTo>
                      <a:lnTo>
                        <a:pt x="98" y="2"/>
                      </a:lnTo>
                      <a:lnTo>
                        <a:pt x="126" y="0"/>
                      </a:lnTo>
                      <a:lnTo>
                        <a:pt x="156" y="0"/>
                      </a:lnTo>
                      <a:lnTo>
                        <a:pt x="191" y="2"/>
                      </a:lnTo>
                      <a:lnTo>
                        <a:pt x="230" y="8"/>
                      </a:lnTo>
                      <a:lnTo>
                        <a:pt x="275" y="17"/>
                      </a:lnTo>
                      <a:lnTo>
                        <a:pt x="325" y="31"/>
                      </a:lnTo>
                      <a:lnTo>
                        <a:pt x="318" y="49"/>
                      </a:lnTo>
                      <a:lnTo>
                        <a:pt x="316" y="48"/>
                      </a:lnTo>
                      <a:lnTo>
                        <a:pt x="308" y="46"/>
                      </a:lnTo>
                      <a:lnTo>
                        <a:pt x="295" y="43"/>
                      </a:lnTo>
                      <a:lnTo>
                        <a:pt x="279" y="38"/>
                      </a:lnTo>
                      <a:lnTo>
                        <a:pt x="260" y="35"/>
                      </a:lnTo>
                      <a:lnTo>
                        <a:pt x="238" y="30"/>
                      </a:lnTo>
                      <a:lnTo>
                        <a:pt x="214" y="27"/>
                      </a:lnTo>
                      <a:lnTo>
                        <a:pt x="188" y="23"/>
                      </a:lnTo>
                      <a:lnTo>
                        <a:pt x="161" y="22"/>
                      </a:lnTo>
                      <a:lnTo>
                        <a:pt x="134" y="23"/>
                      </a:lnTo>
                      <a:lnTo>
                        <a:pt x="108" y="25"/>
                      </a:lnTo>
                      <a:lnTo>
                        <a:pt x="82" y="31"/>
                      </a:lnTo>
                      <a:lnTo>
                        <a:pt x="58" y="40"/>
                      </a:lnTo>
                      <a:lnTo>
                        <a:pt x="36" y="52"/>
                      </a:lnTo>
                      <a:lnTo>
                        <a:pt x="16" y="68"/>
                      </a:lnTo>
                      <a:lnTo>
                        <a:pt x="0" y="89"/>
                      </a:lnTo>
                      <a:lnTo>
                        <a:pt x="0" y="56"/>
                      </a:lnTo>
                      <a:close/>
                    </a:path>
                  </a:pathLst>
                </a:custGeom>
                <a:solidFill>
                  <a:srgbClr val="000000">
                    <a:alpha val="100000"/>
                  </a:srgbClr>
                </a:solidFill>
                <a:ln w="9525">
                  <a:noFill/>
                </a:ln>
              </p:spPr>
              <p:txBody>
                <a:bodyPr/>
                <a:p>
                  <a:endParaRPr lang="zh-CN" altLang="en-US"/>
                </a:p>
              </p:txBody>
            </p:sp>
            <p:sp>
              <p:nvSpPr>
                <p:cNvPr id="146030" name="Freeform 649"/>
                <p:cNvSpPr/>
                <p:nvPr/>
              </p:nvSpPr>
              <p:spPr>
                <a:xfrm>
                  <a:off x="4863" y="1872"/>
                  <a:ext cx="75" cy="13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28" h="975">
                      <a:moveTo>
                        <a:pt x="0" y="0"/>
                      </a:moveTo>
                      <a:lnTo>
                        <a:pt x="0" y="943"/>
                      </a:lnTo>
                      <a:lnTo>
                        <a:pt x="159" y="975"/>
                      </a:lnTo>
                      <a:lnTo>
                        <a:pt x="152" y="848"/>
                      </a:lnTo>
                      <a:lnTo>
                        <a:pt x="528" y="905"/>
                      </a:lnTo>
                      <a:lnTo>
                        <a:pt x="521" y="855"/>
                      </a:lnTo>
                      <a:lnTo>
                        <a:pt x="261" y="822"/>
                      </a:lnTo>
                      <a:lnTo>
                        <a:pt x="254" y="713"/>
                      </a:lnTo>
                      <a:lnTo>
                        <a:pt x="77" y="713"/>
                      </a:lnTo>
                      <a:lnTo>
                        <a:pt x="72" y="699"/>
                      </a:lnTo>
                      <a:lnTo>
                        <a:pt x="60" y="659"/>
                      </a:lnTo>
                      <a:lnTo>
                        <a:pt x="44" y="595"/>
                      </a:lnTo>
                      <a:lnTo>
                        <a:pt x="28" y="511"/>
                      </a:lnTo>
                      <a:lnTo>
                        <a:pt x="16" y="410"/>
                      </a:lnTo>
                      <a:lnTo>
                        <a:pt x="12" y="294"/>
                      </a:lnTo>
                      <a:lnTo>
                        <a:pt x="21" y="167"/>
                      </a:lnTo>
                      <a:lnTo>
                        <a:pt x="45" y="32"/>
                      </a:lnTo>
                      <a:lnTo>
                        <a:pt x="0" y="0"/>
                      </a:lnTo>
                      <a:close/>
                    </a:path>
                  </a:pathLst>
                </a:custGeom>
                <a:solidFill>
                  <a:schemeClr val="bg1">
                    <a:alpha val="100000"/>
                  </a:schemeClr>
                </a:solidFill>
                <a:ln w="9525">
                  <a:noFill/>
                </a:ln>
              </p:spPr>
              <p:txBody>
                <a:bodyPr/>
                <a:p>
                  <a:endParaRPr lang="zh-CN" altLang="en-US"/>
                </a:p>
              </p:txBody>
            </p:sp>
            <p:sp>
              <p:nvSpPr>
                <p:cNvPr id="146031" name="Freeform 650"/>
                <p:cNvSpPr/>
                <p:nvPr/>
              </p:nvSpPr>
              <p:spPr>
                <a:xfrm>
                  <a:off x="4900" y="1840"/>
                  <a:ext cx="97" cy="1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678" h="133">
                      <a:moveTo>
                        <a:pt x="0" y="133"/>
                      </a:moveTo>
                      <a:lnTo>
                        <a:pt x="4" y="132"/>
                      </a:lnTo>
                      <a:lnTo>
                        <a:pt x="15" y="127"/>
                      </a:lnTo>
                      <a:lnTo>
                        <a:pt x="32" y="122"/>
                      </a:lnTo>
                      <a:lnTo>
                        <a:pt x="56" y="114"/>
                      </a:lnTo>
                      <a:lnTo>
                        <a:pt x="86" y="104"/>
                      </a:lnTo>
                      <a:lnTo>
                        <a:pt x="120" y="95"/>
                      </a:lnTo>
                      <a:lnTo>
                        <a:pt x="160" y="86"/>
                      </a:lnTo>
                      <a:lnTo>
                        <a:pt x="204" y="78"/>
                      </a:lnTo>
                      <a:lnTo>
                        <a:pt x="252" y="70"/>
                      </a:lnTo>
                      <a:lnTo>
                        <a:pt x="303" y="64"/>
                      </a:lnTo>
                      <a:lnTo>
                        <a:pt x="358" y="60"/>
                      </a:lnTo>
                      <a:lnTo>
                        <a:pt x="414" y="58"/>
                      </a:lnTo>
                      <a:lnTo>
                        <a:pt x="474" y="60"/>
                      </a:lnTo>
                      <a:lnTo>
                        <a:pt x="534" y="65"/>
                      </a:lnTo>
                      <a:lnTo>
                        <a:pt x="596" y="74"/>
                      </a:lnTo>
                      <a:lnTo>
                        <a:pt x="659" y="88"/>
                      </a:lnTo>
                      <a:lnTo>
                        <a:pt x="678" y="0"/>
                      </a:lnTo>
                      <a:lnTo>
                        <a:pt x="674" y="0"/>
                      </a:lnTo>
                      <a:lnTo>
                        <a:pt x="659" y="0"/>
                      </a:lnTo>
                      <a:lnTo>
                        <a:pt x="636" y="0"/>
                      </a:lnTo>
                      <a:lnTo>
                        <a:pt x="606" y="1"/>
                      </a:lnTo>
                      <a:lnTo>
                        <a:pt x="570" y="2"/>
                      </a:lnTo>
                      <a:lnTo>
                        <a:pt x="527" y="3"/>
                      </a:lnTo>
                      <a:lnTo>
                        <a:pt x="480" y="7"/>
                      </a:lnTo>
                      <a:lnTo>
                        <a:pt x="430" y="9"/>
                      </a:lnTo>
                      <a:lnTo>
                        <a:pt x="376" y="14"/>
                      </a:lnTo>
                      <a:lnTo>
                        <a:pt x="320" y="18"/>
                      </a:lnTo>
                      <a:lnTo>
                        <a:pt x="264" y="24"/>
                      </a:lnTo>
                      <a:lnTo>
                        <a:pt x="208" y="32"/>
                      </a:lnTo>
                      <a:lnTo>
                        <a:pt x="152" y="40"/>
                      </a:lnTo>
                      <a:lnTo>
                        <a:pt x="98" y="50"/>
                      </a:lnTo>
                      <a:lnTo>
                        <a:pt x="47" y="62"/>
                      </a:lnTo>
                      <a:lnTo>
                        <a:pt x="0" y="76"/>
                      </a:lnTo>
                      <a:lnTo>
                        <a:pt x="0" y="133"/>
                      </a:lnTo>
                      <a:close/>
                    </a:path>
                  </a:pathLst>
                </a:custGeom>
                <a:solidFill>
                  <a:schemeClr val="bg1">
                    <a:alpha val="100000"/>
                  </a:schemeClr>
                </a:solidFill>
                <a:ln w="9525">
                  <a:noFill/>
                </a:ln>
              </p:spPr>
              <p:txBody>
                <a:bodyPr/>
                <a:p>
                  <a:endParaRPr lang="zh-CN" altLang="en-US"/>
                </a:p>
              </p:txBody>
            </p:sp>
            <p:sp>
              <p:nvSpPr>
                <p:cNvPr id="146032" name="Freeform 651"/>
                <p:cNvSpPr/>
                <p:nvPr/>
              </p:nvSpPr>
              <p:spPr>
                <a:xfrm>
                  <a:off x="4843" y="2015"/>
                  <a:ext cx="163" cy="54"/>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42" h="379">
                      <a:moveTo>
                        <a:pt x="482" y="367"/>
                      </a:moveTo>
                      <a:lnTo>
                        <a:pt x="485" y="366"/>
                      </a:lnTo>
                      <a:lnTo>
                        <a:pt x="492" y="363"/>
                      </a:lnTo>
                      <a:lnTo>
                        <a:pt x="502" y="359"/>
                      </a:lnTo>
                      <a:lnTo>
                        <a:pt x="516" y="353"/>
                      </a:lnTo>
                      <a:lnTo>
                        <a:pt x="533" y="346"/>
                      </a:lnTo>
                      <a:lnTo>
                        <a:pt x="551" y="338"/>
                      </a:lnTo>
                      <a:lnTo>
                        <a:pt x="572" y="328"/>
                      </a:lnTo>
                      <a:lnTo>
                        <a:pt x="593" y="317"/>
                      </a:lnTo>
                      <a:lnTo>
                        <a:pt x="616" y="306"/>
                      </a:lnTo>
                      <a:lnTo>
                        <a:pt x="638" y="292"/>
                      </a:lnTo>
                      <a:lnTo>
                        <a:pt x="660" y="279"/>
                      </a:lnTo>
                      <a:lnTo>
                        <a:pt x="680" y="264"/>
                      </a:lnTo>
                      <a:lnTo>
                        <a:pt x="700" y="249"/>
                      </a:lnTo>
                      <a:lnTo>
                        <a:pt x="717" y="233"/>
                      </a:lnTo>
                      <a:lnTo>
                        <a:pt x="732" y="217"/>
                      </a:lnTo>
                      <a:lnTo>
                        <a:pt x="743" y="201"/>
                      </a:lnTo>
                      <a:lnTo>
                        <a:pt x="0" y="20"/>
                      </a:lnTo>
                      <a:lnTo>
                        <a:pt x="57" y="0"/>
                      </a:lnTo>
                      <a:lnTo>
                        <a:pt x="1142" y="267"/>
                      </a:lnTo>
                      <a:lnTo>
                        <a:pt x="1098" y="292"/>
                      </a:lnTo>
                      <a:lnTo>
                        <a:pt x="784" y="212"/>
                      </a:lnTo>
                      <a:lnTo>
                        <a:pt x="783" y="213"/>
                      </a:lnTo>
                      <a:lnTo>
                        <a:pt x="781" y="216"/>
                      </a:lnTo>
                      <a:lnTo>
                        <a:pt x="776" y="221"/>
                      </a:lnTo>
                      <a:lnTo>
                        <a:pt x="769" y="228"/>
                      </a:lnTo>
                      <a:lnTo>
                        <a:pt x="761" y="237"/>
                      </a:lnTo>
                      <a:lnTo>
                        <a:pt x="750" y="246"/>
                      </a:lnTo>
                      <a:lnTo>
                        <a:pt x="737" y="258"/>
                      </a:lnTo>
                      <a:lnTo>
                        <a:pt x="721" y="269"/>
                      </a:lnTo>
                      <a:lnTo>
                        <a:pt x="703" y="282"/>
                      </a:lnTo>
                      <a:lnTo>
                        <a:pt x="684" y="295"/>
                      </a:lnTo>
                      <a:lnTo>
                        <a:pt x="660" y="309"/>
                      </a:lnTo>
                      <a:lnTo>
                        <a:pt x="635" y="323"/>
                      </a:lnTo>
                      <a:lnTo>
                        <a:pt x="606" y="338"/>
                      </a:lnTo>
                      <a:lnTo>
                        <a:pt x="574" y="352"/>
                      </a:lnTo>
                      <a:lnTo>
                        <a:pt x="540" y="366"/>
                      </a:lnTo>
                      <a:lnTo>
                        <a:pt x="502" y="379"/>
                      </a:lnTo>
                      <a:lnTo>
                        <a:pt x="482" y="367"/>
                      </a:lnTo>
                      <a:close/>
                    </a:path>
                  </a:pathLst>
                </a:custGeom>
                <a:solidFill>
                  <a:schemeClr val="bg1">
                    <a:alpha val="100000"/>
                  </a:schemeClr>
                </a:solidFill>
                <a:ln w="9525">
                  <a:noFill/>
                </a:ln>
              </p:spPr>
              <p:txBody>
                <a:bodyPr/>
                <a:p>
                  <a:endParaRPr lang="zh-CN" altLang="en-US"/>
                </a:p>
              </p:txBody>
            </p:sp>
            <p:sp>
              <p:nvSpPr>
                <p:cNvPr id="146033" name="Freeform 652"/>
                <p:cNvSpPr/>
                <p:nvPr/>
              </p:nvSpPr>
              <p:spPr>
                <a:xfrm>
                  <a:off x="4809" y="2029"/>
                  <a:ext cx="167" cy="48"/>
                </a:xfrm>
                <a:custGeom>
                  <a:avLst/>
                  <a:gdLst/>
                  <a:ahLst/>
                  <a:cxnLst>
                    <a:cxn ang="0">
                      <a:pos x="0" y="0"/>
                    </a:cxn>
                    <a:cxn ang="0">
                      <a:pos x="0" y="0"/>
                    </a:cxn>
                    <a:cxn ang="0">
                      <a:pos x="0" y="0"/>
                    </a:cxn>
                    <a:cxn ang="0">
                      <a:pos x="0" y="0"/>
                    </a:cxn>
                    <a:cxn ang="0">
                      <a:pos x="0" y="0"/>
                    </a:cxn>
                  </a:cxnLst>
                  <a:pathLst>
                    <a:path w="1163" h="340">
                      <a:moveTo>
                        <a:pt x="0" y="0"/>
                      </a:moveTo>
                      <a:lnTo>
                        <a:pt x="1137" y="340"/>
                      </a:lnTo>
                      <a:lnTo>
                        <a:pt x="1163" y="340"/>
                      </a:lnTo>
                      <a:lnTo>
                        <a:pt x="34" y="0"/>
                      </a:lnTo>
                      <a:lnTo>
                        <a:pt x="0" y="0"/>
                      </a:lnTo>
                      <a:close/>
                    </a:path>
                  </a:pathLst>
                </a:custGeom>
                <a:solidFill>
                  <a:srgbClr val="000000">
                    <a:alpha val="100000"/>
                  </a:srgbClr>
                </a:solidFill>
                <a:ln w="9525">
                  <a:noFill/>
                </a:ln>
              </p:spPr>
              <p:txBody>
                <a:bodyPr/>
                <a:p>
                  <a:endParaRPr lang="zh-CN" altLang="en-US"/>
                </a:p>
              </p:txBody>
            </p:sp>
            <p:sp>
              <p:nvSpPr>
                <p:cNvPr id="146034" name="Freeform 653"/>
                <p:cNvSpPr/>
                <p:nvPr/>
              </p:nvSpPr>
              <p:spPr>
                <a:xfrm>
                  <a:off x="4837" y="2022"/>
                  <a:ext cx="164" cy="44"/>
                </a:xfrm>
                <a:custGeom>
                  <a:avLst/>
                  <a:gdLst/>
                  <a:ahLst/>
                  <a:cxnLst>
                    <a:cxn ang="0">
                      <a:pos x="0" y="0"/>
                    </a:cxn>
                    <a:cxn ang="0">
                      <a:pos x="0" y="0"/>
                    </a:cxn>
                    <a:cxn ang="0">
                      <a:pos x="0" y="0"/>
                    </a:cxn>
                    <a:cxn ang="0">
                      <a:pos x="0" y="0"/>
                    </a:cxn>
                    <a:cxn ang="0">
                      <a:pos x="0" y="0"/>
                    </a:cxn>
                  </a:cxnLst>
                  <a:pathLst>
                    <a:path w="1149" h="303">
                      <a:moveTo>
                        <a:pt x="0" y="1"/>
                      </a:moveTo>
                      <a:lnTo>
                        <a:pt x="1124" y="303"/>
                      </a:lnTo>
                      <a:lnTo>
                        <a:pt x="1149" y="302"/>
                      </a:lnTo>
                      <a:lnTo>
                        <a:pt x="34" y="0"/>
                      </a:lnTo>
                      <a:lnTo>
                        <a:pt x="0" y="1"/>
                      </a:lnTo>
                      <a:close/>
                    </a:path>
                  </a:pathLst>
                </a:custGeom>
                <a:solidFill>
                  <a:srgbClr val="000000">
                    <a:alpha val="100000"/>
                  </a:srgbClr>
                </a:solidFill>
                <a:ln w="9525">
                  <a:noFill/>
                </a:ln>
              </p:spPr>
              <p:txBody>
                <a:bodyPr/>
                <a:p>
                  <a:endParaRPr lang="zh-CN" altLang="en-US"/>
                </a:p>
              </p:txBody>
            </p:sp>
            <p:sp>
              <p:nvSpPr>
                <p:cNvPr id="146035" name="Freeform 654"/>
                <p:cNvSpPr/>
                <p:nvPr/>
              </p:nvSpPr>
              <p:spPr>
                <a:xfrm>
                  <a:off x="4824" y="2025"/>
                  <a:ext cx="165" cy="48"/>
                </a:xfrm>
                <a:custGeom>
                  <a:avLst/>
                  <a:gdLst/>
                  <a:ahLst/>
                  <a:cxnLst>
                    <a:cxn ang="0">
                      <a:pos x="0" y="0"/>
                    </a:cxn>
                    <a:cxn ang="0">
                      <a:pos x="0" y="0"/>
                    </a:cxn>
                    <a:cxn ang="0">
                      <a:pos x="0" y="0"/>
                    </a:cxn>
                    <a:cxn ang="0">
                      <a:pos x="0" y="0"/>
                    </a:cxn>
                    <a:cxn ang="0">
                      <a:pos x="0" y="0"/>
                    </a:cxn>
                  </a:cxnLst>
                  <a:pathLst>
                    <a:path w="1155" h="336">
                      <a:moveTo>
                        <a:pt x="0" y="0"/>
                      </a:moveTo>
                      <a:lnTo>
                        <a:pt x="1134" y="336"/>
                      </a:lnTo>
                      <a:lnTo>
                        <a:pt x="1155" y="328"/>
                      </a:lnTo>
                      <a:lnTo>
                        <a:pt x="34" y="0"/>
                      </a:lnTo>
                      <a:lnTo>
                        <a:pt x="0" y="0"/>
                      </a:lnTo>
                      <a:close/>
                    </a:path>
                  </a:pathLst>
                </a:custGeom>
                <a:solidFill>
                  <a:srgbClr val="000000">
                    <a:alpha val="100000"/>
                  </a:srgbClr>
                </a:solidFill>
                <a:ln w="9525">
                  <a:noFill/>
                </a:ln>
              </p:spPr>
              <p:txBody>
                <a:bodyPr/>
                <a:p>
                  <a:endParaRPr lang="zh-CN" altLang="en-US"/>
                </a:p>
              </p:txBody>
            </p:sp>
          </p:grpSp>
          <p:grpSp>
            <p:nvGrpSpPr>
              <p:cNvPr id="145940" name="Group 655"/>
              <p:cNvGrpSpPr/>
              <p:nvPr/>
            </p:nvGrpSpPr>
            <p:grpSpPr>
              <a:xfrm>
                <a:off x="1659" y="3525"/>
                <a:ext cx="176" cy="150"/>
                <a:chOff x="4765" y="1531"/>
                <a:chExt cx="312" cy="261"/>
              </a:xfrm>
            </p:grpSpPr>
            <p:sp>
              <p:nvSpPr>
                <p:cNvPr id="145957" name="AutoShape 656"/>
                <p:cNvSpPr>
                  <a:spLocks noChangeAspect="1" noTextEdit="1"/>
                </p:cNvSpPr>
                <p:nvPr/>
              </p:nvSpPr>
              <p:spPr>
                <a:xfrm>
                  <a:off x="4765" y="1531"/>
                  <a:ext cx="312" cy="260"/>
                </a:xfrm>
                <a:prstGeom prst="rect">
                  <a:avLst/>
                </a:prstGeom>
                <a:noFill/>
                <a:ln w="9525">
                  <a:noFill/>
                </a:ln>
              </p:spPr>
              <p:txBody>
                <a:bodyPr/>
                <a:p>
                  <a:endParaRPr lang="zh-CN" altLang="en-US"/>
                </a:p>
              </p:txBody>
            </p:sp>
            <p:sp>
              <p:nvSpPr>
                <p:cNvPr id="145958" name="Freeform 657"/>
                <p:cNvSpPr/>
                <p:nvPr/>
              </p:nvSpPr>
              <p:spPr>
                <a:xfrm>
                  <a:off x="4765" y="1534"/>
                  <a:ext cx="307" cy="25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150" h="1804">
                      <a:moveTo>
                        <a:pt x="582" y="239"/>
                      </a:moveTo>
                      <a:lnTo>
                        <a:pt x="606" y="129"/>
                      </a:lnTo>
                      <a:lnTo>
                        <a:pt x="607" y="129"/>
                      </a:lnTo>
                      <a:lnTo>
                        <a:pt x="611" y="128"/>
                      </a:lnTo>
                      <a:lnTo>
                        <a:pt x="616" y="125"/>
                      </a:lnTo>
                      <a:lnTo>
                        <a:pt x="623" y="123"/>
                      </a:lnTo>
                      <a:lnTo>
                        <a:pt x="633" y="120"/>
                      </a:lnTo>
                      <a:lnTo>
                        <a:pt x="645" y="115"/>
                      </a:lnTo>
                      <a:lnTo>
                        <a:pt x="659" y="112"/>
                      </a:lnTo>
                      <a:lnTo>
                        <a:pt x="676" y="107"/>
                      </a:lnTo>
                      <a:lnTo>
                        <a:pt x="694" y="101"/>
                      </a:lnTo>
                      <a:lnTo>
                        <a:pt x="715" y="95"/>
                      </a:lnTo>
                      <a:lnTo>
                        <a:pt x="738" y="90"/>
                      </a:lnTo>
                      <a:lnTo>
                        <a:pt x="763" y="84"/>
                      </a:lnTo>
                      <a:lnTo>
                        <a:pt x="790" y="78"/>
                      </a:lnTo>
                      <a:lnTo>
                        <a:pt x="820" y="71"/>
                      </a:lnTo>
                      <a:lnTo>
                        <a:pt x="852" y="64"/>
                      </a:lnTo>
                      <a:lnTo>
                        <a:pt x="886" y="59"/>
                      </a:lnTo>
                      <a:lnTo>
                        <a:pt x="922" y="52"/>
                      </a:lnTo>
                      <a:lnTo>
                        <a:pt x="961" y="46"/>
                      </a:lnTo>
                      <a:lnTo>
                        <a:pt x="1002" y="40"/>
                      </a:lnTo>
                      <a:lnTo>
                        <a:pt x="1044" y="35"/>
                      </a:lnTo>
                      <a:lnTo>
                        <a:pt x="1090" y="29"/>
                      </a:lnTo>
                      <a:lnTo>
                        <a:pt x="1138" y="23"/>
                      </a:lnTo>
                      <a:lnTo>
                        <a:pt x="1187" y="18"/>
                      </a:lnTo>
                      <a:lnTo>
                        <a:pt x="1240" y="14"/>
                      </a:lnTo>
                      <a:lnTo>
                        <a:pt x="1294" y="10"/>
                      </a:lnTo>
                      <a:lnTo>
                        <a:pt x="1350" y="7"/>
                      </a:lnTo>
                      <a:lnTo>
                        <a:pt x="1410" y="4"/>
                      </a:lnTo>
                      <a:lnTo>
                        <a:pt x="1470" y="1"/>
                      </a:lnTo>
                      <a:lnTo>
                        <a:pt x="1535" y="0"/>
                      </a:lnTo>
                      <a:lnTo>
                        <a:pt x="1601" y="0"/>
                      </a:lnTo>
                      <a:lnTo>
                        <a:pt x="1668" y="0"/>
                      </a:lnTo>
                      <a:lnTo>
                        <a:pt x="1739" y="1"/>
                      </a:lnTo>
                      <a:lnTo>
                        <a:pt x="1816" y="44"/>
                      </a:lnTo>
                      <a:lnTo>
                        <a:pt x="1799" y="248"/>
                      </a:lnTo>
                      <a:lnTo>
                        <a:pt x="1804" y="251"/>
                      </a:lnTo>
                      <a:lnTo>
                        <a:pt x="1820" y="259"/>
                      </a:lnTo>
                      <a:lnTo>
                        <a:pt x="1842" y="272"/>
                      </a:lnTo>
                      <a:lnTo>
                        <a:pt x="1868" y="292"/>
                      </a:lnTo>
                      <a:lnTo>
                        <a:pt x="1896" y="318"/>
                      </a:lnTo>
                      <a:lnTo>
                        <a:pt x="1920" y="351"/>
                      </a:lnTo>
                      <a:lnTo>
                        <a:pt x="1939" y="390"/>
                      </a:lnTo>
                      <a:lnTo>
                        <a:pt x="1951" y="436"/>
                      </a:lnTo>
                      <a:lnTo>
                        <a:pt x="2125" y="593"/>
                      </a:lnTo>
                      <a:lnTo>
                        <a:pt x="2078" y="1009"/>
                      </a:lnTo>
                      <a:lnTo>
                        <a:pt x="1799" y="1149"/>
                      </a:lnTo>
                      <a:lnTo>
                        <a:pt x="2129" y="1247"/>
                      </a:lnTo>
                      <a:lnTo>
                        <a:pt x="2131" y="1251"/>
                      </a:lnTo>
                      <a:lnTo>
                        <a:pt x="2137" y="1264"/>
                      </a:lnTo>
                      <a:lnTo>
                        <a:pt x="2143" y="1284"/>
                      </a:lnTo>
                      <a:lnTo>
                        <a:pt x="2149" y="1310"/>
                      </a:lnTo>
                      <a:lnTo>
                        <a:pt x="2150" y="1342"/>
                      </a:lnTo>
                      <a:lnTo>
                        <a:pt x="2147" y="1380"/>
                      </a:lnTo>
                      <a:lnTo>
                        <a:pt x="2136" y="1423"/>
                      </a:lnTo>
                      <a:lnTo>
                        <a:pt x="2117" y="1468"/>
                      </a:lnTo>
                      <a:lnTo>
                        <a:pt x="1244" y="1804"/>
                      </a:lnTo>
                      <a:lnTo>
                        <a:pt x="0" y="1413"/>
                      </a:lnTo>
                      <a:lnTo>
                        <a:pt x="22" y="1367"/>
                      </a:lnTo>
                      <a:lnTo>
                        <a:pt x="212" y="1302"/>
                      </a:lnTo>
                      <a:lnTo>
                        <a:pt x="212" y="248"/>
                      </a:lnTo>
                      <a:lnTo>
                        <a:pt x="213" y="247"/>
                      </a:lnTo>
                      <a:lnTo>
                        <a:pt x="217" y="244"/>
                      </a:lnTo>
                      <a:lnTo>
                        <a:pt x="223" y="240"/>
                      </a:lnTo>
                      <a:lnTo>
                        <a:pt x="232" y="234"/>
                      </a:lnTo>
                      <a:lnTo>
                        <a:pt x="245" y="228"/>
                      </a:lnTo>
                      <a:lnTo>
                        <a:pt x="258" y="221"/>
                      </a:lnTo>
                      <a:lnTo>
                        <a:pt x="276" y="214"/>
                      </a:lnTo>
                      <a:lnTo>
                        <a:pt x="294" y="207"/>
                      </a:lnTo>
                      <a:lnTo>
                        <a:pt x="316" y="201"/>
                      </a:lnTo>
                      <a:lnTo>
                        <a:pt x="340" y="197"/>
                      </a:lnTo>
                      <a:lnTo>
                        <a:pt x="366" y="194"/>
                      </a:lnTo>
                      <a:lnTo>
                        <a:pt x="393" y="192"/>
                      </a:lnTo>
                      <a:lnTo>
                        <a:pt x="424" y="193"/>
                      </a:lnTo>
                      <a:lnTo>
                        <a:pt x="457" y="197"/>
                      </a:lnTo>
                      <a:lnTo>
                        <a:pt x="493" y="203"/>
                      </a:lnTo>
                      <a:lnTo>
                        <a:pt x="529" y="214"/>
                      </a:lnTo>
                      <a:lnTo>
                        <a:pt x="582" y="239"/>
                      </a:lnTo>
                      <a:close/>
                    </a:path>
                  </a:pathLst>
                </a:custGeom>
                <a:solidFill>
                  <a:srgbClr val="DDDDDD">
                    <a:alpha val="100000"/>
                  </a:srgbClr>
                </a:solidFill>
                <a:ln w="9525">
                  <a:noFill/>
                </a:ln>
              </p:spPr>
              <p:txBody>
                <a:bodyPr/>
                <a:p>
                  <a:endParaRPr lang="zh-CN" altLang="en-US"/>
                </a:p>
              </p:txBody>
            </p:sp>
            <p:sp>
              <p:nvSpPr>
                <p:cNvPr id="145959" name="Freeform 658"/>
                <p:cNvSpPr/>
                <p:nvPr/>
              </p:nvSpPr>
              <p:spPr>
                <a:xfrm>
                  <a:off x="4882" y="1584"/>
                  <a:ext cx="163" cy="11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39" h="778">
                      <a:moveTo>
                        <a:pt x="7" y="587"/>
                      </a:moveTo>
                      <a:lnTo>
                        <a:pt x="0" y="682"/>
                      </a:lnTo>
                      <a:lnTo>
                        <a:pt x="742" y="778"/>
                      </a:lnTo>
                      <a:lnTo>
                        <a:pt x="748" y="775"/>
                      </a:lnTo>
                      <a:lnTo>
                        <a:pt x="763" y="767"/>
                      </a:lnTo>
                      <a:lnTo>
                        <a:pt x="787" y="755"/>
                      </a:lnTo>
                      <a:lnTo>
                        <a:pt x="816" y="737"/>
                      </a:lnTo>
                      <a:lnTo>
                        <a:pt x="852" y="714"/>
                      </a:lnTo>
                      <a:lnTo>
                        <a:pt x="891" y="686"/>
                      </a:lnTo>
                      <a:lnTo>
                        <a:pt x="932" y="652"/>
                      </a:lnTo>
                      <a:lnTo>
                        <a:pt x="973" y="613"/>
                      </a:lnTo>
                      <a:lnTo>
                        <a:pt x="1013" y="570"/>
                      </a:lnTo>
                      <a:lnTo>
                        <a:pt x="1051" y="521"/>
                      </a:lnTo>
                      <a:lnTo>
                        <a:pt x="1083" y="466"/>
                      </a:lnTo>
                      <a:lnTo>
                        <a:pt x="1109" y="406"/>
                      </a:lnTo>
                      <a:lnTo>
                        <a:pt x="1129" y="342"/>
                      </a:lnTo>
                      <a:lnTo>
                        <a:pt x="1139" y="271"/>
                      </a:lnTo>
                      <a:lnTo>
                        <a:pt x="1138" y="196"/>
                      </a:lnTo>
                      <a:lnTo>
                        <a:pt x="1124" y="115"/>
                      </a:lnTo>
                      <a:lnTo>
                        <a:pt x="1122" y="110"/>
                      </a:lnTo>
                      <a:lnTo>
                        <a:pt x="1115" y="97"/>
                      </a:lnTo>
                      <a:lnTo>
                        <a:pt x="1102" y="80"/>
                      </a:lnTo>
                      <a:lnTo>
                        <a:pt x="1086" y="59"/>
                      </a:lnTo>
                      <a:lnTo>
                        <a:pt x="1066" y="39"/>
                      </a:lnTo>
                      <a:lnTo>
                        <a:pt x="1041" y="20"/>
                      </a:lnTo>
                      <a:lnTo>
                        <a:pt x="1011" y="7"/>
                      </a:lnTo>
                      <a:lnTo>
                        <a:pt x="978" y="0"/>
                      </a:lnTo>
                      <a:lnTo>
                        <a:pt x="982" y="12"/>
                      </a:lnTo>
                      <a:lnTo>
                        <a:pt x="994" y="46"/>
                      </a:lnTo>
                      <a:lnTo>
                        <a:pt x="1007" y="100"/>
                      </a:lnTo>
                      <a:lnTo>
                        <a:pt x="1019" y="169"/>
                      </a:lnTo>
                      <a:lnTo>
                        <a:pt x="1022" y="252"/>
                      </a:lnTo>
                      <a:lnTo>
                        <a:pt x="1013" y="344"/>
                      </a:lnTo>
                      <a:lnTo>
                        <a:pt x="987" y="444"/>
                      </a:lnTo>
                      <a:lnTo>
                        <a:pt x="940" y="549"/>
                      </a:lnTo>
                      <a:lnTo>
                        <a:pt x="939" y="550"/>
                      </a:lnTo>
                      <a:lnTo>
                        <a:pt x="934" y="553"/>
                      </a:lnTo>
                      <a:lnTo>
                        <a:pt x="927" y="559"/>
                      </a:lnTo>
                      <a:lnTo>
                        <a:pt x="917" y="567"/>
                      </a:lnTo>
                      <a:lnTo>
                        <a:pt x="904" y="575"/>
                      </a:lnTo>
                      <a:lnTo>
                        <a:pt x="890" y="585"/>
                      </a:lnTo>
                      <a:lnTo>
                        <a:pt x="871" y="594"/>
                      </a:lnTo>
                      <a:lnTo>
                        <a:pt x="851" y="603"/>
                      </a:lnTo>
                      <a:lnTo>
                        <a:pt x="828" y="611"/>
                      </a:lnTo>
                      <a:lnTo>
                        <a:pt x="802" y="619"/>
                      </a:lnTo>
                      <a:lnTo>
                        <a:pt x="773" y="625"/>
                      </a:lnTo>
                      <a:lnTo>
                        <a:pt x="741" y="629"/>
                      </a:lnTo>
                      <a:lnTo>
                        <a:pt x="708" y="630"/>
                      </a:lnTo>
                      <a:lnTo>
                        <a:pt x="671" y="629"/>
                      </a:lnTo>
                      <a:lnTo>
                        <a:pt x="631" y="626"/>
                      </a:lnTo>
                      <a:lnTo>
                        <a:pt x="590" y="618"/>
                      </a:lnTo>
                      <a:lnTo>
                        <a:pt x="590" y="720"/>
                      </a:lnTo>
                      <a:lnTo>
                        <a:pt x="26" y="663"/>
                      </a:lnTo>
                      <a:lnTo>
                        <a:pt x="7" y="587"/>
                      </a:lnTo>
                      <a:close/>
                    </a:path>
                  </a:pathLst>
                </a:custGeom>
                <a:solidFill>
                  <a:schemeClr val="bg2">
                    <a:alpha val="100000"/>
                  </a:schemeClr>
                </a:solidFill>
                <a:ln w="9525">
                  <a:noFill/>
                </a:ln>
              </p:spPr>
              <p:txBody>
                <a:bodyPr/>
                <a:p>
                  <a:endParaRPr lang="zh-CN" altLang="en-US"/>
                </a:p>
              </p:txBody>
            </p:sp>
            <p:sp>
              <p:nvSpPr>
                <p:cNvPr id="145960" name="Freeform 659"/>
                <p:cNvSpPr/>
                <p:nvPr/>
              </p:nvSpPr>
              <p:spPr>
                <a:xfrm>
                  <a:off x="4862" y="1693"/>
                  <a:ext cx="119" cy="38"/>
                </a:xfrm>
                <a:custGeom>
                  <a:avLst/>
                  <a:gdLst/>
                  <a:ahLst/>
                  <a:cxnLst>
                    <a:cxn ang="0">
                      <a:pos x="0" y="0"/>
                    </a:cxn>
                    <a:cxn ang="0">
                      <a:pos x="0" y="0"/>
                    </a:cxn>
                    <a:cxn ang="0">
                      <a:pos x="0" y="0"/>
                    </a:cxn>
                    <a:cxn ang="0">
                      <a:pos x="0" y="0"/>
                    </a:cxn>
                    <a:cxn ang="0">
                      <a:pos x="0" y="0"/>
                    </a:cxn>
                  </a:cxnLst>
                  <a:pathLst>
                    <a:path w="837" h="269">
                      <a:moveTo>
                        <a:pt x="837" y="96"/>
                      </a:moveTo>
                      <a:lnTo>
                        <a:pt x="12" y="0"/>
                      </a:lnTo>
                      <a:lnTo>
                        <a:pt x="0" y="96"/>
                      </a:lnTo>
                      <a:lnTo>
                        <a:pt x="812" y="269"/>
                      </a:lnTo>
                      <a:lnTo>
                        <a:pt x="837" y="96"/>
                      </a:lnTo>
                      <a:close/>
                    </a:path>
                  </a:pathLst>
                </a:custGeom>
                <a:solidFill>
                  <a:schemeClr val="bg2">
                    <a:alpha val="100000"/>
                  </a:schemeClr>
                </a:solidFill>
                <a:ln w="9525">
                  <a:noFill/>
                </a:ln>
              </p:spPr>
              <p:txBody>
                <a:bodyPr/>
                <a:p>
                  <a:endParaRPr lang="zh-CN" altLang="en-US"/>
                </a:p>
              </p:txBody>
            </p:sp>
            <p:sp>
              <p:nvSpPr>
                <p:cNvPr id="145961" name="Freeform 660"/>
                <p:cNvSpPr/>
                <p:nvPr/>
              </p:nvSpPr>
              <p:spPr>
                <a:xfrm>
                  <a:off x="4921" y="1705"/>
                  <a:ext cx="51" cy="18"/>
                </a:xfrm>
                <a:custGeom>
                  <a:avLst/>
                  <a:gdLst/>
                  <a:ahLst/>
                  <a:cxnLst>
                    <a:cxn ang="0">
                      <a:pos x="0" y="0"/>
                    </a:cxn>
                    <a:cxn ang="0">
                      <a:pos x="0" y="0"/>
                    </a:cxn>
                    <a:cxn ang="0">
                      <a:pos x="0" y="0"/>
                    </a:cxn>
                    <a:cxn ang="0">
                      <a:pos x="0" y="0"/>
                    </a:cxn>
                    <a:cxn ang="0">
                      <a:pos x="0" y="0"/>
                    </a:cxn>
                  </a:cxnLst>
                  <a:pathLst>
                    <a:path w="358" h="122">
                      <a:moveTo>
                        <a:pt x="358" y="53"/>
                      </a:moveTo>
                      <a:lnTo>
                        <a:pt x="5" y="0"/>
                      </a:lnTo>
                      <a:lnTo>
                        <a:pt x="0" y="51"/>
                      </a:lnTo>
                      <a:lnTo>
                        <a:pt x="348" y="122"/>
                      </a:lnTo>
                      <a:lnTo>
                        <a:pt x="358" y="53"/>
                      </a:lnTo>
                      <a:close/>
                    </a:path>
                  </a:pathLst>
                </a:custGeom>
                <a:solidFill>
                  <a:schemeClr val="folHlink">
                    <a:alpha val="100000"/>
                  </a:schemeClr>
                </a:solidFill>
                <a:ln w="9525">
                  <a:noFill/>
                </a:ln>
              </p:spPr>
              <p:txBody>
                <a:bodyPr/>
                <a:p>
                  <a:endParaRPr lang="zh-CN" altLang="en-US"/>
                </a:p>
              </p:txBody>
            </p:sp>
            <p:sp>
              <p:nvSpPr>
                <p:cNvPr id="145962" name="Freeform 661"/>
                <p:cNvSpPr/>
                <p:nvPr/>
              </p:nvSpPr>
              <p:spPr>
                <a:xfrm>
                  <a:off x="4869" y="1696"/>
                  <a:ext cx="34" cy="13"/>
                </a:xfrm>
                <a:custGeom>
                  <a:avLst/>
                  <a:gdLst/>
                  <a:ahLst/>
                  <a:cxnLst>
                    <a:cxn ang="0">
                      <a:pos x="0" y="0"/>
                    </a:cxn>
                    <a:cxn ang="0">
                      <a:pos x="0" y="0"/>
                    </a:cxn>
                    <a:cxn ang="0">
                      <a:pos x="0" y="0"/>
                    </a:cxn>
                    <a:cxn ang="0">
                      <a:pos x="0" y="0"/>
                    </a:cxn>
                    <a:cxn ang="0">
                      <a:pos x="0" y="0"/>
                    </a:cxn>
                  </a:cxnLst>
                  <a:pathLst>
                    <a:path w="239" h="91">
                      <a:moveTo>
                        <a:pt x="239" y="42"/>
                      </a:moveTo>
                      <a:lnTo>
                        <a:pt x="0" y="0"/>
                      </a:lnTo>
                      <a:lnTo>
                        <a:pt x="2" y="44"/>
                      </a:lnTo>
                      <a:lnTo>
                        <a:pt x="231" y="91"/>
                      </a:lnTo>
                      <a:lnTo>
                        <a:pt x="239" y="42"/>
                      </a:lnTo>
                      <a:close/>
                    </a:path>
                  </a:pathLst>
                </a:custGeom>
                <a:solidFill>
                  <a:schemeClr val="folHlink">
                    <a:alpha val="100000"/>
                  </a:schemeClr>
                </a:solidFill>
                <a:ln w="9525">
                  <a:noFill/>
                </a:ln>
              </p:spPr>
              <p:txBody>
                <a:bodyPr/>
                <a:p>
                  <a:endParaRPr lang="zh-CN" altLang="en-US"/>
                </a:p>
              </p:txBody>
            </p:sp>
            <p:sp>
              <p:nvSpPr>
                <p:cNvPr id="145963" name="Freeform 662"/>
                <p:cNvSpPr/>
                <p:nvPr/>
              </p:nvSpPr>
              <p:spPr>
                <a:xfrm>
                  <a:off x="4783" y="1709"/>
                  <a:ext cx="202" cy="67"/>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409" h="466">
                      <a:moveTo>
                        <a:pt x="0" y="140"/>
                      </a:moveTo>
                      <a:lnTo>
                        <a:pt x="4" y="140"/>
                      </a:lnTo>
                      <a:lnTo>
                        <a:pt x="12" y="138"/>
                      </a:lnTo>
                      <a:lnTo>
                        <a:pt x="27" y="135"/>
                      </a:lnTo>
                      <a:lnTo>
                        <a:pt x="45" y="132"/>
                      </a:lnTo>
                      <a:lnTo>
                        <a:pt x="67" y="128"/>
                      </a:lnTo>
                      <a:lnTo>
                        <a:pt x="92" y="123"/>
                      </a:lnTo>
                      <a:lnTo>
                        <a:pt x="120" y="116"/>
                      </a:lnTo>
                      <a:lnTo>
                        <a:pt x="150" y="108"/>
                      </a:lnTo>
                      <a:lnTo>
                        <a:pt x="181" y="100"/>
                      </a:lnTo>
                      <a:lnTo>
                        <a:pt x="212" y="89"/>
                      </a:lnTo>
                      <a:lnTo>
                        <a:pt x="243" y="78"/>
                      </a:lnTo>
                      <a:lnTo>
                        <a:pt x="273" y="65"/>
                      </a:lnTo>
                      <a:lnTo>
                        <a:pt x="303" y="50"/>
                      </a:lnTo>
                      <a:lnTo>
                        <a:pt x="330" y="35"/>
                      </a:lnTo>
                      <a:lnTo>
                        <a:pt x="355" y="18"/>
                      </a:lnTo>
                      <a:lnTo>
                        <a:pt x="375" y="0"/>
                      </a:lnTo>
                      <a:lnTo>
                        <a:pt x="1409" y="236"/>
                      </a:lnTo>
                      <a:lnTo>
                        <a:pt x="1407" y="239"/>
                      </a:lnTo>
                      <a:lnTo>
                        <a:pt x="1401" y="245"/>
                      </a:lnTo>
                      <a:lnTo>
                        <a:pt x="1392" y="254"/>
                      </a:lnTo>
                      <a:lnTo>
                        <a:pt x="1379" y="265"/>
                      </a:lnTo>
                      <a:lnTo>
                        <a:pt x="1363" y="279"/>
                      </a:lnTo>
                      <a:lnTo>
                        <a:pt x="1345" y="295"/>
                      </a:lnTo>
                      <a:lnTo>
                        <a:pt x="1325" y="313"/>
                      </a:lnTo>
                      <a:lnTo>
                        <a:pt x="1303" y="332"/>
                      </a:lnTo>
                      <a:lnTo>
                        <a:pt x="1279" y="351"/>
                      </a:lnTo>
                      <a:lnTo>
                        <a:pt x="1253" y="371"/>
                      </a:lnTo>
                      <a:lnTo>
                        <a:pt x="1227" y="390"/>
                      </a:lnTo>
                      <a:lnTo>
                        <a:pt x="1200" y="409"/>
                      </a:lnTo>
                      <a:lnTo>
                        <a:pt x="1172" y="426"/>
                      </a:lnTo>
                      <a:lnTo>
                        <a:pt x="1145" y="441"/>
                      </a:lnTo>
                      <a:lnTo>
                        <a:pt x="1117" y="455"/>
                      </a:lnTo>
                      <a:lnTo>
                        <a:pt x="1091" y="466"/>
                      </a:lnTo>
                      <a:lnTo>
                        <a:pt x="0" y="140"/>
                      </a:lnTo>
                      <a:close/>
                    </a:path>
                  </a:pathLst>
                </a:custGeom>
                <a:solidFill>
                  <a:schemeClr val="bg2">
                    <a:alpha val="100000"/>
                  </a:schemeClr>
                </a:solidFill>
                <a:ln w="9525">
                  <a:noFill/>
                </a:ln>
              </p:spPr>
              <p:txBody>
                <a:bodyPr/>
                <a:p>
                  <a:endParaRPr lang="zh-CN" altLang="en-US"/>
                </a:p>
              </p:txBody>
            </p:sp>
            <p:sp>
              <p:nvSpPr>
                <p:cNvPr id="145964" name="Freeform 663"/>
                <p:cNvSpPr/>
                <p:nvPr/>
              </p:nvSpPr>
              <p:spPr>
                <a:xfrm>
                  <a:off x="4984" y="1702"/>
                  <a:ext cx="72" cy="32"/>
                </a:xfrm>
                <a:custGeom>
                  <a:avLst/>
                  <a:gdLst/>
                  <a:ahLst/>
                  <a:cxnLst>
                    <a:cxn ang="0">
                      <a:pos x="0" y="0"/>
                    </a:cxn>
                    <a:cxn ang="0">
                      <a:pos x="0" y="0"/>
                    </a:cxn>
                    <a:cxn ang="0">
                      <a:pos x="0" y="0"/>
                    </a:cxn>
                    <a:cxn ang="0">
                      <a:pos x="0" y="0"/>
                    </a:cxn>
                    <a:cxn ang="0">
                      <a:pos x="0" y="0"/>
                    </a:cxn>
                    <a:cxn ang="0">
                      <a:pos x="0" y="0"/>
                    </a:cxn>
                  </a:cxnLst>
                  <a:pathLst>
                    <a:path w="502" h="223">
                      <a:moveTo>
                        <a:pt x="51" y="223"/>
                      </a:moveTo>
                      <a:lnTo>
                        <a:pt x="502" y="90"/>
                      </a:lnTo>
                      <a:lnTo>
                        <a:pt x="229" y="0"/>
                      </a:lnTo>
                      <a:lnTo>
                        <a:pt x="6" y="26"/>
                      </a:lnTo>
                      <a:lnTo>
                        <a:pt x="0" y="211"/>
                      </a:lnTo>
                      <a:lnTo>
                        <a:pt x="51" y="223"/>
                      </a:lnTo>
                      <a:close/>
                    </a:path>
                  </a:pathLst>
                </a:custGeom>
                <a:solidFill>
                  <a:schemeClr val="bg2">
                    <a:alpha val="100000"/>
                  </a:schemeClr>
                </a:solidFill>
                <a:ln w="9525">
                  <a:noFill/>
                </a:ln>
              </p:spPr>
              <p:txBody>
                <a:bodyPr/>
                <a:p>
                  <a:endParaRPr lang="zh-CN" altLang="en-US"/>
                </a:p>
              </p:txBody>
            </p:sp>
            <p:sp>
              <p:nvSpPr>
                <p:cNvPr id="145965" name="Freeform 664"/>
                <p:cNvSpPr/>
                <p:nvPr/>
              </p:nvSpPr>
              <p:spPr>
                <a:xfrm>
                  <a:off x="4799" y="1565"/>
                  <a:ext cx="38" cy="152"/>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67" h="1064">
                      <a:moveTo>
                        <a:pt x="267" y="26"/>
                      </a:moveTo>
                      <a:lnTo>
                        <a:pt x="266" y="24"/>
                      </a:lnTo>
                      <a:lnTo>
                        <a:pt x="262" y="22"/>
                      </a:lnTo>
                      <a:lnTo>
                        <a:pt x="254" y="20"/>
                      </a:lnTo>
                      <a:lnTo>
                        <a:pt x="244" y="16"/>
                      </a:lnTo>
                      <a:lnTo>
                        <a:pt x="232" y="12"/>
                      </a:lnTo>
                      <a:lnTo>
                        <a:pt x="218" y="8"/>
                      </a:lnTo>
                      <a:lnTo>
                        <a:pt x="202" y="5"/>
                      </a:lnTo>
                      <a:lnTo>
                        <a:pt x="184" y="1"/>
                      </a:lnTo>
                      <a:lnTo>
                        <a:pt x="164" y="0"/>
                      </a:lnTo>
                      <a:lnTo>
                        <a:pt x="143" y="0"/>
                      </a:lnTo>
                      <a:lnTo>
                        <a:pt x="121" y="3"/>
                      </a:lnTo>
                      <a:lnTo>
                        <a:pt x="98" y="6"/>
                      </a:lnTo>
                      <a:lnTo>
                        <a:pt x="74" y="13"/>
                      </a:lnTo>
                      <a:lnTo>
                        <a:pt x="50" y="22"/>
                      </a:lnTo>
                      <a:lnTo>
                        <a:pt x="25" y="35"/>
                      </a:lnTo>
                      <a:lnTo>
                        <a:pt x="0" y="51"/>
                      </a:lnTo>
                      <a:lnTo>
                        <a:pt x="0" y="1064"/>
                      </a:lnTo>
                      <a:lnTo>
                        <a:pt x="1" y="1064"/>
                      </a:lnTo>
                      <a:lnTo>
                        <a:pt x="7" y="1064"/>
                      </a:lnTo>
                      <a:lnTo>
                        <a:pt x="15" y="1063"/>
                      </a:lnTo>
                      <a:lnTo>
                        <a:pt x="25" y="1062"/>
                      </a:lnTo>
                      <a:lnTo>
                        <a:pt x="37" y="1060"/>
                      </a:lnTo>
                      <a:lnTo>
                        <a:pt x="52" y="1057"/>
                      </a:lnTo>
                      <a:lnTo>
                        <a:pt x="69" y="1054"/>
                      </a:lnTo>
                      <a:lnTo>
                        <a:pt x="88" y="1049"/>
                      </a:lnTo>
                      <a:lnTo>
                        <a:pt x="108" y="1044"/>
                      </a:lnTo>
                      <a:lnTo>
                        <a:pt x="129" y="1037"/>
                      </a:lnTo>
                      <a:lnTo>
                        <a:pt x="152" y="1029"/>
                      </a:lnTo>
                      <a:lnTo>
                        <a:pt x="175" y="1018"/>
                      </a:lnTo>
                      <a:lnTo>
                        <a:pt x="198" y="1007"/>
                      </a:lnTo>
                      <a:lnTo>
                        <a:pt x="222" y="994"/>
                      </a:lnTo>
                      <a:lnTo>
                        <a:pt x="244" y="979"/>
                      </a:lnTo>
                      <a:lnTo>
                        <a:pt x="267" y="962"/>
                      </a:lnTo>
                      <a:lnTo>
                        <a:pt x="267" y="26"/>
                      </a:lnTo>
                      <a:close/>
                    </a:path>
                  </a:pathLst>
                </a:custGeom>
                <a:solidFill>
                  <a:schemeClr val="bg2">
                    <a:alpha val="100000"/>
                  </a:schemeClr>
                </a:solidFill>
                <a:ln w="9525">
                  <a:noFill/>
                </a:ln>
              </p:spPr>
              <p:txBody>
                <a:bodyPr/>
                <a:p>
                  <a:endParaRPr lang="zh-CN" altLang="en-US"/>
                </a:p>
              </p:txBody>
            </p:sp>
            <p:sp>
              <p:nvSpPr>
                <p:cNvPr id="145966" name="Freeform 665"/>
                <p:cNvSpPr/>
                <p:nvPr/>
              </p:nvSpPr>
              <p:spPr>
                <a:xfrm>
                  <a:off x="4800" y="1567"/>
                  <a:ext cx="33" cy="12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28" h="898">
                      <a:moveTo>
                        <a:pt x="228" y="21"/>
                      </a:moveTo>
                      <a:lnTo>
                        <a:pt x="227" y="20"/>
                      </a:lnTo>
                      <a:lnTo>
                        <a:pt x="224" y="19"/>
                      </a:lnTo>
                      <a:lnTo>
                        <a:pt x="217" y="17"/>
                      </a:lnTo>
                      <a:lnTo>
                        <a:pt x="209" y="13"/>
                      </a:lnTo>
                      <a:lnTo>
                        <a:pt x="199" y="10"/>
                      </a:lnTo>
                      <a:lnTo>
                        <a:pt x="186" y="6"/>
                      </a:lnTo>
                      <a:lnTo>
                        <a:pt x="172" y="4"/>
                      </a:lnTo>
                      <a:lnTo>
                        <a:pt x="157" y="2"/>
                      </a:lnTo>
                      <a:lnTo>
                        <a:pt x="140" y="0"/>
                      </a:lnTo>
                      <a:lnTo>
                        <a:pt x="122" y="0"/>
                      </a:lnTo>
                      <a:lnTo>
                        <a:pt x="104" y="2"/>
                      </a:lnTo>
                      <a:lnTo>
                        <a:pt x="83" y="5"/>
                      </a:lnTo>
                      <a:lnTo>
                        <a:pt x="64" y="11"/>
                      </a:lnTo>
                      <a:lnTo>
                        <a:pt x="42" y="19"/>
                      </a:lnTo>
                      <a:lnTo>
                        <a:pt x="21" y="29"/>
                      </a:lnTo>
                      <a:lnTo>
                        <a:pt x="0" y="43"/>
                      </a:lnTo>
                      <a:lnTo>
                        <a:pt x="0" y="898"/>
                      </a:lnTo>
                      <a:lnTo>
                        <a:pt x="1" y="898"/>
                      </a:lnTo>
                      <a:lnTo>
                        <a:pt x="5" y="898"/>
                      </a:lnTo>
                      <a:lnTo>
                        <a:pt x="12" y="897"/>
                      </a:lnTo>
                      <a:lnTo>
                        <a:pt x="21" y="896"/>
                      </a:lnTo>
                      <a:lnTo>
                        <a:pt x="32" y="894"/>
                      </a:lnTo>
                      <a:lnTo>
                        <a:pt x="45" y="892"/>
                      </a:lnTo>
                      <a:lnTo>
                        <a:pt x="59" y="889"/>
                      </a:lnTo>
                      <a:lnTo>
                        <a:pt x="75" y="884"/>
                      </a:lnTo>
                      <a:lnTo>
                        <a:pt x="92" y="879"/>
                      </a:lnTo>
                      <a:lnTo>
                        <a:pt x="111" y="874"/>
                      </a:lnTo>
                      <a:lnTo>
                        <a:pt x="130" y="867"/>
                      </a:lnTo>
                      <a:lnTo>
                        <a:pt x="149" y="858"/>
                      </a:lnTo>
                      <a:lnTo>
                        <a:pt x="169" y="848"/>
                      </a:lnTo>
                      <a:lnTo>
                        <a:pt x="190" y="837"/>
                      </a:lnTo>
                      <a:lnTo>
                        <a:pt x="209" y="824"/>
                      </a:lnTo>
                      <a:lnTo>
                        <a:pt x="228" y="809"/>
                      </a:lnTo>
                      <a:lnTo>
                        <a:pt x="228" y="21"/>
                      </a:lnTo>
                      <a:close/>
                    </a:path>
                  </a:pathLst>
                </a:custGeom>
                <a:solidFill>
                  <a:schemeClr val="bg2">
                    <a:alpha val="100000"/>
                  </a:schemeClr>
                </a:solidFill>
                <a:ln w="9525">
                  <a:noFill/>
                </a:ln>
              </p:spPr>
              <p:txBody>
                <a:bodyPr/>
                <a:p>
                  <a:endParaRPr lang="zh-CN" altLang="en-US"/>
                </a:p>
              </p:txBody>
            </p:sp>
            <p:sp>
              <p:nvSpPr>
                <p:cNvPr id="145967" name="Freeform 666"/>
                <p:cNvSpPr/>
                <p:nvPr/>
              </p:nvSpPr>
              <p:spPr>
                <a:xfrm>
                  <a:off x="4801" y="1568"/>
                  <a:ext cx="27" cy="104"/>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92" h="729">
                      <a:moveTo>
                        <a:pt x="192" y="17"/>
                      </a:moveTo>
                      <a:lnTo>
                        <a:pt x="191" y="17"/>
                      </a:lnTo>
                      <a:lnTo>
                        <a:pt x="187" y="15"/>
                      </a:lnTo>
                      <a:lnTo>
                        <a:pt x="183" y="12"/>
                      </a:lnTo>
                      <a:lnTo>
                        <a:pt x="176" y="10"/>
                      </a:lnTo>
                      <a:lnTo>
                        <a:pt x="167" y="8"/>
                      </a:lnTo>
                      <a:lnTo>
                        <a:pt x="156" y="4"/>
                      </a:lnTo>
                      <a:lnTo>
                        <a:pt x="145" y="2"/>
                      </a:lnTo>
                      <a:lnTo>
                        <a:pt x="132" y="0"/>
                      </a:lnTo>
                      <a:lnTo>
                        <a:pt x="117" y="0"/>
                      </a:lnTo>
                      <a:lnTo>
                        <a:pt x="102" y="0"/>
                      </a:lnTo>
                      <a:lnTo>
                        <a:pt x="86" y="1"/>
                      </a:lnTo>
                      <a:lnTo>
                        <a:pt x="70" y="3"/>
                      </a:lnTo>
                      <a:lnTo>
                        <a:pt x="53" y="8"/>
                      </a:lnTo>
                      <a:lnTo>
                        <a:pt x="35" y="15"/>
                      </a:lnTo>
                      <a:lnTo>
                        <a:pt x="18" y="24"/>
                      </a:lnTo>
                      <a:lnTo>
                        <a:pt x="0" y="35"/>
                      </a:lnTo>
                      <a:lnTo>
                        <a:pt x="0" y="729"/>
                      </a:lnTo>
                      <a:lnTo>
                        <a:pt x="1" y="729"/>
                      </a:lnTo>
                      <a:lnTo>
                        <a:pt x="4" y="729"/>
                      </a:lnTo>
                      <a:lnTo>
                        <a:pt x="10" y="728"/>
                      </a:lnTo>
                      <a:lnTo>
                        <a:pt x="18" y="727"/>
                      </a:lnTo>
                      <a:lnTo>
                        <a:pt x="27" y="726"/>
                      </a:lnTo>
                      <a:lnTo>
                        <a:pt x="37" y="725"/>
                      </a:lnTo>
                      <a:lnTo>
                        <a:pt x="50" y="721"/>
                      </a:lnTo>
                      <a:lnTo>
                        <a:pt x="64" y="719"/>
                      </a:lnTo>
                      <a:lnTo>
                        <a:pt x="77" y="714"/>
                      </a:lnTo>
                      <a:lnTo>
                        <a:pt x="92" y="710"/>
                      </a:lnTo>
                      <a:lnTo>
                        <a:pt x="108" y="704"/>
                      </a:lnTo>
                      <a:lnTo>
                        <a:pt x="125" y="697"/>
                      </a:lnTo>
                      <a:lnTo>
                        <a:pt x="141" y="689"/>
                      </a:lnTo>
                      <a:lnTo>
                        <a:pt x="159" y="680"/>
                      </a:lnTo>
                      <a:lnTo>
                        <a:pt x="176" y="668"/>
                      </a:lnTo>
                      <a:lnTo>
                        <a:pt x="192" y="657"/>
                      </a:lnTo>
                      <a:lnTo>
                        <a:pt x="192" y="17"/>
                      </a:lnTo>
                      <a:close/>
                    </a:path>
                  </a:pathLst>
                </a:custGeom>
                <a:solidFill>
                  <a:srgbClr val="DDDDDD">
                    <a:alpha val="100000"/>
                  </a:srgbClr>
                </a:solidFill>
                <a:ln w="9525">
                  <a:noFill/>
                </a:ln>
              </p:spPr>
              <p:txBody>
                <a:bodyPr/>
                <a:p>
                  <a:endParaRPr lang="zh-CN" altLang="en-US"/>
                </a:p>
              </p:txBody>
            </p:sp>
            <p:sp>
              <p:nvSpPr>
                <p:cNvPr id="145968" name="Freeform 667"/>
                <p:cNvSpPr/>
                <p:nvPr/>
              </p:nvSpPr>
              <p:spPr>
                <a:xfrm>
                  <a:off x="4802" y="1569"/>
                  <a:ext cx="22" cy="8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56" h="564">
                      <a:moveTo>
                        <a:pt x="156" y="15"/>
                      </a:moveTo>
                      <a:lnTo>
                        <a:pt x="153" y="14"/>
                      </a:lnTo>
                      <a:lnTo>
                        <a:pt x="142" y="9"/>
                      </a:lnTo>
                      <a:lnTo>
                        <a:pt x="127" y="4"/>
                      </a:lnTo>
                      <a:lnTo>
                        <a:pt x="108" y="1"/>
                      </a:lnTo>
                      <a:lnTo>
                        <a:pt x="84" y="0"/>
                      </a:lnTo>
                      <a:lnTo>
                        <a:pt x="58" y="3"/>
                      </a:lnTo>
                      <a:lnTo>
                        <a:pt x="29" y="12"/>
                      </a:lnTo>
                      <a:lnTo>
                        <a:pt x="0" y="28"/>
                      </a:lnTo>
                      <a:lnTo>
                        <a:pt x="0" y="564"/>
                      </a:lnTo>
                      <a:lnTo>
                        <a:pt x="4" y="564"/>
                      </a:lnTo>
                      <a:lnTo>
                        <a:pt x="15" y="563"/>
                      </a:lnTo>
                      <a:lnTo>
                        <a:pt x="31" y="560"/>
                      </a:lnTo>
                      <a:lnTo>
                        <a:pt x="52" y="555"/>
                      </a:lnTo>
                      <a:lnTo>
                        <a:pt x="76" y="548"/>
                      </a:lnTo>
                      <a:lnTo>
                        <a:pt x="102" y="537"/>
                      </a:lnTo>
                      <a:lnTo>
                        <a:pt x="128" y="524"/>
                      </a:lnTo>
                      <a:lnTo>
                        <a:pt x="156" y="505"/>
                      </a:lnTo>
                      <a:lnTo>
                        <a:pt x="156" y="15"/>
                      </a:lnTo>
                      <a:close/>
                    </a:path>
                  </a:pathLst>
                </a:custGeom>
                <a:solidFill>
                  <a:schemeClr val="bg2">
                    <a:alpha val="100000"/>
                  </a:schemeClr>
                </a:solidFill>
                <a:ln w="9525">
                  <a:noFill/>
                </a:ln>
              </p:spPr>
              <p:txBody>
                <a:bodyPr/>
                <a:p>
                  <a:endParaRPr lang="zh-CN" altLang="en-US"/>
                </a:p>
              </p:txBody>
            </p:sp>
            <p:sp>
              <p:nvSpPr>
                <p:cNvPr id="145969" name="Freeform 668"/>
                <p:cNvSpPr/>
                <p:nvPr/>
              </p:nvSpPr>
              <p:spPr>
                <a:xfrm>
                  <a:off x="4803" y="1571"/>
                  <a:ext cx="17" cy="5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7" h="396">
                      <a:moveTo>
                        <a:pt x="117" y="10"/>
                      </a:moveTo>
                      <a:lnTo>
                        <a:pt x="115" y="9"/>
                      </a:lnTo>
                      <a:lnTo>
                        <a:pt x="107" y="6"/>
                      </a:lnTo>
                      <a:lnTo>
                        <a:pt x="95" y="2"/>
                      </a:lnTo>
                      <a:lnTo>
                        <a:pt x="80" y="0"/>
                      </a:lnTo>
                      <a:lnTo>
                        <a:pt x="63" y="0"/>
                      </a:lnTo>
                      <a:lnTo>
                        <a:pt x="43" y="2"/>
                      </a:lnTo>
                      <a:lnTo>
                        <a:pt x="22" y="9"/>
                      </a:lnTo>
                      <a:lnTo>
                        <a:pt x="0" y="22"/>
                      </a:lnTo>
                      <a:lnTo>
                        <a:pt x="0" y="396"/>
                      </a:lnTo>
                      <a:lnTo>
                        <a:pt x="3" y="396"/>
                      </a:lnTo>
                      <a:lnTo>
                        <a:pt x="11" y="395"/>
                      </a:lnTo>
                      <a:lnTo>
                        <a:pt x="23" y="393"/>
                      </a:lnTo>
                      <a:lnTo>
                        <a:pt x="39" y="389"/>
                      </a:lnTo>
                      <a:lnTo>
                        <a:pt x="58" y="385"/>
                      </a:lnTo>
                      <a:lnTo>
                        <a:pt x="77" y="377"/>
                      </a:lnTo>
                      <a:lnTo>
                        <a:pt x="96" y="365"/>
                      </a:lnTo>
                      <a:lnTo>
                        <a:pt x="117" y="351"/>
                      </a:lnTo>
                      <a:lnTo>
                        <a:pt x="117" y="10"/>
                      </a:lnTo>
                      <a:close/>
                    </a:path>
                  </a:pathLst>
                </a:custGeom>
                <a:solidFill>
                  <a:schemeClr val="bg2">
                    <a:alpha val="100000"/>
                  </a:schemeClr>
                </a:solidFill>
                <a:ln w="9525">
                  <a:noFill/>
                </a:ln>
              </p:spPr>
              <p:txBody>
                <a:bodyPr/>
                <a:p>
                  <a:endParaRPr lang="zh-CN" altLang="en-US"/>
                </a:p>
              </p:txBody>
            </p:sp>
            <p:sp>
              <p:nvSpPr>
                <p:cNvPr id="145970" name="Freeform 669"/>
                <p:cNvSpPr/>
                <p:nvPr/>
              </p:nvSpPr>
              <p:spPr>
                <a:xfrm>
                  <a:off x="4804" y="1572"/>
                  <a:ext cx="11" cy="33"/>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80" h="230">
                      <a:moveTo>
                        <a:pt x="80" y="7"/>
                      </a:moveTo>
                      <a:lnTo>
                        <a:pt x="78" y="6"/>
                      </a:lnTo>
                      <a:lnTo>
                        <a:pt x="73" y="5"/>
                      </a:lnTo>
                      <a:lnTo>
                        <a:pt x="65" y="2"/>
                      </a:lnTo>
                      <a:lnTo>
                        <a:pt x="55" y="0"/>
                      </a:lnTo>
                      <a:lnTo>
                        <a:pt x="44" y="0"/>
                      </a:lnTo>
                      <a:lnTo>
                        <a:pt x="30" y="1"/>
                      </a:lnTo>
                      <a:lnTo>
                        <a:pt x="15" y="7"/>
                      </a:lnTo>
                      <a:lnTo>
                        <a:pt x="0" y="15"/>
                      </a:lnTo>
                      <a:lnTo>
                        <a:pt x="0" y="230"/>
                      </a:lnTo>
                      <a:lnTo>
                        <a:pt x="3" y="230"/>
                      </a:lnTo>
                      <a:lnTo>
                        <a:pt x="7" y="229"/>
                      </a:lnTo>
                      <a:lnTo>
                        <a:pt x="16" y="228"/>
                      </a:lnTo>
                      <a:lnTo>
                        <a:pt x="27" y="225"/>
                      </a:lnTo>
                      <a:lnTo>
                        <a:pt x="39" y="222"/>
                      </a:lnTo>
                      <a:lnTo>
                        <a:pt x="53" y="216"/>
                      </a:lnTo>
                      <a:lnTo>
                        <a:pt x="67" y="208"/>
                      </a:lnTo>
                      <a:lnTo>
                        <a:pt x="80" y="199"/>
                      </a:lnTo>
                      <a:lnTo>
                        <a:pt x="80" y="7"/>
                      </a:lnTo>
                      <a:close/>
                    </a:path>
                  </a:pathLst>
                </a:custGeom>
                <a:solidFill>
                  <a:schemeClr val="bg2">
                    <a:alpha val="100000"/>
                  </a:schemeClr>
                </a:solidFill>
                <a:ln w="9525">
                  <a:noFill/>
                </a:ln>
              </p:spPr>
              <p:txBody>
                <a:bodyPr/>
                <a:p>
                  <a:endParaRPr lang="zh-CN" altLang="en-US"/>
                </a:p>
              </p:txBody>
            </p:sp>
            <p:sp>
              <p:nvSpPr>
                <p:cNvPr id="145971" name="Freeform 670"/>
                <p:cNvSpPr/>
                <p:nvPr/>
              </p:nvSpPr>
              <p:spPr>
                <a:xfrm>
                  <a:off x="4942" y="1666"/>
                  <a:ext cx="16" cy="17"/>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7" h="117">
                      <a:moveTo>
                        <a:pt x="58" y="117"/>
                      </a:moveTo>
                      <a:lnTo>
                        <a:pt x="70" y="116"/>
                      </a:lnTo>
                      <a:lnTo>
                        <a:pt x="81" y="112"/>
                      </a:lnTo>
                      <a:lnTo>
                        <a:pt x="90" y="106"/>
                      </a:lnTo>
                      <a:lnTo>
                        <a:pt x="100" y="100"/>
                      </a:lnTo>
                      <a:lnTo>
                        <a:pt x="106" y="90"/>
                      </a:lnTo>
                      <a:lnTo>
                        <a:pt x="112" y="81"/>
                      </a:lnTo>
                      <a:lnTo>
                        <a:pt x="116" y="70"/>
                      </a:lnTo>
                      <a:lnTo>
                        <a:pt x="117" y="58"/>
                      </a:lnTo>
                      <a:lnTo>
                        <a:pt x="116" y="46"/>
                      </a:lnTo>
                      <a:lnTo>
                        <a:pt x="112" y="35"/>
                      </a:lnTo>
                      <a:lnTo>
                        <a:pt x="106" y="25"/>
                      </a:lnTo>
                      <a:lnTo>
                        <a:pt x="100" y="17"/>
                      </a:lnTo>
                      <a:lnTo>
                        <a:pt x="90" y="9"/>
                      </a:lnTo>
                      <a:lnTo>
                        <a:pt x="81" y="4"/>
                      </a:lnTo>
                      <a:lnTo>
                        <a:pt x="70" y="1"/>
                      </a:lnTo>
                      <a:lnTo>
                        <a:pt x="58" y="0"/>
                      </a:lnTo>
                      <a:lnTo>
                        <a:pt x="47" y="1"/>
                      </a:lnTo>
                      <a:lnTo>
                        <a:pt x="36" y="4"/>
                      </a:lnTo>
                      <a:lnTo>
                        <a:pt x="26" y="9"/>
                      </a:lnTo>
                      <a:lnTo>
                        <a:pt x="17" y="17"/>
                      </a:lnTo>
                      <a:lnTo>
                        <a:pt x="10" y="25"/>
                      </a:lnTo>
                      <a:lnTo>
                        <a:pt x="5" y="35"/>
                      </a:lnTo>
                      <a:lnTo>
                        <a:pt x="1" y="46"/>
                      </a:lnTo>
                      <a:lnTo>
                        <a:pt x="0" y="58"/>
                      </a:lnTo>
                      <a:lnTo>
                        <a:pt x="1" y="70"/>
                      </a:lnTo>
                      <a:lnTo>
                        <a:pt x="5" y="81"/>
                      </a:lnTo>
                      <a:lnTo>
                        <a:pt x="10" y="90"/>
                      </a:lnTo>
                      <a:lnTo>
                        <a:pt x="17" y="100"/>
                      </a:lnTo>
                      <a:lnTo>
                        <a:pt x="26" y="106"/>
                      </a:lnTo>
                      <a:lnTo>
                        <a:pt x="36" y="112"/>
                      </a:lnTo>
                      <a:lnTo>
                        <a:pt x="47" y="116"/>
                      </a:lnTo>
                      <a:lnTo>
                        <a:pt x="58" y="117"/>
                      </a:lnTo>
                      <a:close/>
                    </a:path>
                  </a:pathLst>
                </a:custGeom>
                <a:solidFill>
                  <a:schemeClr val="bg2">
                    <a:alpha val="100000"/>
                  </a:schemeClr>
                </a:solidFill>
                <a:ln w="9525">
                  <a:noFill/>
                </a:ln>
              </p:spPr>
              <p:txBody>
                <a:bodyPr/>
                <a:p>
                  <a:endParaRPr lang="zh-CN" altLang="en-US"/>
                </a:p>
              </p:txBody>
            </p:sp>
            <p:sp>
              <p:nvSpPr>
                <p:cNvPr id="145972" name="Freeform 671"/>
                <p:cNvSpPr/>
                <p:nvPr/>
              </p:nvSpPr>
              <p:spPr>
                <a:xfrm>
                  <a:off x="4890" y="1666"/>
                  <a:ext cx="9" cy="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8" h="59">
                      <a:moveTo>
                        <a:pt x="29" y="59"/>
                      </a:moveTo>
                      <a:lnTo>
                        <a:pt x="40" y="56"/>
                      </a:lnTo>
                      <a:lnTo>
                        <a:pt x="50" y="49"/>
                      </a:lnTo>
                      <a:lnTo>
                        <a:pt x="56" y="40"/>
                      </a:lnTo>
                      <a:lnTo>
                        <a:pt x="58" y="29"/>
                      </a:lnTo>
                      <a:lnTo>
                        <a:pt x="56" y="17"/>
                      </a:lnTo>
                      <a:lnTo>
                        <a:pt x="50" y="8"/>
                      </a:lnTo>
                      <a:lnTo>
                        <a:pt x="40" y="2"/>
                      </a:lnTo>
                      <a:lnTo>
                        <a:pt x="29" y="0"/>
                      </a:lnTo>
                      <a:lnTo>
                        <a:pt x="17" y="2"/>
                      </a:lnTo>
                      <a:lnTo>
                        <a:pt x="8" y="8"/>
                      </a:lnTo>
                      <a:lnTo>
                        <a:pt x="2" y="17"/>
                      </a:lnTo>
                      <a:lnTo>
                        <a:pt x="0" y="29"/>
                      </a:lnTo>
                      <a:lnTo>
                        <a:pt x="2" y="40"/>
                      </a:lnTo>
                      <a:lnTo>
                        <a:pt x="8" y="49"/>
                      </a:lnTo>
                      <a:lnTo>
                        <a:pt x="17" y="56"/>
                      </a:lnTo>
                      <a:lnTo>
                        <a:pt x="29" y="59"/>
                      </a:lnTo>
                      <a:close/>
                    </a:path>
                  </a:pathLst>
                </a:custGeom>
                <a:solidFill>
                  <a:srgbClr val="FFFFFF">
                    <a:alpha val="100000"/>
                  </a:srgbClr>
                </a:solidFill>
                <a:ln w="9525">
                  <a:noFill/>
                </a:ln>
              </p:spPr>
              <p:txBody>
                <a:bodyPr/>
                <a:p>
                  <a:endParaRPr lang="zh-CN" altLang="en-US"/>
                </a:p>
              </p:txBody>
            </p:sp>
            <p:sp>
              <p:nvSpPr>
                <p:cNvPr id="145973" name="Freeform 672"/>
                <p:cNvSpPr/>
                <p:nvPr/>
              </p:nvSpPr>
              <p:spPr>
                <a:xfrm>
                  <a:off x="4905" y="1667"/>
                  <a:ext cx="8" cy="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8" h="59">
                      <a:moveTo>
                        <a:pt x="29" y="59"/>
                      </a:moveTo>
                      <a:lnTo>
                        <a:pt x="41" y="57"/>
                      </a:lnTo>
                      <a:lnTo>
                        <a:pt x="50" y="51"/>
                      </a:lnTo>
                      <a:lnTo>
                        <a:pt x="56" y="42"/>
                      </a:lnTo>
                      <a:lnTo>
                        <a:pt x="58" y="30"/>
                      </a:lnTo>
                      <a:lnTo>
                        <a:pt x="56" y="19"/>
                      </a:lnTo>
                      <a:lnTo>
                        <a:pt x="50" y="9"/>
                      </a:lnTo>
                      <a:lnTo>
                        <a:pt x="41" y="3"/>
                      </a:lnTo>
                      <a:lnTo>
                        <a:pt x="29" y="0"/>
                      </a:lnTo>
                      <a:lnTo>
                        <a:pt x="18" y="3"/>
                      </a:lnTo>
                      <a:lnTo>
                        <a:pt x="9" y="9"/>
                      </a:lnTo>
                      <a:lnTo>
                        <a:pt x="2" y="19"/>
                      </a:lnTo>
                      <a:lnTo>
                        <a:pt x="0" y="30"/>
                      </a:lnTo>
                      <a:lnTo>
                        <a:pt x="2" y="42"/>
                      </a:lnTo>
                      <a:lnTo>
                        <a:pt x="9" y="51"/>
                      </a:lnTo>
                      <a:lnTo>
                        <a:pt x="18" y="57"/>
                      </a:lnTo>
                      <a:lnTo>
                        <a:pt x="29" y="59"/>
                      </a:lnTo>
                      <a:close/>
                    </a:path>
                  </a:pathLst>
                </a:custGeom>
                <a:solidFill>
                  <a:srgbClr val="FFFFFF">
                    <a:alpha val="100000"/>
                  </a:srgbClr>
                </a:solidFill>
                <a:ln w="9525">
                  <a:noFill/>
                </a:ln>
              </p:spPr>
              <p:txBody>
                <a:bodyPr/>
                <a:p>
                  <a:endParaRPr lang="zh-CN" altLang="en-US"/>
                </a:p>
              </p:txBody>
            </p:sp>
            <p:sp>
              <p:nvSpPr>
                <p:cNvPr id="145974" name="Freeform 673"/>
                <p:cNvSpPr/>
                <p:nvPr/>
              </p:nvSpPr>
              <p:spPr>
                <a:xfrm>
                  <a:off x="4849" y="1552"/>
                  <a:ext cx="23" cy="114"/>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66" h="800">
                      <a:moveTo>
                        <a:pt x="52" y="16"/>
                      </a:moveTo>
                      <a:lnTo>
                        <a:pt x="47" y="32"/>
                      </a:lnTo>
                      <a:lnTo>
                        <a:pt x="36" y="77"/>
                      </a:lnTo>
                      <a:lnTo>
                        <a:pt x="21" y="148"/>
                      </a:lnTo>
                      <a:lnTo>
                        <a:pt x="8" y="244"/>
                      </a:lnTo>
                      <a:lnTo>
                        <a:pt x="0" y="359"/>
                      </a:lnTo>
                      <a:lnTo>
                        <a:pt x="2" y="492"/>
                      </a:lnTo>
                      <a:lnTo>
                        <a:pt x="15" y="640"/>
                      </a:lnTo>
                      <a:lnTo>
                        <a:pt x="46" y="800"/>
                      </a:lnTo>
                      <a:lnTo>
                        <a:pt x="161" y="794"/>
                      </a:lnTo>
                      <a:lnTo>
                        <a:pt x="156" y="770"/>
                      </a:lnTo>
                      <a:lnTo>
                        <a:pt x="145" y="706"/>
                      </a:lnTo>
                      <a:lnTo>
                        <a:pt x="131" y="610"/>
                      </a:lnTo>
                      <a:lnTo>
                        <a:pt x="118" y="493"/>
                      </a:lnTo>
                      <a:lnTo>
                        <a:pt x="111" y="364"/>
                      </a:lnTo>
                      <a:lnTo>
                        <a:pt x="115" y="235"/>
                      </a:lnTo>
                      <a:lnTo>
                        <a:pt x="132" y="113"/>
                      </a:lnTo>
                      <a:lnTo>
                        <a:pt x="166" y="9"/>
                      </a:lnTo>
                      <a:lnTo>
                        <a:pt x="166" y="8"/>
                      </a:lnTo>
                      <a:lnTo>
                        <a:pt x="166" y="6"/>
                      </a:lnTo>
                      <a:lnTo>
                        <a:pt x="164" y="4"/>
                      </a:lnTo>
                      <a:lnTo>
                        <a:pt x="157" y="0"/>
                      </a:lnTo>
                      <a:lnTo>
                        <a:pt x="143" y="0"/>
                      </a:lnTo>
                      <a:lnTo>
                        <a:pt x="123" y="1"/>
                      </a:lnTo>
                      <a:lnTo>
                        <a:pt x="93" y="7"/>
                      </a:lnTo>
                      <a:lnTo>
                        <a:pt x="52" y="16"/>
                      </a:lnTo>
                      <a:close/>
                    </a:path>
                  </a:pathLst>
                </a:custGeom>
                <a:solidFill>
                  <a:schemeClr val="bg2">
                    <a:alpha val="100000"/>
                  </a:schemeClr>
                </a:solidFill>
                <a:ln w="9525">
                  <a:noFill/>
                </a:ln>
              </p:spPr>
              <p:txBody>
                <a:bodyPr/>
                <a:p>
                  <a:endParaRPr lang="zh-CN" altLang="en-US"/>
                </a:p>
              </p:txBody>
            </p:sp>
            <p:sp>
              <p:nvSpPr>
                <p:cNvPr id="145975" name="Freeform 674"/>
                <p:cNvSpPr/>
                <p:nvPr/>
              </p:nvSpPr>
              <p:spPr>
                <a:xfrm>
                  <a:off x="4971" y="1538"/>
                  <a:ext cx="32" cy="12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25" h="893">
                      <a:moveTo>
                        <a:pt x="225" y="6"/>
                      </a:moveTo>
                      <a:lnTo>
                        <a:pt x="219" y="12"/>
                      </a:lnTo>
                      <a:lnTo>
                        <a:pt x="204" y="35"/>
                      </a:lnTo>
                      <a:lnTo>
                        <a:pt x="185" y="82"/>
                      </a:lnTo>
                      <a:lnTo>
                        <a:pt x="165" y="158"/>
                      </a:lnTo>
                      <a:lnTo>
                        <a:pt x="149" y="270"/>
                      </a:lnTo>
                      <a:lnTo>
                        <a:pt x="141" y="427"/>
                      </a:lnTo>
                      <a:lnTo>
                        <a:pt x="146" y="631"/>
                      </a:lnTo>
                      <a:lnTo>
                        <a:pt x="168" y="893"/>
                      </a:lnTo>
                      <a:lnTo>
                        <a:pt x="41" y="893"/>
                      </a:lnTo>
                      <a:lnTo>
                        <a:pt x="36" y="867"/>
                      </a:lnTo>
                      <a:lnTo>
                        <a:pt x="26" y="794"/>
                      </a:lnTo>
                      <a:lnTo>
                        <a:pt x="13" y="686"/>
                      </a:lnTo>
                      <a:lnTo>
                        <a:pt x="3" y="554"/>
                      </a:lnTo>
                      <a:lnTo>
                        <a:pt x="0" y="408"/>
                      </a:lnTo>
                      <a:lnTo>
                        <a:pt x="6" y="260"/>
                      </a:lnTo>
                      <a:lnTo>
                        <a:pt x="30" y="121"/>
                      </a:lnTo>
                      <a:lnTo>
                        <a:pt x="73" y="0"/>
                      </a:lnTo>
                      <a:lnTo>
                        <a:pt x="225" y="6"/>
                      </a:lnTo>
                      <a:close/>
                    </a:path>
                  </a:pathLst>
                </a:custGeom>
                <a:solidFill>
                  <a:schemeClr val="bg2">
                    <a:alpha val="100000"/>
                  </a:schemeClr>
                </a:solidFill>
                <a:ln w="9525">
                  <a:noFill/>
                </a:ln>
              </p:spPr>
              <p:txBody>
                <a:bodyPr/>
                <a:p>
                  <a:endParaRPr lang="zh-CN" altLang="en-US"/>
                </a:p>
              </p:txBody>
            </p:sp>
            <p:sp>
              <p:nvSpPr>
                <p:cNvPr id="145976" name="Freeform 675"/>
                <p:cNvSpPr/>
                <p:nvPr/>
              </p:nvSpPr>
              <p:spPr>
                <a:xfrm>
                  <a:off x="4849" y="1559"/>
                  <a:ext cx="21" cy="10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45" h="699">
                      <a:moveTo>
                        <a:pt x="46" y="14"/>
                      </a:moveTo>
                      <a:lnTo>
                        <a:pt x="41" y="28"/>
                      </a:lnTo>
                      <a:lnTo>
                        <a:pt x="32" y="67"/>
                      </a:lnTo>
                      <a:lnTo>
                        <a:pt x="20" y="130"/>
                      </a:lnTo>
                      <a:lnTo>
                        <a:pt x="7" y="213"/>
                      </a:lnTo>
                      <a:lnTo>
                        <a:pt x="0" y="314"/>
                      </a:lnTo>
                      <a:lnTo>
                        <a:pt x="1" y="430"/>
                      </a:lnTo>
                      <a:lnTo>
                        <a:pt x="13" y="559"/>
                      </a:lnTo>
                      <a:lnTo>
                        <a:pt x="40" y="699"/>
                      </a:lnTo>
                      <a:lnTo>
                        <a:pt x="140" y="693"/>
                      </a:lnTo>
                      <a:lnTo>
                        <a:pt x="135" y="672"/>
                      </a:lnTo>
                      <a:lnTo>
                        <a:pt x="126" y="616"/>
                      </a:lnTo>
                      <a:lnTo>
                        <a:pt x="113" y="532"/>
                      </a:lnTo>
                      <a:lnTo>
                        <a:pt x="103" y="430"/>
                      </a:lnTo>
                      <a:lnTo>
                        <a:pt x="97" y="317"/>
                      </a:lnTo>
                      <a:lnTo>
                        <a:pt x="100" y="205"/>
                      </a:lnTo>
                      <a:lnTo>
                        <a:pt x="115" y="98"/>
                      </a:lnTo>
                      <a:lnTo>
                        <a:pt x="145" y="8"/>
                      </a:lnTo>
                      <a:lnTo>
                        <a:pt x="145" y="7"/>
                      </a:lnTo>
                      <a:lnTo>
                        <a:pt x="145" y="5"/>
                      </a:lnTo>
                      <a:lnTo>
                        <a:pt x="143" y="3"/>
                      </a:lnTo>
                      <a:lnTo>
                        <a:pt x="137" y="0"/>
                      </a:lnTo>
                      <a:lnTo>
                        <a:pt x="126" y="0"/>
                      </a:lnTo>
                      <a:lnTo>
                        <a:pt x="108" y="1"/>
                      </a:lnTo>
                      <a:lnTo>
                        <a:pt x="81" y="6"/>
                      </a:lnTo>
                      <a:lnTo>
                        <a:pt x="46" y="14"/>
                      </a:lnTo>
                      <a:close/>
                    </a:path>
                  </a:pathLst>
                </a:custGeom>
                <a:solidFill>
                  <a:schemeClr val="bg2">
                    <a:alpha val="100000"/>
                  </a:schemeClr>
                </a:solidFill>
                <a:ln w="9525">
                  <a:noFill/>
                </a:ln>
              </p:spPr>
              <p:txBody>
                <a:bodyPr/>
                <a:p>
                  <a:endParaRPr lang="zh-CN" altLang="en-US"/>
                </a:p>
              </p:txBody>
            </p:sp>
            <p:sp>
              <p:nvSpPr>
                <p:cNvPr id="145977" name="Freeform 676"/>
                <p:cNvSpPr/>
                <p:nvPr/>
              </p:nvSpPr>
              <p:spPr>
                <a:xfrm>
                  <a:off x="4850" y="1566"/>
                  <a:ext cx="18" cy="85"/>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23" h="597">
                      <a:moveTo>
                        <a:pt x="39" y="12"/>
                      </a:moveTo>
                      <a:lnTo>
                        <a:pt x="35" y="23"/>
                      </a:lnTo>
                      <a:lnTo>
                        <a:pt x="26" y="57"/>
                      </a:lnTo>
                      <a:lnTo>
                        <a:pt x="16" y="111"/>
                      </a:lnTo>
                      <a:lnTo>
                        <a:pt x="6" y="181"/>
                      </a:lnTo>
                      <a:lnTo>
                        <a:pt x="0" y="267"/>
                      </a:lnTo>
                      <a:lnTo>
                        <a:pt x="1" y="367"/>
                      </a:lnTo>
                      <a:lnTo>
                        <a:pt x="11" y="477"/>
                      </a:lnTo>
                      <a:lnTo>
                        <a:pt x="34" y="597"/>
                      </a:lnTo>
                      <a:lnTo>
                        <a:pt x="119" y="591"/>
                      </a:lnTo>
                      <a:lnTo>
                        <a:pt x="115" y="574"/>
                      </a:lnTo>
                      <a:lnTo>
                        <a:pt x="107" y="526"/>
                      </a:lnTo>
                      <a:lnTo>
                        <a:pt x="97" y="454"/>
                      </a:lnTo>
                      <a:lnTo>
                        <a:pt x="88" y="367"/>
                      </a:lnTo>
                      <a:lnTo>
                        <a:pt x="82" y="272"/>
                      </a:lnTo>
                      <a:lnTo>
                        <a:pt x="84" y="175"/>
                      </a:lnTo>
                      <a:lnTo>
                        <a:pt x="97" y="84"/>
                      </a:lnTo>
                      <a:lnTo>
                        <a:pt x="123" y="7"/>
                      </a:lnTo>
                      <a:lnTo>
                        <a:pt x="123" y="6"/>
                      </a:lnTo>
                      <a:lnTo>
                        <a:pt x="123" y="5"/>
                      </a:lnTo>
                      <a:lnTo>
                        <a:pt x="121" y="3"/>
                      </a:lnTo>
                      <a:lnTo>
                        <a:pt x="117" y="0"/>
                      </a:lnTo>
                      <a:lnTo>
                        <a:pt x="106" y="0"/>
                      </a:lnTo>
                      <a:lnTo>
                        <a:pt x="91" y="2"/>
                      </a:lnTo>
                      <a:lnTo>
                        <a:pt x="70" y="5"/>
                      </a:lnTo>
                      <a:lnTo>
                        <a:pt x="39" y="12"/>
                      </a:lnTo>
                      <a:close/>
                    </a:path>
                  </a:pathLst>
                </a:custGeom>
                <a:solidFill>
                  <a:schemeClr val="bg2">
                    <a:alpha val="100000"/>
                  </a:schemeClr>
                </a:solidFill>
                <a:ln w="9525">
                  <a:noFill/>
                </a:ln>
              </p:spPr>
              <p:txBody>
                <a:bodyPr/>
                <a:p>
                  <a:endParaRPr lang="zh-CN" altLang="en-US"/>
                </a:p>
              </p:txBody>
            </p:sp>
            <p:sp>
              <p:nvSpPr>
                <p:cNvPr id="145978" name="Freeform 677"/>
                <p:cNvSpPr/>
                <p:nvPr/>
              </p:nvSpPr>
              <p:spPr>
                <a:xfrm>
                  <a:off x="4851" y="1572"/>
                  <a:ext cx="15" cy="7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03" h="492">
                      <a:moveTo>
                        <a:pt x="32" y="9"/>
                      </a:moveTo>
                      <a:lnTo>
                        <a:pt x="28" y="18"/>
                      </a:lnTo>
                      <a:lnTo>
                        <a:pt x="21" y="47"/>
                      </a:lnTo>
                      <a:lnTo>
                        <a:pt x="12" y="90"/>
                      </a:lnTo>
                      <a:lnTo>
                        <a:pt x="4" y="149"/>
                      </a:lnTo>
                      <a:lnTo>
                        <a:pt x="0" y="220"/>
                      </a:lnTo>
                      <a:lnTo>
                        <a:pt x="0" y="303"/>
                      </a:lnTo>
                      <a:lnTo>
                        <a:pt x="9" y="394"/>
                      </a:lnTo>
                      <a:lnTo>
                        <a:pt x="27" y="492"/>
                      </a:lnTo>
                      <a:lnTo>
                        <a:pt x="98" y="489"/>
                      </a:lnTo>
                      <a:lnTo>
                        <a:pt x="95" y="474"/>
                      </a:lnTo>
                      <a:lnTo>
                        <a:pt x="88" y="434"/>
                      </a:lnTo>
                      <a:lnTo>
                        <a:pt x="80" y="375"/>
                      </a:lnTo>
                      <a:lnTo>
                        <a:pt x="72" y="303"/>
                      </a:lnTo>
                      <a:lnTo>
                        <a:pt x="68" y="224"/>
                      </a:lnTo>
                      <a:lnTo>
                        <a:pt x="70" y="144"/>
                      </a:lnTo>
                      <a:lnTo>
                        <a:pt x="81" y="68"/>
                      </a:lnTo>
                      <a:lnTo>
                        <a:pt x="103" y="5"/>
                      </a:lnTo>
                      <a:lnTo>
                        <a:pt x="103" y="4"/>
                      </a:lnTo>
                      <a:lnTo>
                        <a:pt x="103" y="3"/>
                      </a:lnTo>
                      <a:lnTo>
                        <a:pt x="100" y="1"/>
                      </a:lnTo>
                      <a:lnTo>
                        <a:pt x="97" y="0"/>
                      </a:lnTo>
                      <a:lnTo>
                        <a:pt x="89" y="0"/>
                      </a:lnTo>
                      <a:lnTo>
                        <a:pt x="75" y="0"/>
                      </a:lnTo>
                      <a:lnTo>
                        <a:pt x="57" y="3"/>
                      </a:lnTo>
                      <a:lnTo>
                        <a:pt x="32" y="9"/>
                      </a:lnTo>
                      <a:close/>
                    </a:path>
                  </a:pathLst>
                </a:custGeom>
                <a:solidFill>
                  <a:schemeClr val="bg2">
                    <a:alpha val="100000"/>
                  </a:schemeClr>
                </a:solidFill>
                <a:ln w="9525">
                  <a:noFill/>
                </a:ln>
              </p:spPr>
              <p:txBody>
                <a:bodyPr/>
                <a:p>
                  <a:endParaRPr lang="zh-CN" altLang="en-US"/>
                </a:p>
              </p:txBody>
            </p:sp>
            <p:sp>
              <p:nvSpPr>
                <p:cNvPr id="145979" name="Freeform 678"/>
                <p:cNvSpPr/>
                <p:nvPr/>
              </p:nvSpPr>
              <p:spPr>
                <a:xfrm>
                  <a:off x="4852" y="1579"/>
                  <a:ext cx="12" cy="5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82" h="390">
                      <a:moveTo>
                        <a:pt x="25" y="8"/>
                      </a:moveTo>
                      <a:lnTo>
                        <a:pt x="23" y="16"/>
                      </a:lnTo>
                      <a:lnTo>
                        <a:pt x="17" y="38"/>
                      </a:lnTo>
                      <a:lnTo>
                        <a:pt x="11" y="72"/>
                      </a:lnTo>
                      <a:lnTo>
                        <a:pt x="4" y="118"/>
                      </a:lnTo>
                      <a:lnTo>
                        <a:pt x="0" y="174"/>
                      </a:lnTo>
                      <a:lnTo>
                        <a:pt x="0" y="240"/>
                      </a:lnTo>
                      <a:lnTo>
                        <a:pt x="7" y="312"/>
                      </a:lnTo>
                      <a:lnTo>
                        <a:pt x="22" y="390"/>
                      </a:lnTo>
                      <a:lnTo>
                        <a:pt x="78" y="387"/>
                      </a:lnTo>
                      <a:lnTo>
                        <a:pt x="76" y="375"/>
                      </a:lnTo>
                      <a:lnTo>
                        <a:pt x="70" y="343"/>
                      </a:lnTo>
                      <a:lnTo>
                        <a:pt x="63" y="297"/>
                      </a:lnTo>
                      <a:lnTo>
                        <a:pt x="57" y="240"/>
                      </a:lnTo>
                      <a:lnTo>
                        <a:pt x="54" y="178"/>
                      </a:lnTo>
                      <a:lnTo>
                        <a:pt x="56" y="113"/>
                      </a:lnTo>
                      <a:lnTo>
                        <a:pt x="64" y="55"/>
                      </a:lnTo>
                      <a:lnTo>
                        <a:pt x="82" y="4"/>
                      </a:lnTo>
                      <a:lnTo>
                        <a:pt x="82" y="2"/>
                      </a:lnTo>
                      <a:lnTo>
                        <a:pt x="80" y="1"/>
                      </a:lnTo>
                      <a:lnTo>
                        <a:pt x="77" y="0"/>
                      </a:lnTo>
                      <a:lnTo>
                        <a:pt x="70" y="0"/>
                      </a:lnTo>
                      <a:lnTo>
                        <a:pt x="60" y="1"/>
                      </a:lnTo>
                      <a:lnTo>
                        <a:pt x="46" y="3"/>
                      </a:lnTo>
                      <a:lnTo>
                        <a:pt x="25" y="8"/>
                      </a:lnTo>
                      <a:close/>
                    </a:path>
                  </a:pathLst>
                </a:custGeom>
                <a:solidFill>
                  <a:schemeClr val="bg2">
                    <a:alpha val="100000"/>
                  </a:schemeClr>
                </a:solidFill>
                <a:ln w="9525">
                  <a:noFill/>
                </a:ln>
              </p:spPr>
              <p:txBody>
                <a:bodyPr/>
                <a:p>
                  <a:endParaRPr lang="zh-CN" altLang="en-US"/>
                </a:p>
              </p:txBody>
            </p:sp>
            <p:sp>
              <p:nvSpPr>
                <p:cNvPr id="145980" name="Freeform 679"/>
                <p:cNvSpPr/>
                <p:nvPr/>
              </p:nvSpPr>
              <p:spPr>
                <a:xfrm>
                  <a:off x="4853" y="1586"/>
                  <a:ext cx="8" cy="4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9" h="288">
                      <a:moveTo>
                        <a:pt x="18" y="6"/>
                      </a:moveTo>
                      <a:lnTo>
                        <a:pt x="17" y="11"/>
                      </a:lnTo>
                      <a:lnTo>
                        <a:pt x="13" y="27"/>
                      </a:lnTo>
                      <a:lnTo>
                        <a:pt x="7" y="53"/>
                      </a:lnTo>
                      <a:lnTo>
                        <a:pt x="2" y="87"/>
                      </a:lnTo>
                      <a:lnTo>
                        <a:pt x="0" y="130"/>
                      </a:lnTo>
                      <a:lnTo>
                        <a:pt x="0" y="177"/>
                      </a:lnTo>
                      <a:lnTo>
                        <a:pt x="5" y="231"/>
                      </a:lnTo>
                      <a:lnTo>
                        <a:pt x="16" y="288"/>
                      </a:lnTo>
                      <a:lnTo>
                        <a:pt x="57" y="286"/>
                      </a:lnTo>
                      <a:lnTo>
                        <a:pt x="56" y="278"/>
                      </a:lnTo>
                      <a:lnTo>
                        <a:pt x="51" y="254"/>
                      </a:lnTo>
                      <a:lnTo>
                        <a:pt x="47" y="219"/>
                      </a:lnTo>
                      <a:lnTo>
                        <a:pt x="42" y="177"/>
                      </a:lnTo>
                      <a:lnTo>
                        <a:pt x="40" y="131"/>
                      </a:lnTo>
                      <a:lnTo>
                        <a:pt x="41" y="84"/>
                      </a:lnTo>
                      <a:lnTo>
                        <a:pt x="47" y="40"/>
                      </a:lnTo>
                      <a:lnTo>
                        <a:pt x="59" y="3"/>
                      </a:lnTo>
                      <a:lnTo>
                        <a:pt x="59" y="2"/>
                      </a:lnTo>
                      <a:lnTo>
                        <a:pt x="58" y="1"/>
                      </a:lnTo>
                      <a:lnTo>
                        <a:pt x="56" y="0"/>
                      </a:lnTo>
                      <a:lnTo>
                        <a:pt x="51" y="0"/>
                      </a:lnTo>
                      <a:lnTo>
                        <a:pt x="45" y="0"/>
                      </a:lnTo>
                      <a:lnTo>
                        <a:pt x="33" y="2"/>
                      </a:lnTo>
                      <a:lnTo>
                        <a:pt x="18" y="6"/>
                      </a:lnTo>
                      <a:close/>
                    </a:path>
                  </a:pathLst>
                </a:custGeom>
                <a:solidFill>
                  <a:schemeClr val="bg2">
                    <a:alpha val="100000"/>
                  </a:schemeClr>
                </a:solidFill>
                <a:ln w="9525">
                  <a:noFill/>
                </a:ln>
              </p:spPr>
              <p:txBody>
                <a:bodyPr/>
                <a:p>
                  <a:endParaRPr lang="zh-CN" altLang="en-US"/>
                </a:p>
              </p:txBody>
            </p:sp>
            <p:sp>
              <p:nvSpPr>
                <p:cNvPr id="145981" name="Freeform 680"/>
                <p:cNvSpPr/>
                <p:nvPr/>
              </p:nvSpPr>
              <p:spPr>
                <a:xfrm>
                  <a:off x="4972" y="1546"/>
                  <a:ext cx="28" cy="11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98" h="779">
                      <a:moveTo>
                        <a:pt x="198" y="6"/>
                      </a:moveTo>
                      <a:lnTo>
                        <a:pt x="194" y="12"/>
                      </a:lnTo>
                      <a:lnTo>
                        <a:pt x="180" y="31"/>
                      </a:lnTo>
                      <a:lnTo>
                        <a:pt x="163" y="72"/>
                      </a:lnTo>
                      <a:lnTo>
                        <a:pt x="146" y="138"/>
                      </a:lnTo>
                      <a:lnTo>
                        <a:pt x="132" y="236"/>
                      </a:lnTo>
                      <a:lnTo>
                        <a:pt x="125" y="373"/>
                      </a:lnTo>
                      <a:lnTo>
                        <a:pt x="130" y="551"/>
                      </a:lnTo>
                      <a:lnTo>
                        <a:pt x="148" y="779"/>
                      </a:lnTo>
                      <a:lnTo>
                        <a:pt x="37" y="779"/>
                      </a:lnTo>
                      <a:lnTo>
                        <a:pt x="34" y="756"/>
                      </a:lnTo>
                      <a:lnTo>
                        <a:pt x="23" y="693"/>
                      </a:lnTo>
                      <a:lnTo>
                        <a:pt x="13" y="599"/>
                      </a:lnTo>
                      <a:lnTo>
                        <a:pt x="4" y="483"/>
                      </a:lnTo>
                      <a:lnTo>
                        <a:pt x="0" y="357"/>
                      </a:lnTo>
                      <a:lnTo>
                        <a:pt x="7" y="227"/>
                      </a:lnTo>
                      <a:lnTo>
                        <a:pt x="27" y="105"/>
                      </a:lnTo>
                      <a:lnTo>
                        <a:pt x="65" y="0"/>
                      </a:lnTo>
                      <a:lnTo>
                        <a:pt x="198" y="6"/>
                      </a:lnTo>
                      <a:close/>
                    </a:path>
                  </a:pathLst>
                </a:custGeom>
                <a:solidFill>
                  <a:schemeClr val="bg2">
                    <a:alpha val="100000"/>
                  </a:schemeClr>
                </a:solidFill>
                <a:ln w="9525">
                  <a:noFill/>
                </a:ln>
              </p:spPr>
              <p:txBody>
                <a:bodyPr/>
                <a:p>
                  <a:endParaRPr lang="zh-CN" altLang="en-US"/>
                </a:p>
              </p:txBody>
            </p:sp>
            <p:sp>
              <p:nvSpPr>
                <p:cNvPr id="145982" name="Freeform 681"/>
                <p:cNvSpPr/>
                <p:nvPr/>
              </p:nvSpPr>
              <p:spPr>
                <a:xfrm>
                  <a:off x="4973" y="1553"/>
                  <a:ext cx="24" cy="9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69" h="666">
                      <a:moveTo>
                        <a:pt x="169" y="5"/>
                      </a:moveTo>
                      <a:lnTo>
                        <a:pt x="164" y="10"/>
                      </a:lnTo>
                      <a:lnTo>
                        <a:pt x="154" y="27"/>
                      </a:lnTo>
                      <a:lnTo>
                        <a:pt x="139" y="61"/>
                      </a:lnTo>
                      <a:lnTo>
                        <a:pt x="124" y="118"/>
                      </a:lnTo>
                      <a:lnTo>
                        <a:pt x="113" y="201"/>
                      </a:lnTo>
                      <a:lnTo>
                        <a:pt x="107" y="318"/>
                      </a:lnTo>
                      <a:lnTo>
                        <a:pt x="110" y="470"/>
                      </a:lnTo>
                      <a:lnTo>
                        <a:pt x="126" y="666"/>
                      </a:lnTo>
                      <a:lnTo>
                        <a:pt x="31" y="666"/>
                      </a:lnTo>
                      <a:lnTo>
                        <a:pt x="28" y="646"/>
                      </a:lnTo>
                      <a:lnTo>
                        <a:pt x="20" y="592"/>
                      </a:lnTo>
                      <a:lnTo>
                        <a:pt x="11" y="512"/>
                      </a:lnTo>
                      <a:lnTo>
                        <a:pt x="3" y="413"/>
                      </a:lnTo>
                      <a:lnTo>
                        <a:pt x="0" y="305"/>
                      </a:lnTo>
                      <a:lnTo>
                        <a:pt x="6" y="195"/>
                      </a:lnTo>
                      <a:lnTo>
                        <a:pt x="23" y="90"/>
                      </a:lnTo>
                      <a:lnTo>
                        <a:pt x="55" y="0"/>
                      </a:lnTo>
                      <a:lnTo>
                        <a:pt x="169" y="5"/>
                      </a:lnTo>
                      <a:close/>
                    </a:path>
                  </a:pathLst>
                </a:custGeom>
                <a:solidFill>
                  <a:schemeClr val="bg2">
                    <a:alpha val="100000"/>
                  </a:schemeClr>
                </a:solidFill>
                <a:ln w="9525">
                  <a:noFill/>
                </a:ln>
              </p:spPr>
              <p:txBody>
                <a:bodyPr/>
                <a:p>
                  <a:endParaRPr lang="zh-CN" altLang="en-US"/>
                </a:p>
              </p:txBody>
            </p:sp>
            <p:sp>
              <p:nvSpPr>
                <p:cNvPr id="145983" name="Freeform 682"/>
                <p:cNvSpPr/>
                <p:nvPr/>
              </p:nvSpPr>
              <p:spPr>
                <a:xfrm>
                  <a:off x="4974" y="1561"/>
                  <a:ext cx="20" cy="7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40" h="551">
                      <a:moveTo>
                        <a:pt x="140" y="5"/>
                      </a:moveTo>
                      <a:lnTo>
                        <a:pt x="136" y="8"/>
                      </a:lnTo>
                      <a:lnTo>
                        <a:pt x="127" y="23"/>
                      </a:lnTo>
                      <a:lnTo>
                        <a:pt x="116" y="51"/>
                      </a:lnTo>
                      <a:lnTo>
                        <a:pt x="103" y="98"/>
                      </a:lnTo>
                      <a:lnTo>
                        <a:pt x="94" y="167"/>
                      </a:lnTo>
                      <a:lnTo>
                        <a:pt x="90" y="264"/>
                      </a:lnTo>
                      <a:lnTo>
                        <a:pt x="92" y="390"/>
                      </a:lnTo>
                      <a:lnTo>
                        <a:pt x="106" y="551"/>
                      </a:lnTo>
                      <a:lnTo>
                        <a:pt x="27" y="551"/>
                      </a:lnTo>
                      <a:lnTo>
                        <a:pt x="24" y="535"/>
                      </a:lnTo>
                      <a:lnTo>
                        <a:pt x="17" y="490"/>
                      </a:lnTo>
                      <a:lnTo>
                        <a:pt x="9" y="423"/>
                      </a:lnTo>
                      <a:lnTo>
                        <a:pt x="3" y="342"/>
                      </a:lnTo>
                      <a:lnTo>
                        <a:pt x="0" y="252"/>
                      </a:lnTo>
                      <a:lnTo>
                        <a:pt x="5" y="161"/>
                      </a:lnTo>
                      <a:lnTo>
                        <a:pt x="20" y="75"/>
                      </a:lnTo>
                      <a:lnTo>
                        <a:pt x="46" y="0"/>
                      </a:lnTo>
                      <a:lnTo>
                        <a:pt x="140" y="5"/>
                      </a:lnTo>
                      <a:close/>
                    </a:path>
                  </a:pathLst>
                </a:custGeom>
                <a:solidFill>
                  <a:schemeClr val="bg2">
                    <a:alpha val="100000"/>
                  </a:schemeClr>
                </a:solidFill>
                <a:ln w="9525">
                  <a:noFill/>
                </a:ln>
              </p:spPr>
              <p:txBody>
                <a:bodyPr/>
                <a:p>
                  <a:endParaRPr lang="zh-CN" altLang="en-US"/>
                </a:p>
              </p:txBody>
            </p:sp>
            <p:sp>
              <p:nvSpPr>
                <p:cNvPr id="145984" name="Freeform 683"/>
                <p:cNvSpPr/>
                <p:nvPr/>
              </p:nvSpPr>
              <p:spPr>
                <a:xfrm>
                  <a:off x="4975" y="1569"/>
                  <a:ext cx="16" cy="62"/>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1" h="437">
                      <a:moveTo>
                        <a:pt x="111" y="4"/>
                      </a:moveTo>
                      <a:lnTo>
                        <a:pt x="108" y="7"/>
                      </a:lnTo>
                      <a:lnTo>
                        <a:pt x="101" y="18"/>
                      </a:lnTo>
                      <a:lnTo>
                        <a:pt x="92" y="41"/>
                      </a:lnTo>
                      <a:lnTo>
                        <a:pt x="82" y="77"/>
                      </a:lnTo>
                      <a:lnTo>
                        <a:pt x="75" y="133"/>
                      </a:lnTo>
                      <a:lnTo>
                        <a:pt x="70" y="208"/>
                      </a:lnTo>
                      <a:lnTo>
                        <a:pt x="72" y="309"/>
                      </a:lnTo>
                      <a:lnTo>
                        <a:pt x="83" y="437"/>
                      </a:lnTo>
                      <a:lnTo>
                        <a:pt x="21" y="437"/>
                      </a:lnTo>
                      <a:lnTo>
                        <a:pt x="19" y="424"/>
                      </a:lnTo>
                      <a:lnTo>
                        <a:pt x="13" y="389"/>
                      </a:lnTo>
                      <a:lnTo>
                        <a:pt x="7" y="336"/>
                      </a:lnTo>
                      <a:lnTo>
                        <a:pt x="3" y="272"/>
                      </a:lnTo>
                      <a:lnTo>
                        <a:pt x="0" y="200"/>
                      </a:lnTo>
                      <a:lnTo>
                        <a:pt x="5" y="128"/>
                      </a:lnTo>
                      <a:lnTo>
                        <a:pt x="16" y="59"/>
                      </a:lnTo>
                      <a:lnTo>
                        <a:pt x="37" y="0"/>
                      </a:lnTo>
                      <a:lnTo>
                        <a:pt x="111" y="4"/>
                      </a:lnTo>
                      <a:close/>
                    </a:path>
                  </a:pathLst>
                </a:custGeom>
                <a:solidFill>
                  <a:schemeClr val="bg2">
                    <a:alpha val="100000"/>
                  </a:schemeClr>
                </a:solidFill>
                <a:ln w="9525">
                  <a:noFill/>
                </a:ln>
              </p:spPr>
              <p:txBody>
                <a:bodyPr/>
                <a:p>
                  <a:endParaRPr lang="zh-CN" altLang="en-US"/>
                </a:p>
              </p:txBody>
            </p:sp>
            <p:sp>
              <p:nvSpPr>
                <p:cNvPr id="145985" name="Freeform 684"/>
                <p:cNvSpPr/>
                <p:nvPr/>
              </p:nvSpPr>
              <p:spPr>
                <a:xfrm>
                  <a:off x="4976" y="1577"/>
                  <a:ext cx="12" cy="4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82" h="322">
                      <a:moveTo>
                        <a:pt x="82" y="3"/>
                      </a:moveTo>
                      <a:lnTo>
                        <a:pt x="79" y="5"/>
                      </a:lnTo>
                      <a:lnTo>
                        <a:pt x="75" y="13"/>
                      </a:lnTo>
                      <a:lnTo>
                        <a:pt x="67" y="30"/>
                      </a:lnTo>
                      <a:lnTo>
                        <a:pt x="60" y="57"/>
                      </a:lnTo>
                      <a:lnTo>
                        <a:pt x="54" y="98"/>
                      </a:lnTo>
                      <a:lnTo>
                        <a:pt x="52" y="154"/>
                      </a:lnTo>
                      <a:lnTo>
                        <a:pt x="53" y="228"/>
                      </a:lnTo>
                      <a:lnTo>
                        <a:pt x="61" y="322"/>
                      </a:lnTo>
                      <a:lnTo>
                        <a:pt x="15" y="322"/>
                      </a:lnTo>
                      <a:lnTo>
                        <a:pt x="14" y="313"/>
                      </a:lnTo>
                      <a:lnTo>
                        <a:pt x="9" y="287"/>
                      </a:lnTo>
                      <a:lnTo>
                        <a:pt x="5" y="247"/>
                      </a:lnTo>
                      <a:lnTo>
                        <a:pt x="1" y="200"/>
                      </a:lnTo>
                      <a:lnTo>
                        <a:pt x="0" y="147"/>
                      </a:lnTo>
                      <a:lnTo>
                        <a:pt x="3" y="95"/>
                      </a:lnTo>
                      <a:lnTo>
                        <a:pt x="11" y="44"/>
                      </a:lnTo>
                      <a:lnTo>
                        <a:pt x="27" y="0"/>
                      </a:lnTo>
                      <a:lnTo>
                        <a:pt x="82" y="3"/>
                      </a:lnTo>
                      <a:close/>
                    </a:path>
                  </a:pathLst>
                </a:custGeom>
                <a:solidFill>
                  <a:schemeClr val="bg2">
                    <a:alpha val="100000"/>
                  </a:schemeClr>
                </a:solidFill>
                <a:ln w="9525">
                  <a:noFill/>
                </a:ln>
              </p:spPr>
              <p:txBody>
                <a:bodyPr/>
                <a:p>
                  <a:endParaRPr lang="zh-CN" altLang="en-US"/>
                </a:p>
              </p:txBody>
            </p:sp>
            <p:sp>
              <p:nvSpPr>
                <p:cNvPr id="145986" name="Rectangle 685"/>
                <p:cNvSpPr/>
                <p:nvPr/>
              </p:nvSpPr>
              <p:spPr>
                <a:xfrm>
                  <a:off x="4824" y="1565"/>
                  <a:ext cx="4" cy="146"/>
                </a:xfrm>
                <a:prstGeom prst="rect">
                  <a:avLst/>
                </a:prstGeom>
                <a:solidFill>
                  <a:srgbClr val="DDDDDD"/>
                </a:solidFill>
                <a:ln w="9525">
                  <a:noFill/>
                </a:ln>
              </p:spPr>
              <p:txBody>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45987" name="Freeform 686"/>
                <p:cNvSpPr/>
                <p:nvPr/>
              </p:nvSpPr>
              <p:spPr>
                <a:xfrm>
                  <a:off x="4876" y="1563"/>
                  <a:ext cx="57" cy="67"/>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398" h="469">
                      <a:moveTo>
                        <a:pt x="37" y="44"/>
                      </a:moveTo>
                      <a:lnTo>
                        <a:pt x="33" y="53"/>
                      </a:lnTo>
                      <a:lnTo>
                        <a:pt x="27" y="79"/>
                      </a:lnTo>
                      <a:lnTo>
                        <a:pt x="17" y="120"/>
                      </a:lnTo>
                      <a:lnTo>
                        <a:pt x="8" y="174"/>
                      </a:lnTo>
                      <a:lnTo>
                        <a:pt x="1" y="238"/>
                      </a:lnTo>
                      <a:lnTo>
                        <a:pt x="0" y="309"/>
                      </a:lnTo>
                      <a:lnTo>
                        <a:pt x="7" y="387"/>
                      </a:lnTo>
                      <a:lnTo>
                        <a:pt x="24" y="469"/>
                      </a:lnTo>
                      <a:lnTo>
                        <a:pt x="24" y="466"/>
                      </a:lnTo>
                      <a:lnTo>
                        <a:pt x="24" y="455"/>
                      </a:lnTo>
                      <a:lnTo>
                        <a:pt x="24" y="438"/>
                      </a:lnTo>
                      <a:lnTo>
                        <a:pt x="24" y="417"/>
                      </a:lnTo>
                      <a:lnTo>
                        <a:pt x="27" y="391"/>
                      </a:lnTo>
                      <a:lnTo>
                        <a:pt x="30" y="363"/>
                      </a:lnTo>
                      <a:lnTo>
                        <a:pt x="35" y="332"/>
                      </a:lnTo>
                      <a:lnTo>
                        <a:pt x="41" y="300"/>
                      </a:lnTo>
                      <a:lnTo>
                        <a:pt x="52" y="268"/>
                      </a:lnTo>
                      <a:lnTo>
                        <a:pt x="64" y="237"/>
                      </a:lnTo>
                      <a:lnTo>
                        <a:pt x="79" y="207"/>
                      </a:lnTo>
                      <a:lnTo>
                        <a:pt x="99" y="179"/>
                      </a:lnTo>
                      <a:lnTo>
                        <a:pt x="123" y="155"/>
                      </a:lnTo>
                      <a:lnTo>
                        <a:pt x="150" y="136"/>
                      </a:lnTo>
                      <a:lnTo>
                        <a:pt x="183" y="122"/>
                      </a:lnTo>
                      <a:lnTo>
                        <a:pt x="221" y="114"/>
                      </a:lnTo>
                      <a:lnTo>
                        <a:pt x="223" y="112"/>
                      </a:lnTo>
                      <a:lnTo>
                        <a:pt x="230" y="107"/>
                      </a:lnTo>
                      <a:lnTo>
                        <a:pt x="242" y="99"/>
                      </a:lnTo>
                      <a:lnTo>
                        <a:pt x="260" y="88"/>
                      </a:lnTo>
                      <a:lnTo>
                        <a:pt x="284" y="74"/>
                      </a:lnTo>
                      <a:lnTo>
                        <a:pt x="315" y="58"/>
                      </a:lnTo>
                      <a:lnTo>
                        <a:pt x="352" y="39"/>
                      </a:lnTo>
                      <a:lnTo>
                        <a:pt x="398" y="19"/>
                      </a:lnTo>
                      <a:lnTo>
                        <a:pt x="396" y="17"/>
                      </a:lnTo>
                      <a:lnTo>
                        <a:pt x="389" y="16"/>
                      </a:lnTo>
                      <a:lnTo>
                        <a:pt x="379" y="14"/>
                      </a:lnTo>
                      <a:lnTo>
                        <a:pt x="364" y="12"/>
                      </a:lnTo>
                      <a:lnTo>
                        <a:pt x="347" y="8"/>
                      </a:lnTo>
                      <a:lnTo>
                        <a:pt x="326" y="6"/>
                      </a:lnTo>
                      <a:lnTo>
                        <a:pt x="302" y="4"/>
                      </a:lnTo>
                      <a:lnTo>
                        <a:pt x="277" y="1"/>
                      </a:lnTo>
                      <a:lnTo>
                        <a:pt x="250" y="0"/>
                      </a:lnTo>
                      <a:lnTo>
                        <a:pt x="221" y="1"/>
                      </a:lnTo>
                      <a:lnTo>
                        <a:pt x="191" y="3"/>
                      </a:lnTo>
                      <a:lnTo>
                        <a:pt x="160" y="6"/>
                      </a:lnTo>
                      <a:lnTo>
                        <a:pt x="129" y="12"/>
                      </a:lnTo>
                      <a:lnTo>
                        <a:pt x="97" y="20"/>
                      </a:lnTo>
                      <a:lnTo>
                        <a:pt x="67" y="30"/>
                      </a:lnTo>
                      <a:lnTo>
                        <a:pt x="37" y="44"/>
                      </a:lnTo>
                      <a:close/>
                    </a:path>
                  </a:pathLst>
                </a:custGeom>
                <a:solidFill>
                  <a:srgbClr val="999999">
                    <a:alpha val="100000"/>
                  </a:srgbClr>
                </a:solidFill>
                <a:ln w="9525">
                  <a:noFill/>
                </a:ln>
              </p:spPr>
              <p:txBody>
                <a:bodyPr/>
                <a:p>
                  <a:endParaRPr lang="zh-CN" altLang="en-US"/>
                </a:p>
              </p:txBody>
            </p:sp>
            <p:sp>
              <p:nvSpPr>
                <p:cNvPr id="145988" name="Freeform 687"/>
                <p:cNvSpPr/>
                <p:nvPr/>
              </p:nvSpPr>
              <p:spPr>
                <a:xfrm>
                  <a:off x="4797" y="1613"/>
                  <a:ext cx="46" cy="13"/>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325" h="89">
                      <a:moveTo>
                        <a:pt x="0" y="57"/>
                      </a:moveTo>
                      <a:lnTo>
                        <a:pt x="0" y="55"/>
                      </a:lnTo>
                      <a:lnTo>
                        <a:pt x="2" y="52"/>
                      </a:lnTo>
                      <a:lnTo>
                        <a:pt x="6" y="47"/>
                      </a:lnTo>
                      <a:lnTo>
                        <a:pt x="12" y="41"/>
                      </a:lnTo>
                      <a:lnTo>
                        <a:pt x="20" y="34"/>
                      </a:lnTo>
                      <a:lnTo>
                        <a:pt x="29" y="27"/>
                      </a:lnTo>
                      <a:lnTo>
                        <a:pt x="41" y="20"/>
                      </a:lnTo>
                      <a:lnTo>
                        <a:pt x="57" y="13"/>
                      </a:lnTo>
                      <a:lnTo>
                        <a:pt x="77" y="7"/>
                      </a:lnTo>
                      <a:lnTo>
                        <a:pt x="98" y="3"/>
                      </a:lnTo>
                      <a:lnTo>
                        <a:pt x="126" y="0"/>
                      </a:lnTo>
                      <a:lnTo>
                        <a:pt x="156" y="0"/>
                      </a:lnTo>
                      <a:lnTo>
                        <a:pt x="191" y="3"/>
                      </a:lnTo>
                      <a:lnTo>
                        <a:pt x="230" y="8"/>
                      </a:lnTo>
                      <a:lnTo>
                        <a:pt x="275" y="18"/>
                      </a:lnTo>
                      <a:lnTo>
                        <a:pt x="325" y="31"/>
                      </a:lnTo>
                      <a:lnTo>
                        <a:pt x="318" y="51"/>
                      </a:lnTo>
                      <a:lnTo>
                        <a:pt x="316" y="50"/>
                      </a:lnTo>
                      <a:lnTo>
                        <a:pt x="308" y="47"/>
                      </a:lnTo>
                      <a:lnTo>
                        <a:pt x="295" y="44"/>
                      </a:lnTo>
                      <a:lnTo>
                        <a:pt x="279" y="39"/>
                      </a:lnTo>
                      <a:lnTo>
                        <a:pt x="260" y="35"/>
                      </a:lnTo>
                      <a:lnTo>
                        <a:pt x="238" y="30"/>
                      </a:lnTo>
                      <a:lnTo>
                        <a:pt x="214" y="27"/>
                      </a:lnTo>
                      <a:lnTo>
                        <a:pt x="188" y="24"/>
                      </a:lnTo>
                      <a:lnTo>
                        <a:pt x="161" y="23"/>
                      </a:lnTo>
                      <a:lnTo>
                        <a:pt x="134" y="23"/>
                      </a:lnTo>
                      <a:lnTo>
                        <a:pt x="108" y="26"/>
                      </a:lnTo>
                      <a:lnTo>
                        <a:pt x="82" y="31"/>
                      </a:lnTo>
                      <a:lnTo>
                        <a:pt x="58" y="41"/>
                      </a:lnTo>
                      <a:lnTo>
                        <a:pt x="36" y="52"/>
                      </a:lnTo>
                      <a:lnTo>
                        <a:pt x="16" y="68"/>
                      </a:lnTo>
                      <a:lnTo>
                        <a:pt x="0" y="89"/>
                      </a:lnTo>
                      <a:lnTo>
                        <a:pt x="0" y="57"/>
                      </a:lnTo>
                      <a:close/>
                    </a:path>
                  </a:pathLst>
                </a:custGeom>
                <a:solidFill>
                  <a:srgbClr val="000000">
                    <a:alpha val="100000"/>
                  </a:srgbClr>
                </a:solidFill>
                <a:ln w="9525">
                  <a:noFill/>
                </a:ln>
              </p:spPr>
              <p:txBody>
                <a:bodyPr/>
                <a:p>
                  <a:endParaRPr lang="zh-CN" altLang="en-US"/>
                </a:p>
              </p:txBody>
            </p:sp>
            <p:sp>
              <p:nvSpPr>
                <p:cNvPr id="145989" name="Freeform 688"/>
                <p:cNvSpPr/>
                <p:nvPr/>
              </p:nvSpPr>
              <p:spPr>
                <a:xfrm>
                  <a:off x="4797" y="1583"/>
                  <a:ext cx="46" cy="13"/>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325" h="89">
                      <a:moveTo>
                        <a:pt x="0" y="56"/>
                      </a:moveTo>
                      <a:lnTo>
                        <a:pt x="0" y="55"/>
                      </a:lnTo>
                      <a:lnTo>
                        <a:pt x="2" y="52"/>
                      </a:lnTo>
                      <a:lnTo>
                        <a:pt x="6" y="47"/>
                      </a:lnTo>
                      <a:lnTo>
                        <a:pt x="12" y="40"/>
                      </a:lnTo>
                      <a:lnTo>
                        <a:pt x="20" y="33"/>
                      </a:lnTo>
                      <a:lnTo>
                        <a:pt x="29" y="27"/>
                      </a:lnTo>
                      <a:lnTo>
                        <a:pt x="41" y="18"/>
                      </a:lnTo>
                      <a:lnTo>
                        <a:pt x="57" y="13"/>
                      </a:lnTo>
                      <a:lnTo>
                        <a:pt x="77" y="7"/>
                      </a:lnTo>
                      <a:lnTo>
                        <a:pt x="98" y="2"/>
                      </a:lnTo>
                      <a:lnTo>
                        <a:pt x="126" y="0"/>
                      </a:lnTo>
                      <a:lnTo>
                        <a:pt x="156" y="0"/>
                      </a:lnTo>
                      <a:lnTo>
                        <a:pt x="191" y="2"/>
                      </a:lnTo>
                      <a:lnTo>
                        <a:pt x="230" y="8"/>
                      </a:lnTo>
                      <a:lnTo>
                        <a:pt x="275" y="17"/>
                      </a:lnTo>
                      <a:lnTo>
                        <a:pt x="325" y="31"/>
                      </a:lnTo>
                      <a:lnTo>
                        <a:pt x="318" y="49"/>
                      </a:lnTo>
                      <a:lnTo>
                        <a:pt x="316" y="48"/>
                      </a:lnTo>
                      <a:lnTo>
                        <a:pt x="308" y="46"/>
                      </a:lnTo>
                      <a:lnTo>
                        <a:pt x="295" y="43"/>
                      </a:lnTo>
                      <a:lnTo>
                        <a:pt x="279" y="38"/>
                      </a:lnTo>
                      <a:lnTo>
                        <a:pt x="260" y="35"/>
                      </a:lnTo>
                      <a:lnTo>
                        <a:pt x="238" y="30"/>
                      </a:lnTo>
                      <a:lnTo>
                        <a:pt x="214" y="27"/>
                      </a:lnTo>
                      <a:lnTo>
                        <a:pt x="188" y="23"/>
                      </a:lnTo>
                      <a:lnTo>
                        <a:pt x="161" y="22"/>
                      </a:lnTo>
                      <a:lnTo>
                        <a:pt x="134" y="23"/>
                      </a:lnTo>
                      <a:lnTo>
                        <a:pt x="108" y="25"/>
                      </a:lnTo>
                      <a:lnTo>
                        <a:pt x="82" y="31"/>
                      </a:lnTo>
                      <a:lnTo>
                        <a:pt x="58" y="40"/>
                      </a:lnTo>
                      <a:lnTo>
                        <a:pt x="36" y="52"/>
                      </a:lnTo>
                      <a:lnTo>
                        <a:pt x="16" y="68"/>
                      </a:lnTo>
                      <a:lnTo>
                        <a:pt x="0" y="89"/>
                      </a:lnTo>
                      <a:lnTo>
                        <a:pt x="0" y="56"/>
                      </a:lnTo>
                      <a:close/>
                    </a:path>
                  </a:pathLst>
                </a:custGeom>
                <a:solidFill>
                  <a:srgbClr val="000000">
                    <a:alpha val="100000"/>
                  </a:srgbClr>
                </a:solidFill>
                <a:ln w="9525">
                  <a:noFill/>
                </a:ln>
              </p:spPr>
              <p:txBody>
                <a:bodyPr/>
                <a:p>
                  <a:endParaRPr lang="zh-CN" altLang="en-US"/>
                </a:p>
              </p:txBody>
            </p:sp>
            <p:sp>
              <p:nvSpPr>
                <p:cNvPr id="145990" name="Freeform 689"/>
                <p:cNvSpPr/>
                <p:nvPr/>
              </p:nvSpPr>
              <p:spPr>
                <a:xfrm>
                  <a:off x="4841" y="1568"/>
                  <a:ext cx="75" cy="13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28" h="975">
                      <a:moveTo>
                        <a:pt x="0" y="0"/>
                      </a:moveTo>
                      <a:lnTo>
                        <a:pt x="0" y="943"/>
                      </a:lnTo>
                      <a:lnTo>
                        <a:pt x="159" y="975"/>
                      </a:lnTo>
                      <a:lnTo>
                        <a:pt x="152" y="848"/>
                      </a:lnTo>
                      <a:lnTo>
                        <a:pt x="528" y="905"/>
                      </a:lnTo>
                      <a:lnTo>
                        <a:pt x="521" y="855"/>
                      </a:lnTo>
                      <a:lnTo>
                        <a:pt x="261" y="822"/>
                      </a:lnTo>
                      <a:lnTo>
                        <a:pt x="254" y="713"/>
                      </a:lnTo>
                      <a:lnTo>
                        <a:pt x="77" y="713"/>
                      </a:lnTo>
                      <a:lnTo>
                        <a:pt x="72" y="699"/>
                      </a:lnTo>
                      <a:lnTo>
                        <a:pt x="60" y="659"/>
                      </a:lnTo>
                      <a:lnTo>
                        <a:pt x="44" y="595"/>
                      </a:lnTo>
                      <a:lnTo>
                        <a:pt x="28" y="511"/>
                      </a:lnTo>
                      <a:lnTo>
                        <a:pt x="16" y="410"/>
                      </a:lnTo>
                      <a:lnTo>
                        <a:pt x="12" y="294"/>
                      </a:lnTo>
                      <a:lnTo>
                        <a:pt x="21" y="167"/>
                      </a:lnTo>
                      <a:lnTo>
                        <a:pt x="45" y="32"/>
                      </a:lnTo>
                      <a:lnTo>
                        <a:pt x="0" y="0"/>
                      </a:lnTo>
                      <a:close/>
                    </a:path>
                  </a:pathLst>
                </a:custGeom>
                <a:solidFill>
                  <a:schemeClr val="bg2">
                    <a:alpha val="100000"/>
                  </a:schemeClr>
                </a:solidFill>
                <a:ln w="9525">
                  <a:noFill/>
                </a:ln>
              </p:spPr>
              <p:txBody>
                <a:bodyPr/>
                <a:p>
                  <a:endParaRPr lang="zh-CN" altLang="en-US"/>
                </a:p>
              </p:txBody>
            </p:sp>
            <p:sp>
              <p:nvSpPr>
                <p:cNvPr id="145991" name="Freeform 690"/>
                <p:cNvSpPr/>
                <p:nvPr/>
              </p:nvSpPr>
              <p:spPr>
                <a:xfrm>
                  <a:off x="4878" y="1536"/>
                  <a:ext cx="97" cy="1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678" h="133">
                      <a:moveTo>
                        <a:pt x="0" y="133"/>
                      </a:moveTo>
                      <a:lnTo>
                        <a:pt x="4" y="132"/>
                      </a:lnTo>
                      <a:lnTo>
                        <a:pt x="15" y="127"/>
                      </a:lnTo>
                      <a:lnTo>
                        <a:pt x="32" y="122"/>
                      </a:lnTo>
                      <a:lnTo>
                        <a:pt x="56" y="114"/>
                      </a:lnTo>
                      <a:lnTo>
                        <a:pt x="86" y="104"/>
                      </a:lnTo>
                      <a:lnTo>
                        <a:pt x="120" y="95"/>
                      </a:lnTo>
                      <a:lnTo>
                        <a:pt x="160" y="86"/>
                      </a:lnTo>
                      <a:lnTo>
                        <a:pt x="204" y="78"/>
                      </a:lnTo>
                      <a:lnTo>
                        <a:pt x="252" y="70"/>
                      </a:lnTo>
                      <a:lnTo>
                        <a:pt x="303" y="64"/>
                      </a:lnTo>
                      <a:lnTo>
                        <a:pt x="358" y="60"/>
                      </a:lnTo>
                      <a:lnTo>
                        <a:pt x="414" y="58"/>
                      </a:lnTo>
                      <a:lnTo>
                        <a:pt x="474" y="60"/>
                      </a:lnTo>
                      <a:lnTo>
                        <a:pt x="534" y="65"/>
                      </a:lnTo>
                      <a:lnTo>
                        <a:pt x="596" y="74"/>
                      </a:lnTo>
                      <a:lnTo>
                        <a:pt x="659" y="88"/>
                      </a:lnTo>
                      <a:lnTo>
                        <a:pt x="678" y="0"/>
                      </a:lnTo>
                      <a:lnTo>
                        <a:pt x="674" y="0"/>
                      </a:lnTo>
                      <a:lnTo>
                        <a:pt x="659" y="0"/>
                      </a:lnTo>
                      <a:lnTo>
                        <a:pt x="636" y="0"/>
                      </a:lnTo>
                      <a:lnTo>
                        <a:pt x="606" y="1"/>
                      </a:lnTo>
                      <a:lnTo>
                        <a:pt x="570" y="2"/>
                      </a:lnTo>
                      <a:lnTo>
                        <a:pt x="527" y="3"/>
                      </a:lnTo>
                      <a:lnTo>
                        <a:pt x="480" y="7"/>
                      </a:lnTo>
                      <a:lnTo>
                        <a:pt x="430" y="9"/>
                      </a:lnTo>
                      <a:lnTo>
                        <a:pt x="376" y="14"/>
                      </a:lnTo>
                      <a:lnTo>
                        <a:pt x="320" y="18"/>
                      </a:lnTo>
                      <a:lnTo>
                        <a:pt x="264" y="24"/>
                      </a:lnTo>
                      <a:lnTo>
                        <a:pt x="208" y="32"/>
                      </a:lnTo>
                      <a:lnTo>
                        <a:pt x="152" y="40"/>
                      </a:lnTo>
                      <a:lnTo>
                        <a:pt x="98" y="50"/>
                      </a:lnTo>
                      <a:lnTo>
                        <a:pt x="47" y="62"/>
                      </a:lnTo>
                      <a:lnTo>
                        <a:pt x="0" y="76"/>
                      </a:lnTo>
                      <a:lnTo>
                        <a:pt x="0" y="133"/>
                      </a:lnTo>
                      <a:close/>
                    </a:path>
                  </a:pathLst>
                </a:custGeom>
                <a:solidFill>
                  <a:schemeClr val="bg2">
                    <a:alpha val="100000"/>
                  </a:schemeClr>
                </a:solidFill>
                <a:ln w="9525">
                  <a:noFill/>
                </a:ln>
              </p:spPr>
              <p:txBody>
                <a:bodyPr/>
                <a:p>
                  <a:endParaRPr lang="zh-CN" altLang="en-US"/>
                </a:p>
              </p:txBody>
            </p:sp>
            <p:sp>
              <p:nvSpPr>
                <p:cNvPr id="145992" name="Freeform 691"/>
                <p:cNvSpPr/>
                <p:nvPr/>
              </p:nvSpPr>
              <p:spPr>
                <a:xfrm>
                  <a:off x="4821" y="1711"/>
                  <a:ext cx="163" cy="54"/>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42" h="379">
                      <a:moveTo>
                        <a:pt x="482" y="367"/>
                      </a:moveTo>
                      <a:lnTo>
                        <a:pt x="485" y="366"/>
                      </a:lnTo>
                      <a:lnTo>
                        <a:pt x="492" y="363"/>
                      </a:lnTo>
                      <a:lnTo>
                        <a:pt x="502" y="359"/>
                      </a:lnTo>
                      <a:lnTo>
                        <a:pt x="516" y="353"/>
                      </a:lnTo>
                      <a:lnTo>
                        <a:pt x="533" y="346"/>
                      </a:lnTo>
                      <a:lnTo>
                        <a:pt x="551" y="338"/>
                      </a:lnTo>
                      <a:lnTo>
                        <a:pt x="572" y="328"/>
                      </a:lnTo>
                      <a:lnTo>
                        <a:pt x="593" y="317"/>
                      </a:lnTo>
                      <a:lnTo>
                        <a:pt x="616" y="306"/>
                      </a:lnTo>
                      <a:lnTo>
                        <a:pt x="638" y="292"/>
                      </a:lnTo>
                      <a:lnTo>
                        <a:pt x="660" y="279"/>
                      </a:lnTo>
                      <a:lnTo>
                        <a:pt x="680" y="264"/>
                      </a:lnTo>
                      <a:lnTo>
                        <a:pt x="700" y="249"/>
                      </a:lnTo>
                      <a:lnTo>
                        <a:pt x="717" y="233"/>
                      </a:lnTo>
                      <a:lnTo>
                        <a:pt x="732" y="217"/>
                      </a:lnTo>
                      <a:lnTo>
                        <a:pt x="743" y="201"/>
                      </a:lnTo>
                      <a:lnTo>
                        <a:pt x="0" y="20"/>
                      </a:lnTo>
                      <a:lnTo>
                        <a:pt x="57" y="0"/>
                      </a:lnTo>
                      <a:lnTo>
                        <a:pt x="1142" y="267"/>
                      </a:lnTo>
                      <a:lnTo>
                        <a:pt x="1098" y="292"/>
                      </a:lnTo>
                      <a:lnTo>
                        <a:pt x="784" y="212"/>
                      </a:lnTo>
                      <a:lnTo>
                        <a:pt x="783" y="213"/>
                      </a:lnTo>
                      <a:lnTo>
                        <a:pt x="781" y="216"/>
                      </a:lnTo>
                      <a:lnTo>
                        <a:pt x="776" y="221"/>
                      </a:lnTo>
                      <a:lnTo>
                        <a:pt x="769" y="228"/>
                      </a:lnTo>
                      <a:lnTo>
                        <a:pt x="761" y="237"/>
                      </a:lnTo>
                      <a:lnTo>
                        <a:pt x="750" y="246"/>
                      </a:lnTo>
                      <a:lnTo>
                        <a:pt x="737" y="258"/>
                      </a:lnTo>
                      <a:lnTo>
                        <a:pt x="721" y="269"/>
                      </a:lnTo>
                      <a:lnTo>
                        <a:pt x="703" y="282"/>
                      </a:lnTo>
                      <a:lnTo>
                        <a:pt x="684" y="295"/>
                      </a:lnTo>
                      <a:lnTo>
                        <a:pt x="660" y="309"/>
                      </a:lnTo>
                      <a:lnTo>
                        <a:pt x="635" y="323"/>
                      </a:lnTo>
                      <a:lnTo>
                        <a:pt x="606" y="338"/>
                      </a:lnTo>
                      <a:lnTo>
                        <a:pt x="574" y="352"/>
                      </a:lnTo>
                      <a:lnTo>
                        <a:pt x="540" y="366"/>
                      </a:lnTo>
                      <a:lnTo>
                        <a:pt x="502" y="379"/>
                      </a:lnTo>
                      <a:lnTo>
                        <a:pt x="482" y="367"/>
                      </a:lnTo>
                      <a:close/>
                    </a:path>
                  </a:pathLst>
                </a:custGeom>
                <a:solidFill>
                  <a:srgbClr val="000000">
                    <a:alpha val="100000"/>
                  </a:srgbClr>
                </a:solidFill>
                <a:ln w="9525">
                  <a:noFill/>
                </a:ln>
              </p:spPr>
              <p:txBody>
                <a:bodyPr/>
                <a:p>
                  <a:endParaRPr lang="zh-CN" altLang="en-US"/>
                </a:p>
              </p:txBody>
            </p:sp>
            <p:sp>
              <p:nvSpPr>
                <p:cNvPr id="145993" name="Freeform 692"/>
                <p:cNvSpPr/>
                <p:nvPr/>
              </p:nvSpPr>
              <p:spPr>
                <a:xfrm>
                  <a:off x="4787" y="1725"/>
                  <a:ext cx="167" cy="48"/>
                </a:xfrm>
                <a:custGeom>
                  <a:avLst/>
                  <a:gdLst/>
                  <a:ahLst/>
                  <a:cxnLst>
                    <a:cxn ang="0">
                      <a:pos x="0" y="0"/>
                    </a:cxn>
                    <a:cxn ang="0">
                      <a:pos x="0" y="0"/>
                    </a:cxn>
                    <a:cxn ang="0">
                      <a:pos x="0" y="0"/>
                    </a:cxn>
                    <a:cxn ang="0">
                      <a:pos x="0" y="0"/>
                    </a:cxn>
                    <a:cxn ang="0">
                      <a:pos x="0" y="0"/>
                    </a:cxn>
                  </a:cxnLst>
                  <a:pathLst>
                    <a:path w="1163" h="340">
                      <a:moveTo>
                        <a:pt x="0" y="0"/>
                      </a:moveTo>
                      <a:lnTo>
                        <a:pt x="1137" y="340"/>
                      </a:lnTo>
                      <a:lnTo>
                        <a:pt x="1163" y="340"/>
                      </a:lnTo>
                      <a:lnTo>
                        <a:pt x="34" y="0"/>
                      </a:lnTo>
                      <a:lnTo>
                        <a:pt x="0" y="0"/>
                      </a:lnTo>
                      <a:close/>
                    </a:path>
                  </a:pathLst>
                </a:custGeom>
                <a:solidFill>
                  <a:srgbClr val="000000">
                    <a:alpha val="100000"/>
                  </a:srgbClr>
                </a:solidFill>
                <a:ln w="9525">
                  <a:noFill/>
                </a:ln>
              </p:spPr>
              <p:txBody>
                <a:bodyPr/>
                <a:p>
                  <a:endParaRPr lang="zh-CN" altLang="en-US"/>
                </a:p>
              </p:txBody>
            </p:sp>
            <p:sp>
              <p:nvSpPr>
                <p:cNvPr id="145994" name="Freeform 693"/>
                <p:cNvSpPr/>
                <p:nvPr/>
              </p:nvSpPr>
              <p:spPr>
                <a:xfrm>
                  <a:off x="4815" y="1718"/>
                  <a:ext cx="164" cy="44"/>
                </a:xfrm>
                <a:custGeom>
                  <a:avLst/>
                  <a:gdLst/>
                  <a:ahLst/>
                  <a:cxnLst>
                    <a:cxn ang="0">
                      <a:pos x="0" y="0"/>
                    </a:cxn>
                    <a:cxn ang="0">
                      <a:pos x="0" y="0"/>
                    </a:cxn>
                    <a:cxn ang="0">
                      <a:pos x="0" y="0"/>
                    </a:cxn>
                    <a:cxn ang="0">
                      <a:pos x="0" y="0"/>
                    </a:cxn>
                    <a:cxn ang="0">
                      <a:pos x="0" y="0"/>
                    </a:cxn>
                  </a:cxnLst>
                  <a:pathLst>
                    <a:path w="1149" h="303">
                      <a:moveTo>
                        <a:pt x="0" y="1"/>
                      </a:moveTo>
                      <a:lnTo>
                        <a:pt x="1124" y="303"/>
                      </a:lnTo>
                      <a:lnTo>
                        <a:pt x="1149" y="302"/>
                      </a:lnTo>
                      <a:lnTo>
                        <a:pt x="34" y="0"/>
                      </a:lnTo>
                      <a:lnTo>
                        <a:pt x="0" y="1"/>
                      </a:lnTo>
                      <a:close/>
                    </a:path>
                  </a:pathLst>
                </a:custGeom>
                <a:solidFill>
                  <a:srgbClr val="000000">
                    <a:alpha val="100000"/>
                  </a:srgbClr>
                </a:solidFill>
                <a:ln w="9525">
                  <a:noFill/>
                </a:ln>
              </p:spPr>
              <p:txBody>
                <a:bodyPr/>
                <a:p>
                  <a:endParaRPr lang="zh-CN" altLang="en-US"/>
                </a:p>
              </p:txBody>
            </p:sp>
            <p:sp>
              <p:nvSpPr>
                <p:cNvPr id="145995" name="Freeform 694"/>
                <p:cNvSpPr/>
                <p:nvPr/>
              </p:nvSpPr>
              <p:spPr>
                <a:xfrm>
                  <a:off x="4802" y="1721"/>
                  <a:ext cx="165" cy="48"/>
                </a:xfrm>
                <a:custGeom>
                  <a:avLst/>
                  <a:gdLst/>
                  <a:ahLst/>
                  <a:cxnLst>
                    <a:cxn ang="0">
                      <a:pos x="0" y="0"/>
                    </a:cxn>
                    <a:cxn ang="0">
                      <a:pos x="0" y="0"/>
                    </a:cxn>
                    <a:cxn ang="0">
                      <a:pos x="0" y="0"/>
                    </a:cxn>
                    <a:cxn ang="0">
                      <a:pos x="0" y="0"/>
                    </a:cxn>
                    <a:cxn ang="0">
                      <a:pos x="0" y="0"/>
                    </a:cxn>
                  </a:cxnLst>
                  <a:pathLst>
                    <a:path w="1155" h="336">
                      <a:moveTo>
                        <a:pt x="0" y="0"/>
                      </a:moveTo>
                      <a:lnTo>
                        <a:pt x="1134" y="336"/>
                      </a:lnTo>
                      <a:lnTo>
                        <a:pt x="1155" y="328"/>
                      </a:lnTo>
                      <a:lnTo>
                        <a:pt x="34" y="0"/>
                      </a:lnTo>
                      <a:lnTo>
                        <a:pt x="0" y="0"/>
                      </a:lnTo>
                      <a:close/>
                    </a:path>
                  </a:pathLst>
                </a:custGeom>
                <a:solidFill>
                  <a:srgbClr val="000000">
                    <a:alpha val="100000"/>
                  </a:srgbClr>
                </a:solidFill>
                <a:ln w="9525">
                  <a:noFill/>
                </a:ln>
              </p:spPr>
              <p:txBody>
                <a:bodyPr/>
                <a:p>
                  <a:endParaRPr lang="zh-CN" altLang="en-US"/>
                </a:p>
              </p:txBody>
            </p:sp>
          </p:grpSp>
          <p:sp>
            <p:nvSpPr>
              <p:cNvPr id="145941" name="Freeform 695"/>
              <p:cNvSpPr/>
              <p:nvPr/>
            </p:nvSpPr>
            <p:spPr>
              <a:xfrm flipV="1">
                <a:off x="1740" y="3512"/>
                <a:ext cx="391" cy="27"/>
              </a:xfrm>
              <a:custGeom>
                <a:avLst/>
                <a:gdLst/>
                <a:ahLst/>
                <a:cxnLst>
                  <a:cxn ang="0">
                    <a:pos x="0" y="0"/>
                  </a:cxn>
                  <a:cxn ang="0">
                    <a:pos x="0" y="0"/>
                  </a:cxn>
                  <a:cxn ang="0">
                    <a:pos x="5" y="0"/>
                  </a:cxn>
                  <a:cxn ang="0">
                    <a:pos x="5" y="0"/>
                  </a:cxn>
                </a:cxnLst>
                <a:pathLst>
                  <a:path w="720" h="56">
                    <a:moveTo>
                      <a:pt x="0" y="0"/>
                    </a:moveTo>
                    <a:lnTo>
                      <a:pt x="0" y="56"/>
                    </a:lnTo>
                    <a:lnTo>
                      <a:pt x="720" y="56"/>
                    </a:lnTo>
                    <a:lnTo>
                      <a:pt x="720" y="8"/>
                    </a:lnTo>
                  </a:path>
                </a:pathLst>
              </a:custGeom>
              <a:noFill/>
              <a:ln w="12700" cap="flat" cmpd="sng">
                <a:solidFill>
                  <a:schemeClr val="tx1">
                    <a:alpha val="100000"/>
                  </a:schemeClr>
                </a:solidFill>
                <a:prstDash val="solid"/>
                <a:round/>
                <a:headEnd type="none" w="med" len="med"/>
                <a:tailEnd type="none" w="med" len="med"/>
              </a:ln>
            </p:spPr>
            <p:txBody>
              <a:bodyPr/>
              <a:p>
                <a:endParaRPr lang="zh-CN" altLang="en-US"/>
              </a:p>
            </p:txBody>
          </p:sp>
          <p:sp>
            <p:nvSpPr>
              <p:cNvPr id="145942" name="Line 696"/>
              <p:cNvSpPr/>
              <p:nvPr/>
            </p:nvSpPr>
            <p:spPr>
              <a:xfrm>
                <a:off x="1932" y="3451"/>
                <a:ext cx="0" cy="60"/>
              </a:xfrm>
              <a:prstGeom prst="line">
                <a:avLst/>
              </a:prstGeom>
              <a:ln w="19050" cap="flat" cmpd="sng">
                <a:solidFill>
                  <a:schemeClr val="tx1"/>
                </a:solidFill>
                <a:prstDash val="solid"/>
                <a:headEnd type="none" w="med" len="med"/>
                <a:tailEnd type="none" w="med" len="med"/>
              </a:ln>
            </p:spPr>
          </p:sp>
          <p:grpSp>
            <p:nvGrpSpPr>
              <p:cNvPr id="145943" name="Group 697"/>
              <p:cNvGrpSpPr/>
              <p:nvPr/>
            </p:nvGrpSpPr>
            <p:grpSpPr>
              <a:xfrm>
                <a:off x="1791" y="3364"/>
                <a:ext cx="275" cy="118"/>
                <a:chOff x="3600" y="219"/>
                <a:chExt cx="360" cy="175"/>
              </a:xfrm>
            </p:grpSpPr>
            <p:sp>
              <p:nvSpPr>
                <p:cNvPr id="145944" name="Oval 698"/>
                <p:cNvSpPr/>
                <p:nvPr/>
              </p:nvSpPr>
              <p:spPr>
                <a:xfrm>
                  <a:off x="3603" y="297"/>
                  <a:ext cx="357" cy="97"/>
                </a:xfrm>
                <a:prstGeom prst="ellipse">
                  <a:avLst/>
                </a:prstGeom>
                <a:solidFill>
                  <a:srgbClr val="FF0000"/>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45945" name="Line 699"/>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145946" name="Line 700"/>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145947" name="Rectangle 701"/>
                <p:cNvSpPr/>
                <p:nvPr/>
              </p:nvSpPr>
              <p:spPr>
                <a:xfrm>
                  <a:off x="3603" y="289"/>
                  <a:ext cx="354" cy="59"/>
                </a:xfrm>
                <a:prstGeom prst="rect">
                  <a:avLst/>
                </a:prstGeom>
                <a:solidFill>
                  <a:srgbClr val="FF0000"/>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45948" name="Oval 702"/>
                <p:cNvSpPr/>
                <p:nvPr/>
              </p:nvSpPr>
              <p:spPr>
                <a:xfrm>
                  <a:off x="3600" y="219"/>
                  <a:ext cx="357" cy="113"/>
                </a:xfrm>
                <a:prstGeom prst="ellipse">
                  <a:avLst/>
                </a:prstGeom>
                <a:solidFill>
                  <a:srgbClr val="FF0000"/>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45949" name="Group 703"/>
                <p:cNvGrpSpPr/>
                <p:nvPr/>
              </p:nvGrpSpPr>
              <p:grpSpPr>
                <a:xfrm>
                  <a:off x="3686" y="244"/>
                  <a:ext cx="177" cy="66"/>
                  <a:chOff x="2848" y="848"/>
                  <a:chExt cx="140" cy="98"/>
                </a:xfrm>
              </p:grpSpPr>
              <p:sp>
                <p:nvSpPr>
                  <p:cNvPr id="145954" name="Line 704"/>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45955" name="Line 705"/>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45956" name="Line 706"/>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145950" name="Group 707"/>
                <p:cNvGrpSpPr/>
                <p:nvPr/>
              </p:nvGrpSpPr>
              <p:grpSpPr>
                <a:xfrm flipV="1">
                  <a:off x="3686" y="243"/>
                  <a:ext cx="177" cy="66"/>
                  <a:chOff x="2848" y="848"/>
                  <a:chExt cx="140" cy="98"/>
                </a:xfrm>
              </p:grpSpPr>
              <p:sp>
                <p:nvSpPr>
                  <p:cNvPr id="145951" name="Line 708"/>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45952" name="Line 709"/>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45953" name="Line 710"/>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grpSp>
          <p:nvGrpSpPr>
            <p:cNvPr id="145438" name="Group 711"/>
            <p:cNvGrpSpPr/>
            <p:nvPr/>
          </p:nvGrpSpPr>
          <p:grpSpPr>
            <a:xfrm>
              <a:off x="4024" y="1692"/>
              <a:ext cx="492" cy="498"/>
              <a:chOff x="1533" y="3235"/>
              <a:chExt cx="492" cy="498"/>
            </a:xfrm>
          </p:grpSpPr>
          <p:grpSp>
            <p:nvGrpSpPr>
              <p:cNvPr id="145841" name="Group 712"/>
              <p:cNvGrpSpPr/>
              <p:nvPr/>
            </p:nvGrpSpPr>
            <p:grpSpPr>
              <a:xfrm>
                <a:off x="1850" y="3235"/>
                <a:ext cx="159" cy="146"/>
                <a:chOff x="4781" y="1833"/>
                <a:chExt cx="318" cy="262"/>
              </a:xfrm>
            </p:grpSpPr>
            <p:sp>
              <p:nvSpPr>
                <p:cNvPr id="145899" name="AutoShape 713"/>
                <p:cNvSpPr>
                  <a:spLocks noChangeAspect="1" noTextEdit="1"/>
                </p:cNvSpPr>
                <p:nvPr/>
              </p:nvSpPr>
              <p:spPr>
                <a:xfrm>
                  <a:off x="4787" y="1835"/>
                  <a:ext cx="312" cy="260"/>
                </a:xfrm>
                <a:prstGeom prst="rect">
                  <a:avLst/>
                </a:prstGeom>
                <a:noFill/>
                <a:ln w="9525">
                  <a:noFill/>
                </a:ln>
              </p:spPr>
              <p:txBody>
                <a:bodyPr/>
                <a:p>
                  <a:endParaRPr lang="zh-CN" altLang="en-US"/>
                </a:p>
              </p:txBody>
            </p:sp>
            <p:sp>
              <p:nvSpPr>
                <p:cNvPr id="145900" name="Freeform 714"/>
                <p:cNvSpPr/>
                <p:nvPr/>
              </p:nvSpPr>
              <p:spPr>
                <a:xfrm>
                  <a:off x="4781" y="1833"/>
                  <a:ext cx="307" cy="25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150" h="1804">
                      <a:moveTo>
                        <a:pt x="582" y="239"/>
                      </a:moveTo>
                      <a:lnTo>
                        <a:pt x="606" y="129"/>
                      </a:lnTo>
                      <a:lnTo>
                        <a:pt x="607" y="129"/>
                      </a:lnTo>
                      <a:lnTo>
                        <a:pt x="611" y="128"/>
                      </a:lnTo>
                      <a:lnTo>
                        <a:pt x="616" y="125"/>
                      </a:lnTo>
                      <a:lnTo>
                        <a:pt x="623" y="123"/>
                      </a:lnTo>
                      <a:lnTo>
                        <a:pt x="633" y="120"/>
                      </a:lnTo>
                      <a:lnTo>
                        <a:pt x="645" y="115"/>
                      </a:lnTo>
                      <a:lnTo>
                        <a:pt x="659" y="112"/>
                      </a:lnTo>
                      <a:lnTo>
                        <a:pt x="676" y="107"/>
                      </a:lnTo>
                      <a:lnTo>
                        <a:pt x="694" y="101"/>
                      </a:lnTo>
                      <a:lnTo>
                        <a:pt x="715" y="95"/>
                      </a:lnTo>
                      <a:lnTo>
                        <a:pt x="738" y="90"/>
                      </a:lnTo>
                      <a:lnTo>
                        <a:pt x="763" y="84"/>
                      </a:lnTo>
                      <a:lnTo>
                        <a:pt x="790" y="78"/>
                      </a:lnTo>
                      <a:lnTo>
                        <a:pt x="820" y="71"/>
                      </a:lnTo>
                      <a:lnTo>
                        <a:pt x="852" y="64"/>
                      </a:lnTo>
                      <a:lnTo>
                        <a:pt x="886" y="59"/>
                      </a:lnTo>
                      <a:lnTo>
                        <a:pt x="922" y="52"/>
                      </a:lnTo>
                      <a:lnTo>
                        <a:pt x="961" y="46"/>
                      </a:lnTo>
                      <a:lnTo>
                        <a:pt x="1002" y="40"/>
                      </a:lnTo>
                      <a:lnTo>
                        <a:pt x="1044" y="35"/>
                      </a:lnTo>
                      <a:lnTo>
                        <a:pt x="1090" y="29"/>
                      </a:lnTo>
                      <a:lnTo>
                        <a:pt x="1138" y="23"/>
                      </a:lnTo>
                      <a:lnTo>
                        <a:pt x="1187" y="18"/>
                      </a:lnTo>
                      <a:lnTo>
                        <a:pt x="1240" y="14"/>
                      </a:lnTo>
                      <a:lnTo>
                        <a:pt x="1294" y="10"/>
                      </a:lnTo>
                      <a:lnTo>
                        <a:pt x="1350" y="7"/>
                      </a:lnTo>
                      <a:lnTo>
                        <a:pt x="1410" y="4"/>
                      </a:lnTo>
                      <a:lnTo>
                        <a:pt x="1470" y="1"/>
                      </a:lnTo>
                      <a:lnTo>
                        <a:pt x="1535" y="0"/>
                      </a:lnTo>
                      <a:lnTo>
                        <a:pt x="1601" y="0"/>
                      </a:lnTo>
                      <a:lnTo>
                        <a:pt x="1668" y="0"/>
                      </a:lnTo>
                      <a:lnTo>
                        <a:pt x="1739" y="1"/>
                      </a:lnTo>
                      <a:lnTo>
                        <a:pt x="1816" y="44"/>
                      </a:lnTo>
                      <a:lnTo>
                        <a:pt x="1799" y="248"/>
                      </a:lnTo>
                      <a:lnTo>
                        <a:pt x="1804" y="251"/>
                      </a:lnTo>
                      <a:lnTo>
                        <a:pt x="1820" y="259"/>
                      </a:lnTo>
                      <a:lnTo>
                        <a:pt x="1842" y="272"/>
                      </a:lnTo>
                      <a:lnTo>
                        <a:pt x="1868" y="292"/>
                      </a:lnTo>
                      <a:lnTo>
                        <a:pt x="1896" y="318"/>
                      </a:lnTo>
                      <a:lnTo>
                        <a:pt x="1920" y="351"/>
                      </a:lnTo>
                      <a:lnTo>
                        <a:pt x="1939" y="390"/>
                      </a:lnTo>
                      <a:lnTo>
                        <a:pt x="1951" y="436"/>
                      </a:lnTo>
                      <a:lnTo>
                        <a:pt x="2125" y="593"/>
                      </a:lnTo>
                      <a:lnTo>
                        <a:pt x="2078" y="1009"/>
                      </a:lnTo>
                      <a:lnTo>
                        <a:pt x="1799" y="1149"/>
                      </a:lnTo>
                      <a:lnTo>
                        <a:pt x="2129" y="1247"/>
                      </a:lnTo>
                      <a:lnTo>
                        <a:pt x="2131" y="1251"/>
                      </a:lnTo>
                      <a:lnTo>
                        <a:pt x="2137" y="1264"/>
                      </a:lnTo>
                      <a:lnTo>
                        <a:pt x="2143" y="1284"/>
                      </a:lnTo>
                      <a:lnTo>
                        <a:pt x="2149" y="1310"/>
                      </a:lnTo>
                      <a:lnTo>
                        <a:pt x="2150" y="1342"/>
                      </a:lnTo>
                      <a:lnTo>
                        <a:pt x="2147" y="1380"/>
                      </a:lnTo>
                      <a:lnTo>
                        <a:pt x="2136" y="1423"/>
                      </a:lnTo>
                      <a:lnTo>
                        <a:pt x="2117" y="1468"/>
                      </a:lnTo>
                      <a:lnTo>
                        <a:pt x="1244" y="1804"/>
                      </a:lnTo>
                      <a:lnTo>
                        <a:pt x="0" y="1413"/>
                      </a:lnTo>
                      <a:lnTo>
                        <a:pt x="22" y="1367"/>
                      </a:lnTo>
                      <a:lnTo>
                        <a:pt x="212" y="1302"/>
                      </a:lnTo>
                      <a:lnTo>
                        <a:pt x="212" y="248"/>
                      </a:lnTo>
                      <a:lnTo>
                        <a:pt x="213" y="247"/>
                      </a:lnTo>
                      <a:lnTo>
                        <a:pt x="217" y="244"/>
                      </a:lnTo>
                      <a:lnTo>
                        <a:pt x="223" y="240"/>
                      </a:lnTo>
                      <a:lnTo>
                        <a:pt x="232" y="234"/>
                      </a:lnTo>
                      <a:lnTo>
                        <a:pt x="245" y="228"/>
                      </a:lnTo>
                      <a:lnTo>
                        <a:pt x="258" y="221"/>
                      </a:lnTo>
                      <a:lnTo>
                        <a:pt x="276" y="214"/>
                      </a:lnTo>
                      <a:lnTo>
                        <a:pt x="294" y="207"/>
                      </a:lnTo>
                      <a:lnTo>
                        <a:pt x="316" y="201"/>
                      </a:lnTo>
                      <a:lnTo>
                        <a:pt x="340" y="197"/>
                      </a:lnTo>
                      <a:lnTo>
                        <a:pt x="366" y="194"/>
                      </a:lnTo>
                      <a:lnTo>
                        <a:pt x="393" y="192"/>
                      </a:lnTo>
                      <a:lnTo>
                        <a:pt x="424" y="193"/>
                      </a:lnTo>
                      <a:lnTo>
                        <a:pt x="457" y="197"/>
                      </a:lnTo>
                      <a:lnTo>
                        <a:pt x="493" y="203"/>
                      </a:lnTo>
                      <a:lnTo>
                        <a:pt x="529" y="214"/>
                      </a:lnTo>
                      <a:lnTo>
                        <a:pt x="582" y="239"/>
                      </a:lnTo>
                      <a:close/>
                    </a:path>
                  </a:pathLst>
                </a:custGeom>
                <a:solidFill>
                  <a:srgbClr val="FF0000">
                    <a:alpha val="100000"/>
                  </a:srgbClr>
                </a:solidFill>
                <a:ln w="9525">
                  <a:noFill/>
                </a:ln>
              </p:spPr>
              <p:txBody>
                <a:bodyPr/>
                <a:p>
                  <a:endParaRPr lang="zh-CN" altLang="en-US"/>
                </a:p>
              </p:txBody>
            </p:sp>
            <p:sp>
              <p:nvSpPr>
                <p:cNvPr id="145901" name="Freeform 715"/>
                <p:cNvSpPr/>
                <p:nvPr/>
              </p:nvSpPr>
              <p:spPr>
                <a:xfrm>
                  <a:off x="4894" y="1857"/>
                  <a:ext cx="98" cy="112"/>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690" h="782">
                      <a:moveTo>
                        <a:pt x="684" y="29"/>
                      </a:moveTo>
                      <a:lnTo>
                        <a:pt x="681" y="28"/>
                      </a:lnTo>
                      <a:lnTo>
                        <a:pt x="670" y="25"/>
                      </a:lnTo>
                      <a:lnTo>
                        <a:pt x="652" y="21"/>
                      </a:lnTo>
                      <a:lnTo>
                        <a:pt x="628" y="16"/>
                      </a:lnTo>
                      <a:lnTo>
                        <a:pt x="600" y="11"/>
                      </a:lnTo>
                      <a:lnTo>
                        <a:pt x="566" y="7"/>
                      </a:lnTo>
                      <a:lnTo>
                        <a:pt x="527" y="3"/>
                      </a:lnTo>
                      <a:lnTo>
                        <a:pt x="483" y="1"/>
                      </a:lnTo>
                      <a:lnTo>
                        <a:pt x="436" y="0"/>
                      </a:lnTo>
                      <a:lnTo>
                        <a:pt x="386" y="2"/>
                      </a:lnTo>
                      <a:lnTo>
                        <a:pt x="333" y="7"/>
                      </a:lnTo>
                      <a:lnTo>
                        <a:pt x="277" y="16"/>
                      </a:lnTo>
                      <a:lnTo>
                        <a:pt x="221" y="28"/>
                      </a:lnTo>
                      <a:lnTo>
                        <a:pt x="163" y="45"/>
                      </a:lnTo>
                      <a:lnTo>
                        <a:pt x="104" y="65"/>
                      </a:lnTo>
                      <a:lnTo>
                        <a:pt x="44" y="93"/>
                      </a:lnTo>
                      <a:lnTo>
                        <a:pt x="40" y="108"/>
                      </a:lnTo>
                      <a:lnTo>
                        <a:pt x="29" y="150"/>
                      </a:lnTo>
                      <a:lnTo>
                        <a:pt x="17" y="216"/>
                      </a:lnTo>
                      <a:lnTo>
                        <a:pt x="5" y="301"/>
                      </a:lnTo>
                      <a:lnTo>
                        <a:pt x="0" y="402"/>
                      </a:lnTo>
                      <a:lnTo>
                        <a:pt x="4" y="516"/>
                      </a:lnTo>
                      <a:lnTo>
                        <a:pt x="21" y="638"/>
                      </a:lnTo>
                      <a:lnTo>
                        <a:pt x="57" y="763"/>
                      </a:lnTo>
                      <a:lnTo>
                        <a:pt x="60" y="763"/>
                      </a:lnTo>
                      <a:lnTo>
                        <a:pt x="69" y="762"/>
                      </a:lnTo>
                      <a:lnTo>
                        <a:pt x="84" y="759"/>
                      </a:lnTo>
                      <a:lnTo>
                        <a:pt x="105" y="758"/>
                      </a:lnTo>
                      <a:lnTo>
                        <a:pt x="131" y="756"/>
                      </a:lnTo>
                      <a:lnTo>
                        <a:pt x="162" y="754"/>
                      </a:lnTo>
                      <a:lnTo>
                        <a:pt x="198" y="753"/>
                      </a:lnTo>
                      <a:lnTo>
                        <a:pt x="239" y="751"/>
                      </a:lnTo>
                      <a:lnTo>
                        <a:pt x="283" y="750"/>
                      </a:lnTo>
                      <a:lnTo>
                        <a:pt x="331" y="751"/>
                      </a:lnTo>
                      <a:lnTo>
                        <a:pt x="384" y="753"/>
                      </a:lnTo>
                      <a:lnTo>
                        <a:pt x="440" y="755"/>
                      </a:lnTo>
                      <a:lnTo>
                        <a:pt x="498" y="759"/>
                      </a:lnTo>
                      <a:lnTo>
                        <a:pt x="560" y="765"/>
                      </a:lnTo>
                      <a:lnTo>
                        <a:pt x="624" y="773"/>
                      </a:lnTo>
                      <a:lnTo>
                        <a:pt x="690" y="782"/>
                      </a:lnTo>
                      <a:lnTo>
                        <a:pt x="687" y="759"/>
                      </a:lnTo>
                      <a:lnTo>
                        <a:pt x="680" y="697"/>
                      </a:lnTo>
                      <a:lnTo>
                        <a:pt x="670" y="604"/>
                      </a:lnTo>
                      <a:lnTo>
                        <a:pt x="662" y="492"/>
                      </a:lnTo>
                      <a:lnTo>
                        <a:pt x="656" y="368"/>
                      </a:lnTo>
                      <a:lnTo>
                        <a:pt x="656" y="244"/>
                      </a:lnTo>
                      <a:lnTo>
                        <a:pt x="665" y="128"/>
                      </a:lnTo>
                      <a:lnTo>
                        <a:pt x="684" y="29"/>
                      </a:lnTo>
                      <a:close/>
                    </a:path>
                  </a:pathLst>
                </a:custGeom>
                <a:solidFill>
                  <a:srgbClr val="FF0000">
                    <a:alpha val="100000"/>
                  </a:srgbClr>
                </a:solidFill>
                <a:ln w="9525">
                  <a:noFill/>
                </a:ln>
              </p:spPr>
              <p:txBody>
                <a:bodyPr/>
                <a:p>
                  <a:endParaRPr lang="zh-CN" altLang="en-US"/>
                </a:p>
              </p:txBody>
            </p:sp>
            <p:sp>
              <p:nvSpPr>
                <p:cNvPr id="145902" name="Freeform 716"/>
                <p:cNvSpPr/>
                <p:nvPr/>
              </p:nvSpPr>
              <p:spPr>
                <a:xfrm>
                  <a:off x="4904" y="1888"/>
                  <a:ext cx="163" cy="11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39" h="778">
                      <a:moveTo>
                        <a:pt x="7" y="587"/>
                      </a:moveTo>
                      <a:lnTo>
                        <a:pt x="0" y="682"/>
                      </a:lnTo>
                      <a:lnTo>
                        <a:pt x="742" y="778"/>
                      </a:lnTo>
                      <a:lnTo>
                        <a:pt x="748" y="775"/>
                      </a:lnTo>
                      <a:lnTo>
                        <a:pt x="763" y="767"/>
                      </a:lnTo>
                      <a:lnTo>
                        <a:pt x="787" y="755"/>
                      </a:lnTo>
                      <a:lnTo>
                        <a:pt x="816" y="737"/>
                      </a:lnTo>
                      <a:lnTo>
                        <a:pt x="852" y="714"/>
                      </a:lnTo>
                      <a:lnTo>
                        <a:pt x="891" y="686"/>
                      </a:lnTo>
                      <a:lnTo>
                        <a:pt x="932" y="652"/>
                      </a:lnTo>
                      <a:lnTo>
                        <a:pt x="973" y="613"/>
                      </a:lnTo>
                      <a:lnTo>
                        <a:pt x="1013" y="570"/>
                      </a:lnTo>
                      <a:lnTo>
                        <a:pt x="1051" y="521"/>
                      </a:lnTo>
                      <a:lnTo>
                        <a:pt x="1083" y="466"/>
                      </a:lnTo>
                      <a:lnTo>
                        <a:pt x="1109" y="406"/>
                      </a:lnTo>
                      <a:lnTo>
                        <a:pt x="1129" y="342"/>
                      </a:lnTo>
                      <a:lnTo>
                        <a:pt x="1139" y="271"/>
                      </a:lnTo>
                      <a:lnTo>
                        <a:pt x="1138" y="196"/>
                      </a:lnTo>
                      <a:lnTo>
                        <a:pt x="1124" y="115"/>
                      </a:lnTo>
                      <a:lnTo>
                        <a:pt x="1122" y="110"/>
                      </a:lnTo>
                      <a:lnTo>
                        <a:pt x="1115" y="97"/>
                      </a:lnTo>
                      <a:lnTo>
                        <a:pt x="1102" y="80"/>
                      </a:lnTo>
                      <a:lnTo>
                        <a:pt x="1086" y="59"/>
                      </a:lnTo>
                      <a:lnTo>
                        <a:pt x="1066" y="39"/>
                      </a:lnTo>
                      <a:lnTo>
                        <a:pt x="1041" y="20"/>
                      </a:lnTo>
                      <a:lnTo>
                        <a:pt x="1011" y="7"/>
                      </a:lnTo>
                      <a:lnTo>
                        <a:pt x="978" y="0"/>
                      </a:lnTo>
                      <a:lnTo>
                        <a:pt x="982" y="12"/>
                      </a:lnTo>
                      <a:lnTo>
                        <a:pt x="994" y="46"/>
                      </a:lnTo>
                      <a:lnTo>
                        <a:pt x="1007" y="100"/>
                      </a:lnTo>
                      <a:lnTo>
                        <a:pt x="1019" y="169"/>
                      </a:lnTo>
                      <a:lnTo>
                        <a:pt x="1022" y="252"/>
                      </a:lnTo>
                      <a:lnTo>
                        <a:pt x="1013" y="344"/>
                      </a:lnTo>
                      <a:lnTo>
                        <a:pt x="987" y="444"/>
                      </a:lnTo>
                      <a:lnTo>
                        <a:pt x="940" y="549"/>
                      </a:lnTo>
                      <a:lnTo>
                        <a:pt x="939" y="550"/>
                      </a:lnTo>
                      <a:lnTo>
                        <a:pt x="934" y="553"/>
                      </a:lnTo>
                      <a:lnTo>
                        <a:pt x="927" y="559"/>
                      </a:lnTo>
                      <a:lnTo>
                        <a:pt x="917" y="567"/>
                      </a:lnTo>
                      <a:lnTo>
                        <a:pt x="904" y="575"/>
                      </a:lnTo>
                      <a:lnTo>
                        <a:pt x="890" y="585"/>
                      </a:lnTo>
                      <a:lnTo>
                        <a:pt x="871" y="594"/>
                      </a:lnTo>
                      <a:lnTo>
                        <a:pt x="851" y="603"/>
                      </a:lnTo>
                      <a:lnTo>
                        <a:pt x="828" y="611"/>
                      </a:lnTo>
                      <a:lnTo>
                        <a:pt x="802" y="619"/>
                      </a:lnTo>
                      <a:lnTo>
                        <a:pt x="773" y="625"/>
                      </a:lnTo>
                      <a:lnTo>
                        <a:pt x="741" y="629"/>
                      </a:lnTo>
                      <a:lnTo>
                        <a:pt x="708" y="630"/>
                      </a:lnTo>
                      <a:lnTo>
                        <a:pt x="671" y="629"/>
                      </a:lnTo>
                      <a:lnTo>
                        <a:pt x="631" y="626"/>
                      </a:lnTo>
                      <a:lnTo>
                        <a:pt x="590" y="618"/>
                      </a:lnTo>
                      <a:lnTo>
                        <a:pt x="590" y="720"/>
                      </a:lnTo>
                      <a:lnTo>
                        <a:pt x="26" y="663"/>
                      </a:lnTo>
                      <a:lnTo>
                        <a:pt x="7" y="587"/>
                      </a:lnTo>
                      <a:close/>
                    </a:path>
                  </a:pathLst>
                </a:custGeom>
                <a:solidFill>
                  <a:schemeClr val="bg1">
                    <a:alpha val="100000"/>
                  </a:schemeClr>
                </a:solidFill>
                <a:ln w="9525">
                  <a:noFill/>
                </a:ln>
              </p:spPr>
              <p:txBody>
                <a:bodyPr/>
                <a:p>
                  <a:endParaRPr lang="zh-CN" altLang="en-US"/>
                </a:p>
              </p:txBody>
            </p:sp>
            <p:sp>
              <p:nvSpPr>
                <p:cNvPr id="145903" name="Freeform 717"/>
                <p:cNvSpPr/>
                <p:nvPr/>
              </p:nvSpPr>
              <p:spPr>
                <a:xfrm>
                  <a:off x="4884" y="1997"/>
                  <a:ext cx="119" cy="38"/>
                </a:xfrm>
                <a:custGeom>
                  <a:avLst/>
                  <a:gdLst/>
                  <a:ahLst/>
                  <a:cxnLst>
                    <a:cxn ang="0">
                      <a:pos x="0" y="0"/>
                    </a:cxn>
                    <a:cxn ang="0">
                      <a:pos x="0" y="0"/>
                    </a:cxn>
                    <a:cxn ang="0">
                      <a:pos x="0" y="0"/>
                    </a:cxn>
                    <a:cxn ang="0">
                      <a:pos x="0" y="0"/>
                    </a:cxn>
                    <a:cxn ang="0">
                      <a:pos x="0" y="0"/>
                    </a:cxn>
                  </a:cxnLst>
                  <a:pathLst>
                    <a:path w="837" h="269">
                      <a:moveTo>
                        <a:pt x="837" y="96"/>
                      </a:moveTo>
                      <a:lnTo>
                        <a:pt x="12" y="0"/>
                      </a:lnTo>
                      <a:lnTo>
                        <a:pt x="0" y="96"/>
                      </a:lnTo>
                      <a:lnTo>
                        <a:pt x="812" y="269"/>
                      </a:lnTo>
                      <a:lnTo>
                        <a:pt x="837" y="96"/>
                      </a:lnTo>
                      <a:close/>
                    </a:path>
                  </a:pathLst>
                </a:custGeom>
                <a:solidFill>
                  <a:schemeClr val="bg1">
                    <a:alpha val="100000"/>
                  </a:schemeClr>
                </a:solidFill>
                <a:ln w="9525">
                  <a:noFill/>
                </a:ln>
              </p:spPr>
              <p:txBody>
                <a:bodyPr/>
                <a:p>
                  <a:endParaRPr lang="zh-CN" altLang="en-US"/>
                </a:p>
              </p:txBody>
            </p:sp>
            <p:sp>
              <p:nvSpPr>
                <p:cNvPr id="145904" name="Freeform 718"/>
                <p:cNvSpPr/>
                <p:nvPr/>
              </p:nvSpPr>
              <p:spPr>
                <a:xfrm>
                  <a:off x="4943" y="2009"/>
                  <a:ext cx="51" cy="18"/>
                </a:xfrm>
                <a:custGeom>
                  <a:avLst/>
                  <a:gdLst/>
                  <a:ahLst/>
                  <a:cxnLst>
                    <a:cxn ang="0">
                      <a:pos x="0" y="0"/>
                    </a:cxn>
                    <a:cxn ang="0">
                      <a:pos x="0" y="0"/>
                    </a:cxn>
                    <a:cxn ang="0">
                      <a:pos x="0" y="0"/>
                    </a:cxn>
                    <a:cxn ang="0">
                      <a:pos x="0" y="0"/>
                    </a:cxn>
                    <a:cxn ang="0">
                      <a:pos x="0" y="0"/>
                    </a:cxn>
                  </a:cxnLst>
                  <a:pathLst>
                    <a:path w="358" h="122">
                      <a:moveTo>
                        <a:pt x="358" y="53"/>
                      </a:moveTo>
                      <a:lnTo>
                        <a:pt x="5" y="0"/>
                      </a:lnTo>
                      <a:lnTo>
                        <a:pt x="0" y="51"/>
                      </a:lnTo>
                      <a:lnTo>
                        <a:pt x="348" y="122"/>
                      </a:lnTo>
                      <a:lnTo>
                        <a:pt x="358" y="53"/>
                      </a:lnTo>
                      <a:close/>
                    </a:path>
                  </a:pathLst>
                </a:custGeom>
                <a:solidFill>
                  <a:srgbClr val="FFCCFF">
                    <a:alpha val="100000"/>
                  </a:srgbClr>
                </a:solidFill>
                <a:ln w="9525">
                  <a:noFill/>
                </a:ln>
              </p:spPr>
              <p:txBody>
                <a:bodyPr/>
                <a:p>
                  <a:endParaRPr lang="zh-CN" altLang="en-US"/>
                </a:p>
              </p:txBody>
            </p:sp>
            <p:sp>
              <p:nvSpPr>
                <p:cNvPr id="145905" name="Freeform 719"/>
                <p:cNvSpPr/>
                <p:nvPr/>
              </p:nvSpPr>
              <p:spPr>
                <a:xfrm>
                  <a:off x="4891" y="2000"/>
                  <a:ext cx="34" cy="13"/>
                </a:xfrm>
                <a:custGeom>
                  <a:avLst/>
                  <a:gdLst/>
                  <a:ahLst/>
                  <a:cxnLst>
                    <a:cxn ang="0">
                      <a:pos x="0" y="0"/>
                    </a:cxn>
                    <a:cxn ang="0">
                      <a:pos x="0" y="0"/>
                    </a:cxn>
                    <a:cxn ang="0">
                      <a:pos x="0" y="0"/>
                    </a:cxn>
                    <a:cxn ang="0">
                      <a:pos x="0" y="0"/>
                    </a:cxn>
                    <a:cxn ang="0">
                      <a:pos x="0" y="0"/>
                    </a:cxn>
                  </a:cxnLst>
                  <a:pathLst>
                    <a:path w="239" h="91">
                      <a:moveTo>
                        <a:pt x="239" y="42"/>
                      </a:moveTo>
                      <a:lnTo>
                        <a:pt x="0" y="0"/>
                      </a:lnTo>
                      <a:lnTo>
                        <a:pt x="2" y="44"/>
                      </a:lnTo>
                      <a:lnTo>
                        <a:pt x="231" y="91"/>
                      </a:lnTo>
                      <a:lnTo>
                        <a:pt x="239" y="42"/>
                      </a:lnTo>
                      <a:close/>
                    </a:path>
                  </a:pathLst>
                </a:custGeom>
                <a:solidFill>
                  <a:srgbClr val="FFCCFF">
                    <a:alpha val="100000"/>
                  </a:srgbClr>
                </a:solidFill>
                <a:ln w="9525">
                  <a:noFill/>
                </a:ln>
              </p:spPr>
              <p:txBody>
                <a:bodyPr/>
                <a:p>
                  <a:endParaRPr lang="zh-CN" altLang="en-US"/>
                </a:p>
              </p:txBody>
            </p:sp>
            <p:sp>
              <p:nvSpPr>
                <p:cNvPr id="145906" name="Freeform 720"/>
                <p:cNvSpPr/>
                <p:nvPr/>
              </p:nvSpPr>
              <p:spPr>
                <a:xfrm>
                  <a:off x="4805" y="2013"/>
                  <a:ext cx="202" cy="67"/>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409" h="466">
                      <a:moveTo>
                        <a:pt x="0" y="140"/>
                      </a:moveTo>
                      <a:lnTo>
                        <a:pt x="4" y="140"/>
                      </a:lnTo>
                      <a:lnTo>
                        <a:pt x="12" y="138"/>
                      </a:lnTo>
                      <a:lnTo>
                        <a:pt x="27" y="135"/>
                      </a:lnTo>
                      <a:lnTo>
                        <a:pt x="45" y="132"/>
                      </a:lnTo>
                      <a:lnTo>
                        <a:pt x="67" y="128"/>
                      </a:lnTo>
                      <a:lnTo>
                        <a:pt x="92" y="123"/>
                      </a:lnTo>
                      <a:lnTo>
                        <a:pt x="120" y="116"/>
                      </a:lnTo>
                      <a:lnTo>
                        <a:pt x="150" y="108"/>
                      </a:lnTo>
                      <a:lnTo>
                        <a:pt x="181" y="100"/>
                      </a:lnTo>
                      <a:lnTo>
                        <a:pt x="212" y="89"/>
                      </a:lnTo>
                      <a:lnTo>
                        <a:pt x="243" y="78"/>
                      </a:lnTo>
                      <a:lnTo>
                        <a:pt x="273" y="65"/>
                      </a:lnTo>
                      <a:lnTo>
                        <a:pt x="303" y="50"/>
                      </a:lnTo>
                      <a:lnTo>
                        <a:pt x="330" y="35"/>
                      </a:lnTo>
                      <a:lnTo>
                        <a:pt x="355" y="18"/>
                      </a:lnTo>
                      <a:lnTo>
                        <a:pt x="375" y="0"/>
                      </a:lnTo>
                      <a:lnTo>
                        <a:pt x="1409" y="236"/>
                      </a:lnTo>
                      <a:lnTo>
                        <a:pt x="1407" y="239"/>
                      </a:lnTo>
                      <a:lnTo>
                        <a:pt x="1401" y="245"/>
                      </a:lnTo>
                      <a:lnTo>
                        <a:pt x="1392" y="254"/>
                      </a:lnTo>
                      <a:lnTo>
                        <a:pt x="1379" y="265"/>
                      </a:lnTo>
                      <a:lnTo>
                        <a:pt x="1363" y="279"/>
                      </a:lnTo>
                      <a:lnTo>
                        <a:pt x="1345" y="295"/>
                      </a:lnTo>
                      <a:lnTo>
                        <a:pt x="1325" y="313"/>
                      </a:lnTo>
                      <a:lnTo>
                        <a:pt x="1303" y="332"/>
                      </a:lnTo>
                      <a:lnTo>
                        <a:pt x="1279" y="351"/>
                      </a:lnTo>
                      <a:lnTo>
                        <a:pt x="1253" y="371"/>
                      </a:lnTo>
                      <a:lnTo>
                        <a:pt x="1227" y="390"/>
                      </a:lnTo>
                      <a:lnTo>
                        <a:pt x="1200" y="409"/>
                      </a:lnTo>
                      <a:lnTo>
                        <a:pt x="1172" y="426"/>
                      </a:lnTo>
                      <a:lnTo>
                        <a:pt x="1145" y="441"/>
                      </a:lnTo>
                      <a:lnTo>
                        <a:pt x="1117" y="455"/>
                      </a:lnTo>
                      <a:lnTo>
                        <a:pt x="1091" y="466"/>
                      </a:lnTo>
                      <a:lnTo>
                        <a:pt x="0" y="140"/>
                      </a:lnTo>
                      <a:close/>
                    </a:path>
                  </a:pathLst>
                </a:custGeom>
                <a:solidFill>
                  <a:srgbClr val="FFCCFF">
                    <a:alpha val="100000"/>
                  </a:srgbClr>
                </a:solidFill>
                <a:ln w="9525">
                  <a:noFill/>
                </a:ln>
              </p:spPr>
              <p:txBody>
                <a:bodyPr/>
                <a:p>
                  <a:endParaRPr lang="zh-CN" altLang="en-US"/>
                </a:p>
              </p:txBody>
            </p:sp>
            <p:sp>
              <p:nvSpPr>
                <p:cNvPr id="145907" name="Freeform 721"/>
                <p:cNvSpPr/>
                <p:nvPr/>
              </p:nvSpPr>
              <p:spPr>
                <a:xfrm>
                  <a:off x="5006" y="2006"/>
                  <a:ext cx="72" cy="32"/>
                </a:xfrm>
                <a:custGeom>
                  <a:avLst/>
                  <a:gdLst/>
                  <a:ahLst/>
                  <a:cxnLst>
                    <a:cxn ang="0">
                      <a:pos x="0" y="0"/>
                    </a:cxn>
                    <a:cxn ang="0">
                      <a:pos x="0" y="0"/>
                    </a:cxn>
                    <a:cxn ang="0">
                      <a:pos x="0" y="0"/>
                    </a:cxn>
                    <a:cxn ang="0">
                      <a:pos x="0" y="0"/>
                    </a:cxn>
                    <a:cxn ang="0">
                      <a:pos x="0" y="0"/>
                    </a:cxn>
                    <a:cxn ang="0">
                      <a:pos x="0" y="0"/>
                    </a:cxn>
                  </a:cxnLst>
                  <a:pathLst>
                    <a:path w="502" h="223">
                      <a:moveTo>
                        <a:pt x="51" y="223"/>
                      </a:moveTo>
                      <a:lnTo>
                        <a:pt x="502" y="90"/>
                      </a:lnTo>
                      <a:lnTo>
                        <a:pt x="229" y="0"/>
                      </a:lnTo>
                      <a:lnTo>
                        <a:pt x="6" y="26"/>
                      </a:lnTo>
                      <a:lnTo>
                        <a:pt x="0" y="211"/>
                      </a:lnTo>
                      <a:lnTo>
                        <a:pt x="51" y="223"/>
                      </a:lnTo>
                      <a:close/>
                    </a:path>
                  </a:pathLst>
                </a:custGeom>
                <a:solidFill>
                  <a:schemeClr val="bg1">
                    <a:alpha val="100000"/>
                  </a:schemeClr>
                </a:solidFill>
                <a:ln w="9525">
                  <a:noFill/>
                </a:ln>
              </p:spPr>
              <p:txBody>
                <a:bodyPr/>
                <a:p>
                  <a:endParaRPr lang="zh-CN" altLang="en-US"/>
                </a:p>
              </p:txBody>
            </p:sp>
            <p:sp>
              <p:nvSpPr>
                <p:cNvPr id="145908" name="Freeform 722"/>
                <p:cNvSpPr/>
                <p:nvPr/>
              </p:nvSpPr>
              <p:spPr>
                <a:xfrm>
                  <a:off x="4821" y="1869"/>
                  <a:ext cx="38" cy="152"/>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67" h="1064">
                      <a:moveTo>
                        <a:pt x="267" y="26"/>
                      </a:moveTo>
                      <a:lnTo>
                        <a:pt x="266" y="24"/>
                      </a:lnTo>
                      <a:lnTo>
                        <a:pt x="262" y="22"/>
                      </a:lnTo>
                      <a:lnTo>
                        <a:pt x="254" y="20"/>
                      </a:lnTo>
                      <a:lnTo>
                        <a:pt x="244" y="16"/>
                      </a:lnTo>
                      <a:lnTo>
                        <a:pt x="232" y="12"/>
                      </a:lnTo>
                      <a:lnTo>
                        <a:pt x="218" y="8"/>
                      </a:lnTo>
                      <a:lnTo>
                        <a:pt x="202" y="5"/>
                      </a:lnTo>
                      <a:lnTo>
                        <a:pt x="184" y="1"/>
                      </a:lnTo>
                      <a:lnTo>
                        <a:pt x="164" y="0"/>
                      </a:lnTo>
                      <a:lnTo>
                        <a:pt x="143" y="0"/>
                      </a:lnTo>
                      <a:lnTo>
                        <a:pt x="121" y="3"/>
                      </a:lnTo>
                      <a:lnTo>
                        <a:pt x="98" y="6"/>
                      </a:lnTo>
                      <a:lnTo>
                        <a:pt x="74" y="13"/>
                      </a:lnTo>
                      <a:lnTo>
                        <a:pt x="50" y="22"/>
                      </a:lnTo>
                      <a:lnTo>
                        <a:pt x="25" y="35"/>
                      </a:lnTo>
                      <a:lnTo>
                        <a:pt x="0" y="51"/>
                      </a:lnTo>
                      <a:lnTo>
                        <a:pt x="0" y="1064"/>
                      </a:lnTo>
                      <a:lnTo>
                        <a:pt x="1" y="1064"/>
                      </a:lnTo>
                      <a:lnTo>
                        <a:pt x="7" y="1064"/>
                      </a:lnTo>
                      <a:lnTo>
                        <a:pt x="15" y="1063"/>
                      </a:lnTo>
                      <a:lnTo>
                        <a:pt x="25" y="1062"/>
                      </a:lnTo>
                      <a:lnTo>
                        <a:pt x="37" y="1060"/>
                      </a:lnTo>
                      <a:lnTo>
                        <a:pt x="52" y="1057"/>
                      </a:lnTo>
                      <a:lnTo>
                        <a:pt x="69" y="1054"/>
                      </a:lnTo>
                      <a:lnTo>
                        <a:pt x="88" y="1049"/>
                      </a:lnTo>
                      <a:lnTo>
                        <a:pt x="108" y="1044"/>
                      </a:lnTo>
                      <a:lnTo>
                        <a:pt x="129" y="1037"/>
                      </a:lnTo>
                      <a:lnTo>
                        <a:pt x="152" y="1029"/>
                      </a:lnTo>
                      <a:lnTo>
                        <a:pt x="175" y="1018"/>
                      </a:lnTo>
                      <a:lnTo>
                        <a:pt x="198" y="1007"/>
                      </a:lnTo>
                      <a:lnTo>
                        <a:pt x="222" y="994"/>
                      </a:lnTo>
                      <a:lnTo>
                        <a:pt x="244" y="979"/>
                      </a:lnTo>
                      <a:lnTo>
                        <a:pt x="267" y="962"/>
                      </a:lnTo>
                      <a:lnTo>
                        <a:pt x="267" y="26"/>
                      </a:lnTo>
                      <a:close/>
                    </a:path>
                  </a:pathLst>
                </a:custGeom>
                <a:solidFill>
                  <a:schemeClr val="bg1">
                    <a:alpha val="100000"/>
                  </a:schemeClr>
                </a:solidFill>
                <a:ln w="9525">
                  <a:noFill/>
                </a:ln>
              </p:spPr>
              <p:txBody>
                <a:bodyPr/>
                <a:p>
                  <a:endParaRPr lang="zh-CN" altLang="en-US"/>
                </a:p>
              </p:txBody>
            </p:sp>
            <p:sp>
              <p:nvSpPr>
                <p:cNvPr id="145909" name="Freeform 723"/>
                <p:cNvSpPr/>
                <p:nvPr/>
              </p:nvSpPr>
              <p:spPr>
                <a:xfrm>
                  <a:off x="4822" y="1871"/>
                  <a:ext cx="33" cy="12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28" h="898">
                      <a:moveTo>
                        <a:pt x="228" y="21"/>
                      </a:moveTo>
                      <a:lnTo>
                        <a:pt x="227" y="20"/>
                      </a:lnTo>
                      <a:lnTo>
                        <a:pt x="224" y="19"/>
                      </a:lnTo>
                      <a:lnTo>
                        <a:pt x="217" y="17"/>
                      </a:lnTo>
                      <a:lnTo>
                        <a:pt x="209" y="13"/>
                      </a:lnTo>
                      <a:lnTo>
                        <a:pt x="199" y="10"/>
                      </a:lnTo>
                      <a:lnTo>
                        <a:pt x="186" y="6"/>
                      </a:lnTo>
                      <a:lnTo>
                        <a:pt x="172" y="4"/>
                      </a:lnTo>
                      <a:lnTo>
                        <a:pt x="157" y="2"/>
                      </a:lnTo>
                      <a:lnTo>
                        <a:pt x="140" y="0"/>
                      </a:lnTo>
                      <a:lnTo>
                        <a:pt x="122" y="0"/>
                      </a:lnTo>
                      <a:lnTo>
                        <a:pt x="104" y="2"/>
                      </a:lnTo>
                      <a:lnTo>
                        <a:pt x="83" y="5"/>
                      </a:lnTo>
                      <a:lnTo>
                        <a:pt x="64" y="11"/>
                      </a:lnTo>
                      <a:lnTo>
                        <a:pt x="42" y="19"/>
                      </a:lnTo>
                      <a:lnTo>
                        <a:pt x="21" y="29"/>
                      </a:lnTo>
                      <a:lnTo>
                        <a:pt x="0" y="43"/>
                      </a:lnTo>
                      <a:lnTo>
                        <a:pt x="0" y="898"/>
                      </a:lnTo>
                      <a:lnTo>
                        <a:pt x="1" y="898"/>
                      </a:lnTo>
                      <a:lnTo>
                        <a:pt x="5" y="898"/>
                      </a:lnTo>
                      <a:lnTo>
                        <a:pt x="12" y="897"/>
                      </a:lnTo>
                      <a:lnTo>
                        <a:pt x="21" y="896"/>
                      </a:lnTo>
                      <a:lnTo>
                        <a:pt x="32" y="894"/>
                      </a:lnTo>
                      <a:lnTo>
                        <a:pt x="45" y="892"/>
                      </a:lnTo>
                      <a:lnTo>
                        <a:pt x="59" y="889"/>
                      </a:lnTo>
                      <a:lnTo>
                        <a:pt x="75" y="884"/>
                      </a:lnTo>
                      <a:lnTo>
                        <a:pt x="92" y="879"/>
                      </a:lnTo>
                      <a:lnTo>
                        <a:pt x="111" y="874"/>
                      </a:lnTo>
                      <a:lnTo>
                        <a:pt x="130" y="867"/>
                      </a:lnTo>
                      <a:lnTo>
                        <a:pt x="149" y="858"/>
                      </a:lnTo>
                      <a:lnTo>
                        <a:pt x="169" y="848"/>
                      </a:lnTo>
                      <a:lnTo>
                        <a:pt x="190" y="837"/>
                      </a:lnTo>
                      <a:lnTo>
                        <a:pt x="209" y="824"/>
                      </a:lnTo>
                      <a:lnTo>
                        <a:pt x="228" y="809"/>
                      </a:lnTo>
                      <a:lnTo>
                        <a:pt x="228" y="21"/>
                      </a:lnTo>
                      <a:close/>
                    </a:path>
                  </a:pathLst>
                </a:custGeom>
                <a:solidFill>
                  <a:srgbClr val="FFCCFF">
                    <a:alpha val="100000"/>
                  </a:srgbClr>
                </a:solidFill>
                <a:ln w="9525">
                  <a:noFill/>
                </a:ln>
              </p:spPr>
              <p:txBody>
                <a:bodyPr/>
                <a:p>
                  <a:endParaRPr lang="zh-CN" altLang="en-US"/>
                </a:p>
              </p:txBody>
            </p:sp>
            <p:sp>
              <p:nvSpPr>
                <p:cNvPr id="145910" name="Freeform 724"/>
                <p:cNvSpPr/>
                <p:nvPr/>
              </p:nvSpPr>
              <p:spPr>
                <a:xfrm>
                  <a:off x="4823" y="1872"/>
                  <a:ext cx="27" cy="104"/>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92" h="729">
                      <a:moveTo>
                        <a:pt x="192" y="17"/>
                      </a:moveTo>
                      <a:lnTo>
                        <a:pt x="191" y="17"/>
                      </a:lnTo>
                      <a:lnTo>
                        <a:pt x="187" y="15"/>
                      </a:lnTo>
                      <a:lnTo>
                        <a:pt x="183" y="12"/>
                      </a:lnTo>
                      <a:lnTo>
                        <a:pt x="176" y="10"/>
                      </a:lnTo>
                      <a:lnTo>
                        <a:pt x="167" y="8"/>
                      </a:lnTo>
                      <a:lnTo>
                        <a:pt x="156" y="4"/>
                      </a:lnTo>
                      <a:lnTo>
                        <a:pt x="145" y="2"/>
                      </a:lnTo>
                      <a:lnTo>
                        <a:pt x="132" y="0"/>
                      </a:lnTo>
                      <a:lnTo>
                        <a:pt x="117" y="0"/>
                      </a:lnTo>
                      <a:lnTo>
                        <a:pt x="102" y="0"/>
                      </a:lnTo>
                      <a:lnTo>
                        <a:pt x="86" y="1"/>
                      </a:lnTo>
                      <a:lnTo>
                        <a:pt x="70" y="3"/>
                      </a:lnTo>
                      <a:lnTo>
                        <a:pt x="53" y="8"/>
                      </a:lnTo>
                      <a:lnTo>
                        <a:pt x="35" y="15"/>
                      </a:lnTo>
                      <a:lnTo>
                        <a:pt x="18" y="24"/>
                      </a:lnTo>
                      <a:lnTo>
                        <a:pt x="0" y="35"/>
                      </a:lnTo>
                      <a:lnTo>
                        <a:pt x="0" y="729"/>
                      </a:lnTo>
                      <a:lnTo>
                        <a:pt x="1" y="729"/>
                      </a:lnTo>
                      <a:lnTo>
                        <a:pt x="4" y="729"/>
                      </a:lnTo>
                      <a:lnTo>
                        <a:pt x="10" y="728"/>
                      </a:lnTo>
                      <a:lnTo>
                        <a:pt x="18" y="727"/>
                      </a:lnTo>
                      <a:lnTo>
                        <a:pt x="27" y="726"/>
                      </a:lnTo>
                      <a:lnTo>
                        <a:pt x="37" y="725"/>
                      </a:lnTo>
                      <a:lnTo>
                        <a:pt x="50" y="721"/>
                      </a:lnTo>
                      <a:lnTo>
                        <a:pt x="64" y="719"/>
                      </a:lnTo>
                      <a:lnTo>
                        <a:pt x="77" y="714"/>
                      </a:lnTo>
                      <a:lnTo>
                        <a:pt x="92" y="710"/>
                      </a:lnTo>
                      <a:lnTo>
                        <a:pt x="108" y="704"/>
                      </a:lnTo>
                      <a:lnTo>
                        <a:pt x="125" y="697"/>
                      </a:lnTo>
                      <a:lnTo>
                        <a:pt x="141" y="689"/>
                      </a:lnTo>
                      <a:lnTo>
                        <a:pt x="159" y="680"/>
                      </a:lnTo>
                      <a:lnTo>
                        <a:pt x="176" y="668"/>
                      </a:lnTo>
                      <a:lnTo>
                        <a:pt x="192" y="657"/>
                      </a:lnTo>
                      <a:lnTo>
                        <a:pt x="192" y="17"/>
                      </a:lnTo>
                      <a:close/>
                    </a:path>
                  </a:pathLst>
                </a:custGeom>
                <a:solidFill>
                  <a:schemeClr val="bg1">
                    <a:alpha val="100000"/>
                  </a:schemeClr>
                </a:solidFill>
                <a:ln w="9525">
                  <a:noFill/>
                </a:ln>
              </p:spPr>
              <p:txBody>
                <a:bodyPr/>
                <a:p>
                  <a:endParaRPr lang="zh-CN" altLang="en-US"/>
                </a:p>
              </p:txBody>
            </p:sp>
            <p:sp>
              <p:nvSpPr>
                <p:cNvPr id="145911" name="Freeform 725"/>
                <p:cNvSpPr/>
                <p:nvPr/>
              </p:nvSpPr>
              <p:spPr>
                <a:xfrm>
                  <a:off x="4824" y="1873"/>
                  <a:ext cx="22" cy="8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56" h="564">
                      <a:moveTo>
                        <a:pt x="156" y="15"/>
                      </a:moveTo>
                      <a:lnTo>
                        <a:pt x="153" y="14"/>
                      </a:lnTo>
                      <a:lnTo>
                        <a:pt x="142" y="9"/>
                      </a:lnTo>
                      <a:lnTo>
                        <a:pt x="127" y="4"/>
                      </a:lnTo>
                      <a:lnTo>
                        <a:pt x="108" y="1"/>
                      </a:lnTo>
                      <a:lnTo>
                        <a:pt x="84" y="0"/>
                      </a:lnTo>
                      <a:lnTo>
                        <a:pt x="58" y="3"/>
                      </a:lnTo>
                      <a:lnTo>
                        <a:pt x="29" y="12"/>
                      </a:lnTo>
                      <a:lnTo>
                        <a:pt x="0" y="28"/>
                      </a:lnTo>
                      <a:lnTo>
                        <a:pt x="0" y="564"/>
                      </a:lnTo>
                      <a:lnTo>
                        <a:pt x="4" y="564"/>
                      </a:lnTo>
                      <a:lnTo>
                        <a:pt x="15" y="563"/>
                      </a:lnTo>
                      <a:lnTo>
                        <a:pt x="31" y="560"/>
                      </a:lnTo>
                      <a:lnTo>
                        <a:pt x="52" y="555"/>
                      </a:lnTo>
                      <a:lnTo>
                        <a:pt x="76" y="548"/>
                      </a:lnTo>
                      <a:lnTo>
                        <a:pt x="102" y="537"/>
                      </a:lnTo>
                      <a:lnTo>
                        <a:pt x="128" y="524"/>
                      </a:lnTo>
                      <a:lnTo>
                        <a:pt x="156" y="505"/>
                      </a:lnTo>
                      <a:lnTo>
                        <a:pt x="156" y="15"/>
                      </a:lnTo>
                      <a:close/>
                    </a:path>
                  </a:pathLst>
                </a:custGeom>
                <a:solidFill>
                  <a:schemeClr val="bg1">
                    <a:alpha val="100000"/>
                  </a:schemeClr>
                </a:solidFill>
                <a:ln w="9525">
                  <a:noFill/>
                </a:ln>
              </p:spPr>
              <p:txBody>
                <a:bodyPr/>
                <a:p>
                  <a:endParaRPr lang="zh-CN" altLang="en-US"/>
                </a:p>
              </p:txBody>
            </p:sp>
            <p:sp>
              <p:nvSpPr>
                <p:cNvPr id="145912" name="Freeform 726"/>
                <p:cNvSpPr/>
                <p:nvPr/>
              </p:nvSpPr>
              <p:spPr>
                <a:xfrm>
                  <a:off x="4825" y="1875"/>
                  <a:ext cx="17" cy="5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7" h="396">
                      <a:moveTo>
                        <a:pt x="117" y="10"/>
                      </a:moveTo>
                      <a:lnTo>
                        <a:pt x="115" y="9"/>
                      </a:lnTo>
                      <a:lnTo>
                        <a:pt x="107" y="6"/>
                      </a:lnTo>
                      <a:lnTo>
                        <a:pt x="95" y="2"/>
                      </a:lnTo>
                      <a:lnTo>
                        <a:pt x="80" y="0"/>
                      </a:lnTo>
                      <a:lnTo>
                        <a:pt x="63" y="0"/>
                      </a:lnTo>
                      <a:lnTo>
                        <a:pt x="43" y="2"/>
                      </a:lnTo>
                      <a:lnTo>
                        <a:pt x="22" y="9"/>
                      </a:lnTo>
                      <a:lnTo>
                        <a:pt x="0" y="22"/>
                      </a:lnTo>
                      <a:lnTo>
                        <a:pt x="0" y="396"/>
                      </a:lnTo>
                      <a:lnTo>
                        <a:pt x="3" y="396"/>
                      </a:lnTo>
                      <a:lnTo>
                        <a:pt x="11" y="395"/>
                      </a:lnTo>
                      <a:lnTo>
                        <a:pt x="23" y="393"/>
                      </a:lnTo>
                      <a:lnTo>
                        <a:pt x="39" y="389"/>
                      </a:lnTo>
                      <a:lnTo>
                        <a:pt x="58" y="385"/>
                      </a:lnTo>
                      <a:lnTo>
                        <a:pt x="77" y="377"/>
                      </a:lnTo>
                      <a:lnTo>
                        <a:pt x="96" y="365"/>
                      </a:lnTo>
                      <a:lnTo>
                        <a:pt x="117" y="351"/>
                      </a:lnTo>
                      <a:lnTo>
                        <a:pt x="117" y="10"/>
                      </a:lnTo>
                      <a:close/>
                    </a:path>
                  </a:pathLst>
                </a:custGeom>
                <a:solidFill>
                  <a:srgbClr val="FFCCFF">
                    <a:alpha val="100000"/>
                  </a:srgbClr>
                </a:solidFill>
                <a:ln w="9525">
                  <a:noFill/>
                </a:ln>
              </p:spPr>
              <p:txBody>
                <a:bodyPr/>
                <a:p>
                  <a:endParaRPr lang="zh-CN" altLang="en-US"/>
                </a:p>
              </p:txBody>
            </p:sp>
            <p:sp>
              <p:nvSpPr>
                <p:cNvPr id="145913" name="Freeform 727"/>
                <p:cNvSpPr/>
                <p:nvPr/>
              </p:nvSpPr>
              <p:spPr>
                <a:xfrm>
                  <a:off x="4826" y="1876"/>
                  <a:ext cx="11" cy="33"/>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80" h="230">
                      <a:moveTo>
                        <a:pt x="80" y="7"/>
                      </a:moveTo>
                      <a:lnTo>
                        <a:pt x="78" y="6"/>
                      </a:lnTo>
                      <a:lnTo>
                        <a:pt x="73" y="5"/>
                      </a:lnTo>
                      <a:lnTo>
                        <a:pt x="65" y="2"/>
                      </a:lnTo>
                      <a:lnTo>
                        <a:pt x="55" y="0"/>
                      </a:lnTo>
                      <a:lnTo>
                        <a:pt x="44" y="0"/>
                      </a:lnTo>
                      <a:lnTo>
                        <a:pt x="30" y="1"/>
                      </a:lnTo>
                      <a:lnTo>
                        <a:pt x="15" y="7"/>
                      </a:lnTo>
                      <a:lnTo>
                        <a:pt x="0" y="15"/>
                      </a:lnTo>
                      <a:lnTo>
                        <a:pt x="0" y="230"/>
                      </a:lnTo>
                      <a:lnTo>
                        <a:pt x="3" y="230"/>
                      </a:lnTo>
                      <a:lnTo>
                        <a:pt x="7" y="229"/>
                      </a:lnTo>
                      <a:lnTo>
                        <a:pt x="16" y="228"/>
                      </a:lnTo>
                      <a:lnTo>
                        <a:pt x="27" y="225"/>
                      </a:lnTo>
                      <a:lnTo>
                        <a:pt x="39" y="222"/>
                      </a:lnTo>
                      <a:lnTo>
                        <a:pt x="53" y="216"/>
                      </a:lnTo>
                      <a:lnTo>
                        <a:pt x="67" y="208"/>
                      </a:lnTo>
                      <a:lnTo>
                        <a:pt x="80" y="199"/>
                      </a:lnTo>
                      <a:lnTo>
                        <a:pt x="80" y="7"/>
                      </a:lnTo>
                      <a:close/>
                    </a:path>
                  </a:pathLst>
                </a:custGeom>
                <a:solidFill>
                  <a:srgbClr val="FFCCFF">
                    <a:alpha val="100000"/>
                  </a:srgbClr>
                </a:solidFill>
                <a:ln w="9525">
                  <a:noFill/>
                </a:ln>
              </p:spPr>
              <p:txBody>
                <a:bodyPr/>
                <a:p>
                  <a:endParaRPr lang="zh-CN" altLang="en-US"/>
                </a:p>
              </p:txBody>
            </p:sp>
            <p:sp>
              <p:nvSpPr>
                <p:cNvPr id="145914" name="Freeform 728"/>
                <p:cNvSpPr/>
                <p:nvPr/>
              </p:nvSpPr>
              <p:spPr>
                <a:xfrm>
                  <a:off x="4964" y="1970"/>
                  <a:ext cx="16" cy="17"/>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7" h="117">
                      <a:moveTo>
                        <a:pt x="58" y="117"/>
                      </a:moveTo>
                      <a:lnTo>
                        <a:pt x="70" y="116"/>
                      </a:lnTo>
                      <a:lnTo>
                        <a:pt x="81" y="112"/>
                      </a:lnTo>
                      <a:lnTo>
                        <a:pt x="90" y="106"/>
                      </a:lnTo>
                      <a:lnTo>
                        <a:pt x="100" y="100"/>
                      </a:lnTo>
                      <a:lnTo>
                        <a:pt x="106" y="90"/>
                      </a:lnTo>
                      <a:lnTo>
                        <a:pt x="112" y="81"/>
                      </a:lnTo>
                      <a:lnTo>
                        <a:pt x="116" y="70"/>
                      </a:lnTo>
                      <a:lnTo>
                        <a:pt x="117" y="58"/>
                      </a:lnTo>
                      <a:lnTo>
                        <a:pt x="116" y="46"/>
                      </a:lnTo>
                      <a:lnTo>
                        <a:pt x="112" y="35"/>
                      </a:lnTo>
                      <a:lnTo>
                        <a:pt x="106" y="25"/>
                      </a:lnTo>
                      <a:lnTo>
                        <a:pt x="100" y="17"/>
                      </a:lnTo>
                      <a:lnTo>
                        <a:pt x="90" y="9"/>
                      </a:lnTo>
                      <a:lnTo>
                        <a:pt x="81" y="4"/>
                      </a:lnTo>
                      <a:lnTo>
                        <a:pt x="70" y="1"/>
                      </a:lnTo>
                      <a:lnTo>
                        <a:pt x="58" y="0"/>
                      </a:lnTo>
                      <a:lnTo>
                        <a:pt x="47" y="1"/>
                      </a:lnTo>
                      <a:lnTo>
                        <a:pt x="36" y="4"/>
                      </a:lnTo>
                      <a:lnTo>
                        <a:pt x="26" y="9"/>
                      </a:lnTo>
                      <a:lnTo>
                        <a:pt x="17" y="17"/>
                      </a:lnTo>
                      <a:lnTo>
                        <a:pt x="10" y="25"/>
                      </a:lnTo>
                      <a:lnTo>
                        <a:pt x="5" y="35"/>
                      </a:lnTo>
                      <a:lnTo>
                        <a:pt x="1" y="46"/>
                      </a:lnTo>
                      <a:lnTo>
                        <a:pt x="0" y="58"/>
                      </a:lnTo>
                      <a:lnTo>
                        <a:pt x="1" y="70"/>
                      </a:lnTo>
                      <a:lnTo>
                        <a:pt x="5" y="81"/>
                      </a:lnTo>
                      <a:lnTo>
                        <a:pt x="10" y="90"/>
                      </a:lnTo>
                      <a:lnTo>
                        <a:pt x="17" y="100"/>
                      </a:lnTo>
                      <a:lnTo>
                        <a:pt x="26" y="106"/>
                      </a:lnTo>
                      <a:lnTo>
                        <a:pt x="36" y="112"/>
                      </a:lnTo>
                      <a:lnTo>
                        <a:pt x="47" y="116"/>
                      </a:lnTo>
                      <a:lnTo>
                        <a:pt x="58" y="117"/>
                      </a:lnTo>
                      <a:close/>
                    </a:path>
                  </a:pathLst>
                </a:custGeom>
                <a:solidFill>
                  <a:srgbClr val="FFFFFF">
                    <a:alpha val="100000"/>
                  </a:srgbClr>
                </a:solidFill>
                <a:ln w="9525">
                  <a:noFill/>
                </a:ln>
              </p:spPr>
              <p:txBody>
                <a:bodyPr/>
                <a:p>
                  <a:endParaRPr lang="zh-CN" altLang="en-US"/>
                </a:p>
              </p:txBody>
            </p:sp>
            <p:sp>
              <p:nvSpPr>
                <p:cNvPr id="145915" name="Freeform 729"/>
                <p:cNvSpPr/>
                <p:nvPr/>
              </p:nvSpPr>
              <p:spPr>
                <a:xfrm>
                  <a:off x="4912" y="1970"/>
                  <a:ext cx="9" cy="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8" h="59">
                      <a:moveTo>
                        <a:pt x="29" y="59"/>
                      </a:moveTo>
                      <a:lnTo>
                        <a:pt x="40" y="56"/>
                      </a:lnTo>
                      <a:lnTo>
                        <a:pt x="50" y="49"/>
                      </a:lnTo>
                      <a:lnTo>
                        <a:pt x="56" y="40"/>
                      </a:lnTo>
                      <a:lnTo>
                        <a:pt x="58" y="29"/>
                      </a:lnTo>
                      <a:lnTo>
                        <a:pt x="56" y="17"/>
                      </a:lnTo>
                      <a:lnTo>
                        <a:pt x="50" y="8"/>
                      </a:lnTo>
                      <a:lnTo>
                        <a:pt x="40" y="2"/>
                      </a:lnTo>
                      <a:lnTo>
                        <a:pt x="29" y="0"/>
                      </a:lnTo>
                      <a:lnTo>
                        <a:pt x="17" y="2"/>
                      </a:lnTo>
                      <a:lnTo>
                        <a:pt x="8" y="8"/>
                      </a:lnTo>
                      <a:lnTo>
                        <a:pt x="2" y="17"/>
                      </a:lnTo>
                      <a:lnTo>
                        <a:pt x="0" y="29"/>
                      </a:lnTo>
                      <a:lnTo>
                        <a:pt x="2" y="40"/>
                      </a:lnTo>
                      <a:lnTo>
                        <a:pt x="8" y="49"/>
                      </a:lnTo>
                      <a:lnTo>
                        <a:pt x="17" y="56"/>
                      </a:lnTo>
                      <a:lnTo>
                        <a:pt x="29" y="59"/>
                      </a:lnTo>
                      <a:close/>
                    </a:path>
                  </a:pathLst>
                </a:custGeom>
                <a:solidFill>
                  <a:srgbClr val="FFFFFF">
                    <a:alpha val="100000"/>
                  </a:srgbClr>
                </a:solidFill>
                <a:ln w="9525">
                  <a:noFill/>
                </a:ln>
              </p:spPr>
              <p:txBody>
                <a:bodyPr/>
                <a:p>
                  <a:endParaRPr lang="zh-CN" altLang="en-US"/>
                </a:p>
              </p:txBody>
            </p:sp>
            <p:sp>
              <p:nvSpPr>
                <p:cNvPr id="145916" name="Freeform 730"/>
                <p:cNvSpPr/>
                <p:nvPr/>
              </p:nvSpPr>
              <p:spPr>
                <a:xfrm>
                  <a:off x="4927" y="1971"/>
                  <a:ext cx="8" cy="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8" h="59">
                      <a:moveTo>
                        <a:pt x="29" y="59"/>
                      </a:moveTo>
                      <a:lnTo>
                        <a:pt x="41" y="57"/>
                      </a:lnTo>
                      <a:lnTo>
                        <a:pt x="50" y="51"/>
                      </a:lnTo>
                      <a:lnTo>
                        <a:pt x="56" y="42"/>
                      </a:lnTo>
                      <a:lnTo>
                        <a:pt x="58" y="30"/>
                      </a:lnTo>
                      <a:lnTo>
                        <a:pt x="56" y="19"/>
                      </a:lnTo>
                      <a:lnTo>
                        <a:pt x="50" y="9"/>
                      </a:lnTo>
                      <a:lnTo>
                        <a:pt x="41" y="3"/>
                      </a:lnTo>
                      <a:lnTo>
                        <a:pt x="29" y="0"/>
                      </a:lnTo>
                      <a:lnTo>
                        <a:pt x="18" y="3"/>
                      </a:lnTo>
                      <a:lnTo>
                        <a:pt x="9" y="9"/>
                      </a:lnTo>
                      <a:lnTo>
                        <a:pt x="2" y="19"/>
                      </a:lnTo>
                      <a:lnTo>
                        <a:pt x="0" y="30"/>
                      </a:lnTo>
                      <a:lnTo>
                        <a:pt x="2" y="42"/>
                      </a:lnTo>
                      <a:lnTo>
                        <a:pt x="9" y="51"/>
                      </a:lnTo>
                      <a:lnTo>
                        <a:pt x="18" y="57"/>
                      </a:lnTo>
                      <a:lnTo>
                        <a:pt x="29" y="59"/>
                      </a:lnTo>
                      <a:close/>
                    </a:path>
                  </a:pathLst>
                </a:custGeom>
                <a:solidFill>
                  <a:srgbClr val="FFFFFF">
                    <a:alpha val="100000"/>
                  </a:srgbClr>
                </a:solidFill>
                <a:ln w="9525">
                  <a:noFill/>
                </a:ln>
              </p:spPr>
              <p:txBody>
                <a:bodyPr/>
                <a:p>
                  <a:endParaRPr lang="zh-CN" altLang="en-US"/>
                </a:p>
              </p:txBody>
            </p:sp>
            <p:sp>
              <p:nvSpPr>
                <p:cNvPr id="145917" name="Freeform 731"/>
                <p:cNvSpPr/>
                <p:nvPr/>
              </p:nvSpPr>
              <p:spPr>
                <a:xfrm>
                  <a:off x="4871" y="1856"/>
                  <a:ext cx="23" cy="114"/>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66" h="800">
                      <a:moveTo>
                        <a:pt x="52" y="16"/>
                      </a:moveTo>
                      <a:lnTo>
                        <a:pt x="47" y="32"/>
                      </a:lnTo>
                      <a:lnTo>
                        <a:pt x="36" y="77"/>
                      </a:lnTo>
                      <a:lnTo>
                        <a:pt x="21" y="148"/>
                      </a:lnTo>
                      <a:lnTo>
                        <a:pt x="8" y="244"/>
                      </a:lnTo>
                      <a:lnTo>
                        <a:pt x="0" y="359"/>
                      </a:lnTo>
                      <a:lnTo>
                        <a:pt x="2" y="492"/>
                      </a:lnTo>
                      <a:lnTo>
                        <a:pt x="15" y="640"/>
                      </a:lnTo>
                      <a:lnTo>
                        <a:pt x="46" y="800"/>
                      </a:lnTo>
                      <a:lnTo>
                        <a:pt x="161" y="794"/>
                      </a:lnTo>
                      <a:lnTo>
                        <a:pt x="156" y="770"/>
                      </a:lnTo>
                      <a:lnTo>
                        <a:pt x="145" y="706"/>
                      </a:lnTo>
                      <a:lnTo>
                        <a:pt x="131" y="610"/>
                      </a:lnTo>
                      <a:lnTo>
                        <a:pt x="118" y="493"/>
                      </a:lnTo>
                      <a:lnTo>
                        <a:pt x="111" y="364"/>
                      </a:lnTo>
                      <a:lnTo>
                        <a:pt x="115" y="235"/>
                      </a:lnTo>
                      <a:lnTo>
                        <a:pt x="132" y="113"/>
                      </a:lnTo>
                      <a:lnTo>
                        <a:pt x="166" y="9"/>
                      </a:lnTo>
                      <a:lnTo>
                        <a:pt x="166" y="8"/>
                      </a:lnTo>
                      <a:lnTo>
                        <a:pt x="166" y="6"/>
                      </a:lnTo>
                      <a:lnTo>
                        <a:pt x="164" y="4"/>
                      </a:lnTo>
                      <a:lnTo>
                        <a:pt x="157" y="0"/>
                      </a:lnTo>
                      <a:lnTo>
                        <a:pt x="143" y="0"/>
                      </a:lnTo>
                      <a:lnTo>
                        <a:pt x="123" y="1"/>
                      </a:lnTo>
                      <a:lnTo>
                        <a:pt x="93" y="7"/>
                      </a:lnTo>
                      <a:lnTo>
                        <a:pt x="52" y="16"/>
                      </a:lnTo>
                      <a:close/>
                    </a:path>
                  </a:pathLst>
                </a:custGeom>
                <a:solidFill>
                  <a:schemeClr val="bg1">
                    <a:alpha val="100000"/>
                  </a:schemeClr>
                </a:solidFill>
                <a:ln w="9525">
                  <a:noFill/>
                </a:ln>
              </p:spPr>
              <p:txBody>
                <a:bodyPr/>
                <a:p>
                  <a:endParaRPr lang="zh-CN" altLang="en-US"/>
                </a:p>
              </p:txBody>
            </p:sp>
            <p:sp>
              <p:nvSpPr>
                <p:cNvPr id="145918" name="Freeform 732"/>
                <p:cNvSpPr/>
                <p:nvPr/>
              </p:nvSpPr>
              <p:spPr>
                <a:xfrm>
                  <a:off x="4993" y="1842"/>
                  <a:ext cx="32" cy="12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25" h="893">
                      <a:moveTo>
                        <a:pt x="225" y="6"/>
                      </a:moveTo>
                      <a:lnTo>
                        <a:pt x="219" y="12"/>
                      </a:lnTo>
                      <a:lnTo>
                        <a:pt x="204" y="35"/>
                      </a:lnTo>
                      <a:lnTo>
                        <a:pt x="185" y="82"/>
                      </a:lnTo>
                      <a:lnTo>
                        <a:pt x="165" y="158"/>
                      </a:lnTo>
                      <a:lnTo>
                        <a:pt x="149" y="270"/>
                      </a:lnTo>
                      <a:lnTo>
                        <a:pt x="141" y="427"/>
                      </a:lnTo>
                      <a:lnTo>
                        <a:pt x="146" y="631"/>
                      </a:lnTo>
                      <a:lnTo>
                        <a:pt x="168" y="893"/>
                      </a:lnTo>
                      <a:lnTo>
                        <a:pt x="41" y="893"/>
                      </a:lnTo>
                      <a:lnTo>
                        <a:pt x="36" y="867"/>
                      </a:lnTo>
                      <a:lnTo>
                        <a:pt x="26" y="794"/>
                      </a:lnTo>
                      <a:lnTo>
                        <a:pt x="13" y="686"/>
                      </a:lnTo>
                      <a:lnTo>
                        <a:pt x="3" y="554"/>
                      </a:lnTo>
                      <a:lnTo>
                        <a:pt x="0" y="408"/>
                      </a:lnTo>
                      <a:lnTo>
                        <a:pt x="6" y="260"/>
                      </a:lnTo>
                      <a:lnTo>
                        <a:pt x="30" y="121"/>
                      </a:lnTo>
                      <a:lnTo>
                        <a:pt x="73" y="0"/>
                      </a:lnTo>
                      <a:lnTo>
                        <a:pt x="225" y="6"/>
                      </a:lnTo>
                      <a:close/>
                    </a:path>
                  </a:pathLst>
                </a:custGeom>
                <a:solidFill>
                  <a:schemeClr val="bg1">
                    <a:alpha val="100000"/>
                  </a:schemeClr>
                </a:solidFill>
                <a:ln w="9525">
                  <a:noFill/>
                </a:ln>
              </p:spPr>
              <p:txBody>
                <a:bodyPr/>
                <a:p>
                  <a:endParaRPr lang="zh-CN" altLang="en-US"/>
                </a:p>
              </p:txBody>
            </p:sp>
            <p:sp>
              <p:nvSpPr>
                <p:cNvPr id="145919" name="Freeform 733"/>
                <p:cNvSpPr/>
                <p:nvPr/>
              </p:nvSpPr>
              <p:spPr>
                <a:xfrm>
                  <a:off x="4871" y="1863"/>
                  <a:ext cx="21" cy="10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45" h="699">
                      <a:moveTo>
                        <a:pt x="46" y="14"/>
                      </a:moveTo>
                      <a:lnTo>
                        <a:pt x="41" y="28"/>
                      </a:lnTo>
                      <a:lnTo>
                        <a:pt x="32" y="67"/>
                      </a:lnTo>
                      <a:lnTo>
                        <a:pt x="20" y="130"/>
                      </a:lnTo>
                      <a:lnTo>
                        <a:pt x="7" y="213"/>
                      </a:lnTo>
                      <a:lnTo>
                        <a:pt x="0" y="314"/>
                      </a:lnTo>
                      <a:lnTo>
                        <a:pt x="1" y="430"/>
                      </a:lnTo>
                      <a:lnTo>
                        <a:pt x="13" y="559"/>
                      </a:lnTo>
                      <a:lnTo>
                        <a:pt x="40" y="699"/>
                      </a:lnTo>
                      <a:lnTo>
                        <a:pt x="140" y="693"/>
                      </a:lnTo>
                      <a:lnTo>
                        <a:pt x="135" y="672"/>
                      </a:lnTo>
                      <a:lnTo>
                        <a:pt x="126" y="616"/>
                      </a:lnTo>
                      <a:lnTo>
                        <a:pt x="113" y="532"/>
                      </a:lnTo>
                      <a:lnTo>
                        <a:pt x="103" y="430"/>
                      </a:lnTo>
                      <a:lnTo>
                        <a:pt x="97" y="317"/>
                      </a:lnTo>
                      <a:lnTo>
                        <a:pt x="100" y="205"/>
                      </a:lnTo>
                      <a:lnTo>
                        <a:pt x="115" y="98"/>
                      </a:lnTo>
                      <a:lnTo>
                        <a:pt x="145" y="8"/>
                      </a:lnTo>
                      <a:lnTo>
                        <a:pt x="145" y="7"/>
                      </a:lnTo>
                      <a:lnTo>
                        <a:pt x="145" y="5"/>
                      </a:lnTo>
                      <a:lnTo>
                        <a:pt x="143" y="3"/>
                      </a:lnTo>
                      <a:lnTo>
                        <a:pt x="137" y="0"/>
                      </a:lnTo>
                      <a:lnTo>
                        <a:pt x="126" y="0"/>
                      </a:lnTo>
                      <a:lnTo>
                        <a:pt x="108" y="1"/>
                      </a:lnTo>
                      <a:lnTo>
                        <a:pt x="81" y="6"/>
                      </a:lnTo>
                      <a:lnTo>
                        <a:pt x="46" y="14"/>
                      </a:lnTo>
                      <a:close/>
                    </a:path>
                  </a:pathLst>
                </a:custGeom>
                <a:solidFill>
                  <a:schemeClr val="bg1">
                    <a:alpha val="100000"/>
                  </a:schemeClr>
                </a:solidFill>
                <a:ln w="9525">
                  <a:noFill/>
                </a:ln>
              </p:spPr>
              <p:txBody>
                <a:bodyPr/>
                <a:p>
                  <a:endParaRPr lang="zh-CN" altLang="en-US"/>
                </a:p>
              </p:txBody>
            </p:sp>
            <p:sp>
              <p:nvSpPr>
                <p:cNvPr id="145920" name="Freeform 734"/>
                <p:cNvSpPr/>
                <p:nvPr/>
              </p:nvSpPr>
              <p:spPr>
                <a:xfrm>
                  <a:off x="4872" y="1870"/>
                  <a:ext cx="18" cy="85"/>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23" h="597">
                      <a:moveTo>
                        <a:pt x="39" y="12"/>
                      </a:moveTo>
                      <a:lnTo>
                        <a:pt x="35" y="23"/>
                      </a:lnTo>
                      <a:lnTo>
                        <a:pt x="26" y="57"/>
                      </a:lnTo>
                      <a:lnTo>
                        <a:pt x="16" y="111"/>
                      </a:lnTo>
                      <a:lnTo>
                        <a:pt x="6" y="181"/>
                      </a:lnTo>
                      <a:lnTo>
                        <a:pt x="0" y="267"/>
                      </a:lnTo>
                      <a:lnTo>
                        <a:pt x="1" y="367"/>
                      </a:lnTo>
                      <a:lnTo>
                        <a:pt x="11" y="477"/>
                      </a:lnTo>
                      <a:lnTo>
                        <a:pt x="34" y="597"/>
                      </a:lnTo>
                      <a:lnTo>
                        <a:pt x="119" y="591"/>
                      </a:lnTo>
                      <a:lnTo>
                        <a:pt x="115" y="574"/>
                      </a:lnTo>
                      <a:lnTo>
                        <a:pt x="107" y="526"/>
                      </a:lnTo>
                      <a:lnTo>
                        <a:pt x="97" y="454"/>
                      </a:lnTo>
                      <a:lnTo>
                        <a:pt x="88" y="367"/>
                      </a:lnTo>
                      <a:lnTo>
                        <a:pt x="82" y="272"/>
                      </a:lnTo>
                      <a:lnTo>
                        <a:pt x="84" y="175"/>
                      </a:lnTo>
                      <a:lnTo>
                        <a:pt x="97" y="84"/>
                      </a:lnTo>
                      <a:lnTo>
                        <a:pt x="123" y="7"/>
                      </a:lnTo>
                      <a:lnTo>
                        <a:pt x="123" y="6"/>
                      </a:lnTo>
                      <a:lnTo>
                        <a:pt x="123" y="5"/>
                      </a:lnTo>
                      <a:lnTo>
                        <a:pt x="121" y="3"/>
                      </a:lnTo>
                      <a:lnTo>
                        <a:pt x="117" y="0"/>
                      </a:lnTo>
                      <a:lnTo>
                        <a:pt x="106" y="0"/>
                      </a:lnTo>
                      <a:lnTo>
                        <a:pt x="91" y="2"/>
                      </a:lnTo>
                      <a:lnTo>
                        <a:pt x="70" y="5"/>
                      </a:lnTo>
                      <a:lnTo>
                        <a:pt x="39" y="12"/>
                      </a:lnTo>
                      <a:close/>
                    </a:path>
                  </a:pathLst>
                </a:custGeom>
                <a:solidFill>
                  <a:schemeClr val="bg1">
                    <a:alpha val="100000"/>
                  </a:schemeClr>
                </a:solidFill>
                <a:ln w="9525">
                  <a:noFill/>
                </a:ln>
              </p:spPr>
              <p:txBody>
                <a:bodyPr/>
                <a:p>
                  <a:endParaRPr lang="zh-CN" altLang="en-US"/>
                </a:p>
              </p:txBody>
            </p:sp>
            <p:sp>
              <p:nvSpPr>
                <p:cNvPr id="145921" name="Freeform 735"/>
                <p:cNvSpPr/>
                <p:nvPr/>
              </p:nvSpPr>
              <p:spPr>
                <a:xfrm>
                  <a:off x="4873" y="1876"/>
                  <a:ext cx="15" cy="7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03" h="492">
                      <a:moveTo>
                        <a:pt x="32" y="9"/>
                      </a:moveTo>
                      <a:lnTo>
                        <a:pt x="28" y="18"/>
                      </a:lnTo>
                      <a:lnTo>
                        <a:pt x="21" y="47"/>
                      </a:lnTo>
                      <a:lnTo>
                        <a:pt x="12" y="90"/>
                      </a:lnTo>
                      <a:lnTo>
                        <a:pt x="4" y="149"/>
                      </a:lnTo>
                      <a:lnTo>
                        <a:pt x="0" y="220"/>
                      </a:lnTo>
                      <a:lnTo>
                        <a:pt x="0" y="303"/>
                      </a:lnTo>
                      <a:lnTo>
                        <a:pt x="9" y="394"/>
                      </a:lnTo>
                      <a:lnTo>
                        <a:pt x="27" y="492"/>
                      </a:lnTo>
                      <a:lnTo>
                        <a:pt x="98" y="489"/>
                      </a:lnTo>
                      <a:lnTo>
                        <a:pt x="95" y="474"/>
                      </a:lnTo>
                      <a:lnTo>
                        <a:pt x="88" y="434"/>
                      </a:lnTo>
                      <a:lnTo>
                        <a:pt x="80" y="375"/>
                      </a:lnTo>
                      <a:lnTo>
                        <a:pt x="72" y="303"/>
                      </a:lnTo>
                      <a:lnTo>
                        <a:pt x="68" y="224"/>
                      </a:lnTo>
                      <a:lnTo>
                        <a:pt x="70" y="144"/>
                      </a:lnTo>
                      <a:lnTo>
                        <a:pt x="81" y="68"/>
                      </a:lnTo>
                      <a:lnTo>
                        <a:pt x="103" y="5"/>
                      </a:lnTo>
                      <a:lnTo>
                        <a:pt x="103" y="4"/>
                      </a:lnTo>
                      <a:lnTo>
                        <a:pt x="103" y="3"/>
                      </a:lnTo>
                      <a:lnTo>
                        <a:pt x="100" y="1"/>
                      </a:lnTo>
                      <a:lnTo>
                        <a:pt x="97" y="0"/>
                      </a:lnTo>
                      <a:lnTo>
                        <a:pt x="89" y="0"/>
                      </a:lnTo>
                      <a:lnTo>
                        <a:pt x="75" y="0"/>
                      </a:lnTo>
                      <a:lnTo>
                        <a:pt x="57" y="3"/>
                      </a:lnTo>
                      <a:lnTo>
                        <a:pt x="32" y="9"/>
                      </a:lnTo>
                      <a:close/>
                    </a:path>
                  </a:pathLst>
                </a:custGeom>
                <a:solidFill>
                  <a:schemeClr val="bg1">
                    <a:alpha val="100000"/>
                  </a:schemeClr>
                </a:solidFill>
                <a:ln w="9525">
                  <a:noFill/>
                </a:ln>
              </p:spPr>
              <p:txBody>
                <a:bodyPr/>
                <a:p>
                  <a:endParaRPr lang="zh-CN" altLang="en-US"/>
                </a:p>
              </p:txBody>
            </p:sp>
            <p:sp>
              <p:nvSpPr>
                <p:cNvPr id="145922" name="Freeform 736"/>
                <p:cNvSpPr/>
                <p:nvPr/>
              </p:nvSpPr>
              <p:spPr>
                <a:xfrm>
                  <a:off x="4874" y="1883"/>
                  <a:ext cx="12" cy="5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82" h="390">
                      <a:moveTo>
                        <a:pt x="25" y="8"/>
                      </a:moveTo>
                      <a:lnTo>
                        <a:pt x="23" y="16"/>
                      </a:lnTo>
                      <a:lnTo>
                        <a:pt x="17" y="38"/>
                      </a:lnTo>
                      <a:lnTo>
                        <a:pt x="11" y="72"/>
                      </a:lnTo>
                      <a:lnTo>
                        <a:pt x="4" y="118"/>
                      </a:lnTo>
                      <a:lnTo>
                        <a:pt x="0" y="174"/>
                      </a:lnTo>
                      <a:lnTo>
                        <a:pt x="0" y="240"/>
                      </a:lnTo>
                      <a:lnTo>
                        <a:pt x="7" y="312"/>
                      </a:lnTo>
                      <a:lnTo>
                        <a:pt x="22" y="390"/>
                      </a:lnTo>
                      <a:lnTo>
                        <a:pt x="78" y="387"/>
                      </a:lnTo>
                      <a:lnTo>
                        <a:pt x="76" y="375"/>
                      </a:lnTo>
                      <a:lnTo>
                        <a:pt x="70" y="343"/>
                      </a:lnTo>
                      <a:lnTo>
                        <a:pt x="63" y="297"/>
                      </a:lnTo>
                      <a:lnTo>
                        <a:pt x="57" y="240"/>
                      </a:lnTo>
                      <a:lnTo>
                        <a:pt x="54" y="178"/>
                      </a:lnTo>
                      <a:lnTo>
                        <a:pt x="56" y="113"/>
                      </a:lnTo>
                      <a:lnTo>
                        <a:pt x="64" y="55"/>
                      </a:lnTo>
                      <a:lnTo>
                        <a:pt x="82" y="4"/>
                      </a:lnTo>
                      <a:lnTo>
                        <a:pt x="82" y="2"/>
                      </a:lnTo>
                      <a:lnTo>
                        <a:pt x="80" y="1"/>
                      </a:lnTo>
                      <a:lnTo>
                        <a:pt x="77" y="0"/>
                      </a:lnTo>
                      <a:lnTo>
                        <a:pt x="70" y="0"/>
                      </a:lnTo>
                      <a:lnTo>
                        <a:pt x="60" y="1"/>
                      </a:lnTo>
                      <a:lnTo>
                        <a:pt x="46" y="3"/>
                      </a:lnTo>
                      <a:lnTo>
                        <a:pt x="25" y="8"/>
                      </a:lnTo>
                      <a:close/>
                    </a:path>
                  </a:pathLst>
                </a:custGeom>
                <a:solidFill>
                  <a:schemeClr val="bg1">
                    <a:alpha val="100000"/>
                  </a:schemeClr>
                </a:solidFill>
                <a:ln w="9525">
                  <a:noFill/>
                </a:ln>
              </p:spPr>
              <p:txBody>
                <a:bodyPr/>
                <a:p>
                  <a:endParaRPr lang="zh-CN" altLang="en-US"/>
                </a:p>
              </p:txBody>
            </p:sp>
            <p:sp>
              <p:nvSpPr>
                <p:cNvPr id="145923" name="Freeform 737"/>
                <p:cNvSpPr/>
                <p:nvPr/>
              </p:nvSpPr>
              <p:spPr>
                <a:xfrm>
                  <a:off x="4875" y="1890"/>
                  <a:ext cx="8" cy="4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9" h="288">
                      <a:moveTo>
                        <a:pt x="18" y="6"/>
                      </a:moveTo>
                      <a:lnTo>
                        <a:pt x="17" y="11"/>
                      </a:lnTo>
                      <a:lnTo>
                        <a:pt x="13" y="27"/>
                      </a:lnTo>
                      <a:lnTo>
                        <a:pt x="7" y="53"/>
                      </a:lnTo>
                      <a:lnTo>
                        <a:pt x="2" y="87"/>
                      </a:lnTo>
                      <a:lnTo>
                        <a:pt x="0" y="130"/>
                      </a:lnTo>
                      <a:lnTo>
                        <a:pt x="0" y="177"/>
                      </a:lnTo>
                      <a:lnTo>
                        <a:pt x="5" y="231"/>
                      </a:lnTo>
                      <a:lnTo>
                        <a:pt x="16" y="288"/>
                      </a:lnTo>
                      <a:lnTo>
                        <a:pt x="57" y="286"/>
                      </a:lnTo>
                      <a:lnTo>
                        <a:pt x="56" y="278"/>
                      </a:lnTo>
                      <a:lnTo>
                        <a:pt x="51" y="254"/>
                      </a:lnTo>
                      <a:lnTo>
                        <a:pt x="47" y="219"/>
                      </a:lnTo>
                      <a:lnTo>
                        <a:pt x="42" y="177"/>
                      </a:lnTo>
                      <a:lnTo>
                        <a:pt x="40" y="131"/>
                      </a:lnTo>
                      <a:lnTo>
                        <a:pt x="41" y="84"/>
                      </a:lnTo>
                      <a:lnTo>
                        <a:pt x="47" y="40"/>
                      </a:lnTo>
                      <a:lnTo>
                        <a:pt x="59" y="3"/>
                      </a:lnTo>
                      <a:lnTo>
                        <a:pt x="59" y="2"/>
                      </a:lnTo>
                      <a:lnTo>
                        <a:pt x="58" y="1"/>
                      </a:lnTo>
                      <a:lnTo>
                        <a:pt x="56" y="0"/>
                      </a:lnTo>
                      <a:lnTo>
                        <a:pt x="51" y="0"/>
                      </a:lnTo>
                      <a:lnTo>
                        <a:pt x="45" y="0"/>
                      </a:lnTo>
                      <a:lnTo>
                        <a:pt x="33" y="2"/>
                      </a:lnTo>
                      <a:lnTo>
                        <a:pt x="18" y="6"/>
                      </a:lnTo>
                      <a:close/>
                    </a:path>
                  </a:pathLst>
                </a:custGeom>
                <a:solidFill>
                  <a:schemeClr val="bg1">
                    <a:alpha val="100000"/>
                  </a:schemeClr>
                </a:solidFill>
                <a:ln w="9525">
                  <a:noFill/>
                </a:ln>
              </p:spPr>
              <p:txBody>
                <a:bodyPr/>
                <a:p>
                  <a:endParaRPr lang="zh-CN" altLang="en-US"/>
                </a:p>
              </p:txBody>
            </p:sp>
            <p:sp>
              <p:nvSpPr>
                <p:cNvPr id="145924" name="Freeform 738"/>
                <p:cNvSpPr/>
                <p:nvPr/>
              </p:nvSpPr>
              <p:spPr>
                <a:xfrm>
                  <a:off x="4994" y="1850"/>
                  <a:ext cx="28" cy="11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98" h="779">
                      <a:moveTo>
                        <a:pt x="198" y="6"/>
                      </a:moveTo>
                      <a:lnTo>
                        <a:pt x="194" y="12"/>
                      </a:lnTo>
                      <a:lnTo>
                        <a:pt x="180" y="31"/>
                      </a:lnTo>
                      <a:lnTo>
                        <a:pt x="163" y="72"/>
                      </a:lnTo>
                      <a:lnTo>
                        <a:pt x="146" y="138"/>
                      </a:lnTo>
                      <a:lnTo>
                        <a:pt x="132" y="236"/>
                      </a:lnTo>
                      <a:lnTo>
                        <a:pt x="125" y="373"/>
                      </a:lnTo>
                      <a:lnTo>
                        <a:pt x="130" y="551"/>
                      </a:lnTo>
                      <a:lnTo>
                        <a:pt x="148" y="779"/>
                      </a:lnTo>
                      <a:lnTo>
                        <a:pt x="37" y="779"/>
                      </a:lnTo>
                      <a:lnTo>
                        <a:pt x="34" y="756"/>
                      </a:lnTo>
                      <a:lnTo>
                        <a:pt x="23" y="693"/>
                      </a:lnTo>
                      <a:lnTo>
                        <a:pt x="13" y="599"/>
                      </a:lnTo>
                      <a:lnTo>
                        <a:pt x="4" y="483"/>
                      </a:lnTo>
                      <a:lnTo>
                        <a:pt x="0" y="357"/>
                      </a:lnTo>
                      <a:lnTo>
                        <a:pt x="7" y="227"/>
                      </a:lnTo>
                      <a:lnTo>
                        <a:pt x="27" y="105"/>
                      </a:lnTo>
                      <a:lnTo>
                        <a:pt x="65" y="0"/>
                      </a:lnTo>
                      <a:lnTo>
                        <a:pt x="198" y="6"/>
                      </a:lnTo>
                      <a:close/>
                    </a:path>
                  </a:pathLst>
                </a:custGeom>
                <a:solidFill>
                  <a:schemeClr val="bg1">
                    <a:alpha val="100000"/>
                  </a:schemeClr>
                </a:solidFill>
                <a:ln w="9525">
                  <a:noFill/>
                </a:ln>
              </p:spPr>
              <p:txBody>
                <a:bodyPr/>
                <a:p>
                  <a:endParaRPr lang="zh-CN" altLang="en-US"/>
                </a:p>
              </p:txBody>
            </p:sp>
            <p:sp>
              <p:nvSpPr>
                <p:cNvPr id="145925" name="Freeform 739"/>
                <p:cNvSpPr/>
                <p:nvPr/>
              </p:nvSpPr>
              <p:spPr>
                <a:xfrm>
                  <a:off x="4995" y="1857"/>
                  <a:ext cx="24" cy="9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69" h="666">
                      <a:moveTo>
                        <a:pt x="169" y="5"/>
                      </a:moveTo>
                      <a:lnTo>
                        <a:pt x="164" y="10"/>
                      </a:lnTo>
                      <a:lnTo>
                        <a:pt x="154" y="27"/>
                      </a:lnTo>
                      <a:lnTo>
                        <a:pt x="139" y="61"/>
                      </a:lnTo>
                      <a:lnTo>
                        <a:pt x="124" y="118"/>
                      </a:lnTo>
                      <a:lnTo>
                        <a:pt x="113" y="201"/>
                      </a:lnTo>
                      <a:lnTo>
                        <a:pt x="107" y="318"/>
                      </a:lnTo>
                      <a:lnTo>
                        <a:pt x="110" y="470"/>
                      </a:lnTo>
                      <a:lnTo>
                        <a:pt x="126" y="666"/>
                      </a:lnTo>
                      <a:lnTo>
                        <a:pt x="31" y="666"/>
                      </a:lnTo>
                      <a:lnTo>
                        <a:pt x="28" y="646"/>
                      </a:lnTo>
                      <a:lnTo>
                        <a:pt x="20" y="592"/>
                      </a:lnTo>
                      <a:lnTo>
                        <a:pt x="11" y="512"/>
                      </a:lnTo>
                      <a:lnTo>
                        <a:pt x="3" y="413"/>
                      </a:lnTo>
                      <a:lnTo>
                        <a:pt x="0" y="305"/>
                      </a:lnTo>
                      <a:lnTo>
                        <a:pt x="6" y="195"/>
                      </a:lnTo>
                      <a:lnTo>
                        <a:pt x="23" y="90"/>
                      </a:lnTo>
                      <a:lnTo>
                        <a:pt x="55" y="0"/>
                      </a:lnTo>
                      <a:lnTo>
                        <a:pt x="169" y="5"/>
                      </a:lnTo>
                      <a:close/>
                    </a:path>
                  </a:pathLst>
                </a:custGeom>
                <a:solidFill>
                  <a:schemeClr val="bg1">
                    <a:alpha val="100000"/>
                  </a:schemeClr>
                </a:solidFill>
                <a:ln w="9525">
                  <a:noFill/>
                </a:ln>
              </p:spPr>
              <p:txBody>
                <a:bodyPr/>
                <a:p>
                  <a:endParaRPr lang="zh-CN" altLang="en-US"/>
                </a:p>
              </p:txBody>
            </p:sp>
            <p:sp>
              <p:nvSpPr>
                <p:cNvPr id="145926" name="Freeform 740"/>
                <p:cNvSpPr/>
                <p:nvPr/>
              </p:nvSpPr>
              <p:spPr>
                <a:xfrm>
                  <a:off x="4996" y="1865"/>
                  <a:ext cx="20" cy="7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40" h="551">
                      <a:moveTo>
                        <a:pt x="140" y="5"/>
                      </a:moveTo>
                      <a:lnTo>
                        <a:pt x="136" y="8"/>
                      </a:lnTo>
                      <a:lnTo>
                        <a:pt x="127" y="23"/>
                      </a:lnTo>
                      <a:lnTo>
                        <a:pt x="116" y="51"/>
                      </a:lnTo>
                      <a:lnTo>
                        <a:pt x="103" y="98"/>
                      </a:lnTo>
                      <a:lnTo>
                        <a:pt x="94" y="167"/>
                      </a:lnTo>
                      <a:lnTo>
                        <a:pt x="90" y="264"/>
                      </a:lnTo>
                      <a:lnTo>
                        <a:pt x="92" y="390"/>
                      </a:lnTo>
                      <a:lnTo>
                        <a:pt x="106" y="551"/>
                      </a:lnTo>
                      <a:lnTo>
                        <a:pt x="27" y="551"/>
                      </a:lnTo>
                      <a:lnTo>
                        <a:pt x="24" y="535"/>
                      </a:lnTo>
                      <a:lnTo>
                        <a:pt x="17" y="490"/>
                      </a:lnTo>
                      <a:lnTo>
                        <a:pt x="9" y="423"/>
                      </a:lnTo>
                      <a:lnTo>
                        <a:pt x="3" y="342"/>
                      </a:lnTo>
                      <a:lnTo>
                        <a:pt x="0" y="252"/>
                      </a:lnTo>
                      <a:lnTo>
                        <a:pt x="5" y="161"/>
                      </a:lnTo>
                      <a:lnTo>
                        <a:pt x="20" y="75"/>
                      </a:lnTo>
                      <a:lnTo>
                        <a:pt x="46" y="0"/>
                      </a:lnTo>
                      <a:lnTo>
                        <a:pt x="140" y="5"/>
                      </a:lnTo>
                      <a:close/>
                    </a:path>
                  </a:pathLst>
                </a:custGeom>
                <a:solidFill>
                  <a:schemeClr val="bg1">
                    <a:alpha val="100000"/>
                  </a:schemeClr>
                </a:solidFill>
                <a:ln w="9525">
                  <a:noFill/>
                </a:ln>
              </p:spPr>
              <p:txBody>
                <a:bodyPr/>
                <a:p>
                  <a:endParaRPr lang="zh-CN" altLang="en-US"/>
                </a:p>
              </p:txBody>
            </p:sp>
            <p:sp>
              <p:nvSpPr>
                <p:cNvPr id="145927" name="Freeform 741"/>
                <p:cNvSpPr/>
                <p:nvPr/>
              </p:nvSpPr>
              <p:spPr>
                <a:xfrm>
                  <a:off x="4997" y="1873"/>
                  <a:ext cx="16" cy="62"/>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1" h="437">
                      <a:moveTo>
                        <a:pt x="111" y="4"/>
                      </a:moveTo>
                      <a:lnTo>
                        <a:pt x="108" y="7"/>
                      </a:lnTo>
                      <a:lnTo>
                        <a:pt x="101" y="18"/>
                      </a:lnTo>
                      <a:lnTo>
                        <a:pt x="92" y="41"/>
                      </a:lnTo>
                      <a:lnTo>
                        <a:pt x="82" y="77"/>
                      </a:lnTo>
                      <a:lnTo>
                        <a:pt x="75" y="133"/>
                      </a:lnTo>
                      <a:lnTo>
                        <a:pt x="70" y="208"/>
                      </a:lnTo>
                      <a:lnTo>
                        <a:pt x="72" y="309"/>
                      </a:lnTo>
                      <a:lnTo>
                        <a:pt x="83" y="437"/>
                      </a:lnTo>
                      <a:lnTo>
                        <a:pt x="21" y="437"/>
                      </a:lnTo>
                      <a:lnTo>
                        <a:pt x="19" y="424"/>
                      </a:lnTo>
                      <a:lnTo>
                        <a:pt x="13" y="389"/>
                      </a:lnTo>
                      <a:lnTo>
                        <a:pt x="7" y="336"/>
                      </a:lnTo>
                      <a:lnTo>
                        <a:pt x="3" y="272"/>
                      </a:lnTo>
                      <a:lnTo>
                        <a:pt x="0" y="200"/>
                      </a:lnTo>
                      <a:lnTo>
                        <a:pt x="5" y="128"/>
                      </a:lnTo>
                      <a:lnTo>
                        <a:pt x="16" y="59"/>
                      </a:lnTo>
                      <a:lnTo>
                        <a:pt x="37" y="0"/>
                      </a:lnTo>
                      <a:lnTo>
                        <a:pt x="111" y="4"/>
                      </a:lnTo>
                      <a:close/>
                    </a:path>
                  </a:pathLst>
                </a:custGeom>
                <a:solidFill>
                  <a:schemeClr val="bg1">
                    <a:alpha val="100000"/>
                  </a:schemeClr>
                </a:solidFill>
                <a:ln w="9525">
                  <a:noFill/>
                </a:ln>
              </p:spPr>
              <p:txBody>
                <a:bodyPr/>
                <a:p>
                  <a:endParaRPr lang="zh-CN" altLang="en-US"/>
                </a:p>
              </p:txBody>
            </p:sp>
            <p:sp>
              <p:nvSpPr>
                <p:cNvPr id="145928" name="Freeform 742"/>
                <p:cNvSpPr/>
                <p:nvPr/>
              </p:nvSpPr>
              <p:spPr>
                <a:xfrm>
                  <a:off x="4998" y="1881"/>
                  <a:ext cx="12" cy="4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82" h="322">
                      <a:moveTo>
                        <a:pt x="82" y="3"/>
                      </a:moveTo>
                      <a:lnTo>
                        <a:pt x="79" y="5"/>
                      </a:lnTo>
                      <a:lnTo>
                        <a:pt x="75" y="13"/>
                      </a:lnTo>
                      <a:lnTo>
                        <a:pt x="67" y="30"/>
                      </a:lnTo>
                      <a:lnTo>
                        <a:pt x="60" y="57"/>
                      </a:lnTo>
                      <a:lnTo>
                        <a:pt x="54" y="98"/>
                      </a:lnTo>
                      <a:lnTo>
                        <a:pt x="52" y="154"/>
                      </a:lnTo>
                      <a:lnTo>
                        <a:pt x="53" y="228"/>
                      </a:lnTo>
                      <a:lnTo>
                        <a:pt x="61" y="322"/>
                      </a:lnTo>
                      <a:lnTo>
                        <a:pt x="15" y="322"/>
                      </a:lnTo>
                      <a:lnTo>
                        <a:pt x="14" y="313"/>
                      </a:lnTo>
                      <a:lnTo>
                        <a:pt x="9" y="287"/>
                      </a:lnTo>
                      <a:lnTo>
                        <a:pt x="5" y="247"/>
                      </a:lnTo>
                      <a:lnTo>
                        <a:pt x="1" y="200"/>
                      </a:lnTo>
                      <a:lnTo>
                        <a:pt x="0" y="147"/>
                      </a:lnTo>
                      <a:lnTo>
                        <a:pt x="3" y="95"/>
                      </a:lnTo>
                      <a:lnTo>
                        <a:pt x="11" y="44"/>
                      </a:lnTo>
                      <a:lnTo>
                        <a:pt x="27" y="0"/>
                      </a:lnTo>
                      <a:lnTo>
                        <a:pt x="82" y="3"/>
                      </a:lnTo>
                      <a:close/>
                    </a:path>
                  </a:pathLst>
                </a:custGeom>
                <a:solidFill>
                  <a:schemeClr val="bg1">
                    <a:alpha val="100000"/>
                  </a:schemeClr>
                </a:solidFill>
                <a:ln w="9525">
                  <a:noFill/>
                </a:ln>
              </p:spPr>
              <p:txBody>
                <a:bodyPr/>
                <a:p>
                  <a:endParaRPr lang="zh-CN" altLang="en-US"/>
                </a:p>
              </p:txBody>
            </p:sp>
            <p:sp>
              <p:nvSpPr>
                <p:cNvPr id="145929" name="Rectangle 743"/>
                <p:cNvSpPr/>
                <p:nvPr/>
              </p:nvSpPr>
              <p:spPr>
                <a:xfrm>
                  <a:off x="4846" y="1869"/>
                  <a:ext cx="4" cy="146"/>
                </a:xfrm>
                <a:prstGeom prst="rect">
                  <a:avLst/>
                </a:prstGeom>
                <a:solidFill>
                  <a:srgbClr val="FFCCFF"/>
                </a:solidFill>
                <a:ln w="9525">
                  <a:noFill/>
                </a:ln>
              </p:spPr>
              <p:txBody>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45930" name="Freeform 744"/>
                <p:cNvSpPr/>
                <p:nvPr/>
              </p:nvSpPr>
              <p:spPr>
                <a:xfrm>
                  <a:off x="4898" y="1867"/>
                  <a:ext cx="57" cy="67"/>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398" h="469">
                      <a:moveTo>
                        <a:pt x="37" y="44"/>
                      </a:moveTo>
                      <a:lnTo>
                        <a:pt x="33" y="53"/>
                      </a:lnTo>
                      <a:lnTo>
                        <a:pt x="27" y="79"/>
                      </a:lnTo>
                      <a:lnTo>
                        <a:pt x="17" y="120"/>
                      </a:lnTo>
                      <a:lnTo>
                        <a:pt x="8" y="174"/>
                      </a:lnTo>
                      <a:lnTo>
                        <a:pt x="1" y="238"/>
                      </a:lnTo>
                      <a:lnTo>
                        <a:pt x="0" y="309"/>
                      </a:lnTo>
                      <a:lnTo>
                        <a:pt x="7" y="387"/>
                      </a:lnTo>
                      <a:lnTo>
                        <a:pt x="24" y="469"/>
                      </a:lnTo>
                      <a:lnTo>
                        <a:pt x="24" y="466"/>
                      </a:lnTo>
                      <a:lnTo>
                        <a:pt x="24" y="455"/>
                      </a:lnTo>
                      <a:lnTo>
                        <a:pt x="24" y="438"/>
                      </a:lnTo>
                      <a:lnTo>
                        <a:pt x="24" y="417"/>
                      </a:lnTo>
                      <a:lnTo>
                        <a:pt x="27" y="391"/>
                      </a:lnTo>
                      <a:lnTo>
                        <a:pt x="30" y="363"/>
                      </a:lnTo>
                      <a:lnTo>
                        <a:pt x="35" y="332"/>
                      </a:lnTo>
                      <a:lnTo>
                        <a:pt x="41" y="300"/>
                      </a:lnTo>
                      <a:lnTo>
                        <a:pt x="52" y="268"/>
                      </a:lnTo>
                      <a:lnTo>
                        <a:pt x="64" y="237"/>
                      </a:lnTo>
                      <a:lnTo>
                        <a:pt x="79" y="207"/>
                      </a:lnTo>
                      <a:lnTo>
                        <a:pt x="99" y="179"/>
                      </a:lnTo>
                      <a:lnTo>
                        <a:pt x="123" y="155"/>
                      </a:lnTo>
                      <a:lnTo>
                        <a:pt x="150" y="136"/>
                      </a:lnTo>
                      <a:lnTo>
                        <a:pt x="183" y="122"/>
                      </a:lnTo>
                      <a:lnTo>
                        <a:pt x="221" y="114"/>
                      </a:lnTo>
                      <a:lnTo>
                        <a:pt x="223" y="112"/>
                      </a:lnTo>
                      <a:lnTo>
                        <a:pt x="230" y="107"/>
                      </a:lnTo>
                      <a:lnTo>
                        <a:pt x="242" y="99"/>
                      </a:lnTo>
                      <a:lnTo>
                        <a:pt x="260" y="88"/>
                      </a:lnTo>
                      <a:lnTo>
                        <a:pt x="284" y="74"/>
                      </a:lnTo>
                      <a:lnTo>
                        <a:pt x="315" y="58"/>
                      </a:lnTo>
                      <a:lnTo>
                        <a:pt x="352" y="39"/>
                      </a:lnTo>
                      <a:lnTo>
                        <a:pt x="398" y="19"/>
                      </a:lnTo>
                      <a:lnTo>
                        <a:pt x="396" y="17"/>
                      </a:lnTo>
                      <a:lnTo>
                        <a:pt x="389" y="16"/>
                      </a:lnTo>
                      <a:lnTo>
                        <a:pt x="379" y="14"/>
                      </a:lnTo>
                      <a:lnTo>
                        <a:pt x="364" y="12"/>
                      </a:lnTo>
                      <a:lnTo>
                        <a:pt x="347" y="8"/>
                      </a:lnTo>
                      <a:lnTo>
                        <a:pt x="326" y="6"/>
                      </a:lnTo>
                      <a:lnTo>
                        <a:pt x="302" y="4"/>
                      </a:lnTo>
                      <a:lnTo>
                        <a:pt x="277" y="1"/>
                      </a:lnTo>
                      <a:lnTo>
                        <a:pt x="250" y="0"/>
                      </a:lnTo>
                      <a:lnTo>
                        <a:pt x="221" y="1"/>
                      </a:lnTo>
                      <a:lnTo>
                        <a:pt x="191" y="3"/>
                      </a:lnTo>
                      <a:lnTo>
                        <a:pt x="160" y="6"/>
                      </a:lnTo>
                      <a:lnTo>
                        <a:pt x="129" y="12"/>
                      </a:lnTo>
                      <a:lnTo>
                        <a:pt x="97" y="20"/>
                      </a:lnTo>
                      <a:lnTo>
                        <a:pt x="67" y="30"/>
                      </a:lnTo>
                      <a:lnTo>
                        <a:pt x="37" y="44"/>
                      </a:lnTo>
                      <a:close/>
                    </a:path>
                  </a:pathLst>
                </a:custGeom>
                <a:solidFill>
                  <a:srgbClr val="FFCCFF">
                    <a:alpha val="100000"/>
                  </a:srgbClr>
                </a:solidFill>
                <a:ln w="9525">
                  <a:noFill/>
                </a:ln>
              </p:spPr>
              <p:txBody>
                <a:bodyPr/>
                <a:p>
                  <a:endParaRPr lang="zh-CN" altLang="en-US"/>
                </a:p>
              </p:txBody>
            </p:sp>
            <p:sp>
              <p:nvSpPr>
                <p:cNvPr id="145931" name="Freeform 745"/>
                <p:cNvSpPr/>
                <p:nvPr/>
              </p:nvSpPr>
              <p:spPr>
                <a:xfrm>
                  <a:off x="4819" y="1917"/>
                  <a:ext cx="46" cy="13"/>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325" h="89">
                      <a:moveTo>
                        <a:pt x="0" y="57"/>
                      </a:moveTo>
                      <a:lnTo>
                        <a:pt x="0" y="55"/>
                      </a:lnTo>
                      <a:lnTo>
                        <a:pt x="2" y="52"/>
                      </a:lnTo>
                      <a:lnTo>
                        <a:pt x="6" y="47"/>
                      </a:lnTo>
                      <a:lnTo>
                        <a:pt x="12" y="41"/>
                      </a:lnTo>
                      <a:lnTo>
                        <a:pt x="20" y="34"/>
                      </a:lnTo>
                      <a:lnTo>
                        <a:pt x="29" y="27"/>
                      </a:lnTo>
                      <a:lnTo>
                        <a:pt x="41" y="20"/>
                      </a:lnTo>
                      <a:lnTo>
                        <a:pt x="57" y="13"/>
                      </a:lnTo>
                      <a:lnTo>
                        <a:pt x="77" y="7"/>
                      </a:lnTo>
                      <a:lnTo>
                        <a:pt x="98" y="3"/>
                      </a:lnTo>
                      <a:lnTo>
                        <a:pt x="126" y="0"/>
                      </a:lnTo>
                      <a:lnTo>
                        <a:pt x="156" y="0"/>
                      </a:lnTo>
                      <a:lnTo>
                        <a:pt x="191" y="3"/>
                      </a:lnTo>
                      <a:lnTo>
                        <a:pt x="230" y="8"/>
                      </a:lnTo>
                      <a:lnTo>
                        <a:pt x="275" y="18"/>
                      </a:lnTo>
                      <a:lnTo>
                        <a:pt x="325" y="31"/>
                      </a:lnTo>
                      <a:lnTo>
                        <a:pt x="318" y="51"/>
                      </a:lnTo>
                      <a:lnTo>
                        <a:pt x="316" y="50"/>
                      </a:lnTo>
                      <a:lnTo>
                        <a:pt x="308" y="47"/>
                      </a:lnTo>
                      <a:lnTo>
                        <a:pt x="295" y="44"/>
                      </a:lnTo>
                      <a:lnTo>
                        <a:pt x="279" y="39"/>
                      </a:lnTo>
                      <a:lnTo>
                        <a:pt x="260" y="35"/>
                      </a:lnTo>
                      <a:lnTo>
                        <a:pt x="238" y="30"/>
                      </a:lnTo>
                      <a:lnTo>
                        <a:pt x="214" y="27"/>
                      </a:lnTo>
                      <a:lnTo>
                        <a:pt x="188" y="24"/>
                      </a:lnTo>
                      <a:lnTo>
                        <a:pt x="161" y="23"/>
                      </a:lnTo>
                      <a:lnTo>
                        <a:pt x="134" y="23"/>
                      </a:lnTo>
                      <a:lnTo>
                        <a:pt x="108" y="26"/>
                      </a:lnTo>
                      <a:lnTo>
                        <a:pt x="82" y="31"/>
                      </a:lnTo>
                      <a:lnTo>
                        <a:pt x="58" y="41"/>
                      </a:lnTo>
                      <a:lnTo>
                        <a:pt x="36" y="52"/>
                      </a:lnTo>
                      <a:lnTo>
                        <a:pt x="16" y="68"/>
                      </a:lnTo>
                      <a:lnTo>
                        <a:pt x="0" y="89"/>
                      </a:lnTo>
                      <a:lnTo>
                        <a:pt x="0" y="57"/>
                      </a:lnTo>
                      <a:close/>
                    </a:path>
                  </a:pathLst>
                </a:custGeom>
                <a:solidFill>
                  <a:srgbClr val="000000">
                    <a:alpha val="100000"/>
                  </a:srgbClr>
                </a:solidFill>
                <a:ln w="9525">
                  <a:noFill/>
                </a:ln>
              </p:spPr>
              <p:txBody>
                <a:bodyPr/>
                <a:p>
                  <a:endParaRPr lang="zh-CN" altLang="en-US"/>
                </a:p>
              </p:txBody>
            </p:sp>
            <p:sp>
              <p:nvSpPr>
                <p:cNvPr id="145932" name="Freeform 746"/>
                <p:cNvSpPr/>
                <p:nvPr/>
              </p:nvSpPr>
              <p:spPr>
                <a:xfrm>
                  <a:off x="4819" y="1887"/>
                  <a:ext cx="46" cy="13"/>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325" h="89">
                      <a:moveTo>
                        <a:pt x="0" y="56"/>
                      </a:moveTo>
                      <a:lnTo>
                        <a:pt x="0" y="55"/>
                      </a:lnTo>
                      <a:lnTo>
                        <a:pt x="2" y="52"/>
                      </a:lnTo>
                      <a:lnTo>
                        <a:pt x="6" y="47"/>
                      </a:lnTo>
                      <a:lnTo>
                        <a:pt x="12" y="40"/>
                      </a:lnTo>
                      <a:lnTo>
                        <a:pt x="20" y="33"/>
                      </a:lnTo>
                      <a:lnTo>
                        <a:pt x="29" y="27"/>
                      </a:lnTo>
                      <a:lnTo>
                        <a:pt x="41" y="18"/>
                      </a:lnTo>
                      <a:lnTo>
                        <a:pt x="57" y="13"/>
                      </a:lnTo>
                      <a:lnTo>
                        <a:pt x="77" y="7"/>
                      </a:lnTo>
                      <a:lnTo>
                        <a:pt x="98" y="2"/>
                      </a:lnTo>
                      <a:lnTo>
                        <a:pt x="126" y="0"/>
                      </a:lnTo>
                      <a:lnTo>
                        <a:pt x="156" y="0"/>
                      </a:lnTo>
                      <a:lnTo>
                        <a:pt x="191" y="2"/>
                      </a:lnTo>
                      <a:lnTo>
                        <a:pt x="230" y="8"/>
                      </a:lnTo>
                      <a:lnTo>
                        <a:pt x="275" y="17"/>
                      </a:lnTo>
                      <a:lnTo>
                        <a:pt x="325" y="31"/>
                      </a:lnTo>
                      <a:lnTo>
                        <a:pt x="318" y="49"/>
                      </a:lnTo>
                      <a:lnTo>
                        <a:pt x="316" y="48"/>
                      </a:lnTo>
                      <a:lnTo>
                        <a:pt x="308" y="46"/>
                      </a:lnTo>
                      <a:lnTo>
                        <a:pt x="295" y="43"/>
                      </a:lnTo>
                      <a:lnTo>
                        <a:pt x="279" y="38"/>
                      </a:lnTo>
                      <a:lnTo>
                        <a:pt x="260" y="35"/>
                      </a:lnTo>
                      <a:lnTo>
                        <a:pt x="238" y="30"/>
                      </a:lnTo>
                      <a:lnTo>
                        <a:pt x="214" y="27"/>
                      </a:lnTo>
                      <a:lnTo>
                        <a:pt x="188" y="23"/>
                      </a:lnTo>
                      <a:lnTo>
                        <a:pt x="161" y="22"/>
                      </a:lnTo>
                      <a:lnTo>
                        <a:pt x="134" y="23"/>
                      </a:lnTo>
                      <a:lnTo>
                        <a:pt x="108" y="25"/>
                      </a:lnTo>
                      <a:lnTo>
                        <a:pt x="82" y="31"/>
                      </a:lnTo>
                      <a:lnTo>
                        <a:pt x="58" y="40"/>
                      </a:lnTo>
                      <a:lnTo>
                        <a:pt x="36" y="52"/>
                      </a:lnTo>
                      <a:lnTo>
                        <a:pt x="16" y="68"/>
                      </a:lnTo>
                      <a:lnTo>
                        <a:pt x="0" y="89"/>
                      </a:lnTo>
                      <a:lnTo>
                        <a:pt x="0" y="56"/>
                      </a:lnTo>
                      <a:close/>
                    </a:path>
                  </a:pathLst>
                </a:custGeom>
                <a:solidFill>
                  <a:srgbClr val="000000">
                    <a:alpha val="100000"/>
                  </a:srgbClr>
                </a:solidFill>
                <a:ln w="9525">
                  <a:noFill/>
                </a:ln>
              </p:spPr>
              <p:txBody>
                <a:bodyPr/>
                <a:p>
                  <a:endParaRPr lang="zh-CN" altLang="en-US"/>
                </a:p>
              </p:txBody>
            </p:sp>
            <p:sp>
              <p:nvSpPr>
                <p:cNvPr id="145933" name="Freeform 747"/>
                <p:cNvSpPr/>
                <p:nvPr/>
              </p:nvSpPr>
              <p:spPr>
                <a:xfrm>
                  <a:off x="4863" y="1872"/>
                  <a:ext cx="75" cy="13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28" h="975">
                      <a:moveTo>
                        <a:pt x="0" y="0"/>
                      </a:moveTo>
                      <a:lnTo>
                        <a:pt x="0" y="943"/>
                      </a:lnTo>
                      <a:lnTo>
                        <a:pt x="159" y="975"/>
                      </a:lnTo>
                      <a:lnTo>
                        <a:pt x="152" y="848"/>
                      </a:lnTo>
                      <a:lnTo>
                        <a:pt x="528" y="905"/>
                      </a:lnTo>
                      <a:lnTo>
                        <a:pt x="521" y="855"/>
                      </a:lnTo>
                      <a:lnTo>
                        <a:pt x="261" y="822"/>
                      </a:lnTo>
                      <a:lnTo>
                        <a:pt x="254" y="713"/>
                      </a:lnTo>
                      <a:lnTo>
                        <a:pt x="77" y="713"/>
                      </a:lnTo>
                      <a:lnTo>
                        <a:pt x="72" y="699"/>
                      </a:lnTo>
                      <a:lnTo>
                        <a:pt x="60" y="659"/>
                      </a:lnTo>
                      <a:lnTo>
                        <a:pt x="44" y="595"/>
                      </a:lnTo>
                      <a:lnTo>
                        <a:pt x="28" y="511"/>
                      </a:lnTo>
                      <a:lnTo>
                        <a:pt x="16" y="410"/>
                      </a:lnTo>
                      <a:lnTo>
                        <a:pt x="12" y="294"/>
                      </a:lnTo>
                      <a:lnTo>
                        <a:pt x="21" y="167"/>
                      </a:lnTo>
                      <a:lnTo>
                        <a:pt x="45" y="32"/>
                      </a:lnTo>
                      <a:lnTo>
                        <a:pt x="0" y="0"/>
                      </a:lnTo>
                      <a:close/>
                    </a:path>
                  </a:pathLst>
                </a:custGeom>
                <a:solidFill>
                  <a:schemeClr val="bg1">
                    <a:alpha val="100000"/>
                  </a:schemeClr>
                </a:solidFill>
                <a:ln w="9525">
                  <a:noFill/>
                </a:ln>
              </p:spPr>
              <p:txBody>
                <a:bodyPr/>
                <a:p>
                  <a:endParaRPr lang="zh-CN" altLang="en-US"/>
                </a:p>
              </p:txBody>
            </p:sp>
            <p:sp>
              <p:nvSpPr>
                <p:cNvPr id="145934" name="Freeform 748"/>
                <p:cNvSpPr/>
                <p:nvPr/>
              </p:nvSpPr>
              <p:spPr>
                <a:xfrm>
                  <a:off x="4900" y="1840"/>
                  <a:ext cx="97" cy="1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678" h="133">
                      <a:moveTo>
                        <a:pt x="0" y="133"/>
                      </a:moveTo>
                      <a:lnTo>
                        <a:pt x="4" y="132"/>
                      </a:lnTo>
                      <a:lnTo>
                        <a:pt x="15" y="127"/>
                      </a:lnTo>
                      <a:lnTo>
                        <a:pt x="32" y="122"/>
                      </a:lnTo>
                      <a:lnTo>
                        <a:pt x="56" y="114"/>
                      </a:lnTo>
                      <a:lnTo>
                        <a:pt x="86" y="104"/>
                      </a:lnTo>
                      <a:lnTo>
                        <a:pt x="120" y="95"/>
                      </a:lnTo>
                      <a:lnTo>
                        <a:pt x="160" y="86"/>
                      </a:lnTo>
                      <a:lnTo>
                        <a:pt x="204" y="78"/>
                      </a:lnTo>
                      <a:lnTo>
                        <a:pt x="252" y="70"/>
                      </a:lnTo>
                      <a:lnTo>
                        <a:pt x="303" y="64"/>
                      </a:lnTo>
                      <a:lnTo>
                        <a:pt x="358" y="60"/>
                      </a:lnTo>
                      <a:lnTo>
                        <a:pt x="414" y="58"/>
                      </a:lnTo>
                      <a:lnTo>
                        <a:pt x="474" y="60"/>
                      </a:lnTo>
                      <a:lnTo>
                        <a:pt x="534" y="65"/>
                      </a:lnTo>
                      <a:lnTo>
                        <a:pt x="596" y="74"/>
                      </a:lnTo>
                      <a:lnTo>
                        <a:pt x="659" y="88"/>
                      </a:lnTo>
                      <a:lnTo>
                        <a:pt x="678" y="0"/>
                      </a:lnTo>
                      <a:lnTo>
                        <a:pt x="674" y="0"/>
                      </a:lnTo>
                      <a:lnTo>
                        <a:pt x="659" y="0"/>
                      </a:lnTo>
                      <a:lnTo>
                        <a:pt x="636" y="0"/>
                      </a:lnTo>
                      <a:lnTo>
                        <a:pt x="606" y="1"/>
                      </a:lnTo>
                      <a:lnTo>
                        <a:pt x="570" y="2"/>
                      </a:lnTo>
                      <a:lnTo>
                        <a:pt x="527" y="3"/>
                      </a:lnTo>
                      <a:lnTo>
                        <a:pt x="480" y="7"/>
                      </a:lnTo>
                      <a:lnTo>
                        <a:pt x="430" y="9"/>
                      </a:lnTo>
                      <a:lnTo>
                        <a:pt x="376" y="14"/>
                      </a:lnTo>
                      <a:lnTo>
                        <a:pt x="320" y="18"/>
                      </a:lnTo>
                      <a:lnTo>
                        <a:pt x="264" y="24"/>
                      </a:lnTo>
                      <a:lnTo>
                        <a:pt x="208" y="32"/>
                      </a:lnTo>
                      <a:lnTo>
                        <a:pt x="152" y="40"/>
                      </a:lnTo>
                      <a:lnTo>
                        <a:pt x="98" y="50"/>
                      </a:lnTo>
                      <a:lnTo>
                        <a:pt x="47" y="62"/>
                      </a:lnTo>
                      <a:lnTo>
                        <a:pt x="0" y="76"/>
                      </a:lnTo>
                      <a:lnTo>
                        <a:pt x="0" y="133"/>
                      </a:lnTo>
                      <a:close/>
                    </a:path>
                  </a:pathLst>
                </a:custGeom>
                <a:solidFill>
                  <a:schemeClr val="bg1">
                    <a:alpha val="100000"/>
                  </a:schemeClr>
                </a:solidFill>
                <a:ln w="9525">
                  <a:noFill/>
                </a:ln>
              </p:spPr>
              <p:txBody>
                <a:bodyPr/>
                <a:p>
                  <a:endParaRPr lang="zh-CN" altLang="en-US"/>
                </a:p>
              </p:txBody>
            </p:sp>
            <p:sp>
              <p:nvSpPr>
                <p:cNvPr id="145935" name="Freeform 749"/>
                <p:cNvSpPr/>
                <p:nvPr/>
              </p:nvSpPr>
              <p:spPr>
                <a:xfrm>
                  <a:off x="4843" y="2015"/>
                  <a:ext cx="163" cy="54"/>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42" h="379">
                      <a:moveTo>
                        <a:pt x="482" y="367"/>
                      </a:moveTo>
                      <a:lnTo>
                        <a:pt x="485" y="366"/>
                      </a:lnTo>
                      <a:lnTo>
                        <a:pt x="492" y="363"/>
                      </a:lnTo>
                      <a:lnTo>
                        <a:pt x="502" y="359"/>
                      </a:lnTo>
                      <a:lnTo>
                        <a:pt x="516" y="353"/>
                      </a:lnTo>
                      <a:lnTo>
                        <a:pt x="533" y="346"/>
                      </a:lnTo>
                      <a:lnTo>
                        <a:pt x="551" y="338"/>
                      </a:lnTo>
                      <a:lnTo>
                        <a:pt x="572" y="328"/>
                      </a:lnTo>
                      <a:lnTo>
                        <a:pt x="593" y="317"/>
                      </a:lnTo>
                      <a:lnTo>
                        <a:pt x="616" y="306"/>
                      </a:lnTo>
                      <a:lnTo>
                        <a:pt x="638" y="292"/>
                      </a:lnTo>
                      <a:lnTo>
                        <a:pt x="660" y="279"/>
                      </a:lnTo>
                      <a:lnTo>
                        <a:pt x="680" y="264"/>
                      </a:lnTo>
                      <a:lnTo>
                        <a:pt x="700" y="249"/>
                      </a:lnTo>
                      <a:lnTo>
                        <a:pt x="717" y="233"/>
                      </a:lnTo>
                      <a:lnTo>
                        <a:pt x="732" y="217"/>
                      </a:lnTo>
                      <a:lnTo>
                        <a:pt x="743" y="201"/>
                      </a:lnTo>
                      <a:lnTo>
                        <a:pt x="0" y="20"/>
                      </a:lnTo>
                      <a:lnTo>
                        <a:pt x="57" y="0"/>
                      </a:lnTo>
                      <a:lnTo>
                        <a:pt x="1142" y="267"/>
                      </a:lnTo>
                      <a:lnTo>
                        <a:pt x="1098" y="292"/>
                      </a:lnTo>
                      <a:lnTo>
                        <a:pt x="784" y="212"/>
                      </a:lnTo>
                      <a:lnTo>
                        <a:pt x="783" y="213"/>
                      </a:lnTo>
                      <a:lnTo>
                        <a:pt x="781" y="216"/>
                      </a:lnTo>
                      <a:lnTo>
                        <a:pt x="776" y="221"/>
                      </a:lnTo>
                      <a:lnTo>
                        <a:pt x="769" y="228"/>
                      </a:lnTo>
                      <a:lnTo>
                        <a:pt x="761" y="237"/>
                      </a:lnTo>
                      <a:lnTo>
                        <a:pt x="750" y="246"/>
                      </a:lnTo>
                      <a:lnTo>
                        <a:pt x="737" y="258"/>
                      </a:lnTo>
                      <a:lnTo>
                        <a:pt x="721" y="269"/>
                      </a:lnTo>
                      <a:lnTo>
                        <a:pt x="703" y="282"/>
                      </a:lnTo>
                      <a:lnTo>
                        <a:pt x="684" y="295"/>
                      </a:lnTo>
                      <a:lnTo>
                        <a:pt x="660" y="309"/>
                      </a:lnTo>
                      <a:lnTo>
                        <a:pt x="635" y="323"/>
                      </a:lnTo>
                      <a:lnTo>
                        <a:pt x="606" y="338"/>
                      </a:lnTo>
                      <a:lnTo>
                        <a:pt x="574" y="352"/>
                      </a:lnTo>
                      <a:lnTo>
                        <a:pt x="540" y="366"/>
                      </a:lnTo>
                      <a:lnTo>
                        <a:pt x="502" y="379"/>
                      </a:lnTo>
                      <a:lnTo>
                        <a:pt x="482" y="367"/>
                      </a:lnTo>
                      <a:close/>
                    </a:path>
                  </a:pathLst>
                </a:custGeom>
                <a:solidFill>
                  <a:schemeClr val="bg1">
                    <a:alpha val="100000"/>
                  </a:schemeClr>
                </a:solidFill>
                <a:ln w="9525">
                  <a:noFill/>
                </a:ln>
              </p:spPr>
              <p:txBody>
                <a:bodyPr/>
                <a:p>
                  <a:endParaRPr lang="zh-CN" altLang="en-US"/>
                </a:p>
              </p:txBody>
            </p:sp>
            <p:sp>
              <p:nvSpPr>
                <p:cNvPr id="145936" name="Freeform 750"/>
                <p:cNvSpPr/>
                <p:nvPr/>
              </p:nvSpPr>
              <p:spPr>
                <a:xfrm>
                  <a:off x="4809" y="2029"/>
                  <a:ext cx="167" cy="48"/>
                </a:xfrm>
                <a:custGeom>
                  <a:avLst/>
                  <a:gdLst/>
                  <a:ahLst/>
                  <a:cxnLst>
                    <a:cxn ang="0">
                      <a:pos x="0" y="0"/>
                    </a:cxn>
                    <a:cxn ang="0">
                      <a:pos x="0" y="0"/>
                    </a:cxn>
                    <a:cxn ang="0">
                      <a:pos x="0" y="0"/>
                    </a:cxn>
                    <a:cxn ang="0">
                      <a:pos x="0" y="0"/>
                    </a:cxn>
                    <a:cxn ang="0">
                      <a:pos x="0" y="0"/>
                    </a:cxn>
                  </a:cxnLst>
                  <a:pathLst>
                    <a:path w="1163" h="340">
                      <a:moveTo>
                        <a:pt x="0" y="0"/>
                      </a:moveTo>
                      <a:lnTo>
                        <a:pt x="1137" y="340"/>
                      </a:lnTo>
                      <a:lnTo>
                        <a:pt x="1163" y="340"/>
                      </a:lnTo>
                      <a:lnTo>
                        <a:pt x="34" y="0"/>
                      </a:lnTo>
                      <a:lnTo>
                        <a:pt x="0" y="0"/>
                      </a:lnTo>
                      <a:close/>
                    </a:path>
                  </a:pathLst>
                </a:custGeom>
                <a:solidFill>
                  <a:srgbClr val="000000">
                    <a:alpha val="100000"/>
                  </a:srgbClr>
                </a:solidFill>
                <a:ln w="9525">
                  <a:noFill/>
                </a:ln>
              </p:spPr>
              <p:txBody>
                <a:bodyPr/>
                <a:p>
                  <a:endParaRPr lang="zh-CN" altLang="en-US"/>
                </a:p>
              </p:txBody>
            </p:sp>
            <p:sp>
              <p:nvSpPr>
                <p:cNvPr id="145937" name="Freeform 751"/>
                <p:cNvSpPr/>
                <p:nvPr/>
              </p:nvSpPr>
              <p:spPr>
                <a:xfrm>
                  <a:off x="4837" y="2022"/>
                  <a:ext cx="164" cy="44"/>
                </a:xfrm>
                <a:custGeom>
                  <a:avLst/>
                  <a:gdLst/>
                  <a:ahLst/>
                  <a:cxnLst>
                    <a:cxn ang="0">
                      <a:pos x="0" y="0"/>
                    </a:cxn>
                    <a:cxn ang="0">
                      <a:pos x="0" y="0"/>
                    </a:cxn>
                    <a:cxn ang="0">
                      <a:pos x="0" y="0"/>
                    </a:cxn>
                    <a:cxn ang="0">
                      <a:pos x="0" y="0"/>
                    </a:cxn>
                    <a:cxn ang="0">
                      <a:pos x="0" y="0"/>
                    </a:cxn>
                  </a:cxnLst>
                  <a:pathLst>
                    <a:path w="1149" h="303">
                      <a:moveTo>
                        <a:pt x="0" y="1"/>
                      </a:moveTo>
                      <a:lnTo>
                        <a:pt x="1124" y="303"/>
                      </a:lnTo>
                      <a:lnTo>
                        <a:pt x="1149" y="302"/>
                      </a:lnTo>
                      <a:lnTo>
                        <a:pt x="34" y="0"/>
                      </a:lnTo>
                      <a:lnTo>
                        <a:pt x="0" y="1"/>
                      </a:lnTo>
                      <a:close/>
                    </a:path>
                  </a:pathLst>
                </a:custGeom>
                <a:solidFill>
                  <a:srgbClr val="000000">
                    <a:alpha val="100000"/>
                  </a:srgbClr>
                </a:solidFill>
                <a:ln w="9525">
                  <a:noFill/>
                </a:ln>
              </p:spPr>
              <p:txBody>
                <a:bodyPr/>
                <a:p>
                  <a:endParaRPr lang="zh-CN" altLang="en-US"/>
                </a:p>
              </p:txBody>
            </p:sp>
            <p:sp>
              <p:nvSpPr>
                <p:cNvPr id="145938" name="Freeform 752"/>
                <p:cNvSpPr/>
                <p:nvPr/>
              </p:nvSpPr>
              <p:spPr>
                <a:xfrm>
                  <a:off x="4824" y="2025"/>
                  <a:ext cx="165" cy="48"/>
                </a:xfrm>
                <a:custGeom>
                  <a:avLst/>
                  <a:gdLst/>
                  <a:ahLst/>
                  <a:cxnLst>
                    <a:cxn ang="0">
                      <a:pos x="0" y="0"/>
                    </a:cxn>
                    <a:cxn ang="0">
                      <a:pos x="0" y="0"/>
                    </a:cxn>
                    <a:cxn ang="0">
                      <a:pos x="0" y="0"/>
                    </a:cxn>
                    <a:cxn ang="0">
                      <a:pos x="0" y="0"/>
                    </a:cxn>
                    <a:cxn ang="0">
                      <a:pos x="0" y="0"/>
                    </a:cxn>
                  </a:cxnLst>
                  <a:pathLst>
                    <a:path w="1155" h="336">
                      <a:moveTo>
                        <a:pt x="0" y="0"/>
                      </a:moveTo>
                      <a:lnTo>
                        <a:pt x="1134" y="336"/>
                      </a:lnTo>
                      <a:lnTo>
                        <a:pt x="1155" y="328"/>
                      </a:lnTo>
                      <a:lnTo>
                        <a:pt x="34" y="0"/>
                      </a:lnTo>
                      <a:lnTo>
                        <a:pt x="0" y="0"/>
                      </a:lnTo>
                      <a:close/>
                    </a:path>
                  </a:pathLst>
                </a:custGeom>
                <a:solidFill>
                  <a:srgbClr val="000000">
                    <a:alpha val="100000"/>
                  </a:srgbClr>
                </a:solidFill>
                <a:ln w="9525">
                  <a:noFill/>
                </a:ln>
              </p:spPr>
              <p:txBody>
                <a:bodyPr/>
                <a:p>
                  <a:endParaRPr lang="zh-CN" altLang="en-US"/>
                </a:p>
              </p:txBody>
            </p:sp>
          </p:grpSp>
          <p:grpSp>
            <p:nvGrpSpPr>
              <p:cNvPr id="145842" name="Group 753"/>
              <p:cNvGrpSpPr/>
              <p:nvPr/>
            </p:nvGrpSpPr>
            <p:grpSpPr>
              <a:xfrm>
                <a:off x="1849" y="3583"/>
                <a:ext cx="176" cy="150"/>
                <a:chOff x="4765" y="1531"/>
                <a:chExt cx="312" cy="261"/>
              </a:xfrm>
            </p:grpSpPr>
            <p:sp>
              <p:nvSpPr>
                <p:cNvPr id="145860" name="AutoShape 754"/>
                <p:cNvSpPr>
                  <a:spLocks noChangeAspect="1" noTextEdit="1"/>
                </p:cNvSpPr>
                <p:nvPr/>
              </p:nvSpPr>
              <p:spPr>
                <a:xfrm>
                  <a:off x="4765" y="1531"/>
                  <a:ext cx="312" cy="260"/>
                </a:xfrm>
                <a:prstGeom prst="rect">
                  <a:avLst/>
                </a:prstGeom>
                <a:noFill/>
                <a:ln w="9525">
                  <a:noFill/>
                </a:ln>
              </p:spPr>
              <p:txBody>
                <a:bodyPr/>
                <a:p>
                  <a:endParaRPr lang="zh-CN" altLang="en-US"/>
                </a:p>
              </p:txBody>
            </p:sp>
            <p:sp>
              <p:nvSpPr>
                <p:cNvPr id="145861" name="Freeform 755"/>
                <p:cNvSpPr/>
                <p:nvPr/>
              </p:nvSpPr>
              <p:spPr>
                <a:xfrm>
                  <a:off x="4765" y="1534"/>
                  <a:ext cx="307" cy="25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150" h="1804">
                      <a:moveTo>
                        <a:pt x="582" y="239"/>
                      </a:moveTo>
                      <a:lnTo>
                        <a:pt x="606" y="129"/>
                      </a:lnTo>
                      <a:lnTo>
                        <a:pt x="607" y="129"/>
                      </a:lnTo>
                      <a:lnTo>
                        <a:pt x="611" y="128"/>
                      </a:lnTo>
                      <a:lnTo>
                        <a:pt x="616" y="125"/>
                      </a:lnTo>
                      <a:lnTo>
                        <a:pt x="623" y="123"/>
                      </a:lnTo>
                      <a:lnTo>
                        <a:pt x="633" y="120"/>
                      </a:lnTo>
                      <a:lnTo>
                        <a:pt x="645" y="115"/>
                      </a:lnTo>
                      <a:lnTo>
                        <a:pt x="659" y="112"/>
                      </a:lnTo>
                      <a:lnTo>
                        <a:pt x="676" y="107"/>
                      </a:lnTo>
                      <a:lnTo>
                        <a:pt x="694" y="101"/>
                      </a:lnTo>
                      <a:lnTo>
                        <a:pt x="715" y="95"/>
                      </a:lnTo>
                      <a:lnTo>
                        <a:pt x="738" y="90"/>
                      </a:lnTo>
                      <a:lnTo>
                        <a:pt x="763" y="84"/>
                      </a:lnTo>
                      <a:lnTo>
                        <a:pt x="790" y="78"/>
                      </a:lnTo>
                      <a:lnTo>
                        <a:pt x="820" y="71"/>
                      </a:lnTo>
                      <a:lnTo>
                        <a:pt x="852" y="64"/>
                      </a:lnTo>
                      <a:lnTo>
                        <a:pt x="886" y="59"/>
                      </a:lnTo>
                      <a:lnTo>
                        <a:pt x="922" y="52"/>
                      </a:lnTo>
                      <a:lnTo>
                        <a:pt x="961" y="46"/>
                      </a:lnTo>
                      <a:lnTo>
                        <a:pt x="1002" y="40"/>
                      </a:lnTo>
                      <a:lnTo>
                        <a:pt x="1044" y="35"/>
                      </a:lnTo>
                      <a:lnTo>
                        <a:pt x="1090" y="29"/>
                      </a:lnTo>
                      <a:lnTo>
                        <a:pt x="1138" y="23"/>
                      </a:lnTo>
                      <a:lnTo>
                        <a:pt x="1187" y="18"/>
                      </a:lnTo>
                      <a:lnTo>
                        <a:pt x="1240" y="14"/>
                      </a:lnTo>
                      <a:lnTo>
                        <a:pt x="1294" y="10"/>
                      </a:lnTo>
                      <a:lnTo>
                        <a:pt x="1350" y="7"/>
                      </a:lnTo>
                      <a:lnTo>
                        <a:pt x="1410" y="4"/>
                      </a:lnTo>
                      <a:lnTo>
                        <a:pt x="1470" y="1"/>
                      </a:lnTo>
                      <a:lnTo>
                        <a:pt x="1535" y="0"/>
                      </a:lnTo>
                      <a:lnTo>
                        <a:pt x="1601" y="0"/>
                      </a:lnTo>
                      <a:lnTo>
                        <a:pt x="1668" y="0"/>
                      </a:lnTo>
                      <a:lnTo>
                        <a:pt x="1739" y="1"/>
                      </a:lnTo>
                      <a:lnTo>
                        <a:pt x="1816" y="44"/>
                      </a:lnTo>
                      <a:lnTo>
                        <a:pt x="1799" y="248"/>
                      </a:lnTo>
                      <a:lnTo>
                        <a:pt x="1804" y="251"/>
                      </a:lnTo>
                      <a:lnTo>
                        <a:pt x="1820" y="259"/>
                      </a:lnTo>
                      <a:lnTo>
                        <a:pt x="1842" y="272"/>
                      </a:lnTo>
                      <a:lnTo>
                        <a:pt x="1868" y="292"/>
                      </a:lnTo>
                      <a:lnTo>
                        <a:pt x="1896" y="318"/>
                      </a:lnTo>
                      <a:lnTo>
                        <a:pt x="1920" y="351"/>
                      </a:lnTo>
                      <a:lnTo>
                        <a:pt x="1939" y="390"/>
                      </a:lnTo>
                      <a:lnTo>
                        <a:pt x="1951" y="436"/>
                      </a:lnTo>
                      <a:lnTo>
                        <a:pt x="2125" y="593"/>
                      </a:lnTo>
                      <a:lnTo>
                        <a:pt x="2078" y="1009"/>
                      </a:lnTo>
                      <a:lnTo>
                        <a:pt x="1799" y="1149"/>
                      </a:lnTo>
                      <a:lnTo>
                        <a:pt x="2129" y="1247"/>
                      </a:lnTo>
                      <a:lnTo>
                        <a:pt x="2131" y="1251"/>
                      </a:lnTo>
                      <a:lnTo>
                        <a:pt x="2137" y="1264"/>
                      </a:lnTo>
                      <a:lnTo>
                        <a:pt x="2143" y="1284"/>
                      </a:lnTo>
                      <a:lnTo>
                        <a:pt x="2149" y="1310"/>
                      </a:lnTo>
                      <a:lnTo>
                        <a:pt x="2150" y="1342"/>
                      </a:lnTo>
                      <a:lnTo>
                        <a:pt x="2147" y="1380"/>
                      </a:lnTo>
                      <a:lnTo>
                        <a:pt x="2136" y="1423"/>
                      </a:lnTo>
                      <a:lnTo>
                        <a:pt x="2117" y="1468"/>
                      </a:lnTo>
                      <a:lnTo>
                        <a:pt x="1244" y="1804"/>
                      </a:lnTo>
                      <a:lnTo>
                        <a:pt x="0" y="1413"/>
                      </a:lnTo>
                      <a:lnTo>
                        <a:pt x="22" y="1367"/>
                      </a:lnTo>
                      <a:lnTo>
                        <a:pt x="212" y="1302"/>
                      </a:lnTo>
                      <a:lnTo>
                        <a:pt x="212" y="248"/>
                      </a:lnTo>
                      <a:lnTo>
                        <a:pt x="213" y="247"/>
                      </a:lnTo>
                      <a:lnTo>
                        <a:pt x="217" y="244"/>
                      </a:lnTo>
                      <a:lnTo>
                        <a:pt x="223" y="240"/>
                      </a:lnTo>
                      <a:lnTo>
                        <a:pt x="232" y="234"/>
                      </a:lnTo>
                      <a:lnTo>
                        <a:pt x="245" y="228"/>
                      </a:lnTo>
                      <a:lnTo>
                        <a:pt x="258" y="221"/>
                      </a:lnTo>
                      <a:lnTo>
                        <a:pt x="276" y="214"/>
                      </a:lnTo>
                      <a:lnTo>
                        <a:pt x="294" y="207"/>
                      </a:lnTo>
                      <a:lnTo>
                        <a:pt x="316" y="201"/>
                      </a:lnTo>
                      <a:lnTo>
                        <a:pt x="340" y="197"/>
                      </a:lnTo>
                      <a:lnTo>
                        <a:pt x="366" y="194"/>
                      </a:lnTo>
                      <a:lnTo>
                        <a:pt x="393" y="192"/>
                      </a:lnTo>
                      <a:lnTo>
                        <a:pt x="424" y="193"/>
                      </a:lnTo>
                      <a:lnTo>
                        <a:pt x="457" y="197"/>
                      </a:lnTo>
                      <a:lnTo>
                        <a:pt x="493" y="203"/>
                      </a:lnTo>
                      <a:lnTo>
                        <a:pt x="529" y="214"/>
                      </a:lnTo>
                      <a:lnTo>
                        <a:pt x="582" y="239"/>
                      </a:lnTo>
                      <a:close/>
                    </a:path>
                  </a:pathLst>
                </a:custGeom>
                <a:solidFill>
                  <a:srgbClr val="DDDDDD">
                    <a:alpha val="100000"/>
                  </a:srgbClr>
                </a:solidFill>
                <a:ln w="9525">
                  <a:noFill/>
                </a:ln>
              </p:spPr>
              <p:txBody>
                <a:bodyPr/>
                <a:p>
                  <a:endParaRPr lang="zh-CN" altLang="en-US"/>
                </a:p>
              </p:txBody>
            </p:sp>
            <p:sp>
              <p:nvSpPr>
                <p:cNvPr id="145862" name="Freeform 756"/>
                <p:cNvSpPr/>
                <p:nvPr/>
              </p:nvSpPr>
              <p:spPr>
                <a:xfrm>
                  <a:off x="4882" y="1584"/>
                  <a:ext cx="163" cy="11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39" h="778">
                      <a:moveTo>
                        <a:pt x="7" y="587"/>
                      </a:moveTo>
                      <a:lnTo>
                        <a:pt x="0" y="682"/>
                      </a:lnTo>
                      <a:lnTo>
                        <a:pt x="742" y="778"/>
                      </a:lnTo>
                      <a:lnTo>
                        <a:pt x="748" y="775"/>
                      </a:lnTo>
                      <a:lnTo>
                        <a:pt x="763" y="767"/>
                      </a:lnTo>
                      <a:lnTo>
                        <a:pt x="787" y="755"/>
                      </a:lnTo>
                      <a:lnTo>
                        <a:pt x="816" y="737"/>
                      </a:lnTo>
                      <a:lnTo>
                        <a:pt x="852" y="714"/>
                      </a:lnTo>
                      <a:lnTo>
                        <a:pt x="891" y="686"/>
                      </a:lnTo>
                      <a:lnTo>
                        <a:pt x="932" y="652"/>
                      </a:lnTo>
                      <a:lnTo>
                        <a:pt x="973" y="613"/>
                      </a:lnTo>
                      <a:lnTo>
                        <a:pt x="1013" y="570"/>
                      </a:lnTo>
                      <a:lnTo>
                        <a:pt x="1051" y="521"/>
                      </a:lnTo>
                      <a:lnTo>
                        <a:pt x="1083" y="466"/>
                      </a:lnTo>
                      <a:lnTo>
                        <a:pt x="1109" y="406"/>
                      </a:lnTo>
                      <a:lnTo>
                        <a:pt x="1129" y="342"/>
                      </a:lnTo>
                      <a:lnTo>
                        <a:pt x="1139" y="271"/>
                      </a:lnTo>
                      <a:lnTo>
                        <a:pt x="1138" y="196"/>
                      </a:lnTo>
                      <a:lnTo>
                        <a:pt x="1124" y="115"/>
                      </a:lnTo>
                      <a:lnTo>
                        <a:pt x="1122" y="110"/>
                      </a:lnTo>
                      <a:lnTo>
                        <a:pt x="1115" y="97"/>
                      </a:lnTo>
                      <a:lnTo>
                        <a:pt x="1102" y="80"/>
                      </a:lnTo>
                      <a:lnTo>
                        <a:pt x="1086" y="59"/>
                      </a:lnTo>
                      <a:lnTo>
                        <a:pt x="1066" y="39"/>
                      </a:lnTo>
                      <a:lnTo>
                        <a:pt x="1041" y="20"/>
                      </a:lnTo>
                      <a:lnTo>
                        <a:pt x="1011" y="7"/>
                      </a:lnTo>
                      <a:lnTo>
                        <a:pt x="978" y="0"/>
                      </a:lnTo>
                      <a:lnTo>
                        <a:pt x="982" y="12"/>
                      </a:lnTo>
                      <a:lnTo>
                        <a:pt x="994" y="46"/>
                      </a:lnTo>
                      <a:lnTo>
                        <a:pt x="1007" y="100"/>
                      </a:lnTo>
                      <a:lnTo>
                        <a:pt x="1019" y="169"/>
                      </a:lnTo>
                      <a:lnTo>
                        <a:pt x="1022" y="252"/>
                      </a:lnTo>
                      <a:lnTo>
                        <a:pt x="1013" y="344"/>
                      </a:lnTo>
                      <a:lnTo>
                        <a:pt x="987" y="444"/>
                      </a:lnTo>
                      <a:lnTo>
                        <a:pt x="940" y="549"/>
                      </a:lnTo>
                      <a:lnTo>
                        <a:pt x="939" y="550"/>
                      </a:lnTo>
                      <a:lnTo>
                        <a:pt x="934" y="553"/>
                      </a:lnTo>
                      <a:lnTo>
                        <a:pt x="927" y="559"/>
                      </a:lnTo>
                      <a:lnTo>
                        <a:pt x="917" y="567"/>
                      </a:lnTo>
                      <a:lnTo>
                        <a:pt x="904" y="575"/>
                      </a:lnTo>
                      <a:lnTo>
                        <a:pt x="890" y="585"/>
                      </a:lnTo>
                      <a:lnTo>
                        <a:pt x="871" y="594"/>
                      </a:lnTo>
                      <a:lnTo>
                        <a:pt x="851" y="603"/>
                      </a:lnTo>
                      <a:lnTo>
                        <a:pt x="828" y="611"/>
                      </a:lnTo>
                      <a:lnTo>
                        <a:pt x="802" y="619"/>
                      </a:lnTo>
                      <a:lnTo>
                        <a:pt x="773" y="625"/>
                      </a:lnTo>
                      <a:lnTo>
                        <a:pt x="741" y="629"/>
                      </a:lnTo>
                      <a:lnTo>
                        <a:pt x="708" y="630"/>
                      </a:lnTo>
                      <a:lnTo>
                        <a:pt x="671" y="629"/>
                      </a:lnTo>
                      <a:lnTo>
                        <a:pt x="631" y="626"/>
                      </a:lnTo>
                      <a:lnTo>
                        <a:pt x="590" y="618"/>
                      </a:lnTo>
                      <a:lnTo>
                        <a:pt x="590" y="720"/>
                      </a:lnTo>
                      <a:lnTo>
                        <a:pt x="26" y="663"/>
                      </a:lnTo>
                      <a:lnTo>
                        <a:pt x="7" y="587"/>
                      </a:lnTo>
                      <a:close/>
                    </a:path>
                  </a:pathLst>
                </a:custGeom>
                <a:solidFill>
                  <a:schemeClr val="bg2">
                    <a:alpha val="100000"/>
                  </a:schemeClr>
                </a:solidFill>
                <a:ln w="9525">
                  <a:noFill/>
                </a:ln>
              </p:spPr>
              <p:txBody>
                <a:bodyPr/>
                <a:p>
                  <a:endParaRPr lang="zh-CN" altLang="en-US"/>
                </a:p>
              </p:txBody>
            </p:sp>
            <p:sp>
              <p:nvSpPr>
                <p:cNvPr id="145863" name="Freeform 757"/>
                <p:cNvSpPr/>
                <p:nvPr/>
              </p:nvSpPr>
              <p:spPr>
                <a:xfrm>
                  <a:off x="4862" y="1693"/>
                  <a:ext cx="119" cy="38"/>
                </a:xfrm>
                <a:custGeom>
                  <a:avLst/>
                  <a:gdLst/>
                  <a:ahLst/>
                  <a:cxnLst>
                    <a:cxn ang="0">
                      <a:pos x="0" y="0"/>
                    </a:cxn>
                    <a:cxn ang="0">
                      <a:pos x="0" y="0"/>
                    </a:cxn>
                    <a:cxn ang="0">
                      <a:pos x="0" y="0"/>
                    </a:cxn>
                    <a:cxn ang="0">
                      <a:pos x="0" y="0"/>
                    </a:cxn>
                    <a:cxn ang="0">
                      <a:pos x="0" y="0"/>
                    </a:cxn>
                  </a:cxnLst>
                  <a:pathLst>
                    <a:path w="837" h="269">
                      <a:moveTo>
                        <a:pt x="837" y="96"/>
                      </a:moveTo>
                      <a:lnTo>
                        <a:pt x="12" y="0"/>
                      </a:lnTo>
                      <a:lnTo>
                        <a:pt x="0" y="96"/>
                      </a:lnTo>
                      <a:lnTo>
                        <a:pt x="812" y="269"/>
                      </a:lnTo>
                      <a:lnTo>
                        <a:pt x="837" y="96"/>
                      </a:lnTo>
                      <a:close/>
                    </a:path>
                  </a:pathLst>
                </a:custGeom>
                <a:solidFill>
                  <a:schemeClr val="bg2">
                    <a:alpha val="100000"/>
                  </a:schemeClr>
                </a:solidFill>
                <a:ln w="9525">
                  <a:noFill/>
                </a:ln>
              </p:spPr>
              <p:txBody>
                <a:bodyPr/>
                <a:p>
                  <a:endParaRPr lang="zh-CN" altLang="en-US"/>
                </a:p>
              </p:txBody>
            </p:sp>
            <p:sp>
              <p:nvSpPr>
                <p:cNvPr id="145864" name="Freeform 758"/>
                <p:cNvSpPr/>
                <p:nvPr/>
              </p:nvSpPr>
              <p:spPr>
                <a:xfrm>
                  <a:off x="4921" y="1705"/>
                  <a:ext cx="51" cy="18"/>
                </a:xfrm>
                <a:custGeom>
                  <a:avLst/>
                  <a:gdLst/>
                  <a:ahLst/>
                  <a:cxnLst>
                    <a:cxn ang="0">
                      <a:pos x="0" y="0"/>
                    </a:cxn>
                    <a:cxn ang="0">
                      <a:pos x="0" y="0"/>
                    </a:cxn>
                    <a:cxn ang="0">
                      <a:pos x="0" y="0"/>
                    </a:cxn>
                    <a:cxn ang="0">
                      <a:pos x="0" y="0"/>
                    </a:cxn>
                    <a:cxn ang="0">
                      <a:pos x="0" y="0"/>
                    </a:cxn>
                  </a:cxnLst>
                  <a:pathLst>
                    <a:path w="358" h="122">
                      <a:moveTo>
                        <a:pt x="358" y="53"/>
                      </a:moveTo>
                      <a:lnTo>
                        <a:pt x="5" y="0"/>
                      </a:lnTo>
                      <a:lnTo>
                        <a:pt x="0" y="51"/>
                      </a:lnTo>
                      <a:lnTo>
                        <a:pt x="348" y="122"/>
                      </a:lnTo>
                      <a:lnTo>
                        <a:pt x="358" y="53"/>
                      </a:lnTo>
                      <a:close/>
                    </a:path>
                  </a:pathLst>
                </a:custGeom>
                <a:solidFill>
                  <a:schemeClr val="folHlink">
                    <a:alpha val="100000"/>
                  </a:schemeClr>
                </a:solidFill>
                <a:ln w="9525">
                  <a:noFill/>
                </a:ln>
              </p:spPr>
              <p:txBody>
                <a:bodyPr/>
                <a:p>
                  <a:endParaRPr lang="zh-CN" altLang="en-US"/>
                </a:p>
              </p:txBody>
            </p:sp>
            <p:sp>
              <p:nvSpPr>
                <p:cNvPr id="145865" name="Freeform 759"/>
                <p:cNvSpPr/>
                <p:nvPr/>
              </p:nvSpPr>
              <p:spPr>
                <a:xfrm>
                  <a:off x="4869" y="1696"/>
                  <a:ext cx="34" cy="13"/>
                </a:xfrm>
                <a:custGeom>
                  <a:avLst/>
                  <a:gdLst/>
                  <a:ahLst/>
                  <a:cxnLst>
                    <a:cxn ang="0">
                      <a:pos x="0" y="0"/>
                    </a:cxn>
                    <a:cxn ang="0">
                      <a:pos x="0" y="0"/>
                    </a:cxn>
                    <a:cxn ang="0">
                      <a:pos x="0" y="0"/>
                    </a:cxn>
                    <a:cxn ang="0">
                      <a:pos x="0" y="0"/>
                    </a:cxn>
                    <a:cxn ang="0">
                      <a:pos x="0" y="0"/>
                    </a:cxn>
                  </a:cxnLst>
                  <a:pathLst>
                    <a:path w="239" h="91">
                      <a:moveTo>
                        <a:pt x="239" y="42"/>
                      </a:moveTo>
                      <a:lnTo>
                        <a:pt x="0" y="0"/>
                      </a:lnTo>
                      <a:lnTo>
                        <a:pt x="2" y="44"/>
                      </a:lnTo>
                      <a:lnTo>
                        <a:pt x="231" y="91"/>
                      </a:lnTo>
                      <a:lnTo>
                        <a:pt x="239" y="42"/>
                      </a:lnTo>
                      <a:close/>
                    </a:path>
                  </a:pathLst>
                </a:custGeom>
                <a:solidFill>
                  <a:schemeClr val="folHlink">
                    <a:alpha val="100000"/>
                  </a:schemeClr>
                </a:solidFill>
                <a:ln w="9525">
                  <a:noFill/>
                </a:ln>
              </p:spPr>
              <p:txBody>
                <a:bodyPr/>
                <a:p>
                  <a:endParaRPr lang="zh-CN" altLang="en-US"/>
                </a:p>
              </p:txBody>
            </p:sp>
            <p:sp>
              <p:nvSpPr>
                <p:cNvPr id="145866" name="Freeform 760"/>
                <p:cNvSpPr/>
                <p:nvPr/>
              </p:nvSpPr>
              <p:spPr>
                <a:xfrm>
                  <a:off x="4783" y="1709"/>
                  <a:ext cx="202" cy="67"/>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409" h="466">
                      <a:moveTo>
                        <a:pt x="0" y="140"/>
                      </a:moveTo>
                      <a:lnTo>
                        <a:pt x="4" y="140"/>
                      </a:lnTo>
                      <a:lnTo>
                        <a:pt x="12" y="138"/>
                      </a:lnTo>
                      <a:lnTo>
                        <a:pt x="27" y="135"/>
                      </a:lnTo>
                      <a:lnTo>
                        <a:pt x="45" y="132"/>
                      </a:lnTo>
                      <a:lnTo>
                        <a:pt x="67" y="128"/>
                      </a:lnTo>
                      <a:lnTo>
                        <a:pt x="92" y="123"/>
                      </a:lnTo>
                      <a:lnTo>
                        <a:pt x="120" y="116"/>
                      </a:lnTo>
                      <a:lnTo>
                        <a:pt x="150" y="108"/>
                      </a:lnTo>
                      <a:lnTo>
                        <a:pt x="181" y="100"/>
                      </a:lnTo>
                      <a:lnTo>
                        <a:pt x="212" y="89"/>
                      </a:lnTo>
                      <a:lnTo>
                        <a:pt x="243" y="78"/>
                      </a:lnTo>
                      <a:lnTo>
                        <a:pt x="273" y="65"/>
                      </a:lnTo>
                      <a:lnTo>
                        <a:pt x="303" y="50"/>
                      </a:lnTo>
                      <a:lnTo>
                        <a:pt x="330" y="35"/>
                      </a:lnTo>
                      <a:lnTo>
                        <a:pt x="355" y="18"/>
                      </a:lnTo>
                      <a:lnTo>
                        <a:pt x="375" y="0"/>
                      </a:lnTo>
                      <a:lnTo>
                        <a:pt x="1409" y="236"/>
                      </a:lnTo>
                      <a:lnTo>
                        <a:pt x="1407" y="239"/>
                      </a:lnTo>
                      <a:lnTo>
                        <a:pt x="1401" y="245"/>
                      </a:lnTo>
                      <a:lnTo>
                        <a:pt x="1392" y="254"/>
                      </a:lnTo>
                      <a:lnTo>
                        <a:pt x="1379" y="265"/>
                      </a:lnTo>
                      <a:lnTo>
                        <a:pt x="1363" y="279"/>
                      </a:lnTo>
                      <a:lnTo>
                        <a:pt x="1345" y="295"/>
                      </a:lnTo>
                      <a:lnTo>
                        <a:pt x="1325" y="313"/>
                      </a:lnTo>
                      <a:lnTo>
                        <a:pt x="1303" y="332"/>
                      </a:lnTo>
                      <a:lnTo>
                        <a:pt x="1279" y="351"/>
                      </a:lnTo>
                      <a:lnTo>
                        <a:pt x="1253" y="371"/>
                      </a:lnTo>
                      <a:lnTo>
                        <a:pt x="1227" y="390"/>
                      </a:lnTo>
                      <a:lnTo>
                        <a:pt x="1200" y="409"/>
                      </a:lnTo>
                      <a:lnTo>
                        <a:pt x="1172" y="426"/>
                      </a:lnTo>
                      <a:lnTo>
                        <a:pt x="1145" y="441"/>
                      </a:lnTo>
                      <a:lnTo>
                        <a:pt x="1117" y="455"/>
                      </a:lnTo>
                      <a:lnTo>
                        <a:pt x="1091" y="466"/>
                      </a:lnTo>
                      <a:lnTo>
                        <a:pt x="0" y="140"/>
                      </a:lnTo>
                      <a:close/>
                    </a:path>
                  </a:pathLst>
                </a:custGeom>
                <a:solidFill>
                  <a:schemeClr val="bg2">
                    <a:alpha val="100000"/>
                  </a:schemeClr>
                </a:solidFill>
                <a:ln w="9525">
                  <a:noFill/>
                </a:ln>
              </p:spPr>
              <p:txBody>
                <a:bodyPr/>
                <a:p>
                  <a:endParaRPr lang="zh-CN" altLang="en-US"/>
                </a:p>
              </p:txBody>
            </p:sp>
            <p:sp>
              <p:nvSpPr>
                <p:cNvPr id="145867" name="Freeform 761"/>
                <p:cNvSpPr/>
                <p:nvPr/>
              </p:nvSpPr>
              <p:spPr>
                <a:xfrm>
                  <a:off x="4984" y="1702"/>
                  <a:ext cx="72" cy="32"/>
                </a:xfrm>
                <a:custGeom>
                  <a:avLst/>
                  <a:gdLst/>
                  <a:ahLst/>
                  <a:cxnLst>
                    <a:cxn ang="0">
                      <a:pos x="0" y="0"/>
                    </a:cxn>
                    <a:cxn ang="0">
                      <a:pos x="0" y="0"/>
                    </a:cxn>
                    <a:cxn ang="0">
                      <a:pos x="0" y="0"/>
                    </a:cxn>
                    <a:cxn ang="0">
                      <a:pos x="0" y="0"/>
                    </a:cxn>
                    <a:cxn ang="0">
                      <a:pos x="0" y="0"/>
                    </a:cxn>
                    <a:cxn ang="0">
                      <a:pos x="0" y="0"/>
                    </a:cxn>
                  </a:cxnLst>
                  <a:pathLst>
                    <a:path w="502" h="223">
                      <a:moveTo>
                        <a:pt x="51" y="223"/>
                      </a:moveTo>
                      <a:lnTo>
                        <a:pt x="502" y="90"/>
                      </a:lnTo>
                      <a:lnTo>
                        <a:pt x="229" y="0"/>
                      </a:lnTo>
                      <a:lnTo>
                        <a:pt x="6" y="26"/>
                      </a:lnTo>
                      <a:lnTo>
                        <a:pt x="0" y="211"/>
                      </a:lnTo>
                      <a:lnTo>
                        <a:pt x="51" y="223"/>
                      </a:lnTo>
                      <a:close/>
                    </a:path>
                  </a:pathLst>
                </a:custGeom>
                <a:solidFill>
                  <a:schemeClr val="bg2">
                    <a:alpha val="100000"/>
                  </a:schemeClr>
                </a:solidFill>
                <a:ln w="9525">
                  <a:noFill/>
                </a:ln>
              </p:spPr>
              <p:txBody>
                <a:bodyPr/>
                <a:p>
                  <a:endParaRPr lang="zh-CN" altLang="en-US"/>
                </a:p>
              </p:txBody>
            </p:sp>
            <p:sp>
              <p:nvSpPr>
                <p:cNvPr id="145868" name="Freeform 762"/>
                <p:cNvSpPr/>
                <p:nvPr/>
              </p:nvSpPr>
              <p:spPr>
                <a:xfrm>
                  <a:off x="4799" y="1565"/>
                  <a:ext cx="38" cy="152"/>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67" h="1064">
                      <a:moveTo>
                        <a:pt x="267" y="26"/>
                      </a:moveTo>
                      <a:lnTo>
                        <a:pt x="266" y="24"/>
                      </a:lnTo>
                      <a:lnTo>
                        <a:pt x="262" y="22"/>
                      </a:lnTo>
                      <a:lnTo>
                        <a:pt x="254" y="20"/>
                      </a:lnTo>
                      <a:lnTo>
                        <a:pt x="244" y="16"/>
                      </a:lnTo>
                      <a:lnTo>
                        <a:pt x="232" y="12"/>
                      </a:lnTo>
                      <a:lnTo>
                        <a:pt x="218" y="8"/>
                      </a:lnTo>
                      <a:lnTo>
                        <a:pt x="202" y="5"/>
                      </a:lnTo>
                      <a:lnTo>
                        <a:pt x="184" y="1"/>
                      </a:lnTo>
                      <a:lnTo>
                        <a:pt x="164" y="0"/>
                      </a:lnTo>
                      <a:lnTo>
                        <a:pt x="143" y="0"/>
                      </a:lnTo>
                      <a:lnTo>
                        <a:pt x="121" y="3"/>
                      </a:lnTo>
                      <a:lnTo>
                        <a:pt x="98" y="6"/>
                      </a:lnTo>
                      <a:lnTo>
                        <a:pt x="74" y="13"/>
                      </a:lnTo>
                      <a:lnTo>
                        <a:pt x="50" y="22"/>
                      </a:lnTo>
                      <a:lnTo>
                        <a:pt x="25" y="35"/>
                      </a:lnTo>
                      <a:lnTo>
                        <a:pt x="0" y="51"/>
                      </a:lnTo>
                      <a:lnTo>
                        <a:pt x="0" y="1064"/>
                      </a:lnTo>
                      <a:lnTo>
                        <a:pt x="1" y="1064"/>
                      </a:lnTo>
                      <a:lnTo>
                        <a:pt x="7" y="1064"/>
                      </a:lnTo>
                      <a:lnTo>
                        <a:pt x="15" y="1063"/>
                      </a:lnTo>
                      <a:lnTo>
                        <a:pt x="25" y="1062"/>
                      </a:lnTo>
                      <a:lnTo>
                        <a:pt x="37" y="1060"/>
                      </a:lnTo>
                      <a:lnTo>
                        <a:pt x="52" y="1057"/>
                      </a:lnTo>
                      <a:lnTo>
                        <a:pt x="69" y="1054"/>
                      </a:lnTo>
                      <a:lnTo>
                        <a:pt x="88" y="1049"/>
                      </a:lnTo>
                      <a:lnTo>
                        <a:pt x="108" y="1044"/>
                      </a:lnTo>
                      <a:lnTo>
                        <a:pt x="129" y="1037"/>
                      </a:lnTo>
                      <a:lnTo>
                        <a:pt x="152" y="1029"/>
                      </a:lnTo>
                      <a:lnTo>
                        <a:pt x="175" y="1018"/>
                      </a:lnTo>
                      <a:lnTo>
                        <a:pt x="198" y="1007"/>
                      </a:lnTo>
                      <a:lnTo>
                        <a:pt x="222" y="994"/>
                      </a:lnTo>
                      <a:lnTo>
                        <a:pt x="244" y="979"/>
                      </a:lnTo>
                      <a:lnTo>
                        <a:pt x="267" y="962"/>
                      </a:lnTo>
                      <a:lnTo>
                        <a:pt x="267" y="26"/>
                      </a:lnTo>
                      <a:close/>
                    </a:path>
                  </a:pathLst>
                </a:custGeom>
                <a:solidFill>
                  <a:schemeClr val="bg2">
                    <a:alpha val="100000"/>
                  </a:schemeClr>
                </a:solidFill>
                <a:ln w="9525">
                  <a:noFill/>
                </a:ln>
              </p:spPr>
              <p:txBody>
                <a:bodyPr/>
                <a:p>
                  <a:endParaRPr lang="zh-CN" altLang="en-US"/>
                </a:p>
              </p:txBody>
            </p:sp>
            <p:sp>
              <p:nvSpPr>
                <p:cNvPr id="145869" name="Freeform 763"/>
                <p:cNvSpPr/>
                <p:nvPr/>
              </p:nvSpPr>
              <p:spPr>
                <a:xfrm>
                  <a:off x="4800" y="1567"/>
                  <a:ext cx="33" cy="12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28" h="898">
                      <a:moveTo>
                        <a:pt x="228" y="21"/>
                      </a:moveTo>
                      <a:lnTo>
                        <a:pt x="227" y="20"/>
                      </a:lnTo>
                      <a:lnTo>
                        <a:pt x="224" y="19"/>
                      </a:lnTo>
                      <a:lnTo>
                        <a:pt x="217" y="17"/>
                      </a:lnTo>
                      <a:lnTo>
                        <a:pt x="209" y="13"/>
                      </a:lnTo>
                      <a:lnTo>
                        <a:pt x="199" y="10"/>
                      </a:lnTo>
                      <a:lnTo>
                        <a:pt x="186" y="6"/>
                      </a:lnTo>
                      <a:lnTo>
                        <a:pt x="172" y="4"/>
                      </a:lnTo>
                      <a:lnTo>
                        <a:pt x="157" y="2"/>
                      </a:lnTo>
                      <a:lnTo>
                        <a:pt x="140" y="0"/>
                      </a:lnTo>
                      <a:lnTo>
                        <a:pt x="122" y="0"/>
                      </a:lnTo>
                      <a:lnTo>
                        <a:pt x="104" y="2"/>
                      </a:lnTo>
                      <a:lnTo>
                        <a:pt x="83" y="5"/>
                      </a:lnTo>
                      <a:lnTo>
                        <a:pt x="64" y="11"/>
                      </a:lnTo>
                      <a:lnTo>
                        <a:pt x="42" y="19"/>
                      </a:lnTo>
                      <a:lnTo>
                        <a:pt x="21" y="29"/>
                      </a:lnTo>
                      <a:lnTo>
                        <a:pt x="0" y="43"/>
                      </a:lnTo>
                      <a:lnTo>
                        <a:pt x="0" y="898"/>
                      </a:lnTo>
                      <a:lnTo>
                        <a:pt x="1" y="898"/>
                      </a:lnTo>
                      <a:lnTo>
                        <a:pt x="5" y="898"/>
                      </a:lnTo>
                      <a:lnTo>
                        <a:pt x="12" y="897"/>
                      </a:lnTo>
                      <a:lnTo>
                        <a:pt x="21" y="896"/>
                      </a:lnTo>
                      <a:lnTo>
                        <a:pt x="32" y="894"/>
                      </a:lnTo>
                      <a:lnTo>
                        <a:pt x="45" y="892"/>
                      </a:lnTo>
                      <a:lnTo>
                        <a:pt x="59" y="889"/>
                      </a:lnTo>
                      <a:lnTo>
                        <a:pt x="75" y="884"/>
                      </a:lnTo>
                      <a:lnTo>
                        <a:pt x="92" y="879"/>
                      </a:lnTo>
                      <a:lnTo>
                        <a:pt x="111" y="874"/>
                      </a:lnTo>
                      <a:lnTo>
                        <a:pt x="130" y="867"/>
                      </a:lnTo>
                      <a:lnTo>
                        <a:pt x="149" y="858"/>
                      </a:lnTo>
                      <a:lnTo>
                        <a:pt x="169" y="848"/>
                      </a:lnTo>
                      <a:lnTo>
                        <a:pt x="190" y="837"/>
                      </a:lnTo>
                      <a:lnTo>
                        <a:pt x="209" y="824"/>
                      </a:lnTo>
                      <a:lnTo>
                        <a:pt x="228" y="809"/>
                      </a:lnTo>
                      <a:lnTo>
                        <a:pt x="228" y="21"/>
                      </a:lnTo>
                      <a:close/>
                    </a:path>
                  </a:pathLst>
                </a:custGeom>
                <a:solidFill>
                  <a:schemeClr val="bg2">
                    <a:alpha val="100000"/>
                  </a:schemeClr>
                </a:solidFill>
                <a:ln w="9525">
                  <a:noFill/>
                </a:ln>
              </p:spPr>
              <p:txBody>
                <a:bodyPr/>
                <a:p>
                  <a:endParaRPr lang="zh-CN" altLang="en-US"/>
                </a:p>
              </p:txBody>
            </p:sp>
            <p:sp>
              <p:nvSpPr>
                <p:cNvPr id="145870" name="Freeform 764"/>
                <p:cNvSpPr/>
                <p:nvPr/>
              </p:nvSpPr>
              <p:spPr>
                <a:xfrm>
                  <a:off x="4801" y="1568"/>
                  <a:ext cx="27" cy="104"/>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92" h="729">
                      <a:moveTo>
                        <a:pt x="192" y="17"/>
                      </a:moveTo>
                      <a:lnTo>
                        <a:pt x="191" y="17"/>
                      </a:lnTo>
                      <a:lnTo>
                        <a:pt x="187" y="15"/>
                      </a:lnTo>
                      <a:lnTo>
                        <a:pt x="183" y="12"/>
                      </a:lnTo>
                      <a:lnTo>
                        <a:pt x="176" y="10"/>
                      </a:lnTo>
                      <a:lnTo>
                        <a:pt x="167" y="8"/>
                      </a:lnTo>
                      <a:lnTo>
                        <a:pt x="156" y="4"/>
                      </a:lnTo>
                      <a:lnTo>
                        <a:pt x="145" y="2"/>
                      </a:lnTo>
                      <a:lnTo>
                        <a:pt x="132" y="0"/>
                      </a:lnTo>
                      <a:lnTo>
                        <a:pt x="117" y="0"/>
                      </a:lnTo>
                      <a:lnTo>
                        <a:pt x="102" y="0"/>
                      </a:lnTo>
                      <a:lnTo>
                        <a:pt x="86" y="1"/>
                      </a:lnTo>
                      <a:lnTo>
                        <a:pt x="70" y="3"/>
                      </a:lnTo>
                      <a:lnTo>
                        <a:pt x="53" y="8"/>
                      </a:lnTo>
                      <a:lnTo>
                        <a:pt x="35" y="15"/>
                      </a:lnTo>
                      <a:lnTo>
                        <a:pt x="18" y="24"/>
                      </a:lnTo>
                      <a:lnTo>
                        <a:pt x="0" y="35"/>
                      </a:lnTo>
                      <a:lnTo>
                        <a:pt x="0" y="729"/>
                      </a:lnTo>
                      <a:lnTo>
                        <a:pt x="1" y="729"/>
                      </a:lnTo>
                      <a:lnTo>
                        <a:pt x="4" y="729"/>
                      </a:lnTo>
                      <a:lnTo>
                        <a:pt x="10" y="728"/>
                      </a:lnTo>
                      <a:lnTo>
                        <a:pt x="18" y="727"/>
                      </a:lnTo>
                      <a:lnTo>
                        <a:pt x="27" y="726"/>
                      </a:lnTo>
                      <a:lnTo>
                        <a:pt x="37" y="725"/>
                      </a:lnTo>
                      <a:lnTo>
                        <a:pt x="50" y="721"/>
                      </a:lnTo>
                      <a:lnTo>
                        <a:pt x="64" y="719"/>
                      </a:lnTo>
                      <a:lnTo>
                        <a:pt x="77" y="714"/>
                      </a:lnTo>
                      <a:lnTo>
                        <a:pt x="92" y="710"/>
                      </a:lnTo>
                      <a:lnTo>
                        <a:pt x="108" y="704"/>
                      </a:lnTo>
                      <a:lnTo>
                        <a:pt x="125" y="697"/>
                      </a:lnTo>
                      <a:lnTo>
                        <a:pt x="141" y="689"/>
                      </a:lnTo>
                      <a:lnTo>
                        <a:pt x="159" y="680"/>
                      </a:lnTo>
                      <a:lnTo>
                        <a:pt x="176" y="668"/>
                      </a:lnTo>
                      <a:lnTo>
                        <a:pt x="192" y="657"/>
                      </a:lnTo>
                      <a:lnTo>
                        <a:pt x="192" y="17"/>
                      </a:lnTo>
                      <a:close/>
                    </a:path>
                  </a:pathLst>
                </a:custGeom>
                <a:solidFill>
                  <a:srgbClr val="DDDDDD">
                    <a:alpha val="100000"/>
                  </a:srgbClr>
                </a:solidFill>
                <a:ln w="9525">
                  <a:noFill/>
                </a:ln>
              </p:spPr>
              <p:txBody>
                <a:bodyPr/>
                <a:p>
                  <a:endParaRPr lang="zh-CN" altLang="en-US"/>
                </a:p>
              </p:txBody>
            </p:sp>
            <p:sp>
              <p:nvSpPr>
                <p:cNvPr id="145871" name="Freeform 765"/>
                <p:cNvSpPr/>
                <p:nvPr/>
              </p:nvSpPr>
              <p:spPr>
                <a:xfrm>
                  <a:off x="4802" y="1569"/>
                  <a:ext cx="22" cy="8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56" h="564">
                      <a:moveTo>
                        <a:pt x="156" y="15"/>
                      </a:moveTo>
                      <a:lnTo>
                        <a:pt x="153" y="14"/>
                      </a:lnTo>
                      <a:lnTo>
                        <a:pt x="142" y="9"/>
                      </a:lnTo>
                      <a:lnTo>
                        <a:pt x="127" y="4"/>
                      </a:lnTo>
                      <a:lnTo>
                        <a:pt x="108" y="1"/>
                      </a:lnTo>
                      <a:lnTo>
                        <a:pt x="84" y="0"/>
                      </a:lnTo>
                      <a:lnTo>
                        <a:pt x="58" y="3"/>
                      </a:lnTo>
                      <a:lnTo>
                        <a:pt x="29" y="12"/>
                      </a:lnTo>
                      <a:lnTo>
                        <a:pt x="0" y="28"/>
                      </a:lnTo>
                      <a:lnTo>
                        <a:pt x="0" y="564"/>
                      </a:lnTo>
                      <a:lnTo>
                        <a:pt x="4" y="564"/>
                      </a:lnTo>
                      <a:lnTo>
                        <a:pt x="15" y="563"/>
                      </a:lnTo>
                      <a:lnTo>
                        <a:pt x="31" y="560"/>
                      </a:lnTo>
                      <a:lnTo>
                        <a:pt x="52" y="555"/>
                      </a:lnTo>
                      <a:lnTo>
                        <a:pt x="76" y="548"/>
                      </a:lnTo>
                      <a:lnTo>
                        <a:pt x="102" y="537"/>
                      </a:lnTo>
                      <a:lnTo>
                        <a:pt x="128" y="524"/>
                      </a:lnTo>
                      <a:lnTo>
                        <a:pt x="156" y="505"/>
                      </a:lnTo>
                      <a:lnTo>
                        <a:pt x="156" y="15"/>
                      </a:lnTo>
                      <a:close/>
                    </a:path>
                  </a:pathLst>
                </a:custGeom>
                <a:solidFill>
                  <a:schemeClr val="bg2">
                    <a:alpha val="100000"/>
                  </a:schemeClr>
                </a:solidFill>
                <a:ln w="9525">
                  <a:noFill/>
                </a:ln>
              </p:spPr>
              <p:txBody>
                <a:bodyPr/>
                <a:p>
                  <a:endParaRPr lang="zh-CN" altLang="en-US"/>
                </a:p>
              </p:txBody>
            </p:sp>
            <p:sp>
              <p:nvSpPr>
                <p:cNvPr id="145872" name="Freeform 766"/>
                <p:cNvSpPr/>
                <p:nvPr/>
              </p:nvSpPr>
              <p:spPr>
                <a:xfrm>
                  <a:off x="4803" y="1571"/>
                  <a:ext cx="17" cy="5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7" h="396">
                      <a:moveTo>
                        <a:pt x="117" y="10"/>
                      </a:moveTo>
                      <a:lnTo>
                        <a:pt x="115" y="9"/>
                      </a:lnTo>
                      <a:lnTo>
                        <a:pt x="107" y="6"/>
                      </a:lnTo>
                      <a:lnTo>
                        <a:pt x="95" y="2"/>
                      </a:lnTo>
                      <a:lnTo>
                        <a:pt x="80" y="0"/>
                      </a:lnTo>
                      <a:lnTo>
                        <a:pt x="63" y="0"/>
                      </a:lnTo>
                      <a:lnTo>
                        <a:pt x="43" y="2"/>
                      </a:lnTo>
                      <a:lnTo>
                        <a:pt x="22" y="9"/>
                      </a:lnTo>
                      <a:lnTo>
                        <a:pt x="0" y="22"/>
                      </a:lnTo>
                      <a:lnTo>
                        <a:pt x="0" y="396"/>
                      </a:lnTo>
                      <a:lnTo>
                        <a:pt x="3" y="396"/>
                      </a:lnTo>
                      <a:lnTo>
                        <a:pt x="11" y="395"/>
                      </a:lnTo>
                      <a:lnTo>
                        <a:pt x="23" y="393"/>
                      </a:lnTo>
                      <a:lnTo>
                        <a:pt x="39" y="389"/>
                      </a:lnTo>
                      <a:lnTo>
                        <a:pt x="58" y="385"/>
                      </a:lnTo>
                      <a:lnTo>
                        <a:pt x="77" y="377"/>
                      </a:lnTo>
                      <a:lnTo>
                        <a:pt x="96" y="365"/>
                      </a:lnTo>
                      <a:lnTo>
                        <a:pt x="117" y="351"/>
                      </a:lnTo>
                      <a:lnTo>
                        <a:pt x="117" y="10"/>
                      </a:lnTo>
                      <a:close/>
                    </a:path>
                  </a:pathLst>
                </a:custGeom>
                <a:solidFill>
                  <a:schemeClr val="bg2">
                    <a:alpha val="100000"/>
                  </a:schemeClr>
                </a:solidFill>
                <a:ln w="9525">
                  <a:noFill/>
                </a:ln>
              </p:spPr>
              <p:txBody>
                <a:bodyPr/>
                <a:p>
                  <a:endParaRPr lang="zh-CN" altLang="en-US"/>
                </a:p>
              </p:txBody>
            </p:sp>
            <p:sp>
              <p:nvSpPr>
                <p:cNvPr id="145873" name="Freeform 767"/>
                <p:cNvSpPr/>
                <p:nvPr/>
              </p:nvSpPr>
              <p:spPr>
                <a:xfrm>
                  <a:off x="4804" y="1572"/>
                  <a:ext cx="11" cy="33"/>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80" h="230">
                      <a:moveTo>
                        <a:pt x="80" y="7"/>
                      </a:moveTo>
                      <a:lnTo>
                        <a:pt x="78" y="6"/>
                      </a:lnTo>
                      <a:lnTo>
                        <a:pt x="73" y="5"/>
                      </a:lnTo>
                      <a:lnTo>
                        <a:pt x="65" y="2"/>
                      </a:lnTo>
                      <a:lnTo>
                        <a:pt x="55" y="0"/>
                      </a:lnTo>
                      <a:lnTo>
                        <a:pt x="44" y="0"/>
                      </a:lnTo>
                      <a:lnTo>
                        <a:pt x="30" y="1"/>
                      </a:lnTo>
                      <a:lnTo>
                        <a:pt x="15" y="7"/>
                      </a:lnTo>
                      <a:lnTo>
                        <a:pt x="0" y="15"/>
                      </a:lnTo>
                      <a:lnTo>
                        <a:pt x="0" y="230"/>
                      </a:lnTo>
                      <a:lnTo>
                        <a:pt x="3" y="230"/>
                      </a:lnTo>
                      <a:lnTo>
                        <a:pt x="7" y="229"/>
                      </a:lnTo>
                      <a:lnTo>
                        <a:pt x="16" y="228"/>
                      </a:lnTo>
                      <a:lnTo>
                        <a:pt x="27" y="225"/>
                      </a:lnTo>
                      <a:lnTo>
                        <a:pt x="39" y="222"/>
                      </a:lnTo>
                      <a:lnTo>
                        <a:pt x="53" y="216"/>
                      </a:lnTo>
                      <a:lnTo>
                        <a:pt x="67" y="208"/>
                      </a:lnTo>
                      <a:lnTo>
                        <a:pt x="80" y="199"/>
                      </a:lnTo>
                      <a:lnTo>
                        <a:pt x="80" y="7"/>
                      </a:lnTo>
                      <a:close/>
                    </a:path>
                  </a:pathLst>
                </a:custGeom>
                <a:solidFill>
                  <a:schemeClr val="bg2">
                    <a:alpha val="100000"/>
                  </a:schemeClr>
                </a:solidFill>
                <a:ln w="9525">
                  <a:noFill/>
                </a:ln>
              </p:spPr>
              <p:txBody>
                <a:bodyPr/>
                <a:p>
                  <a:endParaRPr lang="zh-CN" altLang="en-US"/>
                </a:p>
              </p:txBody>
            </p:sp>
            <p:sp>
              <p:nvSpPr>
                <p:cNvPr id="145874" name="Freeform 768"/>
                <p:cNvSpPr/>
                <p:nvPr/>
              </p:nvSpPr>
              <p:spPr>
                <a:xfrm>
                  <a:off x="4942" y="1666"/>
                  <a:ext cx="16" cy="17"/>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7" h="117">
                      <a:moveTo>
                        <a:pt x="58" y="117"/>
                      </a:moveTo>
                      <a:lnTo>
                        <a:pt x="70" y="116"/>
                      </a:lnTo>
                      <a:lnTo>
                        <a:pt x="81" y="112"/>
                      </a:lnTo>
                      <a:lnTo>
                        <a:pt x="90" y="106"/>
                      </a:lnTo>
                      <a:lnTo>
                        <a:pt x="100" y="100"/>
                      </a:lnTo>
                      <a:lnTo>
                        <a:pt x="106" y="90"/>
                      </a:lnTo>
                      <a:lnTo>
                        <a:pt x="112" y="81"/>
                      </a:lnTo>
                      <a:lnTo>
                        <a:pt x="116" y="70"/>
                      </a:lnTo>
                      <a:lnTo>
                        <a:pt x="117" y="58"/>
                      </a:lnTo>
                      <a:lnTo>
                        <a:pt x="116" y="46"/>
                      </a:lnTo>
                      <a:lnTo>
                        <a:pt x="112" y="35"/>
                      </a:lnTo>
                      <a:lnTo>
                        <a:pt x="106" y="25"/>
                      </a:lnTo>
                      <a:lnTo>
                        <a:pt x="100" y="17"/>
                      </a:lnTo>
                      <a:lnTo>
                        <a:pt x="90" y="9"/>
                      </a:lnTo>
                      <a:lnTo>
                        <a:pt x="81" y="4"/>
                      </a:lnTo>
                      <a:lnTo>
                        <a:pt x="70" y="1"/>
                      </a:lnTo>
                      <a:lnTo>
                        <a:pt x="58" y="0"/>
                      </a:lnTo>
                      <a:lnTo>
                        <a:pt x="47" y="1"/>
                      </a:lnTo>
                      <a:lnTo>
                        <a:pt x="36" y="4"/>
                      </a:lnTo>
                      <a:lnTo>
                        <a:pt x="26" y="9"/>
                      </a:lnTo>
                      <a:lnTo>
                        <a:pt x="17" y="17"/>
                      </a:lnTo>
                      <a:lnTo>
                        <a:pt x="10" y="25"/>
                      </a:lnTo>
                      <a:lnTo>
                        <a:pt x="5" y="35"/>
                      </a:lnTo>
                      <a:lnTo>
                        <a:pt x="1" y="46"/>
                      </a:lnTo>
                      <a:lnTo>
                        <a:pt x="0" y="58"/>
                      </a:lnTo>
                      <a:lnTo>
                        <a:pt x="1" y="70"/>
                      </a:lnTo>
                      <a:lnTo>
                        <a:pt x="5" y="81"/>
                      </a:lnTo>
                      <a:lnTo>
                        <a:pt x="10" y="90"/>
                      </a:lnTo>
                      <a:lnTo>
                        <a:pt x="17" y="100"/>
                      </a:lnTo>
                      <a:lnTo>
                        <a:pt x="26" y="106"/>
                      </a:lnTo>
                      <a:lnTo>
                        <a:pt x="36" y="112"/>
                      </a:lnTo>
                      <a:lnTo>
                        <a:pt x="47" y="116"/>
                      </a:lnTo>
                      <a:lnTo>
                        <a:pt x="58" y="117"/>
                      </a:lnTo>
                      <a:close/>
                    </a:path>
                  </a:pathLst>
                </a:custGeom>
                <a:solidFill>
                  <a:schemeClr val="bg2">
                    <a:alpha val="100000"/>
                  </a:schemeClr>
                </a:solidFill>
                <a:ln w="9525">
                  <a:noFill/>
                </a:ln>
              </p:spPr>
              <p:txBody>
                <a:bodyPr/>
                <a:p>
                  <a:endParaRPr lang="zh-CN" altLang="en-US"/>
                </a:p>
              </p:txBody>
            </p:sp>
            <p:sp>
              <p:nvSpPr>
                <p:cNvPr id="145875" name="Freeform 769"/>
                <p:cNvSpPr/>
                <p:nvPr/>
              </p:nvSpPr>
              <p:spPr>
                <a:xfrm>
                  <a:off x="4890" y="1666"/>
                  <a:ext cx="9" cy="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8" h="59">
                      <a:moveTo>
                        <a:pt x="29" y="59"/>
                      </a:moveTo>
                      <a:lnTo>
                        <a:pt x="40" y="56"/>
                      </a:lnTo>
                      <a:lnTo>
                        <a:pt x="50" y="49"/>
                      </a:lnTo>
                      <a:lnTo>
                        <a:pt x="56" y="40"/>
                      </a:lnTo>
                      <a:lnTo>
                        <a:pt x="58" y="29"/>
                      </a:lnTo>
                      <a:lnTo>
                        <a:pt x="56" y="17"/>
                      </a:lnTo>
                      <a:lnTo>
                        <a:pt x="50" y="8"/>
                      </a:lnTo>
                      <a:lnTo>
                        <a:pt x="40" y="2"/>
                      </a:lnTo>
                      <a:lnTo>
                        <a:pt x="29" y="0"/>
                      </a:lnTo>
                      <a:lnTo>
                        <a:pt x="17" y="2"/>
                      </a:lnTo>
                      <a:lnTo>
                        <a:pt x="8" y="8"/>
                      </a:lnTo>
                      <a:lnTo>
                        <a:pt x="2" y="17"/>
                      </a:lnTo>
                      <a:lnTo>
                        <a:pt x="0" y="29"/>
                      </a:lnTo>
                      <a:lnTo>
                        <a:pt x="2" y="40"/>
                      </a:lnTo>
                      <a:lnTo>
                        <a:pt x="8" y="49"/>
                      </a:lnTo>
                      <a:lnTo>
                        <a:pt x="17" y="56"/>
                      </a:lnTo>
                      <a:lnTo>
                        <a:pt x="29" y="59"/>
                      </a:lnTo>
                      <a:close/>
                    </a:path>
                  </a:pathLst>
                </a:custGeom>
                <a:solidFill>
                  <a:srgbClr val="FFFFFF">
                    <a:alpha val="100000"/>
                  </a:srgbClr>
                </a:solidFill>
                <a:ln w="9525">
                  <a:noFill/>
                </a:ln>
              </p:spPr>
              <p:txBody>
                <a:bodyPr/>
                <a:p>
                  <a:endParaRPr lang="zh-CN" altLang="en-US"/>
                </a:p>
              </p:txBody>
            </p:sp>
            <p:sp>
              <p:nvSpPr>
                <p:cNvPr id="145876" name="Freeform 770"/>
                <p:cNvSpPr/>
                <p:nvPr/>
              </p:nvSpPr>
              <p:spPr>
                <a:xfrm>
                  <a:off x="4905" y="1667"/>
                  <a:ext cx="8" cy="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8" h="59">
                      <a:moveTo>
                        <a:pt x="29" y="59"/>
                      </a:moveTo>
                      <a:lnTo>
                        <a:pt x="41" y="57"/>
                      </a:lnTo>
                      <a:lnTo>
                        <a:pt x="50" y="51"/>
                      </a:lnTo>
                      <a:lnTo>
                        <a:pt x="56" y="42"/>
                      </a:lnTo>
                      <a:lnTo>
                        <a:pt x="58" y="30"/>
                      </a:lnTo>
                      <a:lnTo>
                        <a:pt x="56" y="19"/>
                      </a:lnTo>
                      <a:lnTo>
                        <a:pt x="50" y="9"/>
                      </a:lnTo>
                      <a:lnTo>
                        <a:pt x="41" y="3"/>
                      </a:lnTo>
                      <a:lnTo>
                        <a:pt x="29" y="0"/>
                      </a:lnTo>
                      <a:lnTo>
                        <a:pt x="18" y="3"/>
                      </a:lnTo>
                      <a:lnTo>
                        <a:pt x="9" y="9"/>
                      </a:lnTo>
                      <a:lnTo>
                        <a:pt x="2" y="19"/>
                      </a:lnTo>
                      <a:lnTo>
                        <a:pt x="0" y="30"/>
                      </a:lnTo>
                      <a:lnTo>
                        <a:pt x="2" y="42"/>
                      </a:lnTo>
                      <a:lnTo>
                        <a:pt x="9" y="51"/>
                      </a:lnTo>
                      <a:lnTo>
                        <a:pt x="18" y="57"/>
                      </a:lnTo>
                      <a:lnTo>
                        <a:pt x="29" y="59"/>
                      </a:lnTo>
                      <a:close/>
                    </a:path>
                  </a:pathLst>
                </a:custGeom>
                <a:solidFill>
                  <a:srgbClr val="FFFFFF">
                    <a:alpha val="100000"/>
                  </a:srgbClr>
                </a:solidFill>
                <a:ln w="9525">
                  <a:noFill/>
                </a:ln>
              </p:spPr>
              <p:txBody>
                <a:bodyPr/>
                <a:p>
                  <a:endParaRPr lang="zh-CN" altLang="en-US"/>
                </a:p>
              </p:txBody>
            </p:sp>
            <p:sp>
              <p:nvSpPr>
                <p:cNvPr id="145877" name="Freeform 771"/>
                <p:cNvSpPr/>
                <p:nvPr/>
              </p:nvSpPr>
              <p:spPr>
                <a:xfrm>
                  <a:off x="4849" y="1552"/>
                  <a:ext cx="23" cy="114"/>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66" h="800">
                      <a:moveTo>
                        <a:pt x="52" y="16"/>
                      </a:moveTo>
                      <a:lnTo>
                        <a:pt x="47" y="32"/>
                      </a:lnTo>
                      <a:lnTo>
                        <a:pt x="36" y="77"/>
                      </a:lnTo>
                      <a:lnTo>
                        <a:pt x="21" y="148"/>
                      </a:lnTo>
                      <a:lnTo>
                        <a:pt x="8" y="244"/>
                      </a:lnTo>
                      <a:lnTo>
                        <a:pt x="0" y="359"/>
                      </a:lnTo>
                      <a:lnTo>
                        <a:pt x="2" y="492"/>
                      </a:lnTo>
                      <a:lnTo>
                        <a:pt x="15" y="640"/>
                      </a:lnTo>
                      <a:lnTo>
                        <a:pt x="46" y="800"/>
                      </a:lnTo>
                      <a:lnTo>
                        <a:pt x="161" y="794"/>
                      </a:lnTo>
                      <a:lnTo>
                        <a:pt x="156" y="770"/>
                      </a:lnTo>
                      <a:lnTo>
                        <a:pt x="145" y="706"/>
                      </a:lnTo>
                      <a:lnTo>
                        <a:pt x="131" y="610"/>
                      </a:lnTo>
                      <a:lnTo>
                        <a:pt x="118" y="493"/>
                      </a:lnTo>
                      <a:lnTo>
                        <a:pt x="111" y="364"/>
                      </a:lnTo>
                      <a:lnTo>
                        <a:pt x="115" y="235"/>
                      </a:lnTo>
                      <a:lnTo>
                        <a:pt x="132" y="113"/>
                      </a:lnTo>
                      <a:lnTo>
                        <a:pt x="166" y="9"/>
                      </a:lnTo>
                      <a:lnTo>
                        <a:pt x="166" y="8"/>
                      </a:lnTo>
                      <a:lnTo>
                        <a:pt x="166" y="6"/>
                      </a:lnTo>
                      <a:lnTo>
                        <a:pt x="164" y="4"/>
                      </a:lnTo>
                      <a:lnTo>
                        <a:pt x="157" y="0"/>
                      </a:lnTo>
                      <a:lnTo>
                        <a:pt x="143" y="0"/>
                      </a:lnTo>
                      <a:lnTo>
                        <a:pt x="123" y="1"/>
                      </a:lnTo>
                      <a:lnTo>
                        <a:pt x="93" y="7"/>
                      </a:lnTo>
                      <a:lnTo>
                        <a:pt x="52" y="16"/>
                      </a:lnTo>
                      <a:close/>
                    </a:path>
                  </a:pathLst>
                </a:custGeom>
                <a:solidFill>
                  <a:schemeClr val="bg2">
                    <a:alpha val="100000"/>
                  </a:schemeClr>
                </a:solidFill>
                <a:ln w="9525">
                  <a:noFill/>
                </a:ln>
              </p:spPr>
              <p:txBody>
                <a:bodyPr/>
                <a:p>
                  <a:endParaRPr lang="zh-CN" altLang="en-US"/>
                </a:p>
              </p:txBody>
            </p:sp>
            <p:sp>
              <p:nvSpPr>
                <p:cNvPr id="145878" name="Freeform 772"/>
                <p:cNvSpPr/>
                <p:nvPr/>
              </p:nvSpPr>
              <p:spPr>
                <a:xfrm>
                  <a:off x="4971" y="1538"/>
                  <a:ext cx="32" cy="12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25" h="893">
                      <a:moveTo>
                        <a:pt x="225" y="6"/>
                      </a:moveTo>
                      <a:lnTo>
                        <a:pt x="219" y="12"/>
                      </a:lnTo>
                      <a:lnTo>
                        <a:pt x="204" y="35"/>
                      </a:lnTo>
                      <a:lnTo>
                        <a:pt x="185" y="82"/>
                      </a:lnTo>
                      <a:lnTo>
                        <a:pt x="165" y="158"/>
                      </a:lnTo>
                      <a:lnTo>
                        <a:pt x="149" y="270"/>
                      </a:lnTo>
                      <a:lnTo>
                        <a:pt x="141" y="427"/>
                      </a:lnTo>
                      <a:lnTo>
                        <a:pt x="146" y="631"/>
                      </a:lnTo>
                      <a:lnTo>
                        <a:pt x="168" y="893"/>
                      </a:lnTo>
                      <a:lnTo>
                        <a:pt x="41" y="893"/>
                      </a:lnTo>
                      <a:lnTo>
                        <a:pt x="36" y="867"/>
                      </a:lnTo>
                      <a:lnTo>
                        <a:pt x="26" y="794"/>
                      </a:lnTo>
                      <a:lnTo>
                        <a:pt x="13" y="686"/>
                      </a:lnTo>
                      <a:lnTo>
                        <a:pt x="3" y="554"/>
                      </a:lnTo>
                      <a:lnTo>
                        <a:pt x="0" y="408"/>
                      </a:lnTo>
                      <a:lnTo>
                        <a:pt x="6" y="260"/>
                      </a:lnTo>
                      <a:lnTo>
                        <a:pt x="30" y="121"/>
                      </a:lnTo>
                      <a:lnTo>
                        <a:pt x="73" y="0"/>
                      </a:lnTo>
                      <a:lnTo>
                        <a:pt x="225" y="6"/>
                      </a:lnTo>
                      <a:close/>
                    </a:path>
                  </a:pathLst>
                </a:custGeom>
                <a:solidFill>
                  <a:schemeClr val="bg2">
                    <a:alpha val="100000"/>
                  </a:schemeClr>
                </a:solidFill>
                <a:ln w="9525">
                  <a:noFill/>
                </a:ln>
              </p:spPr>
              <p:txBody>
                <a:bodyPr/>
                <a:p>
                  <a:endParaRPr lang="zh-CN" altLang="en-US"/>
                </a:p>
              </p:txBody>
            </p:sp>
            <p:sp>
              <p:nvSpPr>
                <p:cNvPr id="145879" name="Freeform 773"/>
                <p:cNvSpPr/>
                <p:nvPr/>
              </p:nvSpPr>
              <p:spPr>
                <a:xfrm>
                  <a:off x="4849" y="1559"/>
                  <a:ext cx="21" cy="10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45" h="699">
                      <a:moveTo>
                        <a:pt x="46" y="14"/>
                      </a:moveTo>
                      <a:lnTo>
                        <a:pt x="41" y="28"/>
                      </a:lnTo>
                      <a:lnTo>
                        <a:pt x="32" y="67"/>
                      </a:lnTo>
                      <a:lnTo>
                        <a:pt x="20" y="130"/>
                      </a:lnTo>
                      <a:lnTo>
                        <a:pt x="7" y="213"/>
                      </a:lnTo>
                      <a:lnTo>
                        <a:pt x="0" y="314"/>
                      </a:lnTo>
                      <a:lnTo>
                        <a:pt x="1" y="430"/>
                      </a:lnTo>
                      <a:lnTo>
                        <a:pt x="13" y="559"/>
                      </a:lnTo>
                      <a:lnTo>
                        <a:pt x="40" y="699"/>
                      </a:lnTo>
                      <a:lnTo>
                        <a:pt x="140" y="693"/>
                      </a:lnTo>
                      <a:lnTo>
                        <a:pt x="135" y="672"/>
                      </a:lnTo>
                      <a:lnTo>
                        <a:pt x="126" y="616"/>
                      </a:lnTo>
                      <a:lnTo>
                        <a:pt x="113" y="532"/>
                      </a:lnTo>
                      <a:lnTo>
                        <a:pt x="103" y="430"/>
                      </a:lnTo>
                      <a:lnTo>
                        <a:pt x="97" y="317"/>
                      </a:lnTo>
                      <a:lnTo>
                        <a:pt x="100" y="205"/>
                      </a:lnTo>
                      <a:lnTo>
                        <a:pt x="115" y="98"/>
                      </a:lnTo>
                      <a:lnTo>
                        <a:pt x="145" y="8"/>
                      </a:lnTo>
                      <a:lnTo>
                        <a:pt x="145" y="7"/>
                      </a:lnTo>
                      <a:lnTo>
                        <a:pt x="145" y="5"/>
                      </a:lnTo>
                      <a:lnTo>
                        <a:pt x="143" y="3"/>
                      </a:lnTo>
                      <a:lnTo>
                        <a:pt x="137" y="0"/>
                      </a:lnTo>
                      <a:lnTo>
                        <a:pt x="126" y="0"/>
                      </a:lnTo>
                      <a:lnTo>
                        <a:pt x="108" y="1"/>
                      </a:lnTo>
                      <a:lnTo>
                        <a:pt x="81" y="6"/>
                      </a:lnTo>
                      <a:lnTo>
                        <a:pt x="46" y="14"/>
                      </a:lnTo>
                      <a:close/>
                    </a:path>
                  </a:pathLst>
                </a:custGeom>
                <a:solidFill>
                  <a:schemeClr val="bg2">
                    <a:alpha val="100000"/>
                  </a:schemeClr>
                </a:solidFill>
                <a:ln w="9525">
                  <a:noFill/>
                </a:ln>
              </p:spPr>
              <p:txBody>
                <a:bodyPr/>
                <a:p>
                  <a:endParaRPr lang="zh-CN" altLang="en-US"/>
                </a:p>
              </p:txBody>
            </p:sp>
            <p:sp>
              <p:nvSpPr>
                <p:cNvPr id="145880" name="Freeform 774"/>
                <p:cNvSpPr/>
                <p:nvPr/>
              </p:nvSpPr>
              <p:spPr>
                <a:xfrm>
                  <a:off x="4850" y="1566"/>
                  <a:ext cx="18" cy="85"/>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23" h="597">
                      <a:moveTo>
                        <a:pt x="39" y="12"/>
                      </a:moveTo>
                      <a:lnTo>
                        <a:pt x="35" y="23"/>
                      </a:lnTo>
                      <a:lnTo>
                        <a:pt x="26" y="57"/>
                      </a:lnTo>
                      <a:lnTo>
                        <a:pt x="16" y="111"/>
                      </a:lnTo>
                      <a:lnTo>
                        <a:pt x="6" y="181"/>
                      </a:lnTo>
                      <a:lnTo>
                        <a:pt x="0" y="267"/>
                      </a:lnTo>
                      <a:lnTo>
                        <a:pt x="1" y="367"/>
                      </a:lnTo>
                      <a:lnTo>
                        <a:pt x="11" y="477"/>
                      </a:lnTo>
                      <a:lnTo>
                        <a:pt x="34" y="597"/>
                      </a:lnTo>
                      <a:lnTo>
                        <a:pt x="119" y="591"/>
                      </a:lnTo>
                      <a:lnTo>
                        <a:pt x="115" y="574"/>
                      </a:lnTo>
                      <a:lnTo>
                        <a:pt x="107" y="526"/>
                      </a:lnTo>
                      <a:lnTo>
                        <a:pt x="97" y="454"/>
                      </a:lnTo>
                      <a:lnTo>
                        <a:pt x="88" y="367"/>
                      </a:lnTo>
                      <a:lnTo>
                        <a:pt x="82" y="272"/>
                      </a:lnTo>
                      <a:lnTo>
                        <a:pt x="84" y="175"/>
                      </a:lnTo>
                      <a:lnTo>
                        <a:pt x="97" y="84"/>
                      </a:lnTo>
                      <a:lnTo>
                        <a:pt x="123" y="7"/>
                      </a:lnTo>
                      <a:lnTo>
                        <a:pt x="123" y="6"/>
                      </a:lnTo>
                      <a:lnTo>
                        <a:pt x="123" y="5"/>
                      </a:lnTo>
                      <a:lnTo>
                        <a:pt x="121" y="3"/>
                      </a:lnTo>
                      <a:lnTo>
                        <a:pt x="117" y="0"/>
                      </a:lnTo>
                      <a:lnTo>
                        <a:pt x="106" y="0"/>
                      </a:lnTo>
                      <a:lnTo>
                        <a:pt x="91" y="2"/>
                      </a:lnTo>
                      <a:lnTo>
                        <a:pt x="70" y="5"/>
                      </a:lnTo>
                      <a:lnTo>
                        <a:pt x="39" y="12"/>
                      </a:lnTo>
                      <a:close/>
                    </a:path>
                  </a:pathLst>
                </a:custGeom>
                <a:solidFill>
                  <a:schemeClr val="bg2">
                    <a:alpha val="100000"/>
                  </a:schemeClr>
                </a:solidFill>
                <a:ln w="9525">
                  <a:noFill/>
                </a:ln>
              </p:spPr>
              <p:txBody>
                <a:bodyPr/>
                <a:p>
                  <a:endParaRPr lang="zh-CN" altLang="en-US"/>
                </a:p>
              </p:txBody>
            </p:sp>
            <p:sp>
              <p:nvSpPr>
                <p:cNvPr id="145881" name="Freeform 775"/>
                <p:cNvSpPr/>
                <p:nvPr/>
              </p:nvSpPr>
              <p:spPr>
                <a:xfrm>
                  <a:off x="4851" y="1572"/>
                  <a:ext cx="15" cy="7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03" h="492">
                      <a:moveTo>
                        <a:pt x="32" y="9"/>
                      </a:moveTo>
                      <a:lnTo>
                        <a:pt x="28" y="18"/>
                      </a:lnTo>
                      <a:lnTo>
                        <a:pt x="21" y="47"/>
                      </a:lnTo>
                      <a:lnTo>
                        <a:pt x="12" y="90"/>
                      </a:lnTo>
                      <a:lnTo>
                        <a:pt x="4" y="149"/>
                      </a:lnTo>
                      <a:lnTo>
                        <a:pt x="0" y="220"/>
                      </a:lnTo>
                      <a:lnTo>
                        <a:pt x="0" y="303"/>
                      </a:lnTo>
                      <a:lnTo>
                        <a:pt x="9" y="394"/>
                      </a:lnTo>
                      <a:lnTo>
                        <a:pt x="27" y="492"/>
                      </a:lnTo>
                      <a:lnTo>
                        <a:pt x="98" y="489"/>
                      </a:lnTo>
                      <a:lnTo>
                        <a:pt x="95" y="474"/>
                      </a:lnTo>
                      <a:lnTo>
                        <a:pt x="88" y="434"/>
                      </a:lnTo>
                      <a:lnTo>
                        <a:pt x="80" y="375"/>
                      </a:lnTo>
                      <a:lnTo>
                        <a:pt x="72" y="303"/>
                      </a:lnTo>
                      <a:lnTo>
                        <a:pt x="68" y="224"/>
                      </a:lnTo>
                      <a:lnTo>
                        <a:pt x="70" y="144"/>
                      </a:lnTo>
                      <a:lnTo>
                        <a:pt x="81" y="68"/>
                      </a:lnTo>
                      <a:lnTo>
                        <a:pt x="103" y="5"/>
                      </a:lnTo>
                      <a:lnTo>
                        <a:pt x="103" y="4"/>
                      </a:lnTo>
                      <a:lnTo>
                        <a:pt x="103" y="3"/>
                      </a:lnTo>
                      <a:lnTo>
                        <a:pt x="100" y="1"/>
                      </a:lnTo>
                      <a:lnTo>
                        <a:pt x="97" y="0"/>
                      </a:lnTo>
                      <a:lnTo>
                        <a:pt x="89" y="0"/>
                      </a:lnTo>
                      <a:lnTo>
                        <a:pt x="75" y="0"/>
                      </a:lnTo>
                      <a:lnTo>
                        <a:pt x="57" y="3"/>
                      </a:lnTo>
                      <a:lnTo>
                        <a:pt x="32" y="9"/>
                      </a:lnTo>
                      <a:close/>
                    </a:path>
                  </a:pathLst>
                </a:custGeom>
                <a:solidFill>
                  <a:schemeClr val="bg2">
                    <a:alpha val="100000"/>
                  </a:schemeClr>
                </a:solidFill>
                <a:ln w="9525">
                  <a:noFill/>
                </a:ln>
              </p:spPr>
              <p:txBody>
                <a:bodyPr/>
                <a:p>
                  <a:endParaRPr lang="zh-CN" altLang="en-US"/>
                </a:p>
              </p:txBody>
            </p:sp>
            <p:sp>
              <p:nvSpPr>
                <p:cNvPr id="145882" name="Freeform 776"/>
                <p:cNvSpPr/>
                <p:nvPr/>
              </p:nvSpPr>
              <p:spPr>
                <a:xfrm>
                  <a:off x="4852" y="1579"/>
                  <a:ext cx="12" cy="5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82" h="390">
                      <a:moveTo>
                        <a:pt x="25" y="8"/>
                      </a:moveTo>
                      <a:lnTo>
                        <a:pt x="23" y="16"/>
                      </a:lnTo>
                      <a:lnTo>
                        <a:pt x="17" y="38"/>
                      </a:lnTo>
                      <a:lnTo>
                        <a:pt x="11" y="72"/>
                      </a:lnTo>
                      <a:lnTo>
                        <a:pt x="4" y="118"/>
                      </a:lnTo>
                      <a:lnTo>
                        <a:pt x="0" y="174"/>
                      </a:lnTo>
                      <a:lnTo>
                        <a:pt x="0" y="240"/>
                      </a:lnTo>
                      <a:lnTo>
                        <a:pt x="7" y="312"/>
                      </a:lnTo>
                      <a:lnTo>
                        <a:pt x="22" y="390"/>
                      </a:lnTo>
                      <a:lnTo>
                        <a:pt x="78" y="387"/>
                      </a:lnTo>
                      <a:lnTo>
                        <a:pt x="76" y="375"/>
                      </a:lnTo>
                      <a:lnTo>
                        <a:pt x="70" y="343"/>
                      </a:lnTo>
                      <a:lnTo>
                        <a:pt x="63" y="297"/>
                      </a:lnTo>
                      <a:lnTo>
                        <a:pt x="57" y="240"/>
                      </a:lnTo>
                      <a:lnTo>
                        <a:pt x="54" y="178"/>
                      </a:lnTo>
                      <a:lnTo>
                        <a:pt x="56" y="113"/>
                      </a:lnTo>
                      <a:lnTo>
                        <a:pt x="64" y="55"/>
                      </a:lnTo>
                      <a:lnTo>
                        <a:pt x="82" y="4"/>
                      </a:lnTo>
                      <a:lnTo>
                        <a:pt x="82" y="2"/>
                      </a:lnTo>
                      <a:lnTo>
                        <a:pt x="80" y="1"/>
                      </a:lnTo>
                      <a:lnTo>
                        <a:pt x="77" y="0"/>
                      </a:lnTo>
                      <a:lnTo>
                        <a:pt x="70" y="0"/>
                      </a:lnTo>
                      <a:lnTo>
                        <a:pt x="60" y="1"/>
                      </a:lnTo>
                      <a:lnTo>
                        <a:pt x="46" y="3"/>
                      </a:lnTo>
                      <a:lnTo>
                        <a:pt x="25" y="8"/>
                      </a:lnTo>
                      <a:close/>
                    </a:path>
                  </a:pathLst>
                </a:custGeom>
                <a:solidFill>
                  <a:schemeClr val="bg2">
                    <a:alpha val="100000"/>
                  </a:schemeClr>
                </a:solidFill>
                <a:ln w="9525">
                  <a:noFill/>
                </a:ln>
              </p:spPr>
              <p:txBody>
                <a:bodyPr/>
                <a:p>
                  <a:endParaRPr lang="zh-CN" altLang="en-US"/>
                </a:p>
              </p:txBody>
            </p:sp>
            <p:sp>
              <p:nvSpPr>
                <p:cNvPr id="145883" name="Freeform 777"/>
                <p:cNvSpPr/>
                <p:nvPr/>
              </p:nvSpPr>
              <p:spPr>
                <a:xfrm>
                  <a:off x="4853" y="1586"/>
                  <a:ext cx="8" cy="4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9" h="288">
                      <a:moveTo>
                        <a:pt x="18" y="6"/>
                      </a:moveTo>
                      <a:lnTo>
                        <a:pt x="17" y="11"/>
                      </a:lnTo>
                      <a:lnTo>
                        <a:pt x="13" y="27"/>
                      </a:lnTo>
                      <a:lnTo>
                        <a:pt x="7" y="53"/>
                      </a:lnTo>
                      <a:lnTo>
                        <a:pt x="2" y="87"/>
                      </a:lnTo>
                      <a:lnTo>
                        <a:pt x="0" y="130"/>
                      </a:lnTo>
                      <a:lnTo>
                        <a:pt x="0" y="177"/>
                      </a:lnTo>
                      <a:lnTo>
                        <a:pt x="5" y="231"/>
                      </a:lnTo>
                      <a:lnTo>
                        <a:pt x="16" y="288"/>
                      </a:lnTo>
                      <a:lnTo>
                        <a:pt x="57" y="286"/>
                      </a:lnTo>
                      <a:lnTo>
                        <a:pt x="56" y="278"/>
                      </a:lnTo>
                      <a:lnTo>
                        <a:pt x="51" y="254"/>
                      </a:lnTo>
                      <a:lnTo>
                        <a:pt x="47" y="219"/>
                      </a:lnTo>
                      <a:lnTo>
                        <a:pt x="42" y="177"/>
                      </a:lnTo>
                      <a:lnTo>
                        <a:pt x="40" y="131"/>
                      </a:lnTo>
                      <a:lnTo>
                        <a:pt x="41" y="84"/>
                      </a:lnTo>
                      <a:lnTo>
                        <a:pt x="47" y="40"/>
                      </a:lnTo>
                      <a:lnTo>
                        <a:pt x="59" y="3"/>
                      </a:lnTo>
                      <a:lnTo>
                        <a:pt x="59" y="2"/>
                      </a:lnTo>
                      <a:lnTo>
                        <a:pt x="58" y="1"/>
                      </a:lnTo>
                      <a:lnTo>
                        <a:pt x="56" y="0"/>
                      </a:lnTo>
                      <a:lnTo>
                        <a:pt x="51" y="0"/>
                      </a:lnTo>
                      <a:lnTo>
                        <a:pt x="45" y="0"/>
                      </a:lnTo>
                      <a:lnTo>
                        <a:pt x="33" y="2"/>
                      </a:lnTo>
                      <a:lnTo>
                        <a:pt x="18" y="6"/>
                      </a:lnTo>
                      <a:close/>
                    </a:path>
                  </a:pathLst>
                </a:custGeom>
                <a:solidFill>
                  <a:schemeClr val="bg2">
                    <a:alpha val="100000"/>
                  </a:schemeClr>
                </a:solidFill>
                <a:ln w="9525">
                  <a:noFill/>
                </a:ln>
              </p:spPr>
              <p:txBody>
                <a:bodyPr/>
                <a:p>
                  <a:endParaRPr lang="zh-CN" altLang="en-US"/>
                </a:p>
              </p:txBody>
            </p:sp>
            <p:sp>
              <p:nvSpPr>
                <p:cNvPr id="145884" name="Freeform 778"/>
                <p:cNvSpPr/>
                <p:nvPr/>
              </p:nvSpPr>
              <p:spPr>
                <a:xfrm>
                  <a:off x="4972" y="1546"/>
                  <a:ext cx="28" cy="11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98" h="779">
                      <a:moveTo>
                        <a:pt x="198" y="6"/>
                      </a:moveTo>
                      <a:lnTo>
                        <a:pt x="194" y="12"/>
                      </a:lnTo>
                      <a:lnTo>
                        <a:pt x="180" y="31"/>
                      </a:lnTo>
                      <a:lnTo>
                        <a:pt x="163" y="72"/>
                      </a:lnTo>
                      <a:lnTo>
                        <a:pt x="146" y="138"/>
                      </a:lnTo>
                      <a:lnTo>
                        <a:pt x="132" y="236"/>
                      </a:lnTo>
                      <a:lnTo>
                        <a:pt x="125" y="373"/>
                      </a:lnTo>
                      <a:lnTo>
                        <a:pt x="130" y="551"/>
                      </a:lnTo>
                      <a:lnTo>
                        <a:pt x="148" y="779"/>
                      </a:lnTo>
                      <a:lnTo>
                        <a:pt x="37" y="779"/>
                      </a:lnTo>
                      <a:lnTo>
                        <a:pt x="34" y="756"/>
                      </a:lnTo>
                      <a:lnTo>
                        <a:pt x="23" y="693"/>
                      </a:lnTo>
                      <a:lnTo>
                        <a:pt x="13" y="599"/>
                      </a:lnTo>
                      <a:lnTo>
                        <a:pt x="4" y="483"/>
                      </a:lnTo>
                      <a:lnTo>
                        <a:pt x="0" y="357"/>
                      </a:lnTo>
                      <a:lnTo>
                        <a:pt x="7" y="227"/>
                      </a:lnTo>
                      <a:lnTo>
                        <a:pt x="27" y="105"/>
                      </a:lnTo>
                      <a:lnTo>
                        <a:pt x="65" y="0"/>
                      </a:lnTo>
                      <a:lnTo>
                        <a:pt x="198" y="6"/>
                      </a:lnTo>
                      <a:close/>
                    </a:path>
                  </a:pathLst>
                </a:custGeom>
                <a:solidFill>
                  <a:schemeClr val="bg2">
                    <a:alpha val="100000"/>
                  </a:schemeClr>
                </a:solidFill>
                <a:ln w="9525">
                  <a:noFill/>
                </a:ln>
              </p:spPr>
              <p:txBody>
                <a:bodyPr/>
                <a:p>
                  <a:endParaRPr lang="zh-CN" altLang="en-US"/>
                </a:p>
              </p:txBody>
            </p:sp>
            <p:sp>
              <p:nvSpPr>
                <p:cNvPr id="145885" name="Freeform 779"/>
                <p:cNvSpPr/>
                <p:nvPr/>
              </p:nvSpPr>
              <p:spPr>
                <a:xfrm>
                  <a:off x="4973" y="1553"/>
                  <a:ext cx="24" cy="9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69" h="666">
                      <a:moveTo>
                        <a:pt x="169" y="5"/>
                      </a:moveTo>
                      <a:lnTo>
                        <a:pt x="164" y="10"/>
                      </a:lnTo>
                      <a:lnTo>
                        <a:pt x="154" y="27"/>
                      </a:lnTo>
                      <a:lnTo>
                        <a:pt x="139" y="61"/>
                      </a:lnTo>
                      <a:lnTo>
                        <a:pt x="124" y="118"/>
                      </a:lnTo>
                      <a:lnTo>
                        <a:pt x="113" y="201"/>
                      </a:lnTo>
                      <a:lnTo>
                        <a:pt x="107" y="318"/>
                      </a:lnTo>
                      <a:lnTo>
                        <a:pt x="110" y="470"/>
                      </a:lnTo>
                      <a:lnTo>
                        <a:pt x="126" y="666"/>
                      </a:lnTo>
                      <a:lnTo>
                        <a:pt x="31" y="666"/>
                      </a:lnTo>
                      <a:lnTo>
                        <a:pt x="28" y="646"/>
                      </a:lnTo>
                      <a:lnTo>
                        <a:pt x="20" y="592"/>
                      </a:lnTo>
                      <a:lnTo>
                        <a:pt x="11" y="512"/>
                      </a:lnTo>
                      <a:lnTo>
                        <a:pt x="3" y="413"/>
                      </a:lnTo>
                      <a:lnTo>
                        <a:pt x="0" y="305"/>
                      </a:lnTo>
                      <a:lnTo>
                        <a:pt x="6" y="195"/>
                      </a:lnTo>
                      <a:lnTo>
                        <a:pt x="23" y="90"/>
                      </a:lnTo>
                      <a:lnTo>
                        <a:pt x="55" y="0"/>
                      </a:lnTo>
                      <a:lnTo>
                        <a:pt x="169" y="5"/>
                      </a:lnTo>
                      <a:close/>
                    </a:path>
                  </a:pathLst>
                </a:custGeom>
                <a:solidFill>
                  <a:schemeClr val="bg2">
                    <a:alpha val="100000"/>
                  </a:schemeClr>
                </a:solidFill>
                <a:ln w="9525">
                  <a:noFill/>
                </a:ln>
              </p:spPr>
              <p:txBody>
                <a:bodyPr/>
                <a:p>
                  <a:endParaRPr lang="zh-CN" altLang="en-US"/>
                </a:p>
              </p:txBody>
            </p:sp>
            <p:sp>
              <p:nvSpPr>
                <p:cNvPr id="145886" name="Freeform 780"/>
                <p:cNvSpPr/>
                <p:nvPr/>
              </p:nvSpPr>
              <p:spPr>
                <a:xfrm>
                  <a:off x="4974" y="1561"/>
                  <a:ext cx="20" cy="7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40" h="551">
                      <a:moveTo>
                        <a:pt x="140" y="5"/>
                      </a:moveTo>
                      <a:lnTo>
                        <a:pt x="136" y="8"/>
                      </a:lnTo>
                      <a:lnTo>
                        <a:pt x="127" y="23"/>
                      </a:lnTo>
                      <a:lnTo>
                        <a:pt x="116" y="51"/>
                      </a:lnTo>
                      <a:lnTo>
                        <a:pt x="103" y="98"/>
                      </a:lnTo>
                      <a:lnTo>
                        <a:pt x="94" y="167"/>
                      </a:lnTo>
                      <a:lnTo>
                        <a:pt x="90" y="264"/>
                      </a:lnTo>
                      <a:lnTo>
                        <a:pt x="92" y="390"/>
                      </a:lnTo>
                      <a:lnTo>
                        <a:pt x="106" y="551"/>
                      </a:lnTo>
                      <a:lnTo>
                        <a:pt x="27" y="551"/>
                      </a:lnTo>
                      <a:lnTo>
                        <a:pt x="24" y="535"/>
                      </a:lnTo>
                      <a:lnTo>
                        <a:pt x="17" y="490"/>
                      </a:lnTo>
                      <a:lnTo>
                        <a:pt x="9" y="423"/>
                      </a:lnTo>
                      <a:lnTo>
                        <a:pt x="3" y="342"/>
                      </a:lnTo>
                      <a:lnTo>
                        <a:pt x="0" y="252"/>
                      </a:lnTo>
                      <a:lnTo>
                        <a:pt x="5" y="161"/>
                      </a:lnTo>
                      <a:lnTo>
                        <a:pt x="20" y="75"/>
                      </a:lnTo>
                      <a:lnTo>
                        <a:pt x="46" y="0"/>
                      </a:lnTo>
                      <a:lnTo>
                        <a:pt x="140" y="5"/>
                      </a:lnTo>
                      <a:close/>
                    </a:path>
                  </a:pathLst>
                </a:custGeom>
                <a:solidFill>
                  <a:schemeClr val="bg2">
                    <a:alpha val="100000"/>
                  </a:schemeClr>
                </a:solidFill>
                <a:ln w="9525">
                  <a:noFill/>
                </a:ln>
              </p:spPr>
              <p:txBody>
                <a:bodyPr/>
                <a:p>
                  <a:endParaRPr lang="zh-CN" altLang="en-US"/>
                </a:p>
              </p:txBody>
            </p:sp>
            <p:sp>
              <p:nvSpPr>
                <p:cNvPr id="145887" name="Freeform 781"/>
                <p:cNvSpPr/>
                <p:nvPr/>
              </p:nvSpPr>
              <p:spPr>
                <a:xfrm>
                  <a:off x="4975" y="1569"/>
                  <a:ext cx="16" cy="62"/>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1" h="437">
                      <a:moveTo>
                        <a:pt x="111" y="4"/>
                      </a:moveTo>
                      <a:lnTo>
                        <a:pt x="108" y="7"/>
                      </a:lnTo>
                      <a:lnTo>
                        <a:pt x="101" y="18"/>
                      </a:lnTo>
                      <a:lnTo>
                        <a:pt x="92" y="41"/>
                      </a:lnTo>
                      <a:lnTo>
                        <a:pt x="82" y="77"/>
                      </a:lnTo>
                      <a:lnTo>
                        <a:pt x="75" y="133"/>
                      </a:lnTo>
                      <a:lnTo>
                        <a:pt x="70" y="208"/>
                      </a:lnTo>
                      <a:lnTo>
                        <a:pt x="72" y="309"/>
                      </a:lnTo>
                      <a:lnTo>
                        <a:pt x="83" y="437"/>
                      </a:lnTo>
                      <a:lnTo>
                        <a:pt x="21" y="437"/>
                      </a:lnTo>
                      <a:lnTo>
                        <a:pt x="19" y="424"/>
                      </a:lnTo>
                      <a:lnTo>
                        <a:pt x="13" y="389"/>
                      </a:lnTo>
                      <a:lnTo>
                        <a:pt x="7" y="336"/>
                      </a:lnTo>
                      <a:lnTo>
                        <a:pt x="3" y="272"/>
                      </a:lnTo>
                      <a:lnTo>
                        <a:pt x="0" y="200"/>
                      </a:lnTo>
                      <a:lnTo>
                        <a:pt x="5" y="128"/>
                      </a:lnTo>
                      <a:lnTo>
                        <a:pt x="16" y="59"/>
                      </a:lnTo>
                      <a:lnTo>
                        <a:pt x="37" y="0"/>
                      </a:lnTo>
                      <a:lnTo>
                        <a:pt x="111" y="4"/>
                      </a:lnTo>
                      <a:close/>
                    </a:path>
                  </a:pathLst>
                </a:custGeom>
                <a:solidFill>
                  <a:schemeClr val="bg2">
                    <a:alpha val="100000"/>
                  </a:schemeClr>
                </a:solidFill>
                <a:ln w="9525">
                  <a:noFill/>
                </a:ln>
              </p:spPr>
              <p:txBody>
                <a:bodyPr/>
                <a:p>
                  <a:endParaRPr lang="zh-CN" altLang="en-US"/>
                </a:p>
              </p:txBody>
            </p:sp>
            <p:sp>
              <p:nvSpPr>
                <p:cNvPr id="145888" name="Freeform 782"/>
                <p:cNvSpPr/>
                <p:nvPr/>
              </p:nvSpPr>
              <p:spPr>
                <a:xfrm>
                  <a:off x="4976" y="1577"/>
                  <a:ext cx="12" cy="4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82" h="322">
                      <a:moveTo>
                        <a:pt x="82" y="3"/>
                      </a:moveTo>
                      <a:lnTo>
                        <a:pt x="79" y="5"/>
                      </a:lnTo>
                      <a:lnTo>
                        <a:pt x="75" y="13"/>
                      </a:lnTo>
                      <a:lnTo>
                        <a:pt x="67" y="30"/>
                      </a:lnTo>
                      <a:lnTo>
                        <a:pt x="60" y="57"/>
                      </a:lnTo>
                      <a:lnTo>
                        <a:pt x="54" y="98"/>
                      </a:lnTo>
                      <a:lnTo>
                        <a:pt x="52" y="154"/>
                      </a:lnTo>
                      <a:lnTo>
                        <a:pt x="53" y="228"/>
                      </a:lnTo>
                      <a:lnTo>
                        <a:pt x="61" y="322"/>
                      </a:lnTo>
                      <a:lnTo>
                        <a:pt x="15" y="322"/>
                      </a:lnTo>
                      <a:lnTo>
                        <a:pt x="14" y="313"/>
                      </a:lnTo>
                      <a:lnTo>
                        <a:pt x="9" y="287"/>
                      </a:lnTo>
                      <a:lnTo>
                        <a:pt x="5" y="247"/>
                      </a:lnTo>
                      <a:lnTo>
                        <a:pt x="1" y="200"/>
                      </a:lnTo>
                      <a:lnTo>
                        <a:pt x="0" y="147"/>
                      </a:lnTo>
                      <a:lnTo>
                        <a:pt x="3" y="95"/>
                      </a:lnTo>
                      <a:lnTo>
                        <a:pt x="11" y="44"/>
                      </a:lnTo>
                      <a:lnTo>
                        <a:pt x="27" y="0"/>
                      </a:lnTo>
                      <a:lnTo>
                        <a:pt x="82" y="3"/>
                      </a:lnTo>
                      <a:close/>
                    </a:path>
                  </a:pathLst>
                </a:custGeom>
                <a:solidFill>
                  <a:schemeClr val="bg2">
                    <a:alpha val="100000"/>
                  </a:schemeClr>
                </a:solidFill>
                <a:ln w="9525">
                  <a:noFill/>
                </a:ln>
              </p:spPr>
              <p:txBody>
                <a:bodyPr/>
                <a:p>
                  <a:endParaRPr lang="zh-CN" altLang="en-US"/>
                </a:p>
              </p:txBody>
            </p:sp>
            <p:sp>
              <p:nvSpPr>
                <p:cNvPr id="145889" name="Rectangle 783"/>
                <p:cNvSpPr/>
                <p:nvPr/>
              </p:nvSpPr>
              <p:spPr>
                <a:xfrm>
                  <a:off x="4824" y="1565"/>
                  <a:ext cx="4" cy="146"/>
                </a:xfrm>
                <a:prstGeom prst="rect">
                  <a:avLst/>
                </a:prstGeom>
                <a:solidFill>
                  <a:srgbClr val="DDDDDD"/>
                </a:solidFill>
                <a:ln w="9525">
                  <a:noFill/>
                </a:ln>
              </p:spPr>
              <p:txBody>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45890" name="Freeform 784"/>
                <p:cNvSpPr/>
                <p:nvPr/>
              </p:nvSpPr>
              <p:spPr>
                <a:xfrm>
                  <a:off x="4876" y="1563"/>
                  <a:ext cx="57" cy="67"/>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398" h="469">
                      <a:moveTo>
                        <a:pt x="37" y="44"/>
                      </a:moveTo>
                      <a:lnTo>
                        <a:pt x="33" y="53"/>
                      </a:lnTo>
                      <a:lnTo>
                        <a:pt x="27" y="79"/>
                      </a:lnTo>
                      <a:lnTo>
                        <a:pt x="17" y="120"/>
                      </a:lnTo>
                      <a:lnTo>
                        <a:pt x="8" y="174"/>
                      </a:lnTo>
                      <a:lnTo>
                        <a:pt x="1" y="238"/>
                      </a:lnTo>
                      <a:lnTo>
                        <a:pt x="0" y="309"/>
                      </a:lnTo>
                      <a:lnTo>
                        <a:pt x="7" y="387"/>
                      </a:lnTo>
                      <a:lnTo>
                        <a:pt x="24" y="469"/>
                      </a:lnTo>
                      <a:lnTo>
                        <a:pt x="24" y="466"/>
                      </a:lnTo>
                      <a:lnTo>
                        <a:pt x="24" y="455"/>
                      </a:lnTo>
                      <a:lnTo>
                        <a:pt x="24" y="438"/>
                      </a:lnTo>
                      <a:lnTo>
                        <a:pt x="24" y="417"/>
                      </a:lnTo>
                      <a:lnTo>
                        <a:pt x="27" y="391"/>
                      </a:lnTo>
                      <a:lnTo>
                        <a:pt x="30" y="363"/>
                      </a:lnTo>
                      <a:lnTo>
                        <a:pt x="35" y="332"/>
                      </a:lnTo>
                      <a:lnTo>
                        <a:pt x="41" y="300"/>
                      </a:lnTo>
                      <a:lnTo>
                        <a:pt x="52" y="268"/>
                      </a:lnTo>
                      <a:lnTo>
                        <a:pt x="64" y="237"/>
                      </a:lnTo>
                      <a:lnTo>
                        <a:pt x="79" y="207"/>
                      </a:lnTo>
                      <a:lnTo>
                        <a:pt x="99" y="179"/>
                      </a:lnTo>
                      <a:lnTo>
                        <a:pt x="123" y="155"/>
                      </a:lnTo>
                      <a:lnTo>
                        <a:pt x="150" y="136"/>
                      </a:lnTo>
                      <a:lnTo>
                        <a:pt x="183" y="122"/>
                      </a:lnTo>
                      <a:lnTo>
                        <a:pt x="221" y="114"/>
                      </a:lnTo>
                      <a:lnTo>
                        <a:pt x="223" y="112"/>
                      </a:lnTo>
                      <a:lnTo>
                        <a:pt x="230" y="107"/>
                      </a:lnTo>
                      <a:lnTo>
                        <a:pt x="242" y="99"/>
                      </a:lnTo>
                      <a:lnTo>
                        <a:pt x="260" y="88"/>
                      </a:lnTo>
                      <a:lnTo>
                        <a:pt x="284" y="74"/>
                      </a:lnTo>
                      <a:lnTo>
                        <a:pt x="315" y="58"/>
                      </a:lnTo>
                      <a:lnTo>
                        <a:pt x="352" y="39"/>
                      </a:lnTo>
                      <a:lnTo>
                        <a:pt x="398" y="19"/>
                      </a:lnTo>
                      <a:lnTo>
                        <a:pt x="396" y="17"/>
                      </a:lnTo>
                      <a:lnTo>
                        <a:pt x="389" y="16"/>
                      </a:lnTo>
                      <a:lnTo>
                        <a:pt x="379" y="14"/>
                      </a:lnTo>
                      <a:lnTo>
                        <a:pt x="364" y="12"/>
                      </a:lnTo>
                      <a:lnTo>
                        <a:pt x="347" y="8"/>
                      </a:lnTo>
                      <a:lnTo>
                        <a:pt x="326" y="6"/>
                      </a:lnTo>
                      <a:lnTo>
                        <a:pt x="302" y="4"/>
                      </a:lnTo>
                      <a:lnTo>
                        <a:pt x="277" y="1"/>
                      </a:lnTo>
                      <a:lnTo>
                        <a:pt x="250" y="0"/>
                      </a:lnTo>
                      <a:lnTo>
                        <a:pt x="221" y="1"/>
                      </a:lnTo>
                      <a:lnTo>
                        <a:pt x="191" y="3"/>
                      </a:lnTo>
                      <a:lnTo>
                        <a:pt x="160" y="6"/>
                      </a:lnTo>
                      <a:lnTo>
                        <a:pt x="129" y="12"/>
                      </a:lnTo>
                      <a:lnTo>
                        <a:pt x="97" y="20"/>
                      </a:lnTo>
                      <a:lnTo>
                        <a:pt x="67" y="30"/>
                      </a:lnTo>
                      <a:lnTo>
                        <a:pt x="37" y="44"/>
                      </a:lnTo>
                      <a:close/>
                    </a:path>
                  </a:pathLst>
                </a:custGeom>
                <a:solidFill>
                  <a:srgbClr val="999999">
                    <a:alpha val="100000"/>
                  </a:srgbClr>
                </a:solidFill>
                <a:ln w="9525">
                  <a:noFill/>
                </a:ln>
              </p:spPr>
              <p:txBody>
                <a:bodyPr/>
                <a:p>
                  <a:endParaRPr lang="zh-CN" altLang="en-US"/>
                </a:p>
              </p:txBody>
            </p:sp>
            <p:sp>
              <p:nvSpPr>
                <p:cNvPr id="145891" name="Freeform 785"/>
                <p:cNvSpPr/>
                <p:nvPr/>
              </p:nvSpPr>
              <p:spPr>
                <a:xfrm>
                  <a:off x="4797" y="1613"/>
                  <a:ext cx="46" cy="13"/>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325" h="89">
                      <a:moveTo>
                        <a:pt x="0" y="57"/>
                      </a:moveTo>
                      <a:lnTo>
                        <a:pt x="0" y="55"/>
                      </a:lnTo>
                      <a:lnTo>
                        <a:pt x="2" y="52"/>
                      </a:lnTo>
                      <a:lnTo>
                        <a:pt x="6" y="47"/>
                      </a:lnTo>
                      <a:lnTo>
                        <a:pt x="12" y="41"/>
                      </a:lnTo>
                      <a:lnTo>
                        <a:pt x="20" y="34"/>
                      </a:lnTo>
                      <a:lnTo>
                        <a:pt x="29" y="27"/>
                      </a:lnTo>
                      <a:lnTo>
                        <a:pt x="41" y="20"/>
                      </a:lnTo>
                      <a:lnTo>
                        <a:pt x="57" y="13"/>
                      </a:lnTo>
                      <a:lnTo>
                        <a:pt x="77" y="7"/>
                      </a:lnTo>
                      <a:lnTo>
                        <a:pt x="98" y="3"/>
                      </a:lnTo>
                      <a:lnTo>
                        <a:pt x="126" y="0"/>
                      </a:lnTo>
                      <a:lnTo>
                        <a:pt x="156" y="0"/>
                      </a:lnTo>
                      <a:lnTo>
                        <a:pt x="191" y="3"/>
                      </a:lnTo>
                      <a:lnTo>
                        <a:pt x="230" y="8"/>
                      </a:lnTo>
                      <a:lnTo>
                        <a:pt x="275" y="18"/>
                      </a:lnTo>
                      <a:lnTo>
                        <a:pt x="325" y="31"/>
                      </a:lnTo>
                      <a:lnTo>
                        <a:pt x="318" y="51"/>
                      </a:lnTo>
                      <a:lnTo>
                        <a:pt x="316" y="50"/>
                      </a:lnTo>
                      <a:lnTo>
                        <a:pt x="308" y="47"/>
                      </a:lnTo>
                      <a:lnTo>
                        <a:pt x="295" y="44"/>
                      </a:lnTo>
                      <a:lnTo>
                        <a:pt x="279" y="39"/>
                      </a:lnTo>
                      <a:lnTo>
                        <a:pt x="260" y="35"/>
                      </a:lnTo>
                      <a:lnTo>
                        <a:pt x="238" y="30"/>
                      </a:lnTo>
                      <a:lnTo>
                        <a:pt x="214" y="27"/>
                      </a:lnTo>
                      <a:lnTo>
                        <a:pt x="188" y="24"/>
                      </a:lnTo>
                      <a:lnTo>
                        <a:pt x="161" y="23"/>
                      </a:lnTo>
                      <a:lnTo>
                        <a:pt x="134" y="23"/>
                      </a:lnTo>
                      <a:lnTo>
                        <a:pt x="108" y="26"/>
                      </a:lnTo>
                      <a:lnTo>
                        <a:pt x="82" y="31"/>
                      </a:lnTo>
                      <a:lnTo>
                        <a:pt x="58" y="41"/>
                      </a:lnTo>
                      <a:lnTo>
                        <a:pt x="36" y="52"/>
                      </a:lnTo>
                      <a:lnTo>
                        <a:pt x="16" y="68"/>
                      </a:lnTo>
                      <a:lnTo>
                        <a:pt x="0" y="89"/>
                      </a:lnTo>
                      <a:lnTo>
                        <a:pt x="0" y="57"/>
                      </a:lnTo>
                      <a:close/>
                    </a:path>
                  </a:pathLst>
                </a:custGeom>
                <a:solidFill>
                  <a:srgbClr val="000000">
                    <a:alpha val="100000"/>
                  </a:srgbClr>
                </a:solidFill>
                <a:ln w="9525">
                  <a:noFill/>
                </a:ln>
              </p:spPr>
              <p:txBody>
                <a:bodyPr/>
                <a:p>
                  <a:endParaRPr lang="zh-CN" altLang="en-US"/>
                </a:p>
              </p:txBody>
            </p:sp>
            <p:sp>
              <p:nvSpPr>
                <p:cNvPr id="145892" name="Freeform 786"/>
                <p:cNvSpPr/>
                <p:nvPr/>
              </p:nvSpPr>
              <p:spPr>
                <a:xfrm>
                  <a:off x="4797" y="1583"/>
                  <a:ext cx="46" cy="13"/>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325" h="89">
                      <a:moveTo>
                        <a:pt x="0" y="56"/>
                      </a:moveTo>
                      <a:lnTo>
                        <a:pt x="0" y="55"/>
                      </a:lnTo>
                      <a:lnTo>
                        <a:pt x="2" y="52"/>
                      </a:lnTo>
                      <a:lnTo>
                        <a:pt x="6" y="47"/>
                      </a:lnTo>
                      <a:lnTo>
                        <a:pt x="12" y="40"/>
                      </a:lnTo>
                      <a:lnTo>
                        <a:pt x="20" y="33"/>
                      </a:lnTo>
                      <a:lnTo>
                        <a:pt x="29" y="27"/>
                      </a:lnTo>
                      <a:lnTo>
                        <a:pt x="41" y="18"/>
                      </a:lnTo>
                      <a:lnTo>
                        <a:pt x="57" y="13"/>
                      </a:lnTo>
                      <a:lnTo>
                        <a:pt x="77" y="7"/>
                      </a:lnTo>
                      <a:lnTo>
                        <a:pt x="98" y="2"/>
                      </a:lnTo>
                      <a:lnTo>
                        <a:pt x="126" y="0"/>
                      </a:lnTo>
                      <a:lnTo>
                        <a:pt x="156" y="0"/>
                      </a:lnTo>
                      <a:lnTo>
                        <a:pt x="191" y="2"/>
                      </a:lnTo>
                      <a:lnTo>
                        <a:pt x="230" y="8"/>
                      </a:lnTo>
                      <a:lnTo>
                        <a:pt x="275" y="17"/>
                      </a:lnTo>
                      <a:lnTo>
                        <a:pt x="325" y="31"/>
                      </a:lnTo>
                      <a:lnTo>
                        <a:pt x="318" y="49"/>
                      </a:lnTo>
                      <a:lnTo>
                        <a:pt x="316" y="48"/>
                      </a:lnTo>
                      <a:lnTo>
                        <a:pt x="308" y="46"/>
                      </a:lnTo>
                      <a:lnTo>
                        <a:pt x="295" y="43"/>
                      </a:lnTo>
                      <a:lnTo>
                        <a:pt x="279" y="38"/>
                      </a:lnTo>
                      <a:lnTo>
                        <a:pt x="260" y="35"/>
                      </a:lnTo>
                      <a:lnTo>
                        <a:pt x="238" y="30"/>
                      </a:lnTo>
                      <a:lnTo>
                        <a:pt x="214" y="27"/>
                      </a:lnTo>
                      <a:lnTo>
                        <a:pt x="188" y="23"/>
                      </a:lnTo>
                      <a:lnTo>
                        <a:pt x="161" y="22"/>
                      </a:lnTo>
                      <a:lnTo>
                        <a:pt x="134" y="23"/>
                      </a:lnTo>
                      <a:lnTo>
                        <a:pt x="108" y="25"/>
                      </a:lnTo>
                      <a:lnTo>
                        <a:pt x="82" y="31"/>
                      </a:lnTo>
                      <a:lnTo>
                        <a:pt x="58" y="40"/>
                      </a:lnTo>
                      <a:lnTo>
                        <a:pt x="36" y="52"/>
                      </a:lnTo>
                      <a:lnTo>
                        <a:pt x="16" y="68"/>
                      </a:lnTo>
                      <a:lnTo>
                        <a:pt x="0" y="89"/>
                      </a:lnTo>
                      <a:lnTo>
                        <a:pt x="0" y="56"/>
                      </a:lnTo>
                      <a:close/>
                    </a:path>
                  </a:pathLst>
                </a:custGeom>
                <a:solidFill>
                  <a:srgbClr val="000000">
                    <a:alpha val="100000"/>
                  </a:srgbClr>
                </a:solidFill>
                <a:ln w="9525">
                  <a:noFill/>
                </a:ln>
              </p:spPr>
              <p:txBody>
                <a:bodyPr/>
                <a:p>
                  <a:endParaRPr lang="zh-CN" altLang="en-US"/>
                </a:p>
              </p:txBody>
            </p:sp>
            <p:sp>
              <p:nvSpPr>
                <p:cNvPr id="145893" name="Freeform 787"/>
                <p:cNvSpPr/>
                <p:nvPr/>
              </p:nvSpPr>
              <p:spPr>
                <a:xfrm>
                  <a:off x="4841" y="1568"/>
                  <a:ext cx="75" cy="13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28" h="975">
                      <a:moveTo>
                        <a:pt x="0" y="0"/>
                      </a:moveTo>
                      <a:lnTo>
                        <a:pt x="0" y="943"/>
                      </a:lnTo>
                      <a:lnTo>
                        <a:pt x="159" y="975"/>
                      </a:lnTo>
                      <a:lnTo>
                        <a:pt x="152" y="848"/>
                      </a:lnTo>
                      <a:lnTo>
                        <a:pt x="528" y="905"/>
                      </a:lnTo>
                      <a:lnTo>
                        <a:pt x="521" y="855"/>
                      </a:lnTo>
                      <a:lnTo>
                        <a:pt x="261" y="822"/>
                      </a:lnTo>
                      <a:lnTo>
                        <a:pt x="254" y="713"/>
                      </a:lnTo>
                      <a:lnTo>
                        <a:pt x="77" y="713"/>
                      </a:lnTo>
                      <a:lnTo>
                        <a:pt x="72" y="699"/>
                      </a:lnTo>
                      <a:lnTo>
                        <a:pt x="60" y="659"/>
                      </a:lnTo>
                      <a:lnTo>
                        <a:pt x="44" y="595"/>
                      </a:lnTo>
                      <a:lnTo>
                        <a:pt x="28" y="511"/>
                      </a:lnTo>
                      <a:lnTo>
                        <a:pt x="16" y="410"/>
                      </a:lnTo>
                      <a:lnTo>
                        <a:pt x="12" y="294"/>
                      </a:lnTo>
                      <a:lnTo>
                        <a:pt x="21" y="167"/>
                      </a:lnTo>
                      <a:lnTo>
                        <a:pt x="45" y="32"/>
                      </a:lnTo>
                      <a:lnTo>
                        <a:pt x="0" y="0"/>
                      </a:lnTo>
                      <a:close/>
                    </a:path>
                  </a:pathLst>
                </a:custGeom>
                <a:solidFill>
                  <a:schemeClr val="bg2">
                    <a:alpha val="100000"/>
                  </a:schemeClr>
                </a:solidFill>
                <a:ln w="9525">
                  <a:noFill/>
                </a:ln>
              </p:spPr>
              <p:txBody>
                <a:bodyPr/>
                <a:p>
                  <a:endParaRPr lang="zh-CN" altLang="en-US"/>
                </a:p>
              </p:txBody>
            </p:sp>
            <p:sp>
              <p:nvSpPr>
                <p:cNvPr id="145894" name="Freeform 788"/>
                <p:cNvSpPr/>
                <p:nvPr/>
              </p:nvSpPr>
              <p:spPr>
                <a:xfrm>
                  <a:off x="4878" y="1536"/>
                  <a:ext cx="97" cy="1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678" h="133">
                      <a:moveTo>
                        <a:pt x="0" y="133"/>
                      </a:moveTo>
                      <a:lnTo>
                        <a:pt x="4" y="132"/>
                      </a:lnTo>
                      <a:lnTo>
                        <a:pt x="15" y="127"/>
                      </a:lnTo>
                      <a:lnTo>
                        <a:pt x="32" y="122"/>
                      </a:lnTo>
                      <a:lnTo>
                        <a:pt x="56" y="114"/>
                      </a:lnTo>
                      <a:lnTo>
                        <a:pt x="86" y="104"/>
                      </a:lnTo>
                      <a:lnTo>
                        <a:pt x="120" y="95"/>
                      </a:lnTo>
                      <a:lnTo>
                        <a:pt x="160" y="86"/>
                      </a:lnTo>
                      <a:lnTo>
                        <a:pt x="204" y="78"/>
                      </a:lnTo>
                      <a:lnTo>
                        <a:pt x="252" y="70"/>
                      </a:lnTo>
                      <a:lnTo>
                        <a:pt x="303" y="64"/>
                      </a:lnTo>
                      <a:lnTo>
                        <a:pt x="358" y="60"/>
                      </a:lnTo>
                      <a:lnTo>
                        <a:pt x="414" y="58"/>
                      </a:lnTo>
                      <a:lnTo>
                        <a:pt x="474" y="60"/>
                      </a:lnTo>
                      <a:lnTo>
                        <a:pt x="534" y="65"/>
                      </a:lnTo>
                      <a:lnTo>
                        <a:pt x="596" y="74"/>
                      </a:lnTo>
                      <a:lnTo>
                        <a:pt x="659" y="88"/>
                      </a:lnTo>
                      <a:lnTo>
                        <a:pt x="678" y="0"/>
                      </a:lnTo>
                      <a:lnTo>
                        <a:pt x="674" y="0"/>
                      </a:lnTo>
                      <a:lnTo>
                        <a:pt x="659" y="0"/>
                      </a:lnTo>
                      <a:lnTo>
                        <a:pt x="636" y="0"/>
                      </a:lnTo>
                      <a:lnTo>
                        <a:pt x="606" y="1"/>
                      </a:lnTo>
                      <a:lnTo>
                        <a:pt x="570" y="2"/>
                      </a:lnTo>
                      <a:lnTo>
                        <a:pt x="527" y="3"/>
                      </a:lnTo>
                      <a:lnTo>
                        <a:pt x="480" y="7"/>
                      </a:lnTo>
                      <a:lnTo>
                        <a:pt x="430" y="9"/>
                      </a:lnTo>
                      <a:lnTo>
                        <a:pt x="376" y="14"/>
                      </a:lnTo>
                      <a:lnTo>
                        <a:pt x="320" y="18"/>
                      </a:lnTo>
                      <a:lnTo>
                        <a:pt x="264" y="24"/>
                      </a:lnTo>
                      <a:lnTo>
                        <a:pt x="208" y="32"/>
                      </a:lnTo>
                      <a:lnTo>
                        <a:pt x="152" y="40"/>
                      </a:lnTo>
                      <a:lnTo>
                        <a:pt x="98" y="50"/>
                      </a:lnTo>
                      <a:lnTo>
                        <a:pt x="47" y="62"/>
                      </a:lnTo>
                      <a:lnTo>
                        <a:pt x="0" y="76"/>
                      </a:lnTo>
                      <a:lnTo>
                        <a:pt x="0" y="133"/>
                      </a:lnTo>
                      <a:close/>
                    </a:path>
                  </a:pathLst>
                </a:custGeom>
                <a:solidFill>
                  <a:schemeClr val="bg2">
                    <a:alpha val="100000"/>
                  </a:schemeClr>
                </a:solidFill>
                <a:ln w="9525">
                  <a:noFill/>
                </a:ln>
              </p:spPr>
              <p:txBody>
                <a:bodyPr/>
                <a:p>
                  <a:endParaRPr lang="zh-CN" altLang="en-US"/>
                </a:p>
              </p:txBody>
            </p:sp>
            <p:sp>
              <p:nvSpPr>
                <p:cNvPr id="145895" name="Freeform 789"/>
                <p:cNvSpPr/>
                <p:nvPr/>
              </p:nvSpPr>
              <p:spPr>
                <a:xfrm>
                  <a:off x="4821" y="1711"/>
                  <a:ext cx="163" cy="54"/>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42" h="379">
                      <a:moveTo>
                        <a:pt x="482" y="367"/>
                      </a:moveTo>
                      <a:lnTo>
                        <a:pt x="485" y="366"/>
                      </a:lnTo>
                      <a:lnTo>
                        <a:pt x="492" y="363"/>
                      </a:lnTo>
                      <a:lnTo>
                        <a:pt x="502" y="359"/>
                      </a:lnTo>
                      <a:lnTo>
                        <a:pt x="516" y="353"/>
                      </a:lnTo>
                      <a:lnTo>
                        <a:pt x="533" y="346"/>
                      </a:lnTo>
                      <a:lnTo>
                        <a:pt x="551" y="338"/>
                      </a:lnTo>
                      <a:lnTo>
                        <a:pt x="572" y="328"/>
                      </a:lnTo>
                      <a:lnTo>
                        <a:pt x="593" y="317"/>
                      </a:lnTo>
                      <a:lnTo>
                        <a:pt x="616" y="306"/>
                      </a:lnTo>
                      <a:lnTo>
                        <a:pt x="638" y="292"/>
                      </a:lnTo>
                      <a:lnTo>
                        <a:pt x="660" y="279"/>
                      </a:lnTo>
                      <a:lnTo>
                        <a:pt x="680" y="264"/>
                      </a:lnTo>
                      <a:lnTo>
                        <a:pt x="700" y="249"/>
                      </a:lnTo>
                      <a:lnTo>
                        <a:pt x="717" y="233"/>
                      </a:lnTo>
                      <a:lnTo>
                        <a:pt x="732" y="217"/>
                      </a:lnTo>
                      <a:lnTo>
                        <a:pt x="743" y="201"/>
                      </a:lnTo>
                      <a:lnTo>
                        <a:pt x="0" y="20"/>
                      </a:lnTo>
                      <a:lnTo>
                        <a:pt x="57" y="0"/>
                      </a:lnTo>
                      <a:lnTo>
                        <a:pt x="1142" y="267"/>
                      </a:lnTo>
                      <a:lnTo>
                        <a:pt x="1098" y="292"/>
                      </a:lnTo>
                      <a:lnTo>
                        <a:pt x="784" y="212"/>
                      </a:lnTo>
                      <a:lnTo>
                        <a:pt x="783" y="213"/>
                      </a:lnTo>
                      <a:lnTo>
                        <a:pt x="781" y="216"/>
                      </a:lnTo>
                      <a:lnTo>
                        <a:pt x="776" y="221"/>
                      </a:lnTo>
                      <a:lnTo>
                        <a:pt x="769" y="228"/>
                      </a:lnTo>
                      <a:lnTo>
                        <a:pt x="761" y="237"/>
                      </a:lnTo>
                      <a:lnTo>
                        <a:pt x="750" y="246"/>
                      </a:lnTo>
                      <a:lnTo>
                        <a:pt x="737" y="258"/>
                      </a:lnTo>
                      <a:lnTo>
                        <a:pt x="721" y="269"/>
                      </a:lnTo>
                      <a:lnTo>
                        <a:pt x="703" y="282"/>
                      </a:lnTo>
                      <a:lnTo>
                        <a:pt x="684" y="295"/>
                      </a:lnTo>
                      <a:lnTo>
                        <a:pt x="660" y="309"/>
                      </a:lnTo>
                      <a:lnTo>
                        <a:pt x="635" y="323"/>
                      </a:lnTo>
                      <a:lnTo>
                        <a:pt x="606" y="338"/>
                      </a:lnTo>
                      <a:lnTo>
                        <a:pt x="574" y="352"/>
                      </a:lnTo>
                      <a:lnTo>
                        <a:pt x="540" y="366"/>
                      </a:lnTo>
                      <a:lnTo>
                        <a:pt x="502" y="379"/>
                      </a:lnTo>
                      <a:lnTo>
                        <a:pt x="482" y="367"/>
                      </a:lnTo>
                      <a:close/>
                    </a:path>
                  </a:pathLst>
                </a:custGeom>
                <a:solidFill>
                  <a:srgbClr val="000000">
                    <a:alpha val="100000"/>
                  </a:srgbClr>
                </a:solidFill>
                <a:ln w="9525">
                  <a:noFill/>
                </a:ln>
              </p:spPr>
              <p:txBody>
                <a:bodyPr/>
                <a:p>
                  <a:endParaRPr lang="zh-CN" altLang="en-US"/>
                </a:p>
              </p:txBody>
            </p:sp>
            <p:sp>
              <p:nvSpPr>
                <p:cNvPr id="145896" name="Freeform 790"/>
                <p:cNvSpPr/>
                <p:nvPr/>
              </p:nvSpPr>
              <p:spPr>
                <a:xfrm>
                  <a:off x="4787" y="1725"/>
                  <a:ext cx="167" cy="48"/>
                </a:xfrm>
                <a:custGeom>
                  <a:avLst/>
                  <a:gdLst/>
                  <a:ahLst/>
                  <a:cxnLst>
                    <a:cxn ang="0">
                      <a:pos x="0" y="0"/>
                    </a:cxn>
                    <a:cxn ang="0">
                      <a:pos x="0" y="0"/>
                    </a:cxn>
                    <a:cxn ang="0">
                      <a:pos x="0" y="0"/>
                    </a:cxn>
                    <a:cxn ang="0">
                      <a:pos x="0" y="0"/>
                    </a:cxn>
                    <a:cxn ang="0">
                      <a:pos x="0" y="0"/>
                    </a:cxn>
                  </a:cxnLst>
                  <a:pathLst>
                    <a:path w="1163" h="340">
                      <a:moveTo>
                        <a:pt x="0" y="0"/>
                      </a:moveTo>
                      <a:lnTo>
                        <a:pt x="1137" y="340"/>
                      </a:lnTo>
                      <a:lnTo>
                        <a:pt x="1163" y="340"/>
                      </a:lnTo>
                      <a:lnTo>
                        <a:pt x="34" y="0"/>
                      </a:lnTo>
                      <a:lnTo>
                        <a:pt x="0" y="0"/>
                      </a:lnTo>
                      <a:close/>
                    </a:path>
                  </a:pathLst>
                </a:custGeom>
                <a:solidFill>
                  <a:srgbClr val="000000">
                    <a:alpha val="100000"/>
                  </a:srgbClr>
                </a:solidFill>
                <a:ln w="9525">
                  <a:noFill/>
                </a:ln>
              </p:spPr>
              <p:txBody>
                <a:bodyPr/>
                <a:p>
                  <a:endParaRPr lang="zh-CN" altLang="en-US"/>
                </a:p>
              </p:txBody>
            </p:sp>
            <p:sp>
              <p:nvSpPr>
                <p:cNvPr id="145897" name="Freeform 791"/>
                <p:cNvSpPr/>
                <p:nvPr/>
              </p:nvSpPr>
              <p:spPr>
                <a:xfrm>
                  <a:off x="4815" y="1718"/>
                  <a:ext cx="164" cy="44"/>
                </a:xfrm>
                <a:custGeom>
                  <a:avLst/>
                  <a:gdLst/>
                  <a:ahLst/>
                  <a:cxnLst>
                    <a:cxn ang="0">
                      <a:pos x="0" y="0"/>
                    </a:cxn>
                    <a:cxn ang="0">
                      <a:pos x="0" y="0"/>
                    </a:cxn>
                    <a:cxn ang="0">
                      <a:pos x="0" y="0"/>
                    </a:cxn>
                    <a:cxn ang="0">
                      <a:pos x="0" y="0"/>
                    </a:cxn>
                    <a:cxn ang="0">
                      <a:pos x="0" y="0"/>
                    </a:cxn>
                  </a:cxnLst>
                  <a:pathLst>
                    <a:path w="1149" h="303">
                      <a:moveTo>
                        <a:pt x="0" y="1"/>
                      </a:moveTo>
                      <a:lnTo>
                        <a:pt x="1124" y="303"/>
                      </a:lnTo>
                      <a:lnTo>
                        <a:pt x="1149" y="302"/>
                      </a:lnTo>
                      <a:lnTo>
                        <a:pt x="34" y="0"/>
                      </a:lnTo>
                      <a:lnTo>
                        <a:pt x="0" y="1"/>
                      </a:lnTo>
                      <a:close/>
                    </a:path>
                  </a:pathLst>
                </a:custGeom>
                <a:solidFill>
                  <a:srgbClr val="000000">
                    <a:alpha val="100000"/>
                  </a:srgbClr>
                </a:solidFill>
                <a:ln w="9525">
                  <a:noFill/>
                </a:ln>
              </p:spPr>
              <p:txBody>
                <a:bodyPr/>
                <a:p>
                  <a:endParaRPr lang="zh-CN" altLang="en-US"/>
                </a:p>
              </p:txBody>
            </p:sp>
            <p:sp>
              <p:nvSpPr>
                <p:cNvPr id="145898" name="Freeform 792"/>
                <p:cNvSpPr/>
                <p:nvPr/>
              </p:nvSpPr>
              <p:spPr>
                <a:xfrm>
                  <a:off x="4802" y="1721"/>
                  <a:ext cx="165" cy="48"/>
                </a:xfrm>
                <a:custGeom>
                  <a:avLst/>
                  <a:gdLst/>
                  <a:ahLst/>
                  <a:cxnLst>
                    <a:cxn ang="0">
                      <a:pos x="0" y="0"/>
                    </a:cxn>
                    <a:cxn ang="0">
                      <a:pos x="0" y="0"/>
                    </a:cxn>
                    <a:cxn ang="0">
                      <a:pos x="0" y="0"/>
                    </a:cxn>
                    <a:cxn ang="0">
                      <a:pos x="0" y="0"/>
                    </a:cxn>
                    <a:cxn ang="0">
                      <a:pos x="0" y="0"/>
                    </a:cxn>
                  </a:cxnLst>
                  <a:pathLst>
                    <a:path w="1155" h="336">
                      <a:moveTo>
                        <a:pt x="0" y="0"/>
                      </a:moveTo>
                      <a:lnTo>
                        <a:pt x="1134" y="336"/>
                      </a:lnTo>
                      <a:lnTo>
                        <a:pt x="1155" y="328"/>
                      </a:lnTo>
                      <a:lnTo>
                        <a:pt x="34" y="0"/>
                      </a:lnTo>
                      <a:lnTo>
                        <a:pt x="0" y="0"/>
                      </a:lnTo>
                      <a:close/>
                    </a:path>
                  </a:pathLst>
                </a:custGeom>
                <a:solidFill>
                  <a:srgbClr val="000000">
                    <a:alpha val="100000"/>
                  </a:srgbClr>
                </a:solidFill>
                <a:ln w="9525">
                  <a:noFill/>
                </a:ln>
              </p:spPr>
              <p:txBody>
                <a:bodyPr/>
                <a:p>
                  <a:endParaRPr lang="zh-CN" altLang="en-US"/>
                </a:p>
              </p:txBody>
            </p:sp>
          </p:grpSp>
          <p:grpSp>
            <p:nvGrpSpPr>
              <p:cNvPr id="145843" name="Group 793"/>
              <p:cNvGrpSpPr/>
              <p:nvPr/>
            </p:nvGrpSpPr>
            <p:grpSpPr>
              <a:xfrm rot="-5400000">
                <a:off x="1626" y="3444"/>
                <a:ext cx="391" cy="88"/>
                <a:chOff x="1450" y="3513"/>
                <a:chExt cx="391" cy="88"/>
              </a:xfrm>
            </p:grpSpPr>
            <p:sp>
              <p:nvSpPr>
                <p:cNvPr id="145858" name="Freeform 794"/>
                <p:cNvSpPr/>
                <p:nvPr/>
              </p:nvSpPr>
              <p:spPr>
                <a:xfrm flipV="1">
                  <a:off x="1450" y="3574"/>
                  <a:ext cx="391" cy="27"/>
                </a:xfrm>
                <a:custGeom>
                  <a:avLst/>
                  <a:gdLst/>
                  <a:ahLst/>
                  <a:cxnLst>
                    <a:cxn ang="0">
                      <a:pos x="0" y="0"/>
                    </a:cxn>
                    <a:cxn ang="0">
                      <a:pos x="0" y="0"/>
                    </a:cxn>
                    <a:cxn ang="0">
                      <a:pos x="5" y="0"/>
                    </a:cxn>
                    <a:cxn ang="0">
                      <a:pos x="5" y="0"/>
                    </a:cxn>
                  </a:cxnLst>
                  <a:pathLst>
                    <a:path w="720" h="56">
                      <a:moveTo>
                        <a:pt x="0" y="0"/>
                      </a:moveTo>
                      <a:lnTo>
                        <a:pt x="0" y="56"/>
                      </a:lnTo>
                      <a:lnTo>
                        <a:pt x="720" y="56"/>
                      </a:lnTo>
                      <a:lnTo>
                        <a:pt x="720" y="8"/>
                      </a:lnTo>
                    </a:path>
                  </a:pathLst>
                </a:custGeom>
                <a:noFill/>
                <a:ln w="12700" cap="flat" cmpd="sng">
                  <a:solidFill>
                    <a:schemeClr val="tx1">
                      <a:alpha val="100000"/>
                    </a:schemeClr>
                  </a:solidFill>
                  <a:prstDash val="solid"/>
                  <a:round/>
                  <a:headEnd type="none" w="med" len="med"/>
                  <a:tailEnd type="none" w="med" len="med"/>
                </a:ln>
              </p:spPr>
              <p:txBody>
                <a:bodyPr/>
                <a:p>
                  <a:endParaRPr lang="zh-CN" altLang="en-US"/>
                </a:p>
              </p:txBody>
            </p:sp>
            <p:sp>
              <p:nvSpPr>
                <p:cNvPr id="145859" name="Line 795"/>
                <p:cNvSpPr/>
                <p:nvPr/>
              </p:nvSpPr>
              <p:spPr>
                <a:xfrm>
                  <a:off x="1642" y="3513"/>
                  <a:ext cx="0" cy="60"/>
                </a:xfrm>
                <a:prstGeom prst="line">
                  <a:avLst/>
                </a:prstGeom>
                <a:ln w="19050" cap="flat" cmpd="sng">
                  <a:solidFill>
                    <a:schemeClr val="tx1"/>
                  </a:solidFill>
                  <a:prstDash val="solid"/>
                  <a:headEnd type="none" w="med" len="med"/>
                  <a:tailEnd type="none" w="med" len="med"/>
                </a:ln>
              </p:spPr>
            </p:sp>
          </p:grpSp>
          <p:grpSp>
            <p:nvGrpSpPr>
              <p:cNvPr id="145844" name="Group 796"/>
              <p:cNvGrpSpPr/>
              <p:nvPr/>
            </p:nvGrpSpPr>
            <p:grpSpPr>
              <a:xfrm>
                <a:off x="1533" y="3422"/>
                <a:ext cx="275" cy="118"/>
                <a:chOff x="3600" y="219"/>
                <a:chExt cx="360" cy="175"/>
              </a:xfrm>
            </p:grpSpPr>
            <p:sp>
              <p:nvSpPr>
                <p:cNvPr id="145845" name="Oval 797"/>
                <p:cNvSpPr/>
                <p:nvPr/>
              </p:nvSpPr>
              <p:spPr>
                <a:xfrm>
                  <a:off x="3603" y="297"/>
                  <a:ext cx="357" cy="97"/>
                </a:xfrm>
                <a:prstGeom prst="ellipse">
                  <a:avLst/>
                </a:prstGeom>
                <a:solidFill>
                  <a:srgbClr val="FF0000"/>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45846" name="Line 798"/>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145847" name="Line 799"/>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145848" name="Rectangle 800"/>
                <p:cNvSpPr/>
                <p:nvPr/>
              </p:nvSpPr>
              <p:spPr>
                <a:xfrm>
                  <a:off x="3603" y="289"/>
                  <a:ext cx="354" cy="59"/>
                </a:xfrm>
                <a:prstGeom prst="rect">
                  <a:avLst/>
                </a:prstGeom>
                <a:solidFill>
                  <a:srgbClr val="FF0000"/>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45849" name="Oval 801"/>
                <p:cNvSpPr/>
                <p:nvPr/>
              </p:nvSpPr>
              <p:spPr>
                <a:xfrm>
                  <a:off x="3600" y="219"/>
                  <a:ext cx="357" cy="113"/>
                </a:xfrm>
                <a:prstGeom prst="ellipse">
                  <a:avLst/>
                </a:prstGeom>
                <a:solidFill>
                  <a:srgbClr val="FF0000"/>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45850" name="Group 802"/>
                <p:cNvGrpSpPr/>
                <p:nvPr/>
              </p:nvGrpSpPr>
              <p:grpSpPr>
                <a:xfrm>
                  <a:off x="3686" y="244"/>
                  <a:ext cx="177" cy="66"/>
                  <a:chOff x="2848" y="848"/>
                  <a:chExt cx="140" cy="98"/>
                </a:xfrm>
              </p:grpSpPr>
              <p:sp>
                <p:nvSpPr>
                  <p:cNvPr id="145855" name="Line 803"/>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45856" name="Line 804"/>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45857" name="Line 805"/>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145851" name="Group 806"/>
                <p:cNvGrpSpPr/>
                <p:nvPr/>
              </p:nvGrpSpPr>
              <p:grpSpPr>
                <a:xfrm flipV="1">
                  <a:off x="3686" y="243"/>
                  <a:ext cx="177" cy="66"/>
                  <a:chOff x="2848" y="848"/>
                  <a:chExt cx="140" cy="98"/>
                </a:xfrm>
              </p:grpSpPr>
              <p:sp>
                <p:nvSpPr>
                  <p:cNvPr id="145852" name="Line 807"/>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45853" name="Line 808"/>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45854" name="Line 809"/>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grpSp>
          <p:nvGrpSpPr>
            <p:cNvPr id="145439" name="Group 810"/>
            <p:cNvGrpSpPr/>
            <p:nvPr/>
          </p:nvGrpSpPr>
          <p:grpSpPr>
            <a:xfrm>
              <a:off x="2860" y="2567"/>
              <a:ext cx="544" cy="315"/>
              <a:chOff x="1659" y="3364"/>
              <a:chExt cx="544" cy="315"/>
            </a:xfrm>
          </p:grpSpPr>
          <p:grpSp>
            <p:nvGrpSpPr>
              <p:cNvPr id="145744" name="Group 811"/>
              <p:cNvGrpSpPr/>
              <p:nvPr/>
            </p:nvGrpSpPr>
            <p:grpSpPr>
              <a:xfrm>
                <a:off x="2044" y="3533"/>
                <a:ext cx="159" cy="146"/>
                <a:chOff x="4781" y="1833"/>
                <a:chExt cx="318" cy="262"/>
              </a:xfrm>
            </p:grpSpPr>
            <p:sp>
              <p:nvSpPr>
                <p:cNvPr id="145801" name="AutoShape 812"/>
                <p:cNvSpPr>
                  <a:spLocks noChangeAspect="1" noTextEdit="1"/>
                </p:cNvSpPr>
                <p:nvPr/>
              </p:nvSpPr>
              <p:spPr>
                <a:xfrm>
                  <a:off x="4787" y="1835"/>
                  <a:ext cx="312" cy="260"/>
                </a:xfrm>
                <a:prstGeom prst="rect">
                  <a:avLst/>
                </a:prstGeom>
                <a:noFill/>
                <a:ln w="9525">
                  <a:noFill/>
                </a:ln>
              </p:spPr>
              <p:txBody>
                <a:bodyPr/>
                <a:p>
                  <a:endParaRPr lang="zh-CN" altLang="en-US"/>
                </a:p>
              </p:txBody>
            </p:sp>
            <p:sp>
              <p:nvSpPr>
                <p:cNvPr id="145802" name="Freeform 813"/>
                <p:cNvSpPr/>
                <p:nvPr/>
              </p:nvSpPr>
              <p:spPr>
                <a:xfrm>
                  <a:off x="4781" y="1833"/>
                  <a:ext cx="307" cy="25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150" h="1804">
                      <a:moveTo>
                        <a:pt x="582" y="239"/>
                      </a:moveTo>
                      <a:lnTo>
                        <a:pt x="606" y="129"/>
                      </a:lnTo>
                      <a:lnTo>
                        <a:pt x="607" y="129"/>
                      </a:lnTo>
                      <a:lnTo>
                        <a:pt x="611" y="128"/>
                      </a:lnTo>
                      <a:lnTo>
                        <a:pt x="616" y="125"/>
                      </a:lnTo>
                      <a:lnTo>
                        <a:pt x="623" y="123"/>
                      </a:lnTo>
                      <a:lnTo>
                        <a:pt x="633" y="120"/>
                      </a:lnTo>
                      <a:lnTo>
                        <a:pt x="645" y="115"/>
                      </a:lnTo>
                      <a:lnTo>
                        <a:pt x="659" y="112"/>
                      </a:lnTo>
                      <a:lnTo>
                        <a:pt x="676" y="107"/>
                      </a:lnTo>
                      <a:lnTo>
                        <a:pt x="694" y="101"/>
                      </a:lnTo>
                      <a:lnTo>
                        <a:pt x="715" y="95"/>
                      </a:lnTo>
                      <a:lnTo>
                        <a:pt x="738" y="90"/>
                      </a:lnTo>
                      <a:lnTo>
                        <a:pt x="763" y="84"/>
                      </a:lnTo>
                      <a:lnTo>
                        <a:pt x="790" y="78"/>
                      </a:lnTo>
                      <a:lnTo>
                        <a:pt x="820" y="71"/>
                      </a:lnTo>
                      <a:lnTo>
                        <a:pt x="852" y="64"/>
                      </a:lnTo>
                      <a:lnTo>
                        <a:pt x="886" y="59"/>
                      </a:lnTo>
                      <a:lnTo>
                        <a:pt x="922" y="52"/>
                      </a:lnTo>
                      <a:lnTo>
                        <a:pt x="961" y="46"/>
                      </a:lnTo>
                      <a:lnTo>
                        <a:pt x="1002" y="40"/>
                      </a:lnTo>
                      <a:lnTo>
                        <a:pt x="1044" y="35"/>
                      </a:lnTo>
                      <a:lnTo>
                        <a:pt x="1090" y="29"/>
                      </a:lnTo>
                      <a:lnTo>
                        <a:pt x="1138" y="23"/>
                      </a:lnTo>
                      <a:lnTo>
                        <a:pt x="1187" y="18"/>
                      </a:lnTo>
                      <a:lnTo>
                        <a:pt x="1240" y="14"/>
                      </a:lnTo>
                      <a:lnTo>
                        <a:pt x="1294" y="10"/>
                      </a:lnTo>
                      <a:lnTo>
                        <a:pt x="1350" y="7"/>
                      </a:lnTo>
                      <a:lnTo>
                        <a:pt x="1410" y="4"/>
                      </a:lnTo>
                      <a:lnTo>
                        <a:pt x="1470" y="1"/>
                      </a:lnTo>
                      <a:lnTo>
                        <a:pt x="1535" y="0"/>
                      </a:lnTo>
                      <a:lnTo>
                        <a:pt x="1601" y="0"/>
                      </a:lnTo>
                      <a:lnTo>
                        <a:pt x="1668" y="0"/>
                      </a:lnTo>
                      <a:lnTo>
                        <a:pt x="1739" y="1"/>
                      </a:lnTo>
                      <a:lnTo>
                        <a:pt x="1816" y="44"/>
                      </a:lnTo>
                      <a:lnTo>
                        <a:pt x="1799" y="248"/>
                      </a:lnTo>
                      <a:lnTo>
                        <a:pt x="1804" y="251"/>
                      </a:lnTo>
                      <a:lnTo>
                        <a:pt x="1820" y="259"/>
                      </a:lnTo>
                      <a:lnTo>
                        <a:pt x="1842" y="272"/>
                      </a:lnTo>
                      <a:lnTo>
                        <a:pt x="1868" y="292"/>
                      </a:lnTo>
                      <a:lnTo>
                        <a:pt x="1896" y="318"/>
                      </a:lnTo>
                      <a:lnTo>
                        <a:pt x="1920" y="351"/>
                      </a:lnTo>
                      <a:lnTo>
                        <a:pt x="1939" y="390"/>
                      </a:lnTo>
                      <a:lnTo>
                        <a:pt x="1951" y="436"/>
                      </a:lnTo>
                      <a:lnTo>
                        <a:pt x="2125" y="593"/>
                      </a:lnTo>
                      <a:lnTo>
                        <a:pt x="2078" y="1009"/>
                      </a:lnTo>
                      <a:lnTo>
                        <a:pt x="1799" y="1149"/>
                      </a:lnTo>
                      <a:lnTo>
                        <a:pt x="2129" y="1247"/>
                      </a:lnTo>
                      <a:lnTo>
                        <a:pt x="2131" y="1251"/>
                      </a:lnTo>
                      <a:lnTo>
                        <a:pt x="2137" y="1264"/>
                      </a:lnTo>
                      <a:lnTo>
                        <a:pt x="2143" y="1284"/>
                      </a:lnTo>
                      <a:lnTo>
                        <a:pt x="2149" y="1310"/>
                      </a:lnTo>
                      <a:lnTo>
                        <a:pt x="2150" y="1342"/>
                      </a:lnTo>
                      <a:lnTo>
                        <a:pt x="2147" y="1380"/>
                      </a:lnTo>
                      <a:lnTo>
                        <a:pt x="2136" y="1423"/>
                      </a:lnTo>
                      <a:lnTo>
                        <a:pt x="2117" y="1468"/>
                      </a:lnTo>
                      <a:lnTo>
                        <a:pt x="1244" y="1804"/>
                      </a:lnTo>
                      <a:lnTo>
                        <a:pt x="0" y="1413"/>
                      </a:lnTo>
                      <a:lnTo>
                        <a:pt x="22" y="1367"/>
                      </a:lnTo>
                      <a:lnTo>
                        <a:pt x="212" y="1302"/>
                      </a:lnTo>
                      <a:lnTo>
                        <a:pt x="212" y="248"/>
                      </a:lnTo>
                      <a:lnTo>
                        <a:pt x="213" y="247"/>
                      </a:lnTo>
                      <a:lnTo>
                        <a:pt x="217" y="244"/>
                      </a:lnTo>
                      <a:lnTo>
                        <a:pt x="223" y="240"/>
                      </a:lnTo>
                      <a:lnTo>
                        <a:pt x="232" y="234"/>
                      </a:lnTo>
                      <a:lnTo>
                        <a:pt x="245" y="228"/>
                      </a:lnTo>
                      <a:lnTo>
                        <a:pt x="258" y="221"/>
                      </a:lnTo>
                      <a:lnTo>
                        <a:pt x="276" y="214"/>
                      </a:lnTo>
                      <a:lnTo>
                        <a:pt x="294" y="207"/>
                      </a:lnTo>
                      <a:lnTo>
                        <a:pt x="316" y="201"/>
                      </a:lnTo>
                      <a:lnTo>
                        <a:pt x="340" y="197"/>
                      </a:lnTo>
                      <a:lnTo>
                        <a:pt x="366" y="194"/>
                      </a:lnTo>
                      <a:lnTo>
                        <a:pt x="393" y="192"/>
                      </a:lnTo>
                      <a:lnTo>
                        <a:pt x="424" y="193"/>
                      </a:lnTo>
                      <a:lnTo>
                        <a:pt x="457" y="197"/>
                      </a:lnTo>
                      <a:lnTo>
                        <a:pt x="493" y="203"/>
                      </a:lnTo>
                      <a:lnTo>
                        <a:pt x="529" y="214"/>
                      </a:lnTo>
                      <a:lnTo>
                        <a:pt x="582" y="239"/>
                      </a:lnTo>
                      <a:close/>
                    </a:path>
                  </a:pathLst>
                </a:custGeom>
                <a:solidFill>
                  <a:srgbClr val="FF0000">
                    <a:alpha val="100000"/>
                  </a:srgbClr>
                </a:solidFill>
                <a:ln w="9525">
                  <a:noFill/>
                </a:ln>
              </p:spPr>
              <p:txBody>
                <a:bodyPr/>
                <a:p>
                  <a:endParaRPr lang="zh-CN" altLang="en-US"/>
                </a:p>
              </p:txBody>
            </p:sp>
            <p:sp>
              <p:nvSpPr>
                <p:cNvPr id="145803" name="Freeform 814"/>
                <p:cNvSpPr/>
                <p:nvPr/>
              </p:nvSpPr>
              <p:spPr>
                <a:xfrm>
                  <a:off x="4894" y="1857"/>
                  <a:ext cx="98" cy="112"/>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690" h="782">
                      <a:moveTo>
                        <a:pt x="684" y="29"/>
                      </a:moveTo>
                      <a:lnTo>
                        <a:pt x="681" y="28"/>
                      </a:lnTo>
                      <a:lnTo>
                        <a:pt x="670" y="25"/>
                      </a:lnTo>
                      <a:lnTo>
                        <a:pt x="652" y="21"/>
                      </a:lnTo>
                      <a:lnTo>
                        <a:pt x="628" y="16"/>
                      </a:lnTo>
                      <a:lnTo>
                        <a:pt x="600" y="11"/>
                      </a:lnTo>
                      <a:lnTo>
                        <a:pt x="566" y="7"/>
                      </a:lnTo>
                      <a:lnTo>
                        <a:pt x="527" y="3"/>
                      </a:lnTo>
                      <a:lnTo>
                        <a:pt x="483" y="1"/>
                      </a:lnTo>
                      <a:lnTo>
                        <a:pt x="436" y="0"/>
                      </a:lnTo>
                      <a:lnTo>
                        <a:pt x="386" y="2"/>
                      </a:lnTo>
                      <a:lnTo>
                        <a:pt x="333" y="7"/>
                      </a:lnTo>
                      <a:lnTo>
                        <a:pt x="277" y="16"/>
                      </a:lnTo>
                      <a:lnTo>
                        <a:pt x="221" y="28"/>
                      </a:lnTo>
                      <a:lnTo>
                        <a:pt x="163" y="45"/>
                      </a:lnTo>
                      <a:lnTo>
                        <a:pt x="104" y="65"/>
                      </a:lnTo>
                      <a:lnTo>
                        <a:pt x="44" y="93"/>
                      </a:lnTo>
                      <a:lnTo>
                        <a:pt x="40" y="108"/>
                      </a:lnTo>
                      <a:lnTo>
                        <a:pt x="29" y="150"/>
                      </a:lnTo>
                      <a:lnTo>
                        <a:pt x="17" y="216"/>
                      </a:lnTo>
                      <a:lnTo>
                        <a:pt x="5" y="301"/>
                      </a:lnTo>
                      <a:lnTo>
                        <a:pt x="0" y="402"/>
                      </a:lnTo>
                      <a:lnTo>
                        <a:pt x="4" y="516"/>
                      </a:lnTo>
                      <a:lnTo>
                        <a:pt x="21" y="638"/>
                      </a:lnTo>
                      <a:lnTo>
                        <a:pt x="57" y="763"/>
                      </a:lnTo>
                      <a:lnTo>
                        <a:pt x="60" y="763"/>
                      </a:lnTo>
                      <a:lnTo>
                        <a:pt x="69" y="762"/>
                      </a:lnTo>
                      <a:lnTo>
                        <a:pt x="84" y="759"/>
                      </a:lnTo>
                      <a:lnTo>
                        <a:pt x="105" y="758"/>
                      </a:lnTo>
                      <a:lnTo>
                        <a:pt x="131" y="756"/>
                      </a:lnTo>
                      <a:lnTo>
                        <a:pt x="162" y="754"/>
                      </a:lnTo>
                      <a:lnTo>
                        <a:pt x="198" y="753"/>
                      </a:lnTo>
                      <a:lnTo>
                        <a:pt x="239" y="751"/>
                      </a:lnTo>
                      <a:lnTo>
                        <a:pt x="283" y="750"/>
                      </a:lnTo>
                      <a:lnTo>
                        <a:pt x="331" y="751"/>
                      </a:lnTo>
                      <a:lnTo>
                        <a:pt x="384" y="753"/>
                      </a:lnTo>
                      <a:lnTo>
                        <a:pt x="440" y="755"/>
                      </a:lnTo>
                      <a:lnTo>
                        <a:pt x="498" y="759"/>
                      </a:lnTo>
                      <a:lnTo>
                        <a:pt x="560" y="765"/>
                      </a:lnTo>
                      <a:lnTo>
                        <a:pt x="624" y="773"/>
                      </a:lnTo>
                      <a:lnTo>
                        <a:pt x="690" y="782"/>
                      </a:lnTo>
                      <a:lnTo>
                        <a:pt x="687" y="759"/>
                      </a:lnTo>
                      <a:lnTo>
                        <a:pt x="680" y="697"/>
                      </a:lnTo>
                      <a:lnTo>
                        <a:pt x="670" y="604"/>
                      </a:lnTo>
                      <a:lnTo>
                        <a:pt x="662" y="492"/>
                      </a:lnTo>
                      <a:lnTo>
                        <a:pt x="656" y="368"/>
                      </a:lnTo>
                      <a:lnTo>
                        <a:pt x="656" y="244"/>
                      </a:lnTo>
                      <a:lnTo>
                        <a:pt x="665" y="128"/>
                      </a:lnTo>
                      <a:lnTo>
                        <a:pt x="684" y="29"/>
                      </a:lnTo>
                      <a:close/>
                    </a:path>
                  </a:pathLst>
                </a:custGeom>
                <a:solidFill>
                  <a:srgbClr val="FF0000">
                    <a:alpha val="100000"/>
                  </a:srgbClr>
                </a:solidFill>
                <a:ln w="9525">
                  <a:noFill/>
                </a:ln>
              </p:spPr>
              <p:txBody>
                <a:bodyPr/>
                <a:p>
                  <a:endParaRPr lang="zh-CN" altLang="en-US"/>
                </a:p>
              </p:txBody>
            </p:sp>
            <p:sp>
              <p:nvSpPr>
                <p:cNvPr id="145804" name="Freeform 815"/>
                <p:cNvSpPr/>
                <p:nvPr/>
              </p:nvSpPr>
              <p:spPr>
                <a:xfrm>
                  <a:off x="4904" y="1888"/>
                  <a:ext cx="163" cy="11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39" h="778">
                      <a:moveTo>
                        <a:pt x="7" y="587"/>
                      </a:moveTo>
                      <a:lnTo>
                        <a:pt x="0" y="682"/>
                      </a:lnTo>
                      <a:lnTo>
                        <a:pt x="742" y="778"/>
                      </a:lnTo>
                      <a:lnTo>
                        <a:pt x="748" y="775"/>
                      </a:lnTo>
                      <a:lnTo>
                        <a:pt x="763" y="767"/>
                      </a:lnTo>
                      <a:lnTo>
                        <a:pt x="787" y="755"/>
                      </a:lnTo>
                      <a:lnTo>
                        <a:pt x="816" y="737"/>
                      </a:lnTo>
                      <a:lnTo>
                        <a:pt x="852" y="714"/>
                      </a:lnTo>
                      <a:lnTo>
                        <a:pt x="891" y="686"/>
                      </a:lnTo>
                      <a:lnTo>
                        <a:pt x="932" y="652"/>
                      </a:lnTo>
                      <a:lnTo>
                        <a:pt x="973" y="613"/>
                      </a:lnTo>
                      <a:lnTo>
                        <a:pt x="1013" y="570"/>
                      </a:lnTo>
                      <a:lnTo>
                        <a:pt x="1051" y="521"/>
                      </a:lnTo>
                      <a:lnTo>
                        <a:pt x="1083" y="466"/>
                      </a:lnTo>
                      <a:lnTo>
                        <a:pt x="1109" y="406"/>
                      </a:lnTo>
                      <a:lnTo>
                        <a:pt x="1129" y="342"/>
                      </a:lnTo>
                      <a:lnTo>
                        <a:pt x="1139" y="271"/>
                      </a:lnTo>
                      <a:lnTo>
                        <a:pt x="1138" y="196"/>
                      </a:lnTo>
                      <a:lnTo>
                        <a:pt x="1124" y="115"/>
                      </a:lnTo>
                      <a:lnTo>
                        <a:pt x="1122" y="110"/>
                      </a:lnTo>
                      <a:lnTo>
                        <a:pt x="1115" y="97"/>
                      </a:lnTo>
                      <a:lnTo>
                        <a:pt x="1102" y="80"/>
                      </a:lnTo>
                      <a:lnTo>
                        <a:pt x="1086" y="59"/>
                      </a:lnTo>
                      <a:lnTo>
                        <a:pt x="1066" y="39"/>
                      </a:lnTo>
                      <a:lnTo>
                        <a:pt x="1041" y="20"/>
                      </a:lnTo>
                      <a:lnTo>
                        <a:pt x="1011" y="7"/>
                      </a:lnTo>
                      <a:lnTo>
                        <a:pt x="978" y="0"/>
                      </a:lnTo>
                      <a:lnTo>
                        <a:pt x="982" y="12"/>
                      </a:lnTo>
                      <a:lnTo>
                        <a:pt x="994" y="46"/>
                      </a:lnTo>
                      <a:lnTo>
                        <a:pt x="1007" y="100"/>
                      </a:lnTo>
                      <a:lnTo>
                        <a:pt x="1019" y="169"/>
                      </a:lnTo>
                      <a:lnTo>
                        <a:pt x="1022" y="252"/>
                      </a:lnTo>
                      <a:lnTo>
                        <a:pt x="1013" y="344"/>
                      </a:lnTo>
                      <a:lnTo>
                        <a:pt x="987" y="444"/>
                      </a:lnTo>
                      <a:lnTo>
                        <a:pt x="940" y="549"/>
                      </a:lnTo>
                      <a:lnTo>
                        <a:pt x="939" y="550"/>
                      </a:lnTo>
                      <a:lnTo>
                        <a:pt x="934" y="553"/>
                      </a:lnTo>
                      <a:lnTo>
                        <a:pt x="927" y="559"/>
                      </a:lnTo>
                      <a:lnTo>
                        <a:pt x="917" y="567"/>
                      </a:lnTo>
                      <a:lnTo>
                        <a:pt x="904" y="575"/>
                      </a:lnTo>
                      <a:lnTo>
                        <a:pt x="890" y="585"/>
                      </a:lnTo>
                      <a:lnTo>
                        <a:pt x="871" y="594"/>
                      </a:lnTo>
                      <a:lnTo>
                        <a:pt x="851" y="603"/>
                      </a:lnTo>
                      <a:lnTo>
                        <a:pt x="828" y="611"/>
                      </a:lnTo>
                      <a:lnTo>
                        <a:pt x="802" y="619"/>
                      </a:lnTo>
                      <a:lnTo>
                        <a:pt x="773" y="625"/>
                      </a:lnTo>
                      <a:lnTo>
                        <a:pt x="741" y="629"/>
                      </a:lnTo>
                      <a:lnTo>
                        <a:pt x="708" y="630"/>
                      </a:lnTo>
                      <a:lnTo>
                        <a:pt x="671" y="629"/>
                      </a:lnTo>
                      <a:lnTo>
                        <a:pt x="631" y="626"/>
                      </a:lnTo>
                      <a:lnTo>
                        <a:pt x="590" y="618"/>
                      </a:lnTo>
                      <a:lnTo>
                        <a:pt x="590" y="720"/>
                      </a:lnTo>
                      <a:lnTo>
                        <a:pt x="26" y="663"/>
                      </a:lnTo>
                      <a:lnTo>
                        <a:pt x="7" y="587"/>
                      </a:lnTo>
                      <a:close/>
                    </a:path>
                  </a:pathLst>
                </a:custGeom>
                <a:solidFill>
                  <a:schemeClr val="bg1">
                    <a:alpha val="100000"/>
                  </a:schemeClr>
                </a:solidFill>
                <a:ln w="9525">
                  <a:noFill/>
                </a:ln>
              </p:spPr>
              <p:txBody>
                <a:bodyPr/>
                <a:p>
                  <a:endParaRPr lang="zh-CN" altLang="en-US"/>
                </a:p>
              </p:txBody>
            </p:sp>
            <p:sp>
              <p:nvSpPr>
                <p:cNvPr id="145805" name="Freeform 816"/>
                <p:cNvSpPr/>
                <p:nvPr/>
              </p:nvSpPr>
              <p:spPr>
                <a:xfrm>
                  <a:off x="4884" y="1997"/>
                  <a:ext cx="119" cy="38"/>
                </a:xfrm>
                <a:custGeom>
                  <a:avLst/>
                  <a:gdLst/>
                  <a:ahLst/>
                  <a:cxnLst>
                    <a:cxn ang="0">
                      <a:pos x="0" y="0"/>
                    </a:cxn>
                    <a:cxn ang="0">
                      <a:pos x="0" y="0"/>
                    </a:cxn>
                    <a:cxn ang="0">
                      <a:pos x="0" y="0"/>
                    </a:cxn>
                    <a:cxn ang="0">
                      <a:pos x="0" y="0"/>
                    </a:cxn>
                    <a:cxn ang="0">
                      <a:pos x="0" y="0"/>
                    </a:cxn>
                  </a:cxnLst>
                  <a:pathLst>
                    <a:path w="837" h="269">
                      <a:moveTo>
                        <a:pt x="837" y="96"/>
                      </a:moveTo>
                      <a:lnTo>
                        <a:pt x="12" y="0"/>
                      </a:lnTo>
                      <a:lnTo>
                        <a:pt x="0" y="96"/>
                      </a:lnTo>
                      <a:lnTo>
                        <a:pt x="812" y="269"/>
                      </a:lnTo>
                      <a:lnTo>
                        <a:pt x="837" y="96"/>
                      </a:lnTo>
                      <a:close/>
                    </a:path>
                  </a:pathLst>
                </a:custGeom>
                <a:solidFill>
                  <a:schemeClr val="bg1">
                    <a:alpha val="100000"/>
                  </a:schemeClr>
                </a:solidFill>
                <a:ln w="9525">
                  <a:noFill/>
                </a:ln>
              </p:spPr>
              <p:txBody>
                <a:bodyPr/>
                <a:p>
                  <a:endParaRPr lang="zh-CN" altLang="en-US"/>
                </a:p>
              </p:txBody>
            </p:sp>
            <p:sp>
              <p:nvSpPr>
                <p:cNvPr id="145806" name="Freeform 817"/>
                <p:cNvSpPr/>
                <p:nvPr/>
              </p:nvSpPr>
              <p:spPr>
                <a:xfrm>
                  <a:off x="4943" y="2009"/>
                  <a:ext cx="51" cy="18"/>
                </a:xfrm>
                <a:custGeom>
                  <a:avLst/>
                  <a:gdLst/>
                  <a:ahLst/>
                  <a:cxnLst>
                    <a:cxn ang="0">
                      <a:pos x="0" y="0"/>
                    </a:cxn>
                    <a:cxn ang="0">
                      <a:pos x="0" y="0"/>
                    </a:cxn>
                    <a:cxn ang="0">
                      <a:pos x="0" y="0"/>
                    </a:cxn>
                    <a:cxn ang="0">
                      <a:pos x="0" y="0"/>
                    </a:cxn>
                    <a:cxn ang="0">
                      <a:pos x="0" y="0"/>
                    </a:cxn>
                  </a:cxnLst>
                  <a:pathLst>
                    <a:path w="358" h="122">
                      <a:moveTo>
                        <a:pt x="358" y="53"/>
                      </a:moveTo>
                      <a:lnTo>
                        <a:pt x="5" y="0"/>
                      </a:lnTo>
                      <a:lnTo>
                        <a:pt x="0" y="51"/>
                      </a:lnTo>
                      <a:lnTo>
                        <a:pt x="348" y="122"/>
                      </a:lnTo>
                      <a:lnTo>
                        <a:pt x="358" y="53"/>
                      </a:lnTo>
                      <a:close/>
                    </a:path>
                  </a:pathLst>
                </a:custGeom>
                <a:solidFill>
                  <a:srgbClr val="FFCCFF">
                    <a:alpha val="100000"/>
                  </a:srgbClr>
                </a:solidFill>
                <a:ln w="9525">
                  <a:noFill/>
                </a:ln>
              </p:spPr>
              <p:txBody>
                <a:bodyPr/>
                <a:p>
                  <a:endParaRPr lang="zh-CN" altLang="en-US"/>
                </a:p>
              </p:txBody>
            </p:sp>
            <p:sp>
              <p:nvSpPr>
                <p:cNvPr id="145807" name="Freeform 818"/>
                <p:cNvSpPr/>
                <p:nvPr/>
              </p:nvSpPr>
              <p:spPr>
                <a:xfrm>
                  <a:off x="4891" y="2000"/>
                  <a:ext cx="34" cy="13"/>
                </a:xfrm>
                <a:custGeom>
                  <a:avLst/>
                  <a:gdLst/>
                  <a:ahLst/>
                  <a:cxnLst>
                    <a:cxn ang="0">
                      <a:pos x="0" y="0"/>
                    </a:cxn>
                    <a:cxn ang="0">
                      <a:pos x="0" y="0"/>
                    </a:cxn>
                    <a:cxn ang="0">
                      <a:pos x="0" y="0"/>
                    </a:cxn>
                    <a:cxn ang="0">
                      <a:pos x="0" y="0"/>
                    </a:cxn>
                    <a:cxn ang="0">
                      <a:pos x="0" y="0"/>
                    </a:cxn>
                  </a:cxnLst>
                  <a:pathLst>
                    <a:path w="239" h="91">
                      <a:moveTo>
                        <a:pt x="239" y="42"/>
                      </a:moveTo>
                      <a:lnTo>
                        <a:pt x="0" y="0"/>
                      </a:lnTo>
                      <a:lnTo>
                        <a:pt x="2" y="44"/>
                      </a:lnTo>
                      <a:lnTo>
                        <a:pt x="231" y="91"/>
                      </a:lnTo>
                      <a:lnTo>
                        <a:pt x="239" y="42"/>
                      </a:lnTo>
                      <a:close/>
                    </a:path>
                  </a:pathLst>
                </a:custGeom>
                <a:solidFill>
                  <a:srgbClr val="FFCCFF">
                    <a:alpha val="100000"/>
                  </a:srgbClr>
                </a:solidFill>
                <a:ln w="9525">
                  <a:noFill/>
                </a:ln>
              </p:spPr>
              <p:txBody>
                <a:bodyPr/>
                <a:p>
                  <a:endParaRPr lang="zh-CN" altLang="en-US"/>
                </a:p>
              </p:txBody>
            </p:sp>
            <p:sp>
              <p:nvSpPr>
                <p:cNvPr id="145808" name="Freeform 819"/>
                <p:cNvSpPr/>
                <p:nvPr/>
              </p:nvSpPr>
              <p:spPr>
                <a:xfrm>
                  <a:off x="4805" y="2013"/>
                  <a:ext cx="202" cy="67"/>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409" h="466">
                      <a:moveTo>
                        <a:pt x="0" y="140"/>
                      </a:moveTo>
                      <a:lnTo>
                        <a:pt x="4" y="140"/>
                      </a:lnTo>
                      <a:lnTo>
                        <a:pt x="12" y="138"/>
                      </a:lnTo>
                      <a:lnTo>
                        <a:pt x="27" y="135"/>
                      </a:lnTo>
                      <a:lnTo>
                        <a:pt x="45" y="132"/>
                      </a:lnTo>
                      <a:lnTo>
                        <a:pt x="67" y="128"/>
                      </a:lnTo>
                      <a:lnTo>
                        <a:pt x="92" y="123"/>
                      </a:lnTo>
                      <a:lnTo>
                        <a:pt x="120" y="116"/>
                      </a:lnTo>
                      <a:lnTo>
                        <a:pt x="150" y="108"/>
                      </a:lnTo>
                      <a:lnTo>
                        <a:pt x="181" y="100"/>
                      </a:lnTo>
                      <a:lnTo>
                        <a:pt x="212" y="89"/>
                      </a:lnTo>
                      <a:lnTo>
                        <a:pt x="243" y="78"/>
                      </a:lnTo>
                      <a:lnTo>
                        <a:pt x="273" y="65"/>
                      </a:lnTo>
                      <a:lnTo>
                        <a:pt x="303" y="50"/>
                      </a:lnTo>
                      <a:lnTo>
                        <a:pt x="330" y="35"/>
                      </a:lnTo>
                      <a:lnTo>
                        <a:pt x="355" y="18"/>
                      </a:lnTo>
                      <a:lnTo>
                        <a:pt x="375" y="0"/>
                      </a:lnTo>
                      <a:lnTo>
                        <a:pt x="1409" y="236"/>
                      </a:lnTo>
                      <a:lnTo>
                        <a:pt x="1407" y="239"/>
                      </a:lnTo>
                      <a:lnTo>
                        <a:pt x="1401" y="245"/>
                      </a:lnTo>
                      <a:lnTo>
                        <a:pt x="1392" y="254"/>
                      </a:lnTo>
                      <a:lnTo>
                        <a:pt x="1379" y="265"/>
                      </a:lnTo>
                      <a:lnTo>
                        <a:pt x="1363" y="279"/>
                      </a:lnTo>
                      <a:lnTo>
                        <a:pt x="1345" y="295"/>
                      </a:lnTo>
                      <a:lnTo>
                        <a:pt x="1325" y="313"/>
                      </a:lnTo>
                      <a:lnTo>
                        <a:pt x="1303" y="332"/>
                      </a:lnTo>
                      <a:lnTo>
                        <a:pt x="1279" y="351"/>
                      </a:lnTo>
                      <a:lnTo>
                        <a:pt x="1253" y="371"/>
                      </a:lnTo>
                      <a:lnTo>
                        <a:pt x="1227" y="390"/>
                      </a:lnTo>
                      <a:lnTo>
                        <a:pt x="1200" y="409"/>
                      </a:lnTo>
                      <a:lnTo>
                        <a:pt x="1172" y="426"/>
                      </a:lnTo>
                      <a:lnTo>
                        <a:pt x="1145" y="441"/>
                      </a:lnTo>
                      <a:lnTo>
                        <a:pt x="1117" y="455"/>
                      </a:lnTo>
                      <a:lnTo>
                        <a:pt x="1091" y="466"/>
                      </a:lnTo>
                      <a:lnTo>
                        <a:pt x="0" y="140"/>
                      </a:lnTo>
                      <a:close/>
                    </a:path>
                  </a:pathLst>
                </a:custGeom>
                <a:solidFill>
                  <a:srgbClr val="FFCCFF">
                    <a:alpha val="100000"/>
                  </a:srgbClr>
                </a:solidFill>
                <a:ln w="9525">
                  <a:noFill/>
                </a:ln>
              </p:spPr>
              <p:txBody>
                <a:bodyPr/>
                <a:p>
                  <a:endParaRPr lang="zh-CN" altLang="en-US"/>
                </a:p>
              </p:txBody>
            </p:sp>
            <p:sp>
              <p:nvSpPr>
                <p:cNvPr id="145809" name="Freeform 820"/>
                <p:cNvSpPr/>
                <p:nvPr/>
              </p:nvSpPr>
              <p:spPr>
                <a:xfrm>
                  <a:off x="5006" y="2006"/>
                  <a:ext cx="72" cy="32"/>
                </a:xfrm>
                <a:custGeom>
                  <a:avLst/>
                  <a:gdLst/>
                  <a:ahLst/>
                  <a:cxnLst>
                    <a:cxn ang="0">
                      <a:pos x="0" y="0"/>
                    </a:cxn>
                    <a:cxn ang="0">
                      <a:pos x="0" y="0"/>
                    </a:cxn>
                    <a:cxn ang="0">
                      <a:pos x="0" y="0"/>
                    </a:cxn>
                    <a:cxn ang="0">
                      <a:pos x="0" y="0"/>
                    </a:cxn>
                    <a:cxn ang="0">
                      <a:pos x="0" y="0"/>
                    </a:cxn>
                    <a:cxn ang="0">
                      <a:pos x="0" y="0"/>
                    </a:cxn>
                  </a:cxnLst>
                  <a:pathLst>
                    <a:path w="502" h="223">
                      <a:moveTo>
                        <a:pt x="51" y="223"/>
                      </a:moveTo>
                      <a:lnTo>
                        <a:pt x="502" y="90"/>
                      </a:lnTo>
                      <a:lnTo>
                        <a:pt x="229" y="0"/>
                      </a:lnTo>
                      <a:lnTo>
                        <a:pt x="6" y="26"/>
                      </a:lnTo>
                      <a:lnTo>
                        <a:pt x="0" y="211"/>
                      </a:lnTo>
                      <a:lnTo>
                        <a:pt x="51" y="223"/>
                      </a:lnTo>
                      <a:close/>
                    </a:path>
                  </a:pathLst>
                </a:custGeom>
                <a:solidFill>
                  <a:schemeClr val="bg1">
                    <a:alpha val="100000"/>
                  </a:schemeClr>
                </a:solidFill>
                <a:ln w="9525">
                  <a:noFill/>
                </a:ln>
              </p:spPr>
              <p:txBody>
                <a:bodyPr/>
                <a:p>
                  <a:endParaRPr lang="zh-CN" altLang="en-US"/>
                </a:p>
              </p:txBody>
            </p:sp>
            <p:sp>
              <p:nvSpPr>
                <p:cNvPr id="145810" name="Freeform 821"/>
                <p:cNvSpPr/>
                <p:nvPr/>
              </p:nvSpPr>
              <p:spPr>
                <a:xfrm>
                  <a:off x="4821" y="1869"/>
                  <a:ext cx="38" cy="152"/>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67" h="1064">
                      <a:moveTo>
                        <a:pt x="267" y="26"/>
                      </a:moveTo>
                      <a:lnTo>
                        <a:pt x="266" y="24"/>
                      </a:lnTo>
                      <a:lnTo>
                        <a:pt x="262" y="22"/>
                      </a:lnTo>
                      <a:lnTo>
                        <a:pt x="254" y="20"/>
                      </a:lnTo>
                      <a:lnTo>
                        <a:pt x="244" y="16"/>
                      </a:lnTo>
                      <a:lnTo>
                        <a:pt x="232" y="12"/>
                      </a:lnTo>
                      <a:lnTo>
                        <a:pt x="218" y="8"/>
                      </a:lnTo>
                      <a:lnTo>
                        <a:pt x="202" y="5"/>
                      </a:lnTo>
                      <a:lnTo>
                        <a:pt x="184" y="1"/>
                      </a:lnTo>
                      <a:lnTo>
                        <a:pt x="164" y="0"/>
                      </a:lnTo>
                      <a:lnTo>
                        <a:pt x="143" y="0"/>
                      </a:lnTo>
                      <a:lnTo>
                        <a:pt x="121" y="3"/>
                      </a:lnTo>
                      <a:lnTo>
                        <a:pt x="98" y="6"/>
                      </a:lnTo>
                      <a:lnTo>
                        <a:pt x="74" y="13"/>
                      </a:lnTo>
                      <a:lnTo>
                        <a:pt x="50" y="22"/>
                      </a:lnTo>
                      <a:lnTo>
                        <a:pt x="25" y="35"/>
                      </a:lnTo>
                      <a:lnTo>
                        <a:pt x="0" y="51"/>
                      </a:lnTo>
                      <a:lnTo>
                        <a:pt x="0" y="1064"/>
                      </a:lnTo>
                      <a:lnTo>
                        <a:pt x="1" y="1064"/>
                      </a:lnTo>
                      <a:lnTo>
                        <a:pt x="7" y="1064"/>
                      </a:lnTo>
                      <a:lnTo>
                        <a:pt x="15" y="1063"/>
                      </a:lnTo>
                      <a:lnTo>
                        <a:pt x="25" y="1062"/>
                      </a:lnTo>
                      <a:lnTo>
                        <a:pt x="37" y="1060"/>
                      </a:lnTo>
                      <a:lnTo>
                        <a:pt x="52" y="1057"/>
                      </a:lnTo>
                      <a:lnTo>
                        <a:pt x="69" y="1054"/>
                      </a:lnTo>
                      <a:lnTo>
                        <a:pt x="88" y="1049"/>
                      </a:lnTo>
                      <a:lnTo>
                        <a:pt x="108" y="1044"/>
                      </a:lnTo>
                      <a:lnTo>
                        <a:pt x="129" y="1037"/>
                      </a:lnTo>
                      <a:lnTo>
                        <a:pt x="152" y="1029"/>
                      </a:lnTo>
                      <a:lnTo>
                        <a:pt x="175" y="1018"/>
                      </a:lnTo>
                      <a:lnTo>
                        <a:pt x="198" y="1007"/>
                      </a:lnTo>
                      <a:lnTo>
                        <a:pt x="222" y="994"/>
                      </a:lnTo>
                      <a:lnTo>
                        <a:pt x="244" y="979"/>
                      </a:lnTo>
                      <a:lnTo>
                        <a:pt x="267" y="962"/>
                      </a:lnTo>
                      <a:lnTo>
                        <a:pt x="267" y="26"/>
                      </a:lnTo>
                      <a:close/>
                    </a:path>
                  </a:pathLst>
                </a:custGeom>
                <a:solidFill>
                  <a:schemeClr val="bg1">
                    <a:alpha val="100000"/>
                  </a:schemeClr>
                </a:solidFill>
                <a:ln w="9525">
                  <a:noFill/>
                </a:ln>
              </p:spPr>
              <p:txBody>
                <a:bodyPr/>
                <a:p>
                  <a:endParaRPr lang="zh-CN" altLang="en-US"/>
                </a:p>
              </p:txBody>
            </p:sp>
            <p:sp>
              <p:nvSpPr>
                <p:cNvPr id="145811" name="Freeform 822"/>
                <p:cNvSpPr/>
                <p:nvPr/>
              </p:nvSpPr>
              <p:spPr>
                <a:xfrm>
                  <a:off x="4822" y="1871"/>
                  <a:ext cx="33" cy="12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28" h="898">
                      <a:moveTo>
                        <a:pt x="228" y="21"/>
                      </a:moveTo>
                      <a:lnTo>
                        <a:pt x="227" y="20"/>
                      </a:lnTo>
                      <a:lnTo>
                        <a:pt x="224" y="19"/>
                      </a:lnTo>
                      <a:lnTo>
                        <a:pt x="217" y="17"/>
                      </a:lnTo>
                      <a:lnTo>
                        <a:pt x="209" y="13"/>
                      </a:lnTo>
                      <a:lnTo>
                        <a:pt x="199" y="10"/>
                      </a:lnTo>
                      <a:lnTo>
                        <a:pt x="186" y="6"/>
                      </a:lnTo>
                      <a:lnTo>
                        <a:pt x="172" y="4"/>
                      </a:lnTo>
                      <a:lnTo>
                        <a:pt x="157" y="2"/>
                      </a:lnTo>
                      <a:lnTo>
                        <a:pt x="140" y="0"/>
                      </a:lnTo>
                      <a:lnTo>
                        <a:pt x="122" y="0"/>
                      </a:lnTo>
                      <a:lnTo>
                        <a:pt x="104" y="2"/>
                      </a:lnTo>
                      <a:lnTo>
                        <a:pt x="83" y="5"/>
                      </a:lnTo>
                      <a:lnTo>
                        <a:pt x="64" y="11"/>
                      </a:lnTo>
                      <a:lnTo>
                        <a:pt x="42" y="19"/>
                      </a:lnTo>
                      <a:lnTo>
                        <a:pt x="21" y="29"/>
                      </a:lnTo>
                      <a:lnTo>
                        <a:pt x="0" y="43"/>
                      </a:lnTo>
                      <a:lnTo>
                        <a:pt x="0" y="898"/>
                      </a:lnTo>
                      <a:lnTo>
                        <a:pt x="1" y="898"/>
                      </a:lnTo>
                      <a:lnTo>
                        <a:pt x="5" y="898"/>
                      </a:lnTo>
                      <a:lnTo>
                        <a:pt x="12" y="897"/>
                      </a:lnTo>
                      <a:lnTo>
                        <a:pt x="21" y="896"/>
                      </a:lnTo>
                      <a:lnTo>
                        <a:pt x="32" y="894"/>
                      </a:lnTo>
                      <a:lnTo>
                        <a:pt x="45" y="892"/>
                      </a:lnTo>
                      <a:lnTo>
                        <a:pt x="59" y="889"/>
                      </a:lnTo>
                      <a:lnTo>
                        <a:pt x="75" y="884"/>
                      </a:lnTo>
                      <a:lnTo>
                        <a:pt x="92" y="879"/>
                      </a:lnTo>
                      <a:lnTo>
                        <a:pt x="111" y="874"/>
                      </a:lnTo>
                      <a:lnTo>
                        <a:pt x="130" y="867"/>
                      </a:lnTo>
                      <a:lnTo>
                        <a:pt x="149" y="858"/>
                      </a:lnTo>
                      <a:lnTo>
                        <a:pt x="169" y="848"/>
                      </a:lnTo>
                      <a:lnTo>
                        <a:pt x="190" y="837"/>
                      </a:lnTo>
                      <a:lnTo>
                        <a:pt x="209" y="824"/>
                      </a:lnTo>
                      <a:lnTo>
                        <a:pt x="228" y="809"/>
                      </a:lnTo>
                      <a:lnTo>
                        <a:pt x="228" y="21"/>
                      </a:lnTo>
                      <a:close/>
                    </a:path>
                  </a:pathLst>
                </a:custGeom>
                <a:solidFill>
                  <a:srgbClr val="FFCCFF">
                    <a:alpha val="100000"/>
                  </a:srgbClr>
                </a:solidFill>
                <a:ln w="9525">
                  <a:noFill/>
                </a:ln>
              </p:spPr>
              <p:txBody>
                <a:bodyPr/>
                <a:p>
                  <a:endParaRPr lang="zh-CN" altLang="en-US"/>
                </a:p>
              </p:txBody>
            </p:sp>
            <p:sp>
              <p:nvSpPr>
                <p:cNvPr id="145812" name="Freeform 823"/>
                <p:cNvSpPr/>
                <p:nvPr/>
              </p:nvSpPr>
              <p:spPr>
                <a:xfrm>
                  <a:off x="4823" y="1872"/>
                  <a:ext cx="27" cy="104"/>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92" h="729">
                      <a:moveTo>
                        <a:pt x="192" y="17"/>
                      </a:moveTo>
                      <a:lnTo>
                        <a:pt x="191" y="17"/>
                      </a:lnTo>
                      <a:lnTo>
                        <a:pt x="187" y="15"/>
                      </a:lnTo>
                      <a:lnTo>
                        <a:pt x="183" y="12"/>
                      </a:lnTo>
                      <a:lnTo>
                        <a:pt x="176" y="10"/>
                      </a:lnTo>
                      <a:lnTo>
                        <a:pt x="167" y="8"/>
                      </a:lnTo>
                      <a:lnTo>
                        <a:pt x="156" y="4"/>
                      </a:lnTo>
                      <a:lnTo>
                        <a:pt x="145" y="2"/>
                      </a:lnTo>
                      <a:lnTo>
                        <a:pt x="132" y="0"/>
                      </a:lnTo>
                      <a:lnTo>
                        <a:pt x="117" y="0"/>
                      </a:lnTo>
                      <a:lnTo>
                        <a:pt x="102" y="0"/>
                      </a:lnTo>
                      <a:lnTo>
                        <a:pt x="86" y="1"/>
                      </a:lnTo>
                      <a:lnTo>
                        <a:pt x="70" y="3"/>
                      </a:lnTo>
                      <a:lnTo>
                        <a:pt x="53" y="8"/>
                      </a:lnTo>
                      <a:lnTo>
                        <a:pt x="35" y="15"/>
                      </a:lnTo>
                      <a:lnTo>
                        <a:pt x="18" y="24"/>
                      </a:lnTo>
                      <a:lnTo>
                        <a:pt x="0" y="35"/>
                      </a:lnTo>
                      <a:lnTo>
                        <a:pt x="0" y="729"/>
                      </a:lnTo>
                      <a:lnTo>
                        <a:pt x="1" y="729"/>
                      </a:lnTo>
                      <a:lnTo>
                        <a:pt x="4" y="729"/>
                      </a:lnTo>
                      <a:lnTo>
                        <a:pt x="10" y="728"/>
                      </a:lnTo>
                      <a:lnTo>
                        <a:pt x="18" y="727"/>
                      </a:lnTo>
                      <a:lnTo>
                        <a:pt x="27" y="726"/>
                      </a:lnTo>
                      <a:lnTo>
                        <a:pt x="37" y="725"/>
                      </a:lnTo>
                      <a:lnTo>
                        <a:pt x="50" y="721"/>
                      </a:lnTo>
                      <a:lnTo>
                        <a:pt x="64" y="719"/>
                      </a:lnTo>
                      <a:lnTo>
                        <a:pt x="77" y="714"/>
                      </a:lnTo>
                      <a:lnTo>
                        <a:pt x="92" y="710"/>
                      </a:lnTo>
                      <a:lnTo>
                        <a:pt x="108" y="704"/>
                      </a:lnTo>
                      <a:lnTo>
                        <a:pt x="125" y="697"/>
                      </a:lnTo>
                      <a:lnTo>
                        <a:pt x="141" y="689"/>
                      </a:lnTo>
                      <a:lnTo>
                        <a:pt x="159" y="680"/>
                      </a:lnTo>
                      <a:lnTo>
                        <a:pt x="176" y="668"/>
                      </a:lnTo>
                      <a:lnTo>
                        <a:pt x="192" y="657"/>
                      </a:lnTo>
                      <a:lnTo>
                        <a:pt x="192" y="17"/>
                      </a:lnTo>
                      <a:close/>
                    </a:path>
                  </a:pathLst>
                </a:custGeom>
                <a:solidFill>
                  <a:schemeClr val="bg1">
                    <a:alpha val="100000"/>
                  </a:schemeClr>
                </a:solidFill>
                <a:ln w="9525">
                  <a:noFill/>
                </a:ln>
              </p:spPr>
              <p:txBody>
                <a:bodyPr/>
                <a:p>
                  <a:endParaRPr lang="zh-CN" altLang="en-US"/>
                </a:p>
              </p:txBody>
            </p:sp>
            <p:sp>
              <p:nvSpPr>
                <p:cNvPr id="145813" name="Freeform 824"/>
                <p:cNvSpPr/>
                <p:nvPr/>
              </p:nvSpPr>
              <p:spPr>
                <a:xfrm>
                  <a:off x="4824" y="1873"/>
                  <a:ext cx="22" cy="8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56" h="564">
                      <a:moveTo>
                        <a:pt x="156" y="15"/>
                      </a:moveTo>
                      <a:lnTo>
                        <a:pt x="153" y="14"/>
                      </a:lnTo>
                      <a:lnTo>
                        <a:pt x="142" y="9"/>
                      </a:lnTo>
                      <a:lnTo>
                        <a:pt x="127" y="4"/>
                      </a:lnTo>
                      <a:lnTo>
                        <a:pt x="108" y="1"/>
                      </a:lnTo>
                      <a:lnTo>
                        <a:pt x="84" y="0"/>
                      </a:lnTo>
                      <a:lnTo>
                        <a:pt x="58" y="3"/>
                      </a:lnTo>
                      <a:lnTo>
                        <a:pt x="29" y="12"/>
                      </a:lnTo>
                      <a:lnTo>
                        <a:pt x="0" y="28"/>
                      </a:lnTo>
                      <a:lnTo>
                        <a:pt x="0" y="564"/>
                      </a:lnTo>
                      <a:lnTo>
                        <a:pt x="4" y="564"/>
                      </a:lnTo>
                      <a:lnTo>
                        <a:pt x="15" y="563"/>
                      </a:lnTo>
                      <a:lnTo>
                        <a:pt x="31" y="560"/>
                      </a:lnTo>
                      <a:lnTo>
                        <a:pt x="52" y="555"/>
                      </a:lnTo>
                      <a:lnTo>
                        <a:pt x="76" y="548"/>
                      </a:lnTo>
                      <a:lnTo>
                        <a:pt x="102" y="537"/>
                      </a:lnTo>
                      <a:lnTo>
                        <a:pt x="128" y="524"/>
                      </a:lnTo>
                      <a:lnTo>
                        <a:pt x="156" y="505"/>
                      </a:lnTo>
                      <a:lnTo>
                        <a:pt x="156" y="15"/>
                      </a:lnTo>
                      <a:close/>
                    </a:path>
                  </a:pathLst>
                </a:custGeom>
                <a:solidFill>
                  <a:schemeClr val="bg1">
                    <a:alpha val="100000"/>
                  </a:schemeClr>
                </a:solidFill>
                <a:ln w="9525">
                  <a:noFill/>
                </a:ln>
              </p:spPr>
              <p:txBody>
                <a:bodyPr/>
                <a:p>
                  <a:endParaRPr lang="zh-CN" altLang="en-US"/>
                </a:p>
              </p:txBody>
            </p:sp>
            <p:sp>
              <p:nvSpPr>
                <p:cNvPr id="145814" name="Freeform 825"/>
                <p:cNvSpPr/>
                <p:nvPr/>
              </p:nvSpPr>
              <p:spPr>
                <a:xfrm>
                  <a:off x="4825" y="1875"/>
                  <a:ext cx="17" cy="5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7" h="396">
                      <a:moveTo>
                        <a:pt x="117" y="10"/>
                      </a:moveTo>
                      <a:lnTo>
                        <a:pt x="115" y="9"/>
                      </a:lnTo>
                      <a:lnTo>
                        <a:pt x="107" y="6"/>
                      </a:lnTo>
                      <a:lnTo>
                        <a:pt x="95" y="2"/>
                      </a:lnTo>
                      <a:lnTo>
                        <a:pt x="80" y="0"/>
                      </a:lnTo>
                      <a:lnTo>
                        <a:pt x="63" y="0"/>
                      </a:lnTo>
                      <a:lnTo>
                        <a:pt x="43" y="2"/>
                      </a:lnTo>
                      <a:lnTo>
                        <a:pt x="22" y="9"/>
                      </a:lnTo>
                      <a:lnTo>
                        <a:pt x="0" y="22"/>
                      </a:lnTo>
                      <a:lnTo>
                        <a:pt x="0" y="396"/>
                      </a:lnTo>
                      <a:lnTo>
                        <a:pt x="3" y="396"/>
                      </a:lnTo>
                      <a:lnTo>
                        <a:pt x="11" y="395"/>
                      </a:lnTo>
                      <a:lnTo>
                        <a:pt x="23" y="393"/>
                      </a:lnTo>
                      <a:lnTo>
                        <a:pt x="39" y="389"/>
                      </a:lnTo>
                      <a:lnTo>
                        <a:pt x="58" y="385"/>
                      </a:lnTo>
                      <a:lnTo>
                        <a:pt x="77" y="377"/>
                      </a:lnTo>
                      <a:lnTo>
                        <a:pt x="96" y="365"/>
                      </a:lnTo>
                      <a:lnTo>
                        <a:pt x="117" y="351"/>
                      </a:lnTo>
                      <a:lnTo>
                        <a:pt x="117" y="10"/>
                      </a:lnTo>
                      <a:close/>
                    </a:path>
                  </a:pathLst>
                </a:custGeom>
                <a:solidFill>
                  <a:srgbClr val="FFCCFF">
                    <a:alpha val="100000"/>
                  </a:srgbClr>
                </a:solidFill>
                <a:ln w="9525">
                  <a:noFill/>
                </a:ln>
              </p:spPr>
              <p:txBody>
                <a:bodyPr/>
                <a:p>
                  <a:endParaRPr lang="zh-CN" altLang="en-US"/>
                </a:p>
              </p:txBody>
            </p:sp>
            <p:sp>
              <p:nvSpPr>
                <p:cNvPr id="145815" name="Freeform 826"/>
                <p:cNvSpPr/>
                <p:nvPr/>
              </p:nvSpPr>
              <p:spPr>
                <a:xfrm>
                  <a:off x="4826" y="1876"/>
                  <a:ext cx="11" cy="33"/>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80" h="230">
                      <a:moveTo>
                        <a:pt x="80" y="7"/>
                      </a:moveTo>
                      <a:lnTo>
                        <a:pt x="78" y="6"/>
                      </a:lnTo>
                      <a:lnTo>
                        <a:pt x="73" y="5"/>
                      </a:lnTo>
                      <a:lnTo>
                        <a:pt x="65" y="2"/>
                      </a:lnTo>
                      <a:lnTo>
                        <a:pt x="55" y="0"/>
                      </a:lnTo>
                      <a:lnTo>
                        <a:pt x="44" y="0"/>
                      </a:lnTo>
                      <a:lnTo>
                        <a:pt x="30" y="1"/>
                      </a:lnTo>
                      <a:lnTo>
                        <a:pt x="15" y="7"/>
                      </a:lnTo>
                      <a:lnTo>
                        <a:pt x="0" y="15"/>
                      </a:lnTo>
                      <a:lnTo>
                        <a:pt x="0" y="230"/>
                      </a:lnTo>
                      <a:lnTo>
                        <a:pt x="3" y="230"/>
                      </a:lnTo>
                      <a:lnTo>
                        <a:pt x="7" y="229"/>
                      </a:lnTo>
                      <a:lnTo>
                        <a:pt x="16" y="228"/>
                      </a:lnTo>
                      <a:lnTo>
                        <a:pt x="27" y="225"/>
                      </a:lnTo>
                      <a:lnTo>
                        <a:pt x="39" y="222"/>
                      </a:lnTo>
                      <a:lnTo>
                        <a:pt x="53" y="216"/>
                      </a:lnTo>
                      <a:lnTo>
                        <a:pt x="67" y="208"/>
                      </a:lnTo>
                      <a:lnTo>
                        <a:pt x="80" y="199"/>
                      </a:lnTo>
                      <a:lnTo>
                        <a:pt x="80" y="7"/>
                      </a:lnTo>
                      <a:close/>
                    </a:path>
                  </a:pathLst>
                </a:custGeom>
                <a:solidFill>
                  <a:srgbClr val="FFCCFF">
                    <a:alpha val="100000"/>
                  </a:srgbClr>
                </a:solidFill>
                <a:ln w="9525">
                  <a:noFill/>
                </a:ln>
              </p:spPr>
              <p:txBody>
                <a:bodyPr/>
                <a:p>
                  <a:endParaRPr lang="zh-CN" altLang="en-US"/>
                </a:p>
              </p:txBody>
            </p:sp>
            <p:sp>
              <p:nvSpPr>
                <p:cNvPr id="145816" name="Freeform 827"/>
                <p:cNvSpPr/>
                <p:nvPr/>
              </p:nvSpPr>
              <p:spPr>
                <a:xfrm>
                  <a:off x="4964" y="1970"/>
                  <a:ext cx="16" cy="17"/>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7" h="117">
                      <a:moveTo>
                        <a:pt x="58" y="117"/>
                      </a:moveTo>
                      <a:lnTo>
                        <a:pt x="70" y="116"/>
                      </a:lnTo>
                      <a:lnTo>
                        <a:pt x="81" y="112"/>
                      </a:lnTo>
                      <a:lnTo>
                        <a:pt x="90" y="106"/>
                      </a:lnTo>
                      <a:lnTo>
                        <a:pt x="100" y="100"/>
                      </a:lnTo>
                      <a:lnTo>
                        <a:pt x="106" y="90"/>
                      </a:lnTo>
                      <a:lnTo>
                        <a:pt x="112" y="81"/>
                      </a:lnTo>
                      <a:lnTo>
                        <a:pt x="116" y="70"/>
                      </a:lnTo>
                      <a:lnTo>
                        <a:pt x="117" y="58"/>
                      </a:lnTo>
                      <a:lnTo>
                        <a:pt x="116" y="46"/>
                      </a:lnTo>
                      <a:lnTo>
                        <a:pt x="112" y="35"/>
                      </a:lnTo>
                      <a:lnTo>
                        <a:pt x="106" y="25"/>
                      </a:lnTo>
                      <a:lnTo>
                        <a:pt x="100" y="17"/>
                      </a:lnTo>
                      <a:lnTo>
                        <a:pt x="90" y="9"/>
                      </a:lnTo>
                      <a:lnTo>
                        <a:pt x="81" y="4"/>
                      </a:lnTo>
                      <a:lnTo>
                        <a:pt x="70" y="1"/>
                      </a:lnTo>
                      <a:lnTo>
                        <a:pt x="58" y="0"/>
                      </a:lnTo>
                      <a:lnTo>
                        <a:pt x="47" y="1"/>
                      </a:lnTo>
                      <a:lnTo>
                        <a:pt x="36" y="4"/>
                      </a:lnTo>
                      <a:lnTo>
                        <a:pt x="26" y="9"/>
                      </a:lnTo>
                      <a:lnTo>
                        <a:pt x="17" y="17"/>
                      </a:lnTo>
                      <a:lnTo>
                        <a:pt x="10" y="25"/>
                      </a:lnTo>
                      <a:lnTo>
                        <a:pt x="5" y="35"/>
                      </a:lnTo>
                      <a:lnTo>
                        <a:pt x="1" y="46"/>
                      </a:lnTo>
                      <a:lnTo>
                        <a:pt x="0" y="58"/>
                      </a:lnTo>
                      <a:lnTo>
                        <a:pt x="1" y="70"/>
                      </a:lnTo>
                      <a:lnTo>
                        <a:pt x="5" y="81"/>
                      </a:lnTo>
                      <a:lnTo>
                        <a:pt x="10" y="90"/>
                      </a:lnTo>
                      <a:lnTo>
                        <a:pt x="17" y="100"/>
                      </a:lnTo>
                      <a:lnTo>
                        <a:pt x="26" y="106"/>
                      </a:lnTo>
                      <a:lnTo>
                        <a:pt x="36" y="112"/>
                      </a:lnTo>
                      <a:lnTo>
                        <a:pt x="47" y="116"/>
                      </a:lnTo>
                      <a:lnTo>
                        <a:pt x="58" y="117"/>
                      </a:lnTo>
                      <a:close/>
                    </a:path>
                  </a:pathLst>
                </a:custGeom>
                <a:solidFill>
                  <a:srgbClr val="FFFFFF">
                    <a:alpha val="100000"/>
                  </a:srgbClr>
                </a:solidFill>
                <a:ln w="9525">
                  <a:noFill/>
                </a:ln>
              </p:spPr>
              <p:txBody>
                <a:bodyPr/>
                <a:p>
                  <a:endParaRPr lang="zh-CN" altLang="en-US"/>
                </a:p>
              </p:txBody>
            </p:sp>
            <p:sp>
              <p:nvSpPr>
                <p:cNvPr id="145817" name="Freeform 828"/>
                <p:cNvSpPr/>
                <p:nvPr/>
              </p:nvSpPr>
              <p:spPr>
                <a:xfrm>
                  <a:off x="4912" y="1970"/>
                  <a:ext cx="9" cy="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8" h="59">
                      <a:moveTo>
                        <a:pt x="29" y="59"/>
                      </a:moveTo>
                      <a:lnTo>
                        <a:pt x="40" y="56"/>
                      </a:lnTo>
                      <a:lnTo>
                        <a:pt x="50" y="49"/>
                      </a:lnTo>
                      <a:lnTo>
                        <a:pt x="56" y="40"/>
                      </a:lnTo>
                      <a:lnTo>
                        <a:pt x="58" y="29"/>
                      </a:lnTo>
                      <a:lnTo>
                        <a:pt x="56" y="17"/>
                      </a:lnTo>
                      <a:lnTo>
                        <a:pt x="50" y="8"/>
                      </a:lnTo>
                      <a:lnTo>
                        <a:pt x="40" y="2"/>
                      </a:lnTo>
                      <a:lnTo>
                        <a:pt x="29" y="0"/>
                      </a:lnTo>
                      <a:lnTo>
                        <a:pt x="17" y="2"/>
                      </a:lnTo>
                      <a:lnTo>
                        <a:pt x="8" y="8"/>
                      </a:lnTo>
                      <a:lnTo>
                        <a:pt x="2" y="17"/>
                      </a:lnTo>
                      <a:lnTo>
                        <a:pt x="0" y="29"/>
                      </a:lnTo>
                      <a:lnTo>
                        <a:pt x="2" y="40"/>
                      </a:lnTo>
                      <a:lnTo>
                        <a:pt x="8" y="49"/>
                      </a:lnTo>
                      <a:lnTo>
                        <a:pt x="17" y="56"/>
                      </a:lnTo>
                      <a:lnTo>
                        <a:pt x="29" y="59"/>
                      </a:lnTo>
                      <a:close/>
                    </a:path>
                  </a:pathLst>
                </a:custGeom>
                <a:solidFill>
                  <a:srgbClr val="FFFFFF">
                    <a:alpha val="100000"/>
                  </a:srgbClr>
                </a:solidFill>
                <a:ln w="9525">
                  <a:noFill/>
                </a:ln>
              </p:spPr>
              <p:txBody>
                <a:bodyPr/>
                <a:p>
                  <a:endParaRPr lang="zh-CN" altLang="en-US"/>
                </a:p>
              </p:txBody>
            </p:sp>
            <p:sp>
              <p:nvSpPr>
                <p:cNvPr id="145818" name="Freeform 829"/>
                <p:cNvSpPr/>
                <p:nvPr/>
              </p:nvSpPr>
              <p:spPr>
                <a:xfrm>
                  <a:off x="4927" y="1971"/>
                  <a:ext cx="8" cy="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8" h="59">
                      <a:moveTo>
                        <a:pt x="29" y="59"/>
                      </a:moveTo>
                      <a:lnTo>
                        <a:pt x="41" y="57"/>
                      </a:lnTo>
                      <a:lnTo>
                        <a:pt x="50" y="51"/>
                      </a:lnTo>
                      <a:lnTo>
                        <a:pt x="56" y="42"/>
                      </a:lnTo>
                      <a:lnTo>
                        <a:pt x="58" y="30"/>
                      </a:lnTo>
                      <a:lnTo>
                        <a:pt x="56" y="19"/>
                      </a:lnTo>
                      <a:lnTo>
                        <a:pt x="50" y="9"/>
                      </a:lnTo>
                      <a:lnTo>
                        <a:pt x="41" y="3"/>
                      </a:lnTo>
                      <a:lnTo>
                        <a:pt x="29" y="0"/>
                      </a:lnTo>
                      <a:lnTo>
                        <a:pt x="18" y="3"/>
                      </a:lnTo>
                      <a:lnTo>
                        <a:pt x="9" y="9"/>
                      </a:lnTo>
                      <a:lnTo>
                        <a:pt x="2" y="19"/>
                      </a:lnTo>
                      <a:lnTo>
                        <a:pt x="0" y="30"/>
                      </a:lnTo>
                      <a:lnTo>
                        <a:pt x="2" y="42"/>
                      </a:lnTo>
                      <a:lnTo>
                        <a:pt x="9" y="51"/>
                      </a:lnTo>
                      <a:lnTo>
                        <a:pt x="18" y="57"/>
                      </a:lnTo>
                      <a:lnTo>
                        <a:pt x="29" y="59"/>
                      </a:lnTo>
                      <a:close/>
                    </a:path>
                  </a:pathLst>
                </a:custGeom>
                <a:solidFill>
                  <a:srgbClr val="FFFFFF">
                    <a:alpha val="100000"/>
                  </a:srgbClr>
                </a:solidFill>
                <a:ln w="9525">
                  <a:noFill/>
                </a:ln>
              </p:spPr>
              <p:txBody>
                <a:bodyPr/>
                <a:p>
                  <a:endParaRPr lang="zh-CN" altLang="en-US"/>
                </a:p>
              </p:txBody>
            </p:sp>
            <p:sp>
              <p:nvSpPr>
                <p:cNvPr id="145819" name="Freeform 830"/>
                <p:cNvSpPr/>
                <p:nvPr/>
              </p:nvSpPr>
              <p:spPr>
                <a:xfrm>
                  <a:off x="4871" y="1856"/>
                  <a:ext cx="23" cy="114"/>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66" h="800">
                      <a:moveTo>
                        <a:pt x="52" y="16"/>
                      </a:moveTo>
                      <a:lnTo>
                        <a:pt x="47" y="32"/>
                      </a:lnTo>
                      <a:lnTo>
                        <a:pt x="36" y="77"/>
                      </a:lnTo>
                      <a:lnTo>
                        <a:pt x="21" y="148"/>
                      </a:lnTo>
                      <a:lnTo>
                        <a:pt x="8" y="244"/>
                      </a:lnTo>
                      <a:lnTo>
                        <a:pt x="0" y="359"/>
                      </a:lnTo>
                      <a:lnTo>
                        <a:pt x="2" y="492"/>
                      </a:lnTo>
                      <a:lnTo>
                        <a:pt x="15" y="640"/>
                      </a:lnTo>
                      <a:lnTo>
                        <a:pt x="46" y="800"/>
                      </a:lnTo>
                      <a:lnTo>
                        <a:pt x="161" y="794"/>
                      </a:lnTo>
                      <a:lnTo>
                        <a:pt x="156" y="770"/>
                      </a:lnTo>
                      <a:lnTo>
                        <a:pt x="145" y="706"/>
                      </a:lnTo>
                      <a:lnTo>
                        <a:pt x="131" y="610"/>
                      </a:lnTo>
                      <a:lnTo>
                        <a:pt x="118" y="493"/>
                      </a:lnTo>
                      <a:lnTo>
                        <a:pt x="111" y="364"/>
                      </a:lnTo>
                      <a:lnTo>
                        <a:pt x="115" y="235"/>
                      </a:lnTo>
                      <a:lnTo>
                        <a:pt x="132" y="113"/>
                      </a:lnTo>
                      <a:lnTo>
                        <a:pt x="166" y="9"/>
                      </a:lnTo>
                      <a:lnTo>
                        <a:pt x="166" y="8"/>
                      </a:lnTo>
                      <a:lnTo>
                        <a:pt x="166" y="6"/>
                      </a:lnTo>
                      <a:lnTo>
                        <a:pt x="164" y="4"/>
                      </a:lnTo>
                      <a:lnTo>
                        <a:pt x="157" y="0"/>
                      </a:lnTo>
                      <a:lnTo>
                        <a:pt x="143" y="0"/>
                      </a:lnTo>
                      <a:lnTo>
                        <a:pt x="123" y="1"/>
                      </a:lnTo>
                      <a:lnTo>
                        <a:pt x="93" y="7"/>
                      </a:lnTo>
                      <a:lnTo>
                        <a:pt x="52" y="16"/>
                      </a:lnTo>
                      <a:close/>
                    </a:path>
                  </a:pathLst>
                </a:custGeom>
                <a:solidFill>
                  <a:schemeClr val="bg1">
                    <a:alpha val="100000"/>
                  </a:schemeClr>
                </a:solidFill>
                <a:ln w="9525">
                  <a:noFill/>
                </a:ln>
              </p:spPr>
              <p:txBody>
                <a:bodyPr/>
                <a:p>
                  <a:endParaRPr lang="zh-CN" altLang="en-US"/>
                </a:p>
              </p:txBody>
            </p:sp>
            <p:sp>
              <p:nvSpPr>
                <p:cNvPr id="145820" name="Freeform 831"/>
                <p:cNvSpPr/>
                <p:nvPr/>
              </p:nvSpPr>
              <p:spPr>
                <a:xfrm>
                  <a:off x="4993" y="1842"/>
                  <a:ext cx="32" cy="12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25" h="893">
                      <a:moveTo>
                        <a:pt x="225" y="6"/>
                      </a:moveTo>
                      <a:lnTo>
                        <a:pt x="219" y="12"/>
                      </a:lnTo>
                      <a:lnTo>
                        <a:pt x="204" y="35"/>
                      </a:lnTo>
                      <a:lnTo>
                        <a:pt x="185" y="82"/>
                      </a:lnTo>
                      <a:lnTo>
                        <a:pt x="165" y="158"/>
                      </a:lnTo>
                      <a:lnTo>
                        <a:pt x="149" y="270"/>
                      </a:lnTo>
                      <a:lnTo>
                        <a:pt x="141" y="427"/>
                      </a:lnTo>
                      <a:lnTo>
                        <a:pt x="146" y="631"/>
                      </a:lnTo>
                      <a:lnTo>
                        <a:pt x="168" y="893"/>
                      </a:lnTo>
                      <a:lnTo>
                        <a:pt x="41" y="893"/>
                      </a:lnTo>
                      <a:lnTo>
                        <a:pt x="36" y="867"/>
                      </a:lnTo>
                      <a:lnTo>
                        <a:pt x="26" y="794"/>
                      </a:lnTo>
                      <a:lnTo>
                        <a:pt x="13" y="686"/>
                      </a:lnTo>
                      <a:lnTo>
                        <a:pt x="3" y="554"/>
                      </a:lnTo>
                      <a:lnTo>
                        <a:pt x="0" y="408"/>
                      </a:lnTo>
                      <a:lnTo>
                        <a:pt x="6" y="260"/>
                      </a:lnTo>
                      <a:lnTo>
                        <a:pt x="30" y="121"/>
                      </a:lnTo>
                      <a:lnTo>
                        <a:pt x="73" y="0"/>
                      </a:lnTo>
                      <a:lnTo>
                        <a:pt x="225" y="6"/>
                      </a:lnTo>
                      <a:close/>
                    </a:path>
                  </a:pathLst>
                </a:custGeom>
                <a:solidFill>
                  <a:schemeClr val="bg1">
                    <a:alpha val="100000"/>
                  </a:schemeClr>
                </a:solidFill>
                <a:ln w="9525">
                  <a:noFill/>
                </a:ln>
              </p:spPr>
              <p:txBody>
                <a:bodyPr/>
                <a:p>
                  <a:endParaRPr lang="zh-CN" altLang="en-US"/>
                </a:p>
              </p:txBody>
            </p:sp>
            <p:sp>
              <p:nvSpPr>
                <p:cNvPr id="145821" name="Freeform 832"/>
                <p:cNvSpPr/>
                <p:nvPr/>
              </p:nvSpPr>
              <p:spPr>
                <a:xfrm>
                  <a:off x="4871" y="1863"/>
                  <a:ext cx="21" cy="10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45" h="699">
                      <a:moveTo>
                        <a:pt x="46" y="14"/>
                      </a:moveTo>
                      <a:lnTo>
                        <a:pt x="41" y="28"/>
                      </a:lnTo>
                      <a:lnTo>
                        <a:pt x="32" y="67"/>
                      </a:lnTo>
                      <a:lnTo>
                        <a:pt x="20" y="130"/>
                      </a:lnTo>
                      <a:lnTo>
                        <a:pt x="7" y="213"/>
                      </a:lnTo>
                      <a:lnTo>
                        <a:pt x="0" y="314"/>
                      </a:lnTo>
                      <a:lnTo>
                        <a:pt x="1" y="430"/>
                      </a:lnTo>
                      <a:lnTo>
                        <a:pt x="13" y="559"/>
                      </a:lnTo>
                      <a:lnTo>
                        <a:pt x="40" y="699"/>
                      </a:lnTo>
                      <a:lnTo>
                        <a:pt x="140" y="693"/>
                      </a:lnTo>
                      <a:lnTo>
                        <a:pt x="135" y="672"/>
                      </a:lnTo>
                      <a:lnTo>
                        <a:pt x="126" y="616"/>
                      </a:lnTo>
                      <a:lnTo>
                        <a:pt x="113" y="532"/>
                      </a:lnTo>
                      <a:lnTo>
                        <a:pt x="103" y="430"/>
                      </a:lnTo>
                      <a:lnTo>
                        <a:pt x="97" y="317"/>
                      </a:lnTo>
                      <a:lnTo>
                        <a:pt x="100" y="205"/>
                      </a:lnTo>
                      <a:lnTo>
                        <a:pt x="115" y="98"/>
                      </a:lnTo>
                      <a:lnTo>
                        <a:pt x="145" y="8"/>
                      </a:lnTo>
                      <a:lnTo>
                        <a:pt x="145" y="7"/>
                      </a:lnTo>
                      <a:lnTo>
                        <a:pt x="145" y="5"/>
                      </a:lnTo>
                      <a:lnTo>
                        <a:pt x="143" y="3"/>
                      </a:lnTo>
                      <a:lnTo>
                        <a:pt x="137" y="0"/>
                      </a:lnTo>
                      <a:lnTo>
                        <a:pt x="126" y="0"/>
                      </a:lnTo>
                      <a:lnTo>
                        <a:pt x="108" y="1"/>
                      </a:lnTo>
                      <a:lnTo>
                        <a:pt x="81" y="6"/>
                      </a:lnTo>
                      <a:lnTo>
                        <a:pt x="46" y="14"/>
                      </a:lnTo>
                      <a:close/>
                    </a:path>
                  </a:pathLst>
                </a:custGeom>
                <a:solidFill>
                  <a:schemeClr val="bg1">
                    <a:alpha val="100000"/>
                  </a:schemeClr>
                </a:solidFill>
                <a:ln w="9525">
                  <a:noFill/>
                </a:ln>
              </p:spPr>
              <p:txBody>
                <a:bodyPr/>
                <a:p>
                  <a:endParaRPr lang="zh-CN" altLang="en-US"/>
                </a:p>
              </p:txBody>
            </p:sp>
            <p:sp>
              <p:nvSpPr>
                <p:cNvPr id="145822" name="Freeform 833"/>
                <p:cNvSpPr/>
                <p:nvPr/>
              </p:nvSpPr>
              <p:spPr>
                <a:xfrm>
                  <a:off x="4872" y="1870"/>
                  <a:ext cx="18" cy="85"/>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23" h="597">
                      <a:moveTo>
                        <a:pt x="39" y="12"/>
                      </a:moveTo>
                      <a:lnTo>
                        <a:pt x="35" y="23"/>
                      </a:lnTo>
                      <a:lnTo>
                        <a:pt x="26" y="57"/>
                      </a:lnTo>
                      <a:lnTo>
                        <a:pt x="16" y="111"/>
                      </a:lnTo>
                      <a:lnTo>
                        <a:pt x="6" y="181"/>
                      </a:lnTo>
                      <a:lnTo>
                        <a:pt x="0" y="267"/>
                      </a:lnTo>
                      <a:lnTo>
                        <a:pt x="1" y="367"/>
                      </a:lnTo>
                      <a:lnTo>
                        <a:pt x="11" y="477"/>
                      </a:lnTo>
                      <a:lnTo>
                        <a:pt x="34" y="597"/>
                      </a:lnTo>
                      <a:lnTo>
                        <a:pt x="119" y="591"/>
                      </a:lnTo>
                      <a:lnTo>
                        <a:pt x="115" y="574"/>
                      </a:lnTo>
                      <a:lnTo>
                        <a:pt x="107" y="526"/>
                      </a:lnTo>
                      <a:lnTo>
                        <a:pt x="97" y="454"/>
                      </a:lnTo>
                      <a:lnTo>
                        <a:pt x="88" y="367"/>
                      </a:lnTo>
                      <a:lnTo>
                        <a:pt x="82" y="272"/>
                      </a:lnTo>
                      <a:lnTo>
                        <a:pt x="84" y="175"/>
                      </a:lnTo>
                      <a:lnTo>
                        <a:pt x="97" y="84"/>
                      </a:lnTo>
                      <a:lnTo>
                        <a:pt x="123" y="7"/>
                      </a:lnTo>
                      <a:lnTo>
                        <a:pt x="123" y="6"/>
                      </a:lnTo>
                      <a:lnTo>
                        <a:pt x="123" y="5"/>
                      </a:lnTo>
                      <a:lnTo>
                        <a:pt x="121" y="3"/>
                      </a:lnTo>
                      <a:lnTo>
                        <a:pt x="117" y="0"/>
                      </a:lnTo>
                      <a:lnTo>
                        <a:pt x="106" y="0"/>
                      </a:lnTo>
                      <a:lnTo>
                        <a:pt x="91" y="2"/>
                      </a:lnTo>
                      <a:lnTo>
                        <a:pt x="70" y="5"/>
                      </a:lnTo>
                      <a:lnTo>
                        <a:pt x="39" y="12"/>
                      </a:lnTo>
                      <a:close/>
                    </a:path>
                  </a:pathLst>
                </a:custGeom>
                <a:solidFill>
                  <a:schemeClr val="bg1">
                    <a:alpha val="100000"/>
                  </a:schemeClr>
                </a:solidFill>
                <a:ln w="9525">
                  <a:noFill/>
                </a:ln>
              </p:spPr>
              <p:txBody>
                <a:bodyPr/>
                <a:p>
                  <a:endParaRPr lang="zh-CN" altLang="en-US"/>
                </a:p>
              </p:txBody>
            </p:sp>
            <p:sp>
              <p:nvSpPr>
                <p:cNvPr id="145823" name="Freeform 834"/>
                <p:cNvSpPr/>
                <p:nvPr/>
              </p:nvSpPr>
              <p:spPr>
                <a:xfrm>
                  <a:off x="4873" y="1876"/>
                  <a:ext cx="15" cy="7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03" h="492">
                      <a:moveTo>
                        <a:pt x="32" y="9"/>
                      </a:moveTo>
                      <a:lnTo>
                        <a:pt x="28" y="18"/>
                      </a:lnTo>
                      <a:lnTo>
                        <a:pt x="21" y="47"/>
                      </a:lnTo>
                      <a:lnTo>
                        <a:pt x="12" y="90"/>
                      </a:lnTo>
                      <a:lnTo>
                        <a:pt x="4" y="149"/>
                      </a:lnTo>
                      <a:lnTo>
                        <a:pt x="0" y="220"/>
                      </a:lnTo>
                      <a:lnTo>
                        <a:pt x="0" y="303"/>
                      </a:lnTo>
                      <a:lnTo>
                        <a:pt x="9" y="394"/>
                      </a:lnTo>
                      <a:lnTo>
                        <a:pt x="27" y="492"/>
                      </a:lnTo>
                      <a:lnTo>
                        <a:pt x="98" y="489"/>
                      </a:lnTo>
                      <a:lnTo>
                        <a:pt x="95" y="474"/>
                      </a:lnTo>
                      <a:lnTo>
                        <a:pt x="88" y="434"/>
                      </a:lnTo>
                      <a:lnTo>
                        <a:pt x="80" y="375"/>
                      </a:lnTo>
                      <a:lnTo>
                        <a:pt x="72" y="303"/>
                      </a:lnTo>
                      <a:lnTo>
                        <a:pt x="68" y="224"/>
                      </a:lnTo>
                      <a:lnTo>
                        <a:pt x="70" y="144"/>
                      </a:lnTo>
                      <a:lnTo>
                        <a:pt x="81" y="68"/>
                      </a:lnTo>
                      <a:lnTo>
                        <a:pt x="103" y="5"/>
                      </a:lnTo>
                      <a:lnTo>
                        <a:pt x="103" y="4"/>
                      </a:lnTo>
                      <a:lnTo>
                        <a:pt x="103" y="3"/>
                      </a:lnTo>
                      <a:lnTo>
                        <a:pt x="100" y="1"/>
                      </a:lnTo>
                      <a:lnTo>
                        <a:pt x="97" y="0"/>
                      </a:lnTo>
                      <a:lnTo>
                        <a:pt x="89" y="0"/>
                      </a:lnTo>
                      <a:lnTo>
                        <a:pt x="75" y="0"/>
                      </a:lnTo>
                      <a:lnTo>
                        <a:pt x="57" y="3"/>
                      </a:lnTo>
                      <a:lnTo>
                        <a:pt x="32" y="9"/>
                      </a:lnTo>
                      <a:close/>
                    </a:path>
                  </a:pathLst>
                </a:custGeom>
                <a:solidFill>
                  <a:schemeClr val="bg1">
                    <a:alpha val="100000"/>
                  </a:schemeClr>
                </a:solidFill>
                <a:ln w="9525">
                  <a:noFill/>
                </a:ln>
              </p:spPr>
              <p:txBody>
                <a:bodyPr/>
                <a:p>
                  <a:endParaRPr lang="zh-CN" altLang="en-US"/>
                </a:p>
              </p:txBody>
            </p:sp>
            <p:sp>
              <p:nvSpPr>
                <p:cNvPr id="145824" name="Freeform 835"/>
                <p:cNvSpPr/>
                <p:nvPr/>
              </p:nvSpPr>
              <p:spPr>
                <a:xfrm>
                  <a:off x="4874" y="1883"/>
                  <a:ext cx="12" cy="5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82" h="390">
                      <a:moveTo>
                        <a:pt x="25" y="8"/>
                      </a:moveTo>
                      <a:lnTo>
                        <a:pt x="23" y="16"/>
                      </a:lnTo>
                      <a:lnTo>
                        <a:pt x="17" y="38"/>
                      </a:lnTo>
                      <a:lnTo>
                        <a:pt x="11" y="72"/>
                      </a:lnTo>
                      <a:lnTo>
                        <a:pt x="4" y="118"/>
                      </a:lnTo>
                      <a:lnTo>
                        <a:pt x="0" y="174"/>
                      </a:lnTo>
                      <a:lnTo>
                        <a:pt x="0" y="240"/>
                      </a:lnTo>
                      <a:lnTo>
                        <a:pt x="7" y="312"/>
                      </a:lnTo>
                      <a:lnTo>
                        <a:pt x="22" y="390"/>
                      </a:lnTo>
                      <a:lnTo>
                        <a:pt x="78" y="387"/>
                      </a:lnTo>
                      <a:lnTo>
                        <a:pt x="76" y="375"/>
                      </a:lnTo>
                      <a:lnTo>
                        <a:pt x="70" y="343"/>
                      </a:lnTo>
                      <a:lnTo>
                        <a:pt x="63" y="297"/>
                      </a:lnTo>
                      <a:lnTo>
                        <a:pt x="57" y="240"/>
                      </a:lnTo>
                      <a:lnTo>
                        <a:pt x="54" y="178"/>
                      </a:lnTo>
                      <a:lnTo>
                        <a:pt x="56" y="113"/>
                      </a:lnTo>
                      <a:lnTo>
                        <a:pt x="64" y="55"/>
                      </a:lnTo>
                      <a:lnTo>
                        <a:pt x="82" y="4"/>
                      </a:lnTo>
                      <a:lnTo>
                        <a:pt x="82" y="2"/>
                      </a:lnTo>
                      <a:lnTo>
                        <a:pt x="80" y="1"/>
                      </a:lnTo>
                      <a:lnTo>
                        <a:pt x="77" y="0"/>
                      </a:lnTo>
                      <a:lnTo>
                        <a:pt x="70" y="0"/>
                      </a:lnTo>
                      <a:lnTo>
                        <a:pt x="60" y="1"/>
                      </a:lnTo>
                      <a:lnTo>
                        <a:pt x="46" y="3"/>
                      </a:lnTo>
                      <a:lnTo>
                        <a:pt x="25" y="8"/>
                      </a:lnTo>
                      <a:close/>
                    </a:path>
                  </a:pathLst>
                </a:custGeom>
                <a:solidFill>
                  <a:schemeClr val="bg1">
                    <a:alpha val="100000"/>
                  </a:schemeClr>
                </a:solidFill>
                <a:ln w="9525">
                  <a:noFill/>
                </a:ln>
              </p:spPr>
              <p:txBody>
                <a:bodyPr/>
                <a:p>
                  <a:endParaRPr lang="zh-CN" altLang="en-US"/>
                </a:p>
              </p:txBody>
            </p:sp>
            <p:sp>
              <p:nvSpPr>
                <p:cNvPr id="145825" name="Freeform 836"/>
                <p:cNvSpPr/>
                <p:nvPr/>
              </p:nvSpPr>
              <p:spPr>
                <a:xfrm>
                  <a:off x="4875" y="1890"/>
                  <a:ext cx="8" cy="4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9" h="288">
                      <a:moveTo>
                        <a:pt x="18" y="6"/>
                      </a:moveTo>
                      <a:lnTo>
                        <a:pt x="17" y="11"/>
                      </a:lnTo>
                      <a:lnTo>
                        <a:pt x="13" y="27"/>
                      </a:lnTo>
                      <a:lnTo>
                        <a:pt x="7" y="53"/>
                      </a:lnTo>
                      <a:lnTo>
                        <a:pt x="2" y="87"/>
                      </a:lnTo>
                      <a:lnTo>
                        <a:pt x="0" y="130"/>
                      </a:lnTo>
                      <a:lnTo>
                        <a:pt x="0" y="177"/>
                      </a:lnTo>
                      <a:lnTo>
                        <a:pt x="5" y="231"/>
                      </a:lnTo>
                      <a:lnTo>
                        <a:pt x="16" y="288"/>
                      </a:lnTo>
                      <a:lnTo>
                        <a:pt x="57" y="286"/>
                      </a:lnTo>
                      <a:lnTo>
                        <a:pt x="56" y="278"/>
                      </a:lnTo>
                      <a:lnTo>
                        <a:pt x="51" y="254"/>
                      </a:lnTo>
                      <a:lnTo>
                        <a:pt x="47" y="219"/>
                      </a:lnTo>
                      <a:lnTo>
                        <a:pt x="42" y="177"/>
                      </a:lnTo>
                      <a:lnTo>
                        <a:pt x="40" y="131"/>
                      </a:lnTo>
                      <a:lnTo>
                        <a:pt x="41" y="84"/>
                      </a:lnTo>
                      <a:lnTo>
                        <a:pt x="47" y="40"/>
                      </a:lnTo>
                      <a:lnTo>
                        <a:pt x="59" y="3"/>
                      </a:lnTo>
                      <a:lnTo>
                        <a:pt x="59" y="2"/>
                      </a:lnTo>
                      <a:lnTo>
                        <a:pt x="58" y="1"/>
                      </a:lnTo>
                      <a:lnTo>
                        <a:pt x="56" y="0"/>
                      </a:lnTo>
                      <a:lnTo>
                        <a:pt x="51" y="0"/>
                      </a:lnTo>
                      <a:lnTo>
                        <a:pt x="45" y="0"/>
                      </a:lnTo>
                      <a:lnTo>
                        <a:pt x="33" y="2"/>
                      </a:lnTo>
                      <a:lnTo>
                        <a:pt x="18" y="6"/>
                      </a:lnTo>
                      <a:close/>
                    </a:path>
                  </a:pathLst>
                </a:custGeom>
                <a:solidFill>
                  <a:schemeClr val="bg1">
                    <a:alpha val="100000"/>
                  </a:schemeClr>
                </a:solidFill>
                <a:ln w="9525">
                  <a:noFill/>
                </a:ln>
              </p:spPr>
              <p:txBody>
                <a:bodyPr/>
                <a:p>
                  <a:endParaRPr lang="zh-CN" altLang="en-US"/>
                </a:p>
              </p:txBody>
            </p:sp>
            <p:sp>
              <p:nvSpPr>
                <p:cNvPr id="145826" name="Freeform 837"/>
                <p:cNvSpPr/>
                <p:nvPr/>
              </p:nvSpPr>
              <p:spPr>
                <a:xfrm>
                  <a:off x="4994" y="1850"/>
                  <a:ext cx="28" cy="11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98" h="779">
                      <a:moveTo>
                        <a:pt x="198" y="6"/>
                      </a:moveTo>
                      <a:lnTo>
                        <a:pt x="194" y="12"/>
                      </a:lnTo>
                      <a:lnTo>
                        <a:pt x="180" y="31"/>
                      </a:lnTo>
                      <a:lnTo>
                        <a:pt x="163" y="72"/>
                      </a:lnTo>
                      <a:lnTo>
                        <a:pt x="146" y="138"/>
                      </a:lnTo>
                      <a:lnTo>
                        <a:pt x="132" y="236"/>
                      </a:lnTo>
                      <a:lnTo>
                        <a:pt x="125" y="373"/>
                      </a:lnTo>
                      <a:lnTo>
                        <a:pt x="130" y="551"/>
                      </a:lnTo>
                      <a:lnTo>
                        <a:pt x="148" y="779"/>
                      </a:lnTo>
                      <a:lnTo>
                        <a:pt x="37" y="779"/>
                      </a:lnTo>
                      <a:lnTo>
                        <a:pt x="34" y="756"/>
                      </a:lnTo>
                      <a:lnTo>
                        <a:pt x="23" y="693"/>
                      </a:lnTo>
                      <a:lnTo>
                        <a:pt x="13" y="599"/>
                      </a:lnTo>
                      <a:lnTo>
                        <a:pt x="4" y="483"/>
                      </a:lnTo>
                      <a:lnTo>
                        <a:pt x="0" y="357"/>
                      </a:lnTo>
                      <a:lnTo>
                        <a:pt x="7" y="227"/>
                      </a:lnTo>
                      <a:lnTo>
                        <a:pt x="27" y="105"/>
                      </a:lnTo>
                      <a:lnTo>
                        <a:pt x="65" y="0"/>
                      </a:lnTo>
                      <a:lnTo>
                        <a:pt x="198" y="6"/>
                      </a:lnTo>
                      <a:close/>
                    </a:path>
                  </a:pathLst>
                </a:custGeom>
                <a:solidFill>
                  <a:schemeClr val="bg1">
                    <a:alpha val="100000"/>
                  </a:schemeClr>
                </a:solidFill>
                <a:ln w="9525">
                  <a:noFill/>
                </a:ln>
              </p:spPr>
              <p:txBody>
                <a:bodyPr/>
                <a:p>
                  <a:endParaRPr lang="zh-CN" altLang="en-US"/>
                </a:p>
              </p:txBody>
            </p:sp>
            <p:sp>
              <p:nvSpPr>
                <p:cNvPr id="145827" name="Freeform 838"/>
                <p:cNvSpPr/>
                <p:nvPr/>
              </p:nvSpPr>
              <p:spPr>
                <a:xfrm>
                  <a:off x="4995" y="1857"/>
                  <a:ext cx="24" cy="9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69" h="666">
                      <a:moveTo>
                        <a:pt x="169" y="5"/>
                      </a:moveTo>
                      <a:lnTo>
                        <a:pt x="164" y="10"/>
                      </a:lnTo>
                      <a:lnTo>
                        <a:pt x="154" y="27"/>
                      </a:lnTo>
                      <a:lnTo>
                        <a:pt x="139" y="61"/>
                      </a:lnTo>
                      <a:lnTo>
                        <a:pt x="124" y="118"/>
                      </a:lnTo>
                      <a:lnTo>
                        <a:pt x="113" y="201"/>
                      </a:lnTo>
                      <a:lnTo>
                        <a:pt x="107" y="318"/>
                      </a:lnTo>
                      <a:lnTo>
                        <a:pt x="110" y="470"/>
                      </a:lnTo>
                      <a:lnTo>
                        <a:pt x="126" y="666"/>
                      </a:lnTo>
                      <a:lnTo>
                        <a:pt x="31" y="666"/>
                      </a:lnTo>
                      <a:lnTo>
                        <a:pt x="28" y="646"/>
                      </a:lnTo>
                      <a:lnTo>
                        <a:pt x="20" y="592"/>
                      </a:lnTo>
                      <a:lnTo>
                        <a:pt x="11" y="512"/>
                      </a:lnTo>
                      <a:lnTo>
                        <a:pt x="3" y="413"/>
                      </a:lnTo>
                      <a:lnTo>
                        <a:pt x="0" y="305"/>
                      </a:lnTo>
                      <a:lnTo>
                        <a:pt x="6" y="195"/>
                      </a:lnTo>
                      <a:lnTo>
                        <a:pt x="23" y="90"/>
                      </a:lnTo>
                      <a:lnTo>
                        <a:pt x="55" y="0"/>
                      </a:lnTo>
                      <a:lnTo>
                        <a:pt x="169" y="5"/>
                      </a:lnTo>
                      <a:close/>
                    </a:path>
                  </a:pathLst>
                </a:custGeom>
                <a:solidFill>
                  <a:schemeClr val="bg1">
                    <a:alpha val="100000"/>
                  </a:schemeClr>
                </a:solidFill>
                <a:ln w="9525">
                  <a:noFill/>
                </a:ln>
              </p:spPr>
              <p:txBody>
                <a:bodyPr/>
                <a:p>
                  <a:endParaRPr lang="zh-CN" altLang="en-US"/>
                </a:p>
              </p:txBody>
            </p:sp>
            <p:sp>
              <p:nvSpPr>
                <p:cNvPr id="145828" name="Freeform 839"/>
                <p:cNvSpPr/>
                <p:nvPr/>
              </p:nvSpPr>
              <p:spPr>
                <a:xfrm>
                  <a:off x="4996" y="1865"/>
                  <a:ext cx="20" cy="7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40" h="551">
                      <a:moveTo>
                        <a:pt x="140" y="5"/>
                      </a:moveTo>
                      <a:lnTo>
                        <a:pt x="136" y="8"/>
                      </a:lnTo>
                      <a:lnTo>
                        <a:pt x="127" y="23"/>
                      </a:lnTo>
                      <a:lnTo>
                        <a:pt x="116" y="51"/>
                      </a:lnTo>
                      <a:lnTo>
                        <a:pt x="103" y="98"/>
                      </a:lnTo>
                      <a:lnTo>
                        <a:pt x="94" y="167"/>
                      </a:lnTo>
                      <a:lnTo>
                        <a:pt x="90" y="264"/>
                      </a:lnTo>
                      <a:lnTo>
                        <a:pt x="92" y="390"/>
                      </a:lnTo>
                      <a:lnTo>
                        <a:pt x="106" y="551"/>
                      </a:lnTo>
                      <a:lnTo>
                        <a:pt x="27" y="551"/>
                      </a:lnTo>
                      <a:lnTo>
                        <a:pt x="24" y="535"/>
                      </a:lnTo>
                      <a:lnTo>
                        <a:pt x="17" y="490"/>
                      </a:lnTo>
                      <a:lnTo>
                        <a:pt x="9" y="423"/>
                      </a:lnTo>
                      <a:lnTo>
                        <a:pt x="3" y="342"/>
                      </a:lnTo>
                      <a:lnTo>
                        <a:pt x="0" y="252"/>
                      </a:lnTo>
                      <a:lnTo>
                        <a:pt x="5" y="161"/>
                      </a:lnTo>
                      <a:lnTo>
                        <a:pt x="20" y="75"/>
                      </a:lnTo>
                      <a:lnTo>
                        <a:pt x="46" y="0"/>
                      </a:lnTo>
                      <a:lnTo>
                        <a:pt x="140" y="5"/>
                      </a:lnTo>
                      <a:close/>
                    </a:path>
                  </a:pathLst>
                </a:custGeom>
                <a:solidFill>
                  <a:schemeClr val="bg1">
                    <a:alpha val="100000"/>
                  </a:schemeClr>
                </a:solidFill>
                <a:ln w="9525">
                  <a:noFill/>
                </a:ln>
              </p:spPr>
              <p:txBody>
                <a:bodyPr/>
                <a:p>
                  <a:endParaRPr lang="zh-CN" altLang="en-US"/>
                </a:p>
              </p:txBody>
            </p:sp>
            <p:sp>
              <p:nvSpPr>
                <p:cNvPr id="145829" name="Freeform 840"/>
                <p:cNvSpPr/>
                <p:nvPr/>
              </p:nvSpPr>
              <p:spPr>
                <a:xfrm>
                  <a:off x="4997" y="1873"/>
                  <a:ext cx="16" cy="62"/>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1" h="437">
                      <a:moveTo>
                        <a:pt x="111" y="4"/>
                      </a:moveTo>
                      <a:lnTo>
                        <a:pt x="108" y="7"/>
                      </a:lnTo>
                      <a:lnTo>
                        <a:pt x="101" y="18"/>
                      </a:lnTo>
                      <a:lnTo>
                        <a:pt x="92" y="41"/>
                      </a:lnTo>
                      <a:lnTo>
                        <a:pt x="82" y="77"/>
                      </a:lnTo>
                      <a:lnTo>
                        <a:pt x="75" y="133"/>
                      </a:lnTo>
                      <a:lnTo>
                        <a:pt x="70" y="208"/>
                      </a:lnTo>
                      <a:lnTo>
                        <a:pt x="72" y="309"/>
                      </a:lnTo>
                      <a:lnTo>
                        <a:pt x="83" y="437"/>
                      </a:lnTo>
                      <a:lnTo>
                        <a:pt x="21" y="437"/>
                      </a:lnTo>
                      <a:lnTo>
                        <a:pt x="19" y="424"/>
                      </a:lnTo>
                      <a:lnTo>
                        <a:pt x="13" y="389"/>
                      </a:lnTo>
                      <a:lnTo>
                        <a:pt x="7" y="336"/>
                      </a:lnTo>
                      <a:lnTo>
                        <a:pt x="3" y="272"/>
                      </a:lnTo>
                      <a:lnTo>
                        <a:pt x="0" y="200"/>
                      </a:lnTo>
                      <a:lnTo>
                        <a:pt x="5" y="128"/>
                      </a:lnTo>
                      <a:lnTo>
                        <a:pt x="16" y="59"/>
                      </a:lnTo>
                      <a:lnTo>
                        <a:pt x="37" y="0"/>
                      </a:lnTo>
                      <a:lnTo>
                        <a:pt x="111" y="4"/>
                      </a:lnTo>
                      <a:close/>
                    </a:path>
                  </a:pathLst>
                </a:custGeom>
                <a:solidFill>
                  <a:schemeClr val="bg1">
                    <a:alpha val="100000"/>
                  </a:schemeClr>
                </a:solidFill>
                <a:ln w="9525">
                  <a:noFill/>
                </a:ln>
              </p:spPr>
              <p:txBody>
                <a:bodyPr/>
                <a:p>
                  <a:endParaRPr lang="zh-CN" altLang="en-US"/>
                </a:p>
              </p:txBody>
            </p:sp>
            <p:sp>
              <p:nvSpPr>
                <p:cNvPr id="145830" name="Freeform 841"/>
                <p:cNvSpPr/>
                <p:nvPr/>
              </p:nvSpPr>
              <p:spPr>
                <a:xfrm>
                  <a:off x="4998" y="1881"/>
                  <a:ext cx="12" cy="4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82" h="322">
                      <a:moveTo>
                        <a:pt x="82" y="3"/>
                      </a:moveTo>
                      <a:lnTo>
                        <a:pt x="79" y="5"/>
                      </a:lnTo>
                      <a:lnTo>
                        <a:pt x="75" y="13"/>
                      </a:lnTo>
                      <a:lnTo>
                        <a:pt x="67" y="30"/>
                      </a:lnTo>
                      <a:lnTo>
                        <a:pt x="60" y="57"/>
                      </a:lnTo>
                      <a:lnTo>
                        <a:pt x="54" y="98"/>
                      </a:lnTo>
                      <a:lnTo>
                        <a:pt x="52" y="154"/>
                      </a:lnTo>
                      <a:lnTo>
                        <a:pt x="53" y="228"/>
                      </a:lnTo>
                      <a:lnTo>
                        <a:pt x="61" y="322"/>
                      </a:lnTo>
                      <a:lnTo>
                        <a:pt x="15" y="322"/>
                      </a:lnTo>
                      <a:lnTo>
                        <a:pt x="14" y="313"/>
                      </a:lnTo>
                      <a:lnTo>
                        <a:pt x="9" y="287"/>
                      </a:lnTo>
                      <a:lnTo>
                        <a:pt x="5" y="247"/>
                      </a:lnTo>
                      <a:lnTo>
                        <a:pt x="1" y="200"/>
                      </a:lnTo>
                      <a:lnTo>
                        <a:pt x="0" y="147"/>
                      </a:lnTo>
                      <a:lnTo>
                        <a:pt x="3" y="95"/>
                      </a:lnTo>
                      <a:lnTo>
                        <a:pt x="11" y="44"/>
                      </a:lnTo>
                      <a:lnTo>
                        <a:pt x="27" y="0"/>
                      </a:lnTo>
                      <a:lnTo>
                        <a:pt x="82" y="3"/>
                      </a:lnTo>
                      <a:close/>
                    </a:path>
                  </a:pathLst>
                </a:custGeom>
                <a:solidFill>
                  <a:schemeClr val="bg1">
                    <a:alpha val="100000"/>
                  </a:schemeClr>
                </a:solidFill>
                <a:ln w="9525">
                  <a:noFill/>
                </a:ln>
              </p:spPr>
              <p:txBody>
                <a:bodyPr/>
                <a:p>
                  <a:endParaRPr lang="zh-CN" altLang="en-US"/>
                </a:p>
              </p:txBody>
            </p:sp>
            <p:sp>
              <p:nvSpPr>
                <p:cNvPr id="145831" name="Rectangle 842"/>
                <p:cNvSpPr/>
                <p:nvPr/>
              </p:nvSpPr>
              <p:spPr>
                <a:xfrm>
                  <a:off x="4846" y="1869"/>
                  <a:ext cx="4" cy="146"/>
                </a:xfrm>
                <a:prstGeom prst="rect">
                  <a:avLst/>
                </a:prstGeom>
                <a:solidFill>
                  <a:srgbClr val="FFCCFF"/>
                </a:solidFill>
                <a:ln w="9525">
                  <a:noFill/>
                </a:ln>
              </p:spPr>
              <p:txBody>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45832" name="Freeform 843"/>
                <p:cNvSpPr/>
                <p:nvPr/>
              </p:nvSpPr>
              <p:spPr>
                <a:xfrm>
                  <a:off x="4898" y="1867"/>
                  <a:ext cx="57" cy="67"/>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398" h="469">
                      <a:moveTo>
                        <a:pt x="37" y="44"/>
                      </a:moveTo>
                      <a:lnTo>
                        <a:pt x="33" y="53"/>
                      </a:lnTo>
                      <a:lnTo>
                        <a:pt x="27" y="79"/>
                      </a:lnTo>
                      <a:lnTo>
                        <a:pt x="17" y="120"/>
                      </a:lnTo>
                      <a:lnTo>
                        <a:pt x="8" y="174"/>
                      </a:lnTo>
                      <a:lnTo>
                        <a:pt x="1" y="238"/>
                      </a:lnTo>
                      <a:lnTo>
                        <a:pt x="0" y="309"/>
                      </a:lnTo>
                      <a:lnTo>
                        <a:pt x="7" y="387"/>
                      </a:lnTo>
                      <a:lnTo>
                        <a:pt x="24" y="469"/>
                      </a:lnTo>
                      <a:lnTo>
                        <a:pt x="24" y="466"/>
                      </a:lnTo>
                      <a:lnTo>
                        <a:pt x="24" y="455"/>
                      </a:lnTo>
                      <a:lnTo>
                        <a:pt x="24" y="438"/>
                      </a:lnTo>
                      <a:lnTo>
                        <a:pt x="24" y="417"/>
                      </a:lnTo>
                      <a:lnTo>
                        <a:pt x="27" y="391"/>
                      </a:lnTo>
                      <a:lnTo>
                        <a:pt x="30" y="363"/>
                      </a:lnTo>
                      <a:lnTo>
                        <a:pt x="35" y="332"/>
                      </a:lnTo>
                      <a:lnTo>
                        <a:pt x="41" y="300"/>
                      </a:lnTo>
                      <a:lnTo>
                        <a:pt x="52" y="268"/>
                      </a:lnTo>
                      <a:lnTo>
                        <a:pt x="64" y="237"/>
                      </a:lnTo>
                      <a:lnTo>
                        <a:pt x="79" y="207"/>
                      </a:lnTo>
                      <a:lnTo>
                        <a:pt x="99" y="179"/>
                      </a:lnTo>
                      <a:lnTo>
                        <a:pt x="123" y="155"/>
                      </a:lnTo>
                      <a:lnTo>
                        <a:pt x="150" y="136"/>
                      </a:lnTo>
                      <a:lnTo>
                        <a:pt x="183" y="122"/>
                      </a:lnTo>
                      <a:lnTo>
                        <a:pt x="221" y="114"/>
                      </a:lnTo>
                      <a:lnTo>
                        <a:pt x="223" y="112"/>
                      </a:lnTo>
                      <a:lnTo>
                        <a:pt x="230" y="107"/>
                      </a:lnTo>
                      <a:lnTo>
                        <a:pt x="242" y="99"/>
                      </a:lnTo>
                      <a:lnTo>
                        <a:pt x="260" y="88"/>
                      </a:lnTo>
                      <a:lnTo>
                        <a:pt x="284" y="74"/>
                      </a:lnTo>
                      <a:lnTo>
                        <a:pt x="315" y="58"/>
                      </a:lnTo>
                      <a:lnTo>
                        <a:pt x="352" y="39"/>
                      </a:lnTo>
                      <a:lnTo>
                        <a:pt x="398" y="19"/>
                      </a:lnTo>
                      <a:lnTo>
                        <a:pt x="396" y="17"/>
                      </a:lnTo>
                      <a:lnTo>
                        <a:pt x="389" y="16"/>
                      </a:lnTo>
                      <a:lnTo>
                        <a:pt x="379" y="14"/>
                      </a:lnTo>
                      <a:lnTo>
                        <a:pt x="364" y="12"/>
                      </a:lnTo>
                      <a:lnTo>
                        <a:pt x="347" y="8"/>
                      </a:lnTo>
                      <a:lnTo>
                        <a:pt x="326" y="6"/>
                      </a:lnTo>
                      <a:lnTo>
                        <a:pt x="302" y="4"/>
                      </a:lnTo>
                      <a:lnTo>
                        <a:pt x="277" y="1"/>
                      </a:lnTo>
                      <a:lnTo>
                        <a:pt x="250" y="0"/>
                      </a:lnTo>
                      <a:lnTo>
                        <a:pt x="221" y="1"/>
                      </a:lnTo>
                      <a:lnTo>
                        <a:pt x="191" y="3"/>
                      </a:lnTo>
                      <a:lnTo>
                        <a:pt x="160" y="6"/>
                      </a:lnTo>
                      <a:lnTo>
                        <a:pt x="129" y="12"/>
                      </a:lnTo>
                      <a:lnTo>
                        <a:pt x="97" y="20"/>
                      </a:lnTo>
                      <a:lnTo>
                        <a:pt x="67" y="30"/>
                      </a:lnTo>
                      <a:lnTo>
                        <a:pt x="37" y="44"/>
                      </a:lnTo>
                      <a:close/>
                    </a:path>
                  </a:pathLst>
                </a:custGeom>
                <a:solidFill>
                  <a:srgbClr val="FFCCFF">
                    <a:alpha val="100000"/>
                  </a:srgbClr>
                </a:solidFill>
                <a:ln w="9525">
                  <a:noFill/>
                </a:ln>
              </p:spPr>
              <p:txBody>
                <a:bodyPr/>
                <a:p>
                  <a:endParaRPr lang="zh-CN" altLang="en-US"/>
                </a:p>
              </p:txBody>
            </p:sp>
            <p:sp>
              <p:nvSpPr>
                <p:cNvPr id="145833" name="Freeform 844"/>
                <p:cNvSpPr/>
                <p:nvPr/>
              </p:nvSpPr>
              <p:spPr>
                <a:xfrm>
                  <a:off x="4819" y="1917"/>
                  <a:ext cx="46" cy="13"/>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325" h="89">
                      <a:moveTo>
                        <a:pt x="0" y="57"/>
                      </a:moveTo>
                      <a:lnTo>
                        <a:pt x="0" y="55"/>
                      </a:lnTo>
                      <a:lnTo>
                        <a:pt x="2" y="52"/>
                      </a:lnTo>
                      <a:lnTo>
                        <a:pt x="6" y="47"/>
                      </a:lnTo>
                      <a:lnTo>
                        <a:pt x="12" y="41"/>
                      </a:lnTo>
                      <a:lnTo>
                        <a:pt x="20" y="34"/>
                      </a:lnTo>
                      <a:lnTo>
                        <a:pt x="29" y="27"/>
                      </a:lnTo>
                      <a:lnTo>
                        <a:pt x="41" y="20"/>
                      </a:lnTo>
                      <a:lnTo>
                        <a:pt x="57" y="13"/>
                      </a:lnTo>
                      <a:lnTo>
                        <a:pt x="77" y="7"/>
                      </a:lnTo>
                      <a:lnTo>
                        <a:pt x="98" y="3"/>
                      </a:lnTo>
                      <a:lnTo>
                        <a:pt x="126" y="0"/>
                      </a:lnTo>
                      <a:lnTo>
                        <a:pt x="156" y="0"/>
                      </a:lnTo>
                      <a:lnTo>
                        <a:pt x="191" y="3"/>
                      </a:lnTo>
                      <a:lnTo>
                        <a:pt x="230" y="8"/>
                      </a:lnTo>
                      <a:lnTo>
                        <a:pt x="275" y="18"/>
                      </a:lnTo>
                      <a:lnTo>
                        <a:pt x="325" y="31"/>
                      </a:lnTo>
                      <a:lnTo>
                        <a:pt x="318" y="51"/>
                      </a:lnTo>
                      <a:lnTo>
                        <a:pt x="316" y="50"/>
                      </a:lnTo>
                      <a:lnTo>
                        <a:pt x="308" y="47"/>
                      </a:lnTo>
                      <a:lnTo>
                        <a:pt x="295" y="44"/>
                      </a:lnTo>
                      <a:lnTo>
                        <a:pt x="279" y="39"/>
                      </a:lnTo>
                      <a:lnTo>
                        <a:pt x="260" y="35"/>
                      </a:lnTo>
                      <a:lnTo>
                        <a:pt x="238" y="30"/>
                      </a:lnTo>
                      <a:lnTo>
                        <a:pt x="214" y="27"/>
                      </a:lnTo>
                      <a:lnTo>
                        <a:pt x="188" y="24"/>
                      </a:lnTo>
                      <a:lnTo>
                        <a:pt x="161" y="23"/>
                      </a:lnTo>
                      <a:lnTo>
                        <a:pt x="134" y="23"/>
                      </a:lnTo>
                      <a:lnTo>
                        <a:pt x="108" y="26"/>
                      </a:lnTo>
                      <a:lnTo>
                        <a:pt x="82" y="31"/>
                      </a:lnTo>
                      <a:lnTo>
                        <a:pt x="58" y="41"/>
                      </a:lnTo>
                      <a:lnTo>
                        <a:pt x="36" y="52"/>
                      </a:lnTo>
                      <a:lnTo>
                        <a:pt x="16" y="68"/>
                      </a:lnTo>
                      <a:lnTo>
                        <a:pt x="0" y="89"/>
                      </a:lnTo>
                      <a:lnTo>
                        <a:pt x="0" y="57"/>
                      </a:lnTo>
                      <a:close/>
                    </a:path>
                  </a:pathLst>
                </a:custGeom>
                <a:solidFill>
                  <a:srgbClr val="000000">
                    <a:alpha val="100000"/>
                  </a:srgbClr>
                </a:solidFill>
                <a:ln w="9525">
                  <a:noFill/>
                </a:ln>
              </p:spPr>
              <p:txBody>
                <a:bodyPr/>
                <a:p>
                  <a:endParaRPr lang="zh-CN" altLang="en-US"/>
                </a:p>
              </p:txBody>
            </p:sp>
            <p:sp>
              <p:nvSpPr>
                <p:cNvPr id="145834" name="Freeform 845"/>
                <p:cNvSpPr/>
                <p:nvPr/>
              </p:nvSpPr>
              <p:spPr>
                <a:xfrm>
                  <a:off x="4819" y="1887"/>
                  <a:ext cx="46" cy="13"/>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325" h="89">
                      <a:moveTo>
                        <a:pt x="0" y="56"/>
                      </a:moveTo>
                      <a:lnTo>
                        <a:pt x="0" y="55"/>
                      </a:lnTo>
                      <a:lnTo>
                        <a:pt x="2" y="52"/>
                      </a:lnTo>
                      <a:lnTo>
                        <a:pt x="6" y="47"/>
                      </a:lnTo>
                      <a:lnTo>
                        <a:pt x="12" y="40"/>
                      </a:lnTo>
                      <a:lnTo>
                        <a:pt x="20" y="33"/>
                      </a:lnTo>
                      <a:lnTo>
                        <a:pt x="29" y="27"/>
                      </a:lnTo>
                      <a:lnTo>
                        <a:pt x="41" y="18"/>
                      </a:lnTo>
                      <a:lnTo>
                        <a:pt x="57" y="13"/>
                      </a:lnTo>
                      <a:lnTo>
                        <a:pt x="77" y="7"/>
                      </a:lnTo>
                      <a:lnTo>
                        <a:pt x="98" y="2"/>
                      </a:lnTo>
                      <a:lnTo>
                        <a:pt x="126" y="0"/>
                      </a:lnTo>
                      <a:lnTo>
                        <a:pt x="156" y="0"/>
                      </a:lnTo>
                      <a:lnTo>
                        <a:pt x="191" y="2"/>
                      </a:lnTo>
                      <a:lnTo>
                        <a:pt x="230" y="8"/>
                      </a:lnTo>
                      <a:lnTo>
                        <a:pt x="275" y="17"/>
                      </a:lnTo>
                      <a:lnTo>
                        <a:pt x="325" y="31"/>
                      </a:lnTo>
                      <a:lnTo>
                        <a:pt x="318" y="49"/>
                      </a:lnTo>
                      <a:lnTo>
                        <a:pt x="316" y="48"/>
                      </a:lnTo>
                      <a:lnTo>
                        <a:pt x="308" y="46"/>
                      </a:lnTo>
                      <a:lnTo>
                        <a:pt x="295" y="43"/>
                      </a:lnTo>
                      <a:lnTo>
                        <a:pt x="279" y="38"/>
                      </a:lnTo>
                      <a:lnTo>
                        <a:pt x="260" y="35"/>
                      </a:lnTo>
                      <a:lnTo>
                        <a:pt x="238" y="30"/>
                      </a:lnTo>
                      <a:lnTo>
                        <a:pt x="214" y="27"/>
                      </a:lnTo>
                      <a:lnTo>
                        <a:pt x="188" y="23"/>
                      </a:lnTo>
                      <a:lnTo>
                        <a:pt x="161" y="22"/>
                      </a:lnTo>
                      <a:lnTo>
                        <a:pt x="134" y="23"/>
                      </a:lnTo>
                      <a:lnTo>
                        <a:pt x="108" y="25"/>
                      </a:lnTo>
                      <a:lnTo>
                        <a:pt x="82" y="31"/>
                      </a:lnTo>
                      <a:lnTo>
                        <a:pt x="58" y="40"/>
                      </a:lnTo>
                      <a:lnTo>
                        <a:pt x="36" y="52"/>
                      </a:lnTo>
                      <a:lnTo>
                        <a:pt x="16" y="68"/>
                      </a:lnTo>
                      <a:lnTo>
                        <a:pt x="0" y="89"/>
                      </a:lnTo>
                      <a:lnTo>
                        <a:pt x="0" y="56"/>
                      </a:lnTo>
                      <a:close/>
                    </a:path>
                  </a:pathLst>
                </a:custGeom>
                <a:solidFill>
                  <a:srgbClr val="000000">
                    <a:alpha val="100000"/>
                  </a:srgbClr>
                </a:solidFill>
                <a:ln w="9525">
                  <a:noFill/>
                </a:ln>
              </p:spPr>
              <p:txBody>
                <a:bodyPr/>
                <a:p>
                  <a:endParaRPr lang="zh-CN" altLang="en-US"/>
                </a:p>
              </p:txBody>
            </p:sp>
            <p:sp>
              <p:nvSpPr>
                <p:cNvPr id="145835" name="Freeform 846"/>
                <p:cNvSpPr/>
                <p:nvPr/>
              </p:nvSpPr>
              <p:spPr>
                <a:xfrm>
                  <a:off x="4863" y="1872"/>
                  <a:ext cx="75" cy="13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28" h="975">
                      <a:moveTo>
                        <a:pt x="0" y="0"/>
                      </a:moveTo>
                      <a:lnTo>
                        <a:pt x="0" y="943"/>
                      </a:lnTo>
                      <a:lnTo>
                        <a:pt x="159" y="975"/>
                      </a:lnTo>
                      <a:lnTo>
                        <a:pt x="152" y="848"/>
                      </a:lnTo>
                      <a:lnTo>
                        <a:pt x="528" y="905"/>
                      </a:lnTo>
                      <a:lnTo>
                        <a:pt x="521" y="855"/>
                      </a:lnTo>
                      <a:lnTo>
                        <a:pt x="261" y="822"/>
                      </a:lnTo>
                      <a:lnTo>
                        <a:pt x="254" y="713"/>
                      </a:lnTo>
                      <a:lnTo>
                        <a:pt x="77" y="713"/>
                      </a:lnTo>
                      <a:lnTo>
                        <a:pt x="72" y="699"/>
                      </a:lnTo>
                      <a:lnTo>
                        <a:pt x="60" y="659"/>
                      </a:lnTo>
                      <a:lnTo>
                        <a:pt x="44" y="595"/>
                      </a:lnTo>
                      <a:lnTo>
                        <a:pt x="28" y="511"/>
                      </a:lnTo>
                      <a:lnTo>
                        <a:pt x="16" y="410"/>
                      </a:lnTo>
                      <a:lnTo>
                        <a:pt x="12" y="294"/>
                      </a:lnTo>
                      <a:lnTo>
                        <a:pt x="21" y="167"/>
                      </a:lnTo>
                      <a:lnTo>
                        <a:pt x="45" y="32"/>
                      </a:lnTo>
                      <a:lnTo>
                        <a:pt x="0" y="0"/>
                      </a:lnTo>
                      <a:close/>
                    </a:path>
                  </a:pathLst>
                </a:custGeom>
                <a:solidFill>
                  <a:schemeClr val="bg1">
                    <a:alpha val="100000"/>
                  </a:schemeClr>
                </a:solidFill>
                <a:ln w="9525">
                  <a:noFill/>
                </a:ln>
              </p:spPr>
              <p:txBody>
                <a:bodyPr/>
                <a:p>
                  <a:endParaRPr lang="zh-CN" altLang="en-US"/>
                </a:p>
              </p:txBody>
            </p:sp>
            <p:sp>
              <p:nvSpPr>
                <p:cNvPr id="145836" name="Freeform 847"/>
                <p:cNvSpPr/>
                <p:nvPr/>
              </p:nvSpPr>
              <p:spPr>
                <a:xfrm>
                  <a:off x="4900" y="1840"/>
                  <a:ext cx="97" cy="1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678" h="133">
                      <a:moveTo>
                        <a:pt x="0" y="133"/>
                      </a:moveTo>
                      <a:lnTo>
                        <a:pt x="4" y="132"/>
                      </a:lnTo>
                      <a:lnTo>
                        <a:pt x="15" y="127"/>
                      </a:lnTo>
                      <a:lnTo>
                        <a:pt x="32" y="122"/>
                      </a:lnTo>
                      <a:lnTo>
                        <a:pt x="56" y="114"/>
                      </a:lnTo>
                      <a:lnTo>
                        <a:pt x="86" y="104"/>
                      </a:lnTo>
                      <a:lnTo>
                        <a:pt x="120" y="95"/>
                      </a:lnTo>
                      <a:lnTo>
                        <a:pt x="160" y="86"/>
                      </a:lnTo>
                      <a:lnTo>
                        <a:pt x="204" y="78"/>
                      </a:lnTo>
                      <a:lnTo>
                        <a:pt x="252" y="70"/>
                      </a:lnTo>
                      <a:lnTo>
                        <a:pt x="303" y="64"/>
                      </a:lnTo>
                      <a:lnTo>
                        <a:pt x="358" y="60"/>
                      </a:lnTo>
                      <a:lnTo>
                        <a:pt x="414" y="58"/>
                      </a:lnTo>
                      <a:lnTo>
                        <a:pt x="474" y="60"/>
                      </a:lnTo>
                      <a:lnTo>
                        <a:pt x="534" y="65"/>
                      </a:lnTo>
                      <a:lnTo>
                        <a:pt x="596" y="74"/>
                      </a:lnTo>
                      <a:lnTo>
                        <a:pt x="659" y="88"/>
                      </a:lnTo>
                      <a:lnTo>
                        <a:pt x="678" y="0"/>
                      </a:lnTo>
                      <a:lnTo>
                        <a:pt x="674" y="0"/>
                      </a:lnTo>
                      <a:lnTo>
                        <a:pt x="659" y="0"/>
                      </a:lnTo>
                      <a:lnTo>
                        <a:pt x="636" y="0"/>
                      </a:lnTo>
                      <a:lnTo>
                        <a:pt x="606" y="1"/>
                      </a:lnTo>
                      <a:lnTo>
                        <a:pt x="570" y="2"/>
                      </a:lnTo>
                      <a:lnTo>
                        <a:pt x="527" y="3"/>
                      </a:lnTo>
                      <a:lnTo>
                        <a:pt x="480" y="7"/>
                      </a:lnTo>
                      <a:lnTo>
                        <a:pt x="430" y="9"/>
                      </a:lnTo>
                      <a:lnTo>
                        <a:pt x="376" y="14"/>
                      </a:lnTo>
                      <a:lnTo>
                        <a:pt x="320" y="18"/>
                      </a:lnTo>
                      <a:lnTo>
                        <a:pt x="264" y="24"/>
                      </a:lnTo>
                      <a:lnTo>
                        <a:pt x="208" y="32"/>
                      </a:lnTo>
                      <a:lnTo>
                        <a:pt x="152" y="40"/>
                      </a:lnTo>
                      <a:lnTo>
                        <a:pt x="98" y="50"/>
                      </a:lnTo>
                      <a:lnTo>
                        <a:pt x="47" y="62"/>
                      </a:lnTo>
                      <a:lnTo>
                        <a:pt x="0" y="76"/>
                      </a:lnTo>
                      <a:lnTo>
                        <a:pt x="0" y="133"/>
                      </a:lnTo>
                      <a:close/>
                    </a:path>
                  </a:pathLst>
                </a:custGeom>
                <a:solidFill>
                  <a:schemeClr val="bg1">
                    <a:alpha val="100000"/>
                  </a:schemeClr>
                </a:solidFill>
                <a:ln w="9525">
                  <a:noFill/>
                </a:ln>
              </p:spPr>
              <p:txBody>
                <a:bodyPr/>
                <a:p>
                  <a:endParaRPr lang="zh-CN" altLang="en-US"/>
                </a:p>
              </p:txBody>
            </p:sp>
            <p:sp>
              <p:nvSpPr>
                <p:cNvPr id="145837" name="Freeform 848"/>
                <p:cNvSpPr/>
                <p:nvPr/>
              </p:nvSpPr>
              <p:spPr>
                <a:xfrm>
                  <a:off x="4843" y="2015"/>
                  <a:ext cx="163" cy="54"/>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42" h="379">
                      <a:moveTo>
                        <a:pt x="482" y="367"/>
                      </a:moveTo>
                      <a:lnTo>
                        <a:pt x="485" y="366"/>
                      </a:lnTo>
                      <a:lnTo>
                        <a:pt x="492" y="363"/>
                      </a:lnTo>
                      <a:lnTo>
                        <a:pt x="502" y="359"/>
                      </a:lnTo>
                      <a:lnTo>
                        <a:pt x="516" y="353"/>
                      </a:lnTo>
                      <a:lnTo>
                        <a:pt x="533" y="346"/>
                      </a:lnTo>
                      <a:lnTo>
                        <a:pt x="551" y="338"/>
                      </a:lnTo>
                      <a:lnTo>
                        <a:pt x="572" y="328"/>
                      </a:lnTo>
                      <a:lnTo>
                        <a:pt x="593" y="317"/>
                      </a:lnTo>
                      <a:lnTo>
                        <a:pt x="616" y="306"/>
                      </a:lnTo>
                      <a:lnTo>
                        <a:pt x="638" y="292"/>
                      </a:lnTo>
                      <a:lnTo>
                        <a:pt x="660" y="279"/>
                      </a:lnTo>
                      <a:lnTo>
                        <a:pt x="680" y="264"/>
                      </a:lnTo>
                      <a:lnTo>
                        <a:pt x="700" y="249"/>
                      </a:lnTo>
                      <a:lnTo>
                        <a:pt x="717" y="233"/>
                      </a:lnTo>
                      <a:lnTo>
                        <a:pt x="732" y="217"/>
                      </a:lnTo>
                      <a:lnTo>
                        <a:pt x="743" y="201"/>
                      </a:lnTo>
                      <a:lnTo>
                        <a:pt x="0" y="20"/>
                      </a:lnTo>
                      <a:lnTo>
                        <a:pt x="57" y="0"/>
                      </a:lnTo>
                      <a:lnTo>
                        <a:pt x="1142" y="267"/>
                      </a:lnTo>
                      <a:lnTo>
                        <a:pt x="1098" y="292"/>
                      </a:lnTo>
                      <a:lnTo>
                        <a:pt x="784" y="212"/>
                      </a:lnTo>
                      <a:lnTo>
                        <a:pt x="783" y="213"/>
                      </a:lnTo>
                      <a:lnTo>
                        <a:pt x="781" y="216"/>
                      </a:lnTo>
                      <a:lnTo>
                        <a:pt x="776" y="221"/>
                      </a:lnTo>
                      <a:lnTo>
                        <a:pt x="769" y="228"/>
                      </a:lnTo>
                      <a:lnTo>
                        <a:pt x="761" y="237"/>
                      </a:lnTo>
                      <a:lnTo>
                        <a:pt x="750" y="246"/>
                      </a:lnTo>
                      <a:lnTo>
                        <a:pt x="737" y="258"/>
                      </a:lnTo>
                      <a:lnTo>
                        <a:pt x="721" y="269"/>
                      </a:lnTo>
                      <a:lnTo>
                        <a:pt x="703" y="282"/>
                      </a:lnTo>
                      <a:lnTo>
                        <a:pt x="684" y="295"/>
                      </a:lnTo>
                      <a:lnTo>
                        <a:pt x="660" y="309"/>
                      </a:lnTo>
                      <a:lnTo>
                        <a:pt x="635" y="323"/>
                      </a:lnTo>
                      <a:lnTo>
                        <a:pt x="606" y="338"/>
                      </a:lnTo>
                      <a:lnTo>
                        <a:pt x="574" y="352"/>
                      </a:lnTo>
                      <a:lnTo>
                        <a:pt x="540" y="366"/>
                      </a:lnTo>
                      <a:lnTo>
                        <a:pt x="502" y="379"/>
                      </a:lnTo>
                      <a:lnTo>
                        <a:pt x="482" y="367"/>
                      </a:lnTo>
                      <a:close/>
                    </a:path>
                  </a:pathLst>
                </a:custGeom>
                <a:solidFill>
                  <a:schemeClr val="bg1">
                    <a:alpha val="100000"/>
                  </a:schemeClr>
                </a:solidFill>
                <a:ln w="9525">
                  <a:noFill/>
                </a:ln>
              </p:spPr>
              <p:txBody>
                <a:bodyPr/>
                <a:p>
                  <a:endParaRPr lang="zh-CN" altLang="en-US"/>
                </a:p>
              </p:txBody>
            </p:sp>
            <p:sp>
              <p:nvSpPr>
                <p:cNvPr id="145838" name="Freeform 849"/>
                <p:cNvSpPr/>
                <p:nvPr/>
              </p:nvSpPr>
              <p:spPr>
                <a:xfrm>
                  <a:off x="4809" y="2029"/>
                  <a:ext cx="167" cy="48"/>
                </a:xfrm>
                <a:custGeom>
                  <a:avLst/>
                  <a:gdLst/>
                  <a:ahLst/>
                  <a:cxnLst>
                    <a:cxn ang="0">
                      <a:pos x="0" y="0"/>
                    </a:cxn>
                    <a:cxn ang="0">
                      <a:pos x="0" y="0"/>
                    </a:cxn>
                    <a:cxn ang="0">
                      <a:pos x="0" y="0"/>
                    </a:cxn>
                    <a:cxn ang="0">
                      <a:pos x="0" y="0"/>
                    </a:cxn>
                    <a:cxn ang="0">
                      <a:pos x="0" y="0"/>
                    </a:cxn>
                  </a:cxnLst>
                  <a:pathLst>
                    <a:path w="1163" h="340">
                      <a:moveTo>
                        <a:pt x="0" y="0"/>
                      </a:moveTo>
                      <a:lnTo>
                        <a:pt x="1137" y="340"/>
                      </a:lnTo>
                      <a:lnTo>
                        <a:pt x="1163" y="340"/>
                      </a:lnTo>
                      <a:lnTo>
                        <a:pt x="34" y="0"/>
                      </a:lnTo>
                      <a:lnTo>
                        <a:pt x="0" y="0"/>
                      </a:lnTo>
                      <a:close/>
                    </a:path>
                  </a:pathLst>
                </a:custGeom>
                <a:solidFill>
                  <a:srgbClr val="000000">
                    <a:alpha val="100000"/>
                  </a:srgbClr>
                </a:solidFill>
                <a:ln w="9525">
                  <a:noFill/>
                </a:ln>
              </p:spPr>
              <p:txBody>
                <a:bodyPr/>
                <a:p>
                  <a:endParaRPr lang="zh-CN" altLang="en-US"/>
                </a:p>
              </p:txBody>
            </p:sp>
            <p:sp>
              <p:nvSpPr>
                <p:cNvPr id="145839" name="Freeform 850"/>
                <p:cNvSpPr/>
                <p:nvPr/>
              </p:nvSpPr>
              <p:spPr>
                <a:xfrm>
                  <a:off x="4837" y="2022"/>
                  <a:ext cx="164" cy="44"/>
                </a:xfrm>
                <a:custGeom>
                  <a:avLst/>
                  <a:gdLst/>
                  <a:ahLst/>
                  <a:cxnLst>
                    <a:cxn ang="0">
                      <a:pos x="0" y="0"/>
                    </a:cxn>
                    <a:cxn ang="0">
                      <a:pos x="0" y="0"/>
                    </a:cxn>
                    <a:cxn ang="0">
                      <a:pos x="0" y="0"/>
                    </a:cxn>
                    <a:cxn ang="0">
                      <a:pos x="0" y="0"/>
                    </a:cxn>
                    <a:cxn ang="0">
                      <a:pos x="0" y="0"/>
                    </a:cxn>
                  </a:cxnLst>
                  <a:pathLst>
                    <a:path w="1149" h="303">
                      <a:moveTo>
                        <a:pt x="0" y="1"/>
                      </a:moveTo>
                      <a:lnTo>
                        <a:pt x="1124" y="303"/>
                      </a:lnTo>
                      <a:lnTo>
                        <a:pt x="1149" y="302"/>
                      </a:lnTo>
                      <a:lnTo>
                        <a:pt x="34" y="0"/>
                      </a:lnTo>
                      <a:lnTo>
                        <a:pt x="0" y="1"/>
                      </a:lnTo>
                      <a:close/>
                    </a:path>
                  </a:pathLst>
                </a:custGeom>
                <a:solidFill>
                  <a:srgbClr val="000000">
                    <a:alpha val="100000"/>
                  </a:srgbClr>
                </a:solidFill>
                <a:ln w="9525">
                  <a:noFill/>
                </a:ln>
              </p:spPr>
              <p:txBody>
                <a:bodyPr/>
                <a:p>
                  <a:endParaRPr lang="zh-CN" altLang="en-US"/>
                </a:p>
              </p:txBody>
            </p:sp>
            <p:sp>
              <p:nvSpPr>
                <p:cNvPr id="145840" name="Freeform 851"/>
                <p:cNvSpPr/>
                <p:nvPr/>
              </p:nvSpPr>
              <p:spPr>
                <a:xfrm>
                  <a:off x="4824" y="2025"/>
                  <a:ext cx="165" cy="48"/>
                </a:xfrm>
                <a:custGeom>
                  <a:avLst/>
                  <a:gdLst/>
                  <a:ahLst/>
                  <a:cxnLst>
                    <a:cxn ang="0">
                      <a:pos x="0" y="0"/>
                    </a:cxn>
                    <a:cxn ang="0">
                      <a:pos x="0" y="0"/>
                    </a:cxn>
                    <a:cxn ang="0">
                      <a:pos x="0" y="0"/>
                    </a:cxn>
                    <a:cxn ang="0">
                      <a:pos x="0" y="0"/>
                    </a:cxn>
                    <a:cxn ang="0">
                      <a:pos x="0" y="0"/>
                    </a:cxn>
                  </a:cxnLst>
                  <a:pathLst>
                    <a:path w="1155" h="336">
                      <a:moveTo>
                        <a:pt x="0" y="0"/>
                      </a:moveTo>
                      <a:lnTo>
                        <a:pt x="1134" y="336"/>
                      </a:lnTo>
                      <a:lnTo>
                        <a:pt x="1155" y="328"/>
                      </a:lnTo>
                      <a:lnTo>
                        <a:pt x="34" y="0"/>
                      </a:lnTo>
                      <a:lnTo>
                        <a:pt x="0" y="0"/>
                      </a:lnTo>
                      <a:close/>
                    </a:path>
                  </a:pathLst>
                </a:custGeom>
                <a:solidFill>
                  <a:srgbClr val="000000">
                    <a:alpha val="100000"/>
                  </a:srgbClr>
                </a:solidFill>
                <a:ln w="9525">
                  <a:noFill/>
                </a:ln>
              </p:spPr>
              <p:txBody>
                <a:bodyPr/>
                <a:p>
                  <a:endParaRPr lang="zh-CN" altLang="en-US"/>
                </a:p>
              </p:txBody>
            </p:sp>
          </p:grpSp>
          <p:grpSp>
            <p:nvGrpSpPr>
              <p:cNvPr id="145745" name="Group 852"/>
              <p:cNvGrpSpPr/>
              <p:nvPr/>
            </p:nvGrpSpPr>
            <p:grpSpPr>
              <a:xfrm>
                <a:off x="1659" y="3525"/>
                <a:ext cx="176" cy="150"/>
                <a:chOff x="4765" y="1531"/>
                <a:chExt cx="312" cy="261"/>
              </a:xfrm>
            </p:grpSpPr>
            <p:sp>
              <p:nvSpPr>
                <p:cNvPr id="145762" name="AutoShape 853"/>
                <p:cNvSpPr>
                  <a:spLocks noChangeAspect="1" noTextEdit="1"/>
                </p:cNvSpPr>
                <p:nvPr/>
              </p:nvSpPr>
              <p:spPr>
                <a:xfrm>
                  <a:off x="4765" y="1531"/>
                  <a:ext cx="312" cy="260"/>
                </a:xfrm>
                <a:prstGeom prst="rect">
                  <a:avLst/>
                </a:prstGeom>
                <a:noFill/>
                <a:ln w="9525">
                  <a:noFill/>
                </a:ln>
              </p:spPr>
              <p:txBody>
                <a:bodyPr/>
                <a:p>
                  <a:endParaRPr lang="zh-CN" altLang="en-US"/>
                </a:p>
              </p:txBody>
            </p:sp>
            <p:sp>
              <p:nvSpPr>
                <p:cNvPr id="145763" name="Freeform 854"/>
                <p:cNvSpPr/>
                <p:nvPr/>
              </p:nvSpPr>
              <p:spPr>
                <a:xfrm>
                  <a:off x="4765" y="1534"/>
                  <a:ext cx="307" cy="25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150" h="1804">
                      <a:moveTo>
                        <a:pt x="582" y="239"/>
                      </a:moveTo>
                      <a:lnTo>
                        <a:pt x="606" y="129"/>
                      </a:lnTo>
                      <a:lnTo>
                        <a:pt x="607" y="129"/>
                      </a:lnTo>
                      <a:lnTo>
                        <a:pt x="611" y="128"/>
                      </a:lnTo>
                      <a:lnTo>
                        <a:pt x="616" y="125"/>
                      </a:lnTo>
                      <a:lnTo>
                        <a:pt x="623" y="123"/>
                      </a:lnTo>
                      <a:lnTo>
                        <a:pt x="633" y="120"/>
                      </a:lnTo>
                      <a:lnTo>
                        <a:pt x="645" y="115"/>
                      </a:lnTo>
                      <a:lnTo>
                        <a:pt x="659" y="112"/>
                      </a:lnTo>
                      <a:lnTo>
                        <a:pt x="676" y="107"/>
                      </a:lnTo>
                      <a:lnTo>
                        <a:pt x="694" y="101"/>
                      </a:lnTo>
                      <a:lnTo>
                        <a:pt x="715" y="95"/>
                      </a:lnTo>
                      <a:lnTo>
                        <a:pt x="738" y="90"/>
                      </a:lnTo>
                      <a:lnTo>
                        <a:pt x="763" y="84"/>
                      </a:lnTo>
                      <a:lnTo>
                        <a:pt x="790" y="78"/>
                      </a:lnTo>
                      <a:lnTo>
                        <a:pt x="820" y="71"/>
                      </a:lnTo>
                      <a:lnTo>
                        <a:pt x="852" y="64"/>
                      </a:lnTo>
                      <a:lnTo>
                        <a:pt x="886" y="59"/>
                      </a:lnTo>
                      <a:lnTo>
                        <a:pt x="922" y="52"/>
                      </a:lnTo>
                      <a:lnTo>
                        <a:pt x="961" y="46"/>
                      </a:lnTo>
                      <a:lnTo>
                        <a:pt x="1002" y="40"/>
                      </a:lnTo>
                      <a:lnTo>
                        <a:pt x="1044" y="35"/>
                      </a:lnTo>
                      <a:lnTo>
                        <a:pt x="1090" y="29"/>
                      </a:lnTo>
                      <a:lnTo>
                        <a:pt x="1138" y="23"/>
                      </a:lnTo>
                      <a:lnTo>
                        <a:pt x="1187" y="18"/>
                      </a:lnTo>
                      <a:lnTo>
                        <a:pt x="1240" y="14"/>
                      </a:lnTo>
                      <a:lnTo>
                        <a:pt x="1294" y="10"/>
                      </a:lnTo>
                      <a:lnTo>
                        <a:pt x="1350" y="7"/>
                      </a:lnTo>
                      <a:lnTo>
                        <a:pt x="1410" y="4"/>
                      </a:lnTo>
                      <a:lnTo>
                        <a:pt x="1470" y="1"/>
                      </a:lnTo>
                      <a:lnTo>
                        <a:pt x="1535" y="0"/>
                      </a:lnTo>
                      <a:lnTo>
                        <a:pt x="1601" y="0"/>
                      </a:lnTo>
                      <a:lnTo>
                        <a:pt x="1668" y="0"/>
                      </a:lnTo>
                      <a:lnTo>
                        <a:pt x="1739" y="1"/>
                      </a:lnTo>
                      <a:lnTo>
                        <a:pt x="1816" y="44"/>
                      </a:lnTo>
                      <a:lnTo>
                        <a:pt x="1799" y="248"/>
                      </a:lnTo>
                      <a:lnTo>
                        <a:pt x="1804" y="251"/>
                      </a:lnTo>
                      <a:lnTo>
                        <a:pt x="1820" y="259"/>
                      </a:lnTo>
                      <a:lnTo>
                        <a:pt x="1842" y="272"/>
                      </a:lnTo>
                      <a:lnTo>
                        <a:pt x="1868" y="292"/>
                      </a:lnTo>
                      <a:lnTo>
                        <a:pt x="1896" y="318"/>
                      </a:lnTo>
                      <a:lnTo>
                        <a:pt x="1920" y="351"/>
                      </a:lnTo>
                      <a:lnTo>
                        <a:pt x="1939" y="390"/>
                      </a:lnTo>
                      <a:lnTo>
                        <a:pt x="1951" y="436"/>
                      </a:lnTo>
                      <a:lnTo>
                        <a:pt x="2125" y="593"/>
                      </a:lnTo>
                      <a:lnTo>
                        <a:pt x="2078" y="1009"/>
                      </a:lnTo>
                      <a:lnTo>
                        <a:pt x="1799" y="1149"/>
                      </a:lnTo>
                      <a:lnTo>
                        <a:pt x="2129" y="1247"/>
                      </a:lnTo>
                      <a:lnTo>
                        <a:pt x="2131" y="1251"/>
                      </a:lnTo>
                      <a:lnTo>
                        <a:pt x="2137" y="1264"/>
                      </a:lnTo>
                      <a:lnTo>
                        <a:pt x="2143" y="1284"/>
                      </a:lnTo>
                      <a:lnTo>
                        <a:pt x="2149" y="1310"/>
                      </a:lnTo>
                      <a:lnTo>
                        <a:pt x="2150" y="1342"/>
                      </a:lnTo>
                      <a:lnTo>
                        <a:pt x="2147" y="1380"/>
                      </a:lnTo>
                      <a:lnTo>
                        <a:pt x="2136" y="1423"/>
                      </a:lnTo>
                      <a:lnTo>
                        <a:pt x="2117" y="1468"/>
                      </a:lnTo>
                      <a:lnTo>
                        <a:pt x="1244" y="1804"/>
                      </a:lnTo>
                      <a:lnTo>
                        <a:pt x="0" y="1413"/>
                      </a:lnTo>
                      <a:lnTo>
                        <a:pt x="22" y="1367"/>
                      </a:lnTo>
                      <a:lnTo>
                        <a:pt x="212" y="1302"/>
                      </a:lnTo>
                      <a:lnTo>
                        <a:pt x="212" y="248"/>
                      </a:lnTo>
                      <a:lnTo>
                        <a:pt x="213" y="247"/>
                      </a:lnTo>
                      <a:lnTo>
                        <a:pt x="217" y="244"/>
                      </a:lnTo>
                      <a:lnTo>
                        <a:pt x="223" y="240"/>
                      </a:lnTo>
                      <a:lnTo>
                        <a:pt x="232" y="234"/>
                      </a:lnTo>
                      <a:lnTo>
                        <a:pt x="245" y="228"/>
                      </a:lnTo>
                      <a:lnTo>
                        <a:pt x="258" y="221"/>
                      </a:lnTo>
                      <a:lnTo>
                        <a:pt x="276" y="214"/>
                      </a:lnTo>
                      <a:lnTo>
                        <a:pt x="294" y="207"/>
                      </a:lnTo>
                      <a:lnTo>
                        <a:pt x="316" y="201"/>
                      </a:lnTo>
                      <a:lnTo>
                        <a:pt x="340" y="197"/>
                      </a:lnTo>
                      <a:lnTo>
                        <a:pt x="366" y="194"/>
                      </a:lnTo>
                      <a:lnTo>
                        <a:pt x="393" y="192"/>
                      </a:lnTo>
                      <a:lnTo>
                        <a:pt x="424" y="193"/>
                      </a:lnTo>
                      <a:lnTo>
                        <a:pt x="457" y="197"/>
                      </a:lnTo>
                      <a:lnTo>
                        <a:pt x="493" y="203"/>
                      </a:lnTo>
                      <a:lnTo>
                        <a:pt x="529" y="214"/>
                      </a:lnTo>
                      <a:lnTo>
                        <a:pt x="582" y="239"/>
                      </a:lnTo>
                      <a:close/>
                    </a:path>
                  </a:pathLst>
                </a:custGeom>
                <a:solidFill>
                  <a:srgbClr val="DDDDDD">
                    <a:alpha val="100000"/>
                  </a:srgbClr>
                </a:solidFill>
                <a:ln w="9525">
                  <a:noFill/>
                </a:ln>
              </p:spPr>
              <p:txBody>
                <a:bodyPr/>
                <a:p>
                  <a:endParaRPr lang="zh-CN" altLang="en-US"/>
                </a:p>
              </p:txBody>
            </p:sp>
            <p:sp>
              <p:nvSpPr>
                <p:cNvPr id="145764" name="Freeform 855"/>
                <p:cNvSpPr/>
                <p:nvPr/>
              </p:nvSpPr>
              <p:spPr>
                <a:xfrm>
                  <a:off x="4882" y="1584"/>
                  <a:ext cx="163" cy="11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39" h="778">
                      <a:moveTo>
                        <a:pt x="7" y="587"/>
                      </a:moveTo>
                      <a:lnTo>
                        <a:pt x="0" y="682"/>
                      </a:lnTo>
                      <a:lnTo>
                        <a:pt x="742" y="778"/>
                      </a:lnTo>
                      <a:lnTo>
                        <a:pt x="748" y="775"/>
                      </a:lnTo>
                      <a:lnTo>
                        <a:pt x="763" y="767"/>
                      </a:lnTo>
                      <a:lnTo>
                        <a:pt x="787" y="755"/>
                      </a:lnTo>
                      <a:lnTo>
                        <a:pt x="816" y="737"/>
                      </a:lnTo>
                      <a:lnTo>
                        <a:pt x="852" y="714"/>
                      </a:lnTo>
                      <a:lnTo>
                        <a:pt x="891" y="686"/>
                      </a:lnTo>
                      <a:lnTo>
                        <a:pt x="932" y="652"/>
                      </a:lnTo>
                      <a:lnTo>
                        <a:pt x="973" y="613"/>
                      </a:lnTo>
                      <a:lnTo>
                        <a:pt x="1013" y="570"/>
                      </a:lnTo>
                      <a:lnTo>
                        <a:pt x="1051" y="521"/>
                      </a:lnTo>
                      <a:lnTo>
                        <a:pt x="1083" y="466"/>
                      </a:lnTo>
                      <a:lnTo>
                        <a:pt x="1109" y="406"/>
                      </a:lnTo>
                      <a:lnTo>
                        <a:pt x="1129" y="342"/>
                      </a:lnTo>
                      <a:lnTo>
                        <a:pt x="1139" y="271"/>
                      </a:lnTo>
                      <a:lnTo>
                        <a:pt x="1138" y="196"/>
                      </a:lnTo>
                      <a:lnTo>
                        <a:pt x="1124" y="115"/>
                      </a:lnTo>
                      <a:lnTo>
                        <a:pt x="1122" y="110"/>
                      </a:lnTo>
                      <a:lnTo>
                        <a:pt x="1115" y="97"/>
                      </a:lnTo>
                      <a:lnTo>
                        <a:pt x="1102" y="80"/>
                      </a:lnTo>
                      <a:lnTo>
                        <a:pt x="1086" y="59"/>
                      </a:lnTo>
                      <a:lnTo>
                        <a:pt x="1066" y="39"/>
                      </a:lnTo>
                      <a:lnTo>
                        <a:pt x="1041" y="20"/>
                      </a:lnTo>
                      <a:lnTo>
                        <a:pt x="1011" y="7"/>
                      </a:lnTo>
                      <a:lnTo>
                        <a:pt x="978" y="0"/>
                      </a:lnTo>
                      <a:lnTo>
                        <a:pt x="982" y="12"/>
                      </a:lnTo>
                      <a:lnTo>
                        <a:pt x="994" y="46"/>
                      </a:lnTo>
                      <a:lnTo>
                        <a:pt x="1007" y="100"/>
                      </a:lnTo>
                      <a:lnTo>
                        <a:pt x="1019" y="169"/>
                      </a:lnTo>
                      <a:lnTo>
                        <a:pt x="1022" y="252"/>
                      </a:lnTo>
                      <a:lnTo>
                        <a:pt x="1013" y="344"/>
                      </a:lnTo>
                      <a:lnTo>
                        <a:pt x="987" y="444"/>
                      </a:lnTo>
                      <a:lnTo>
                        <a:pt x="940" y="549"/>
                      </a:lnTo>
                      <a:lnTo>
                        <a:pt x="939" y="550"/>
                      </a:lnTo>
                      <a:lnTo>
                        <a:pt x="934" y="553"/>
                      </a:lnTo>
                      <a:lnTo>
                        <a:pt x="927" y="559"/>
                      </a:lnTo>
                      <a:lnTo>
                        <a:pt x="917" y="567"/>
                      </a:lnTo>
                      <a:lnTo>
                        <a:pt x="904" y="575"/>
                      </a:lnTo>
                      <a:lnTo>
                        <a:pt x="890" y="585"/>
                      </a:lnTo>
                      <a:lnTo>
                        <a:pt x="871" y="594"/>
                      </a:lnTo>
                      <a:lnTo>
                        <a:pt x="851" y="603"/>
                      </a:lnTo>
                      <a:lnTo>
                        <a:pt x="828" y="611"/>
                      </a:lnTo>
                      <a:lnTo>
                        <a:pt x="802" y="619"/>
                      </a:lnTo>
                      <a:lnTo>
                        <a:pt x="773" y="625"/>
                      </a:lnTo>
                      <a:lnTo>
                        <a:pt x="741" y="629"/>
                      </a:lnTo>
                      <a:lnTo>
                        <a:pt x="708" y="630"/>
                      </a:lnTo>
                      <a:lnTo>
                        <a:pt x="671" y="629"/>
                      </a:lnTo>
                      <a:lnTo>
                        <a:pt x="631" y="626"/>
                      </a:lnTo>
                      <a:lnTo>
                        <a:pt x="590" y="618"/>
                      </a:lnTo>
                      <a:lnTo>
                        <a:pt x="590" y="720"/>
                      </a:lnTo>
                      <a:lnTo>
                        <a:pt x="26" y="663"/>
                      </a:lnTo>
                      <a:lnTo>
                        <a:pt x="7" y="587"/>
                      </a:lnTo>
                      <a:close/>
                    </a:path>
                  </a:pathLst>
                </a:custGeom>
                <a:solidFill>
                  <a:schemeClr val="bg2">
                    <a:alpha val="100000"/>
                  </a:schemeClr>
                </a:solidFill>
                <a:ln w="9525">
                  <a:noFill/>
                </a:ln>
              </p:spPr>
              <p:txBody>
                <a:bodyPr/>
                <a:p>
                  <a:endParaRPr lang="zh-CN" altLang="en-US"/>
                </a:p>
              </p:txBody>
            </p:sp>
            <p:sp>
              <p:nvSpPr>
                <p:cNvPr id="145765" name="Freeform 856"/>
                <p:cNvSpPr/>
                <p:nvPr/>
              </p:nvSpPr>
              <p:spPr>
                <a:xfrm>
                  <a:off x="4862" y="1693"/>
                  <a:ext cx="119" cy="38"/>
                </a:xfrm>
                <a:custGeom>
                  <a:avLst/>
                  <a:gdLst/>
                  <a:ahLst/>
                  <a:cxnLst>
                    <a:cxn ang="0">
                      <a:pos x="0" y="0"/>
                    </a:cxn>
                    <a:cxn ang="0">
                      <a:pos x="0" y="0"/>
                    </a:cxn>
                    <a:cxn ang="0">
                      <a:pos x="0" y="0"/>
                    </a:cxn>
                    <a:cxn ang="0">
                      <a:pos x="0" y="0"/>
                    </a:cxn>
                    <a:cxn ang="0">
                      <a:pos x="0" y="0"/>
                    </a:cxn>
                  </a:cxnLst>
                  <a:pathLst>
                    <a:path w="837" h="269">
                      <a:moveTo>
                        <a:pt x="837" y="96"/>
                      </a:moveTo>
                      <a:lnTo>
                        <a:pt x="12" y="0"/>
                      </a:lnTo>
                      <a:lnTo>
                        <a:pt x="0" y="96"/>
                      </a:lnTo>
                      <a:lnTo>
                        <a:pt x="812" y="269"/>
                      </a:lnTo>
                      <a:lnTo>
                        <a:pt x="837" y="96"/>
                      </a:lnTo>
                      <a:close/>
                    </a:path>
                  </a:pathLst>
                </a:custGeom>
                <a:solidFill>
                  <a:schemeClr val="bg2">
                    <a:alpha val="100000"/>
                  </a:schemeClr>
                </a:solidFill>
                <a:ln w="9525">
                  <a:noFill/>
                </a:ln>
              </p:spPr>
              <p:txBody>
                <a:bodyPr/>
                <a:p>
                  <a:endParaRPr lang="zh-CN" altLang="en-US"/>
                </a:p>
              </p:txBody>
            </p:sp>
            <p:sp>
              <p:nvSpPr>
                <p:cNvPr id="145766" name="Freeform 857"/>
                <p:cNvSpPr/>
                <p:nvPr/>
              </p:nvSpPr>
              <p:spPr>
                <a:xfrm>
                  <a:off x="4921" y="1705"/>
                  <a:ext cx="51" cy="18"/>
                </a:xfrm>
                <a:custGeom>
                  <a:avLst/>
                  <a:gdLst/>
                  <a:ahLst/>
                  <a:cxnLst>
                    <a:cxn ang="0">
                      <a:pos x="0" y="0"/>
                    </a:cxn>
                    <a:cxn ang="0">
                      <a:pos x="0" y="0"/>
                    </a:cxn>
                    <a:cxn ang="0">
                      <a:pos x="0" y="0"/>
                    </a:cxn>
                    <a:cxn ang="0">
                      <a:pos x="0" y="0"/>
                    </a:cxn>
                    <a:cxn ang="0">
                      <a:pos x="0" y="0"/>
                    </a:cxn>
                  </a:cxnLst>
                  <a:pathLst>
                    <a:path w="358" h="122">
                      <a:moveTo>
                        <a:pt x="358" y="53"/>
                      </a:moveTo>
                      <a:lnTo>
                        <a:pt x="5" y="0"/>
                      </a:lnTo>
                      <a:lnTo>
                        <a:pt x="0" y="51"/>
                      </a:lnTo>
                      <a:lnTo>
                        <a:pt x="348" y="122"/>
                      </a:lnTo>
                      <a:lnTo>
                        <a:pt x="358" y="53"/>
                      </a:lnTo>
                      <a:close/>
                    </a:path>
                  </a:pathLst>
                </a:custGeom>
                <a:solidFill>
                  <a:schemeClr val="folHlink">
                    <a:alpha val="100000"/>
                  </a:schemeClr>
                </a:solidFill>
                <a:ln w="9525">
                  <a:noFill/>
                </a:ln>
              </p:spPr>
              <p:txBody>
                <a:bodyPr/>
                <a:p>
                  <a:endParaRPr lang="zh-CN" altLang="en-US"/>
                </a:p>
              </p:txBody>
            </p:sp>
            <p:sp>
              <p:nvSpPr>
                <p:cNvPr id="145767" name="Freeform 858"/>
                <p:cNvSpPr/>
                <p:nvPr/>
              </p:nvSpPr>
              <p:spPr>
                <a:xfrm>
                  <a:off x="4869" y="1696"/>
                  <a:ext cx="34" cy="13"/>
                </a:xfrm>
                <a:custGeom>
                  <a:avLst/>
                  <a:gdLst/>
                  <a:ahLst/>
                  <a:cxnLst>
                    <a:cxn ang="0">
                      <a:pos x="0" y="0"/>
                    </a:cxn>
                    <a:cxn ang="0">
                      <a:pos x="0" y="0"/>
                    </a:cxn>
                    <a:cxn ang="0">
                      <a:pos x="0" y="0"/>
                    </a:cxn>
                    <a:cxn ang="0">
                      <a:pos x="0" y="0"/>
                    </a:cxn>
                    <a:cxn ang="0">
                      <a:pos x="0" y="0"/>
                    </a:cxn>
                  </a:cxnLst>
                  <a:pathLst>
                    <a:path w="239" h="91">
                      <a:moveTo>
                        <a:pt x="239" y="42"/>
                      </a:moveTo>
                      <a:lnTo>
                        <a:pt x="0" y="0"/>
                      </a:lnTo>
                      <a:lnTo>
                        <a:pt x="2" y="44"/>
                      </a:lnTo>
                      <a:lnTo>
                        <a:pt x="231" y="91"/>
                      </a:lnTo>
                      <a:lnTo>
                        <a:pt x="239" y="42"/>
                      </a:lnTo>
                      <a:close/>
                    </a:path>
                  </a:pathLst>
                </a:custGeom>
                <a:solidFill>
                  <a:schemeClr val="folHlink">
                    <a:alpha val="100000"/>
                  </a:schemeClr>
                </a:solidFill>
                <a:ln w="9525">
                  <a:noFill/>
                </a:ln>
              </p:spPr>
              <p:txBody>
                <a:bodyPr/>
                <a:p>
                  <a:endParaRPr lang="zh-CN" altLang="en-US"/>
                </a:p>
              </p:txBody>
            </p:sp>
            <p:sp>
              <p:nvSpPr>
                <p:cNvPr id="145768" name="Freeform 859"/>
                <p:cNvSpPr/>
                <p:nvPr/>
              </p:nvSpPr>
              <p:spPr>
                <a:xfrm>
                  <a:off x="4783" y="1709"/>
                  <a:ext cx="202" cy="67"/>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409" h="466">
                      <a:moveTo>
                        <a:pt x="0" y="140"/>
                      </a:moveTo>
                      <a:lnTo>
                        <a:pt x="4" y="140"/>
                      </a:lnTo>
                      <a:lnTo>
                        <a:pt x="12" y="138"/>
                      </a:lnTo>
                      <a:lnTo>
                        <a:pt x="27" y="135"/>
                      </a:lnTo>
                      <a:lnTo>
                        <a:pt x="45" y="132"/>
                      </a:lnTo>
                      <a:lnTo>
                        <a:pt x="67" y="128"/>
                      </a:lnTo>
                      <a:lnTo>
                        <a:pt x="92" y="123"/>
                      </a:lnTo>
                      <a:lnTo>
                        <a:pt x="120" y="116"/>
                      </a:lnTo>
                      <a:lnTo>
                        <a:pt x="150" y="108"/>
                      </a:lnTo>
                      <a:lnTo>
                        <a:pt x="181" y="100"/>
                      </a:lnTo>
                      <a:lnTo>
                        <a:pt x="212" y="89"/>
                      </a:lnTo>
                      <a:lnTo>
                        <a:pt x="243" y="78"/>
                      </a:lnTo>
                      <a:lnTo>
                        <a:pt x="273" y="65"/>
                      </a:lnTo>
                      <a:lnTo>
                        <a:pt x="303" y="50"/>
                      </a:lnTo>
                      <a:lnTo>
                        <a:pt x="330" y="35"/>
                      </a:lnTo>
                      <a:lnTo>
                        <a:pt x="355" y="18"/>
                      </a:lnTo>
                      <a:lnTo>
                        <a:pt x="375" y="0"/>
                      </a:lnTo>
                      <a:lnTo>
                        <a:pt x="1409" y="236"/>
                      </a:lnTo>
                      <a:lnTo>
                        <a:pt x="1407" y="239"/>
                      </a:lnTo>
                      <a:lnTo>
                        <a:pt x="1401" y="245"/>
                      </a:lnTo>
                      <a:lnTo>
                        <a:pt x="1392" y="254"/>
                      </a:lnTo>
                      <a:lnTo>
                        <a:pt x="1379" y="265"/>
                      </a:lnTo>
                      <a:lnTo>
                        <a:pt x="1363" y="279"/>
                      </a:lnTo>
                      <a:lnTo>
                        <a:pt x="1345" y="295"/>
                      </a:lnTo>
                      <a:lnTo>
                        <a:pt x="1325" y="313"/>
                      </a:lnTo>
                      <a:lnTo>
                        <a:pt x="1303" y="332"/>
                      </a:lnTo>
                      <a:lnTo>
                        <a:pt x="1279" y="351"/>
                      </a:lnTo>
                      <a:lnTo>
                        <a:pt x="1253" y="371"/>
                      </a:lnTo>
                      <a:lnTo>
                        <a:pt x="1227" y="390"/>
                      </a:lnTo>
                      <a:lnTo>
                        <a:pt x="1200" y="409"/>
                      </a:lnTo>
                      <a:lnTo>
                        <a:pt x="1172" y="426"/>
                      </a:lnTo>
                      <a:lnTo>
                        <a:pt x="1145" y="441"/>
                      </a:lnTo>
                      <a:lnTo>
                        <a:pt x="1117" y="455"/>
                      </a:lnTo>
                      <a:lnTo>
                        <a:pt x="1091" y="466"/>
                      </a:lnTo>
                      <a:lnTo>
                        <a:pt x="0" y="140"/>
                      </a:lnTo>
                      <a:close/>
                    </a:path>
                  </a:pathLst>
                </a:custGeom>
                <a:solidFill>
                  <a:schemeClr val="bg2">
                    <a:alpha val="100000"/>
                  </a:schemeClr>
                </a:solidFill>
                <a:ln w="9525">
                  <a:noFill/>
                </a:ln>
              </p:spPr>
              <p:txBody>
                <a:bodyPr/>
                <a:p>
                  <a:endParaRPr lang="zh-CN" altLang="en-US"/>
                </a:p>
              </p:txBody>
            </p:sp>
            <p:sp>
              <p:nvSpPr>
                <p:cNvPr id="145769" name="Freeform 860"/>
                <p:cNvSpPr/>
                <p:nvPr/>
              </p:nvSpPr>
              <p:spPr>
                <a:xfrm>
                  <a:off x="4984" y="1702"/>
                  <a:ext cx="72" cy="32"/>
                </a:xfrm>
                <a:custGeom>
                  <a:avLst/>
                  <a:gdLst/>
                  <a:ahLst/>
                  <a:cxnLst>
                    <a:cxn ang="0">
                      <a:pos x="0" y="0"/>
                    </a:cxn>
                    <a:cxn ang="0">
                      <a:pos x="0" y="0"/>
                    </a:cxn>
                    <a:cxn ang="0">
                      <a:pos x="0" y="0"/>
                    </a:cxn>
                    <a:cxn ang="0">
                      <a:pos x="0" y="0"/>
                    </a:cxn>
                    <a:cxn ang="0">
                      <a:pos x="0" y="0"/>
                    </a:cxn>
                    <a:cxn ang="0">
                      <a:pos x="0" y="0"/>
                    </a:cxn>
                  </a:cxnLst>
                  <a:pathLst>
                    <a:path w="502" h="223">
                      <a:moveTo>
                        <a:pt x="51" y="223"/>
                      </a:moveTo>
                      <a:lnTo>
                        <a:pt x="502" y="90"/>
                      </a:lnTo>
                      <a:lnTo>
                        <a:pt x="229" y="0"/>
                      </a:lnTo>
                      <a:lnTo>
                        <a:pt x="6" y="26"/>
                      </a:lnTo>
                      <a:lnTo>
                        <a:pt x="0" y="211"/>
                      </a:lnTo>
                      <a:lnTo>
                        <a:pt x="51" y="223"/>
                      </a:lnTo>
                      <a:close/>
                    </a:path>
                  </a:pathLst>
                </a:custGeom>
                <a:solidFill>
                  <a:schemeClr val="bg2">
                    <a:alpha val="100000"/>
                  </a:schemeClr>
                </a:solidFill>
                <a:ln w="9525">
                  <a:noFill/>
                </a:ln>
              </p:spPr>
              <p:txBody>
                <a:bodyPr/>
                <a:p>
                  <a:endParaRPr lang="zh-CN" altLang="en-US"/>
                </a:p>
              </p:txBody>
            </p:sp>
            <p:sp>
              <p:nvSpPr>
                <p:cNvPr id="145770" name="Freeform 861"/>
                <p:cNvSpPr/>
                <p:nvPr/>
              </p:nvSpPr>
              <p:spPr>
                <a:xfrm>
                  <a:off x="4799" y="1565"/>
                  <a:ext cx="38" cy="152"/>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67" h="1064">
                      <a:moveTo>
                        <a:pt x="267" y="26"/>
                      </a:moveTo>
                      <a:lnTo>
                        <a:pt x="266" y="24"/>
                      </a:lnTo>
                      <a:lnTo>
                        <a:pt x="262" y="22"/>
                      </a:lnTo>
                      <a:lnTo>
                        <a:pt x="254" y="20"/>
                      </a:lnTo>
                      <a:lnTo>
                        <a:pt x="244" y="16"/>
                      </a:lnTo>
                      <a:lnTo>
                        <a:pt x="232" y="12"/>
                      </a:lnTo>
                      <a:lnTo>
                        <a:pt x="218" y="8"/>
                      </a:lnTo>
                      <a:lnTo>
                        <a:pt x="202" y="5"/>
                      </a:lnTo>
                      <a:lnTo>
                        <a:pt x="184" y="1"/>
                      </a:lnTo>
                      <a:lnTo>
                        <a:pt x="164" y="0"/>
                      </a:lnTo>
                      <a:lnTo>
                        <a:pt x="143" y="0"/>
                      </a:lnTo>
                      <a:lnTo>
                        <a:pt x="121" y="3"/>
                      </a:lnTo>
                      <a:lnTo>
                        <a:pt x="98" y="6"/>
                      </a:lnTo>
                      <a:lnTo>
                        <a:pt x="74" y="13"/>
                      </a:lnTo>
                      <a:lnTo>
                        <a:pt x="50" y="22"/>
                      </a:lnTo>
                      <a:lnTo>
                        <a:pt x="25" y="35"/>
                      </a:lnTo>
                      <a:lnTo>
                        <a:pt x="0" y="51"/>
                      </a:lnTo>
                      <a:lnTo>
                        <a:pt x="0" y="1064"/>
                      </a:lnTo>
                      <a:lnTo>
                        <a:pt x="1" y="1064"/>
                      </a:lnTo>
                      <a:lnTo>
                        <a:pt x="7" y="1064"/>
                      </a:lnTo>
                      <a:lnTo>
                        <a:pt x="15" y="1063"/>
                      </a:lnTo>
                      <a:lnTo>
                        <a:pt x="25" y="1062"/>
                      </a:lnTo>
                      <a:lnTo>
                        <a:pt x="37" y="1060"/>
                      </a:lnTo>
                      <a:lnTo>
                        <a:pt x="52" y="1057"/>
                      </a:lnTo>
                      <a:lnTo>
                        <a:pt x="69" y="1054"/>
                      </a:lnTo>
                      <a:lnTo>
                        <a:pt x="88" y="1049"/>
                      </a:lnTo>
                      <a:lnTo>
                        <a:pt x="108" y="1044"/>
                      </a:lnTo>
                      <a:lnTo>
                        <a:pt x="129" y="1037"/>
                      </a:lnTo>
                      <a:lnTo>
                        <a:pt x="152" y="1029"/>
                      </a:lnTo>
                      <a:lnTo>
                        <a:pt x="175" y="1018"/>
                      </a:lnTo>
                      <a:lnTo>
                        <a:pt x="198" y="1007"/>
                      </a:lnTo>
                      <a:lnTo>
                        <a:pt x="222" y="994"/>
                      </a:lnTo>
                      <a:lnTo>
                        <a:pt x="244" y="979"/>
                      </a:lnTo>
                      <a:lnTo>
                        <a:pt x="267" y="962"/>
                      </a:lnTo>
                      <a:lnTo>
                        <a:pt x="267" y="26"/>
                      </a:lnTo>
                      <a:close/>
                    </a:path>
                  </a:pathLst>
                </a:custGeom>
                <a:solidFill>
                  <a:schemeClr val="bg2">
                    <a:alpha val="100000"/>
                  </a:schemeClr>
                </a:solidFill>
                <a:ln w="9525">
                  <a:noFill/>
                </a:ln>
              </p:spPr>
              <p:txBody>
                <a:bodyPr/>
                <a:p>
                  <a:endParaRPr lang="zh-CN" altLang="en-US"/>
                </a:p>
              </p:txBody>
            </p:sp>
            <p:sp>
              <p:nvSpPr>
                <p:cNvPr id="145771" name="Freeform 862"/>
                <p:cNvSpPr/>
                <p:nvPr/>
              </p:nvSpPr>
              <p:spPr>
                <a:xfrm>
                  <a:off x="4800" y="1567"/>
                  <a:ext cx="33" cy="12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28" h="898">
                      <a:moveTo>
                        <a:pt x="228" y="21"/>
                      </a:moveTo>
                      <a:lnTo>
                        <a:pt x="227" y="20"/>
                      </a:lnTo>
                      <a:lnTo>
                        <a:pt x="224" y="19"/>
                      </a:lnTo>
                      <a:lnTo>
                        <a:pt x="217" y="17"/>
                      </a:lnTo>
                      <a:lnTo>
                        <a:pt x="209" y="13"/>
                      </a:lnTo>
                      <a:lnTo>
                        <a:pt x="199" y="10"/>
                      </a:lnTo>
                      <a:lnTo>
                        <a:pt x="186" y="6"/>
                      </a:lnTo>
                      <a:lnTo>
                        <a:pt x="172" y="4"/>
                      </a:lnTo>
                      <a:lnTo>
                        <a:pt x="157" y="2"/>
                      </a:lnTo>
                      <a:lnTo>
                        <a:pt x="140" y="0"/>
                      </a:lnTo>
                      <a:lnTo>
                        <a:pt x="122" y="0"/>
                      </a:lnTo>
                      <a:lnTo>
                        <a:pt x="104" y="2"/>
                      </a:lnTo>
                      <a:lnTo>
                        <a:pt x="83" y="5"/>
                      </a:lnTo>
                      <a:lnTo>
                        <a:pt x="64" y="11"/>
                      </a:lnTo>
                      <a:lnTo>
                        <a:pt x="42" y="19"/>
                      </a:lnTo>
                      <a:lnTo>
                        <a:pt x="21" y="29"/>
                      </a:lnTo>
                      <a:lnTo>
                        <a:pt x="0" y="43"/>
                      </a:lnTo>
                      <a:lnTo>
                        <a:pt x="0" y="898"/>
                      </a:lnTo>
                      <a:lnTo>
                        <a:pt x="1" y="898"/>
                      </a:lnTo>
                      <a:lnTo>
                        <a:pt x="5" y="898"/>
                      </a:lnTo>
                      <a:lnTo>
                        <a:pt x="12" y="897"/>
                      </a:lnTo>
                      <a:lnTo>
                        <a:pt x="21" y="896"/>
                      </a:lnTo>
                      <a:lnTo>
                        <a:pt x="32" y="894"/>
                      </a:lnTo>
                      <a:lnTo>
                        <a:pt x="45" y="892"/>
                      </a:lnTo>
                      <a:lnTo>
                        <a:pt x="59" y="889"/>
                      </a:lnTo>
                      <a:lnTo>
                        <a:pt x="75" y="884"/>
                      </a:lnTo>
                      <a:lnTo>
                        <a:pt x="92" y="879"/>
                      </a:lnTo>
                      <a:lnTo>
                        <a:pt x="111" y="874"/>
                      </a:lnTo>
                      <a:lnTo>
                        <a:pt x="130" y="867"/>
                      </a:lnTo>
                      <a:lnTo>
                        <a:pt x="149" y="858"/>
                      </a:lnTo>
                      <a:lnTo>
                        <a:pt x="169" y="848"/>
                      </a:lnTo>
                      <a:lnTo>
                        <a:pt x="190" y="837"/>
                      </a:lnTo>
                      <a:lnTo>
                        <a:pt x="209" y="824"/>
                      </a:lnTo>
                      <a:lnTo>
                        <a:pt x="228" y="809"/>
                      </a:lnTo>
                      <a:lnTo>
                        <a:pt x="228" y="21"/>
                      </a:lnTo>
                      <a:close/>
                    </a:path>
                  </a:pathLst>
                </a:custGeom>
                <a:solidFill>
                  <a:schemeClr val="bg2">
                    <a:alpha val="100000"/>
                  </a:schemeClr>
                </a:solidFill>
                <a:ln w="9525">
                  <a:noFill/>
                </a:ln>
              </p:spPr>
              <p:txBody>
                <a:bodyPr/>
                <a:p>
                  <a:endParaRPr lang="zh-CN" altLang="en-US"/>
                </a:p>
              </p:txBody>
            </p:sp>
            <p:sp>
              <p:nvSpPr>
                <p:cNvPr id="145772" name="Freeform 863"/>
                <p:cNvSpPr/>
                <p:nvPr/>
              </p:nvSpPr>
              <p:spPr>
                <a:xfrm>
                  <a:off x="4801" y="1568"/>
                  <a:ext cx="27" cy="104"/>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92" h="729">
                      <a:moveTo>
                        <a:pt x="192" y="17"/>
                      </a:moveTo>
                      <a:lnTo>
                        <a:pt x="191" y="17"/>
                      </a:lnTo>
                      <a:lnTo>
                        <a:pt x="187" y="15"/>
                      </a:lnTo>
                      <a:lnTo>
                        <a:pt x="183" y="12"/>
                      </a:lnTo>
                      <a:lnTo>
                        <a:pt x="176" y="10"/>
                      </a:lnTo>
                      <a:lnTo>
                        <a:pt x="167" y="8"/>
                      </a:lnTo>
                      <a:lnTo>
                        <a:pt x="156" y="4"/>
                      </a:lnTo>
                      <a:lnTo>
                        <a:pt x="145" y="2"/>
                      </a:lnTo>
                      <a:lnTo>
                        <a:pt x="132" y="0"/>
                      </a:lnTo>
                      <a:lnTo>
                        <a:pt x="117" y="0"/>
                      </a:lnTo>
                      <a:lnTo>
                        <a:pt x="102" y="0"/>
                      </a:lnTo>
                      <a:lnTo>
                        <a:pt x="86" y="1"/>
                      </a:lnTo>
                      <a:lnTo>
                        <a:pt x="70" y="3"/>
                      </a:lnTo>
                      <a:lnTo>
                        <a:pt x="53" y="8"/>
                      </a:lnTo>
                      <a:lnTo>
                        <a:pt x="35" y="15"/>
                      </a:lnTo>
                      <a:lnTo>
                        <a:pt x="18" y="24"/>
                      </a:lnTo>
                      <a:lnTo>
                        <a:pt x="0" y="35"/>
                      </a:lnTo>
                      <a:lnTo>
                        <a:pt x="0" y="729"/>
                      </a:lnTo>
                      <a:lnTo>
                        <a:pt x="1" y="729"/>
                      </a:lnTo>
                      <a:lnTo>
                        <a:pt x="4" y="729"/>
                      </a:lnTo>
                      <a:lnTo>
                        <a:pt x="10" y="728"/>
                      </a:lnTo>
                      <a:lnTo>
                        <a:pt x="18" y="727"/>
                      </a:lnTo>
                      <a:lnTo>
                        <a:pt x="27" y="726"/>
                      </a:lnTo>
                      <a:lnTo>
                        <a:pt x="37" y="725"/>
                      </a:lnTo>
                      <a:lnTo>
                        <a:pt x="50" y="721"/>
                      </a:lnTo>
                      <a:lnTo>
                        <a:pt x="64" y="719"/>
                      </a:lnTo>
                      <a:lnTo>
                        <a:pt x="77" y="714"/>
                      </a:lnTo>
                      <a:lnTo>
                        <a:pt x="92" y="710"/>
                      </a:lnTo>
                      <a:lnTo>
                        <a:pt x="108" y="704"/>
                      </a:lnTo>
                      <a:lnTo>
                        <a:pt x="125" y="697"/>
                      </a:lnTo>
                      <a:lnTo>
                        <a:pt x="141" y="689"/>
                      </a:lnTo>
                      <a:lnTo>
                        <a:pt x="159" y="680"/>
                      </a:lnTo>
                      <a:lnTo>
                        <a:pt x="176" y="668"/>
                      </a:lnTo>
                      <a:lnTo>
                        <a:pt x="192" y="657"/>
                      </a:lnTo>
                      <a:lnTo>
                        <a:pt x="192" y="17"/>
                      </a:lnTo>
                      <a:close/>
                    </a:path>
                  </a:pathLst>
                </a:custGeom>
                <a:solidFill>
                  <a:srgbClr val="DDDDDD">
                    <a:alpha val="100000"/>
                  </a:srgbClr>
                </a:solidFill>
                <a:ln w="9525">
                  <a:noFill/>
                </a:ln>
              </p:spPr>
              <p:txBody>
                <a:bodyPr/>
                <a:p>
                  <a:endParaRPr lang="zh-CN" altLang="en-US"/>
                </a:p>
              </p:txBody>
            </p:sp>
            <p:sp>
              <p:nvSpPr>
                <p:cNvPr id="145773" name="Freeform 864"/>
                <p:cNvSpPr/>
                <p:nvPr/>
              </p:nvSpPr>
              <p:spPr>
                <a:xfrm>
                  <a:off x="4802" y="1569"/>
                  <a:ext cx="22" cy="8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56" h="564">
                      <a:moveTo>
                        <a:pt x="156" y="15"/>
                      </a:moveTo>
                      <a:lnTo>
                        <a:pt x="153" y="14"/>
                      </a:lnTo>
                      <a:lnTo>
                        <a:pt x="142" y="9"/>
                      </a:lnTo>
                      <a:lnTo>
                        <a:pt x="127" y="4"/>
                      </a:lnTo>
                      <a:lnTo>
                        <a:pt x="108" y="1"/>
                      </a:lnTo>
                      <a:lnTo>
                        <a:pt x="84" y="0"/>
                      </a:lnTo>
                      <a:lnTo>
                        <a:pt x="58" y="3"/>
                      </a:lnTo>
                      <a:lnTo>
                        <a:pt x="29" y="12"/>
                      </a:lnTo>
                      <a:lnTo>
                        <a:pt x="0" y="28"/>
                      </a:lnTo>
                      <a:lnTo>
                        <a:pt x="0" y="564"/>
                      </a:lnTo>
                      <a:lnTo>
                        <a:pt x="4" y="564"/>
                      </a:lnTo>
                      <a:lnTo>
                        <a:pt x="15" y="563"/>
                      </a:lnTo>
                      <a:lnTo>
                        <a:pt x="31" y="560"/>
                      </a:lnTo>
                      <a:lnTo>
                        <a:pt x="52" y="555"/>
                      </a:lnTo>
                      <a:lnTo>
                        <a:pt x="76" y="548"/>
                      </a:lnTo>
                      <a:lnTo>
                        <a:pt x="102" y="537"/>
                      </a:lnTo>
                      <a:lnTo>
                        <a:pt x="128" y="524"/>
                      </a:lnTo>
                      <a:lnTo>
                        <a:pt x="156" y="505"/>
                      </a:lnTo>
                      <a:lnTo>
                        <a:pt x="156" y="15"/>
                      </a:lnTo>
                      <a:close/>
                    </a:path>
                  </a:pathLst>
                </a:custGeom>
                <a:solidFill>
                  <a:schemeClr val="bg2">
                    <a:alpha val="100000"/>
                  </a:schemeClr>
                </a:solidFill>
                <a:ln w="9525">
                  <a:noFill/>
                </a:ln>
              </p:spPr>
              <p:txBody>
                <a:bodyPr/>
                <a:p>
                  <a:endParaRPr lang="zh-CN" altLang="en-US"/>
                </a:p>
              </p:txBody>
            </p:sp>
            <p:sp>
              <p:nvSpPr>
                <p:cNvPr id="145774" name="Freeform 865"/>
                <p:cNvSpPr/>
                <p:nvPr/>
              </p:nvSpPr>
              <p:spPr>
                <a:xfrm>
                  <a:off x="4803" y="1571"/>
                  <a:ext cx="17" cy="5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7" h="396">
                      <a:moveTo>
                        <a:pt x="117" y="10"/>
                      </a:moveTo>
                      <a:lnTo>
                        <a:pt x="115" y="9"/>
                      </a:lnTo>
                      <a:lnTo>
                        <a:pt x="107" y="6"/>
                      </a:lnTo>
                      <a:lnTo>
                        <a:pt x="95" y="2"/>
                      </a:lnTo>
                      <a:lnTo>
                        <a:pt x="80" y="0"/>
                      </a:lnTo>
                      <a:lnTo>
                        <a:pt x="63" y="0"/>
                      </a:lnTo>
                      <a:lnTo>
                        <a:pt x="43" y="2"/>
                      </a:lnTo>
                      <a:lnTo>
                        <a:pt x="22" y="9"/>
                      </a:lnTo>
                      <a:lnTo>
                        <a:pt x="0" y="22"/>
                      </a:lnTo>
                      <a:lnTo>
                        <a:pt x="0" y="396"/>
                      </a:lnTo>
                      <a:lnTo>
                        <a:pt x="3" y="396"/>
                      </a:lnTo>
                      <a:lnTo>
                        <a:pt x="11" y="395"/>
                      </a:lnTo>
                      <a:lnTo>
                        <a:pt x="23" y="393"/>
                      </a:lnTo>
                      <a:lnTo>
                        <a:pt x="39" y="389"/>
                      </a:lnTo>
                      <a:lnTo>
                        <a:pt x="58" y="385"/>
                      </a:lnTo>
                      <a:lnTo>
                        <a:pt x="77" y="377"/>
                      </a:lnTo>
                      <a:lnTo>
                        <a:pt x="96" y="365"/>
                      </a:lnTo>
                      <a:lnTo>
                        <a:pt x="117" y="351"/>
                      </a:lnTo>
                      <a:lnTo>
                        <a:pt x="117" y="10"/>
                      </a:lnTo>
                      <a:close/>
                    </a:path>
                  </a:pathLst>
                </a:custGeom>
                <a:solidFill>
                  <a:schemeClr val="bg2">
                    <a:alpha val="100000"/>
                  </a:schemeClr>
                </a:solidFill>
                <a:ln w="9525">
                  <a:noFill/>
                </a:ln>
              </p:spPr>
              <p:txBody>
                <a:bodyPr/>
                <a:p>
                  <a:endParaRPr lang="zh-CN" altLang="en-US"/>
                </a:p>
              </p:txBody>
            </p:sp>
            <p:sp>
              <p:nvSpPr>
                <p:cNvPr id="145775" name="Freeform 866"/>
                <p:cNvSpPr/>
                <p:nvPr/>
              </p:nvSpPr>
              <p:spPr>
                <a:xfrm>
                  <a:off x="4804" y="1572"/>
                  <a:ext cx="11" cy="33"/>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80" h="230">
                      <a:moveTo>
                        <a:pt x="80" y="7"/>
                      </a:moveTo>
                      <a:lnTo>
                        <a:pt x="78" y="6"/>
                      </a:lnTo>
                      <a:lnTo>
                        <a:pt x="73" y="5"/>
                      </a:lnTo>
                      <a:lnTo>
                        <a:pt x="65" y="2"/>
                      </a:lnTo>
                      <a:lnTo>
                        <a:pt x="55" y="0"/>
                      </a:lnTo>
                      <a:lnTo>
                        <a:pt x="44" y="0"/>
                      </a:lnTo>
                      <a:lnTo>
                        <a:pt x="30" y="1"/>
                      </a:lnTo>
                      <a:lnTo>
                        <a:pt x="15" y="7"/>
                      </a:lnTo>
                      <a:lnTo>
                        <a:pt x="0" y="15"/>
                      </a:lnTo>
                      <a:lnTo>
                        <a:pt x="0" y="230"/>
                      </a:lnTo>
                      <a:lnTo>
                        <a:pt x="3" y="230"/>
                      </a:lnTo>
                      <a:lnTo>
                        <a:pt x="7" y="229"/>
                      </a:lnTo>
                      <a:lnTo>
                        <a:pt x="16" y="228"/>
                      </a:lnTo>
                      <a:lnTo>
                        <a:pt x="27" y="225"/>
                      </a:lnTo>
                      <a:lnTo>
                        <a:pt x="39" y="222"/>
                      </a:lnTo>
                      <a:lnTo>
                        <a:pt x="53" y="216"/>
                      </a:lnTo>
                      <a:lnTo>
                        <a:pt x="67" y="208"/>
                      </a:lnTo>
                      <a:lnTo>
                        <a:pt x="80" y="199"/>
                      </a:lnTo>
                      <a:lnTo>
                        <a:pt x="80" y="7"/>
                      </a:lnTo>
                      <a:close/>
                    </a:path>
                  </a:pathLst>
                </a:custGeom>
                <a:solidFill>
                  <a:schemeClr val="bg2">
                    <a:alpha val="100000"/>
                  </a:schemeClr>
                </a:solidFill>
                <a:ln w="9525">
                  <a:noFill/>
                </a:ln>
              </p:spPr>
              <p:txBody>
                <a:bodyPr/>
                <a:p>
                  <a:endParaRPr lang="zh-CN" altLang="en-US"/>
                </a:p>
              </p:txBody>
            </p:sp>
            <p:sp>
              <p:nvSpPr>
                <p:cNvPr id="145776" name="Freeform 867"/>
                <p:cNvSpPr/>
                <p:nvPr/>
              </p:nvSpPr>
              <p:spPr>
                <a:xfrm>
                  <a:off x="4942" y="1666"/>
                  <a:ext cx="16" cy="17"/>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7" h="117">
                      <a:moveTo>
                        <a:pt x="58" y="117"/>
                      </a:moveTo>
                      <a:lnTo>
                        <a:pt x="70" y="116"/>
                      </a:lnTo>
                      <a:lnTo>
                        <a:pt x="81" y="112"/>
                      </a:lnTo>
                      <a:lnTo>
                        <a:pt x="90" y="106"/>
                      </a:lnTo>
                      <a:lnTo>
                        <a:pt x="100" y="100"/>
                      </a:lnTo>
                      <a:lnTo>
                        <a:pt x="106" y="90"/>
                      </a:lnTo>
                      <a:lnTo>
                        <a:pt x="112" y="81"/>
                      </a:lnTo>
                      <a:lnTo>
                        <a:pt x="116" y="70"/>
                      </a:lnTo>
                      <a:lnTo>
                        <a:pt x="117" y="58"/>
                      </a:lnTo>
                      <a:lnTo>
                        <a:pt x="116" y="46"/>
                      </a:lnTo>
                      <a:lnTo>
                        <a:pt x="112" y="35"/>
                      </a:lnTo>
                      <a:lnTo>
                        <a:pt x="106" y="25"/>
                      </a:lnTo>
                      <a:lnTo>
                        <a:pt x="100" y="17"/>
                      </a:lnTo>
                      <a:lnTo>
                        <a:pt x="90" y="9"/>
                      </a:lnTo>
                      <a:lnTo>
                        <a:pt x="81" y="4"/>
                      </a:lnTo>
                      <a:lnTo>
                        <a:pt x="70" y="1"/>
                      </a:lnTo>
                      <a:lnTo>
                        <a:pt x="58" y="0"/>
                      </a:lnTo>
                      <a:lnTo>
                        <a:pt x="47" y="1"/>
                      </a:lnTo>
                      <a:lnTo>
                        <a:pt x="36" y="4"/>
                      </a:lnTo>
                      <a:lnTo>
                        <a:pt x="26" y="9"/>
                      </a:lnTo>
                      <a:lnTo>
                        <a:pt x="17" y="17"/>
                      </a:lnTo>
                      <a:lnTo>
                        <a:pt x="10" y="25"/>
                      </a:lnTo>
                      <a:lnTo>
                        <a:pt x="5" y="35"/>
                      </a:lnTo>
                      <a:lnTo>
                        <a:pt x="1" y="46"/>
                      </a:lnTo>
                      <a:lnTo>
                        <a:pt x="0" y="58"/>
                      </a:lnTo>
                      <a:lnTo>
                        <a:pt x="1" y="70"/>
                      </a:lnTo>
                      <a:lnTo>
                        <a:pt x="5" y="81"/>
                      </a:lnTo>
                      <a:lnTo>
                        <a:pt x="10" y="90"/>
                      </a:lnTo>
                      <a:lnTo>
                        <a:pt x="17" y="100"/>
                      </a:lnTo>
                      <a:lnTo>
                        <a:pt x="26" y="106"/>
                      </a:lnTo>
                      <a:lnTo>
                        <a:pt x="36" y="112"/>
                      </a:lnTo>
                      <a:lnTo>
                        <a:pt x="47" y="116"/>
                      </a:lnTo>
                      <a:lnTo>
                        <a:pt x="58" y="117"/>
                      </a:lnTo>
                      <a:close/>
                    </a:path>
                  </a:pathLst>
                </a:custGeom>
                <a:solidFill>
                  <a:schemeClr val="bg2">
                    <a:alpha val="100000"/>
                  </a:schemeClr>
                </a:solidFill>
                <a:ln w="9525">
                  <a:noFill/>
                </a:ln>
              </p:spPr>
              <p:txBody>
                <a:bodyPr/>
                <a:p>
                  <a:endParaRPr lang="zh-CN" altLang="en-US"/>
                </a:p>
              </p:txBody>
            </p:sp>
            <p:sp>
              <p:nvSpPr>
                <p:cNvPr id="145777" name="Freeform 868"/>
                <p:cNvSpPr/>
                <p:nvPr/>
              </p:nvSpPr>
              <p:spPr>
                <a:xfrm>
                  <a:off x="4890" y="1666"/>
                  <a:ext cx="9" cy="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8" h="59">
                      <a:moveTo>
                        <a:pt x="29" y="59"/>
                      </a:moveTo>
                      <a:lnTo>
                        <a:pt x="40" y="56"/>
                      </a:lnTo>
                      <a:lnTo>
                        <a:pt x="50" y="49"/>
                      </a:lnTo>
                      <a:lnTo>
                        <a:pt x="56" y="40"/>
                      </a:lnTo>
                      <a:lnTo>
                        <a:pt x="58" y="29"/>
                      </a:lnTo>
                      <a:lnTo>
                        <a:pt x="56" y="17"/>
                      </a:lnTo>
                      <a:lnTo>
                        <a:pt x="50" y="8"/>
                      </a:lnTo>
                      <a:lnTo>
                        <a:pt x="40" y="2"/>
                      </a:lnTo>
                      <a:lnTo>
                        <a:pt x="29" y="0"/>
                      </a:lnTo>
                      <a:lnTo>
                        <a:pt x="17" y="2"/>
                      </a:lnTo>
                      <a:lnTo>
                        <a:pt x="8" y="8"/>
                      </a:lnTo>
                      <a:lnTo>
                        <a:pt x="2" y="17"/>
                      </a:lnTo>
                      <a:lnTo>
                        <a:pt x="0" y="29"/>
                      </a:lnTo>
                      <a:lnTo>
                        <a:pt x="2" y="40"/>
                      </a:lnTo>
                      <a:lnTo>
                        <a:pt x="8" y="49"/>
                      </a:lnTo>
                      <a:lnTo>
                        <a:pt x="17" y="56"/>
                      </a:lnTo>
                      <a:lnTo>
                        <a:pt x="29" y="59"/>
                      </a:lnTo>
                      <a:close/>
                    </a:path>
                  </a:pathLst>
                </a:custGeom>
                <a:solidFill>
                  <a:srgbClr val="FFFFFF">
                    <a:alpha val="100000"/>
                  </a:srgbClr>
                </a:solidFill>
                <a:ln w="9525">
                  <a:noFill/>
                </a:ln>
              </p:spPr>
              <p:txBody>
                <a:bodyPr/>
                <a:p>
                  <a:endParaRPr lang="zh-CN" altLang="en-US"/>
                </a:p>
              </p:txBody>
            </p:sp>
            <p:sp>
              <p:nvSpPr>
                <p:cNvPr id="145778" name="Freeform 869"/>
                <p:cNvSpPr/>
                <p:nvPr/>
              </p:nvSpPr>
              <p:spPr>
                <a:xfrm>
                  <a:off x="4905" y="1667"/>
                  <a:ext cx="8" cy="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8" h="59">
                      <a:moveTo>
                        <a:pt x="29" y="59"/>
                      </a:moveTo>
                      <a:lnTo>
                        <a:pt x="41" y="57"/>
                      </a:lnTo>
                      <a:lnTo>
                        <a:pt x="50" y="51"/>
                      </a:lnTo>
                      <a:lnTo>
                        <a:pt x="56" y="42"/>
                      </a:lnTo>
                      <a:lnTo>
                        <a:pt x="58" y="30"/>
                      </a:lnTo>
                      <a:lnTo>
                        <a:pt x="56" y="19"/>
                      </a:lnTo>
                      <a:lnTo>
                        <a:pt x="50" y="9"/>
                      </a:lnTo>
                      <a:lnTo>
                        <a:pt x="41" y="3"/>
                      </a:lnTo>
                      <a:lnTo>
                        <a:pt x="29" y="0"/>
                      </a:lnTo>
                      <a:lnTo>
                        <a:pt x="18" y="3"/>
                      </a:lnTo>
                      <a:lnTo>
                        <a:pt x="9" y="9"/>
                      </a:lnTo>
                      <a:lnTo>
                        <a:pt x="2" y="19"/>
                      </a:lnTo>
                      <a:lnTo>
                        <a:pt x="0" y="30"/>
                      </a:lnTo>
                      <a:lnTo>
                        <a:pt x="2" y="42"/>
                      </a:lnTo>
                      <a:lnTo>
                        <a:pt x="9" y="51"/>
                      </a:lnTo>
                      <a:lnTo>
                        <a:pt x="18" y="57"/>
                      </a:lnTo>
                      <a:lnTo>
                        <a:pt x="29" y="59"/>
                      </a:lnTo>
                      <a:close/>
                    </a:path>
                  </a:pathLst>
                </a:custGeom>
                <a:solidFill>
                  <a:srgbClr val="FFFFFF">
                    <a:alpha val="100000"/>
                  </a:srgbClr>
                </a:solidFill>
                <a:ln w="9525">
                  <a:noFill/>
                </a:ln>
              </p:spPr>
              <p:txBody>
                <a:bodyPr/>
                <a:p>
                  <a:endParaRPr lang="zh-CN" altLang="en-US"/>
                </a:p>
              </p:txBody>
            </p:sp>
            <p:sp>
              <p:nvSpPr>
                <p:cNvPr id="145779" name="Freeform 870"/>
                <p:cNvSpPr/>
                <p:nvPr/>
              </p:nvSpPr>
              <p:spPr>
                <a:xfrm>
                  <a:off x="4849" y="1552"/>
                  <a:ext cx="23" cy="114"/>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66" h="800">
                      <a:moveTo>
                        <a:pt x="52" y="16"/>
                      </a:moveTo>
                      <a:lnTo>
                        <a:pt x="47" y="32"/>
                      </a:lnTo>
                      <a:lnTo>
                        <a:pt x="36" y="77"/>
                      </a:lnTo>
                      <a:lnTo>
                        <a:pt x="21" y="148"/>
                      </a:lnTo>
                      <a:lnTo>
                        <a:pt x="8" y="244"/>
                      </a:lnTo>
                      <a:lnTo>
                        <a:pt x="0" y="359"/>
                      </a:lnTo>
                      <a:lnTo>
                        <a:pt x="2" y="492"/>
                      </a:lnTo>
                      <a:lnTo>
                        <a:pt x="15" y="640"/>
                      </a:lnTo>
                      <a:lnTo>
                        <a:pt x="46" y="800"/>
                      </a:lnTo>
                      <a:lnTo>
                        <a:pt x="161" y="794"/>
                      </a:lnTo>
                      <a:lnTo>
                        <a:pt x="156" y="770"/>
                      </a:lnTo>
                      <a:lnTo>
                        <a:pt x="145" y="706"/>
                      </a:lnTo>
                      <a:lnTo>
                        <a:pt x="131" y="610"/>
                      </a:lnTo>
                      <a:lnTo>
                        <a:pt x="118" y="493"/>
                      </a:lnTo>
                      <a:lnTo>
                        <a:pt x="111" y="364"/>
                      </a:lnTo>
                      <a:lnTo>
                        <a:pt x="115" y="235"/>
                      </a:lnTo>
                      <a:lnTo>
                        <a:pt x="132" y="113"/>
                      </a:lnTo>
                      <a:lnTo>
                        <a:pt x="166" y="9"/>
                      </a:lnTo>
                      <a:lnTo>
                        <a:pt x="166" y="8"/>
                      </a:lnTo>
                      <a:lnTo>
                        <a:pt x="166" y="6"/>
                      </a:lnTo>
                      <a:lnTo>
                        <a:pt x="164" y="4"/>
                      </a:lnTo>
                      <a:lnTo>
                        <a:pt x="157" y="0"/>
                      </a:lnTo>
                      <a:lnTo>
                        <a:pt x="143" y="0"/>
                      </a:lnTo>
                      <a:lnTo>
                        <a:pt x="123" y="1"/>
                      </a:lnTo>
                      <a:lnTo>
                        <a:pt x="93" y="7"/>
                      </a:lnTo>
                      <a:lnTo>
                        <a:pt x="52" y="16"/>
                      </a:lnTo>
                      <a:close/>
                    </a:path>
                  </a:pathLst>
                </a:custGeom>
                <a:solidFill>
                  <a:schemeClr val="bg2">
                    <a:alpha val="100000"/>
                  </a:schemeClr>
                </a:solidFill>
                <a:ln w="9525">
                  <a:noFill/>
                </a:ln>
              </p:spPr>
              <p:txBody>
                <a:bodyPr/>
                <a:p>
                  <a:endParaRPr lang="zh-CN" altLang="en-US"/>
                </a:p>
              </p:txBody>
            </p:sp>
            <p:sp>
              <p:nvSpPr>
                <p:cNvPr id="145780" name="Freeform 871"/>
                <p:cNvSpPr/>
                <p:nvPr/>
              </p:nvSpPr>
              <p:spPr>
                <a:xfrm>
                  <a:off x="4971" y="1538"/>
                  <a:ext cx="32" cy="12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25" h="893">
                      <a:moveTo>
                        <a:pt x="225" y="6"/>
                      </a:moveTo>
                      <a:lnTo>
                        <a:pt x="219" y="12"/>
                      </a:lnTo>
                      <a:lnTo>
                        <a:pt x="204" y="35"/>
                      </a:lnTo>
                      <a:lnTo>
                        <a:pt x="185" y="82"/>
                      </a:lnTo>
                      <a:lnTo>
                        <a:pt x="165" y="158"/>
                      </a:lnTo>
                      <a:lnTo>
                        <a:pt x="149" y="270"/>
                      </a:lnTo>
                      <a:lnTo>
                        <a:pt x="141" y="427"/>
                      </a:lnTo>
                      <a:lnTo>
                        <a:pt x="146" y="631"/>
                      </a:lnTo>
                      <a:lnTo>
                        <a:pt x="168" y="893"/>
                      </a:lnTo>
                      <a:lnTo>
                        <a:pt x="41" y="893"/>
                      </a:lnTo>
                      <a:lnTo>
                        <a:pt x="36" y="867"/>
                      </a:lnTo>
                      <a:lnTo>
                        <a:pt x="26" y="794"/>
                      </a:lnTo>
                      <a:lnTo>
                        <a:pt x="13" y="686"/>
                      </a:lnTo>
                      <a:lnTo>
                        <a:pt x="3" y="554"/>
                      </a:lnTo>
                      <a:lnTo>
                        <a:pt x="0" y="408"/>
                      </a:lnTo>
                      <a:lnTo>
                        <a:pt x="6" y="260"/>
                      </a:lnTo>
                      <a:lnTo>
                        <a:pt x="30" y="121"/>
                      </a:lnTo>
                      <a:lnTo>
                        <a:pt x="73" y="0"/>
                      </a:lnTo>
                      <a:lnTo>
                        <a:pt x="225" y="6"/>
                      </a:lnTo>
                      <a:close/>
                    </a:path>
                  </a:pathLst>
                </a:custGeom>
                <a:solidFill>
                  <a:schemeClr val="bg2">
                    <a:alpha val="100000"/>
                  </a:schemeClr>
                </a:solidFill>
                <a:ln w="9525">
                  <a:noFill/>
                </a:ln>
              </p:spPr>
              <p:txBody>
                <a:bodyPr/>
                <a:p>
                  <a:endParaRPr lang="zh-CN" altLang="en-US"/>
                </a:p>
              </p:txBody>
            </p:sp>
            <p:sp>
              <p:nvSpPr>
                <p:cNvPr id="145781" name="Freeform 872"/>
                <p:cNvSpPr/>
                <p:nvPr/>
              </p:nvSpPr>
              <p:spPr>
                <a:xfrm>
                  <a:off x="4849" y="1559"/>
                  <a:ext cx="21" cy="10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45" h="699">
                      <a:moveTo>
                        <a:pt x="46" y="14"/>
                      </a:moveTo>
                      <a:lnTo>
                        <a:pt x="41" y="28"/>
                      </a:lnTo>
                      <a:lnTo>
                        <a:pt x="32" y="67"/>
                      </a:lnTo>
                      <a:lnTo>
                        <a:pt x="20" y="130"/>
                      </a:lnTo>
                      <a:lnTo>
                        <a:pt x="7" y="213"/>
                      </a:lnTo>
                      <a:lnTo>
                        <a:pt x="0" y="314"/>
                      </a:lnTo>
                      <a:lnTo>
                        <a:pt x="1" y="430"/>
                      </a:lnTo>
                      <a:lnTo>
                        <a:pt x="13" y="559"/>
                      </a:lnTo>
                      <a:lnTo>
                        <a:pt x="40" y="699"/>
                      </a:lnTo>
                      <a:lnTo>
                        <a:pt x="140" y="693"/>
                      </a:lnTo>
                      <a:lnTo>
                        <a:pt x="135" y="672"/>
                      </a:lnTo>
                      <a:lnTo>
                        <a:pt x="126" y="616"/>
                      </a:lnTo>
                      <a:lnTo>
                        <a:pt x="113" y="532"/>
                      </a:lnTo>
                      <a:lnTo>
                        <a:pt x="103" y="430"/>
                      </a:lnTo>
                      <a:lnTo>
                        <a:pt x="97" y="317"/>
                      </a:lnTo>
                      <a:lnTo>
                        <a:pt x="100" y="205"/>
                      </a:lnTo>
                      <a:lnTo>
                        <a:pt x="115" y="98"/>
                      </a:lnTo>
                      <a:lnTo>
                        <a:pt x="145" y="8"/>
                      </a:lnTo>
                      <a:lnTo>
                        <a:pt x="145" y="7"/>
                      </a:lnTo>
                      <a:lnTo>
                        <a:pt x="145" y="5"/>
                      </a:lnTo>
                      <a:lnTo>
                        <a:pt x="143" y="3"/>
                      </a:lnTo>
                      <a:lnTo>
                        <a:pt x="137" y="0"/>
                      </a:lnTo>
                      <a:lnTo>
                        <a:pt x="126" y="0"/>
                      </a:lnTo>
                      <a:lnTo>
                        <a:pt x="108" y="1"/>
                      </a:lnTo>
                      <a:lnTo>
                        <a:pt x="81" y="6"/>
                      </a:lnTo>
                      <a:lnTo>
                        <a:pt x="46" y="14"/>
                      </a:lnTo>
                      <a:close/>
                    </a:path>
                  </a:pathLst>
                </a:custGeom>
                <a:solidFill>
                  <a:schemeClr val="bg2">
                    <a:alpha val="100000"/>
                  </a:schemeClr>
                </a:solidFill>
                <a:ln w="9525">
                  <a:noFill/>
                </a:ln>
              </p:spPr>
              <p:txBody>
                <a:bodyPr/>
                <a:p>
                  <a:endParaRPr lang="zh-CN" altLang="en-US"/>
                </a:p>
              </p:txBody>
            </p:sp>
            <p:sp>
              <p:nvSpPr>
                <p:cNvPr id="145782" name="Freeform 873"/>
                <p:cNvSpPr/>
                <p:nvPr/>
              </p:nvSpPr>
              <p:spPr>
                <a:xfrm>
                  <a:off x="4850" y="1566"/>
                  <a:ext cx="18" cy="85"/>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23" h="597">
                      <a:moveTo>
                        <a:pt x="39" y="12"/>
                      </a:moveTo>
                      <a:lnTo>
                        <a:pt x="35" y="23"/>
                      </a:lnTo>
                      <a:lnTo>
                        <a:pt x="26" y="57"/>
                      </a:lnTo>
                      <a:lnTo>
                        <a:pt x="16" y="111"/>
                      </a:lnTo>
                      <a:lnTo>
                        <a:pt x="6" y="181"/>
                      </a:lnTo>
                      <a:lnTo>
                        <a:pt x="0" y="267"/>
                      </a:lnTo>
                      <a:lnTo>
                        <a:pt x="1" y="367"/>
                      </a:lnTo>
                      <a:lnTo>
                        <a:pt x="11" y="477"/>
                      </a:lnTo>
                      <a:lnTo>
                        <a:pt x="34" y="597"/>
                      </a:lnTo>
                      <a:lnTo>
                        <a:pt x="119" y="591"/>
                      </a:lnTo>
                      <a:lnTo>
                        <a:pt x="115" y="574"/>
                      </a:lnTo>
                      <a:lnTo>
                        <a:pt x="107" y="526"/>
                      </a:lnTo>
                      <a:lnTo>
                        <a:pt x="97" y="454"/>
                      </a:lnTo>
                      <a:lnTo>
                        <a:pt x="88" y="367"/>
                      </a:lnTo>
                      <a:lnTo>
                        <a:pt x="82" y="272"/>
                      </a:lnTo>
                      <a:lnTo>
                        <a:pt x="84" y="175"/>
                      </a:lnTo>
                      <a:lnTo>
                        <a:pt x="97" y="84"/>
                      </a:lnTo>
                      <a:lnTo>
                        <a:pt x="123" y="7"/>
                      </a:lnTo>
                      <a:lnTo>
                        <a:pt x="123" y="6"/>
                      </a:lnTo>
                      <a:lnTo>
                        <a:pt x="123" y="5"/>
                      </a:lnTo>
                      <a:lnTo>
                        <a:pt x="121" y="3"/>
                      </a:lnTo>
                      <a:lnTo>
                        <a:pt x="117" y="0"/>
                      </a:lnTo>
                      <a:lnTo>
                        <a:pt x="106" y="0"/>
                      </a:lnTo>
                      <a:lnTo>
                        <a:pt x="91" y="2"/>
                      </a:lnTo>
                      <a:lnTo>
                        <a:pt x="70" y="5"/>
                      </a:lnTo>
                      <a:lnTo>
                        <a:pt x="39" y="12"/>
                      </a:lnTo>
                      <a:close/>
                    </a:path>
                  </a:pathLst>
                </a:custGeom>
                <a:solidFill>
                  <a:schemeClr val="bg2">
                    <a:alpha val="100000"/>
                  </a:schemeClr>
                </a:solidFill>
                <a:ln w="9525">
                  <a:noFill/>
                </a:ln>
              </p:spPr>
              <p:txBody>
                <a:bodyPr/>
                <a:p>
                  <a:endParaRPr lang="zh-CN" altLang="en-US"/>
                </a:p>
              </p:txBody>
            </p:sp>
            <p:sp>
              <p:nvSpPr>
                <p:cNvPr id="145783" name="Freeform 874"/>
                <p:cNvSpPr/>
                <p:nvPr/>
              </p:nvSpPr>
              <p:spPr>
                <a:xfrm>
                  <a:off x="4851" y="1572"/>
                  <a:ext cx="15" cy="7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03" h="492">
                      <a:moveTo>
                        <a:pt x="32" y="9"/>
                      </a:moveTo>
                      <a:lnTo>
                        <a:pt x="28" y="18"/>
                      </a:lnTo>
                      <a:lnTo>
                        <a:pt x="21" y="47"/>
                      </a:lnTo>
                      <a:lnTo>
                        <a:pt x="12" y="90"/>
                      </a:lnTo>
                      <a:lnTo>
                        <a:pt x="4" y="149"/>
                      </a:lnTo>
                      <a:lnTo>
                        <a:pt x="0" y="220"/>
                      </a:lnTo>
                      <a:lnTo>
                        <a:pt x="0" y="303"/>
                      </a:lnTo>
                      <a:lnTo>
                        <a:pt x="9" y="394"/>
                      </a:lnTo>
                      <a:lnTo>
                        <a:pt x="27" y="492"/>
                      </a:lnTo>
                      <a:lnTo>
                        <a:pt x="98" y="489"/>
                      </a:lnTo>
                      <a:lnTo>
                        <a:pt x="95" y="474"/>
                      </a:lnTo>
                      <a:lnTo>
                        <a:pt x="88" y="434"/>
                      </a:lnTo>
                      <a:lnTo>
                        <a:pt x="80" y="375"/>
                      </a:lnTo>
                      <a:lnTo>
                        <a:pt x="72" y="303"/>
                      </a:lnTo>
                      <a:lnTo>
                        <a:pt x="68" y="224"/>
                      </a:lnTo>
                      <a:lnTo>
                        <a:pt x="70" y="144"/>
                      </a:lnTo>
                      <a:lnTo>
                        <a:pt x="81" y="68"/>
                      </a:lnTo>
                      <a:lnTo>
                        <a:pt x="103" y="5"/>
                      </a:lnTo>
                      <a:lnTo>
                        <a:pt x="103" y="4"/>
                      </a:lnTo>
                      <a:lnTo>
                        <a:pt x="103" y="3"/>
                      </a:lnTo>
                      <a:lnTo>
                        <a:pt x="100" y="1"/>
                      </a:lnTo>
                      <a:lnTo>
                        <a:pt x="97" y="0"/>
                      </a:lnTo>
                      <a:lnTo>
                        <a:pt x="89" y="0"/>
                      </a:lnTo>
                      <a:lnTo>
                        <a:pt x="75" y="0"/>
                      </a:lnTo>
                      <a:lnTo>
                        <a:pt x="57" y="3"/>
                      </a:lnTo>
                      <a:lnTo>
                        <a:pt x="32" y="9"/>
                      </a:lnTo>
                      <a:close/>
                    </a:path>
                  </a:pathLst>
                </a:custGeom>
                <a:solidFill>
                  <a:schemeClr val="bg2">
                    <a:alpha val="100000"/>
                  </a:schemeClr>
                </a:solidFill>
                <a:ln w="9525">
                  <a:noFill/>
                </a:ln>
              </p:spPr>
              <p:txBody>
                <a:bodyPr/>
                <a:p>
                  <a:endParaRPr lang="zh-CN" altLang="en-US"/>
                </a:p>
              </p:txBody>
            </p:sp>
            <p:sp>
              <p:nvSpPr>
                <p:cNvPr id="145784" name="Freeform 875"/>
                <p:cNvSpPr/>
                <p:nvPr/>
              </p:nvSpPr>
              <p:spPr>
                <a:xfrm>
                  <a:off x="4852" y="1579"/>
                  <a:ext cx="12" cy="5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82" h="390">
                      <a:moveTo>
                        <a:pt x="25" y="8"/>
                      </a:moveTo>
                      <a:lnTo>
                        <a:pt x="23" y="16"/>
                      </a:lnTo>
                      <a:lnTo>
                        <a:pt x="17" y="38"/>
                      </a:lnTo>
                      <a:lnTo>
                        <a:pt x="11" y="72"/>
                      </a:lnTo>
                      <a:lnTo>
                        <a:pt x="4" y="118"/>
                      </a:lnTo>
                      <a:lnTo>
                        <a:pt x="0" y="174"/>
                      </a:lnTo>
                      <a:lnTo>
                        <a:pt x="0" y="240"/>
                      </a:lnTo>
                      <a:lnTo>
                        <a:pt x="7" y="312"/>
                      </a:lnTo>
                      <a:lnTo>
                        <a:pt x="22" y="390"/>
                      </a:lnTo>
                      <a:lnTo>
                        <a:pt x="78" y="387"/>
                      </a:lnTo>
                      <a:lnTo>
                        <a:pt x="76" y="375"/>
                      </a:lnTo>
                      <a:lnTo>
                        <a:pt x="70" y="343"/>
                      </a:lnTo>
                      <a:lnTo>
                        <a:pt x="63" y="297"/>
                      </a:lnTo>
                      <a:lnTo>
                        <a:pt x="57" y="240"/>
                      </a:lnTo>
                      <a:lnTo>
                        <a:pt x="54" y="178"/>
                      </a:lnTo>
                      <a:lnTo>
                        <a:pt x="56" y="113"/>
                      </a:lnTo>
                      <a:lnTo>
                        <a:pt x="64" y="55"/>
                      </a:lnTo>
                      <a:lnTo>
                        <a:pt x="82" y="4"/>
                      </a:lnTo>
                      <a:lnTo>
                        <a:pt x="82" y="2"/>
                      </a:lnTo>
                      <a:lnTo>
                        <a:pt x="80" y="1"/>
                      </a:lnTo>
                      <a:lnTo>
                        <a:pt x="77" y="0"/>
                      </a:lnTo>
                      <a:lnTo>
                        <a:pt x="70" y="0"/>
                      </a:lnTo>
                      <a:lnTo>
                        <a:pt x="60" y="1"/>
                      </a:lnTo>
                      <a:lnTo>
                        <a:pt x="46" y="3"/>
                      </a:lnTo>
                      <a:lnTo>
                        <a:pt x="25" y="8"/>
                      </a:lnTo>
                      <a:close/>
                    </a:path>
                  </a:pathLst>
                </a:custGeom>
                <a:solidFill>
                  <a:schemeClr val="bg2">
                    <a:alpha val="100000"/>
                  </a:schemeClr>
                </a:solidFill>
                <a:ln w="9525">
                  <a:noFill/>
                </a:ln>
              </p:spPr>
              <p:txBody>
                <a:bodyPr/>
                <a:p>
                  <a:endParaRPr lang="zh-CN" altLang="en-US"/>
                </a:p>
              </p:txBody>
            </p:sp>
            <p:sp>
              <p:nvSpPr>
                <p:cNvPr id="145785" name="Freeform 876"/>
                <p:cNvSpPr/>
                <p:nvPr/>
              </p:nvSpPr>
              <p:spPr>
                <a:xfrm>
                  <a:off x="4853" y="1586"/>
                  <a:ext cx="8" cy="4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9" h="288">
                      <a:moveTo>
                        <a:pt x="18" y="6"/>
                      </a:moveTo>
                      <a:lnTo>
                        <a:pt x="17" y="11"/>
                      </a:lnTo>
                      <a:lnTo>
                        <a:pt x="13" y="27"/>
                      </a:lnTo>
                      <a:lnTo>
                        <a:pt x="7" y="53"/>
                      </a:lnTo>
                      <a:lnTo>
                        <a:pt x="2" y="87"/>
                      </a:lnTo>
                      <a:lnTo>
                        <a:pt x="0" y="130"/>
                      </a:lnTo>
                      <a:lnTo>
                        <a:pt x="0" y="177"/>
                      </a:lnTo>
                      <a:lnTo>
                        <a:pt x="5" y="231"/>
                      </a:lnTo>
                      <a:lnTo>
                        <a:pt x="16" y="288"/>
                      </a:lnTo>
                      <a:lnTo>
                        <a:pt x="57" y="286"/>
                      </a:lnTo>
                      <a:lnTo>
                        <a:pt x="56" y="278"/>
                      </a:lnTo>
                      <a:lnTo>
                        <a:pt x="51" y="254"/>
                      </a:lnTo>
                      <a:lnTo>
                        <a:pt x="47" y="219"/>
                      </a:lnTo>
                      <a:lnTo>
                        <a:pt x="42" y="177"/>
                      </a:lnTo>
                      <a:lnTo>
                        <a:pt x="40" y="131"/>
                      </a:lnTo>
                      <a:lnTo>
                        <a:pt x="41" y="84"/>
                      </a:lnTo>
                      <a:lnTo>
                        <a:pt x="47" y="40"/>
                      </a:lnTo>
                      <a:lnTo>
                        <a:pt x="59" y="3"/>
                      </a:lnTo>
                      <a:lnTo>
                        <a:pt x="59" y="2"/>
                      </a:lnTo>
                      <a:lnTo>
                        <a:pt x="58" y="1"/>
                      </a:lnTo>
                      <a:lnTo>
                        <a:pt x="56" y="0"/>
                      </a:lnTo>
                      <a:lnTo>
                        <a:pt x="51" y="0"/>
                      </a:lnTo>
                      <a:lnTo>
                        <a:pt x="45" y="0"/>
                      </a:lnTo>
                      <a:lnTo>
                        <a:pt x="33" y="2"/>
                      </a:lnTo>
                      <a:lnTo>
                        <a:pt x="18" y="6"/>
                      </a:lnTo>
                      <a:close/>
                    </a:path>
                  </a:pathLst>
                </a:custGeom>
                <a:solidFill>
                  <a:schemeClr val="bg2">
                    <a:alpha val="100000"/>
                  </a:schemeClr>
                </a:solidFill>
                <a:ln w="9525">
                  <a:noFill/>
                </a:ln>
              </p:spPr>
              <p:txBody>
                <a:bodyPr/>
                <a:p>
                  <a:endParaRPr lang="zh-CN" altLang="en-US"/>
                </a:p>
              </p:txBody>
            </p:sp>
            <p:sp>
              <p:nvSpPr>
                <p:cNvPr id="145786" name="Freeform 877"/>
                <p:cNvSpPr/>
                <p:nvPr/>
              </p:nvSpPr>
              <p:spPr>
                <a:xfrm>
                  <a:off x="4972" y="1546"/>
                  <a:ext cx="28" cy="11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98" h="779">
                      <a:moveTo>
                        <a:pt x="198" y="6"/>
                      </a:moveTo>
                      <a:lnTo>
                        <a:pt x="194" y="12"/>
                      </a:lnTo>
                      <a:lnTo>
                        <a:pt x="180" y="31"/>
                      </a:lnTo>
                      <a:lnTo>
                        <a:pt x="163" y="72"/>
                      </a:lnTo>
                      <a:lnTo>
                        <a:pt x="146" y="138"/>
                      </a:lnTo>
                      <a:lnTo>
                        <a:pt x="132" y="236"/>
                      </a:lnTo>
                      <a:lnTo>
                        <a:pt x="125" y="373"/>
                      </a:lnTo>
                      <a:lnTo>
                        <a:pt x="130" y="551"/>
                      </a:lnTo>
                      <a:lnTo>
                        <a:pt x="148" y="779"/>
                      </a:lnTo>
                      <a:lnTo>
                        <a:pt x="37" y="779"/>
                      </a:lnTo>
                      <a:lnTo>
                        <a:pt x="34" y="756"/>
                      </a:lnTo>
                      <a:lnTo>
                        <a:pt x="23" y="693"/>
                      </a:lnTo>
                      <a:lnTo>
                        <a:pt x="13" y="599"/>
                      </a:lnTo>
                      <a:lnTo>
                        <a:pt x="4" y="483"/>
                      </a:lnTo>
                      <a:lnTo>
                        <a:pt x="0" y="357"/>
                      </a:lnTo>
                      <a:lnTo>
                        <a:pt x="7" y="227"/>
                      </a:lnTo>
                      <a:lnTo>
                        <a:pt x="27" y="105"/>
                      </a:lnTo>
                      <a:lnTo>
                        <a:pt x="65" y="0"/>
                      </a:lnTo>
                      <a:lnTo>
                        <a:pt x="198" y="6"/>
                      </a:lnTo>
                      <a:close/>
                    </a:path>
                  </a:pathLst>
                </a:custGeom>
                <a:solidFill>
                  <a:schemeClr val="bg2">
                    <a:alpha val="100000"/>
                  </a:schemeClr>
                </a:solidFill>
                <a:ln w="9525">
                  <a:noFill/>
                </a:ln>
              </p:spPr>
              <p:txBody>
                <a:bodyPr/>
                <a:p>
                  <a:endParaRPr lang="zh-CN" altLang="en-US"/>
                </a:p>
              </p:txBody>
            </p:sp>
            <p:sp>
              <p:nvSpPr>
                <p:cNvPr id="145787" name="Freeform 878"/>
                <p:cNvSpPr/>
                <p:nvPr/>
              </p:nvSpPr>
              <p:spPr>
                <a:xfrm>
                  <a:off x="4973" y="1553"/>
                  <a:ext cx="24" cy="9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69" h="666">
                      <a:moveTo>
                        <a:pt x="169" y="5"/>
                      </a:moveTo>
                      <a:lnTo>
                        <a:pt x="164" y="10"/>
                      </a:lnTo>
                      <a:lnTo>
                        <a:pt x="154" y="27"/>
                      </a:lnTo>
                      <a:lnTo>
                        <a:pt x="139" y="61"/>
                      </a:lnTo>
                      <a:lnTo>
                        <a:pt x="124" y="118"/>
                      </a:lnTo>
                      <a:lnTo>
                        <a:pt x="113" y="201"/>
                      </a:lnTo>
                      <a:lnTo>
                        <a:pt x="107" y="318"/>
                      </a:lnTo>
                      <a:lnTo>
                        <a:pt x="110" y="470"/>
                      </a:lnTo>
                      <a:lnTo>
                        <a:pt x="126" y="666"/>
                      </a:lnTo>
                      <a:lnTo>
                        <a:pt x="31" y="666"/>
                      </a:lnTo>
                      <a:lnTo>
                        <a:pt x="28" y="646"/>
                      </a:lnTo>
                      <a:lnTo>
                        <a:pt x="20" y="592"/>
                      </a:lnTo>
                      <a:lnTo>
                        <a:pt x="11" y="512"/>
                      </a:lnTo>
                      <a:lnTo>
                        <a:pt x="3" y="413"/>
                      </a:lnTo>
                      <a:lnTo>
                        <a:pt x="0" y="305"/>
                      </a:lnTo>
                      <a:lnTo>
                        <a:pt x="6" y="195"/>
                      </a:lnTo>
                      <a:lnTo>
                        <a:pt x="23" y="90"/>
                      </a:lnTo>
                      <a:lnTo>
                        <a:pt x="55" y="0"/>
                      </a:lnTo>
                      <a:lnTo>
                        <a:pt x="169" y="5"/>
                      </a:lnTo>
                      <a:close/>
                    </a:path>
                  </a:pathLst>
                </a:custGeom>
                <a:solidFill>
                  <a:schemeClr val="bg2">
                    <a:alpha val="100000"/>
                  </a:schemeClr>
                </a:solidFill>
                <a:ln w="9525">
                  <a:noFill/>
                </a:ln>
              </p:spPr>
              <p:txBody>
                <a:bodyPr/>
                <a:p>
                  <a:endParaRPr lang="zh-CN" altLang="en-US"/>
                </a:p>
              </p:txBody>
            </p:sp>
            <p:sp>
              <p:nvSpPr>
                <p:cNvPr id="145788" name="Freeform 879"/>
                <p:cNvSpPr/>
                <p:nvPr/>
              </p:nvSpPr>
              <p:spPr>
                <a:xfrm>
                  <a:off x="4974" y="1561"/>
                  <a:ext cx="20" cy="7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40" h="551">
                      <a:moveTo>
                        <a:pt x="140" y="5"/>
                      </a:moveTo>
                      <a:lnTo>
                        <a:pt x="136" y="8"/>
                      </a:lnTo>
                      <a:lnTo>
                        <a:pt x="127" y="23"/>
                      </a:lnTo>
                      <a:lnTo>
                        <a:pt x="116" y="51"/>
                      </a:lnTo>
                      <a:lnTo>
                        <a:pt x="103" y="98"/>
                      </a:lnTo>
                      <a:lnTo>
                        <a:pt x="94" y="167"/>
                      </a:lnTo>
                      <a:lnTo>
                        <a:pt x="90" y="264"/>
                      </a:lnTo>
                      <a:lnTo>
                        <a:pt x="92" y="390"/>
                      </a:lnTo>
                      <a:lnTo>
                        <a:pt x="106" y="551"/>
                      </a:lnTo>
                      <a:lnTo>
                        <a:pt x="27" y="551"/>
                      </a:lnTo>
                      <a:lnTo>
                        <a:pt x="24" y="535"/>
                      </a:lnTo>
                      <a:lnTo>
                        <a:pt x="17" y="490"/>
                      </a:lnTo>
                      <a:lnTo>
                        <a:pt x="9" y="423"/>
                      </a:lnTo>
                      <a:lnTo>
                        <a:pt x="3" y="342"/>
                      </a:lnTo>
                      <a:lnTo>
                        <a:pt x="0" y="252"/>
                      </a:lnTo>
                      <a:lnTo>
                        <a:pt x="5" y="161"/>
                      </a:lnTo>
                      <a:lnTo>
                        <a:pt x="20" y="75"/>
                      </a:lnTo>
                      <a:lnTo>
                        <a:pt x="46" y="0"/>
                      </a:lnTo>
                      <a:lnTo>
                        <a:pt x="140" y="5"/>
                      </a:lnTo>
                      <a:close/>
                    </a:path>
                  </a:pathLst>
                </a:custGeom>
                <a:solidFill>
                  <a:schemeClr val="bg2">
                    <a:alpha val="100000"/>
                  </a:schemeClr>
                </a:solidFill>
                <a:ln w="9525">
                  <a:noFill/>
                </a:ln>
              </p:spPr>
              <p:txBody>
                <a:bodyPr/>
                <a:p>
                  <a:endParaRPr lang="zh-CN" altLang="en-US"/>
                </a:p>
              </p:txBody>
            </p:sp>
            <p:sp>
              <p:nvSpPr>
                <p:cNvPr id="145789" name="Freeform 880"/>
                <p:cNvSpPr/>
                <p:nvPr/>
              </p:nvSpPr>
              <p:spPr>
                <a:xfrm>
                  <a:off x="4975" y="1569"/>
                  <a:ext cx="16" cy="62"/>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1" h="437">
                      <a:moveTo>
                        <a:pt x="111" y="4"/>
                      </a:moveTo>
                      <a:lnTo>
                        <a:pt x="108" y="7"/>
                      </a:lnTo>
                      <a:lnTo>
                        <a:pt x="101" y="18"/>
                      </a:lnTo>
                      <a:lnTo>
                        <a:pt x="92" y="41"/>
                      </a:lnTo>
                      <a:lnTo>
                        <a:pt x="82" y="77"/>
                      </a:lnTo>
                      <a:lnTo>
                        <a:pt x="75" y="133"/>
                      </a:lnTo>
                      <a:lnTo>
                        <a:pt x="70" y="208"/>
                      </a:lnTo>
                      <a:lnTo>
                        <a:pt x="72" y="309"/>
                      </a:lnTo>
                      <a:lnTo>
                        <a:pt x="83" y="437"/>
                      </a:lnTo>
                      <a:lnTo>
                        <a:pt x="21" y="437"/>
                      </a:lnTo>
                      <a:lnTo>
                        <a:pt x="19" y="424"/>
                      </a:lnTo>
                      <a:lnTo>
                        <a:pt x="13" y="389"/>
                      </a:lnTo>
                      <a:lnTo>
                        <a:pt x="7" y="336"/>
                      </a:lnTo>
                      <a:lnTo>
                        <a:pt x="3" y="272"/>
                      </a:lnTo>
                      <a:lnTo>
                        <a:pt x="0" y="200"/>
                      </a:lnTo>
                      <a:lnTo>
                        <a:pt x="5" y="128"/>
                      </a:lnTo>
                      <a:lnTo>
                        <a:pt x="16" y="59"/>
                      </a:lnTo>
                      <a:lnTo>
                        <a:pt x="37" y="0"/>
                      </a:lnTo>
                      <a:lnTo>
                        <a:pt x="111" y="4"/>
                      </a:lnTo>
                      <a:close/>
                    </a:path>
                  </a:pathLst>
                </a:custGeom>
                <a:solidFill>
                  <a:schemeClr val="bg2">
                    <a:alpha val="100000"/>
                  </a:schemeClr>
                </a:solidFill>
                <a:ln w="9525">
                  <a:noFill/>
                </a:ln>
              </p:spPr>
              <p:txBody>
                <a:bodyPr/>
                <a:p>
                  <a:endParaRPr lang="zh-CN" altLang="en-US"/>
                </a:p>
              </p:txBody>
            </p:sp>
            <p:sp>
              <p:nvSpPr>
                <p:cNvPr id="145790" name="Freeform 881"/>
                <p:cNvSpPr/>
                <p:nvPr/>
              </p:nvSpPr>
              <p:spPr>
                <a:xfrm>
                  <a:off x="4976" y="1577"/>
                  <a:ext cx="12" cy="4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82" h="322">
                      <a:moveTo>
                        <a:pt x="82" y="3"/>
                      </a:moveTo>
                      <a:lnTo>
                        <a:pt x="79" y="5"/>
                      </a:lnTo>
                      <a:lnTo>
                        <a:pt x="75" y="13"/>
                      </a:lnTo>
                      <a:lnTo>
                        <a:pt x="67" y="30"/>
                      </a:lnTo>
                      <a:lnTo>
                        <a:pt x="60" y="57"/>
                      </a:lnTo>
                      <a:lnTo>
                        <a:pt x="54" y="98"/>
                      </a:lnTo>
                      <a:lnTo>
                        <a:pt x="52" y="154"/>
                      </a:lnTo>
                      <a:lnTo>
                        <a:pt x="53" y="228"/>
                      </a:lnTo>
                      <a:lnTo>
                        <a:pt x="61" y="322"/>
                      </a:lnTo>
                      <a:lnTo>
                        <a:pt x="15" y="322"/>
                      </a:lnTo>
                      <a:lnTo>
                        <a:pt x="14" y="313"/>
                      </a:lnTo>
                      <a:lnTo>
                        <a:pt x="9" y="287"/>
                      </a:lnTo>
                      <a:lnTo>
                        <a:pt x="5" y="247"/>
                      </a:lnTo>
                      <a:lnTo>
                        <a:pt x="1" y="200"/>
                      </a:lnTo>
                      <a:lnTo>
                        <a:pt x="0" y="147"/>
                      </a:lnTo>
                      <a:lnTo>
                        <a:pt x="3" y="95"/>
                      </a:lnTo>
                      <a:lnTo>
                        <a:pt x="11" y="44"/>
                      </a:lnTo>
                      <a:lnTo>
                        <a:pt x="27" y="0"/>
                      </a:lnTo>
                      <a:lnTo>
                        <a:pt x="82" y="3"/>
                      </a:lnTo>
                      <a:close/>
                    </a:path>
                  </a:pathLst>
                </a:custGeom>
                <a:solidFill>
                  <a:schemeClr val="bg2">
                    <a:alpha val="100000"/>
                  </a:schemeClr>
                </a:solidFill>
                <a:ln w="9525">
                  <a:noFill/>
                </a:ln>
              </p:spPr>
              <p:txBody>
                <a:bodyPr/>
                <a:p>
                  <a:endParaRPr lang="zh-CN" altLang="en-US"/>
                </a:p>
              </p:txBody>
            </p:sp>
            <p:sp>
              <p:nvSpPr>
                <p:cNvPr id="145791" name="Rectangle 882"/>
                <p:cNvSpPr/>
                <p:nvPr/>
              </p:nvSpPr>
              <p:spPr>
                <a:xfrm>
                  <a:off x="4824" y="1565"/>
                  <a:ext cx="4" cy="146"/>
                </a:xfrm>
                <a:prstGeom prst="rect">
                  <a:avLst/>
                </a:prstGeom>
                <a:solidFill>
                  <a:srgbClr val="DDDDDD"/>
                </a:solidFill>
                <a:ln w="9525">
                  <a:noFill/>
                </a:ln>
              </p:spPr>
              <p:txBody>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45792" name="Freeform 883"/>
                <p:cNvSpPr/>
                <p:nvPr/>
              </p:nvSpPr>
              <p:spPr>
                <a:xfrm>
                  <a:off x="4876" y="1563"/>
                  <a:ext cx="57" cy="67"/>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398" h="469">
                      <a:moveTo>
                        <a:pt x="37" y="44"/>
                      </a:moveTo>
                      <a:lnTo>
                        <a:pt x="33" y="53"/>
                      </a:lnTo>
                      <a:lnTo>
                        <a:pt x="27" y="79"/>
                      </a:lnTo>
                      <a:lnTo>
                        <a:pt x="17" y="120"/>
                      </a:lnTo>
                      <a:lnTo>
                        <a:pt x="8" y="174"/>
                      </a:lnTo>
                      <a:lnTo>
                        <a:pt x="1" y="238"/>
                      </a:lnTo>
                      <a:lnTo>
                        <a:pt x="0" y="309"/>
                      </a:lnTo>
                      <a:lnTo>
                        <a:pt x="7" y="387"/>
                      </a:lnTo>
                      <a:lnTo>
                        <a:pt x="24" y="469"/>
                      </a:lnTo>
                      <a:lnTo>
                        <a:pt x="24" y="466"/>
                      </a:lnTo>
                      <a:lnTo>
                        <a:pt x="24" y="455"/>
                      </a:lnTo>
                      <a:lnTo>
                        <a:pt x="24" y="438"/>
                      </a:lnTo>
                      <a:lnTo>
                        <a:pt x="24" y="417"/>
                      </a:lnTo>
                      <a:lnTo>
                        <a:pt x="27" y="391"/>
                      </a:lnTo>
                      <a:lnTo>
                        <a:pt x="30" y="363"/>
                      </a:lnTo>
                      <a:lnTo>
                        <a:pt x="35" y="332"/>
                      </a:lnTo>
                      <a:lnTo>
                        <a:pt x="41" y="300"/>
                      </a:lnTo>
                      <a:lnTo>
                        <a:pt x="52" y="268"/>
                      </a:lnTo>
                      <a:lnTo>
                        <a:pt x="64" y="237"/>
                      </a:lnTo>
                      <a:lnTo>
                        <a:pt x="79" y="207"/>
                      </a:lnTo>
                      <a:lnTo>
                        <a:pt x="99" y="179"/>
                      </a:lnTo>
                      <a:lnTo>
                        <a:pt x="123" y="155"/>
                      </a:lnTo>
                      <a:lnTo>
                        <a:pt x="150" y="136"/>
                      </a:lnTo>
                      <a:lnTo>
                        <a:pt x="183" y="122"/>
                      </a:lnTo>
                      <a:lnTo>
                        <a:pt x="221" y="114"/>
                      </a:lnTo>
                      <a:lnTo>
                        <a:pt x="223" y="112"/>
                      </a:lnTo>
                      <a:lnTo>
                        <a:pt x="230" y="107"/>
                      </a:lnTo>
                      <a:lnTo>
                        <a:pt x="242" y="99"/>
                      </a:lnTo>
                      <a:lnTo>
                        <a:pt x="260" y="88"/>
                      </a:lnTo>
                      <a:lnTo>
                        <a:pt x="284" y="74"/>
                      </a:lnTo>
                      <a:lnTo>
                        <a:pt x="315" y="58"/>
                      </a:lnTo>
                      <a:lnTo>
                        <a:pt x="352" y="39"/>
                      </a:lnTo>
                      <a:lnTo>
                        <a:pt x="398" y="19"/>
                      </a:lnTo>
                      <a:lnTo>
                        <a:pt x="396" y="17"/>
                      </a:lnTo>
                      <a:lnTo>
                        <a:pt x="389" y="16"/>
                      </a:lnTo>
                      <a:lnTo>
                        <a:pt x="379" y="14"/>
                      </a:lnTo>
                      <a:lnTo>
                        <a:pt x="364" y="12"/>
                      </a:lnTo>
                      <a:lnTo>
                        <a:pt x="347" y="8"/>
                      </a:lnTo>
                      <a:lnTo>
                        <a:pt x="326" y="6"/>
                      </a:lnTo>
                      <a:lnTo>
                        <a:pt x="302" y="4"/>
                      </a:lnTo>
                      <a:lnTo>
                        <a:pt x="277" y="1"/>
                      </a:lnTo>
                      <a:lnTo>
                        <a:pt x="250" y="0"/>
                      </a:lnTo>
                      <a:lnTo>
                        <a:pt x="221" y="1"/>
                      </a:lnTo>
                      <a:lnTo>
                        <a:pt x="191" y="3"/>
                      </a:lnTo>
                      <a:lnTo>
                        <a:pt x="160" y="6"/>
                      </a:lnTo>
                      <a:lnTo>
                        <a:pt x="129" y="12"/>
                      </a:lnTo>
                      <a:lnTo>
                        <a:pt x="97" y="20"/>
                      </a:lnTo>
                      <a:lnTo>
                        <a:pt x="67" y="30"/>
                      </a:lnTo>
                      <a:lnTo>
                        <a:pt x="37" y="44"/>
                      </a:lnTo>
                      <a:close/>
                    </a:path>
                  </a:pathLst>
                </a:custGeom>
                <a:solidFill>
                  <a:srgbClr val="999999">
                    <a:alpha val="100000"/>
                  </a:srgbClr>
                </a:solidFill>
                <a:ln w="9525">
                  <a:noFill/>
                </a:ln>
              </p:spPr>
              <p:txBody>
                <a:bodyPr/>
                <a:p>
                  <a:endParaRPr lang="zh-CN" altLang="en-US"/>
                </a:p>
              </p:txBody>
            </p:sp>
            <p:sp>
              <p:nvSpPr>
                <p:cNvPr id="145793" name="Freeform 884"/>
                <p:cNvSpPr/>
                <p:nvPr/>
              </p:nvSpPr>
              <p:spPr>
                <a:xfrm>
                  <a:off x="4797" y="1613"/>
                  <a:ext cx="46" cy="13"/>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325" h="89">
                      <a:moveTo>
                        <a:pt x="0" y="57"/>
                      </a:moveTo>
                      <a:lnTo>
                        <a:pt x="0" y="55"/>
                      </a:lnTo>
                      <a:lnTo>
                        <a:pt x="2" y="52"/>
                      </a:lnTo>
                      <a:lnTo>
                        <a:pt x="6" y="47"/>
                      </a:lnTo>
                      <a:lnTo>
                        <a:pt x="12" y="41"/>
                      </a:lnTo>
                      <a:lnTo>
                        <a:pt x="20" y="34"/>
                      </a:lnTo>
                      <a:lnTo>
                        <a:pt x="29" y="27"/>
                      </a:lnTo>
                      <a:lnTo>
                        <a:pt x="41" y="20"/>
                      </a:lnTo>
                      <a:lnTo>
                        <a:pt x="57" y="13"/>
                      </a:lnTo>
                      <a:lnTo>
                        <a:pt x="77" y="7"/>
                      </a:lnTo>
                      <a:lnTo>
                        <a:pt x="98" y="3"/>
                      </a:lnTo>
                      <a:lnTo>
                        <a:pt x="126" y="0"/>
                      </a:lnTo>
                      <a:lnTo>
                        <a:pt x="156" y="0"/>
                      </a:lnTo>
                      <a:lnTo>
                        <a:pt x="191" y="3"/>
                      </a:lnTo>
                      <a:lnTo>
                        <a:pt x="230" y="8"/>
                      </a:lnTo>
                      <a:lnTo>
                        <a:pt x="275" y="18"/>
                      </a:lnTo>
                      <a:lnTo>
                        <a:pt x="325" y="31"/>
                      </a:lnTo>
                      <a:lnTo>
                        <a:pt x="318" y="51"/>
                      </a:lnTo>
                      <a:lnTo>
                        <a:pt x="316" y="50"/>
                      </a:lnTo>
                      <a:lnTo>
                        <a:pt x="308" y="47"/>
                      </a:lnTo>
                      <a:lnTo>
                        <a:pt x="295" y="44"/>
                      </a:lnTo>
                      <a:lnTo>
                        <a:pt x="279" y="39"/>
                      </a:lnTo>
                      <a:lnTo>
                        <a:pt x="260" y="35"/>
                      </a:lnTo>
                      <a:lnTo>
                        <a:pt x="238" y="30"/>
                      </a:lnTo>
                      <a:lnTo>
                        <a:pt x="214" y="27"/>
                      </a:lnTo>
                      <a:lnTo>
                        <a:pt x="188" y="24"/>
                      </a:lnTo>
                      <a:lnTo>
                        <a:pt x="161" y="23"/>
                      </a:lnTo>
                      <a:lnTo>
                        <a:pt x="134" y="23"/>
                      </a:lnTo>
                      <a:lnTo>
                        <a:pt x="108" y="26"/>
                      </a:lnTo>
                      <a:lnTo>
                        <a:pt x="82" y="31"/>
                      </a:lnTo>
                      <a:lnTo>
                        <a:pt x="58" y="41"/>
                      </a:lnTo>
                      <a:lnTo>
                        <a:pt x="36" y="52"/>
                      </a:lnTo>
                      <a:lnTo>
                        <a:pt x="16" y="68"/>
                      </a:lnTo>
                      <a:lnTo>
                        <a:pt x="0" y="89"/>
                      </a:lnTo>
                      <a:lnTo>
                        <a:pt x="0" y="57"/>
                      </a:lnTo>
                      <a:close/>
                    </a:path>
                  </a:pathLst>
                </a:custGeom>
                <a:solidFill>
                  <a:srgbClr val="000000">
                    <a:alpha val="100000"/>
                  </a:srgbClr>
                </a:solidFill>
                <a:ln w="9525">
                  <a:noFill/>
                </a:ln>
              </p:spPr>
              <p:txBody>
                <a:bodyPr/>
                <a:p>
                  <a:endParaRPr lang="zh-CN" altLang="en-US"/>
                </a:p>
              </p:txBody>
            </p:sp>
            <p:sp>
              <p:nvSpPr>
                <p:cNvPr id="145794" name="Freeform 885"/>
                <p:cNvSpPr/>
                <p:nvPr/>
              </p:nvSpPr>
              <p:spPr>
                <a:xfrm>
                  <a:off x="4797" y="1583"/>
                  <a:ext cx="46" cy="13"/>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325" h="89">
                      <a:moveTo>
                        <a:pt x="0" y="56"/>
                      </a:moveTo>
                      <a:lnTo>
                        <a:pt x="0" y="55"/>
                      </a:lnTo>
                      <a:lnTo>
                        <a:pt x="2" y="52"/>
                      </a:lnTo>
                      <a:lnTo>
                        <a:pt x="6" y="47"/>
                      </a:lnTo>
                      <a:lnTo>
                        <a:pt x="12" y="40"/>
                      </a:lnTo>
                      <a:lnTo>
                        <a:pt x="20" y="33"/>
                      </a:lnTo>
                      <a:lnTo>
                        <a:pt x="29" y="27"/>
                      </a:lnTo>
                      <a:lnTo>
                        <a:pt x="41" y="18"/>
                      </a:lnTo>
                      <a:lnTo>
                        <a:pt x="57" y="13"/>
                      </a:lnTo>
                      <a:lnTo>
                        <a:pt x="77" y="7"/>
                      </a:lnTo>
                      <a:lnTo>
                        <a:pt x="98" y="2"/>
                      </a:lnTo>
                      <a:lnTo>
                        <a:pt x="126" y="0"/>
                      </a:lnTo>
                      <a:lnTo>
                        <a:pt x="156" y="0"/>
                      </a:lnTo>
                      <a:lnTo>
                        <a:pt x="191" y="2"/>
                      </a:lnTo>
                      <a:lnTo>
                        <a:pt x="230" y="8"/>
                      </a:lnTo>
                      <a:lnTo>
                        <a:pt x="275" y="17"/>
                      </a:lnTo>
                      <a:lnTo>
                        <a:pt x="325" y="31"/>
                      </a:lnTo>
                      <a:lnTo>
                        <a:pt x="318" y="49"/>
                      </a:lnTo>
                      <a:lnTo>
                        <a:pt x="316" y="48"/>
                      </a:lnTo>
                      <a:lnTo>
                        <a:pt x="308" y="46"/>
                      </a:lnTo>
                      <a:lnTo>
                        <a:pt x="295" y="43"/>
                      </a:lnTo>
                      <a:lnTo>
                        <a:pt x="279" y="38"/>
                      </a:lnTo>
                      <a:lnTo>
                        <a:pt x="260" y="35"/>
                      </a:lnTo>
                      <a:lnTo>
                        <a:pt x="238" y="30"/>
                      </a:lnTo>
                      <a:lnTo>
                        <a:pt x="214" y="27"/>
                      </a:lnTo>
                      <a:lnTo>
                        <a:pt x="188" y="23"/>
                      </a:lnTo>
                      <a:lnTo>
                        <a:pt x="161" y="22"/>
                      </a:lnTo>
                      <a:lnTo>
                        <a:pt x="134" y="23"/>
                      </a:lnTo>
                      <a:lnTo>
                        <a:pt x="108" y="25"/>
                      </a:lnTo>
                      <a:lnTo>
                        <a:pt x="82" y="31"/>
                      </a:lnTo>
                      <a:lnTo>
                        <a:pt x="58" y="40"/>
                      </a:lnTo>
                      <a:lnTo>
                        <a:pt x="36" y="52"/>
                      </a:lnTo>
                      <a:lnTo>
                        <a:pt x="16" y="68"/>
                      </a:lnTo>
                      <a:lnTo>
                        <a:pt x="0" y="89"/>
                      </a:lnTo>
                      <a:lnTo>
                        <a:pt x="0" y="56"/>
                      </a:lnTo>
                      <a:close/>
                    </a:path>
                  </a:pathLst>
                </a:custGeom>
                <a:solidFill>
                  <a:srgbClr val="000000">
                    <a:alpha val="100000"/>
                  </a:srgbClr>
                </a:solidFill>
                <a:ln w="9525">
                  <a:noFill/>
                </a:ln>
              </p:spPr>
              <p:txBody>
                <a:bodyPr/>
                <a:p>
                  <a:endParaRPr lang="zh-CN" altLang="en-US"/>
                </a:p>
              </p:txBody>
            </p:sp>
            <p:sp>
              <p:nvSpPr>
                <p:cNvPr id="145795" name="Freeform 886"/>
                <p:cNvSpPr/>
                <p:nvPr/>
              </p:nvSpPr>
              <p:spPr>
                <a:xfrm>
                  <a:off x="4841" y="1568"/>
                  <a:ext cx="75" cy="13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28" h="975">
                      <a:moveTo>
                        <a:pt x="0" y="0"/>
                      </a:moveTo>
                      <a:lnTo>
                        <a:pt x="0" y="943"/>
                      </a:lnTo>
                      <a:lnTo>
                        <a:pt x="159" y="975"/>
                      </a:lnTo>
                      <a:lnTo>
                        <a:pt x="152" y="848"/>
                      </a:lnTo>
                      <a:lnTo>
                        <a:pt x="528" y="905"/>
                      </a:lnTo>
                      <a:lnTo>
                        <a:pt x="521" y="855"/>
                      </a:lnTo>
                      <a:lnTo>
                        <a:pt x="261" y="822"/>
                      </a:lnTo>
                      <a:lnTo>
                        <a:pt x="254" y="713"/>
                      </a:lnTo>
                      <a:lnTo>
                        <a:pt x="77" y="713"/>
                      </a:lnTo>
                      <a:lnTo>
                        <a:pt x="72" y="699"/>
                      </a:lnTo>
                      <a:lnTo>
                        <a:pt x="60" y="659"/>
                      </a:lnTo>
                      <a:lnTo>
                        <a:pt x="44" y="595"/>
                      </a:lnTo>
                      <a:lnTo>
                        <a:pt x="28" y="511"/>
                      </a:lnTo>
                      <a:lnTo>
                        <a:pt x="16" y="410"/>
                      </a:lnTo>
                      <a:lnTo>
                        <a:pt x="12" y="294"/>
                      </a:lnTo>
                      <a:lnTo>
                        <a:pt x="21" y="167"/>
                      </a:lnTo>
                      <a:lnTo>
                        <a:pt x="45" y="32"/>
                      </a:lnTo>
                      <a:lnTo>
                        <a:pt x="0" y="0"/>
                      </a:lnTo>
                      <a:close/>
                    </a:path>
                  </a:pathLst>
                </a:custGeom>
                <a:solidFill>
                  <a:schemeClr val="bg2">
                    <a:alpha val="100000"/>
                  </a:schemeClr>
                </a:solidFill>
                <a:ln w="9525">
                  <a:noFill/>
                </a:ln>
              </p:spPr>
              <p:txBody>
                <a:bodyPr/>
                <a:p>
                  <a:endParaRPr lang="zh-CN" altLang="en-US"/>
                </a:p>
              </p:txBody>
            </p:sp>
            <p:sp>
              <p:nvSpPr>
                <p:cNvPr id="145796" name="Freeform 887"/>
                <p:cNvSpPr/>
                <p:nvPr/>
              </p:nvSpPr>
              <p:spPr>
                <a:xfrm>
                  <a:off x="4878" y="1536"/>
                  <a:ext cx="97" cy="1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678" h="133">
                      <a:moveTo>
                        <a:pt x="0" y="133"/>
                      </a:moveTo>
                      <a:lnTo>
                        <a:pt x="4" y="132"/>
                      </a:lnTo>
                      <a:lnTo>
                        <a:pt x="15" y="127"/>
                      </a:lnTo>
                      <a:lnTo>
                        <a:pt x="32" y="122"/>
                      </a:lnTo>
                      <a:lnTo>
                        <a:pt x="56" y="114"/>
                      </a:lnTo>
                      <a:lnTo>
                        <a:pt x="86" y="104"/>
                      </a:lnTo>
                      <a:lnTo>
                        <a:pt x="120" y="95"/>
                      </a:lnTo>
                      <a:lnTo>
                        <a:pt x="160" y="86"/>
                      </a:lnTo>
                      <a:lnTo>
                        <a:pt x="204" y="78"/>
                      </a:lnTo>
                      <a:lnTo>
                        <a:pt x="252" y="70"/>
                      </a:lnTo>
                      <a:lnTo>
                        <a:pt x="303" y="64"/>
                      </a:lnTo>
                      <a:lnTo>
                        <a:pt x="358" y="60"/>
                      </a:lnTo>
                      <a:lnTo>
                        <a:pt x="414" y="58"/>
                      </a:lnTo>
                      <a:lnTo>
                        <a:pt x="474" y="60"/>
                      </a:lnTo>
                      <a:lnTo>
                        <a:pt x="534" y="65"/>
                      </a:lnTo>
                      <a:lnTo>
                        <a:pt x="596" y="74"/>
                      </a:lnTo>
                      <a:lnTo>
                        <a:pt x="659" y="88"/>
                      </a:lnTo>
                      <a:lnTo>
                        <a:pt x="678" y="0"/>
                      </a:lnTo>
                      <a:lnTo>
                        <a:pt x="674" y="0"/>
                      </a:lnTo>
                      <a:lnTo>
                        <a:pt x="659" y="0"/>
                      </a:lnTo>
                      <a:lnTo>
                        <a:pt x="636" y="0"/>
                      </a:lnTo>
                      <a:lnTo>
                        <a:pt x="606" y="1"/>
                      </a:lnTo>
                      <a:lnTo>
                        <a:pt x="570" y="2"/>
                      </a:lnTo>
                      <a:lnTo>
                        <a:pt x="527" y="3"/>
                      </a:lnTo>
                      <a:lnTo>
                        <a:pt x="480" y="7"/>
                      </a:lnTo>
                      <a:lnTo>
                        <a:pt x="430" y="9"/>
                      </a:lnTo>
                      <a:lnTo>
                        <a:pt x="376" y="14"/>
                      </a:lnTo>
                      <a:lnTo>
                        <a:pt x="320" y="18"/>
                      </a:lnTo>
                      <a:lnTo>
                        <a:pt x="264" y="24"/>
                      </a:lnTo>
                      <a:lnTo>
                        <a:pt x="208" y="32"/>
                      </a:lnTo>
                      <a:lnTo>
                        <a:pt x="152" y="40"/>
                      </a:lnTo>
                      <a:lnTo>
                        <a:pt x="98" y="50"/>
                      </a:lnTo>
                      <a:lnTo>
                        <a:pt x="47" y="62"/>
                      </a:lnTo>
                      <a:lnTo>
                        <a:pt x="0" y="76"/>
                      </a:lnTo>
                      <a:lnTo>
                        <a:pt x="0" y="133"/>
                      </a:lnTo>
                      <a:close/>
                    </a:path>
                  </a:pathLst>
                </a:custGeom>
                <a:solidFill>
                  <a:schemeClr val="bg2">
                    <a:alpha val="100000"/>
                  </a:schemeClr>
                </a:solidFill>
                <a:ln w="9525">
                  <a:noFill/>
                </a:ln>
              </p:spPr>
              <p:txBody>
                <a:bodyPr/>
                <a:p>
                  <a:endParaRPr lang="zh-CN" altLang="en-US"/>
                </a:p>
              </p:txBody>
            </p:sp>
            <p:sp>
              <p:nvSpPr>
                <p:cNvPr id="145797" name="Freeform 888"/>
                <p:cNvSpPr/>
                <p:nvPr/>
              </p:nvSpPr>
              <p:spPr>
                <a:xfrm>
                  <a:off x="4821" y="1711"/>
                  <a:ext cx="163" cy="54"/>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42" h="379">
                      <a:moveTo>
                        <a:pt x="482" y="367"/>
                      </a:moveTo>
                      <a:lnTo>
                        <a:pt x="485" y="366"/>
                      </a:lnTo>
                      <a:lnTo>
                        <a:pt x="492" y="363"/>
                      </a:lnTo>
                      <a:lnTo>
                        <a:pt x="502" y="359"/>
                      </a:lnTo>
                      <a:lnTo>
                        <a:pt x="516" y="353"/>
                      </a:lnTo>
                      <a:lnTo>
                        <a:pt x="533" y="346"/>
                      </a:lnTo>
                      <a:lnTo>
                        <a:pt x="551" y="338"/>
                      </a:lnTo>
                      <a:lnTo>
                        <a:pt x="572" y="328"/>
                      </a:lnTo>
                      <a:lnTo>
                        <a:pt x="593" y="317"/>
                      </a:lnTo>
                      <a:lnTo>
                        <a:pt x="616" y="306"/>
                      </a:lnTo>
                      <a:lnTo>
                        <a:pt x="638" y="292"/>
                      </a:lnTo>
                      <a:lnTo>
                        <a:pt x="660" y="279"/>
                      </a:lnTo>
                      <a:lnTo>
                        <a:pt x="680" y="264"/>
                      </a:lnTo>
                      <a:lnTo>
                        <a:pt x="700" y="249"/>
                      </a:lnTo>
                      <a:lnTo>
                        <a:pt x="717" y="233"/>
                      </a:lnTo>
                      <a:lnTo>
                        <a:pt x="732" y="217"/>
                      </a:lnTo>
                      <a:lnTo>
                        <a:pt x="743" y="201"/>
                      </a:lnTo>
                      <a:lnTo>
                        <a:pt x="0" y="20"/>
                      </a:lnTo>
                      <a:lnTo>
                        <a:pt x="57" y="0"/>
                      </a:lnTo>
                      <a:lnTo>
                        <a:pt x="1142" y="267"/>
                      </a:lnTo>
                      <a:lnTo>
                        <a:pt x="1098" y="292"/>
                      </a:lnTo>
                      <a:lnTo>
                        <a:pt x="784" y="212"/>
                      </a:lnTo>
                      <a:lnTo>
                        <a:pt x="783" y="213"/>
                      </a:lnTo>
                      <a:lnTo>
                        <a:pt x="781" y="216"/>
                      </a:lnTo>
                      <a:lnTo>
                        <a:pt x="776" y="221"/>
                      </a:lnTo>
                      <a:lnTo>
                        <a:pt x="769" y="228"/>
                      </a:lnTo>
                      <a:lnTo>
                        <a:pt x="761" y="237"/>
                      </a:lnTo>
                      <a:lnTo>
                        <a:pt x="750" y="246"/>
                      </a:lnTo>
                      <a:lnTo>
                        <a:pt x="737" y="258"/>
                      </a:lnTo>
                      <a:lnTo>
                        <a:pt x="721" y="269"/>
                      </a:lnTo>
                      <a:lnTo>
                        <a:pt x="703" y="282"/>
                      </a:lnTo>
                      <a:lnTo>
                        <a:pt x="684" y="295"/>
                      </a:lnTo>
                      <a:lnTo>
                        <a:pt x="660" y="309"/>
                      </a:lnTo>
                      <a:lnTo>
                        <a:pt x="635" y="323"/>
                      </a:lnTo>
                      <a:lnTo>
                        <a:pt x="606" y="338"/>
                      </a:lnTo>
                      <a:lnTo>
                        <a:pt x="574" y="352"/>
                      </a:lnTo>
                      <a:lnTo>
                        <a:pt x="540" y="366"/>
                      </a:lnTo>
                      <a:lnTo>
                        <a:pt x="502" y="379"/>
                      </a:lnTo>
                      <a:lnTo>
                        <a:pt x="482" y="367"/>
                      </a:lnTo>
                      <a:close/>
                    </a:path>
                  </a:pathLst>
                </a:custGeom>
                <a:solidFill>
                  <a:srgbClr val="000000">
                    <a:alpha val="100000"/>
                  </a:srgbClr>
                </a:solidFill>
                <a:ln w="9525">
                  <a:noFill/>
                </a:ln>
              </p:spPr>
              <p:txBody>
                <a:bodyPr/>
                <a:p>
                  <a:endParaRPr lang="zh-CN" altLang="en-US"/>
                </a:p>
              </p:txBody>
            </p:sp>
            <p:sp>
              <p:nvSpPr>
                <p:cNvPr id="145798" name="Freeform 889"/>
                <p:cNvSpPr/>
                <p:nvPr/>
              </p:nvSpPr>
              <p:spPr>
                <a:xfrm>
                  <a:off x="4787" y="1725"/>
                  <a:ext cx="167" cy="48"/>
                </a:xfrm>
                <a:custGeom>
                  <a:avLst/>
                  <a:gdLst/>
                  <a:ahLst/>
                  <a:cxnLst>
                    <a:cxn ang="0">
                      <a:pos x="0" y="0"/>
                    </a:cxn>
                    <a:cxn ang="0">
                      <a:pos x="0" y="0"/>
                    </a:cxn>
                    <a:cxn ang="0">
                      <a:pos x="0" y="0"/>
                    </a:cxn>
                    <a:cxn ang="0">
                      <a:pos x="0" y="0"/>
                    </a:cxn>
                    <a:cxn ang="0">
                      <a:pos x="0" y="0"/>
                    </a:cxn>
                  </a:cxnLst>
                  <a:pathLst>
                    <a:path w="1163" h="340">
                      <a:moveTo>
                        <a:pt x="0" y="0"/>
                      </a:moveTo>
                      <a:lnTo>
                        <a:pt x="1137" y="340"/>
                      </a:lnTo>
                      <a:lnTo>
                        <a:pt x="1163" y="340"/>
                      </a:lnTo>
                      <a:lnTo>
                        <a:pt x="34" y="0"/>
                      </a:lnTo>
                      <a:lnTo>
                        <a:pt x="0" y="0"/>
                      </a:lnTo>
                      <a:close/>
                    </a:path>
                  </a:pathLst>
                </a:custGeom>
                <a:solidFill>
                  <a:srgbClr val="000000">
                    <a:alpha val="100000"/>
                  </a:srgbClr>
                </a:solidFill>
                <a:ln w="9525">
                  <a:noFill/>
                </a:ln>
              </p:spPr>
              <p:txBody>
                <a:bodyPr/>
                <a:p>
                  <a:endParaRPr lang="zh-CN" altLang="en-US"/>
                </a:p>
              </p:txBody>
            </p:sp>
            <p:sp>
              <p:nvSpPr>
                <p:cNvPr id="145799" name="Freeform 890"/>
                <p:cNvSpPr/>
                <p:nvPr/>
              </p:nvSpPr>
              <p:spPr>
                <a:xfrm>
                  <a:off x="4815" y="1718"/>
                  <a:ext cx="164" cy="44"/>
                </a:xfrm>
                <a:custGeom>
                  <a:avLst/>
                  <a:gdLst/>
                  <a:ahLst/>
                  <a:cxnLst>
                    <a:cxn ang="0">
                      <a:pos x="0" y="0"/>
                    </a:cxn>
                    <a:cxn ang="0">
                      <a:pos x="0" y="0"/>
                    </a:cxn>
                    <a:cxn ang="0">
                      <a:pos x="0" y="0"/>
                    </a:cxn>
                    <a:cxn ang="0">
                      <a:pos x="0" y="0"/>
                    </a:cxn>
                    <a:cxn ang="0">
                      <a:pos x="0" y="0"/>
                    </a:cxn>
                  </a:cxnLst>
                  <a:pathLst>
                    <a:path w="1149" h="303">
                      <a:moveTo>
                        <a:pt x="0" y="1"/>
                      </a:moveTo>
                      <a:lnTo>
                        <a:pt x="1124" y="303"/>
                      </a:lnTo>
                      <a:lnTo>
                        <a:pt x="1149" y="302"/>
                      </a:lnTo>
                      <a:lnTo>
                        <a:pt x="34" y="0"/>
                      </a:lnTo>
                      <a:lnTo>
                        <a:pt x="0" y="1"/>
                      </a:lnTo>
                      <a:close/>
                    </a:path>
                  </a:pathLst>
                </a:custGeom>
                <a:solidFill>
                  <a:srgbClr val="000000">
                    <a:alpha val="100000"/>
                  </a:srgbClr>
                </a:solidFill>
                <a:ln w="9525">
                  <a:noFill/>
                </a:ln>
              </p:spPr>
              <p:txBody>
                <a:bodyPr/>
                <a:p>
                  <a:endParaRPr lang="zh-CN" altLang="en-US"/>
                </a:p>
              </p:txBody>
            </p:sp>
            <p:sp>
              <p:nvSpPr>
                <p:cNvPr id="145800" name="Freeform 891"/>
                <p:cNvSpPr/>
                <p:nvPr/>
              </p:nvSpPr>
              <p:spPr>
                <a:xfrm>
                  <a:off x="4802" y="1721"/>
                  <a:ext cx="165" cy="48"/>
                </a:xfrm>
                <a:custGeom>
                  <a:avLst/>
                  <a:gdLst/>
                  <a:ahLst/>
                  <a:cxnLst>
                    <a:cxn ang="0">
                      <a:pos x="0" y="0"/>
                    </a:cxn>
                    <a:cxn ang="0">
                      <a:pos x="0" y="0"/>
                    </a:cxn>
                    <a:cxn ang="0">
                      <a:pos x="0" y="0"/>
                    </a:cxn>
                    <a:cxn ang="0">
                      <a:pos x="0" y="0"/>
                    </a:cxn>
                    <a:cxn ang="0">
                      <a:pos x="0" y="0"/>
                    </a:cxn>
                  </a:cxnLst>
                  <a:pathLst>
                    <a:path w="1155" h="336">
                      <a:moveTo>
                        <a:pt x="0" y="0"/>
                      </a:moveTo>
                      <a:lnTo>
                        <a:pt x="1134" y="336"/>
                      </a:lnTo>
                      <a:lnTo>
                        <a:pt x="1155" y="328"/>
                      </a:lnTo>
                      <a:lnTo>
                        <a:pt x="34" y="0"/>
                      </a:lnTo>
                      <a:lnTo>
                        <a:pt x="0" y="0"/>
                      </a:lnTo>
                      <a:close/>
                    </a:path>
                  </a:pathLst>
                </a:custGeom>
                <a:solidFill>
                  <a:srgbClr val="000000">
                    <a:alpha val="100000"/>
                  </a:srgbClr>
                </a:solidFill>
                <a:ln w="9525">
                  <a:noFill/>
                </a:ln>
              </p:spPr>
              <p:txBody>
                <a:bodyPr/>
                <a:p>
                  <a:endParaRPr lang="zh-CN" altLang="en-US"/>
                </a:p>
              </p:txBody>
            </p:sp>
          </p:grpSp>
          <p:sp>
            <p:nvSpPr>
              <p:cNvPr id="145746" name="Freeform 892"/>
              <p:cNvSpPr/>
              <p:nvPr/>
            </p:nvSpPr>
            <p:spPr>
              <a:xfrm flipV="1">
                <a:off x="1740" y="3512"/>
                <a:ext cx="391" cy="27"/>
              </a:xfrm>
              <a:custGeom>
                <a:avLst/>
                <a:gdLst/>
                <a:ahLst/>
                <a:cxnLst>
                  <a:cxn ang="0">
                    <a:pos x="0" y="0"/>
                  </a:cxn>
                  <a:cxn ang="0">
                    <a:pos x="0" y="0"/>
                  </a:cxn>
                  <a:cxn ang="0">
                    <a:pos x="5" y="0"/>
                  </a:cxn>
                  <a:cxn ang="0">
                    <a:pos x="5" y="0"/>
                  </a:cxn>
                </a:cxnLst>
                <a:pathLst>
                  <a:path w="720" h="56">
                    <a:moveTo>
                      <a:pt x="0" y="0"/>
                    </a:moveTo>
                    <a:lnTo>
                      <a:pt x="0" y="56"/>
                    </a:lnTo>
                    <a:lnTo>
                      <a:pt x="720" y="56"/>
                    </a:lnTo>
                    <a:lnTo>
                      <a:pt x="720" y="8"/>
                    </a:lnTo>
                  </a:path>
                </a:pathLst>
              </a:custGeom>
              <a:noFill/>
              <a:ln w="12700" cap="flat" cmpd="sng">
                <a:solidFill>
                  <a:schemeClr val="tx1">
                    <a:alpha val="100000"/>
                  </a:schemeClr>
                </a:solidFill>
                <a:prstDash val="solid"/>
                <a:round/>
                <a:headEnd type="none" w="med" len="med"/>
                <a:tailEnd type="none" w="med" len="med"/>
              </a:ln>
            </p:spPr>
            <p:txBody>
              <a:bodyPr/>
              <a:p>
                <a:endParaRPr lang="zh-CN" altLang="en-US"/>
              </a:p>
            </p:txBody>
          </p:sp>
          <p:sp>
            <p:nvSpPr>
              <p:cNvPr id="145747" name="Line 893"/>
              <p:cNvSpPr/>
              <p:nvPr/>
            </p:nvSpPr>
            <p:spPr>
              <a:xfrm>
                <a:off x="1932" y="3451"/>
                <a:ext cx="0" cy="60"/>
              </a:xfrm>
              <a:prstGeom prst="line">
                <a:avLst/>
              </a:prstGeom>
              <a:ln w="19050" cap="flat" cmpd="sng">
                <a:solidFill>
                  <a:schemeClr val="tx1"/>
                </a:solidFill>
                <a:prstDash val="solid"/>
                <a:headEnd type="none" w="med" len="med"/>
                <a:tailEnd type="none" w="med" len="med"/>
              </a:ln>
            </p:spPr>
          </p:sp>
          <p:grpSp>
            <p:nvGrpSpPr>
              <p:cNvPr id="145748" name="Group 894"/>
              <p:cNvGrpSpPr/>
              <p:nvPr/>
            </p:nvGrpSpPr>
            <p:grpSpPr>
              <a:xfrm>
                <a:off x="1791" y="3364"/>
                <a:ext cx="275" cy="118"/>
                <a:chOff x="3600" y="219"/>
                <a:chExt cx="360" cy="175"/>
              </a:xfrm>
            </p:grpSpPr>
            <p:sp>
              <p:nvSpPr>
                <p:cNvPr id="145749" name="Oval 895"/>
                <p:cNvSpPr/>
                <p:nvPr/>
              </p:nvSpPr>
              <p:spPr>
                <a:xfrm>
                  <a:off x="3603" y="297"/>
                  <a:ext cx="357" cy="97"/>
                </a:xfrm>
                <a:prstGeom prst="ellipse">
                  <a:avLst/>
                </a:prstGeom>
                <a:solidFill>
                  <a:srgbClr val="FF0000"/>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45750" name="Line 896"/>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145751" name="Line 897"/>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145752" name="Rectangle 898"/>
                <p:cNvSpPr/>
                <p:nvPr/>
              </p:nvSpPr>
              <p:spPr>
                <a:xfrm>
                  <a:off x="3603" y="289"/>
                  <a:ext cx="354" cy="59"/>
                </a:xfrm>
                <a:prstGeom prst="rect">
                  <a:avLst/>
                </a:prstGeom>
                <a:solidFill>
                  <a:srgbClr val="FF0000"/>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45753" name="Oval 899"/>
                <p:cNvSpPr/>
                <p:nvPr/>
              </p:nvSpPr>
              <p:spPr>
                <a:xfrm>
                  <a:off x="3600" y="219"/>
                  <a:ext cx="357" cy="113"/>
                </a:xfrm>
                <a:prstGeom prst="ellipse">
                  <a:avLst/>
                </a:prstGeom>
                <a:solidFill>
                  <a:srgbClr val="FF0000"/>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45754" name="Group 900"/>
                <p:cNvGrpSpPr/>
                <p:nvPr/>
              </p:nvGrpSpPr>
              <p:grpSpPr>
                <a:xfrm>
                  <a:off x="3686" y="244"/>
                  <a:ext cx="177" cy="66"/>
                  <a:chOff x="2848" y="848"/>
                  <a:chExt cx="140" cy="98"/>
                </a:xfrm>
              </p:grpSpPr>
              <p:sp>
                <p:nvSpPr>
                  <p:cNvPr id="145759" name="Line 901"/>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45760" name="Line 902"/>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45761" name="Line 903"/>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145755" name="Group 904"/>
                <p:cNvGrpSpPr/>
                <p:nvPr/>
              </p:nvGrpSpPr>
              <p:grpSpPr>
                <a:xfrm flipV="1">
                  <a:off x="3686" y="243"/>
                  <a:ext cx="177" cy="66"/>
                  <a:chOff x="2848" y="848"/>
                  <a:chExt cx="140" cy="98"/>
                </a:xfrm>
              </p:grpSpPr>
              <p:sp>
                <p:nvSpPr>
                  <p:cNvPr id="145756" name="Line 905"/>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45757" name="Line 906"/>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45758" name="Line 907"/>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grpSp>
          <p:nvGrpSpPr>
            <p:cNvPr id="145440" name="Group 908"/>
            <p:cNvGrpSpPr/>
            <p:nvPr/>
          </p:nvGrpSpPr>
          <p:grpSpPr>
            <a:xfrm>
              <a:off x="4035" y="2288"/>
              <a:ext cx="581" cy="426"/>
              <a:chOff x="2408" y="3183"/>
              <a:chExt cx="581" cy="426"/>
            </a:xfrm>
          </p:grpSpPr>
          <p:grpSp>
            <p:nvGrpSpPr>
              <p:cNvPr id="145647" name="Group 909"/>
              <p:cNvGrpSpPr/>
              <p:nvPr/>
            </p:nvGrpSpPr>
            <p:grpSpPr>
              <a:xfrm>
                <a:off x="2517" y="3459"/>
                <a:ext cx="176" cy="150"/>
                <a:chOff x="4765" y="1531"/>
                <a:chExt cx="312" cy="261"/>
              </a:xfrm>
            </p:grpSpPr>
            <p:sp>
              <p:nvSpPr>
                <p:cNvPr id="145705" name="AutoShape 910"/>
                <p:cNvSpPr>
                  <a:spLocks noChangeAspect="1" noTextEdit="1"/>
                </p:cNvSpPr>
                <p:nvPr/>
              </p:nvSpPr>
              <p:spPr>
                <a:xfrm>
                  <a:off x="4765" y="1531"/>
                  <a:ext cx="312" cy="260"/>
                </a:xfrm>
                <a:prstGeom prst="rect">
                  <a:avLst/>
                </a:prstGeom>
                <a:noFill/>
                <a:ln w="9525">
                  <a:noFill/>
                </a:ln>
              </p:spPr>
              <p:txBody>
                <a:bodyPr/>
                <a:p>
                  <a:endParaRPr lang="zh-CN" altLang="en-US"/>
                </a:p>
              </p:txBody>
            </p:sp>
            <p:sp>
              <p:nvSpPr>
                <p:cNvPr id="145706" name="Freeform 911"/>
                <p:cNvSpPr/>
                <p:nvPr/>
              </p:nvSpPr>
              <p:spPr>
                <a:xfrm>
                  <a:off x="4765" y="1534"/>
                  <a:ext cx="307" cy="25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150" h="1804">
                      <a:moveTo>
                        <a:pt x="582" y="239"/>
                      </a:moveTo>
                      <a:lnTo>
                        <a:pt x="606" y="129"/>
                      </a:lnTo>
                      <a:lnTo>
                        <a:pt x="607" y="129"/>
                      </a:lnTo>
                      <a:lnTo>
                        <a:pt x="611" y="128"/>
                      </a:lnTo>
                      <a:lnTo>
                        <a:pt x="616" y="125"/>
                      </a:lnTo>
                      <a:lnTo>
                        <a:pt x="623" y="123"/>
                      </a:lnTo>
                      <a:lnTo>
                        <a:pt x="633" y="120"/>
                      </a:lnTo>
                      <a:lnTo>
                        <a:pt x="645" y="115"/>
                      </a:lnTo>
                      <a:lnTo>
                        <a:pt x="659" y="112"/>
                      </a:lnTo>
                      <a:lnTo>
                        <a:pt x="676" y="107"/>
                      </a:lnTo>
                      <a:lnTo>
                        <a:pt x="694" y="101"/>
                      </a:lnTo>
                      <a:lnTo>
                        <a:pt x="715" y="95"/>
                      </a:lnTo>
                      <a:lnTo>
                        <a:pt x="738" y="90"/>
                      </a:lnTo>
                      <a:lnTo>
                        <a:pt x="763" y="84"/>
                      </a:lnTo>
                      <a:lnTo>
                        <a:pt x="790" y="78"/>
                      </a:lnTo>
                      <a:lnTo>
                        <a:pt x="820" y="71"/>
                      </a:lnTo>
                      <a:lnTo>
                        <a:pt x="852" y="64"/>
                      </a:lnTo>
                      <a:lnTo>
                        <a:pt x="886" y="59"/>
                      </a:lnTo>
                      <a:lnTo>
                        <a:pt x="922" y="52"/>
                      </a:lnTo>
                      <a:lnTo>
                        <a:pt x="961" y="46"/>
                      </a:lnTo>
                      <a:lnTo>
                        <a:pt x="1002" y="40"/>
                      </a:lnTo>
                      <a:lnTo>
                        <a:pt x="1044" y="35"/>
                      </a:lnTo>
                      <a:lnTo>
                        <a:pt x="1090" y="29"/>
                      </a:lnTo>
                      <a:lnTo>
                        <a:pt x="1138" y="23"/>
                      </a:lnTo>
                      <a:lnTo>
                        <a:pt x="1187" y="18"/>
                      </a:lnTo>
                      <a:lnTo>
                        <a:pt x="1240" y="14"/>
                      </a:lnTo>
                      <a:lnTo>
                        <a:pt x="1294" y="10"/>
                      </a:lnTo>
                      <a:lnTo>
                        <a:pt x="1350" y="7"/>
                      </a:lnTo>
                      <a:lnTo>
                        <a:pt x="1410" y="4"/>
                      </a:lnTo>
                      <a:lnTo>
                        <a:pt x="1470" y="1"/>
                      </a:lnTo>
                      <a:lnTo>
                        <a:pt x="1535" y="0"/>
                      </a:lnTo>
                      <a:lnTo>
                        <a:pt x="1601" y="0"/>
                      </a:lnTo>
                      <a:lnTo>
                        <a:pt x="1668" y="0"/>
                      </a:lnTo>
                      <a:lnTo>
                        <a:pt x="1739" y="1"/>
                      </a:lnTo>
                      <a:lnTo>
                        <a:pt x="1816" y="44"/>
                      </a:lnTo>
                      <a:lnTo>
                        <a:pt x="1799" y="248"/>
                      </a:lnTo>
                      <a:lnTo>
                        <a:pt x="1804" y="251"/>
                      </a:lnTo>
                      <a:lnTo>
                        <a:pt x="1820" y="259"/>
                      </a:lnTo>
                      <a:lnTo>
                        <a:pt x="1842" y="272"/>
                      </a:lnTo>
                      <a:lnTo>
                        <a:pt x="1868" y="292"/>
                      </a:lnTo>
                      <a:lnTo>
                        <a:pt x="1896" y="318"/>
                      </a:lnTo>
                      <a:lnTo>
                        <a:pt x="1920" y="351"/>
                      </a:lnTo>
                      <a:lnTo>
                        <a:pt x="1939" y="390"/>
                      </a:lnTo>
                      <a:lnTo>
                        <a:pt x="1951" y="436"/>
                      </a:lnTo>
                      <a:lnTo>
                        <a:pt x="2125" y="593"/>
                      </a:lnTo>
                      <a:lnTo>
                        <a:pt x="2078" y="1009"/>
                      </a:lnTo>
                      <a:lnTo>
                        <a:pt x="1799" y="1149"/>
                      </a:lnTo>
                      <a:lnTo>
                        <a:pt x="2129" y="1247"/>
                      </a:lnTo>
                      <a:lnTo>
                        <a:pt x="2131" y="1251"/>
                      </a:lnTo>
                      <a:lnTo>
                        <a:pt x="2137" y="1264"/>
                      </a:lnTo>
                      <a:lnTo>
                        <a:pt x="2143" y="1284"/>
                      </a:lnTo>
                      <a:lnTo>
                        <a:pt x="2149" y="1310"/>
                      </a:lnTo>
                      <a:lnTo>
                        <a:pt x="2150" y="1342"/>
                      </a:lnTo>
                      <a:lnTo>
                        <a:pt x="2147" y="1380"/>
                      </a:lnTo>
                      <a:lnTo>
                        <a:pt x="2136" y="1423"/>
                      </a:lnTo>
                      <a:lnTo>
                        <a:pt x="2117" y="1468"/>
                      </a:lnTo>
                      <a:lnTo>
                        <a:pt x="1244" y="1804"/>
                      </a:lnTo>
                      <a:lnTo>
                        <a:pt x="0" y="1413"/>
                      </a:lnTo>
                      <a:lnTo>
                        <a:pt x="22" y="1367"/>
                      </a:lnTo>
                      <a:lnTo>
                        <a:pt x="212" y="1302"/>
                      </a:lnTo>
                      <a:lnTo>
                        <a:pt x="212" y="248"/>
                      </a:lnTo>
                      <a:lnTo>
                        <a:pt x="213" y="247"/>
                      </a:lnTo>
                      <a:lnTo>
                        <a:pt x="217" y="244"/>
                      </a:lnTo>
                      <a:lnTo>
                        <a:pt x="223" y="240"/>
                      </a:lnTo>
                      <a:lnTo>
                        <a:pt x="232" y="234"/>
                      </a:lnTo>
                      <a:lnTo>
                        <a:pt x="245" y="228"/>
                      </a:lnTo>
                      <a:lnTo>
                        <a:pt x="258" y="221"/>
                      </a:lnTo>
                      <a:lnTo>
                        <a:pt x="276" y="214"/>
                      </a:lnTo>
                      <a:lnTo>
                        <a:pt x="294" y="207"/>
                      </a:lnTo>
                      <a:lnTo>
                        <a:pt x="316" y="201"/>
                      </a:lnTo>
                      <a:lnTo>
                        <a:pt x="340" y="197"/>
                      </a:lnTo>
                      <a:lnTo>
                        <a:pt x="366" y="194"/>
                      </a:lnTo>
                      <a:lnTo>
                        <a:pt x="393" y="192"/>
                      </a:lnTo>
                      <a:lnTo>
                        <a:pt x="424" y="193"/>
                      </a:lnTo>
                      <a:lnTo>
                        <a:pt x="457" y="197"/>
                      </a:lnTo>
                      <a:lnTo>
                        <a:pt x="493" y="203"/>
                      </a:lnTo>
                      <a:lnTo>
                        <a:pt x="529" y="214"/>
                      </a:lnTo>
                      <a:lnTo>
                        <a:pt x="582" y="239"/>
                      </a:lnTo>
                      <a:close/>
                    </a:path>
                  </a:pathLst>
                </a:custGeom>
                <a:solidFill>
                  <a:srgbClr val="DDDDDD">
                    <a:alpha val="100000"/>
                  </a:srgbClr>
                </a:solidFill>
                <a:ln w="9525">
                  <a:noFill/>
                </a:ln>
              </p:spPr>
              <p:txBody>
                <a:bodyPr/>
                <a:p>
                  <a:endParaRPr lang="zh-CN" altLang="en-US"/>
                </a:p>
              </p:txBody>
            </p:sp>
            <p:sp>
              <p:nvSpPr>
                <p:cNvPr id="145707" name="Freeform 912"/>
                <p:cNvSpPr/>
                <p:nvPr/>
              </p:nvSpPr>
              <p:spPr>
                <a:xfrm>
                  <a:off x="4882" y="1584"/>
                  <a:ext cx="163" cy="11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39" h="778">
                      <a:moveTo>
                        <a:pt x="7" y="587"/>
                      </a:moveTo>
                      <a:lnTo>
                        <a:pt x="0" y="682"/>
                      </a:lnTo>
                      <a:lnTo>
                        <a:pt x="742" y="778"/>
                      </a:lnTo>
                      <a:lnTo>
                        <a:pt x="748" y="775"/>
                      </a:lnTo>
                      <a:lnTo>
                        <a:pt x="763" y="767"/>
                      </a:lnTo>
                      <a:lnTo>
                        <a:pt x="787" y="755"/>
                      </a:lnTo>
                      <a:lnTo>
                        <a:pt x="816" y="737"/>
                      </a:lnTo>
                      <a:lnTo>
                        <a:pt x="852" y="714"/>
                      </a:lnTo>
                      <a:lnTo>
                        <a:pt x="891" y="686"/>
                      </a:lnTo>
                      <a:lnTo>
                        <a:pt x="932" y="652"/>
                      </a:lnTo>
                      <a:lnTo>
                        <a:pt x="973" y="613"/>
                      </a:lnTo>
                      <a:lnTo>
                        <a:pt x="1013" y="570"/>
                      </a:lnTo>
                      <a:lnTo>
                        <a:pt x="1051" y="521"/>
                      </a:lnTo>
                      <a:lnTo>
                        <a:pt x="1083" y="466"/>
                      </a:lnTo>
                      <a:lnTo>
                        <a:pt x="1109" y="406"/>
                      </a:lnTo>
                      <a:lnTo>
                        <a:pt x="1129" y="342"/>
                      </a:lnTo>
                      <a:lnTo>
                        <a:pt x="1139" y="271"/>
                      </a:lnTo>
                      <a:lnTo>
                        <a:pt x="1138" y="196"/>
                      </a:lnTo>
                      <a:lnTo>
                        <a:pt x="1124" y="115"/>
                      </a:lnTo>
                      <a:lnTo>
                        <a:pt x="1122" y="110"/>
                      </a:lnTo>
                      <a:lnTo>
                        <a:pt x="1115" y="97"/>
                      </a:lnTo>
                      <a:lnTo>
                        <a:pt x="1102" y="80"/>
                      </a:lnTo>
                      <a:lnTo>
                        <a:pt x="1086" y="59"/>
                      </a:lnTo>
                      <a:lnTo>
                        <a:pt x="1066" y="39"/>
                      </a:lnTo>
                      <a:lnTo>
                        <a:pt x="1041" y="20"/>
                      </a:lnTo>
                      <a:lnTo>
                        <a:pt x="1011" y="7"/>
                      </a:lnTo>
                      <a:lnTo>
                        <a:pt x="978" y="0"/>
                      </a:lnTo>
                      <a:lnTo>
                        <a:pt x="982" y="12"/>
                      </a:lnTo>
                      <a:lnTo>
                        <a:pt x="994" y="46"/>
                      </a:lnTo>
                      <a:lnTo>
                        <a:pt x="1007" y="100"/>
                      </a:lnTo>
                      <a:lnTo>
                        <a:pt x="1019" y="169"/>
                      </a:lnTo>
                      <a:lnTo>
                        <a:pt x="1022" y="252"/>
                      </a:lnTo>
                      <a:lnTo>
                        <a:pt x="1013" y="344"/>
                      </a:lnTo>
                      <a:lnTo>
                        <a:pt x="987" y="444"/>
                      </a:lnTo>
                      <a:lnTo>
                        <a:pt x="940" y="549"/>
                      </a:lnTo>
                      <a:lnTo>
                        <a:pt x="939" y="550"/>
                      </a:lnTo>
                      <a:lnTo>
                        <a:pt x="934" y="553"/>
                      </a:lnTo>
                      <a:lnTo>
                        <a:pt x="927" y="559"/>
                      </a:lnTo>
                      <a:lnTo>
                        <a:pt x="917" y="567"/>
                      </a:lnTo>
                      <a:lnTo>
                        <a:pt x="904" y="575"/>
                      </a:lnTo>
                      <a:lnTo>
                        <a:pt x="890" y="585"/>
                      </a:lnTo>
                      <a:lnTo>
                        <a:pt x="871" y="594"/>
                      </a:lnTo>
                      <a:lnTo>
                        <a:pt x="851" y="603"/>
                      </a:lnTo>
                      <a:lnTo>
                        <a:pt x="828" y="611"/>
                      </a:lnTo>
                      <a:lnTo>
                        <a:pt x="802" y="619"/>
                      </a:lnTo>
                      <a:lnTo>
                        <a:pt x="773" y="625"/>
                      </a:lnTo>
                      <a:lnTo>
                        <a:pt x="741" y="629"/>
                      </a:lnTo>
                      <a:lnTo>
                        <a:pt x="708" y="630"/>
                      </a:lnTo>
                      <a:lnTo>
                        <a:pt x="671" y="629"/>
                      </a:lnTo>
                      <a:lnTo>
                        <a:pt x="631" y="626"/>
                      </a:lnTo>
                      <a:lnTo>
                        <a:pt x="590" y="618"/>
                      </a:lnTo>
                      <a:lnTo>
                        <a:pt x="590" y="720"/>
                      </a:lnTo>
                      <a:lnTo>
                        <a:pt x="26" y="663"/>
                      </a:lnTo>
                      <a:lnTo>
                        <a:pt x="7" y="587"/>
                      </a:lnTo>
                      <a:close/>
                    </a:path>
                  </a:pathLst>
                </a:custGeom>
                <a:solidFill>
                  <a:schemeClr val="bg2">
                    <a:alpha val="100000"/>
                  </a:schemeClr>
                </a:solidFill>
                <a:ln w="9525">
                  <a:noFill/>
                </a:ln>
              </p:spPr>
              <p:txBody>
                <a:bodyPr/>
                <a:p>
                  <a:endParaRPr lang="zh-CN" altLang="en-US"/>
                </a:p>
              </p:txBody>
            </p:sp>
            <p:sp>
              <p:nvSpPr>
                <p:cNvPr id="145708" name="Freeform 913"/>
                <p:cNvSpPr/>
                <p:nvPr/>
              </p:nvSpPr>
              <p:spPr>
                <a:xfrm>
                  <a:off x="4862" y="1693"/>
                  <a:ext cx="119" cy="38"/>
                </a:xfrm>
                <a:custGeom>
                  <a:avLst/>
                  <a:gdLst/>
                  <a:ahLst/>
                  <a:cxnLst>
                    <a:cxn ang="0">
                      <a:pos x="0" y="0"/>
                    </a:cxn>
                    <a:cxn ang="0">
                      <a:pos x="0" y="0"/>
                    </a:cxn>
                    <a:cxn ang="0">
                      <a:pos x="0" y="0"/>
                    </a:cxn>
                    <a:cxn ang="0">
                      <a:pos x="0" y="0"/>
                    </a:cxn>
                    <a:cxn ang="0">
                      <a:pos x="0" y="0"/>
                    </a:cxn>
                  </a:cxnLst>
                  <a:pathLst>
                    <a:path w="837" h="269">
                      <a:moveTo>
                        <a:pt x="837" y="96"/>
                      </a:moveTo>
                      <a:lnTo>
                        <a:pt x="12" y="0"/>
                      </a:lnTo>
                      <a:lnTo>
                        <a:pt x="0" y="96"/>
                      </a:lnTo>
                      <a:lnTo>
                        <a:pt x="812" y="269"/>
                      </a:lnTo>
                      <a:lnTo>
                        <a:pt x="837" y="96"/>
                      </a:lnTo>
                      <a:close/>
                    </a:path>
                  </a:pathLst>
                </a:custGeom>
                <a:solidFill>
                  <a:schemeClr val="bg2">
                    <a:alpha val="100000"/>
                  </a:schemeClr>
                </a:solidFill>
                <a:ln w="9525">
                  <a:noFill/>
                </a:ln>
              </p:spPr>
              <p:txBody>
                <a:bodyPr/>
                <a:p>
                  <a:endParaRPr lang="zh-CN" altLang="en-US"/>
                </a:p>
              </p:txBody>
            </p:sp>
            <p:sp>
              <p:nvSpPr>
                <p:cNvPr id="145709" name="Freeform 914"/>
                <p:cNvSpPr/>
                <p:nvPr/>
              </p:nvSpPr>
              <p:spPr>
                <a:xfrm>
                  <a:off x="4921" y="1705"/>
                  <a:ext cx="51" cy="18"/>
                </a:xfrm>
                <a:custGeom>
                  <a:avLst/>
                  <a:gdLst/>
                  <a:ahLst/>
                  <a:cxnLst>
                    <a:cxn ang="0">
                      <a:pos x="0" y="0"/>
                    </a:cxn>
                    <a:cxn ang="0">
                      <a:pos x="0" y="0"/>
                    </a:cxn>
                    <a:cxn ang="0">
                      <a:pos x="0" y="0"/>
                    </a:cxn>
                    <a:cxn ang="0">
                      <a:pos x="0" y="0"/>
                    </a:cxn>
                    <a:cxn ang="0">
                      <a:pos x="0" y="0"/>
                    </a:cxn>
                  </a:cxnLst>
                  <a:pathLst>
                    <a:path w="358" h="122">
                      <a:moveTo>
                        <a:pt x="358" y="53"/>
                      </a:moveTo>
                      <a:lnTo>
                        <a:pt x="5" y="0"/>
                      </a:lnTo>
                      <a:lnTo>
                        <a:pt x="0" y="51"/>
                      </a:lnTo>
                      <a:lnTo>
                        <a:pt x="348" y="122"/>
                      </a:lnTo>
                      <a:lnTo>
                        <a:pt x="358" y="53"/>
                      </a:lnTo>
                      <a:close/>
                    </a:path>
                  </a:pathLst>
                </a:custGeom>
                <a:solidFill>
                  <a:schemeClr val="folHlink">
                    <a:alpha val="100000"/>
                  </a:schemeClr>
                </a:solidFill>
                <a:ln w="9525">
                  <a:noFill/>
                </a:ln>
              </p:spPr>
              <p:txBody>
                <a:bodyPr/>
                <a:p>
                  <a:endParaRPr lang="zh-CN" altLang="en-US"/>
                </a:p>
              </p:txBody>
            </p:sp>
            <p:sp>
              <p:nvSpPr>
                <p:cNvPr id="145710" name="Freeform 915"/>
                <p:cNvSpPr/>
                <p:nvPr/>
              </p:nvSpPr>
              <p:spPr>
                <a:xfrm>
                  <a:off x="4869" y="1696"/>
                  <a:ext cx="34" cy="13"/>
                </a:xfrm>
                <a:custGeom>
                  <a:avLst/>
                  <a:gdLst/>
                  <a:ahLst/>
                  <a:cxnLst>
                    <a:cxn ang="0">
                      <a:pos x="0" y="0"/>
                    </a:cxn>
                    <a:cxn ang="0">
                      <a:pos x="0" y="0"/>
                    </a:cxn>
                    <a:cxn ang="0">
                      <a:pos x="0" y="0"/>
                    </a:cxn>
                    <a:cxn ang="0">
                      <a:pos x="0" y="0"/>
                    </a:cxn>
                    <a:cxn ang="0">
                      <a:pos x="0" y="0"/>
                    </a:cxn>
                  </a:cxnLst>
                  <a:pathLst>
                    <a:path w="239" h="91">
                      <a:moveTo>
                        <a:pt x="239" y="42"/>
                      </a:moveTo>
                      <a:lnTo>
                        <a:pt x="0" y="0"/>
                      </a:lnTo>
                      <a:lnTo>
                        <a:pt x="2" y="44"/>
                      </a:lnTo>
                      <a:lnTo>
                        <a:pt x="231" y="91"/>
                      </a:lnTo>
                      <a:lnTo>
                        <a:pt x="239" y="42"/>
                      </a:lnTo>
                      <a:close/>
                    </a:path>
                  </a:pathLst>
                </a:custGeom>
                <a:solidFill>
                  <a:schemeClr val="folHlink">
                    <a:alpha val="100000"/>
                  </a:schemeClr>
                </a:solidFill>
                <a:ln w="9525">
                  <a:noFill/>
                </a:ln>
              </p:spPr>
              <p:txBody>
                <a:bodyPr/>
                <a:p>
                  <a:endParaRPr lang="zh-CN" altLang="en-US"/>
                </a:p>
              </p:txBody>
            </p:sp>
            <p:sp>
              <p:nvSpPr>
                <p:cNvPr id="145711" name="Freeform 916"/>
                <p:cNvSpPr/>
                <p:nvPr/>
              </p:nvSpPr>
              <p:spPr>
                <a:xfrm>
                  <a:off x="4783" y="1709"/>
                  <a:ext cx="202" cy="67"/>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409" h="466">
                      <a:moveTo>
                        <a:pt x="0" y="140"/>
                      </a:moveTo>
                      <a:lnTo>
                        <a:pt x="4" y="140"/>
                      </a:lnTo>
                      <a:lnTo>
                        <a:pt x="12" y="138"/>
                      </a:lnTo>
                      <a:lnTo>
                        <a:pt x="27" y="135"/>
                      </a:lnTo>
                      <a:lnTo>
                        <a:pt x="45" y="132"/>
                      </a:lnTo>
                      <a:lnTo>
                        <a:pt x="67" y="128"/>
                      </a:lnTo>
                      <a:lnTo>
                        <a:pt x="92" y="123"/>
                      </a:lnTo>
                      <a:lnTo>
                        <a:pt x="120" y="116"/>
                      </a:lnTo>
                      <a:lnTo>
                        <a:pt x="150" y="108"/>
                      </a:lnTo>
                      <a:lnTo>
                        <a:pt x="181" y="100"/>
                      </a:lnTo>
                      <a:lnTo>
                        <a:pt x="212" y="89"/>
                      </a:lnTo>
                      <a:lnTo>
                        <a:pt x="243" y="78"/>
                      </a:lnTo>
                      <a:lnTo>
                        <a:pt x="273" y="65"/>
                      </a:lnTo>
                      <a:lnTo>
                        <a:pt x="303" y="50"/>
                      </a:lnTo>
                      <a:lnTo>
                        <a:pt x="330" y="35"/>
                      </a:lnTo>
                      <a:lnTo>
                        <a:pt x="355" y="18"/>
                      </a:lnTo>
                      <a:lnTo>
                        <a:pt x="375" y="0"/>
                      </a:lnTo>
                      <a:lnTo>
                        <a:pt x="1409" y="236"/>
                      </a:lnTo>
                      <a:lnTo>
                        <a:pt x="1407" y="239"/>
                      </a:lnTo>
                      <a:lnTo>
                        <a:pt x="1401" y="245"/>
                      </a:lnTo>
                      <a:lnTo>
                        <a:pt x="1392" y="254"/>
                      </a:lnTo>
                      <a:lnTo>
                        <a:pt x="1379" y="265"/>
                      </a:lnTo>
                      <a:lnTo>
                        <a:pt x="1363" y="279"/>
                      </a:lnTo>
                      <a:lnTo>
                        <a:pt x="1345" y="295"/>
                      </a:lnTo>
                      <a:lnTo>
                        <a:pt x="1325" y="313"/>
                      </a:lnTo>
                      <a:lnTo>
                        <a:pt x="1303" y="332"/>
                      </a:lnTo>
                      <a:lnTo>
                        <a:pt x="1279" y="351"/>
                      </a:lnTo>
                      <a:lnTo>
                        <a:pt x="1253" y="371"/>
                      </a:lnTo>
                      <a:lnTo>
                        <a:pt x="1227" y="390"/>
                      </a:lnTo>
                      <a:lnTo>
                        <a:pt x="1200" y="409"/>
                      </a:lnTo>
                      <a:lnTo>
                        <a:pt x="1172" y="426"/>
                      </a:lnTo>
                      <a:lnTo>
                        <a:pt x="1145" y="441"/>
                      </a:lnTo>
                      <a:lnTo>
                        <a:pt x="1117" y="455"/>
                      </a:lnTo>
                      <a:lnTo>
                        <a:pt x="1091" y="466"/>
                      </a:lnTo>
                      <a:lnTo>
                        <a:pt x="0" y="140"/>
                      </a:lnTo>
                      <a:close/>
                    </a:path>
                  </a:pathLst>
                </a:custGeom>
                <a:solidFill>
                  <a:schemeClr val="bg2">
                    <a:alpha val="100000"/>
                  </a:schemeClr>
                </a:solidFill>
                <a:ln w="9525">
                  <a:noFill/>
                </a:ln>
              </p:spPr>
              <p:txBody>
                <a:bodyPr/>
                <a:p>
                  <a:endParaRPr lang="zh-CN" altLang="en-US"/>
                </a:p>
              </p:txBody>
            </p:sp>
            <p:sp>
              <p:nvSpPr>
                <p:cNvPr id="145712" name="Freeform 917"/>
                <p:cNvSpPr/>
                <p:nvPr/>
              </p:nvSpPr>
              <p:spPr>
                <a:xfrm>
                  <a:off x="4984" y="1702"/>
                  <a:ext cx="72" cy="32"/>
                </a:xfrm>
                <a:custGeom>
                  <a:avLst/>
                  <a:gdLst/>
                  <a:ahLst/>
                  <a:cxnLst>
                    <a:cxn ang="0">
                      <a:pos x="0" y="0"/>
                    </a:cxn>
                    <a:cxn ang="0">
                      <a:pos x="0" y="0"/>
                    </a:cxn>
                    <a:cxn ang="0">
                      <a:pos x="0" y="0"/>
                    </a:cxn>
                    <a:cxn ang="0">
                      <a:pos x="0" y="0"/>
                    </a:cxn>
                    <a:cxn ang="0">
                      <a:pos x="0" y="0"/>
                    </a:cxn>
                    <a:cxn ang="0">
                      <a:pos x="0" y="0"/>
                    </a:cxn>
                  </a:cxnLst>
                  <a:pathLst>
                    <a:path w="502" h="223">
                      <a:moveTo>
                        <a:pt x="51" y="223"/>
                      </a:moveTo>
                      <a:lnTo>
                        <a:pt x="502" y="90"/>
                      </a:lnTo>
                      <a:lnTo>
                        <a:pt x="229" y="0"/>
                      </a:lnTo>
                      <a:lnTo>
                        <a:pt x="6" y="26"/>
                      </a:lnTo>
                      <a:lnTo>
                        <a:pt x="0" y="211"/>
                      </a:lnTo>
                      <a:lnTo>
                        <a:pt x="51" y="223"/>
                      </a:lnTo>
                      <a:close/>
                    </a:path>
                  </a:pathLst>
                </a:custGeom>
                <a:solidFill>
                  <a:schemeClr val="bg2">
                    <a:alpha val="100000"/>
                  </a:schemeClr>
                </a:solidFill>
                <a:ln w="9525">
                  <a:noFill/>
                </a:ln>
              </p:spPr>
              <p:txBody>
                <a:bodyPr/>
                <a:p>
                  <a:endParaRPr lang="zh-CN" altLang="en-US"/>
                </a:p>
              </p:txBody>
            </p:sp>
            <p:sp>
              <p:nvSpPr>
                <p:cNvPr id="145713" name="Freeform 918"/>
                <p:cNvSpPr/>
                <p:nvPr/>
              </p:nvSpPr>
              <p:spPr>
                <a:xfrm>
                  <a:off x="4799" y="1565"/>
                  <a:ext cx="38" cy="152"/>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67" h="1064">
                      <a:moveTo>
                        <a:pt x="267" y="26"/>
                      </a:moveTo>
                      <a:lnTo>
                        <a:pt x="266" y="24"/>
                      </a:lnTo>
                      <a:lnTo>
                        <a:pt x="262" y="22"/>
                      </a:lnTo>
                      <a:lnTo>
                        <a:pt x="254" y="20"/>
                      </a:lnTo>
                      <a:lnTo>
                        <a:pt x="244" y="16"/>
                      </a:lnTo>
                      <a:lnTo>
                        <a:pt x="232" y="12"/>
                      </a:lnTo>
                      <a:lnTo>
                        <a:pt x="218" y="8"/>
                      </a:lnTo>
                      <a:lnTo>
                        <a:pt x="202" y="5"/>
                      </a:lnTo>
                      <a:lnTo>
                        <a:pt x="184" y="1"/>
                      </a:lnTo>
                      <a:lnTo>
                        <a:pt x="164" y="0"/>
                      </a:lnTo>
                      <a:lnTo>
                        <a:pt x="143" y="0"/>
                      </a:lnTo>
                      <a:lnTo>
                        <a:pt x="121" y="3"/>
                      </a:lnTo>
                      <a:lnTo>
                        <a:pt x="98" y="6"/>
                      </a:lnTo>
                      <a:lnTo>
                        <a:pt x="74" y="13"/>
                      </a:lnTo>
                      <a:lnTo>
                        <a:pt x="50" y="22"/>
                      </a:lnTo>
                      <a:lnTo>
                        <a:pt x="25" y="35"/>
                      </a:lnTo>
                      <a:lnTo>
                        <a:pt x="0" y="51"/>
                      </a:lnTo>
                      <a:lnTo>
                        <a:pt x="0" y="1064"/>
                      </a:lnTo>
                      <a:lnTo>
                        <a:pt x="1" y="1064"/>
                      </a:lnTo>
                      <a:lnTo>
                        <a:pt x="7" y="1064"/>
                      </a:lnTo>
                      <a:lnTo>
                        <a:pt x="15" y="1063"/>
                      </a:lnTo>
                      <a:lnTo>
                        <a:pt x="25" y="1062"/>
                      </a:lnTo>
                      <a:lnTo>
                        <a:pt x="37" y="1060"/>
                      </a:lnTo>
                      <a:lnTo>
                        <a:pt x="52" y="1057"/>
                      </a:lnTo>
                      <a:lnTo>
                        <a:pt x="69" y="1054"/>
                      </a:lnTo>
                      <a:lnTo>
                        <a:pt x="88" y="1049"/>
                      </a:lnTo>
                      <a:lnTo>
                        <a:pt x="108" y="1044"/>
                      </a:lnTo>
                      <a:lnTo>
                        <a:pt x="129" y="1037"/>
                      </a:lnTo>
                      <a:lnTo>
                        <a:pt x="152" y="1029"/>
                      </a:lnTo>
                      <a:lnTo>
                        <a:pt x="175" y="1018"/>
                      </a:lnTo>
                      <a:lnTo>
                        <a:pt x="198" y="1007"/>
                      </a:lnTo>
                      <a:lnTo>
                        <a:pt x="222" y="994"/>
                      </a:lnTo>
                      <a:lnTo>
                        <a:pt x="244" y="979"/>
                      </a:lnTo>
                      <a:lnTo>
                        <a:pt x="267" y="962"/>
                      </a:lnTo>
                      <a:lnTo>
                        <a:pt x="267" y="26"/>
                      </a:lnTo>
                      <a:close/>
                    </a:path>
                  </a:pathLst>
                </a:custGeom>
                <a:solidFill>
                  <a:schemeClr val="bg2">
                    <a:alpha val="100000"/>
                  </a:schemeClr>
                </a:solidFill>
                <a:ln w="9525">
                  <a:noFill/>
                </a:ln>
              </p:spPr>
              <p:txBody>
                <a:bodyPr/>
                <a:p>
                  <a:endParaRPr lang="zh-CN" altLang="en-US"/>
                </a:p>
              </p:txBody>
            </p:sp>
            <p:sp>
              <p:nvSpPr>
                <p:cNvPr id="145714" name="Freeform 919"/>
                <p:cNvSpPr/>
                <p:nvPr/>
              </p:nvSpPr>
              <p:spPr>
                <a:xfrm>
                  <a:off x="4800" y="1567"/>
                  <a:ext cx="33" cy="12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28" h="898">
                      <a:moveTo>
                        <a:pt x="228" y="21"/>
                      </a:moveTo>
                      <a:lnTo>
                        <a:pt x="227" y="20"/>
                      </a:lnTo>
                      <a:lnTo>
                        <a:pt x="224" y="19"/>
                      </a:lnTo>
                      <a:lnTo>
                        <a:pt x="217" y="17"/>
                      </a:lnTo>
                      <a:lnTo>
                        <a:pt x="209" y="13"/>
                      </a:lnTo>
                      <a:lnTo>
                        <a:pt x="199" y="10"/>
                      </a:lnTo>
                      <a:lnTo>
                        <a:pt x="186" y="6"/>
                      </a:lnTo>
                      <a:lnTo>
                        <a:pt x="172" y="4"/>
                      </a:lnTo>
                      <a:lnTo>
                        <a:pt x="157" y="2"/>
                      </a:lnTo>
                      <a:lnTo>
                        <a:pt x="140" y="0"/>
                      </a:lnTo>
                      <a:lnTo>
                        <a:pt x="122" y="0"/>
                      </a:lnTo>
                      <a:lnTo>
                        <a:pt x="104" y="2"/>
                      </a:lnTo>
                      <a:lnTo>
                        <a:pt x="83" y="5"/>
                      </a:lnTo>
                      <a:lnTo>
                        <a:pt x="64" y="11"/>
                      </a:lnTo>
                      <a:lnTo>
                        <a:pt x="42" y="19"/>
                      </a:lnTo>
                      <a:lnTo>
                        <a:pt x="21" y="29"/>
                      </a:lnTo>
                      <a:lnTo>
                        <a:pt x="0" y="43"/>
                      </a:lnTo>
                      <a:lnTo>
                        <a:pt x="0" y="898"/>
                      </a:lnTo>
                      <a:lnTo>
                        <a:pt x="1" y="898"/>
                      </a:lnTo>
                      <a:lnTo>
                        <a:pt x="5" y="898"/>
                      </a:lnTo>
                      <a:lnTo>
                        <a:pt x="12" y="897"/>
                      </a:lnTo>
                      <a:lnTo>
                        <a:pt x="21" y="896"/>
                      </a:lnTo>
                      <a:lnTo>
                        <a:pt x="32" y="894"/>
                      </a:lnTo>
                      <a:lnTo>
                        <a:pt x="45" y="892"/>
                      </a:lnTo>
                      <a:lnTo>
                        <a:pt x="59" y="889"/>
                      </a:lnTo>
                      <a:lnTo>
                        <a:pt x="75" y="884"/>
                      </a:lnTo>
                      <a:lnTo>
                        <a:pt x="92" y="879"/>
                      </a:lnTo>
                      <a:lnTo>
                        <a:pt x="111" y="874"/>
                      </a:lnTo>
                      <a:lnTo>
                        <a:pt x="130" y="867"/>
                      </a:lnTo>
                      <a:lnTo>
                        <a:pt x="149" y="858"/>
                      </a:lnTo>
                      <a:lnTo>
                        <a:pt x="169" y="848"/>
                      </a:lnTo>
                      <a:lnTo>
                        <a:pt x="190" y="837"/>
                      </a:lnTo>
                      <a:lnTo>
                        <a:pt x="209" y="824"/>
                      </a:lnTo>
                      <a:lnTo>
                        <a:pt x="228" y="809"/>
                      </a:lnTo>
                      <a:lnTo>
                        <a:pt x="228" y="21"/>
                      </a:lnTo>
                      <a:close/>
                    </a:path>
                  </a:pathLst>
                </a:custGeom>
                <a:solidFill>
                  <a:schemeClr val="bg2">
                    <a:alpha val="100000"/>
                  </a:schemeClr>
                </a:solidFill>
                <a:ln w="9525">
                  <a:noFill/>
                </a:ln>
              </p:spPr>
              <p:txBody>
                <a:bodyPr/>
                <a:p>
                  <a:endParaRPr lang="zh-CN" altLang="en-US"/>
                </a:p>
              </p:txBody>
            </p:sp>
            <p:sp>
              <p:nvSpPr>
                <p:cNvPr id="145715" name="Freeform 920"/>
                <p:cNvSpPr/>
                <p:nvPr/>
              </p:nvSpPr>
              <p:spPr>
                <a:xfrm>
                  <a:off x="4801" y="1568"/>
                  <a:ext cx="27" cy="104"/>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92" h="729">
                      <a:moveTo>
                        <a:pt x="192" y="17"/>
                      </a:moveTo>
                      <a:lnTo>
                        <a:pt x="191" y="17"/>
                      </a:lnTo>
                      <a:lnTo>
                        <a:pt x="187" y="15"/>
                      </a:lnTo>
                      <a:lnTo>
                        <a:pt x="183" y="12"/>
                      </a:lnTo>
                      <a:lnTo>
                        <a:pt x="176" y="10"/>
                      </a:lnTo>
                      <a:lnTo>
                        <a:pt x="167" y="8"/>
                      </a:lnTo>
                      <a:lnTo>
                        <a:pt x="156" y="4"/>
                      </a:lnTo>
                      <a:lnTo>
                        <a:pt x="145" y="2"/>
                      </a:lnTo>
                      <a:lnTo>
                        <a:pt x="132" y="0"/>
                      </a:lnTo>
                      <a:lnTo>
                        <a:pt x="117" y="0"/>
                      </a:lnTo>
                      <a:lnTo>
                        <a:pt x="102" y="0"/>
                      </a:lnTo>
                      <a:lnTo>
                        <a:pt x="86" y="1"/>
                      </a:lnTo>
                      <a:lnTo>
                        <a:pt x="70" y="3"/>
                      </a:lnTo>
                      <a:lnTo>
                        <a:pt x="53" y="8"/>
                      </a:lnTo>
                      <a:lnTo>
                        <a:pt x="35" y="15"/>
                      </a:lnTo>
                      <a:lnTo>
                        <a:pt x="18" y="24"/>
                      </a:lnTo>
                      <a:lnTo>
                        <a:pt x="0" y="35"/>
                      </a:lnTo>
                      <a:lnTo>
                        <a:pt x="0" y="729"/>
                      </a:lnTo>
                      <a:lnTo>
                        <a:pt x="1" y="729"/>
                      </a:lnTo>
                      <a:lnTo>
                        <a:pt x="4" y="729"/>
                      </a:lnTo>
                      <a:lnTo>
                        <a:pt x="10" y="728"/>
                      </a:lnTo>
                      <a:lnTo>
                        <a:pt x="18" y="727"/>
                      </a:lnTo>
                      <a:lnTo>
                        <a:pt x="27" y="726"/>
                      </a:lnTo>
                      <a:lnTo>
                        <a:pt x="37" y="725"/>
                      </a:lnTo>
                      <a:lnTo>
                        <a:pt x="50" y="721"/>
                      </a:lnTo>
                      <a:lnTo>
                        <a:pt x="64" y="719"/>
                      </a:lnTo>
                      <a:lnTo>
                        <a:pt x="77" y="714"/>
                      </a:lnTo>
                      <a:lnTo>
                        <a:pt x="92" y="710"/>
                      </a:lnTo>
                      <a:lnTo>
                        <a:pt x="108" y="704"/>
                      </a:lnTo>
                      <a:lnTo>
                        <a:pt x="125" y="697"/>
                      </a:lnTo>
                      <a:lnTo>
                        <a:pt x="141" y="689"/>
                      </a:lnTo>
                      <a:lnTo>
                        <a:pt x="159" y="680"/>
                      </a:lnTo>
                      <a:lnTo>
                        <a:pt x="176" y="668"/>
                      </a:lnTo>
                      <a:lnTo>
                        <a:pt x="192" y="657"/>
                      </a:lnTo>
                      <a:lnTo>
                        <a:pt x="192" y="17"/>
                      </a:lnTo>
                      <a:close/>
                    </a:path>
                  </a:pathLst>
                </a:custGeom>
                <a:solidFill>
                  <a:srgbClr val="DDDDDD">
                    <a:alpha val="100000"/>
                  </a:srgbClr>
                </a:solidFill>
                <a:ln w="9525">
                  <a:noFill/>
                </a:ln>
              </p:spPr>
              <p:txBody>
                <a:bodyPr/>
                <a:p>
                  <a:endParaRPr lang="zh-CN" altLang="en-US"/>
                </a:p>
              </p:txBody>
            </p:sp>
            <p:sp>
              <p:nvSpPr>
                <p:cNvPr id="145716" name="Freeform 921"/>
                <p:cNvSpPr/>
                <p:nvPr/>
              </p:nvSpPr>
              <p:spPr>
                <a:xfrm>
                  <a:off x="4802" y="1569"/>
                  <a:ext cx="22" cy="8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56" h="564">
                      <a:moveTo>
                        <a:pt x="156" y="15"/>
                      </a:moveTo>
                      <a:lnTo>
                        <a:pt x="153" y="14"/>
                      </a:lnTo>
                      <a:lnTo>
                        <a:pt x="142" y="9"/>
                      </a:lnTo>
                      <a:lnTo>
                        <a:pt x="127" y="4"/>
                      </a:lnTo>
                      <a:lnTo>
                        <a:pt x="108" y="1"/>
                      </a:lnTo>
                      <a:lnTo>
                        <a:pt x="84" y="0"/>
                      </a:lnTo>
                      <a:lnTo>
                        <a:pt x="58" y="3"/>
                      </a:lnTo>
                      <a:lnTo>
                        <a:pt x="29" y="12"/>
                      </a:lnTo>
                      <a:lnTo>
                        <a:pt x="0" y="28"/>
                      </a:lnTo>
                      <a:lnTo>
                        <a:pt x="0" y="564"/>
                      </a:lnTo>
                      <a:lnTo>
                        <a:pt x="4" y="564"/>
                      </a:lnTo>
                      <a:lnTo>
                        <a:pt x="15" y="563"/>
                      </a:lnTo>
                      <a:lnTo>
                        <a:pt x="31" y="560"/>
                      </a:lnTo>
                      <a:lnTo>
                        <a:pt x="52" y="555"/>
                      </a:lnTo>
                      <a:lnTo>
                        <a:pt x="76" y="548"/>
                      </a:lnTo>
                      <a:lnTo>
                        <a:pt x="102" y="537"/>
                      </a:lnTo>
                      <a:lnTo>
                        <a:pt x="128" y="524"/>
                      </a:lnTo>
                      <a:lnTo>
                        <a:pt x="156" y="505"/>
                      </a:lnTo>
                      <a:lnTo>
                        <a:pt x="156" y="15"/>
                      </a:lnTo>
                      <a:close/>
                    </a:path>
                  </a:pathLst>
                </a:custGeom>
                <a:solidFill>
                  <a:schemeClr val="bg2">
                    <a:alpha val="100000"/>
                  </a:schemeClr>
                </a:solidFill>
                <a:ln w="9525">
                  <a:noFill/>
                </a:ln>
              </p:spPr>
              <p:txBody>
                <a:bodyPr/>
                <a:p>
                  <a:endParaRPr lang="zh-CN" altLang="en-US"/>
                </a:p>
              </p:txBody>
            </p:sp>
            <p:sp>
              <p:nvSpPr>
                <p:cNvPr id="145717" name="Freeform 922"/>
                <p:cNvSpPr/>
                <p:nvPr/>
              </p:nvSpPr>
              <p:spPr>
                <a:xfrm>
                  <a:off x="4803" y="1571"/>
                  <a:ext cx="17" cy="5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7" h="396">
                      <a:moveTo>
                        <a:pt x="117" y="10"/>
                      </a:moveTo>
                      <a:lnTo>
                        <a:pt x="115" y="9"/>
                      </a:lnTo>
                      <a:lnTo>
                        <a:pt x="107" y="6"/>
                      </a:lnTo>
                      <a:lnTo>
                        <a:pt x="95" y="2"/>
                      </a:lnTo>
                      <a:lnTo>
                        <a:pt x="80" y="0"/>
                      </a:lnTo>
                      <a:lnTo>
                        <a:pt x="63" y="0"/>
                      </a:lnTo>
                      <a:lnTo>
                        <a:pt x="43" y="2"/>
                      </a:lnTo>
                      <a:lnTo>
                        <a:pt x="22" y="9"/>
                      </a:lnTo>
                      <a:lnTo>
                        <a:pt x="0" y="22"/>
                      </a:lnTo>
                      <a:lnTo>
                        <a:pt x="0" y="396"/>
                      </a:lnTo>
                      <a:lnTo>
                        <a:pt x="3" y="396"/>
                      </a:lnTo>
                      <a:lnTo>
                        <a:pt x="11" y="395"/>
                      </a:lnTo>
                      <a:lnTo>
                        <a:pt x="23" y="393"/>
                      </a:lnTo>
                      <a:lnTo>
                        <a:pt x="39" y="389"/>
                      </a:lnTo>
                      <a:lnTo>
                        <a:pt x="58" y="385"/>
                      </a:lnTo>
                      <a:lnTo>
                        <a:pt x="77" y="377"/>
                      </a:lnTo>
                      <a:lnTo>
                        <a:pt x="96" y="365"/>
                      </a:lnTo>
                      <a:lnTo>
                        <a:pt x="117" y="351"/>
                      </a:lnTo>
                      <a:lnTo>
                        <a:pt x="117" y="10"/>
                      </a:lnTo>
                      <a:close/>
                    </a:path>
                  </a:pathLst>
                </a:custGeom>
                <a:solidFill>
                  <a:schemeClr val="bg2">
                    <a:alpha val="100000"/>
                  </a:schemeClr>
                </a:solidFill>
                <a:ln w="9525">
                  <a:noFill/>
                </a:ln>
              </p:spPr>
              <p:txBody>
                <a:bodyPr/>
                <a:p>
                  <a:endParaRPr lang="zh-CN" altLang="en-US"/>
                </a:p>
              </p:txBody>
            </p:sp>
            <p:sp>
              <p:nvSpPr>
                <p:cNvPr id="145718" name="Freeform 923"/>
                <p:cNvSpPr/>
                <p:nvPr/>
              </p:nvSpPr>
              <p:spPr>
                <a:xfrm>
                  <a:off x="4804" y="1572"/>
                  <a:ext cx="11" cy="33"/>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80" h="230">
                      <a:moveTo>
                        <a:pt x="80" y="7"/>
                      </a:moveTo>
                      <a:lnTo>
                        <a:pt x="78" y="6"/>
                      </a:lnTo>
                      <a:lnTo>
                        <a:pt x="73" y="5"/>
                      </a:lnTo>
                      <a:lnTo>
                        <a:pt x="65" y="2"/>
                      </a:lnTo>
                      <a:lnTo>
                        <a:pt x="55" y="0"/>
                      </a:lnTo>
                      <a:lnTo>
                        <a:pt x="44" y="0"/>
                      </a:lnTo>
                      <a:lnTo>
                        <a:pt x="30" y="1"/>
                      </a:lnTo>
                      <a:lnTo>
                        <a:pt x="15" y="7"/>
                      </a:lnTo>
                      <a:lnTo>
                        <a:pt x="0" y="15"/>
                      </a:lnTo>
                      <a:lnTo>
                        <a:pt x="0" y="230"/>
                      </a:lnTo>
                      <a:lnTo>
                        <a:pt x="3" y="230"/>
                      </a:lnTo>
                      <a:lnTo>
                        <a:pt x="7" y="229"/>
                      </a:lnTo>
                      <a:lnTo>
                        <a:pt x="16" y="228"/>
                      </a:lnTo>
                      <a:lnTo>
                        <a:pt x="27" y="225"/>
                      </a:lnTo>
                      <a:lnTo>
                        <a:pt x="39" y="222"/>
                      </a:lnTo>
                      <a:lnTo>
                        <a:pt x="53" y="216"/>
                      </a:lnTo>
                      <a:lnTo>
                        <a:pt x="67" y="208"/>
                      </a:lnTo>
                      <a:lnTo>
                        <a:pt x="80" y="199"/>
                      </a:lnTo>
                      <a:lnTo>
                        <a:pt x="80" y="7"/>
                      </a:lnTo>
                      <a:close/>
                    </a:path>
                  </a:pathLst>
                </a:custGeom>
                <a:solidFill>
                  <a:schemeClr val="bg2">
                    <a:alpha val="100000"/>
                  </a:schemeClr>
                </a:solidFill>
                <a:ln w="9525">
                  <a:noFill/>
                </a:ln>
              </p:spPr>
              <p:txBody>
                <a:bodyPr/>
                <a:p>
                  <a:endParaRPr lang="zh-CN" altLang="en-US"/>
                </a:p>
              </p:txBody>
            </p:sp>
            <p:sp>
              <p:nvSpPr>
                <p:cNvPr id="145719" name="Freeform 924"/>
                <p:cNvSpPr/>
                <p:nvPr/>
              </p:nvSpPr>
              <p:spPr>
                <a:xfrm>
                  <a:off x="4942" y="1666"/>
                  <a:ext cx="16" cy="17"/>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7" h="117">
                      <a:moveTo>
                        <a:pt x="58" y="117"/>
                      </a:moveTo>
                      <a:lnTo>
                        <a:pt x="70" y="116"/>
                      </a:lnTo>
                      <a:lnTo>
                        <a:pt x="81" y="112"/>
                      </a:lnTo>
                      <a:lnTo>
                        <a:pt x="90" y="106"/>
                      </a:lnTo>
                      <a:lnTo>
                        <a:pt x="100" y="100"/>
                      </a:lnTo>
                      <a:lnTo>
                        <a:pt x="106" y="90"/>
                      </a:lnTo>
                      <a:lnTo>
                        <a:pt x="112" y="81"/>
                      </a:lnTo>
                      <a:lnTo>
                        <a:pt x="116" y="70"/>
                      </a:lnTo>
                      <a:lnTo>
                        <a:pt x="117" y="58"/>
                      </a:lnTo>
                      <a:lnTo>
                        <a:pt x="116" y="46"/>
                      </a:lnTo>
                      <a:lnTo>
                        <a:pt x="112" y="35"/>
                      </a:lnTo>
                      <a:lnTo>
                        <a:pt x="106" y="25"/>
                      </a:lnTo>
                      <a:lnTo>
                        <a:pt x="100" y="17"/>
                      </a:lnTo>
                      <a:lnTo>
                        <a:pt x="90" y="9"/>
                      </a:lnTo>
                      <a:lnTo>
                        <a:pt x="81" y="4"/>
                      </a:lnTo>
                      <a:lnTo>
                        <a:pt x="70" y="1"/>
                      </a:lnTo>
                      <a:lnTo>
                        <a:pt x="58" y="0"/>
                      </a:lnTo>
                      <a:lnTo>
                        <a:pt x="47" y="1"/>
                      </a:lnTo>
                      <a:lnTo>
                        <a:pt x="36" y="4"/>
                      </a:lnTo>
                      <a:lnTo>
                        <a:pt x="26" y="9"/>
                      </a:lnTo>
                      <a:lnTo>
                        <a:pt x="17" y="17"/>
                      </a:lnTo>
                      <a:lnTo>
                        <a:pt x="10" y="25"/>
                      </a:lnTo>
                      <a:lnTo>
                        <a:pt x="5" y="35"/>
                      </a:lnTo>
                      <a:lnTo>
                        <a:pt x="1" y="46"/>
                      </a:lnTo>
                      <a:lnTo>
                        <a:pt x="0" y="58"/>
                      </a:lnTo>
                      <a:lnTo>
                        <a:pt x="1" y="70"/>
                      </a:lnTo>
                      <a:lnTo>
                        <a:pt x="5" y="81"/>
                      </a:lnTo>
                      <a:lnTo>
                        <a:pt x="10" y="90"/>
                      </a:lnTo>
                      <a:lnTo>
                        <a:pt x="17" y="100"/>
                      </a:lnTo>
                      <a:lnTo>
                        <a:pt x="26" y="106"/>
                      </a:lnTo>
                      <a:lnTo>
                        <a:pt x="36" y="112"/>
                      </a:lnTo>
                      <a:lnTo>
                        <a:pt x="47" y="116"/>
                      </a:lnTo>
                      <a:lnTo>
                        <a:pt x="58" y="117"/>
                      </a:lnTo>
                      <a:close/>
                    </a:path>
                  </a:pathLst>
                </a:custGeom>
                <a:solidFill>
                  <a:schemeClr val="bg2">
                    <a:alpha val="100000"/>
                  </a:schemeClr>
                </a:solidFill>
                <a:ln w="9525">
                  <a:noFill/>
                </a:ln>
              </p:spPr>
              <p:txBody>
                <a:bodyPr/>
                <a:p>
                  <a:endParaRPr lang="zh-CN" altLang="en-US"/>
                </a:p>
              </p:txBody>
            </p:sp>
            <p:sp>
              <p:nvSpPr>
                <p:cNvPr id="145720" name="Freeform 925"/>
                <p:cNvSpPr/>
                <p:nvPr/>
              </p:nvSpPr>
              <p:spPr>
                <a:xfrm>
                  <a:off x="4890" y="1666"/>
                  <a:ext cx="9" cy="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8" h="59">
                      <a:moveTo>
                        <a:pt x="29" y="59"/>
                      </a:moveTo>
                      <a:lnTo>
                        <a:pt x="40" y="56"/>
                      </a:lnTo>
                      <a:lnTo>
                        <a:pt x="50" y="49"/>
                      </a:lnTo>
                      <a:lnTo>
                        <a:pt x="56" y="40"/>
                      </a:lnTo>
                      <a:lnTo>
                        <a:pt x="58" y="29"/>
                      </a:lnTo>
                      <a:lnTo>
                        <a:pt x="56" y="17"/>
                      </a:lnTo>
                      <a:lnTo>
                        <a:pt x="50" y="8"/>
                      </a:lnTo>
                      <a:lnTo>
                        <a:pt x="40" y="2"/>
                      </a:lnTo>
                      <a:lnTo>
                        <a:pt x="29" y="0"/>
                      </a:lnTo>
                      <a:lnTo>
                        <a:pt x="17" y="2"/>
                      </a:lnTo>
                      <a:lnTo>
                        <a:pt x="8" y="8"/>
                      </a:lnTo>
                      <a:lnTo>
                        <a:pt x="2" y="17"/>
                      </a:lnTo>
                      <a:lnTo>
                        <a:pt x="0" y="29"/>
                      </a:lnTo>
                      <a:lnTo>
                        <a:pt x="2" y="40"/>
                      </a:lnTo>
                      <a:lnTo>
                        <a:pt x="8" y="49"/>
                      </a:lnTo>
                      <a:lnTo>
                        <a:pt x="17" y="56"/>
                      </a:lnTo>
                      <a:lnTo>
                        <a:pt x="29" y="59"/>
                      </a:lnTo>
                      <a:close/>
                    </a:path>
                  </a:pathLst>
                </a:custGeom>
                <a:solidFill>
                  <a:srgbClr val="FFFFFF">
                    <a:alpha val="100000"/>
                  </a:srgbClr>
                </a:solidFill>
                <a:ln w="9525">
                  <a:noFill/>
                </a:ln>
              </p:spPr>
              <p:txBody>
                <a:bodyPr/>
                <a:p>
                  <a:endParaRPr lang="zh-CN" altLang="en-US"/>
                </a:p>
              </p:txBody>
            </p:sp>
            <p:sp>
              <p:nvSpPr>
                <p:cNvPr id="145721" name="Freeform 926"/>
                <p:cNvSpPr/>
                <p:nvPr/>
              </p:nvSpPr>
              <p:spPr>
                <a:xfrm>
                  <a:off x="4905" y="1667"/>
                  <a:ext cx="8" cy="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8" h="59">
                      <a:moveTo>
                        <a:pt x="29" y="59"/>
                      </a:moveTo>
                      <a:lnTo>
                        <a:pt x="41" y="57"/>
                      </a:lnTo>
                      <a:lnTo>
                        <a:pt x="50" y="51"/>
                      </a:lnTo>
                      <a:lnTo>
                        <a:pt x="56" y="42"/>
                      </a:lnTo>
                      <a:lnTo>
                        <a:pt x="58" y="30"/>
                      </a:lnTo>
                      <a:lnTo>
                        <a:pt x="56" y="19"/>
                      </a:lnTo>
                      <a:lnTo>
                        <a:pt x="50" y="9"/>
                      </a:lnTo>
                      <a:lnTo>
                        <a:pt x="41" y="3"/>
                      </a:lnTo>
                      <a:lnTo>
                        <a:pt x="29" y="0"/>
                      </a:lnTo>
                      <a:lnTo>
                        <a:pt x="18" y="3"/>
                      </a:lnTo>
                      <a:lnTo>
                        <a:pt x="9" y="9"/>
                      </a:lnTo>
                      <a:lnTo>
                        <a:pt x="2" y="19"/>
                      </a:lnTo>
                      <a:lnTo>
                        <a:pt x="0" y="30"/>
                      </a:lnTo>
                      <a:lnTo>
                        <a:pt x="2" y="42"/>
                      </a:lnTo>
                      <a:lnTo>
                        <a:pt x="9" y="51"/>
                      </a:lnTo>
                      <a:lnTo>
                        <a:pt x="18" y="57"/>
                      </a:lnTo>
                      <a:lnTo>
                        <a:pt x="29" y="59"/>
                      </a:lnTo>
                      <a:close/>
                    </a:path>
                  </a:pathLst>
                </a:custGeom>
                <a:solidFill>
                  <a:srgbClr val="FFFFFF">
                    <a:alpha val="100000"/>
                  </a:srgbClr>
                </a:solidFill>
                <a:ln w="9525">
                  <a:noFill/>
                </a:ln>
              </p:spPr>
              <p:txBody>
                <a:bodyPr/>
                <a:p>
                  <a:endParaRPr lang="zh-CN" altLang="en-US"/>
                </a:p>
              </p:txBody>
            </p:sp>
            <p:sp>
              <p:nvSpPr>
                <p:cNvPr id="145722" name="Freeform 927"/>
                <p:cNvSpPr/>
                <p:nvPr/>
              </p:nvSpPr>
              <p:spPr>
                <a:xfrm>
                  <a:off x="4849" y="1552"/>
                  <a:ext cx="23" cy="114"/>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66" h="800">
                      <a:moveTo>
                        <a:pt x="52" y="16"/>
                      </a:moveTo>
                      <a:lnTo>
                        <a:pt x="47" y="32"/>
                      </a:lnTo>
                      <a:lnTo>
                        <a:pt x="36" y="77"/>
                      </a:lnTo>
                      <a:lnTo>
                        <a:pt x="21" y="148"/>
                      </a:lnTo>
                      <a:lnTo>
                        <a:pt x="8" y="244"/>
                      </a:lnTo>
                      <a:lnTo>
                        <a:pt x="0" y="359"/>
                      </a:lnTo>
                      <a:lnTo>
                        <a:pt x="2" y="492"/>
                      </a:lnTo>
                      <a:lnTo>
                        <a:pt x="15" y="640"/>
                      </a:lnTo>
                      <a:lnTo>
                        <a:pt x="46" y="800"/>
                      </a:lnTo>
                      <a:lnTo>
                        <a:pt x="161" y="794"/>
                      </a:lnTo>
                      <a:lnTo>
                        <a:pt x="156" y="770"/>
                      </a:lnTo>
                      <a:lnTo>
                        <a:pt x="145" y="706"/>
                      </a:lnTo>
                      <a:lnTo>
                        <a:pt x="131" y="610"/>
                      </a:lnTo>
                      <a:lnTo>
                        <a:pt x="118" y="493"/>
                      </a:lnTo>
                      <a:lnTo>
                        <a:pt x="111" y="364"/>
                      </a:lnTo>
                      <a:lnTo>
                        <a:pt x="115" y="235"/>
                      </a:lnTo>
                      <a:lnTo>
                        <a:pt x="132" y="113"/>
                      </a:lnTo>
                      <a:lnTo>
                        <a:pt x="166" y="9"/>
                      </a:lnTo>
                      <a:lnTo>
                        <a:pt x="166" y="8"/>
                      </a:lnTo>
                      <a:lnTo>
                        <a:pt x="166" y="6"/>
                      </a:lnTo>
                      <a:lnTo>
                        <a:pt x="164" y="4"/>
                      </a:lnTo>
                      <a:lnTo>
                        <a:pt x="157" y="0"/>
                      </a:lnTo>
                      <a:lnTo>
                        <a:pt x="143" y="0"/>
                      </a:lnTo>
                      <a:lnTo>
                        <a:pt x="123" y="1"/>
                      </a:lnTo>
                      <a:lnTo>
                        <a:pt x="93" y="7"/>
                      </a:lnTo>
                      <a:lnTo>
                        <a:pt x="52" y="16"/>
                      </a:lnTo>
                      <a:close/>
                    </a:path>
                  </a:pathLst>
                </a:custGeom>
                <a:solidFill>
                  <a:schemeClr val="bg2">
                    <a:alpha val="100000"/>
                  </a:schemeClr>
                </a:solidFill>
                <a:ln w="9525">
                  <a:noFill/>
                </a:ln>
              </p:spPr>
              <p:txBody>
                <a:bodyPr/>
                <a:p>
                  <a:endParaRPr lang="zh-CN" altLang="en-US"/>
                </a:p>
              </p:txBody>
            </p:sp>
            <p:sp>
              <p:nvSpPr>
                <p:cNvPr id="145723" name="Freeform 928"/>
                <p:cNvSpPr/>
                <p:nvPr/>
              </p:nvSpPr>
              <p:spPr>
                <a:xfrm>
                  <a:off x="4971" y="1538"/>
                  <a:ext cx="32" cy="12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25" h="893">
                      <a:moveTo>
                        <a:pt x="225" y="6"/>
                      </a:moveTo>
                      <a:lnTo>
                        <a:pt x="219" y="12"/>
                      </a:lnTo>
                      <a:lnTo>
                        <a:pt x="204" y="35"/>
                      </a:lnTo>
                      <a:lnTo>
                        <a:pt x="185" y="82"/>
                      </a:lnTo>
                      <a:lnTo>
                        <a:pt x="165" y="158"/>
                      </a:lnTo>
                      <a:lnTo>
                        <a:pt x="149" y="270"/>
                      </a:lnTo>
                      <a:lnTo>
                        <a:pt x="141" y="427"/>
                      </a:lnTo>
                      <a:lnTo>
                        <a:pt x="146" y="631"/>
                      </a:lnTo>
                      <a:lnTo>
                        <a:pt x="168" y="893"/>
                      </a:lnTo>
                      <a:lnTo>
                        <a:pt x="41" y="893"/>
                      </a:lnTo>
                      <a:lnTo>
                        <a:pt x="36" y="867"/>
                      </a:lnTo>
                      <a:lnTo>
                        <a:pt x="26" y="794"/>
                      </a:lnTo>
                      <a:lnTo>
                        <a:pt x="13" y="686"/>
                      </a:lnTo>
                      <a:lnTo>
                        <a:pt x="3" y="554"/>
                      </a:lnTo>
                      <a:lnTo>
                        <a:pt x="0" y="408"/>
                      </a:lnTo>
                      <a:lnTo>
                        <a:pt x="6" y="260"/>
                      </a:lnTo>
                      <a:lnTo>
                        <a:pt x="30" y="121"/>
                      </a:lnTo>
                      <a:lnTo>
                        <a:pt x="73" y="0"/>
                      </a:lnTo>
                      <a:lnTo>
                        <a:pt x="225" y="6"/>
                      </a:lnTo>
                      <a:close/>
                    </a:path>
                  </a:pathLst>
                </a:custGeom>
                <a:solidFill>
                  <a:schemeClr val="bg2">
                    <a:alpha val="100000"/>
                  </a:schemeClr>
                </a:solidFill>
                <a:ln w="9525">
                  <a:noFill/>
                </a:ln>
              </p:spPr>
              <p:txBody>
                <a:bodyPr/>
                <a:p>
                  <a:endParaRPr lang="zh-CN" altLang="en-US"/>
                </a:p>
              </p:txBody>
            </p:sp>
            <p:sp>
              <p:nvSpPr>
                <p:cNvPr id="145724" name="Freeform 929"/>
                <p:cNvSpPr/>
                <p:nvPr/>
              </p:nvSpPr>
              <p:spPr>
                <a:xfrm>
                  <a:off x="4849" y="1559"/>
                  <a:ext cx="21" cy="10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45" h="699">
                      <a:moveTo>
                        <a:pt x="46" y="14"/>
                      </a:moveTo>
                      <a:lnTo>
                        <a:pt x="41" y="28"/>
                      </a:lnTo>
                      <a:lnTo>
                        <a:pt x="32" y="67"/>
                      </a:lnTo>
                      <a:lnTo>
                        <a:pt x="20" y="130"/>
                      </a:lnTo>
                      <a:lnTo>
                        <a:pt x="7" y="213"/>
                      </a:lnTo>
                      <a:lnTo>
                        <a:pt x="0" y="314"/>
                      </a:lnTo>
                      <a:lnTo>
                        <a:pt x="1" y="430"/>
                      </a:lnTo>
                      <a:lnTo>
                        <a:pt x="13" y="559"/>
                      </a:lnTo>
                      <a:lnTo>
                        <a:pt x="40" y="699"/>
                      </a:lnTo>
                      <a:lnTo>
                        <a:pt x="140" y="693"/>
                      </a:lnTo>
                      <a:lnTo>
                        <a:pt x="135" y="672"/>
                      </a:lnTo>
                      <a:lnTo>
                        <a:pt x="126" y="616"/>
                      </a:lnTo>
                      <a:lnTo>
                        <a:pt x="113" y="532"/>
                      </a:lnTo>
                      <a:lnTo>
                        <a:pt x="103" y="430"/>
                      </a:lnTo>
                      <a:lnTo>
                        <a:pt x="97" y="317"/>
                      </a:lnTo>
                      <a:lnTo>
                        <a:pt x="100" y="205"/>
                      </a:lnTo>
                      <a:lnTo>
                        <a:pt x="115" y="98"/>
                      </a:lnTo>
                      <a:lnTo>
                        <a:pt x="145" y="8"/>
                      </a:lnTo>
                      <a:lnTo>
                        <a:pt x="145" y="7"/>
                      </a:lnTo>
                      <a:lnTo>
                        <a:pt x="145" y="5"/>
                      </a:lnTo>
                      <a:lnTo>
                        <a:pt x="143" y="3"/>
                      </a:lnTo>
                      <a:lnTo>
                        <a:pt x="137" y="0"/>
                      </a:lnTo>
                      <a:lnTo>
                        <a:pt x="126" y="0"/>
                      </a:lnTo>
                      <a:lnTo>
                        <a:pt x="108" y="1"/>
                      </a:lnTo>
                      <a:lnTo>
                        <a:pt x="81" y="6"/>
                      </a:lnTo>
                      <a:lnTo>
                        <a:pt x="46" y="14"/>
                      </a:lnTo>
                      <a:close/>
                    </a:path>
                  </a:pathLst>
                </a:custGeom>
                <a:solidFill>
                  <a:schemeClr val="bg2">
                    <a:alpha val="100000"/>
                  </a:schemeClr>
                </a:solidFill>
                <a:ln w="9525">
                  <a:noFill/>
                </a:ln>
              </p:spPr>
              <p:txBody>
                <a:bodyPr/>
                <a:p>
                  <a:endParaRPr lang="zh-CN" altLang="en-US"/>
                </a:p>
              </p:txBody>
            </p:sp>
            <p:sp>
              <p:nvSpPr>
                <p:cNvPr id="145725" name="Freeform 930"/>
                <p:cNvSpPr/>
                <p:nvPr/>
              </p:nvSpPr>
              <p:spPr>
                <a:xfrm>
                  <a:off x="4850" y="1566"/>
                  <a:ext cx="18" cy="85"/>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23" h="597">
                      <a:moveTo>
                        <a:pt x="39" y="12"/>
                      </a:moveTo>
                      <a:lnTo>
                        <a:pt x="35" y="23"/>
                      </a:lnTo>
                      <a:lnTo>
                        <a:pt x="26" y="57"/>
                      </a:lnTo>
                      <a:lnTo>
                        <a:pt x="16" y="111"/>
                      </a:lnTo>
                      <a:lnTo>
                        <a:pt x="6" y="181"/>
                      </a:lnTo>
                      <a:lnTo>
                        <a:pt x="0" y="267"/>
                      </a:lnTo>
                      <a:lnTo>
                        <a:pt x="1" y="367"/>
                      </a:lnTo>
                      <a:lnTo>
                        <a:pt x="11" y="477"/>
                      </a:lnTo>
                      <a:lnTo>
                        <a:pt x="34" y="597"/>
                      </a:lnTo>
                      <a:lnTo>
                        <a:pt x="119" y="591"/>
                      </a:lnTo>
                      <a:lnTo>
                        <a:pt x="115" y="574"/>
                      </a:lnTo>
                      <a:lnTo>
                        <a:pt x="107" y="526"/>
                      </a:lnTo>
                      <a:lnTo>
                        <a:pt x="97" y="454"/>
                      </a:lnTo>
                      <a:lnTo>
                        <a:pt x="88" y="367"/>
                      </a:lnTo>
                      <a:lnTo>
                        <a:pt x="82" y="272"/>
                      </a:lnTo>
                      <a:lnTo>
                        <a:pt x="84" y="175"/>
                      </a:lnTo>
                      <a:lnTo>
                        <a:pt x="97" y="84"/>
                      </a:lnTo>
                      <a:lnTo>
                        <a:pt x="123" y="7"/>
                      </a:lnTo>
                      <a:lnTo>
                        <a:pt x="123" y="6"/>
                      </a:lnTo>
                      <a:lnTo>
                        <a:pt x="123" y="5"/>
                      </a:lnTo>
                      <a:lnTo>
                        <a:pt x="121" y="3"/>
                      </a:lnTo>
                      <a:lnTo>
                        <a:pt x="117" y="0"/>
                      </a:lnTo>
                      <a:lnTo>
                        <a:pt x="106" y="0"/>
                      </a:lnTo>
                      <a:lnTo>
                        <a:pt x="91" y="2"/>
                      </a:lnTo>
                      <a:lnTo>
                        <a:pt x="70" y="5"/>
                      </a:lnTo>
                      <a:lnTo>
                        <a:pt x="39" y="12"/>
                      </a:lnTo>
                      <a:close/>
                    </a:path>
                  </a:pathLst>
                </a:custGeom>
                <a:solidFill>
                  <a:schemeClr val="bg2">
                    <a:alpha val="100000"/>
                  </a:schemeClr>
                </a:solidFill>
                <a:ln w="9525">
                  <a:noFill/>
                </a:ln>
              </p:spPr>
              <p:txBody>
                <a:bodyPr/>
                <a:p>
                  <a:endParaRPr lang="zh-CN" altLang="en-US"/>
                </a:p>
              </p:txBody>
            </p:sp>
            <p:sp>
              <p:nvSpPr>
                <p:cNvPr id="145726" name="Freeform 931"/>
                <p:cNvSpPr/>
                <p:nvPr/>
              </p:nvSpPr>
              <p:spPr>
                <a:xfrm>
                  <a:off x="4851" y="1572"/>
                  <a:ext cx="15" cy="7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03" h="492">
                      <a:moveTo>
                        <a:pt x="32" y="9"/>
                      </a:moveTo>
                      <a:lnTo>
                        <a:pt x="28" y="18"/>
                      </a:lnTo>
                      <a:lnTo>
                        <a:pt x="21" y="47"/>
                      </a:lnTo>
                      <a:lnTo>
                        <a:pt x="12" y="90"/>
                      </a:lnTo>
                      <a:lnTo>
                        <a:pt x="4" y="149"/>
                      </a:lnTo>
                      <a:lnTo>
                        <a:pt x="0" y="220"/>
                      </a:lnTo>
                      <a:lnTo>
                        <a:pt x="0" y="303"/>
                      </a:lnTo>
                      <a:lnTo>
                        <a:pt x="9" y="394"/>
                      </a:lnTo>
                      <a:lnTo>
                        <a:pt x="27" y="492"/>
                      </a:lnTo>
                      <a:lnTo>
                        <a:pt x="98" y="489"/>
                      </a:lnTo>
                      <a:lnTo>
                        <a:pt x="95" y="474"/>
                      </a:lnTo>
                      <a:lnTo>
                        <a:pt x="88" y="434"/>
                      </a:lnTo>
                      <a:lnTo>
                        <a:pt x="80" y="375"/>
                      </a:lnTo>
                      <a:lnTo>
                        <a:pt x="72" y="303"/>
                      </a:lnTo>
                      <a:lnTo>
                        <a:pt x="68" y="224"/>
                      </a:lnTo>
                      <a:lnTo>
                        <a:pt x="70" y="144"/>
                      </a:lnTo>
                      <a:lnTo>
                        <a:pt x="81" y="68"/>
                      </a:lnTo>
                      <a:lnTo>
                        <a:pt x="103" y="5"/>
                      </a:lnTo>
                      <a:lnTo>
                        <a:pt x="103" y="4"/>
                      </a:lnTo>
                      <a:lnTo>
                        <a:pt x="103" y="3"/>
                      </a:lnTo>
                      <a:lnTo>
                        <a:pt x="100" y="1"/>
                      </a:lnTo>
                      <a:lnTo>
                        <a:pt x="97" y="0"/>
                      </a:lnTo>
                      <a:lnTo>
                        <a:pt x="89" y="0"/>
                      </a:lnTo>
                      <a:lnTo>
                        <a:pt x="75" y="0"/>
                      </a:lnTo>
                      <a:lnTo>
                        <a:pt x="57" y="3"/>
                      </a:lnTo>
                      <a:lnTo>
                        <a:pt x="32" y="9"/>
                      </a:lnTo>
                      <a:close/>
                    </a:path>
                  </a:pathLst>
                </a:custGeom>
                <a:solidFill>
                  <a:schemeClr val="bg2">
                    <a:alpha val="100000"/>
                  </a:schemeClr>
                </a:solidFill>
                <a:ln w="9525">
                  <a:noFill/>
                </a:ln>
              </p:spPr>
              <p:txBody>
                <a:bodyPr/>
                <a:p>
                  <a:endParaRPr lang="zh-CN" altLang="en-US"/>
                </a:p>
              </p:txBody>
            </p:sp>
            <p:sp>
              <p:nvSpPr>
                <p:cNvPr id="145727" name="Freeform 932"/>
                <p:cNvSpPr/>
                <p:nvPr/>
              </p:nvSpPr>
              <p:spPr>
                <a:xfrm>
                  <a:off x="4852" y="1579"/>
                  <a:ext cx="12" cy="5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82" h="390">
                      <a:moveTo>
                        <a:pt x="25" y="8"/>
                      </a:moveTo>
                      <a:lnTo>
                        <a:pt x="23" y="16"/>
                      </a:lnTo>
                      <a:lnTo>
                        <a:pt x="17" y="38"/>
                      </a:lnTo>
                      <a:lnTo>
                        <a:pt x="11" y="72"/>
                      </a:lnTo>
                      <a:lnTo>
                        <a:pt x="4" y="118"/>
                      </a:lnTo>
                      <a:lnTo>
                        <a:pt x="0" y="174"/>
                      </a:lnTo>
                      <a:lnTo>
                        <a:pt x="0" y="240"/>
                      </a:lnTo>
                      <a:lnTo>
                        <a:pt x="7" y="312"/>
                      </a:lnTo>
                      <a:lnTo>
                        <a:pt x="22" y="390"/>
                      </a:lnTo>
                      <a:lnTo>
                        <a:pt x="78" y="387"/>
                      </a:lnTo>
                      <a:lnTo>
                        <a:pt x="76" y="375"/>
                      </a:lnTo>
                      <a:lnTo>
                        <a:pt x="70" y="343"/>
                      </a:lnTo>
                      <a:lnTo>
                        <a:pt x="63" y="297"/>
                      </a:lnTo>
                      <a:lnTo>
                        <a:pt x="57" y="240"/>
                      </a:lnTo>
                      <a:lnTo>
                        <a:pt x="54" y="178"/>
                      </a:lnTo>
                      <a:lnTo>
                        <a:pt x="56" y="113"/>
                      </a:lnTo>
                      <a:lnTo>
                        <a:pt x="64" y="55"/>
                      </a:lnTo>
                      <a:lnTo>
                        <a:pt x="82" y="4"/>
                      </a:lnTo>
                      <a:lnTo>
                        <a:pt x="82" y="2"/>
                      </a:lnTo>
                      <a:lnTo>
                        <a:pt x="80" y="1"/>
                      </a:lnTo>
                      <a:lnTo>
                        <a:pt x="77" y="0"/>
                      </a:lnTo>
                      <a:lnTo>
                        <a:pt x="70" y="0"/>
                      </a:lnTo>
                      <a:lnTo>
                        <a:pt x="60" y="1"/>
                      </a:lnTo>
                      <a:lnTo>
                        <a:pt x="46" y="3"/>
                      </a:lnTo>
                      <a:lnTo>
                        <a:pt x="25" y="8"/>
                      </a:lnTo>
                      <a:close/>
                    </a:path>
                  </a:pathLst>
                </a:custGeom>
                <a:solidFill>
                  <a:schemeClr val="bg2">
                    <a:alpha val="100000"/>
                  </a:schemeClr>
                </a:solidFill>
                <a:ln w="9525">
                  <a:noFill/>
                </a:ln>
              </p:spPr>
              <p:txBody>
                <a:bodyPr/>
                <a:p>
                  <a:endParaRPr lang="zh-CN" altLang="en-US"/>
                </a:p>
              </p:txBody>
            </p:sp>
            <p:sp>
              <p:nvSpPr>
                <p:cNvPr id="145728" name="Freeform 933"/>
                <p:cNvSpPr/>
                <p:nvPr/>
              </p:nvSpPr>
              <p:spPr>
                <a:xfrm>
                  <a:off x="4853" y="1586"/>
                  <a:ext cx="8" cy="4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9" h="288">
                      <a:moveTo>
                        <a:pt x="18" y="6"/>
                      </a:moveTo>
                      <a:lnTo>
                        <a:pt x="17" y="11"/>
                      </a:lnTo>
                      <a:lnTo>
                        <a:pt x="13" y="27"/>
                      </a:lnTo>
                      <a:lnTo>
                        <a:pt x="7" y="53"/>
                      </a:lnTo>
                      <a:lnTo>
                        <a:pt x="2" y="87"/>
                      </a:lnTo>
                      <a:lnTo>
                        <a:pt x="0" y="130"/>
                      </a:lnTo>
                      <a:lnTo>
                        <a:pt x="0" y="177"/>
                      </a:lnTo>
                      <a:lnTo>
                        <a:pt x="5" y="231"/>
                      </a:lnTo>
                      <a:lnTo>
                        <a:pt x="16" y="288"/>
                      </a:lnTo>
                      <a:lnTo>
                        <a:pt x="57" y="286"/>
                      </a:lnTo>
                      <a:lnTo>
                        <a:pt x="56" y="278"/>
                      </a:lnTo>
                      <a:lnTo>
                        <a:pt x="51" y="254"/>
                      </a:lnTo>
                      <a:lnTo>
                        <a:pt x="47" y="219"/>
                      </a:lnTo>
                      <a:lnTo>
                        <a:pt x="42" y="177"/>
                      </a:lnTo>
                      <a:lnTo>
                        <a:pt x="40" y="131"/>
                      </a:lnTo>
                      <a:lnTo>
                        <a:pt x="41" y="84"/>
                      </a:lnTo>
                      <a:lnTo>
                        <a:pt x="47" y="40"/>
                      </a:lnTo>
                      <a:lnTo>
                        <a:pt x="59" y="3"/>
                      </a:lnTo>
                      <a:lnTo>
                        <a:pt x="59" y="2"/>
                      </a:lnTo>
                      <a:lnTo>
                        <a:pt x="58" y="1"/>
                      </a:lnTo>
                      <a:lnTo>
                        <a:pt x="56" y="0"/>
                      </a:lnTo>
                      <a:lnTo>
                        <a:pt x="51" y="0"/>
                      </a:lnTo>
                      <a:lnTo>
                        <a:pt x="45" y="0"/>
                      </a:lnTo>
                      <a:lnTo>
                        <a:pt x="33" y="2"/>
                      </a:lnTo>
                      <a:lnTo>
                        <a:pt x="18" y="6"/>
                      </a:lnTo>
                      <a:close/>
                    </a:path>
                  </a:pathLst>
                </a:custGeom>
                <a:solidFill>
                  <a:schemeClr val="bg2">
                    <a:alpha val="100000"/>
                  </a:schemeClr>
                </a:solidFill>
                <a:ln w="9525">
                  <a:noFill/>
                </a:ln>
              </p:spPr>
              <p:txBody>
                <a:bodyPr/>
                <a:p>
                  <a:endParaRPr lang="zh-CN" altLang="en-US"/>
                </a:p>
              </p:txBody>
            </p:sp>
            <p:sp>
              <p:nvSpPr>
                <p:cNvPr id="145729" name="Freeform 934"/>
                <p:cNvSpPr/>
                <p:nvPr/>
              </p:nvSpPr>
              <p:spPr>
                <a:xfrm>
                  <a:off x="4972" y="1546"/>
                  <a:ext cx="28" cy="11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98" h="779">
                      <a:moveTo>
                        <a:pt x="198" y="6"/>
                      </a:moveTo>
                      <a:lnTo>
                        <a:pt x="194" y="12"/>
                      </a:lnTo>
                      <a:lnTo>
                        <a:pt x="180" y="31"/>
                      </a:lnTo>
                      <a:lnTo>
                        <a:pt x="163" y="72"/>
                      </a:lnTo>
                      <a:lnTo>
                        <a:pt x="146" y="138"/>
                      </a:lnTo>
                      <a:lnTo>
                        <a:pt x="132" y="236"/>
                      </a:lnTo>
                      <a:lnTo>
                        <a:pt x="125" y="373"/>
                      </a:lnTo>
                      <a:lnTo>
                        <a:pt x="130" y="551"/>
                      </a:lnTo>
                      <a:lnTo>
                        <a:pt x="148" y="779"/>
                      </a:lnTo>
                      <a:lnTo>
                        <a:pt x="37" y="779"/>
                      </a:lnTo>
                      <a:lnTo>
                        <a:pt x="34" y="756"/>
                      </a:lnTo>
                      <a:lnTo>
                        <a:pt x="23" y="693"/>
                      </a:lnTo>
                      <a:lnTo>
                        <a:pt x="13" y="599"/>
                      </a:lnTo>
                      <a:lnTo>
                        <a:pt x="4" y="483"/>
                      </a:lnTo>
                      <a:lnTo>
                        <a:pt x="0" y="357"/>
                      </a:lnTo>
                      <a:lnTo>
                        <a:pt x="7" y="227"/>
                      </a:lnTo>
                      <a:lnTo>
                        <a:pt x="27" y="105"/>
                      </a:lnTo>
                      <a:lnTo>
                        <a:pt x="65" y="0"/>
                      </a:lnTo>
                      <a:lnTo>
                        <a:pt x="198" y="6"/>
                      </a:lnTo>
                      <a:close/>
                    </a:path>
                  </a:pathLst>
                </a:custGeom>
                <a:solidFill>
                  <a:schemeClr val="bg2">
                    <a:alpha val="100000"/>
                  </a:schemeClr>
                </a:solidFill>
                <a:ln w="9525">
                  <a:noFill/>
                </a:ln>
              </p:spPr>
              <p:txBody>
                <a:bodyPr/>
                <a:p>
                  <a:endParaRPr lang="zh-CN" altLang="en-US"/>
                </a:p>
              </p:txBody>
            </p:sp>
            <p:sp>
              <p:nvSpPr>
                <p:cNvPr id="145730" name="Freeform 935"/>
                <p:cNvSpPr/>
                <p:nvPr/>
              </p:nvSpPr>
              <p:spPr>
                <a:xfrm>
                  <a:off x="4973" y="1553"/>
                  <a:ext cx="24" cy="9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69" h="666">
                      <a:moveTo>
                        <a:pt x="169" y="5"/>
                      </a:moveTo>
                      <a:lnTo>
                        <a:pt x="164" y="10"/>
                      </a:lnTo>
                      <a:lnTo>
                        <a:pt x="154" y="27"/>
                      </a:lnTo>
                      <a:lnTo>
                        <a:pt x="139" y="61"/>
                      </a:lnTo>
                      <a:lnTo>
                        <a:pt x="124" y="118"/>
                      </a:lnTo>
                      <a:lnTo>
                        <a:pt x="113" y="201"/>
                      </a:lnTo>
                      <a:lnTo>
                        <a:pt x="107" y="318"/>
                      </a:lnTo>
                      <a:lnTo>
                        <a:pt x="110" y="470"/>
                      </a:lnTo>
                      <a:lnTo>
                        <a:pt x="126" y="666"/>
                      </a:lnTo>
                      <a:lnTo>
                        <a:pt x="31" y="666"/>
                      </a:lnTo>
                      <a:lnTo>
                        <a:pt x="28" y="646"/>
                      </a:lnTo>
                      <a:lnTo>
                        <a:pt x="20" y="592"/>
                      </a:lnTo>
                      <a:lnTo>
                        <a:pt x="11" y="512"/>
                      </a:lnTo>
                      <a:lnTo>
                        <a:pt x="3" y="413"/>
                      </a:lnTo>
                      <a:lnTo>
                        <a:pt x="0" y="305"/>
                      </a:lnTo>
                      <a:lnTo>
                        <a:pt x="6" y="195"/>
                      </a:lnTo>
                      <a:lnTo>
                        <a:pt x="23" y="90"/>
                      </a:lnTo>
                      <a:lnTo>
                        <a:pt x="55" y="0"/>
                      </a:lnTo>
                      <a:lnTo>
                        <a:pt x="169" y="5"/>
                      </a:lnTo>
                      <a:close/>
                    </a:path>
                  </a:pathLst>
                </a:custGeom>
                <a:solidFill>
                  <a:schemeClr val="bg2">
                    <a:alpha val="100000"/>
                  </a:schemeClr>
                </a:solidFill>
                <a:ln w="9525">
                  <a:noFill/>
                </a:ln>
              </p:spPr>
              <p:txBody>
                <a:bodyPr/>
                <a:p>
                  <a:endParaRPr lang="zh-CN" altLang="en-US"/>
                </a:p>
              </p:txBody>
            </p:sp>
            <p:sp>
              <p:nvSpPr>
                <p:cNvPr id="145731" name="Freeform 936"/>
                <p:cNvSpPr/>
                <p:nvPr/>
              </p:nvSpPr>
              <p:spPr>
                <a:xfrm>
                  <a:off x="4974" y="1561"/>
                  <a:ext cx="20" cy="7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40" h="551">
                      <a:moveTo>
                        <a:pt x="140" y="5"/>
                      </a:moveTo>
                      <a:lnTo>
                        <a:pt x="136" y="8"/>
                      </a:lnTo>
                      <a:lnTo>
                        <a:pt x="127" y="23"/>
                      </a:lnTo>
                      <a:lnTo>
                        <a:pt x="116" y="51"/>
                      </a:lnTo>
                      <a:lnTo>
                        <a:pt x="103" y="98"/>
                      </a:lnTo>
                      <a:lnTo>
                        <a:pt x="94" y="167"/>
                      </a:lnTo>
                      <a:lnTo>
                        <a:pt x="90" y="264"/>
                      </a:lnTo>
                      <a:lnTo>
                        <a:pt x="92" y="390"/>
                      </a:lnTo>
                      <a:lnTo>
                        <a:pt x="106" y="551"/>
                      </a:lnTo>
                      <a:lnTo>
                        <a:pt x="27" y="551"/>
                      </a:lnTo>
                      <a:lnTo>
                        <a:pt x="24" y="535"/>
                      </a:lnTo>
                      <a:lnTo>
                        <a:pt x="17" y="490"/>
                      </a:lnTo>
                      <a:lnTo>
                        <a:pt x="9" y="423"/>
                      </a:lnTo>
                      <a:lnTo>
                        <a:pt x="3" y="342"/>
                      </a:lnTo>
                      <a:lnTo>
                        <a:pt x="0" y="252"/>
                      </a:lnTo>
                      <a:lnTo>
                        <a:pt x="5" y="161"/>
                      </a:lnTo>
                      <a:lnTo>
                        <a:pt x="20" y="75"/>
                      </a:lnTo>
                      <a:lnTo>
                        <a:pt x="46" y="0"/>
                      </a:lnTo>
                      <a:lnTo>
                        <a:pt x="140" y="5"/>
                      </a:lnTo>
                      <a:close/>
                    </a:path>
                  </a:pathLst>
                </a:custGeom>
                <a:solidFill>
                  <a:schemeClr val="bg2">
                    <a:alpha val="100000"/>
                  </a:schemeClr>
                </a:solidFill>
                <a:ln w="9525">
                  <a:noFill/>
                </a:ln>
              </p:spPr>
              <p:txBody>
                <a:bodyPr/>
                <a:p>
                  <a:endParaRPr lang="zh-CN" altLang="en-US"/>
                </a:p>
              </p:txBody>
            </p:sp>
            <p:sp>
              <p:nvSpPr>
                <p:cNvPr id="145732" name="Freeform 937"/>
                <p:cNvSpPr/>
                <p:nvPr/>
              </p:nvSpPr>
              <p:spPr>
                <a:xfrm>
                  <a:off x="4975" y="1569"/>
                  <a:ext cx="16" cy="62"/>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1" h="437">
                      <a:moveTo>
                        <a:pt x="111" y="4"/>
                      </a:moveTo>
                      <a:lnTo>
                        <a:pt x="108" y="7"/>
                      </a:lnTo>
                      <a:lnTo>
                        <a:pt x="101" y="18"/>
                      </a:lnTo>
                      <a:lnTo>
                        <a:pt x="92" y="41"/>
                      </a:lnTo>
                      <a:lnTo>
                        <a:pt x="82" y="77"/>
                      </a:lnTo>
                      <a:lnTo>
                        <a:pt x="75" y="133"/>
                      </a:lnTo>
                      <a:lnTo>
                        <a:pt x="70" y="208"/>
                      </a:lnTo>
                      <a:lnTo>
                        <a:pt x="72" y="309"/>
                      </a:lnTo>
                      <a:lnTo>
                        <a:pt x="83" y="437"/>
                      </a:lnTo>
                      <a:lnTo>
                        <a:pt x="21" y="437"/>
                      </a:lnTo>
                      <a:lnTo>
                        <a:pt x="19" y="424"/>
                      </a:lnTo>
                      <a:lnTo>
                        <a:pt x="13" y="389"/>
                      </a:lnTo>
                      <a:lnTo>
                        <a:pt x="7" y="336"/>
                      </a:lnTo>
                      <a:lnTo>
                        <a:pt x="3" y="272"/>
                      </a:lnTo>
                      <a:lnTo>
                        <a:pt x="0" y="200"/>
                      </a:lnTo>
                      <a:lnTo>
                        <a:pt x="5" y="128"/>
                      </a:lnTo>
                      <a:lnTo>
                        <a:pt x="16" y="59"/>
                      </a:lnTo>
                      <a:lnTo>
                        <a:pt x="37" y="0"/>
                      </a:lnTo>
                      <a:lnTo>
                        <a:pt x="111" y="4"/>
                      </a:lnTo>
                      <a:close/>
                    </a:path>
                  </a:pathLst>
                </a:custGeom>
                <a:solidFill>
                  <a:schemeClr val="bg2">
                    <a:alpha val="100000"/>
                  </a:schemeClr>
                </a:solidFill>
                <a:ln w="9525">
                  <a:noFill/>
                </a:ln>
              </p:spPr>
              <p:txBody>
                <a:bodyPr/>
                <a:p>
                  <a:endParaRPr lang="zh-CN" altLang="en-US"/>
                </a:p>
              </p:txBody>
            </p:sp>
            <p:sp>
              <p:nvSpPr>
                <p:cNvPr id="145733" name="Freeform 938"/>
                <p:cNvSpPr/>
                <p:nvPr/>
              </p:nvSpPr>
              <p:spPr>
                <a:xfrm>
                  <a:off x="4976" y="1577"/>
                  <a:ext cx="12" cy="4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82" h="322">
                      <a:moveTo>
                        <a:pt x="82" y="3"/>
                      </a:moveTo>
                      <a:lnTo>
                        <a:pt x="79" y="5"/>
                      </a:lnTo>
                      <a:lnTo>
                        <a:pt x="75" y="13"/>
                      </a:lnTo>
                      <a:lnTo>
                        <a:pt x="67" y="30"/>
                      </a:lnTo>
                      <a:lnTo>
                        <a:pt x="60" y="57"/>
                      </a:lnTo>
                      <a:lnTo>
                        <a:pt x="54" y="98"/>
                      </a:lnTo>
                      <a:lnTo>
                        <a:pt x="52" y="154"/>
                      </a:lnTo>
                      <a:lnTo>
                        <a:pt x="53" y="228"/>
                      </a:lnTo>
                      <a:lnTo>
                        <a:pt x="61" y="322"/>
                      </a:lnTo>
                      <a:lnTo>
                        <a:pt x="15" y="322"/>
                      </a:lnTo>
                      <a:lnTo>
                        <a:pt x="14" y="313"/>
                      </a:lnTo>
                      <a:lnTo>
                        <a:pt x="9" y="287"/>
                      </a:lnTo>
                      <a:lnTo>
                        <a:pt x="5" y="247"/>
                      </a:lnTo>
                      <a:lnTo>
                        <a:pt x="1" y="200"/>
                      </a:lnTo>
                      <a:lnTo>
                        <a:pt x="0" y="147"/>
                      </a:lnTo>
                      <a:lnTo>
                        <a:pt x="3" y="95"/>
                      </a:lnTo>
                      <a:lnTo>
                        <a:pt x="11" y="44"/>
                      </a:lnTo>
                      <a:lnTo>
                        <a:pt x="27" y="0"/>
                      </a:lnTo>
                      <a:lnTo>
                        <a:pt x="82" y="3"/>
                      </a:lnTo>
                      <a:close/>
                    </a:path>
                  </a:pathLst>
                </a:custGeom>
                <a:solidFill>
                  <a:schemeClr val="bg2">
                    <a:alpha val="100000"/>
                  </a:schemeClr>
                </a:solidFill>
                <a:ln w="9525">
                  <a:noFill/>
                </a:ln>
              </p:spPr>
              <p:txBody>
                <a:bodyPr/>
                <a:p>
                  <a:endParaRPr lang="zh-CN" altLang="en-US"/>
                </a:p>
              </p:txBody>
            </p:sp>
            <p:sp>
              <p:nvSpPr>
                <p:cNvPr id="145734" name="Rectangle 939"/>
                <p:cNvSpPr/>
                <p:nvPr/>
              </p:nvSpPr>
              <p:spPr>
                <a:xfrm>
                  <a:off x="4824" y="1565"/>
                  <a:ext cx="4" cy="146"/>
                </a:xfrm>
                <a:prstGeom prst="rect">
                  <a:avLst/>
                </a:prstGeom>
                <a:solidFill>
                  <a:srgbClr val="DDDDDD"/>
                </a:solidFill>
                <a:ln w="9525">
                  <a:noFill/>
                </a:ln>
              </p:spPr>
              <p:txBody>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45735" name="Freeform 940"/>
                <p:cNvSpPr/>
                <p:nvPr/>
              </p:nvSpPr>
              <p:spPr>
                <a:xfrm>
                  <a:off x="4876" y="1563"/>
                  <a:ext cx="57" cy="67"/>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398" h="469">
                      <a:moveTo>
                        <a:pt x="37" y="44"/>
                      </a:moveTo>
                      <a:lnTo>
                        <a:pt x="33" y="53"/>
                      </a:lnTo>
                      <a:lnTo>
                        <a:pt x="27" y="79"/>
                      </a:lnTo>
                      <a:lnTo>
                        <a:pt x="17" y="120"/>
                      </a:lnTo>
                      <a:lnTo>
                        <a:pt x="8" y="174"/>
                      </a:lnTo>
                      <a:lnTo>
                        <a:pt x="1" y="238"/>
                      </a:lnTo>
                      <a:lnTo>
                        <a:pt x="0" y="309"/>
                      </a:lnTo>
                      <a:lnTo>
                        <a:pt x="7" y="387"/>
                      </a:lnTo>
                      <a:lnTo>
                        <a:pt x="24" y="469"/>
                      </a:lnTo>
                      <a:lnTo>
                        <a:pt x="24" y="466"/>
                      </a:lnTo>
                      <a:lnTo>
                        <a:pt x="24" y="455"/>
                      </a:lnTo>
                      <a:lnTo>
                        <a:pt x="24" y="438"/>
                      </a:lnTo>
                      <a:lnTo>
                        <a:pt x="24" y="417"/>
                      </a:lnTo>
                      <a:lnTo>
                        <a:pt x="27" y="391"/>
                      </a:lnTo>
                      <a:lnTo>
                        <a:pt x="30" y="363"/>
                      </a:lnTo>
                      <a:lnTo>
                        <a:pt x="35" y="332"/>
                      </a:lnTo>
                      <a:lnTo>
                        <a:pt x="41" y="300"/>
                      </a:lnTo>
                      <a:lnTo>
                        <a:pt x="52" y="268"/>
                      </a:lnTo>
                      <a:lnTo>
                        <a:pt x="64" y="237"/>
                      </a:lnTo>
                      <a:lnTo>
                        <a:pt x="79" y="207"/>
                      </a:lnTo>
                      <a:lnTo>
                        <a:pt x="99" y="179"/>
                      </a:lnTo>
                      <a:lnTo>
                        <a:pt x="123" y="155"/>
                      </a:lnTo>
                      <a:lnTo>
                        <a:pt x="150" y="136"/>
                      </a:lnTo>
                      <a:lnTo>
                        <a:pt x="183" y="122"/>
                      </a:lnTo>
                      <a:lnTo>
                        <a:pt x="221" y="114"/>
                      </a:lnTo>
                      <a:lnTo>
                        <a:pt x="223" y="112"/>
                      </a:lnTo>
                      <a:lnTo>
                        <a:pt x="230" y="107"/>
                      </a:lnTo>
                      <a:lnTo>
                        <a:pt x="242" y="99"/>
                      </a:lnTo>
                      <a:lnTo>
                        <a:pt x="260" y="88"/>
                      </a:lnTo>
                      <a:lnTo>
                        <a:pt x="284" y="74"/>
                      </a:lnTo>
                      <a:lnTo>
                        <a:pt x="315" y="58"/>
                      </a:lnTo>
                      <a:lnTo>
                        <a:pt x="352" y="39"/>
                      </a:lnTo>
                      <a:lnTo>
                        <a:pt x="398" y="19"/>
                      </a:lnTo>
                      <a:lnTo>
                        <a:pt x="396" y="17"/>
                      </a:lnTo>
                      <a:lnTo>
                        <a:pt x="389" y="16"/>
                      </a:lnTo>
                      <a:lnTo>
                        <a:pt x="379" y="14"/>
                      </a:lnTo>
                      <a:lnTo>
                        <a:pt x="364" y="12"/>
                      </a:lnTo>
                      <a:lnTo>
                        <a:pt x="347" y="8"/>
                      </a:lnTo>
                      <a:lnTo>
                        <a:pt x="326" y="6"/>
                      </a:lnTo>
                      <a:lnTo>
                        <a:pt x="302" y="4"/>
                      </a:lnTo>
                      <a:lnTo>
                        <a:pt x="277" y="1"/>
                      </a:lnTo>
                      <a:lnTo>
                        <a:pt x="250" y="0"/>
                      </a:lnTo>
                      <a:lnTo>
                        <a:pt x="221" y="1"/>
                      </a:lnTo>
                      <a:lnTo>
                        <a:pt x="191" y="3"/>
                      </a:lnTo>
                      <a:lnTo>
                        <a:pt x="160" y="6"/>
                      </a:lnTo>
                      <a:lnTo>
                        <a:pt x="129" y="12"/>
                      </a:lnTo>
                      <a:lnTo>
                        <a:pt x="97" y="20"/>
                      </a:lnTo>
                      <a:lnTo>
                        <a:pt x="67" y="30"/>
                      </a:lnTo>
                      <a:lnTo>
                        <a:pt x="37" y="44"/>
                      </a:lnTo>
                      <a:close/>
                    </a:path>
                  </a:pathLst>
                </a:custGeom>
                <a:solidFill>
                  <a:srgbClr val="999999">
                    <a:alpha val="100000"/>
                  </a:srgbClr>
                </a:solidFill>
                <a:ln w="9525">
                  <a:noFill/>
                </a:ln>
              </p:spPr>
              <p:txBody>
                <a:bodyPr/>
                <a:p>
                  <a:endParaRPr lang="zh-CN" altLang="en-US"/>
                </a:p>
              </p:txBody>
            </p:sp>
            <p:sp>
              <p:nvSpPr>
                <p:cNvPr id="145736" name="Freeform 941"/>
                <p:cNvSpPr/>
                <p:nvPr/>
              </p:nvSpPr>
              <p:spPr>
                <a:xfrm>
                  <a:off x="4797" y="1613"/>
                  <a:ext cx="46" cy="13"/>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325" h="89">
                      <a:moveTo>
                        <a:pt x="0" y="57"/>
                      </a:moveTo>
                      <a:lnTo>
                        <a:pt x="0" y="55"/>
                      </a:lnTo>
                      <a:lnTo>
                        <a:pt x="2" y="52"/>
                      </a:lnTo>
                      <a:lnTo>
                        <a:pt x="6" y="47"/>
                      </a:lnTo>
                      <a:lnTo>
                        <a:pt x="12" y="41"/>
                      </a:lnTo>
                      <a:lnTo>
                        <a:pt x="20" y="34"/>
                      </a:lnTo>
                      <a:lnTo>
                        <a:pt x="29" y="27"/>
                      </a:lnTo>
                      <a:lnTo>
                        <a:pt x="41" y="20"/>
                      </a:lnTo>
                      <a:lnTo>
                        <a:pt x="57" y="13"/>
                      </a:lnTo>
                      <a:lnTo>
                        <a:pt x="77" y="7"/>
                      </a:lnTo>
                      <a:lnTo>
                        <a:pt x="98" y="3"/>
                      </a:lnTo>
                      <a:lnTo>
                        <a:pt x="126" y="0"/>
                      </a:lnTo>
                      <a:lnTo>
                        <a:pt x="156" y="0"/>
                      </a:lnTo>
                      <a:lnTo>
                        <a:pt x="191" y="3"/>
                      </a:lnTo>
                      <a:lnTo>
                        <a:pt x="230" y="8"/>
                      </a:lnTo>
                      <a:lnTo>
                        <a:pt x="275" y="18"/>
                      </a:lnTo>
                      <a:lnTo>
                        <a:pt x="325" y="31"/>
                      </a:lnTo>
                      <a:lnTo>
                        <a:pt x="318" y="51"/>
                      </a:lnTo>
                      <a:lnTo>
                        <a:pt x="316" y="50"/>
                      </a:lnTo>
                      <a:lnTo>
                        <a:pt x="308" y="47"/>
                      </a:lnTo>
                      <a:lnTo>
                        <a:pt x="295" y="44"/>
                      </a:lnTo>
                      <a:lnTo>
                        <a:pt x="279" y="39"/>
                      </a:lnTo>
                      <a:lnTo>
                        <a:pt x="260" y="35"/>
                      </a:lnTo>
                      <a:lnTo>
                        <a:pt x="238" y="30"/>
                      </a:lnTo>
                      <a:lnTo>
                        <a:pt x="214" y="27"/>
                      </a:lnTo>
                      <a:lnTo>
                        <a:pt x="188" y="24"/>
                      </a:lnTo>
                      <a:lnTo>
                        <a:pt x="161" y="23"/>
                      </a:lnTo>
                      <a:lnTo>
                        <a:pt x="134" y="23"/>
                      </a:lnTo>
                      <a:lnTo>
                        <a:pt x="108" y="26"/>
                      </a:lnTo>
                      <a:lnTo>
                        <a:pt x="82" y="31"/>
                      </a:lnTo>
                      <a:lnTo>
                        <a:pt x="58" y="41"/>
                      </a:lnTo>
                      <a:lnTo>
                        <a:pt x="36" y="52"/>
                      </a:lnTo>
                      <a:lnTo>
                        <a:pt x="16" y="68"/>
                      </a:lnTo>
                      <a:lnTo>
                        <a:pt x="0" y="89"/>
                      </a:lnTo>
                      <a:lnTo>
                        <a:pt x="0" y="57"/>
                      </a:lnTo>
                      <a:close/>
                    </a:path>
                  </a:pathLst>
                </a:custGeom>
                <a:solidFill>
                  <a:srgbClr val="000000">
                    <a:alpha val="100000"/>
                  </a:srgbClr>
                </a:solidFill>
                <a:ln w="9525">
                  <a:noFill/>
                </a:ln>
              </p:spPr>
              <p:txBody>
                <a:bodyPr/>
                <a:p>
                  <a:endParaRPr lang="zh-CN" altLang="en-US"/>
                </a:p>
              </p:txBody>
            </p:sp>
            <p:sp>
              <p:nvSpPr>
                <p:cNvPr id="145737" name="Freeform 942"/>
                <p:cNvSpPr/>
                <p:nvPr/>
              </p:nvSpPr>
              <p:spPr>
                <a:xfrm>
                  <a:off x="4797" y="1583"/>
                  <a:ext cx="46" cy="13"/>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325" h="89">
                      <a:moveTo>
                        <a:pt x="0" y="56"/>
                      </a:moveTo>
                      <a:lnTo>
                        <a:pt x="0" y="55"/>
                      </a:lnTo>
                      <a:lnTo>
                        <a:pt x="2" y="52"/>
                      </a:lnTo>
                      <a:lnTo>
                        <a:pt x="6" y="47"/>
                      </a:lnTo>
                      <a:lnTo>
                        <a:pt x="12" y="40"/>
                      </a:lnTo>
                      <a:lnTo>
                        <a:pt x="20" y="33"/>
                      </a:lnTo>
                      <a:lnTo>
                        <a:pt x="29" y="27"/>
                      </a:lnTo>
                      <a:lnTo>
                        <a:pt x="41" y="18"/>
                      </a:lnTo>
                      <a:lnTo>
                        <a:pt x="57" y="13"/>
                      </a:lnTo>
                      <a:lnTo>
                        <a:pt x="77" y="7"/>
                      </a:lnTo>
                      <a:lnTo>
                        <a:pt x="98" y="2"/>
                      </a:lnTo>
                      <a:lnTo>
                        <a:pt x="126" y="0"/>
                      </a:lnTo>
                      <a:lnTo>
                        <a:pt x="156" y="0"/>
                      </a:lnTo>
                      <a:lnTo>
                        <a:pt x="191" y="2"/>
                      </a:lnTo>
                      <a:lnTo>
                        <a:pt x="230" y="8"/>
                      </a:lnTo>
                      <a:lnTo>
                        <a:pt x="275" y="17"/>
                      </a:lnTo>
                      <a:lnTo>
                        <a:pt x="325" y="31"/>
                      </a:lnTo>
                      <a:lnTo>
                        <a:pt x="318" y="49"/>
                      </a:lnTo>
                      <a:lnTo>
                        <a:pt x="316" y="48"/>
                      </a:lnTo>
                      <a:lnTo>
                        <a:pt x="308" y="46"/>
                      </a:lnTo>
                      <a:lnTo>
                        <a:pt x="295" y="43"/>
                      </a:lnTo>
                      <a:lnTo>
                        <a:pt x="279" y="38"/>
                      </a:lnTo>
                      <a:lnTo>
                        <a:pt x="260" y="35"/>
                      </a:lnTo>
                      <a:lnTo>
                        <a:pt x="238" y="30"/>
                      </a:lnTo>
                      <a:lnTo>
                        <a:pt x="214" y="27"/>
                      </a:lnTo>
                      <a:lnTo>
                        <a:pt x="188" y="23"/>
                      </a:lnTo>
                      <a:lnTo>
                        <a:pt x="161" y="22"/>
                      </a:lnTo>
                      <a:lnTo>
                        <a:pt x="134" y="23"/>
                      </a:lnTo>
                      <a:lnTo>
                        <a:pt x="108" y="25"/>
                      </a:lnTo>
                      <a:lnTo>
                        <a:pt x="82" y="31"/>
                      </a:lnTo>
                      <a:lnTo>
                        <a:pt x="58" y="40"/>
                      </a:lnTo>
                      <a:lnTo>
                        <a:pt x="36" y="52"/>
                      </a:lnTo>
                      <a:lnTo>
                        <a:pt x="16" y="68"/>
                      </a:lnTo>
                      <a:lnTo>
                        <a:pt x="0" y="89"/>
                      </a:lnTo>
                      <a:lnTo>
                        <a:pt x="0" y="56"/>
                      </a:lnTo>
                      <a:close/>
                    </a:path>
                  </a:pathLst>
                </a:custGeom>
                <a:solidFill>
                  <a:srgbClr val="000000">
                    <a:alpha val="100000"/>
                  </a:srgbClr>
                </a:solidFill>
                <a:ln w="9525">
                  <a:noFill/>
                </a:ln>
              </p:spPr>
              <p:txBody>
                <a:bodyPr/>
                <a:p>
                  <a:endParaRPr lang="zh-CN" altLang="en-US"/>
                </a:p>
              </p:txBody>
            </p:sp>
            <p:sp>
              <p:nvSpPr>
                <p:cNvPr id="145738" name="Freeform 943"/>
                <p:cNvSpPr/>
                <p:nvPr/>
              </p:nvSpPr>
              <p:spPr>
                <a:xfrm>
                  <a:off x="4841" y="1568"/>
                  <a:ext cx="75" cy="13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28" h="975">
                      <a:moveTo>
                        <a:pt x="0" y="0"/>
                      </a:moveTo>
                      <a:lnTo>
                        <a:pt x="0" y="943"/>
                      </a:lnTo>
                      <a:lnTo>
                        <a:pt x="159" y="975"/>
                      </a:lnTo>
                      <a:lnTo>
                        <a:pt x="152" y="848"/>
                      </a:lnTo>
                      <a:lnTo>
                        <a:pt x="528" y="905"/>
                      </a:lnTo>
                      <a:lnTo>
                        <a:pt x="521" y="855"/>
                      </a:lnTo>
                      <a:lnTo>
                        <a:pt x="261" y="822"/>
                      </a:lnTo>
                      <a:lnTo>
                        <a:pt x="254" y="713"/>
                      </a:lnTo>
                      <a:lnTo>
                        <a:pt x="77" y="713"/>
                      </a:lnTo>
                      <a:lnTo>
                        <a:pt x="72" y="699"/>
                      </a:lnTo>
                      <a:lnTo>
                        <a:pt x="60" y="659"/>
                      </a:lnTo>
                      <a:lnTo>
                        <a:pt x="44" y="595"/>
                      </a:lnTo>
                      <a:lnTo>
                        <a:pt x="28" y="511"/>
                      </a:lnTo>
                      <a:lnTo>
                        <a:pt x="16" y="410"/>
                      </a:lnTo>
                      <a:lnTo>
                        <a:pt x="12" y="294"/>
                      </a:lnTo>
                      <a:lnTo>
                        <a:pt x="21" y="167"/>
                      </a:lnTo>
                      <a:lnTo>
                        <a:pt x="45" y="32"/>
                      </a:lnTo>
                      <a:lnTo>
                        <a:pt x="0" y="0"/>
                      </a:lnTo>
                      <a:close/>
                    </a:path>
                  </a:pathLst>
                </a:custGeom>
                <a:solidFill>
                  <a:schemeClr val="bg2">
                    <a:alpha val="100000"/>
                  </a:schemeClr>
                </a:solidFill>
                <a:ln w="9525">
                  <a:noFill/>
                </a:ln>
              </p:spPr>
              <p:txBody>
                <a:bodyPr/>
                <a:p>
                  <a:endParaRPr lang="zh-CN" altLang="en-US"/>
                </a:p>
              </p:txBody>
            </p:sp>
            <p:sp>
              <p:nvSpPr>
                <p:cNvPr id="145739" name="Freeform 944"/>
                <p:cNvSpPr/>
                <p:nvPr/>
              </p:nvSpPr>
              <p:spPr>
                <a:xfrm>
                  <a:off x="4878" y="1536"/>
                  <a:ext cx="97" cy="1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678" h="133">
                      <a:moveTo>
                        <a:pt x="0" y="133"/>
                      </a:moveTo>
                      <a:lnTo>
                        <a:pt x="4" y="132"/>
                      </a:lnTo>
                      <a:lnTo>
                        <a:pt x="15" y="127"/>
                      </a:lnTo>
                      <a:lnTo>
                        <a:pt x="32" y="122"/>
                      </a:lnTo>
                      <a:lnTo>
                        <a:pt x="56" y="114"/>
                      </a:lnTo>
                      <a:lnTo>
                        <a:pt x="86" y="104"/>
                      </a:lnTo>
                      <a:lnTo>
                        <a:pt x="120" y="95"/>
                      </a:lnTo>
                      <a:lnTo>
                        <a:pt x="160" y="86"/>
                      </a:lnTo>
                      <a:lnTo>
                        <a:pt x="204" y="78"/>
                      </a:lnTo>
                      <a:lnTo>
                        <a:pt x="252" y="70"/>
                      </a:lnTo>
                      <a:lnTo>
                        <a:pt x="303" y="64"/>
                      </a:lnTo>
                      <a:lnTo>
                        <a:pt x="358" y="60"/>
                      </a:lnTo>
                      <a:lnTo>
                        <a:pt x="414" y="58"/>
                      </a:lnTo>
                      <a:lnTo>
                        <a:pt x="474" y="60"/>
                      </a:lnTo>
                      <a:lnTo>
                        <a:pt x="534" y="65"/>
                      </a:lnTo>
                      <a:lnTo>
                        <a:pt x="596" y="74"/>
                      </a:lnTo>
                      <a:lnTo>
                        <a:pt x="659" y="88"/>
                      </a:lnTo>
                      <a:lnTo>
                        <a:pt x="678" y="0"/>
                      </a:lnTo>
                      <a:lnTo>
                        <a:pt x="674" y="0"/>
                      </a:lnTo>
                      <a:lnTo>
                        <a:pt x="659" y="0"/>
                      </a:lnTo>
                      <a:lnTo>
                        <a:pt x="636" y="0"/>
                      </a:lnTo>
                      <a:lnTo>
                        <a:pt x="606" y="1"/>
                      </a:lnTo>
                      <a:lnTo>
                        <a:pt x="570" y="2"/>
                      </a:lnTo>
                      <a:lnTo>
                        <a:pt x="527" y="3"/>
                      </a:lnTo>
                      <a:lnTo>
                        <a:pt x="480" y="7"/>
                      </a:lnTo>
                      <a:lnTo>
                        <a:pt x="430" y="9"/>
                      </a:lnTo>
                      <a:lnTo>
                        <a:pt x="376" y="14"/>
                      </a:lnTo>
                      <a:lnTo>
                        <a:pt x="320" y="18"/>
                      </a:lnTo>
                      <a:lnTo>
                        <a:pt x="264" y="24"/>
                      </a:lnTo>
                      <a:lnTo>
                        <a:pt x="208" y="32"/>
                      </a:lnTo>
                      <a:lnTo>
                        <a:pt x="152" y="40"/>
                      </a:lnTo>
                      <a:lnTo>
                        <a:pt x="98" y="50"/>
                      </a:lnTo>
                      <a:lnTo>
                        <a:pt x="47" y="62"/>
                      </a:lnTo>
                      <a:lnTo>
                        <a:pt x="0" y="76"/>
                      </a:lnTo>
                      <a:lnTo>
                        <a:pt x="0" y="133"/>
                      </a:lnTo>
                      <a:close/>
                    </a:path>
                  </a:pathLst>
                </a:custGeom>
                <a:solidFill>
                  <a:schemeClr val="bg2">
                    <a:alpha val="100000"/>
                  </a:schemeClr>
                </a:solidFill>
                <a:ln w="9525">
                  <a:noFill/>
                </a:ln>
              </p:spPr>
              <p:txBody>
                <a:bodyPr/>
                <a:p>
                  <a:endParaRPr lang="zh-CN" altLang="en-US"/>
                </a:p>
              </p:txBody>
            </p:sp>
            <p:sp>
              <p:nvSpPr>
                <p:cNvPr id="145740" name="Freeform 945"/>
                <p:cNvSpPr/>
                <p:nvPr/>
              </p:nvSpPr>
              <p:spPr>
                <a:xfrm>
                  <a:off x="4821" y="1711"/>
                  <a:ext cx="163" cy="54"/>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42" h="379">
                      <a:moveTo>
                        <a:pt x="482" y="367"/>
                      </a:moveTo>
                      <a:lnTo>
                        <a:pt x="485" y="366"/>
                      </a:lnTo>
                      <a:lnTo>
                        <a:pt x="492" y="363"/>
                      </a:lnTo>
                      <a:lnTo>
                        <a:pt x="502" y="359"/>
                      </a:lnTo>
                      <a:lnTo>
                        <a:pt x="516" y="353"/>
                      </a:lnTo>
                      <a:lnTo>
                        <a:pt x="533" y="346"/>
                      </a:lnTo>
                      <a:lnTo>
                        <a:pt x="551" y="338"/>
                      </a:lnTo>
                      <a:lnTo>
                        <a:pt x="572" y="328"/>
                      </a:lnTo>
                      <a:lnTo>
                        <a:pt x="593" y="317"/>
                      </a:lnTo>
                      <a:lnTo>
                        <a:pt x="616" y="306"/>
                      </a:lnTo>
                      <a:lnTo>
                        <a:pt x="638" y="292"/>
                      </a:lnTo>
                      <a:lnTo>
                        <a:pt x="660" y="279"/>
                      </a:lnTo>
                      <a:lnTo>
                        <a:pt x="680" y="264"/>
                      </a:lnTo>
                      <a:lnTo>
                        <a:pt x="700" y="249"/>
                      </a:lnTo>
                      <a:lnTo>
                        <a:pt x="717" y="233"/>
                      </a:lnTo>
                      <a:lnTo>
                        <a:pt x="732" y="217"/>
                      </a:lnTo>
                      <a:lnTo>
                        <a:pt x="743" y="201"/>
                      </a:lnTo>
                      <a:lnTo>
                        <a:pt x="0" y="20"/>
                      </a:lnTo>
                      <a:lnTo>
                        <a:pt x="57" y="0"/>
                      </a:lnTo>
                      <a:lnTo>
                        <a:pt x="1142" y="267"/>
                      </a:lnTo>
                      <a:lnTo>
                        <a:pt x="1098" y="292"/>
                      </a:lnTo>
                      <a:lnTo>
                        <a:pt x="784" y="212"/>
                      </a:lnTo>
                      <a:lnTo>
                        <a:pt x="783" y="213"/>
                      </a:lnTo>
                      <a:lnTo>
                        <a:pt x="781" y="216"/>
                      </a:lnTo>
                      <a:lnTo>
                        <a:pt x="776" y="221"/>
                      </a:lnTo>
                      <a:lnTo>
                        <a:pt x="769" y="228"/>
                      </a:lnTo>
                      <a:lnTo>
                        <a:pt x="761" y="237"/>
                      </a:lnTo>
                      <a:lnTo>
                        <a:pt x="750" y="246"/>
                      </a:lnTo>
                      <a:lnTo>
                        <a:pt x="737" y="258"/>
                      </a:lnTo>
                      <a:lnTo>
                        <a:pt x="721" y="269"/>
                      </a:lnTo>
                      <a:lnTo>
                        <a:pt x="703" y="282"/>
                      </a:lnTo>
                      <a:lnTo>
                        <a:pt x="684" y="295"/>
                      </a:lnTo>
                      <a:lnTo>
                        <a:pt x="660" y="309"/>
                      </a:lnTo>
                      <a:lnTo>
                        <a:pt x="635" y="323"/>
                      </a:lnTo>
                      <a:lnTo>
                        <a:pt x="606" y="338"/>
                      </a:lnTo>
                      <a:lnTo>
                        <a:pt x="574" y="352"/>
                      </a:lnTo>
                      <a:lnTo>
                        <a:pt x="540" y="366"/>
                      </a:lnTo>
                      <a:lnTo>
                        <a:pt x="502" y="379"/>
                      </a:lnTo>
                      <a:lnTo>
                        <a:pt x="482" y="367"/>
                      </a:lnTo>
                      <a:close/>
                    </a:path>
                  </a:pathLst>
                </a:custGeom>
                <a:solidFill>
                  <a:srgbClr val="000000">
                    <a:alpha val="100000"/>
                  </a:srgbClr>
                </a:solidFill>
                <a:ln w="9525">
                  <a:noFill/>
                </a:ln>
              </p:spPr>
              <p:txBody>
                <a:bodyPr/>
                <a:p>
                  <a:endParaRPr lang="zh-CN" altLang="en-US"/>
                </a:p>
              </p:txBody>
            </p:sp>
            <p:sp>
              <p:nvSpPr>
                <p:cNvPr id="145741" name="Freeform 946"/>
                <p:cNvSpPr/>
                <p:nvPr/>
              </p:nvSpPr>
              <p:spPr>
                <a:xfrm>
                  <a:off x="4787" y="1725"/>
                  <a:ext cx="167" cy="48"/>
                </a:xfrm>
                <a:custGeom>
                  <a:avLst/>
                  <a:gdLst/>
                  <a:ahLst/>
                  <a:cxnLst>
                    <a:cxn ang="0">
                      <a:pos x="0" y="0"/>
                    </a:cxn>
                    <a:cxn ang="0">
                      <a:pos x="0" y="0"/>
                    </a:cxn>
                    <a:cxn ang="0">
                      <a:pos x="0" y="0"/>
                    </a:cxn>
                    <a:cxn ang="0">
                      <a:pos x="0" y="0"/>
                    </a:cxn>
                    <a:cxn ang="0">
                      <a:pos x="0" y="0"/>
                    </a:cxn>
                  </a:cxnLst>
                  <a:pathLst>
                    <a:path w="1163" h="340">
                      <a:moveTo>
                        <a:pt x="0" y="0"/>
                      </a:moveTo>
                      <a:lnTo>
                        <a:pt x="1137" y="340"/>
                      </a:lnTo>
                      <a:lnTo>
                        <a:pt x="1163" y="340"/>
                      </a:lnTo>
                      <a:lnTo>
                        <a:pt x="34" y="0"/>
                      </a:lnTo>
                      <a:lnTo>
                        <a:pt x="0" y="0"/>
                      </a:lnTo>
                      <a:close/>
                    </a:path>
                  </a:pathLst>
                </a:custGeom>
                <a:solidFill>
                  <a:srgbClr val="000000">
                    <a:alpha val="100000"/>
                  </a:srgbClr>
                </a:solidFill>
                <a:ln w="9525">
                  <a:noFill/>
                </a:ln>
              </p:spPr>
              <p:txBody>
                <a:bodyPr/>
                <a:p>
                  <a:endParaRPr lang="zh-CN" altLang="en-US"/>
                </a:p>
              </p:txBody>
            </p:sp>
            <p:sp>
              <p:nvSpPr>
                <p:cNvPr id="145742" name="Freeform 947"/>
                <p:cNvSpPr/>
                <p:nvPr/>
              </p:nvSpPr>
              <p:spPr>
                <a:xfrm>
                  <a:off x="4815" y="1718"/>
                  <a:ext cx="164" cy="44"/>
                </a:xfrm>
                <a:custGeom>
                  <a:avLst/>
                  <a:gdLst/>
                  <a:ahLst/>
                  <a:cxnLst>
                    <a:cxn ang="0">
                      <a:pos x="0" y="0"/>
                    </a:cxn>
                    <a:cxn ang="0">
                      <a:pos x="0" y="0"/>
                    </a:cxn>
                    <a:cxn ang="0">
                      <a:pos x="0" y="0"/>
                    </a:cxn>
                    <a:cxn ang="0">
                      <a:pos x="0" y="0"/>
                    </a:cxn>
                    <a:cxn ang="0">
                      <a:pos x="0" y="0"/>
                    </a:cxn>
                  </a:cxnLst>
                  <a:pathLst>
                    <a:path w="1149" h="303">
                      <a:moveTo>
                        <a:pt x="0" y="1"/>
                      </a:moveTo>
                      <a:lnTo>
                        <a:pt x="1124" y="303"/>
                      </a:lnTo>
                      <a:lnTo>
                        <a:pt x="1149" y="302"/>
                      </a:lnTo>
                      <a:lnTo>
                        <a:pt x="34" y="0"/>
                      </a:lnTo>
                      <a:lnTo>
                        <a:pt x="0" y="1"/>
                      </a:lnTo>
                      <a:close/>
                    </a:path>
                  </a:pathLst>
                </a:custGeom>
                <a:solidFill>
                  <a:srgbClr val="000000">
                    <a:alpha val="100000"/>
                  </a:srgbClr>
                </a:solidFill>
                <a:ln w="9525">
                  <a:noFill/>
                </a:ln>
              </p:spPr>
              <p:txBody>
                <a:bodyPr/>
                <a:p>
                  <a:endParaRPr lang="zh-CN" altLang="en-US"/>
                </a:p>
              </p:txBody>
            </p:sp>
            <p:sp>
              <p:nvSpPr>
                <p:cNvPr id="145743" name="Freeform 948"/>
                <p:cNvSpPr/>
                <p:nvPr/>
              </p:nvSpPr>
              <p:spPr>
                <a:xfrm>
                  <a:off x="4802" y="1721"/>
                  <a:ext cx="165" cy="48"/>
                </a:xfrm>
                <a:custGeom>
                  <a:avLst/>
                  <a:gdLst/>
                  <a:ahLst/>
                  <a:cxnLst>
                    <a:cxn ang="0">
                      <a:pos x="0" y="0"/>
                    </a:cxn>
                    <a:cxn ang="0">
                      <a:pos x="0" y="0"/>
                    </a:cxn>
                    <a:cxn ang="0">
                      <a:pos x="0" y="0"/>
                    </a:cxn>
                    <a:cxn ang="0">
                      <a:pos x="0" y="0"/>
                    </a:cxn>
                    <a:cxn ang="0">
                      <a:pos x="0" y="0"/>
                    </a:cxn>
                  </a:cxnLst>
                  <a:pathLst>
                    <a:path w="1155" h="336">
                      <a:moveTo>
                        <a:pt x="0" y="0"/>
                      </a:moveTo>
                      <a:lnTo>
                        <a:pt x="1134" y="336"/>
                      </a:lnTo>
                      <a:lnTo>
                        <a:pt x="1155" y="328"/>
                      </a:lnTo>
                      <a:lnTo>
                        <a:pt x="34" y="0"/>
                      </a:lnTo>
                      <a:lnTo>
                        <a:pt x="0" y="0"/>
                      </a:lnTo>
                      <a:close/>
                    </a:path>
                  </a:pathLst>
                </a:custGeom>
                <a:solidFill>
                  <a:srgbClr val="000000">
                    <a:alpha val="100000"/>
                  </a:srgbClr>
                </a:solidFill>
                <a:ln w="9525">
                  <a:noFill/>
                </a:ln>
              </p:spPr>
              <p:txBody>
                <a:bodyPr/>
                <a:p>
                  <a:endParaRPr lang="zh-CN" altLang="en-US"/>
                </a:p>
              </p:txBody>
            </p:sp>
          </p:grpSp>
          <p:grpSp>
            <p:nvGrpSpPr>
              <p:cNvPr id="145648" name="Group 949"/>
              <p:cNvGrpSpPr/>
              <p:nvPr/>
            </p:nvGrpSpPr>
            <p:grpSpPr>
              <a:xfrm rot="-2599131">
                <a:off x="2482" y="3285"/>
                <a:ext cx="391" cy="88"/>
                <a:chOff x="1450" y="3513"/>
                <a:chExt cx="391" cy="88"/>
              </a:xfrm>
            </p:grpSpPr>
            <p:sp>
              <p:nvSpPr>
                <p:cNvPr id="145703" name="Freeform 950"/>
                <p:cNvSpPr/>
                <p:nvPr/>
              </p:nvSpPr>
              <p:spPr>
                <a:xfrm flipV="1">
                  <a:off x="1450" y="3574"/>
                  <a:ext cx="391" cy="27"/>
                </a:xfrm>
                <a:custGeom>
                  <a:avLst/>
                  <a:gdLst/>
                  <a:ahLst/>
                  <a:cxnLst>
                    <a:cxn ang="0">
                      <a:pos x="0" y="0"/>
                    </a:cxn>
                    <a:cxn ang="0">
                      <a:pos x="0" y="0"/>
                    </a:cxn>
                    <a:cxn ang="0">
                      <a:pos x="5" y="0"/>
                    </a:cxn>
                    <a:cxn ang="0">
                      <a:pos x="5" y="0"/>
                    </a:cxn>
                  </a:cxnLst>
                  <a:pathLst>
                    <a:path w="720" h="56">
                      <a:moveTo>
                        <a:pt x="0" y="0"/>
                      </a:moveTo>
                      <a:lnTo>
                        <a:pt x="0" y="56"/>
                      </a:lnTo>
                      <a:lnTo>
                        <a:pt x="720" y="56"/>
                      </a:lnTo>
                      <a:lnTo>
                        <a:pt x="720" y="8"/>
                      </a:lnTo>
                    </a:path>
                  </a:pathLst>
                </a:custGeom>
                <a:noFill/>
                <a:ln w="12700" cap="flat" cmpd="sng">
                  <a:solidFill>
                    <a:schemeClr val="tx1">
                      <a:alpha val="100000"/>
                    </a:schemeClr>
                  </a:solidFill>
                  <a:prstDash val="solid"/>
                  <a:round/>
                  <a:headEnd type="none" w="med" len="med"/>
                  <a:tailEnd type="none" w="med" len="med"/>
                </a:ln>
              </p:spPr>
              <p:txBody>
                <a:bodyPr/>
                <a:p>
                  <a:endParaRPr lang="zh-CN" altLang="en-US"/>
                </a:p>
              </p:txBody>
            </p:sp>
            <p:sp>
              <p:nvSpPr>
                <p:cNvPr id="145704" name="Line 951"/>
                <p:cNvSpPr/>
                <p:nvPr/>
              </p:nvSpPr>
              <p:spPr>
                <a:xfrm>
                  <a:off x="1642" y="3513"/>
                  <a:ext cx="0" cy="60"/>
                </a:xfrm>
                <a:prstGeom prst="line">
                  <a:avLst/>
                </a:prstGeom>
                <a:ln w="19050" cap="flat" cmpd="sng">
                  <a:solidFill>
                    <a:schemeClr val="tx1"/>
                  </a:solidFill>
                  <a:prstDash val="solid"/>
                  <a:headEnd type="none" w="med" len="med"/>
                  <a:tailEnd type="none" w="med" len="med"/>
                </a:ln>
              </p:spPr>
            </p:sp>
          </p:grpSp>
          <p:grpSp>
            <p:nvGrpSpPr>
              <p:cNvPr id="145649" name="Group 952"/>
              <p:cNvGrpSpPr/>
              <p:nvPr/>
            </p:nvGrpSpPr>
            <p:grpSpPr>
              <a:xfrm>
                <a:off x="2408" y="3217"/>
                <a:ext cx="265" cy="123"/>
                <a:chOff x="3600" y="219"/>
                <a:chExt cx="360" cy="175"/>
              </a:xfrm>
            </p:grpSpPr>
            <p:sp>
              <p:nvSpPr>
                <p:cNvPr id="145690" name="Oval 953"/>
                <p:cNvSpPr/>
                <p:nvPr/>
              </p:nvSpPr>
              <p:spPr>
                <a:xfrm>
                  <a:off x="3603" y="297"/>
                  <a:ext cx="357" cy="97"/>
                </a:xfrm>
                <a:prstGeom prst="ellipse">
                  <a:avLst/>
                </a:prstGeom>
                <a:solidFill>
                  <a:srgbClr val="DDDDDD"/>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45691" name="Line 954"/>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145692" name="Line 955"/>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145693" name="Rectangle 956"/>
                <p:cNvSpPr/>
                <p:nvPr/>
              </p:nvSpPr>
              <p:spPr>
                <a:xfrm>
                  <a:off x="3603" y="289"/>
                  <a:ext cx="354" cy="59"/>
                </a:xfrm>
                <a:prstGeom prst="rect">
                  <a:avLst/>
                </a:prstGeom>
                <a:solidFill>
                  <a:srgbClr val="DDDDDD"/>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45694" name="Oval 957"/>
                <p:cNvSpPr/>
                <p:nvPr/>
              </p:nvSpPr>
              <p:spPr>
                <a:xfrm>
                  <a:off x="3600" y="219"/>
                  <a:ext cx="357" cy="113"/>
                </a:xfrm>
                <a:prstGeom prst="ellipse">
                  <a:avLst/>
                </a:prstGeom>
                <a:solidFill>
                  <a:srgbClr val="DDDDDD"/>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45695" name="Group 958"/>
                <p:cNvGrpSpPr/>
                <p:nvPr/>
              </p:nvGrpSpPr>
              <p:grpSpPr>
                <a:xfrm>
                  <a:off x="3686" y="244"/>
                  <a:ext cx="177" cy="66"/>
                  <a:chOff x="2848" y="848"/>
                  <a:chExt cx="140" cy="98"/>
                </a:xfrm>
              </p:grpSpPr>
              <p:sp>
                <p:nvSpPr>
                  <p:cNvPr id="145700" name="Line 959"/>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45701" name="Line 960"/>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45702" name="Line 961"/>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145696" name="Group 962"/>
                <p:cNvGrpSpPr/>
                <p:nvPr/>
              </p:nvGrpSpPr>
              <p:grpSpPr>
                <a:xfrm flipV="1">
                  <a:off x="3686" y="243"/>
                  <a:ext cx="177" cy="66"/>
                  <a:chOff x="2848" y="848"/>
                  <a:chExt cx="140" cy="98"/>
                </a:xfrm>
              </p:grpSpPr>
              <p:sp>
                <p:nvSpPr>
                  <p:cNvPr id="145697" name="Line 963"/>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45698" name="Line 964"/>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45699" name="Line 965"/>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145650" name="Group 966"/>
              <p:cNvGrpSpPr/>
              <p:nvPr/>
            </p:nvGrpSpPr>
            <p:grpSpPr>
              <a:xfrm>
                <a:off x="2813" y="3183"/>
                <a:ext cx="176" cy="150"/>
                <a:chOff x="4765" y="1531"/>
                <a:chExt cx="312" cy="261"/>
              </a:xfrm>
            </p:grpSpPr>
            <p:sp>
              <p:nvSpPr>
                <p:cNvPr id="145651" name="AutoShape 967"/>
                <p:cNvSpPr>
                  <a:spLocks noChangeAspect="1" noTextEdit="1"/>
                </p:cNvSpPr>
                <p:nvPr/>
              </p:nvSpPr>
              <p:spPr>
                <a:xfrm>
                  <a:off x="4765" y="1531"/>
                  <a:ext cx="312" cy="260"/>
                </a:xfrm>
                <a:prstGeom prst="rect">
                  <a:avLst/>
                </a:prstGeom>
                <a:noFill/>
                <a:ln w="9525">
                  <a:noFill/>
                </a:ln>
              </p:spPr>
              <p:txBody>
                <a:bodyPr/>
                <a:p>
                  <a:endParaRPr lang="zh-CN" altLang="en-US"/>
                </a:p>
              </p:txBody>
            </p:sp>
            <p:sp>
              <p:nvSpPr>
                <p:cNvPr id="145652" name="Freeform 968"/>
                <p:cNvSpPr/>
                <p:nvPr/>
              </p:nvSpPr>
              <p:spPr>
                <a:xfrm>
                  <a:off x="4765" y="1534"/>
                  <a:ext cx="307" cy="25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150" h="1804">
                      <a:moveTo>
                        <a:pt x="582" y="239"/>
                      </a:moveTo>
                      <a:lnTo>
                        <a:pt x="606" y="129"/>
                      </a:lnTo>
                      <a:lnTo>
                        <a:pt x="607" y="129"/>
                      </a:lnTo>
                      <a:lnTo>
                        <a:pt x="611" y="128"/>
                      </a:lnTo>
                      <a:lnTo>
                        <a:pt x="616" y="125"/>
                      </a:lnTo>
                      <a:lnTo>
                        <a:pt x="623" y="123"/>
                      </a:lnTo>
                      <a:lnTo>
                        <a:pt x="633" y="120"/>
                      </a:lnTo>
                      <a:lnTo>
                        <a:pt x="645" y="115"/>
                      </a:lnTo>
                      <a:lnTo>
                        <a:pt x="659" y="112"/>
                      </a:lnTo>
                      <a:lnTo>
                        <a:pt x="676" y="107"/>
                      </a:lnTo>
                      <a:lnTo>
                        <a:pt x="694" y="101"/>
                      </a:lnTo>
                      <a:lnTo>
                        <a:pt x="715" y="95"/>
                      </a:lnTo>
                      <a:lnTo>
                        <a:pt x="738" y="90"/>
                      </a:lnTo>
                      <a:lnTo>
                        <a:pt x="763" y="84"/>
                      </a:lnTo>
                      <a:lnTo>
                        <a:pt x="790" y="78"/>
                      </a:lnTo>
                      <a:lnTo>
                        <a:pt x="820" y="71"/>
                      </a:lnTo>
                      <a:lnTo>
                        <a:pt x="852" y="64"/>
                      </a:lnTo>
                      <a:lnTo>
                        <a:pt x="886" y="59"/>
                      </a:lnTo>
                      <a:lnTo>
                        <a:pt x="922" y="52"/>
                      </a:lnTo>
                      <a:lnTo>
                        <a:pt x="961" y="46"/>
                      </a:lnTo>
                      <a:lnTo>
                        <a:pt x="1002" y="40"/>
                      </a:lnTo>
                      <a:lnTo>
                        <a:pt x="1044" y="35"/>
                      </a:lnTo>
                      <a:lnTo>
                        <a:pt x="1090" y="29"/>
                      </a:lnTo>
                      <a:lnTo>
                        <a:pt x="1138" y="23"/>
                      </a:lnTo>
                      <a:lnTo>
                        <a:pt x="1187" y="18"/>
                      </a:lnTo>
                      <a:lnTo>
                        <a:pt x="1240" y="14"/>
                      </a:lnTo>
                      <a:lnTo>
                        <a:pt x="1294" y="10"/>
                      </a:lnTo>
                      <a:lnTo>
                        <a:pt x="1350" y="7"/>
                      </a:lnTo>
                      <a:lnTo>
                        <a:pt x="1410" y="4"/>
                      </a:lnTo>
                      <a:lnTo>
                        <a:pt x="1470" y="1"/>
                      </a:lnTo>
                      <a:lnTo>
                        <a:pt x="1535" y="0"/>
                      </a:lnTo>
                      <a:lnTo>
                        <a:pt x="1601" y="0"/>
                      </a:lnTo>
                      <a:lnTo>
                        <a:pt x="1668" y="0"/>
                      </a:lnTo>
                      <a:lnTo>
                        <a:pt x="1739" y="1"/>
                      </a:lnTo>
                      <a:lnTo>
                        <a:pt x="1816" y="44"/>
                      </a:lnTo>
                      <a:lnTo>
                        <a:pt x="1799" y="248"/>
                      </a:lnTo>
                      <a:lnTo>
                        <a:pt x="1804" y="251"/>
                      </a:lnTo>
                      <a:lnTo>
                        <a:pt x="1820" y="259"/>
                      </a:lnTo>
                      <a:lnTo>
                        <a:pt x="1842" y="272"/>
                      </a:lnTo>
                      <a:lnTo>
                        <a:pt x="1868" y="292"/>
                      </a:lnTo>
                      <a:lnTo>
                        <a:pt x="1896" y="318"/>
                      </a:lnTo>
                      <a:lnTo>
                        <a:pt x="1920" y="351"/>
                      </a:lnTo>
                      <a:lnTo>
                        <a:pt x="1939" y="390"/>
                      </a:lnTo>
                      <a:lnTo>
                        <a:pt x="1951" y="436"/>
                      </a:lnTo>
                      <a:lnTo>
                        <a:pt x="2125" y="593"/>
                      </a:lnTo>
                      <a:lnTo>
                        <a:pt x="2078" y="1009"/>
                      </a:lnTo>
                      <a:lnTo>
                        <a:pt x="1799" y="1149"/>
                      </a:lnTo>
                      <a:lnTo>
                        <a:pt x="2129" y="1247"/>
                      </a:lnTo>
                      <a:lnTo>
                        <a:pt x="2131" y="1251"/>
                      </a:lnTo>
                      <a:lnTo>
                        <a:pt x="2137" y="1264"/>
                      </a:lnTo>
                      <a:lnTo>
                        <a:pt x="2143" y="1284"/>
                      </a:lnTo>
                      <a:lnTo>
                        <a:pt x="2149" y="1310"/>
                      </a:lnTo>
                      <a:lnTo>
                        <a:pt x="2150" y="1342"/>
                      </a:lnTo>
                      <a:lnTo>
                        <a:pt x="2147" y="1380"/>
                      </a:lnTo>
                      <a:lnTo>
                        <a:pt x="2136" y="1423"/>
                      </a:lnTo>
                      <a:lnTo>
                        <a:pt x="2117" y="1468"/>
                      </a:lnTo>
                      <a:lnTo>
                        <a:pt x="1244" y="1804"/>
                      </a:lnTo>
                      <a:lnTo>
                        <a:pt x="0" y="1413"/>
                      </a:lnTo>
                      <a:lnTo>
                        <a:pt x="22" y="1367"/>
                      </a:lnTo>
                      <a:lnTo>
                        <a:pt x="212" y="1302"/>
                      </a:lnTo>
                      <a:lnTo>
                        <a:pt x="212" y="248"/>
                      </a:lnTo>
                      <a:lnTo>
                        <a:pt x="213" y="247"/>
                      </a:lnTo>
                      <a:lnTo>
                        <a:pt x="217" y="244"/>
                      </a:lnTo>
                      <a:lnTo>
                        <a:pt x="223" y="240"/>
                      </a:lnTo>
                      <a:lnTo>
                        <a:pt x="232" y="234"/>
                      </a:lnTo>
                      <a:lnTo>
                        <a:pt x="245" y="228"/>
                      </a:lnTo>
                      <a:lnTo>
                        <a:pt x="258" y="221"/>
                      </a:lnTo>
                      <a:lnTo>
                        <a:pt x="276" y="214"/>
                      </a:lnTo>
                      <a:lnTo>
                        <a:pt x="294" y="207"/>
                      </a:lnTo>
                      <a:lnTo>
                        <a:pt x="316" y="201"/>
                      </a:lnTo>
                      <a:lnTo>
                        <a:pt x="340" y="197"/>
                      </a:lnTo>
                      <a:lnTo>
                        <a:pt x="366" y="194"/>
                      </a:lnTo>
                      <a:lnTo>
                        <a:pt x="393" y="192"/>
                      </a:lnTo>
                      <a:lnTo>
                        <a:pt x="424" y="193"/>
                      </a:lnTo>
                      <a:lnTo>
                        <a:pt x="457" y="197"/>
                      </a:lnTo>
                      <a:lnTo>
                        <a:pt x="493" y="203"/>
                      </a:lnTo>
                      <a:lnTo>
                        <a:pt x="529" y="214"/>
                      </a:lnTo>
                      <a:lnTo>
                        <a:pt x="582" y="239"/>
                      </a:lnTo>
                      <a:close/>
                    </a:path>
                  </a:pathLst>
                </a:custGeom>
                <a:solidFill>
                  <a:srgbClr val="DDDDDD">
                    <a:alpha val="100000"/>
                  </a:srgbClr>
                </a:solidFill>
                <a:ln w="9525">
                  <a:noFill/>
                </a:ln>
              </p:spPr>
              <p:txBody>
                <a:bodyPr/>
                <a:p>
                  <a:endParaRPr lang="zh-CN" altLang="en-US"/>
                </a:p>
              </p:txBody>
            </p:sp>
            <p:sp>
              <p:nvSpPr>
                <p:cNvPr id="145653" name="Freeform 969"/>
                <p:cNvSpPr/>
                <p:nvPr/>
              </p:nvSpPr>
              <p:spPr>
                <a:xfrm>
                  <a:off x="4882" y="1584"/>
                  <a:ext cx="163" cy="11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39" h="778">
                      <a:moveTo>
                        <a:pt x="7" y="587"/>
                      </a:moveTo>
                      <a:lnTo>
                        <a:pt x="0" y="682"/>
                      </a:lnTo>
                      <a:lnTo>
                        <a:pt x="742" y="778"/>
                      </a:lnTo>
                      <a:lnTo>
                        <a:pt x="748" y="775"/>
                      </a:lnTo>
                      <a:lnTo>
                        <a:pt x="763" y="767"/>
                      </a:lnTo>
                      <a:lnTo>
                        <a:pt x="787" y="755"/>
                      </a:lnTo>
                      <a:lnTo>
                        <a:pt x="816" y="737"/>
                      </a:lnTo>
                      <a:lnTo>
                        <a:pt x="852" y="714"/>
                      </a:lnTo>
                      <a:lnTo>
                        <a:pt x="891" y="686"/>
                      </a:lnTo>
                      <a:lnTo>
                        <a:pt x="932" y="652"/>
                      </a:lnTo>
                      <a:lnTo>
                        <a:pt x="973" y="613"/>
                      </a:lnTo>
                      <a:lnTo>
                        <a:pt x="1013" y="570"/>
                      </a:lnTo>
                      <a:lnTo>
                        <a:pt x="1051" y="521"/>
                      </a:lnTo>
                      <a:lnTo>
                        <a:pt x="1083" y="466"/>
                      </a:lnTo>
                      <a:lnTo>
                        <a:pt x="1109" y="406"/>
                      </a:lnTo>
                      <a:lnTo>
                        <a:pt x="1129" y="342"/>
                      </a:lnTo>
                      <a:lnTo>
                        <a:pt x="1139" y="271"/>
                      </a:lnTo>
                      <a:lnTo>
                        <a:pt x="1138" y="196"/>
                      </a:lnTo>
                      <a:lnTo>
                        <a:pt x="1124" y="115"/>
                      </a:lnTo>
                      <a:lnTo>
                        <a:pt x="1122" y="110"/>
                      </a:lnTo>
                      <a:lnTo>
                        <a:pt x="1115" y="97"/>
                      </a:lnTo>
                      <a:lnTo>
                        <a:pt x="1102" y="80"/>
                      </a:lnTo>
                      <a:lnTo>
                        <a:pt x="1086" y="59"/>
                      </a:lnTo>
                      <a:lnTo>
                        <a:pt x="1066" y="39"/>
                      </a:lnTo>
                      <a:lnTo>
                        <a:pt x="1041" y="20"/>
                      </a:lnTo>
                      <a:lnTo>
                        <a:pt x="1011" y="7"/>
                      </a:lnTo>
                      <a:lnTo>
                        <a:pt x="978" y="0"/>
                      </a:lnTo>
                      <a:lnTo>
                        <a:pt x="982" y="12"/>
                      </a:lnTo>
                      <a:lnTo>
                        <a:pt x="994" y="46"/>
                      </a:lnTo>
                      <a:lnTo>
                        <a:pt x="1007" y="100"/>
                      </a:lnTo>
                      <a:lnTo>
                        <a:pt x="1019" y="169"/>
                      </a:lnTo>
                      <a:lnTo>
                        <a:pt x="1022" y="252"/>
                      </a:lnTo>
                      <a:lnTo>
                        <a:pt x="1013" y="344"/>
                      </a:lnTo>
                      <a:lnTo>
                        <a:pt x="987" y="444"/>
                      </a:lnTo>
                      <a:lnTo>
                        <a:pt x="940" y="549"/>
                      </a:lnTo>
                      <a:lnTo>
                        <a:pt x="939" y="550"/>
                      </a:lnTo>
                      <a:lnTo>
                        <a:pt x="934" y="553"/>
                      </a:lnTo>
                      <a:lnTo>
                        <a:pt x="927" y="559"/>
                      </a:lnTo>
                      <a:lnTo>
                        <a:pt x="917" y="567"/>
                      </a:lnTo>
                      <a:lnTo>
                        <a:pt x="904" y="575"/>
                      </a:lnTo>
                      <a:lnTo>
                        <a:pt x="890" y="585"/>
                      </a:lnTo>
                      <a:lnTo>
                        <a:pt x="871" y="594"/>
                      </a:lnTo>
                      <a:lnTo>
                        <a:pt x="851" y="603"/>
                      </a:lnTo>
                      <a:lnTo>
                        <a:pt x="828" y="611"/>
                      </a:lnTo>
                      <a:lnTo>
                        <a:pt x="802" y="619"/>
                      </a:lnTo>
                      <a:lnTo>
                        <a:pt x="773" y="625"/>
                      </a:lnTo>
                      <a:lnTo>
                        <a:pt x="741" y="629"/>
                      </a:lnTo>
                      <a:lnTo>
                        <a:pt x="708" y="630"/>
                      </a:lnTo>
                      <a:lnTo>
                        <a:pt x="671" y="629"/>
                      </a:lnTo>
                      <a:lnTo>
                        <a:pt x="631" y="626"/>
                      </a:lnTo>
                      <a:lnTo>
                        <a:pt x="590" y="618"/>
                      </a:lnTo>
                      <a:lnTo>
                        <a:pt x="590" y="720"/>
                      </a:lnTo>
                      <a:lnTo>
                        <a:pt x="26" y="663"/>
                      </a:lnTo>
                      <a:lnTo>
                        <a:pt x="7" y="587"/>
                      </a:lnTo>
                      <a:close/>
                    </a:path>
                  </a:pathLst>
                </a:custGeom>
                <a:solidFill>
                  <a:schemeClr val="bg2">
                    <a:alpha val="100000"/>
                  </a:schemeClr>
                </a:solidFill>
                <a:ln w="9525">
                  <a:noFill/>
                </a:ln>
              </p:spPr>
              <p:txBody>
                <a:bodyPr/>
                <a:p>
                  <a:endParaRPr lang="zh-CN" altLang="en-US"/>
                </a:p>
              </p:txBody>
            </p:sp>
            <p:sp>
              <p:nvSpPr>
                <p:cNvPr id="145654" name="Freeform 970"/>
                <p:cNvSpPr/>
                <p:nvPr/>
              </p:nvSpPr>
              <p:spPr>
                <a:xfrm>
                  <a:off x="4862" y="1693"/>
                  <a:ext cx="119" cy="38"/>
                </a:xfrm>
                <a:custGeom>
                  <a:avLst/>
                  <a:gdLst/>
                  <a:ahLst/>
                  <a:cxnLst>
                    <a:cxn ang="0">
                      <a:pos x="0" y="0"/>
                    </a:cxn>
                    <a:cxn ang="0">
                      <a:pos x="0" y="0"/>
                    </a:cxn>
                    <a:cxn ang="0">
                      <a:pos x="0" y="0"/>
                    </a:cxn>
                    <a:cxn ang="0">
                      <a:pos x="0" y="0"/>
                    </a:cxn>
                    <a:cxn ang="0">
                      <a:pos x="0" y="0"/>
                    </a:cxn>
                  </a:cxnLst>
                  <a:pathLst>
                    <a:path w="837" h="269">
                      <a:moveTo>
                        <a:pt x="837" y="96"/>
                      </a:moveTo>
                      <a:lnTo>
                        <a:pt x="12" y="0"/>
                      </a:lnTo>
                      <a:lnTo>
                        <a:pt x="0" y="96"/>
                      </a:lnTo>
                      <a:lnTo>
                        <a:pt x="812" y="269"/>
                      </a:lnTo>
                      <a:lnTo>
                        <a:pt x="837" y="96"/>
                      </a:lnTo>
                      <a:close/>
                    </a:path>
                  </a:pathLst>
                </a:custGeom>
                <a:solidFill>
                  <a:schemeClr val="bg2">
                    <a:alpha val="100000"/>
                  </a:schemeClr>
                </a:solidFill>
                <a:ln w="9525">
                  <a:noFill/>
                </a:ln>
              </p:spPr>
              <p:txBody>
                <a:bodyPr/>
                <a:p>
                  <a:endParaRPr lang="zh-CN" altLang="en-US"/>
                </a:p>
              </p:txBody>
            </p:sp>
            <p:sp>
              <p:nvSpPr>
                <p:cNvPr id="145655" name="Freeform 971"/>
                <p:cNvSpPr/>
                <p:nvPr/>
              </p:nvSpPr>
              <p:spPr>
                <a:xfrm>
                  <a:off x="4921" y="1705"/>
                  <a:ext cx="51" cy="18"/>
                </a:xfrm>
                <a:custGeom>
                  <a:avLst/>
                  <a:gdLst/>
                  <a:ahLst/>
                  <a:cxnLst>
                    <a:cxn ang="0">
                      <a:pos x="0" y="0"/>
                    </a:cxn>
                    <a:cxn ang="0">
                      <a:pos x="0" y="0"/>
                    </a:cxn>
                    <a:cxn ang="0">
                      <a:pos x="0" y="0"/>
                    </a:cxn>
                    <a:cxn ang="0">
                      <a:pos x="0" y="0"/>
                    </a:cxn>
                    <a:cxn ang="0">
                      <a:pos x="0" y="0"/>
                    </a:cxn>
                  </a:cxnLst>
                  <a:pathLst>
                    <a:path w="358" h="122">
                      <a:moveTo>
                        <a:pt x="358" y="53"/>
                      </a:moveTo>
                      <a:lnTo>
                        <a:pt x="5" y="0"/>
                      </a:lnTo>
                      <a:lnTo>
                        <a:pt x="0" y="51"/>
                      </a:lnTo>
                      <a:lnTo>
                        <a:pt x="348" y="122"/>
                      </a:lnTo>
                      <a:lnTo>
                        <a:pt x="358" y="53"/>
                      </a:lnTo>
                      <a:close/>
                    </a:path>
                  </a:pathLst>
                </a:custGeom>
                <a:solidFill>
                  <a:schemeClr val="folHlink">
                    <a:alpha val="100000"/>
                  </a:schemeClr>
                </a:solidFill>
                <a:ln w="9525">
                  <a:noFill/>
                </a:ln>
              </p:spPr>
              <p:txBody>
                <a:bodyPr/>
                <a:p>
                  <a:endParaRPr lang="zh-CN" altLang="en-US"/>
                </a:p>
              </p:txBody>
            </p:sp>
            <p:sp>
              <p:nvSpPr>
                <p:cNvPr id="145656" name="Freeform 972"/>
                <p:cNvSpPr/>
                <p:nvPr/>
              </p:nvSpPr>
              <p:spPr>
                <a:xfrm>
                  <a:off x="4869" y="1696"/>
                  <a:ext cx="34" cy="13"/>
                </a:xfrm>
                <a:custGeom>
                  <a:avLst/>
                  <a:gdLst/>
                  <a:ahLst/>
                  <a:cxnLst>
                    <a:cxn ang="0">
                      <a:pos x="0" y="0"/>
                    </a:cxn>
                    <a:cxn ang="0">
                      <a:pos x="0" y="0"/>
                    </a:cxn>
                    <a:cxn ang="0">
                      <a:pos x="0" y="0"/>
                    </a:cxn>
                    <a:cxn ang="0">
                      <a:pos x="0" y="0"/>
                    </a:cxn>
                    <a:cxn ang="0">
                      <a:pos x="0" y="0"/>
                    </a:cxn>
                  </a:cxnLst>
                  <a:pathLst>
                    <a:path w="239" h="91">
                      <a:moveTo>
                        <a:pt x="239" y="42"/>
                      </a:moveTo>
                      <a:lnTo>
                        <a:pt x="0" y="0"/>
                      </a:lnTo>
                      <a:lnTo>
                        <a:pt x="2" y="44"/>
                      </a:lnTo>
                      <a:lnTo>
                        <a:pt x="231" y="91"/>
                      </a:lnTo>
                      <a:lnTo>
                        <a:pt x="239" y="42"/>
                      </a:lnTo>
                      <a:close/>
                    </a:path>
                  </a:pathLst>
                </a:custGeom>
                <a:solidFill>
                  <a:schemeClr val="folHlink">
                    <a:alpha val="100000"/>
                  </a:schemeClr>
                </a:solidFill>
                <a:ln w="9525">
                  <a:noFill/>
                </a:ln>
              </p:spPr>
              <p:txBody>
                <a:bodyPr/>
                <a:p>
                  <a:endParaRPr lang="zh-CN" altLang="en-US"/>
                </a:p>
              </p:txBody>
            </p:sp>
            <p:sp>
              <p:nvSpPr>
                <p:cNvPr id="145657" name="Freeform 973"/>
                <p:cNvSpPr/>
                <p:nvPr/>
              </p:nvSpPr>
              <p:spPr>
                <a:xfrm>
                  <a:off x="4783" y="1709"/>
                  <a:ext cx="202" cy="67"/>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409" h="466">
                      <a:moveTo>
                        <a:pt x="0" y="140"/>
                      </a:moveTo>
                      <a:lnTo>
                        <a:pt x="4" y="140"/>
                      </a:lnTo>
                      <a:lnTo>
                        <a:pt x="12" y="138"/>
                      </a:lnTo>
                      <a:lnTo>
                        <a:pt x="27" y="135"/>
                      </a:lnTo>
                      <a:lnTo>
                        <a:pt x="45" y="132"/>
                      </a:lnTo>
                      <a:lnTo>
                        <a:pt x="67" y="128"/>
                      </a:lnTo>
                      <a:lnTo>
                        <a:pt x="92" y="123"/>
                      </a:lnTo>
                      <a:lnTo>
                        <a:pt x="120" y="116"/>
                      </a:lnTo>
                      <a:lnTo>
                        <a:pt x="150" y="108"/>
                      </a:lnTo>
                      <a:lnTo>
                        <a:pt x="181" y="100"/>
                      </a:lnTo>
                      <a:lnTo>
                        <a:pt x="212" y="89"/>
                      </a:lnTo>
                      <a:lnTo>
                        <a:pt x="243" y="78"/>
                      </a:lnTo>
                      <a:lnTo>
                        <a:pt x="273" y="65"/>
                      </a:lnTo>
                      <a:lnTo>
                        <a:pt x="303" y="50"/>
                      </a:lnTo>
                      <a:lnTo>
                        <a:pt x="330" y="35"/>
                      </a:lnTo>
                      <a:lnTo>
                        <a:pt x="355" y="18"/>
                      </a:lnTo>
                      <a:lnTo>
                        <a:pt x="375" y="0"/>
                      </a:lnTo>
                      <a:lnTo>
                        <a:pt x="1409" y="236"/>
                      </a:lnTo>
                      <a:lnTo>
                        <a:pt x="1407" y="239"/>
                      </a:lnTo>
                      <a:lnTo>
                        <a:pt x="1401" y="245"/>
                      </a:lnTo>
                      <a:lnTo>
                        <a:pt x="1392" y="254"/>
                      </a:lnTo>
                      <a:lnTo>
                        <a:pt x="1379" y="265"/>
                      </a:lnTo>
                      <a:lnTo>
                        <a:pt x="1363" y="279"/>
                      </a:lnTo>
                      <a:lnTo>
                        <a:pt x="1345" y="295"/>
                      </a:lnTo>
                      <a:lnTo>
                        <a:pt x="1325" y="313"/>
                      </a:lnTo>
                      <a:lnTo>
                        <a:pt x="1303" y="332"/>
                      </a:lnTo>
                      <a:lnTo>
                        <a:pt x="1279" y="351"/>
                      </a:lnTo>
                      <a:lnTo>
                        <a:pt x="1253" y="371"/>
                      </a:lnTo>
                      <a:lnTo>
                        <a:pt x="1227" y="390"/>
                      </a:lnTo>
                      <a:lnTo>
                        <a:pt x="1200" y="409"/>
                      </a:lnTo>
                      <a:lnTo>
                        <a:pt x="1172" y="426"/>
                      </a:lnTo>
                      <a:lnTo>
                        <a:pt x="1145" y="441"/>
                      </a:lnTo>
                      <a:lnTo>
                        <a:pt x="1117" y="455"/>
                      </a:lnTo>
                      <a:lnTo>
                        <a:pt x="1091" y="466"/>
                      </a:lnTo>
                      <a:lnTo>
                        <a:pt x="0" y="140"/>
                      </a:lnTo>
                      <a:close/>
                    </a:path>
                  </a:pathLst>
                </a:custGeom>
                <a:solidFill>
                  <a:schemeClr val="bg2">
                    <a:alpha val="100000"/>
                  </a:schemeClr>
                </a:solidFill>
                <a:ln w="9525">
                  <a:noFill/>
                </a:ln>
              </p:spPr>
              <p:txBody>
                <a:bodyPr/>
                <a:p>
                  <a:endParaRPr lang="zh-CN" altLang="en-US"/>
                </a:p>
              </p:txBody>
            </p:sp>
            <p:sp>
              <p:nvSpPr>
                <p:cNvPr id="145658" name="Freeform 974"/>
                <p:cNvSpPr/>
                <p:nvPr/>
              </p:nvSpPr>
              <p:spPr>
                <a:xfrm>
                  <a:off x="4984" y="1702"/>
                  <a:ext cx="72" cy="32"/>
                </a:xfrm>
                <a:custGeom>
                  <a:avLst/>
                  <a:gdLst/>
                  <a:ahLst/>
                  <a:cxnLst>
                    <a:cxn ang="0">
                      <a:pos x="0" y="0"/>
                    </a:cxn>
                    <a:cxn ang="0">
                      <a:pos x="0" y="0"/>
                    </a:cxn>
                    <a:cxn ang="0">
                      <a:pos x="0" y="0"/>
                    </a:cxn>
                    <a:cxn ang="0">
                      <a:pos x="0" y="0"/>
                    </a:cxn>
                    <a:cxn ang="0">
                      <a:pos x="0" y="0"/>
                    </a:cxn>
                    <a:cxn ang="0">
                      <a:pos x="0" y="0"/>
                    </a:cxn>
                  </a:cxnLst>
                  <a:pathLst>
                    <a:path w="502" h="223">
                      <a:moveTo>
                        <a:pt x="51" y="223"/>
                      </a:moveTo>
                      <a:lnTo>
                        <a:pt x="502" y="90"/>
                      </a:lnTo>
                      <a:lnTo>
                        <a:pt x="229" y="0"/>
                      </a:lnTo>
                      <a:lnTo>
                        <a:pt x="6" y="26"/>
                      </a:lnTo>
                      <a:lnTo>
                        <a:pt x="0" y="211"/>
                      </a:lnTo>
                      <a:lnTo>
                        <a:pt x="51" y="223"/>
                      </a:lnTo>
                      <a:close/>
                    </a:path>
                  </a:pathLst>
                </a:custGeom>
                <a:solidFill>
                  <a:schemeClr val="bg2">
                    <a:alpha val="100000"/>
                  </a:schemeClr>
                </a:solidFill>
                <a:ln w="9525">
                  <a:noFill/>
                </a:ln>
              </p:spPr>
              <p:txBody>
                <a:bodyPr/>
                <a:p>
                  <a:endParaRPr lang="zh-CN" altLang="en-US"/>
                </a:p>
              </p:txBody>
            </p:sp>
            <p:sp>
              <p:nvSpPr>
                <p:cNvPr id="145659" name="Freeform 975"/>
                <p:cNvSpPr/>
                <p:nvPr/>
              </p:nvSpPr>
              <p:spPr>
                <a:xfrm>
                  <a:off x="4799" y="1565"/>
                  <a:ext cx="38" cy="152"/>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67" h="1064">
                      <a:moveTo>
                        <a:pt x="267" y="26"/>
                      </a:moveTo>
                      <a:lnTo>
                        <a:pt x="266" y="24"/>
                      </a:lnTo>
                      <a:lnTo>
                        <a:pt x="262" y="22"/>
                      </a:lnTo>
                      <a:lnTo>
                        <a:pt x="254" y="20"/>
                      </a:lnTo>
                      <a:lnTo>
                        <a:pt x="244" y="16"/>
                      </a:lnTo>
                      <a:lnTo>
                        <a:pt x="232" y="12"/>
                      </a:lnTo>
                      <a:lnTo>
                        <a:pt x="218" y="8"/>
                      </a:lnTo>
                      <a:lnTo>
                        <a:pt x="202" y="5"/>
                      </a:lnTo>
                      <a:lnTo>
                        <a:pt x="184" y="1"/>
                      </a:lnTo>
                      <a:lnTo>
                        <a:pt x="164" y="0"/>
                      </a:lnTo>
                      <a:lnTo>
                        <a:pt x="143" y="0"/>
                      </a:lnTo>
                      <a:lnTo>
                        <a:pt x="121" y="3"/>
                      </a:lnTo>
                      <a:lnTo>
                        <a:pt x="98" y="6"/>
                      </a:lnTo>
                      <a:lnTo>
                        <a:pt x="74" y="13"/>
                      </a:lnTo>
                      <a:lnTo>
                        <a:pt x="50" y="22"/>
                      </a:lnTo>
                      <a:lnTo>
                        <a:pt x="25" y="35"/>
                      </a:lnTo>
                      <a:lnTo>
                        <a:pt x="0" y="51"/>
                      </a:lnTo>
                      <a:lnTo>
                        <a:pt x="0" y="1064"/>
                      </a:lnTo>
                      <a:lnTo>
                        <a:pt x="1" y="1064"/>
                      </a:lnTo>
                      <a:lnTo>
                        <a:pt x="7" y="1064"/>
                      </a:lnTo>
                      <a:lnTo>
                        <a:pt x="15" y="1063"/>
                      </a:lnTo>
                      <a:lnTo>
                        <a:pt x="25" y="1062"/>
                      </a:lnTo>
                      <a:lnTo>
                        <a:pt x="37" y="1060"/>
                      </a:lnTo>
                      <a:lnTo>
                        <a:pt x="52" y="1057"/>
                      </a:lnTo>
                      <a:lnTo>
                        <a:pt x="69" y="1054"/>
                      </a:lnTo>
                      <a:lnTo>
                        <a:pt x="88" y="1049"/>
                      </a:lnTo>
                      <a:lnTo>
                        <a:pt x="108" y="1044"/>
                      </a:lnTo>
                      <a:lnTo>
                        <a:pt x="129" y="1037"/>
                      </a:lnTo>
                      <a:lnTo>
                        <a:pt x="152" y="1029"/>
                      </a:lnTo>
                      <a:lnTo>
                        <a:pt x="175" y="1018"/>
                      </a:lnTo>
                      <a:lnTo>
                        <a:pt x="198" y="1007"/>
                      </a:lnTo>
                      <a:lnTo>
                        <a:pt x="222" y="994"/>
                      </a:lnTo>
                      <a:lnTo>
                        <a:pt x="244" y="979"/>
                      </a:lnTo>
                      <a:lnTo>
                        <a:pt x="267" y="962"/>
                      </a:lnTo>
                      <a:lnTo>
                        <a:pt x="267" y="26"/>
                      </a:lnTo>
                      <a:close/>
                    </a:path>
                  </a:pathLst>
                </a:custGeom>
                <a:solidFill>
                  <a:schemeClr val="bg2">
                    <a:alpha val="100000"/>
                  </a:schemeClr>
                </a:solidFill>
                <a:ln w="9525">
                  <a:noFill/>
                </a:ln>
              </p:spPr>
              <p:txBody>
                <a:bodyPr/>
                <a:p>
                  <a:endParaRPr lang="zh-CN" altLang="en-US"/>
                </a:p>
              </p:txBody>
            </p:sp>
            <p:sp>
              <p:nvSpPr>
                <p:cNvPr id="145660" name="Freeform 976"/>
                <p:cNvSpPr/>
                <p:nvPr/>
              </p:nvSpPr>
              <p:spPr>
                <a:xfrm>
                  <a:off x="4800" y="1567"/>
                  <a:ext cx="33" cy="12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28" h="898">
                      <a:moveTo>
                        <a:pt x="228" y="21"/>
                      </a:moveTo>
                      <a:lnTo>
                        <a:pt x="227" y="20"/>
                      </a:lnTo>
                      <a:lnTo>
                        <a:pt x="224" y="19"/>
                      </a:lnTo>
                      <a:lnTo>
                        <a:pt x="217" y="17"/>
                      </a:lnTo>
                      <a:lnTo>
                        <a:pt x="209" y="13"/>
                      </a:lnTo>
                      <a:lnTo>
                        <a:pt x="199" y="10"/>
                      </a:lnTo>
                      <a:lnTo>
                        <a:pt x="186" y="6"/>
                      </a:lnTo>
                      <a:lnTo>
                        <a:pt x="172" y="4"/>
                      </a:lnTo>
                      <a:lnTo>
                        <a:pt x="157" y="2"/>
                      </a:lnTo>
                      <a:lnTo>
                        <a:pt x="140" y="0"/>
                      </a:lnTo>
                      <a:lnTo>
                        <a:pt x="122" y="0"/>
                      </a:lnTo>
                      <a:lnTo>
                        <a:pt x="104" y="2"/>
                      </a:lnTo>
                      <a:lnTo>
                        <a:pt x="83" y="5"/>
                      </a:lnTo>
                      <a:lnTo>
                        <a:pt x="64" y="11"/>
                      </a:lnTo>
                      <a:lnTo>
                        <a:pt x="42" y="19"/>
                      </a:lnTo>
                      <a:lnTo>
                        <a:pt x="21" y="29"/>
                      </a:lnTo>
                      <a:lnTo>
                        <a:pt x="0" y="43"/>
                      </a:lnTo>
                      <a:lnTo>
                        <a:pt x="0" y="898"/>
                      </a:lnTo>
                      <a:lnTo>
                        <a:pt x="1" y="898"/>
                      </a:lnTo>
                      <a:lnTo>
                        <a:pt x="5" y="898"/>
                      </a:lnTo>
                      <a:lnTo>
                        <a:pt x="12" y="897"/>
                      </a:lnTo>
                      <a:lnTo>
                        <a:pt x="21" y="896"/>
                      </a:lnTo>
                      <a:lnTo>
                        <a:pt x="32" y="894"/>
                      </a:lnTo>
                      <a:lnTo>
                        <a:pt x="45" y="892"/>
                      </a:lnTo>
                      <a:lnTo>
                        <a:pt x="59" y="889"/>
                      </a:lnTo>
                      <a:lnTo>
                        <a:pt x="75" y="884"/>
                      </a:lnTo>
                      <a:lnTo>
                        <a:pt x="92" y="879"/>
                      </a:lnTo>
                      <a:lnTo>
                        <a:pt x="111" y="874"/>
                      </a:lnTo>
                      <a:lnTo>
                        <a:pt x="130" y="867"/>
                      </a:lnTo>
                      <a:lnTo>
                        <a:pt x="149" y="858"/>
                      </a:lnTo>
                      <a:lnTo>
                        <a:pt x="169" y="848"/>
                      </a:lnTo>
                      <a:lnTo>
                        <a:pt x="190" y="837"/>
                      </a:lnTo>
                      <a:lnTo>
                        <a:pt x="209" y="824"/>
                      </a:lnTo>
                      <a:lnTo>
                        <a:pt x="228" y="809"/>
                      </a:lnTo>
                      <a:lnTo>
                        <a:pt x="228" y="21"/>
                      </a:lnTo>
                      <a:close/>
                    </a:path>
                  </a:pathLst>
                </a:custGeom>
                <a:solidFill>
                  <a:schemeClr val="bg2">
                    <a:alpha val="100000"/>
                  </a:schemeClr>
                </a:solidFill>
                <a:ln w="9525">
                  <a:noFill/>
                </a:ln>
              </p:spPr>
              <p:txBody>
                <a:bodyPr/>
                <a:p>
                  <a:endParaRPr lang="zh-CN" altLang="en-US"/>
                </a:p>
              </p:txBody>
            </p:sp>
            <p:sp>
              <p:nvSpPr>
                <p:cNvPr id="145661" name="Freeform 977"/>
                <p:cNvSpPr/>
                <p:nvPr/>
              </p:nvSpPr>
              <p:spPr>
                <a:xfrm>
                  <a:off x="4801" y="1568"/>
                  <a:ext cx="27" cy="104"/>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92" h="729">
                      <a:moveTo>
                        <a:pt x="192" y="17"/>
                      </a:moveTo>
                      <a:lnTo>
                        <a:pt x="191" y="17"/>
                      </a:lnTo>
                      <a:lnTo>
                        <a:pt x="187" y="15"/>
                      </a:lnTo>
                      <a:lnTo>
                        <a:pt x="183" y="12"/>
                      </a:lnTo>
                      <a:lnTo>
                        <a:pt x="176" y="10"/>
                      </a:lnTo>
                      <a:lnTo>
                        <a:pt x="167" y="8"/>
                      </a:lnTo>
                      <a:lnTo>
                        <a:pt x="156" y="4"/>
                      </a:lnTo>
                      <a:lnTo>
                        <a:pt x="145" y="2"/>
                      </a:lnTo>
                      <a:lnTo>
                        <a:pt x="132" y="0"/>
                      </a:lnTo>
                      <a:lnTo>
                        <a:pt x="117" y="0"/>
                      </a:lnTo>
                      <a:lnTo>
                        <a:pt x="102" y="0"/>
                      </a:lnTo>
                      <a:lnTo>
                        <a:pt x="86" y="1"/>
                      </a:lnTo>
                      <a:lnTo>
                        <a:pt x="70" y="3"/>
                      </a:lnTo>
                      <a:lnTo>
                        <a:pt x="53" y="8"/>
                      </a:lnTo>
                      <a:lnTo>
                        <a:pt x="35" y="15"/>
                      </a:lnTo>
                      <a:lnTo>
                        <a:pt x="18" y="24"/>
                      </a:lnTo>
                      <a:lnTo>
                        <a:pt x="0" y="35"/>
                      </a:lnTo>
                      <a:lnTo>
                        <a:pt x="0" y="729"/>
                      </a:lnTo>
                      <a:lnTo>
                        <a:pt x="1" y="729"/>
                      </a:lnTo>
                      <a:lnTo>
                        <a:pt x="4" y="729"/>
                      </a:lnTo>
                      <a:lnTo>
                        <a:pt x="10" y="728"/>
                      </a:lnTo>
                      <a:lnTo>
                        <a:pt x="18" y="727"/>
                      </a:lnTo>
                      <a:lnTo>
                        <a:pt x="27" y="726"/>
                      </a:lnTo>
                      <a:lnTo>
                        <a:pt x="37" y="725"/>
                      </a:lnTo>
                      <a:lnTo>
                        <a:pt x="50" y="721"/>
                      </a:lnTo>
                      <a:lnTo>
                        <a:pt x="64" y="719"/>
                      </a:lnTo>
                      <a:lnTo>
                        <a:pt x="77" y="714"/>
                      </a:lnTo>
                      <a:lnTo>
                        <a:pt x="92" y="710"/>
                      </a:lnTo>
                      <a:lnTo>
                        <a:pt x="108" y="704"/>
                      </a:lnTo>
                      <a:lnTo>
                        <a:pt x="125" y="697"/>
                      </a:lnTo>
                      <a:lnTo>
                        <a:pt x="141" y="689"/>
                      </a:lnTo>
                      <a:lnTo>
                        <a:pt x="159" y="680"/>
                      </a:lnTo>
                      <a:lnTo>
                        <a:pt x="176" y="668"/>
                      </a:lnTo>
                      <a:lnTo>
                        <a:pt x="192" y="657"/>
                      </a:lnTo>
                      <a:lnTo>
                        <a:pt x="192" y="17"/>
                      </a:lnTo>
                      <a:close/>
                    </a:path>
                  </a:pathLst>
                </a:custGeom>
                <a:solidFill>
                  <a:srgbClr val="DDDDDD">
                    <a:alpha val="100000"/>
                  </a:srgbClr>
                </a:solidFill>
                <a:ln w="9525">
                  <a:noFill/>
                </a:ln>
              </p:spPr>
              <p:txBody>
                <a:bodyPr/>
                <a:p>
                  <a:endParaRPr lang="zh-CN" altLang="en-US"/>
                </a:p>
              </p:txBody>
            </p:sp>
            <p:sp>
              <p:nvSpPr>
                <p:cNvPr id="145662" name="Freeform 978"/>
                <p:cNvSpPr/>
                <p:nvPr/>
              </p:nvSpPr>
              <p:spPr>
                <a:xfrm>
                  <a:off x="4802" y="1569"/>
                  <a:ext cx="22" cy="8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56" h="564">
                      <a:moveTo>
                        <a:pt x="156" y="15"/>
                      </a:moveTo>
                      <a:lnTo>
                        <a:pt x="153" y="14"/>
                      </a:lnTo>
                      <a:lnTo>
                        <a:pt x="142" y="9"/>
                      </a:lnTo>
                      <a:lnTo>
                        <a:pt x="127" y="4"/>
                      </a:lnTo>
                      <a:lnTo>
                        <a:pt x="108" y="1"/>
                      </a:lnTo>
                      <a:lnTo>
                        <a:pt x="84" y="0"/>
                      </a:lnTo>
                      <a:lnTo>
                        <a:pt x="58" y="3"/>
                      </a:lnTo>
                      <a:lnTo>
                        <a:pt x="29" y="12"/>
                      </a:lnTo>
                      <a:lnTo>
                        <a:pt x="0" y="28"/>
                      </a:lnTo>
                      <a:lnTo>
                        <a:pt x="0" y="564"/>
                      </a:lnTo>
                      <a:lnTo>
                        <a:pt x="4" y="564"/>
                      </a:lnTo>
                      <a:lnTo>
                        <a:pt x="15" y="563"/>
                      </a:lnTo>
                      <a:lnTo>
                        <a:pt x="31" y="560"/>
                      </a:lnTo>
                      <a:lnTo>
                        <a:pt x="52" y="555"/>
                      </a:lnTo>
                      <a:lnTo>
                        <a:pt x="76" y="548"/>
                      </a:lnTo>
                      <a:lnTo>
                        <a:pt x="102" y="537"/>
                      </a:lnTo>
                      <a:lnTo>
                        <a:pt x="128" y="524"/>
                      </a:lnTo>
                      <a:lnTo>
                        <a:pt x="156" y="505"/>
                      </a:lnTo>
                      <a:lnTo>
                        <a:pt x="156" y="15"/>
                      </a:lnTo>
                      <a:close/>
                    </a:path>
                  </a:pathLst>
                </a:custGeom>
                <a:solidFill>
                  <a:schemeClr val="bg2">
                    <a:alpha val="100000"/>
                  </a:schemeClr>
                </a:solidFill>
                <a:ln w="9525">
                  <a:noFill/>
                </a:ln>
              </p:spPr>
              <p:txBody>
                <a:bodyPr/>
                <a:p>
                  <a:endParaRPr lang="zh-CN" altLang="en-US"/>
                </a:p>
              </p:txBody>
            </p:sp>
            <p:sp>
              <p:nvSpPr>
                <p:cNvPr id="145663" name="Freeform 979"/>
                <p:cNvSpPr/>
                <p:nvPr/>
              </p:nvSpPr>
              <p:spPr>
                <a:xfrm>
                  <a:off x="4803" y="1571"/>
                  <a:ext cx="17" cy="5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7" h="396">
                      <a:moveTo>
                        <a:pt x="117" y="10"/>
                      </a:moveTo>
                      <a:lnTo>
                        <a:pt x="115" y="9"/>
                      </a:lnTo>
                      <a:lnTo>
                        <a:pt x="107" y="6"/>
                      </a:lnTo>
                      <a:lnTo>
                        <a:pt x="95" y="2"/>
                      </a:lnTo>
                      <a:lnTo>
                        <a:pt x="80" y="0"/>
                      </a:lnTo>
                      <a:lnTo>
                        <a:pt x="63" y="0"/>
                      </a:lnTo>
                      <a:lnTo>
                        <a:pt x="43" y="2"/>
                      </a:lnTo>
                      <a:lnTo>
                        <a:pt x="22" y="9"/>
                      </a:lnTo>
                      <a:lnTo>
                        <a:pt x="0" y="22"/>
                      </a:lnTo>
                      <a:lnTo>
                        <a:pt x="0" y="396"/>
                      </a:lnTo>
                      <a:lnTo>
                        <a:pt x="3" y="396"/>
                      </a:lnTo>
                      <a:lnTo>
                        <a:pt x="11" y="395"/>
                      </a:lnTo>
                      <a:lnTo>
                        <a:pt x="23" y="393"/>
                      </a:lnTo>
                      <a:lnTo>
                        <a:pt x="39" y="389"/>
                      </a:lnTo>
                      <a:lnTo>
                        <a:pt x="58" y="385"/>
                      </a:lnTo>
                      <a:lnTo>
                        <a:pt x="77" y="377"/>
                      </a:lnTo>
                      <a:lnTo>
                        <a:pt x="96" y="365"/>
                      </a:lnTo>
                      <a:lnTo>
                        <a:pt x="117" y="351"/>
                      </a:lnTo>
                      <a:lnTo>
                        <a:pt x="117" y="10"/>
                      </a:lnTo>
                      <a:close/>
                    </a:path>
                  </a:pathLst>
                </a:custGeom>
                <a:solidFill>
                  <a:schemeClr val="bg2">
                    <a:alpha val="100000"/>
                  </a:schemeClr>
                </a:solidFill>
                <a:ln w="9525">
                  <a:noFill/>
                </a:ln>
              </p:spPr>
              <p:txBody>
                <a:bodyPr/>
                <a:p>
                  <a:endParaRPr lang="zh-CN" altLang="en-US"/>
                </a:p>
              </p:txBody>
            </p:sp>
            <p:sp>
              <p:nvSpPr>
                <p:cNvPr id="145664" name="Freeform 980"/>
                <p:cNvSpPr/>
                <p:nvPr/>
              </p:nvSpPr>
              <p:spPr>
                <a:xfrm>
                  <a:off x="4804" y="1572"/>
                  <a:ext cx="11" cy="33"/>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80" h="230">
                      <a:moveTo>
                        <a:pt x="80" y="7"/>
                      </a:moveTo>
                      <a:lnTo>
                        <a:pt x="78" y="6"/>
                      </a:lnTo>
                      <a:lnTo>
                        <a:pt x="73" y="5"/>
                      </a:lnTo>
                      <a:lnTo>
                        <a:pt x="65" y="2"/>
                      </a:lnTo>
                      <a:lnTo>
                        <a:pt x="55" y="0"/>
                      </a:lnTo>
                      <a:lnTo>
                        <a:pt x="44" y="0"/>
                      </a:lnTo>
                      <a:lnTo>
                        <a:pt x="30" y="1"/>
                      </a:lnTo>
                      <a:lnTo>
                        <a:pt x="15" y="7"/>
                      </a:lnTo>
                      <a:lnTo>
                        <a:pt x="0" y="15"/>
                      </a:lnTo>
                      <a:lnTo>
                        <a:pt x="0" y="230"/>
                      </a:lnTo>
                      <a:lnTo>
                        <a:pt x="3" y="230"/>
                      </a:lnTo>
                      <a:lnTo>
                        <a:pt x="7" y="229"/>
                      </a:lnTo>
                      <a:lnTo>
                        <a:pt x="16" y="228"/>
                      </a:lnTo>
                      <a:lnTo>
                        <a:pt x="27" y="225"/>
                      </a:lnTo>
                      <a:lnTo>
                        <a:pt x="39" y="222"/>
                      </a:lnTo>
                      <a:lnTo>
                        <a:pt x="53" y="216"/>
                      </a:lnTo>
                      <a:lnTo>
                        <a:pt x="67" y="208"/>
                      </a:lnTo>
                      <a:lnTo>
                        <a:pt x="80" y="199"/>
                      </a:lnTo>
                      <a:lnTo>
                        <a:pt x="80" y="7"/>
                      </a:lnTo>
                      <a:close/>
                    </a:path>
                  </a:pathLst>
                </a:custGeom>
                <a:solidFill>
                  <a:schemeClr val="bg2">
                    <a:alpha val="100000"/>
                  </a:schemeClr>
                </a:solidFill>
                <a:ln w="9525">
                  <a:noFill/>
                </a:ln>
              </p:spPr>
              <p:txBody>
                <a:bodyPr/>
                <a:p>
                  <a:endParaRPr lang="zh-CN" altLang="en-US"/>
                </a:p>
              </p:txBody>
            </p:sp>
            <p:sp>
              <p:nvSpPr>
                <p:cNvPr id="145665" name="Freeform 981"/>
                <p:cNvSpPr/>
                <p:nvPr/>
              </p:nvSpPr>
              <p:spPr>
                <a:xfrm>
                  <a:off x="4942" y="1666"/>
                  <a:ext cx="16" cy="17"/>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7" h="117">
                      <a:moveTo>
                        <a:pt x="58" y="117"/>
                      </a:moveTo>
                      <a:lnTo>
                        <a:pt x="70" y="116"/>
                      </a:lnTo>
                      <a:lnTo>
                        <a:pt x="81" y="112"/>
                      </a:lnTo>
                      <a:lnTo>
                        <a:pt x="90" y="106"/>
                      </a:lnTo>
                      <a:lnTo>
                        <a:pt x="100" y="100"/>
                      </a:lnTo>
                      <a:lnTo>
                        <a:pt x="106" y="90"/>
                      </a:lnTo>
                      <a:lnTo>
                        <a:pt x="112" y="81"/>
                      </a:lnTo>
                      <a:lnTo>
                        <a:pt x="116" y="70"/>
                      </a:lnTo>
                      <a:lnTo>
                        <a:pt x="117" y="58"/>
                      </a:lnTo>
                      <a:lnTo>
                        <a:pt x="116" y="46"/>
                      </a:lnTo>
                      <a:lnTo>
                        <a:pt x="112" y="35"/>
                      </a:lnTo>
                      <a:lnTo>
                        <a:pt x="106" y="25"/>
                      </a:lnTo>
                      <a:lnTo>
                        <a:pt x="100" y="17"/>
                      </a:lnTo>
                      <a:lnTo>
                        <a:pt x="90" y="9"/>
                      </a:lnTo>
                      <a:lnTo>
                        <a:pt x="81" y="4"/>
                      </a:lnTo>
                      <a:lnTo>
                        <a:pt x="70" y="1"/>
                      </a:lnTo>
                      <a:lnTo>
                        <a:pt x="58" y="0"/>
                      </a:lnTo>
                      <a:lnTo>
                        <a:pt x="47" y="1"/>
                      </a:lnTo>
                      <a:lnTo>
                        <a:pt x="36" y="4"/>
                      </a:lnTo>
                      <a:lnTo>
                        <a:pt x="26" y="9"/>
                      </a:lnTo>
                      <a:lnTo>
                        <a:pt x="17" y="17"/>
                      </a:lnTo>
                      <a:lnTo>
                        <a:pt x="10" y="25"/>
                      </a:lnTo>
                      <a:lnTo>
                        <a:pt x="5" y="35"/>
                      </a:lnTo>
                      <a:lnTo>
                        <a:pt x="1" y="46"/>
                      </a:lnTo>
                      <a:lnTo>
                        <a:pt x="0" y="58"/>
                      </a:lnTo>
                      <a:lnTo>
                        <a:pt x="1" y="70"/>
                      </a:lnTo>
                      <a:lnTo>
                        <a:pt x="5" y="81"/>
                      </a:lnTo>
                      <a:lnTo>
                        <a:pt x="10" y="90"/>
                      </a:lnTo>
                      <a:lnTo>
                        <a:pt x="17" y="100"/>
                      </a:lnTo>
                      <a:lnTo>
                        <a:pt x="26" y="106"/>
                      </a:lnTo>
                      <a:lnTo>
                        <a:pt x="36" y="112"/>
                      </a:lnTo>
                      <a:lnTo>
                        <a:pt x="47" y="116"/>
                      </a:lnTo>
                      <a:lnTo>
                        <a:pt x="58" y="117"/>
                      </a:lnTo>
                      <a:close/>
                    </a:path>
                  </a:pathLst>
                </a:custGeom>
                <a:solidFill>
                  <a:schemeClr val="bg2">
                    <a:alpha val="100000"/>
                  </a:schemeClr>
                </a:solidFill>
                <a:ln w="9525">
                  <a:noFill/>
                </a:ln>
              </p:spPr>
              <p:txBody>
                <a:bodyPr/>
                <a:p>
                  <a:endParaRPr lang="zh-CN" altLang="en-US"/>
                </a:p>
              </p:txBody>
            </p:sp>
            <p:sp>
              <p:nvSpPr>
                <p:cNvPr id="145666" name="Freeform 982"/>
                <p:cNvSpPr/>
                <p:nvPr/>
              </p:nvSpPr>
              <p:spPr>
                <a:xfrm>
                  <a:off x="4890" y="1666"/>
                  <a:ext cx="9" cy="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8" h="59">
                      <a:moveTo>
                        <a:pt x="29" y="59"/>
                      </a:moveTo>
                      <a:lnTo>
                        <a:pt x="40" y="56"/>
                      </a:lnTo>
                      <a:lnTo>
                        <a:pt x="50" y="49"/>
                      </a:lnTo>
                      <a:lnTo>
                        <a:pt x="56" y="40"/>
                      </a:lnTo>
                      <a:lnTo>
                        <a:pt x="58" y="29"/>
                      </a:lnTo>
                      <a:lnTo>
                        <a:pt x="56" y="17"/>
                      </a:lnTo>
                      <a:lnTo>
                        <a:pt x="50" y="8"/>
                      </a:lnTo>
                      <a:lnTo>
                        <a:pt x="40" y="2"/>
                      </a:lnTo>
                      <a:lnTo>
                        <a:pt x="29" y="0"/>
                      </a:lnTo>
                      <a:lnTo>
                        <a:pt x="17" y="2"/>
                      </a:lnTo>
                      <a:lnTo>
                        <a:pt x="8" y="8"/>
                      </a:lnTo>
                      <a:lnTo>
                        <a:pt x="2" y="17"/>
                      </a:lnTo>
                      <a:lnTo>
                        <a:pt x="0" y="29"/>
                      </a:lnTo>
                      <a:lnTo>
                        <a:pt x="2" y="40"/>
                      </a:lnTo>
                      <a:lnTo>
                        <a:pt x="8" y="49"/>
                      </a:lnTo>
                      <a:lnTo>
                        <a:pt x="17" y="56"/>
                      </a:lnTo>
                      <a:lnTo>
                        <a:pt x="29" y="59"/>
                      </a:lnTo>
                      <a:close/>
                    </a:path>
                  </a:pathLst>
                </a:custGeom>
                <a:solidFill>
                  <a:srgbClr val="FFFFFF">
                    <a:alpha val="100000"/>
                  </a:srgbClr>
                </a:solidFill>
                <a:ln w="9525">
                  <a:noFill/>
                </a:ln>
              </p:spPr>
              <p:txBody>
                <a:bodyPr/>
                <a:p>
                  <a:endParaRPr lang="zh-CN" altLang="en-US"/>
                </a:p>
              </p:txBody>
            </p:sp>
            <p:sp>
              <p:nvSpPr>
                <p:cNvPr id="145667" name="Freeform 983"/>
                <p:cNvSpPr/>
                <p:nvPr/>
              </p:nvSpPr>
              <p:spPr>
                <a:xfrm>
                  <a:off x="4905" y="1667"/>
                  <a:ext cx="8" cy="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8" h="59">
                      <a:moveTo>
                        <a:pt x="29" y="59"/>
                      </a:moveTo>
                      <a:lnTo>
                        <a:pt x="41" y="57"/>
                      </a:lnTo>
                      <a:lnTo>
                        <a:pt x="50" y="51"/>
                      </a:lnTo>
                      <a:lnTo>
                        <a:pt x="56" y="42"/>
                      </a:lnTo>
                      <a:lnTo>
                        <a:pt x="58" y="30"/>
                      </a:lnTo>
                      <a:lnTo>
                        <a:pt x="56" y="19"/>
                      </a:lnTo>
                      <a:lnTo>
                        <a:pt x="50" y="9"/>
                      </a:lnTo>
                      <a:lnTo>
                        <a:pt x="41" y="3"/>
                      </a:lnTo>
                      <a:lnTo>
                        <a:pt x="29" y="0"/>
                      </a:lnTo>
                      <a:lnTo>
                        <a:pt x="18" y="3"/>
                      </a:lnTo>
                      <a:lnTo>
                        <a:pt x="9" y="9"/>
                      </a:lnTo>
                      <a:lnTo>
                        <a:pt x="2" y="19"/>
                      </a:lnTo>
                      <a:lnTo>
                        <a:pt x="0" y="30"/>
                      </a:lnTo>
                      <a:lnTo>
                        <a:pt x="2" y="42"/>
                      </a:lnTo>
                      <a:lnTo>
                        <a:pt x="9" y="51"/>
                      </a:lnTo>
                      <a:lnTo>
                        <a:pt x="18" y="57"/>
                      </a:lnTo>
                      <a:lnTo>
                        <a:pt x="29" y="59"/>
                      </a:lnTo>
                      <a:close/>
                    </a:path>
                  </a:pathLst>
                </a:custGeom>
                <a:solidFill>
                  <a:srgbClr val="FFFFFF">
                    <a:alpha val="100000"/>
                  </a:srgbClr>
                </a:solidFill>
                <a:ln w="9525">
                  <a:noFill/>
                </a:ln>
              </p:spPr>
              <p:txBody>
                <a:bodyPr/>
                <a:p>
                  <a:endParaRPr lang="zh-CN" altLang="en-US"/>
                </a:p>
              </p:txBody>
            </p:sp>
            <p:sp>
              <p:nvSpPr>
                <p:cNvPr id="145668" name="Freeform 984"/>
                <p:cNvSpPr/>
                <p:nvPr/>
              </p:nvSpPr>
              <p:spPr>
                <a:xfrm>
                  <a:off x="4849" y="1552"/>
                  <a:ext cx="23" cy="114"/>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66" h="800">
                      <a:moveTo>
                        <a:pt x="52" y="16"/>
                      </a:moveTo>
                      <a:lnTo>
                        <a:pt x="47" y="32"/>
                      </a:lnTo>
                      <a:lnTo>
                        <a:pt x="36" y="77"/>
                      </a:lnTo>
                      <a:lnTo>
                        <a:pt x="21" y="148"/>
                      </a:lnTo>
                      <a:lnTo>
                        <a:pt x="8" y="244"/>
                      </a:lnTo>
                      <a:lnTo>
                        <a:pt x="0" y="359"/>
                      </a:lnTo>
                      <a:lnTo>
                        <a:pt x="2" y="492"/>
                      </a:lnTo>
                      <a:lnTo>
                        <a:pt x="15" y="640"/>
                      </a:lnTo>
                      <a:lnTo>
                        <a:pt x="46" y="800"/>
                      </a:lnTo>
                      <a:lnTo>
                        <a:pt x="161" y="794"/>
                      </a:lnTo>
                      <a:lnTo>
                        <a:pt x="156" y="770"/>
                      </a:lnTo>
                      <a:lnTo>
                        <a:pt x="145" y="706"/>
                      </a:lnTo>
                      <a:lnTo>
                        <a:pt x="131" y="610"/>
                      </a:lnTo>
                      <a:lnTo>
                        <a:pt x="118" y="493"/>
                      </a:lnTo>
                      <a:lnTo>
                        <a:pt x="111" y="364"/>
                      </a:lnTo>
                      <a:lnTo>
                        <a:pt x="115" y="235"/>
                      </a:lnTo>
                      <a:lnTo>
                        <a:pt x="132" y="113"/>
                      </a:lnTo>
                      <a:lnTo>
                        <a:pt x="166" y="9"/>
                      </a:lnTo>
                      <a:lnTo>
                        <a:pt x="166" y="8"/>
                      </a:lnTo>
                      <a:lnTo>
                        <a:pt x="166" y="6"/>
                      </a:lnTo>
                      <a:lnTo>
                        <a:pt x="164" y="4"/>
                      </a:lnTo>
                      <a:lnTo>
                        <a:pt x="157" y="0"/>
                      </a:lnTo>
                      <a:lnTo>
                        <a:pt x="143" y="0"/>
                      </a:lnTo>
                      <a:lnTo>
                        <a:pt x="123" y="1"/>
                      </a:lnTo>
                      <a:lnTo>
                        <a:pt x="93" y="7"/>
                      </a:lnTo>
                      <a:lnTo>
                        <a:pt x="52" y="16"/>
                      </a:lnTo>
                      <a:close/>
                    </a:path>
                  </a:pathLst>
                </a:custGeom>
                <a:solidFill>
                  <a:schemeClr val="bg2">
                    <a:alpha val="100000"/>
                  </a:schemeClr>
                </a:solidFill>
                <a:ln w="9525">
                  <a:noFill/>
                </a:ln>
              </p:spPr>
              <p:txBody>
                <a:bodyPr/>
                <a:p>
                  <a:endParaRPr lang="zh-CN" altLang="en-US"/>
                </a:p>
              </p:txBody>
            </p:sp>
            <p:sp>
              <p:nvSpPr>
                <p:cNvPr id="145669" name="Freeform 985"/>
                <p:cNvSpPr/>
                <p:nvPr/>
              </p:nvSpPr>
              <p:spPr>
                <a:xfrm>
                  <a:off x="4971" y="1538"/>
                  <a:ext cx="32" cy="12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25" h="893">
                      <a:moveTo>
                        <a:pt x="225" y="6"/>
                      </a:moveTo>
                      <a:lnTo>
                        <a:pt x="219" y="12"/>
                      </a:lnTo>
                      <a:lnTo>
                        <a:pt x="204" y="35"/>
                      </a:lnTo>
                      <a:lnTo>
                        <a:pt x="185" y="82"/>
                      </a:lnTo>
                      <a:lnTo>
                        <a:pt x="165" y="158"/>
                      </a:lnTo>
                      <a:lnTo>
                        <a:pt x="149" y="270"/>
                      </a:lnTo>
                      <a:lnTo>
                        <a:pt x="141" y="427"/>
                      </a:lnTo>
                      <a:lnTo>
                        <a:pt x="146" y="631"/>
                      </a:lnTo>
                      <a:lnTo>
                        <a:pt x="168" y="893"/>
                      </a:lnTo>
                      <a:lnTo>
                        <a:pt x="41" y="893"/>
                      </a:lnTo>
                      <a:lnTo>
                        <a:pt x="36" y="867"/>
                      </a:lnTo>
                      <a:lnTo>
                        <a:pt x="26" y="794"/>
                      </a:lnTo>
                      <a:lnTo>
                        <a:pt x="13" y="686"/>
                      </a:lnTo>
                      <a:lnTo>
                        <a:pt x="3" y="554"/>
                      </a:lnTo>
                      <a:lnTo>
                        <a:pt x="0" y="408"/>
                      </a:lnTo>
                      <a:lnTo>
                        <a:pt x="6" y="260"/>
                      </a:lnTo>
                      <a:lnTo>
                        <a:pt x="30" y="121"/>
                      </a:lnTo>
                      <a:lnTo>
                        <a:pt x="73" y="0"/>
                      </a:lnTo>
                      <a:lnTo>
                        <a:pt x="225" y="6"/>
                      </a:lnTo>
                      <a:close/>
                    </a:path>
                  </a:pathLst>
                </a:custGeom>
                <a:solidFill>
                  <a:schemeClr val="bg2">
                    <a:alpha val="100000"/>
                  </a:schemeClr>
                </a:solidFill>
                <a:ln w="9525">
                  <a:noFill/>
                </a:ln>
              </p:spPr>
              <p:txBody>
                <a:bodyPr/>
                <a:p>
                  <a:endParaRPr lang="zh-CN" altLang="en-US"/>
                </a:p>
              </p:txBody>
            </p:sp>
            <p:sp>
              <p:nvSpPr>
                <p:cNvPr id="145670" name="Freeform 986"/>
                <p:cNvSpPr/>
                <p:nvPr/>
              </p:nvSpPr>
              <p:spPr>
                <a:xfrm>
                  <a:off x="4849" y="1559"/>
                  <a:ext cx="21" cy="10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45" h="699">
                      <a:moveTo>
                        <a:pt x="46" y="14"/>
                      </a:moveTo>
                      <a:lnTo>
                        <a:pt x="41" y="28"/>
                      </a:lnTo>
                      <a:lnTo>
                        <a:pt x="32" y="67"/>
                      </a:lnTo>
                      <a:lnTo>
                        <a:pt x="20" y="130"/>
                      </a:lnTo>
                      <a:lnTo>
                        <a:pt x="7" y="213"/>
                      </a:lnTo>
                      <a:lnTo>
                        <a:pt x="0" y="314"/>
                      </a:lnTo>
                      <a:lnTo>
                        <a:pt x="1" y="430"/>
                      </a:lnTo>
                      <a:lnTo>
                        <a:pt x="13" y="559"/>
                      </a:lnTo>
                      <a:lnTo>
                        <a:pt x="40" y="699"/>
                      </a:lnTo>
                      <a:lnTo>
                        <a:pt x="140" y="693"/>
                      </a:lnTo>
                      <a:lnTo>
                        <a:pt x="135" y="672"/>
                      </a:lnTo>
                      <a:lnTo>
                        <a:pt x="126" y="616"/>
                      </a:lnTo>
                      <a:lnTo>
                        <a:pt x="113" y="532"/>
                      </a:lnTo>
                      <a:lnTo>
                        <a:pt x="103" y="430"/>
                      </a:lnTo>
                      <a:lnTo>
                        <a:pt x="97" y="317"/>
                      </a:lnTo>
                      <a:lnTo>
                        <a:pt x="100" y="205"/>
                      </a:lnTo>
                      <a:lnTo>
                        <a:pt x="115" y="98"/>
                      </a:lnTo>
                      <a:lnTo>
                        <a:pt x="145" y="8"/>
                      </a:lnTo>
                      <a:lnTo>
                        <a:pt x="145" y="7"/>
                      </a:lnTo>
                      <a:lnTo>
                        <a:pt x="145" y="5"/>
                      </a:lnTo>
                      <a:lnTo>
                        <a:pt x="143" y="3"/>
                      </a:lnTo>
                      <a:lnTo>
                        <a:pt x="137" y="0"/>
                      </a:lnTo>
                      <a:lnTo>
                        <a:pt x="126" y="0"/>
                      </a:lnTo>
                      <a:lnTo>
                        <a:pt x="108" y="1"/>
                      </a:lnTo>
                      <a:lnTo>
                        <a:pt x="81" y="6"/>
                      </a:lnTo>
                      <a:lnTo>
                        <a:pt x="46" y="14"/>
                      </a:lnTo>
                      <a:close/>
                    </a:path>
                  </a:pathLst>
                </a:custGeom>
                <a:solidFill>
                  <a:schemeClr val="bg2">
                    <a:alpha val="100000"/>
                  </a:schemeClr>
                </a:solidFill>
                <a:ln w="9525">
                  <a:noFill/>
                </a:ln>
              </p:spPr>
              <p:txBody>
                <a:bodyPr/>
                <a:p>
                  <a:endParaRPr lang="zh-CN" altLang="en-US"/>
                </a:p>
              </p:txBody>
            </p:sp>
            <p:sp>
              <p:nvSpPr>
                <p:cNvPr id="145671" name="Freeform 987"/>
                <p:cNvSpPr/>
                <p:nvPr/>
              </p:nvSpPr>
              <p:spPr>
                <a:xfrm>
                  <a:off x="4850" y="1566"/>
                  <a:ext cx="18" cy="85"/>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23" h="597">
                      <a:moveTo>
                        <a:pt x="39" y="12"/>
                      </a:moveTo>
                      <a:lnTo>
                        <a:pt x="35" y="23"/>
                      </a:lnTo>
                      <a:lnTo>
                        <a:pt x="26" y="57"/>
                      </a:lnTo>
                      <a:lnTo>
                        <a:pt x="16" y="111"/>
                      </a:lnTo>
                      <a:lnTo>
                        <a:pt x="6" y="181"/>
                      </a:lnTo>
                      <a:lnTo>
                        <a:pt x="0" y="267"/>
                      </a:lnTo>
                      <a:lnTo>
                        <a:pt x="1" y="367"/>
                      </a:lnTo>
                      <a:lnTo>
                        <a:pt x="11" y="477"/>
                      </a:lnTo>
                      <a:lnTo>
                        <a:pt x="34" y="597"/>
                      </a:lnTo>
                      <a:lnTo>
                        <a:pt x="119" y="591"/>
                      </a:lnTo>
                      <a:lnTo>
                        <a:pt x="115" y="574"/>
                      </a:lnTo>
                      <a:lnTo>
                        <a:pt x="107" y="526"/>
                      </a:lnTo>
                      <a:lnTo>
                        <a:pt x="97" y="454"/>
                      </a:lnTo>
                      <a:lnTo>
                        <a:pt x="88" y="367"/>
                      </a:lnTo>
                      <a:lnTo>
                        <a:pt x="82" y="272"/>
                      </a:lnTo>
                      <a:lnTo>
                        <a:pt x="84" y="175"/>
                      </a:lnTo>
                      <a:lnTo>
                        <a:pt x="97" y="84"/>
                      </a:lnTo>
                      <a:lnTo>
                        <a:pt x="123" y="7"/>
                      </a:lnTo>
                      <a:lnTo>
                        <a:pt x="123" y="6"/>
                      </a:lnTo>
                      <a:lnTo>
                        <a:pt x="123" y="5"/>
                      </a:lnTo>
                      <a:lnTo>
                        <a:pt x="121" y="3"/>
                      </a:lnTo>
                      <a:lnTo>
                        <a:pt x="117" y="0"/>
                      </a:lnTo>
                      <a:lnTo>
                        <a:pt x="106" y="0"/>
                      </a:lnTo>
                      <a:lnTo>
                        <a:pt x="91" y="2"/>
                      </a:lnTo>
                      <a:lnTo>
                        <a:pt x="70" y="5"/>
                      </a:lnTo>
                      <a:lnTo>
                        <a:pt x="39" y="12"/>
                      </a:lnTo>
                      <a:close/>
                    </a:path>
                  </a:pathLst>
                </a:custGeom>
                <a:solidFill>
                  <a:schemeClr val="bg2">
                    <a:alpha val="100000"/>
                  </a:schemeClr>
                </a:solidFill>
                <a:ln w="9525">
                  <a:noFill/>
                </a:ln>
              </p:spPr>
              <p:txBody>
                <a:bodyPr/>
                <a:p>
                  <a:endParaRPr lang="zh-CN" altLang="en-US"/>
                </a:p>
              </p:txBody>
            </p:sp>
            <p:sp>
              <p:nvSpPr>
                <p:cNvPr id="145672" name="Freeform 988"/>
                <p:cNvSpPr/>
                <p:nvPr/>
              </p:nvSpPr>
              <p:spPr>
                <a:xfrm>
                  <a:off x="4851" y="1572"/>
                  <a:ext cx="15" cy="7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03" h="492">
                      <a:moveTo>
                        <a:pt x="32" y="9"/>
                      </a:moveTo>
                      <a:lnTo>
                        <a:pt x="28" y="18"/>
                      </a:lnTo>
                      <a:lnTo>
                        <a:pt x="21" y="47"/>
                      </a:lnTo>
                      <a:lnTo>
                        <a:pt x="12" y="90"/>
                      </a:lnTo>
                      <a:lnTo>
                        <a:pt x="4" y="149"/>
                      </a:lnTo>
                      <a:lnTo>
                        <a:pt x="0" y="220"/>
                      </a:lnTo>
                      <a:lnTo>
                        <a:pt x="0" y="303"/>
                      </a:lnTo>
                      <a:lnTo>
                        <a:pt x="9" y="394"/>
                      </a:lnTo>
                      <a:lnTo>
                        <a:pt x="27" y="492"/>
                      </a:lnTo>
                      <a:lnTo>
                        <a:pt x="98" y="489"/>
                      </a:lnTo>
                      <a:lnTo>
                        <a:pt x="95" y="474"/>
                      </a:lnTo>
                      <a:lnTo>
                        <a:pt x="88" y="434"/>
                      </a:lnTo>
                      <a:lnTo>
                        <a:pt x="80" y="375"/>
                      </a:lnTo>
                      <a:lnTo>
                        <a:pt x="72" y="303"/>
                      </a:lnTo>
                      <a:lnTo>
                        <a:pt x="68" y="224"/>
                      </a:lnTo>
                      <a:lnTo>
                        <a:pt x="70" y="144"/>
                      </a:lnTo>
                      <a:lnTo>
                        <a:pt x="81" y="68"/>
                      </a:lnTo>
                      <a:lnTo>
                        <a:pt x="103" y="5"/>
                      </a:lnTo>
                      <a:lnTo>
                        <a:pt x="103" y="4"/>
                      </a:lnTo>
                      <a:lnTo>
                        <a:pt x="103" y="3"/>
                      </a:lnTo>
                      <a:lnTo>
                        <a:pt x="100" y="1"/>
                      </a:lnTo>
                      <a:lnTo>
                        <a:pt x="97" y="0"/>
                      </a:lnTo>
                      <a:lnTo>
                        <a:pt x="89" y="0"/>
                      </a:lnTo>
                      <a:lnTo>
                        <a:pt x="75" y="0"/>
                      </a:lnTo>
                      <a:lnTo>
                        <a:pt x="57" y="3"/>
                      </a:lnTo>
                      <a:lnTo>
                        <a:pt x="32" y="9"/>
                      </a:lnTo>
                      <a:close/>
                    </a:path>
                  </a:pathLst>
                </a:custGeom>
                <a:solidFill>
                  <a:schemeClr val="bg2">
                    <a:alpha val="100000"/>
                  </a:schemeClr>
                </a:solidFill>
                <a:ln w="9525">
                  <a:noFill/>
                </a:ln>
              </p:spPr>
              <p:txBody>
                <a:bodyPr/>
                <a:p>
                  <a:endParaRPr lang="zh-CN" altLang="en-US"/>
                </a:p>
              </p:txBody>
            </p:sp>
            <p:sp>
              <p:nvSpPr>
                <p:cNvPr id="145673" name="Freeform 989"/>
                <p:cNvSpPr/>
                <p:nvPr/>
              </p:nvSpPr>
              <p:spPr>
                <a:xfrm>
                  <a:off x="4852" y="1579"/>
                  <a:ext cx="12" cy="5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82" h="390">
                      <a:moveTo>
                        <a:pt x="25" y="8"/>
                      </a:moveTo>
                      <a:lnTo>
                        <a:pt x="23" y="16"/>
                      </a:lnTo>
                      <a:lnTo>
                        <a:pt x="17" y="38"/>
                      </a:lnTo>
                      <a:lnTo>
                        <a:pt x="11" y="72"/>
                      </a:lnTo>
                      <a:lnTo>
                        <a:pt x="4" y="118"/>
                      </a:lnTo>
                      <a:lnTo>
                        <a:pt x="0" y="174"/>
                      </a:lnTo>
                      <a:lnTo>
                        <a:pt x="0" y="240"/>
                      </a:lnTo>
                      <a:lnTo>
                        <a:pt x="7" y="312"/>
                      </a:lnTo>
                      <a:lnTo>
                        <a:pt x="22" y="390"/>
                      </a:lnTo>
                      <a:lnTo>
                        <a:pt x="78" y="387"/>
                      </a:lnTo>
                      <a:lnTo>
                        <a:pt x="76" y="375"/>
                      </a:lnTo>
                      <a:lnTo>
                        <a:pt x="70" y="343"/>
                      </a:lnTo>
                      <a:lnTo>
                        <a:pt x="63" y="297"/>
                      </a:lnTo>
                      <a:lnTo>
                        <a:pt x="57" y="240"/>
                      </a:lnTo>
                      <a:lnTo>
                        <a:pt x="54" y="178"/>
                      </a:lnTo>
                      <a:lnTo>
                        <a:pt x="56" y="113"/>
                      </a:lnTo>
                      <a:lnTo>
                        <a:pt x="64" y="55"/>
                      </a:lnTo>
                      <a:lnTo>
                        <a:pt x="82" y="4"/>
                      </a:lnTo>
                      <a:lnTo>
                        <a:pt x="82" y="2"/>
                      </a:lnTo>
                      <a:lnTo>
                        <a:pt x="80" y="1"/>
                      </a:lnTo>
                      <a:lnTo>
                        <a:pt x="77" y="0"/>
                      </a:lnTo>
                      <a:lnTo>
                        <a:pt x="70" y="0"/>
                      </a:lnTo>
                      <a:lnTo>
                        <a:pt x="60" y="1"/>
                      </a:lnTo>
                      <a:lnTo>
                        <a:pt x="46" y="3"/>
                      </a:lnTo>
                      <a:lnTo>
                        <a:pt x="25" y="8"/>
                      </a:lnTo>
                      <a:close/>
                    </a:path>
                  </a:pathLst>
                </a:custGeom>
                <a:solidFill>
                  <a:schemeClr val="bg2">
                    <a:alpha val="100000"/>
                  </a:schemeClr>
                </a:solidFill>
                <a:ln w="9525">
                  <a:noFill/>
                </a:ln>
              </p:spPr>
              <p:txBody>
                <a:bodyPr/>
                <a:p>
                  <a:endParaRPr lang="zh-CN" altLang="en-US"/>
                </a:p>
              </p:txBody>
            </p:sp>
            <p:sp>
              <p:nvSpPr>
                <p:cNvPr id="145674" name="Freeform 990"/>
                <p:cNvSpPr/>
                <p:nvPr/>
              </p:nvSpPr>
              <p:spPr>
                <a:xfrm>
                  <a:off x="4853" y="1586"/>
                  <a:ext cx="8" cy="4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9" h="288">
                      <a:moveTo>
                        <a:pt x="18" y="6"/>
                      </a:moveTo>
                      <a:lnTo>
                        <a:pt x="17" y="11"/>
                      </a:lnTo>
                      <a:lnTo>
                        <a:pt x="13" y="27"/>
                      </a:lnTo>
                      <a:lnTo>
                        <a:pt x="7" y="53"/>
                      </a:lnTo>
                      <a:lnTo>
                        <a:pt x="2" y="87"/>
                      </a:lnTo>
                      <a:lnTo>
                        <a:pt x="0" y="130"/>
                      </a:lnTo>
                      <a:lnTo>
                        <a:pt x="0" y="177"/>
                      </a:lnTo>
                      <a:lnTo>
                        <a:pt x="5" y="231"/>
                      </a:lnTo>
                      <a:lnTo>
                        <a:pt x="16" y="288"/>
                      </a:lnTo>
                      <a:lnTo>
                        <a:pt x="57" y="286"/>
                      </a:lnTo>
                      <a:lnTo>
                        <a:pt x="56" y="278"/>
                      </a:lnTo>
                      <a:lnTo>
                        <a:pt x="51" y="254"/>
                      </a:lnTo>
                      <a:lnTo>
                        <a:pt x="47" y="219"/>
                      </a:lnTo>
                      <a:lnTo>
                        <a:pt x="42" y="177"/>
                      </a:lnTo>
                      <a:lnTo>
                        <a:pt x="40" y="131"/>
                      </a:lnTo>
                      <a:lnTo>
                        <a:pt x="41" y="84"/>
                      </a:lnTo>
                      <a:lnTo>
                        <a:pt x="47" y="40"/>
                      </a:lnTo>
                      <a:lnTo>
                        <a:pt x="59" y="3"/>
                      </a:lnTo>
                      <a:lnTo>
                        <a:pt x="59" y="2"/>
                      </a:lnTo>
                      <a:lnTo>
                        <a:pt x="58" y="1"/>
                      </a:lnTo>
                      <a:lnTo>
                        <a:pt x="56" y="0"/>
                      </a:lnTo>
                      <a:lnTo>
                        <a:pt x="51" y="0"/>
                      </a:lnTo>
                      <a:lnTo>
                        <a:pt x="45" y="0"/>
                      </a:lnTo>
                      <a:lnTo>
                        <a:pt x="33" y="2"/>
                      </a:lnTo>
                      <a:lnTo>
                        <a:pt x="18" y="6"/>
                      </a:lnTo>
                      <a:close/>
                    </a:path>
                  </a:pathLst>
                </a:custGeom>
                <a:solidFill>
                  <a:schemeClr val="bg2">
                    <a:alpha val="100000"/>
                  </a:schemeClr>
                </a:solidFill>
                <a:ln w="9525">
                  <a:noFill/>
                </a:ln>
              </p:spPr>
              <p:txBody>
                <a:bodyPr/>
                <a:p>
                  <a:endParaRPr lang="zh-CN" altLang="en-US"/>
                </a:p>
              </p:txBody>
            </p:sp>
            <p:sp>
              <p:nvSpPr>
                <p:cNvPr id="145675" name="Freeform 991"/>
                <p:cNvSpPr/>
                <p:nvPr/>
              </p:nvSpPr>
              <p:spPr>
                <a:xfrm>
                  <a:off x="4972" y="1546"/>
                  <a:ext cx="28" cy="11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98" h="779">
                      <a:moveTo>
                        <a:pt x="198" y="6"/>
                      </a:moveTo>
                      <a:lnTo>
                        <a:pt x="194" y="12"/>
                      </a:lnTo>
                      <a:lnTo>
                        <a:pt x="180" y="31"/>
                      </a:lnTo>
                      <a:lnTo>
                        <a:pt x="163" y="72"/>
                      </a:lnTo>
                      <a:lnTo>
                        <a:pt x="146" y="138"/>
                      </a:lnTo>
                      <a:lnTo>
                        <a:pt x="132" y="236"/>
                      </a:lnTo>
                      <a:lnTo>
                        <a:pt x="125" y="373"/>
                      </a:lnTo>
                      <a:lnTo>
                        <a:pt x="130" y="551"/>
                      </a:lnTo>
                      <a:lnTo>
                        <a:pt x="148" y="779"/>
                      </a:lnTo>
                      <a:lnTo>
                        <a:pt x="37" y="779"/>
                      </a:lnTo>
                      <a:lnTo>
                        <a:pt x="34" y="756"/>
                      </a:lnTo>
                      <a:lnTo>
                        <a:pt x="23" y="693"/>
                      </a:lnTo>
                      <a:lnTo>
                        <a:pt x="13" y="599"/>
                      </a:lnTo>
                      <a:lnTo>
                        <a:pt x="4" y="483"/>
                      </a:lnTo>
                      <a:lnTo>
                        <a:pt x="0" y="357"/>
                      </a:lnTo>
                      <a:lnTo>
                        <a:pt x="7" y="227"/>
                      </a:lnTo>
                      <a:lnTo>
                        <a:pt x="27" y="105"/>
                      </a:lnTo>
                      <a:lnTo>
                        <a:pt x="65" y="0"/>
                      </a:lnTo>
                      <a:lnTo>
                        <a:pt x="198" y="6"/>
                      </a:lnTo>
                      <a:close/>
                    </a:path>
                  </a:pathLst>
                </a:custGeom>
                <a:solidFill>
                  <a:schemeClr val="bg2">
                    <a:alpha val="100000"/>
                  </a:schemeClr>
                </a:solidFill>
                <a:ln w="9525">
                  <a:noFill/>
                </a:ln>
              </p:spPr>
              <p:txBody>
                <a:bodyPr/>
                <a:p>
                  <a:endParaRPr lang="zh-CN" altLang="en-US"/>
                </a:p>
              </p:txBody>
            </p:sp>
            <p:sp>
              <p:nvSpPr>
                <p:cNvPr id="145676" name="Freeform 992"/>
                <p:cNvSpPr/>
                <p:nvPr/>
              </p:nvSpPr>
              <p:spPr>
                <a:xfrm>
                  <a:off x="4973" y="1553"/>
                  <a:ext cx="24" cy="9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69" h="666">
                      <a:moveTo>
                        <a:pt x="169" y="5"/>
                      </a:moveTo>
                      <a:lnTo>
                        <a:pt x="164" y="10"/>
                      </a:lnTo>
                      <a:lnTo>
                        <a:pt x="154" y="27"/>
                      </a:lnTo>
                      <a:lnTo>
                        <a:pt x="139" y="61"/>
                      </a:lnTo>
                      <a:lnTo>
                        <a:pt x="124" y="118"/>
                      </a:lnTo>
                      <a:lnTo>
                        <a:pt x="113" y="201"/>
                      </a:lnTo>
                      <a:lnTo>
                        <a:pt x="107" y="318"/>
                      </a:lnTo>
                      <a:lnTo>
                        <a:pt x="110" y="470"/>
                      </a:lnTo>
                      <a:lnTo>
                        <a:pt x="126" y="666"/>
                      </a:lnTo>
                      <a:lnTo>
                        <a:pt x="31" y="666"/>
                      </a:lnTo>
                      <a:lnTo>
                        <a:pt x="28" y="646"/>
                      </a:lnTo>
                      <a:lnTo>
                        <a:pt x="20" y="592"/>
                      </a:lnTo>
                      <a:lnTo>
                        <a:pt x="11" y="512"/>
                      </a:lnTo>
                      <a:lnTo>
                        <a:pt x="3" y="413"/>
                      </a:lnTo>
                      <a:lnTo>
                        <a:pt x="0" y="305"/>
                      </a:lnTo>
                      <a:lnTo>
                        <a:pt x="6" y="195"/>
                      </a:lnTo>
                      <a:lnTo>
                        <a:pt x="23" y="90"/>
                      </a:lnTo>
                      <a:lnTo>
                        <a:pt x="55" y="0"/>
                      </a:lnTo>
                      <a:lnTo>
                        <a:pt x="169" y="5"/>
                      </a:lnTo>
                      <a:close/>
                    </a:path>
                  </a:pathLst>
                </a:custGeom>
                <a:solidFill>
                  <a:schemeClr val="bg2">
                    <a:alpha val="100000"/>
                  </a:schemeClr>
                </a:solidFill>
                <a:ln w="9525">
                  <a:noFill/>
                </a:ln>
              </p:spPr>
              <p:txBody>
                <a:bodyPr/>
                <a:p>
                  <a:endParaRPr lang="zh-CN" altLang="en-US"/>
                </a:p>
              </p:txBody>
            </p:sp>
            <p:sp>
              <p:nvSpPr>
                <p:cNvPr id="145677" name="Freeform 993"/>
                <p:cNvSpPr/>
                <p:nvPr/>
              </p:nvSpPr>
              <p:spPr>
                <a:xfrm>
                  <a:off x="4974" y="1561"/>
                  <a:ext cx="20" cy="7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40" h="551">
                      <a:moveTo>
                        <a:pt x="140" y="5"/>
                      </a:moveTo>
                      <a:lnTo>
                        <a:pt x="136" y="8"/>
                      </a:lnTo>
                      <a:lnTo>
                        <a:pt x="127" y="23"/>
                      </a:lnTo>
                      <a:lnTo>
                        <a:pt x="116" y="51"/>
                      </a:lnTo>
                      <a:lnTo>
                        <a:pt x="103" y="98"/>
                      </a:lnTo>
                      <a:lnTo>
                        <a:pt x="94" y="167"/>
                      </a:lnTo>
                      <a:lnTo>
                        <a:pt x="90" y="264"/>
                      </a:lnTo>
                      <a:lnTo>
                        <a:pt x="92" y="390"/>
                      </a:lnTo>
                      <a:lnTo>
                        <a:pt x="106" y="551"/>
                      </a:lnTo>
                      <a:lnTo>
                        <a:pt x="27" y="551"/>
                      </a:lnTo>
                      <a:lnTo>
                        <a:pt x="24" y="535"/>
                      </a:lnTo>
                      <a:lnTo>
                        <a:pt x="17" y="490"/>
                      </a:lnTo>
                      <a:lnTo>
                        <a:pt x="9" y="423"/>
                      </a:lnTo>
                      <a:lnTo>
                        <a:pt x="3" y="342"/>
                      </a:lnTo>
                      <a:lnTo>
                        <a:pt x="0" y="252"/>
                      </a:lnTo>
                      <a:lnTo>
                        <a:pt x="5" y="161"/>
                      </a:lnTo>
                      <a:lnTo>
                        <a:pt x="20" y="75"/>
                      </a:lnTo>
                      <a:lnTo>
                        <a:pt x="46" y="0"/>
                      </a:lnTo>
                      <a:lnTo>
                        <a:pt x="140" y="5"/>
                      </a:lnTo>
                      <a:close/>
                    </a:path>
                  </a:pathLst>
                </a:custGeom>
                <a:solidFill>
                  <a:schemeClr val="bg2">
                    <a:alpha val="100000"/>
                  </a:schemeClr>
                </a:solidFill>
                <a:ln w="9525">
                  <a:noFill/>
                </a:ln>
              </p:spPr>
              <p:txBody>
                <a:bodyPr/>
                <a:p>
                  <a:endParaRPr lang="zh-CN" altLang="en-US"/>
                </a:p>
              </p:txBody>
            </p:sp>
            <p:sp>
              <p:nvSpPr>
                <p:cNvPr id="145678" name="Freeform 994"/>
                <p:cNvSpPr/>
                <p:nvPr/>
              </p:nvSpPr>
              <p:spPr>
                <a:xfrm>
                  <a:off x="4975" y="1569"/>
                  <a:ext cx="16" cy="62"/>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1" h="437">
                      <a:moveTo>
                        <a:pt x="111" y="4"/>
                      </a:moveTo>
                      <a:lnTo>
                        <a:pt x="108" y="7"/>
                      </a:lnTo>
                      <a:lnTo>
                        <a:pt x="101" y="18"/>
                      </a:lnTo>
                      <a:lnTo>
                        <a:pt x="92" y="41"/>
                      </a:lnTo>
                      <a:lnTo>
                        <a:pt x="82" y="77"/>
                      </a:lnTo>
                      <a:lnTo>
                        <a:pt x="75" y="133"/>
                      </a:lnTo>
                      <a:lnTo>
                        <a:pt x="70" y="208"/>
                      </a:lnTo>
                      <a:lnTo>
                        <a:pt x="72" y="309"/>
                      </a:lnTo>
                      <a:lnTo>
                        <a:pt x="83" y="437"/>
                      </a:lnTo>
                      <a:lnTo>
                        <a:pt x="21" y="437"/>
                      </a:lnTo>
                      <a:lnTo>
                        <a:pt x="19" y="424"/>
                      </a:lnTo>
                      <a:lnTo>
                        <a:pt x="13" y="389"/>
                      </a:lnTo>
                      <a:lnTo>
                        <a:pt x="7" y="336"/>
                      </a:lnTo>
                      <a:lnTo>
                        <a:pt x="3" y="272"/>
                      </a:lnTo>
                      <a:lnTo>
                        <a:pt x="0" y="200"/>
                      </a:lnTo>
                      <a:lnTo>
                        <a:pt x="5" y="128"/>
                      </a:lnTo>
                      <a:lnTo>
                        <a:pt x="16" y="59"/>
                      </a:lnTo>
                      <a:lnTo>
                        <a:pt x="37" y="0"/>
                      </a:lnTo>
                      <a:lnTo>
                        <a:pt x="111" y="4"/>
                      </a:lnTo>
                      <a:close/>
                    </a:path>
                  </a:pathLst>
                </a:custGeom>
                <a:solidFill>
                  <a:schemeClr val="bg2">
                    <a:alpha val="100000"/>
                  </a:schemeClr>
                </a:solidFill>
                <a:ln w="9525">
                  <a:noFill/>
                </a:ln>
              </p:spPr>
              <p:txBody>
                <a:bodyPr/>
                <a:p>
                  <a:endParaRPr lang="zh-CN" altLang="en-US"/>
                </a:p>
              </p:txBody>
            </p:sp>
            <p:sp>
              <p:nvSpPr>
                <p:cNvPr id="145679" name="Freeform 995"/>
                <p:cNvSpPr/>
                <p:nvPr/>
              </p:nvSpPr>
              <p:spPr>
                <a:xfrm>
                  <a:off x="4976" y="1577"/>
                  <a:ext cx="12" cy="4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82" h="322">
                      <a:moveTo>
                        <a:pt x="82" y="3"/>
                      </a:moveTo>
                      <a:lnTo>
                        <a:pt x="79" y="5"/>
                      </a:lnTo>
                      <a:lnTo>
                        <a:pt x="75" y="13"/>
                      </a:lnTo>
                      <a:lnTo>
                        <a:pt x="67" y="30"/>
                      </a:lnTo>
                      <a:lnTo>
                        <a:pt x="60" y="57"/>
                      </a:lnTo>
                      <a:lnTo>
                        <a:pt x="54" y="98"/>
                      </a:lnTo>
                      <a:lnTo>
                        <a:pt x="52" y="154"/>
                      </a:lnTo>
                      <a:lnTo>
                        <a:pt x="53" y="228"/>
                      </a:lnTo>
                      <a:lnTo>
                        <a:pt x="61" y="322"/>
                      </a:lnTo>
                      <a:lnTo>
                        <a:pt x="15" y="322"/>
                      </a:lnTo>
                      <a:lnTo>
                        <a:pt x="14" y="313"/>
                      </a:lnTo>
                      <a:lnTo>
                        <a:pt x="9" y="287"/>
                      </a:lnTo>
                      <a:lnTo>
                        <a:pt x="5" y="247"/>
                      </a:lnTo>
                      <a:lnTo>
                        <a:pt x="1" y="200"/>
                      </a:lnTo>
                      <a:lnTo>
                        <a:pt x="0" y="147"/>
                      </a:lnTo>
                      <a:lnTo>
                        <a:pt x="3" y="95"/>
                      </a:lnTo>
                      <a:lnTo>
                        <a:pt x="11" y="44"/>
                      </a:lnTo>
                      <a:lnTo>
                        <a:pt x="27" y="0"/>
                      </a:lnTo>
                      <a:lnTo>
                        <a:pt x="82" y="3"/>
                      </a:lnTo>
                      <a:close/>
                    </a:path>
                  </a:pathLst>
                </a:custGeom>
                <a:solidFill>
                  <a:schemeClr val="bg2">
                    <a:alpha val="100000"/>
                  </a:schemeClr>
                </a:solidFill>
                <a:ln w="9525">
                  <a:noFill/>
                </a:ln>
              </p:spPr>
              <p:txBody>
                <a:bodyPr/>
                <a:p>
                  <a:endParaRPr lang="zh-CN" altLang="en-US"/>
                </a:p>
              </p:txBody>
            </p:sp>
            <p:sp>
              <p:nvSpPr>
                <p:cNvPr id="145680" name="Rectangle 996"/>
                <p:cNvSpPr/>
                <p:nvPr/>
              </p:nvSpPr>
              <p:spPr>
                <a:xfrm>
                  <a:off x="4824" y="1565"/>
                  <a:ext cx="4" cy="146"/>
                </a:xfrm>
                <a:prstGeom prst="rect">
                  <a:avLst/>
                </a:prstGeom>
                <a:solidFill>
                  <a:srgbClr val="DDDDDD"/>
                </a:solidFill>
                <a:ln w="9525">
                  <a:noFill/>
                </a:ln>
              </p:spPr>
              <p:txBody>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45681" name="Freeform 997"/>
                <p:cNvSpPr/>
                <p:nvPr/>
              </p:nvSpPr>
              <p:spPr>
                <a:xfrm>
                  <a:off x="4876" y="1563"/>
                  <a:ext cx="57" cy="67"/>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398" h="469">
                      <a:moveTo>
                        <a:pt x="37" y="44"/>
                      </a:moveTo>
                      <a:lnTo>
                        <a:pt x="33" y="53"/>
                      </a:lnTo>
                      <a:lnTo>
                        <a:pt x="27" y="79"/>
                      </a:lnTo>
                      <a:lnTo>
                        <a:pt x="17" y="120"/>
                      </a:lnTo>
                      <a:lnTo>
                        <a:pt x="8" y="174"/>
                      </a:lnTo>
                      <a:lnTo>
                        <a:pt x="1" y="238"/>
                      </a:lnTo>
                      <a:lnTo>
                        <a:pt x="0" y="309"/>
                      </a:lnTo>
                      <a:lnTo>
                        <a:pt x="7" y="387"/>
                      </a:lnTo>
                      <a:lnTo>
                        <a:pt x="24" y="469"/>
                      </a:lnTo>
                      <a:lnTo>
                        <a:pt x="24" y="466"/>
                      </a:lnTo>
                      <a:lnTo>
                        <a:pt x="24" y="455"/>
                      </a:lnTo>
                      <a:lnTo>
                        <a:pt x="24" y="438"/>
                      </a:lnTo>
                      <a:lnTo>
                        <a:pt x="24" y="417"/>
                      </a:lnTo>
                      <a:lnTo>
                        <a:pt x="27" y="391"/>
                      </a:lnTo>
                      <a:lnTo>
                        <a:pt x="30" y="363"/>
                      </a:lnTo>
                      <a:lnTo>
                        <a:pt x="35" y="332"/>
                      </a:lnTo>
                      <a:lnTo>
                        <a:pt x="41" y="300"/>
                      </a:lnTo>
                      <a:lnTo>
                        <a:pt x="52" y="268"/>
                      </a:lnTo>
                      <a:lnTo>
                        <a:pt x="64" y="237"/>
                      </a:lnTo>
                      <a:lnTo>
                        <a:pt x="79" y="207"/>
                      </a:lnTo>
                      <a:lnTo>
                        <a:pt x="99" y="179"/>
                      </a:lnTo>
                      <a:lnTo>
                        <a:pt x="123" y="155"/>
                      </a:lnTo>
                      <a:lnTo>
                        <a:pt x="150" y="136"/>
                      </a:lnTo>
                      <a:lnTo>
                        <a:pt x="183" y="122"/>
                      </a:lnTo>
                      <a:lnTo>
                        <a:pt x="221" y="114"/>
                      </a:lnTo>
                      <a:lnTo>
                        <a:pt x="223" y="112"/>
                      </a:lnTo>
                      <a:lnTo>
                        <a:pt x="230" y="107"/>
                      </a:lnTo>
                      <a:lnTo>
                        <a:pt x="242" y="99"/>
                      </a:lnTo>
                      <a:lnTo>
                        <a:pt x="260" y="88"/>
                      </a:lnTo>
                      <a:lnTo>
                        <a:pt x="284" y="74"/>
                      </a:lnTo>
                      <a:lnTo>
                        <a:pt x="315" y="58"/>
                      </a:lnTo>
                      <a:lnTo>
                        <a:pt x="352" y="39"/>
                      </a:lnTo>
                      <a:lnTo>
                        <a:pt x="398" y="19"/>
                      </a:lnTo>
                      <a:lnTo>
                        <a:pt x="396" y="17"/>
                      </a:lnTo>
                      <a:lnTo>
                        <a:pt x="389" y="16"/>
                      </a:lnTo>
                      <a:lnTo>
                        <a:pt x="379" y="14"/>
                      </a:lnTo>
                      <a:lnTo>
                        <a:pt x="364" y="12"/>
                      </a:lnTo>
                      <a:lnTo>
                        <a:pt x="347" y="8"/>
                      </a:lnTo>
                      <a:lnTo>
                        <a:pt x="326" y="6"/>
                      </a:lnTo>
                      <a:lnTo>
                        <a:pt x="302" y="4"/>
                      </a:lnTo>
                      <a:lnTo>
                        <a:pt x="277" y="1"/>
                      </a:lnTo>
                      <a:lnTo>
                        <a:pt x="250" y="0"/>
                      </a:lnTo>
                      <a:lnTo>
                        <a:pt x="221" y="1"/>
                      </a:lnTo>
                      <a:lnTo>
                        <a:pt x="191" y="3"/>
                      </a:lnTo>
                      <a:lnTo>
                        <a:pt x="160" y="6"/>
                      </a:lnTo>
                      <a:lnTo>
                        <a:pt x="129" y="12"/>
                      </a:lnTo>
                      <a:lnTo>
                        <a:pt x="97" y="20"/>
                      </a:lnTo>
                      <a:lnTo>
                        <a:pt x="67" y="30"/>
                      </a:lnTo>
                      <a:lnTo>
                        <a:pt x="37" y="44"/>
                      </a:lnTo>
                      <a:close/>
                    </a:path>
                  </a:pathLst>
                </a:custGeom>
                <a:solidFill>
                  <a:srgbClr val="999999">
                    <a:alpha val="100000"/>
                  </a:srgbClr>
                </a:solidFill>
                <a:ln w="9525">
                  <a:noFill/>
                </a:ln>
              </p:spPr>
              <p:txBody>
                <a:bodyPr/>
                <a:p>
                  <a:endParaRPr lang="zh-CN" altLang="en-US"/>
                </a:p>
              </p:txBody>
            </p:sp>
            <p:sp>
              <p:nvSpPr>
                <p:cNvPr id="145682" name="Freeform 998"/>
                <p:cNvSpPr/>
                <p:nvPr/>
              </p:nvSpPr>
              <p:spPr>
                <a:xfrm>
                  <a:off x="4797" y="1613"/>
                  <a:ext cx="46" cy="13"/>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325" h="89">
                      <a:moveTo>
                        <a:pt x="0" y="57"/>
                      </a:moveTo>
                      <a:lnTo>
                        <a:pt x="0" y="55"/>
                      </a:lnTo>
                      <a:lnTo>
                        <a:pt x="2" y="52"/>
                      </a:lnTo>
                      <a:lnTo>
                        <a:pt x="6" y="47"/>
                      </a:lnTo>
                      <a:lnTo>
                        <a:pt x="12" y="41"/>
                      </a:lnTo>
                      <a:lnTo>
                        <a:pt x="20" y="34"/>
                      </a:lnTo>
                      <a:lnTo>
                        <a:pt x="29" y="27"/>
                      </a:lnTo>
                      <a:lnTo>
                        <a:pt x="41" y="20"/>
                      </a:lnTo>
                      <a:lnTo>
                        <a:pt x="57" y="13"/>
                      </a:lnTo>
                      <a:lnTo>
                        <a:pt x="77" y="7"/>
                      </a:lnTo>
                      <a:lnTo>
                        <a:pt x="98" y="3"/>
                      </a:lnTo>
                      <a:lnTo>
                        <a:pt x="126" y="0"/>
                      </a:lnTo>
                      <a:lnTo>
                        <a:pt x="156" y="0"/>
                      </a:lnTo>
                      <a:lnTo>
                        <a:pt x="191" y="3"/>
                      </a:lnTo>
                      <a:lnTo>
                        <a:pt x="230" y="8"/>
                      </a:lnTo>
                      <a:lnTo>
                        <a:pt x="275" y="18"/>
                      </a:lnTo>
                      <a:lnTo>
                        <a:pt x="325" y="31"/>
                      </a:lnTo>
                      <a:lnTo>
                        <a:pt x="318" y="51"/>
                      </a:lnTo>
                      <a:lnTo>
                        <a:pt x="316" y="50"/>
                      </a:lnTo>
                      <a:lnTo>
                        <a:pt x="308" y="47"/>
                      </a:lnTo>
                      <a:lnTo>
                        <a:pt x="295" y="44"/>
                      </a:lnTo>
                      <a:lnTo>
                        <a:pt x="279" y="39"/>
                      </a:lnTo>
                      <a:lnTo>
                        <a:pt x="260" y="35"/>
                      </a:lnTo>
                      <a:lnTo>
                        <a:pt x="238" y="30"/>
                      </a:lnTo>
                      <a:lnTo>
                        <a:pt x="214" y="27"/>
                      </a:lnTo>
                      <a:lnTo>
                        <a:pt x="188" y="24"/>
                      </a:lnTo>
                      <a:lnTo>
                        <a:pt x="161" y="23"/>
                      </a:lnTo>
                      <a:lnTo>
                        <a:pt x="134" y="23"/>
                      </a:lnTo>
                      <a:lnTo>
                        <a:pt x="108" y="26"/>
                      </a:lnTo>
                      <a:lnTo>
                        <a:pt x="82" y="31"/>
                      </a:lnTo>
                      <a:lnTo>
                        <a:pt x="58" y="41"/>
                      </a:lnTo>
                      <a:lnTo>
                        <a:pt x="36" y="52"/>
                      </a:lnTo>
                      <a:lnTo>
                        <a:pt x="16" y="68"/>
                      </a:lnTo>
                      <a:lnTo>
                        <a:pt x="0" y="89"/>
                      </a:lnTo>
                      <a:lnTo>
                        <a:pt x="0" y="57"/>
                      </a:lnTo>
                      <a:close/>
                    </a:path>
                  </a:pathLst>
                </a:custGeom>
                <a:solidFill>
                  <a:srgbClr val="000000">
                    <a:alpha val="100000"/>
                  </a:srgbClr>
                </a:solidFill>
                <a:ln w="9525">
                  <a:noFill/>
                </a:ln>
              </p:spPr>
              <p:txBody>
                <a:bodyPr/>
                <a:p>
                  <a:endParaRPr lang="zh-CN" altLang="en-US"/>
                </a:p>
              </p:txBody>
            </p:sp>
            <p:sp>
              <p:nvSpPr>
                <p:cNvPr id="145683" name="Freeform 999"/>
                <p:cNvSpPr/>
                <p:nvPr/>
              </p:nvSpPr>
              <p:spPr>
                <a:xfrm>
                  <a:off x="4797" y="1583"/>
                  <a:ext cx="46" cy="13"/>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325" h="89">
                      <a:moveTo>
                        <a:pt x="0" y="56"/>
                      </a:moveTo>
                      <a:lnTo>
                        <a:pt x="0" y="55"/>
                      </a:lnTo>
                      <a:lnTo>
                        <a:pt x="2" y="52"/>
                      </a:lnTo>
                      <a:lnTo>
                        <a:pt x="6" y="47"/>
                      </a:lnTo>
                      <a:lnTo>
                        <a:pt x="12" y="40"/>
                      </a:lnTo>
                      <a:lnTo>
                        <a:pt x="20" y="33"/>
                      </a:lnTo>
                      <a:lnTo>
                        <a:pt x="29" y="27"/>
                      </a:lnTo>
                      <a:lnTo>
                        <a:pt x="41" y="18"/>
                      </a:lnTo>
                      <a:lnTo>
                        <a:pt x="57" y="13"/>
                      </a:lnTo>
                      <a:lnTo>
                        <a:pt x="77" y="7"/>
                      </a:lnTo>
                      <a:lnTo>
                        <a:pt x="98" y="2"/>
                      </a:lnTo>
                      <a:lnTo>
                        <a:pt x="126" y="0"/>
                      </a:lnTo>
                      <a:lnTo>
                        <a:pt x="156" y="0"/>
                      </a:lnTo>
                      <a:lnTo>
                        <a:pt x="191" y="2"/>
                      </a:lnTo>
                      <a:lnTo>
                        <a:pt x="230" y="8"/>
                      </a:lnTo>
                      <a:lnTo>
                        <a:pt x="275" y="17"/>
                      </a:lnTo>
                      <a:lnTo>
                        <a:pt x="325" y="31"/>
                      </a:lnTo>
                      <a:lnTo>
                        <a:pt x="318" y="49"/>
                      </a:lnTo>
                      <a:lnTo>
                        <a:pt x="316" y="48"/>
                      </a:lnTo>
                      <a:lnTo>
                        <a:pt x="308" y="46"/>
                      </a:lnTo>
                      <a:lnTo>
                        <a:pt x="295" y="43"/>
                      </a:lnTo>
                      <a:lnTo>
                        <a:pt x="279" y="38"/>
                      </a:lnTo>
                      <a:lnTo>
                        <a:pt x="260" y="35"/>
                      </a:lnTo>
                      <a:lnTo>
                        <a:pt x="238" y="30"/>
                      </a:lnTo>
                      <a:lnTo>
                        <a:pt x="214" y="27"/>
                      </a:lnTo>
                      <a:lnTo>
                        <a:pt x="188" y="23"/>
                      </a:lnTo>
                      <a:lnTo>
                        <a:pt x="161" y="22"/>
                      </a:lnTo>
                      <a:lnTo>
                        <a:pt x="134" y="23"/>
                      </a:lnTo>
                      <a:lnTo>
                        <a:pt x="108" y="25"/>
                      </a:lnTo>
                      <a:lnTo>
                        <a:pt x="82" y="31"/>
                      </a:lnTo>
                      <a:lnTo>
                        <a:pt x="58" y="40"/>
                      </a:lnTo>
                      <a:lnTo>
                        <a:pt x="36" y="52"/>
                      </a:lnTo>
                      <a:lnTo>
                        <a:pt x="16" y="68"/>
                      </a:lnTo>
                      <a:lnTo>
                        <a:pt x="0" y="89"/>
                      </a:lnTo>
                      <a:lnTo>
                        <a:pt x="0" y="56"/>
                      </a:lnTo>
                      <a:close/>
                    </a:path>
                  </a:pathLst>
                </a:custGeom>
                <a:solidFill>
                  <a:srgbClr val="000000">
                    <a:alpha val="100000"/>
                  </a:srgbClr>
                </a:solidFill>
                <a:ln w="9525">
                  <a:noFill/>
                </a:ln>
              </p:spPr>
              <p:txBody>
                <a:bodyPr/>
                <a:p>
                  <a:endParaRPr lang="zh-CN" altLang="en-US"/>
                </a:p>
              </p:txBody>
            </p:sp>
            <p:sp>
              <p:nvSpPr>
                <p:cNvPr id="145684" name="Freeform 1000"/>
                <p:cNvSpPr/>
                <p:nvPr/>
              </p:nvSpPr>
              <p:spPr>
                <a:xfrm>
                  <a:off x="4841" y="1568"/>
                  <a:ext cx="75" cy="13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28" h="975">
                      <a:moveTo>
                        <a:pt x="0" y="0"/>
                      </a:moveTo>
                      <a:lnTo>
                        <a:pt x="0" y="943"/>
                      </a:lnTo>
                      <a:lnTo>
                        <a:pt x="159" y="975"/>
                      </a:lnTo>
                      <a:lnTo>
                        <a:pt x="152" y="848"/>
                      </a:lnTo>
                      <a:lnTo>
                        <a:pt x="528" y="905"/>
                      </a:lnTo>
                      <a:lnTo>
                        <a:pt x="521" y="855"/>
                      </a:lnTo>
                      <a:lnTo>
                        <a:pt x="261" y="822"/>
                      </a:lnTo>
                      <a:lnTo>
                        <a:pt x="254" y="713"/>
                      </a:lnTo>
                      <a:lnTo>
                        <a:pt x="77" y="713"/>
                      </a:lnTo>
                      <a:lnTo>
                        <a:pt x="72" y="699"/>
                      </a:lnTo>
                      <a:lnTo>
                        <a:pt x="60" y="659"/>
                      </a:lnTo>
                      <a:lnTo>
                        <a:pt x="44" y="595"/>
                      </a:lnTo>
                      <a:lnTo>
                        <a:pt x="28" y="511"/>
                      </a:lnTo>
                      <a:lnTo>
                        <a:pt x="16" y="410"/>
                      </a:lnTo>
                      <a:lnTo>
                        <a:pt x="12" y="294"/>
                      </a:lnTo>
                      <a:lnTo>
                        <a:pt x="21" y="167"/>
                      </a:lnTo>
                      <a:lnTo>
                        <a:pt x="45" y="32"/>
                      </a:lnTo>
                      <a:lnTo>
                        <a:pt x="0" y="0"/>
                      </a:lnTo>
                      <a:close/>
                    </a:path>
                  </a:pathLst>
                </a:custGeom>
                <a:solidFill>
                  <a:schemeClr val="bg2">
                    <a:alpha val="100000"/>
                  </a:schemeClr>
                </a:solidFill>
                <a:ln w="9525">
                  <a:noFill/>
                </a:ln>
              </p:spPr>
              <p:txBody>
                <a:bodyPr/>
                <a:p>
                  <a:endParaRPr lang="zh-CN" altLang="en-US"/>
                </a:p>
              </p:txBody>
            </p:sp>
            <p:sp>
              <p:nvSpPr>
                <p:cNvPr id="145685" name="Freeform 1001"/>
                <p:cNvSpPr/>
                <p:nvPr/>
              </p:nvSpPr>
              <p:spPr>
                <a:xfrm>
                  <a:off x="4878" y="1536"/>
                  <a:ext cx="97" cy="1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678" h="133">
                      <a:moveTo>
                        <a:pt x="0" y="133"/>
                      </a:moveTo>
                      <a:lnTo>
                        <a:pt x="4" y="132"/>
                      </a:lnTo>
                      <a:lnTo>
                        <a:pt x="15" y="127"/>
                      </a:lnTo>
                      <a:lnTo>
                        <a:pt x="32" y="122"/>
                      </a:lnTo>
                      <a:lnTo>
                        <a:pt x="56" y="114"/>
                      </a:lnTo>
                      <a:lnTo>
                        <a:pt x="86" y="104"/>
                      </a:lnTo>
                      <a:lnTo>
                        <a:pt x="120" y="95"/>
                      </a:lnTo>
                      <a:lnTo>
                        <a:pt x="160" y="86"/>
                      </a:lnTo>
                      <a:lnTo>
                        <a:pt x="204" y="78"/>
                      </a:lnTo>
                      <a:lnTo>
                        <a:pt x="252" y="70"/>
                      </a:lnTo>
                      <a:lnTo>
                        <a:pt x="303" y="64"/>
                      </a:lnTo>
                      <a:lnTo>
                        <a:pt x="358" y="60"/>
                      </a:lnTo>
                      <a:lnTo>
                        <a:pt x="414" y="58"/>
                      </a:lnTo>
                      <a:lnTo>
                        <a:pt x="474" y="60"/>
                      </a:lnTo>
                      <a:lnTo>
                        <a:pt x="534" y="65"/>
                      </a:lnTo>
                      <a:lnTo>
                        <a:pt x="596" y="74"/>
                      </a:lnTo>
                      <a:lnTo>
                        <a:pt x="659" y="88"/>
                      </a:lnTo>
                      <a:lnTo>
                        <a:pt x="678" y="0"/>
                      </a:lnTo>
                      <a:lnTo>
                        <a:pt x="674" y="0"/>
                      </a:lnTo>
                      <a:lnTo>
                        <a:pt x="659" y="0"/>
                      </a:lnTo>
                      <a:lnTo>
                        <a:pt x="636" y="0"/>
                      </a:lnTo>
                      <a:lnTo>
                        <a:pt x="606" y="1"/>
                      </a:lnTo>
                      <a:lnTo>
                        <a:pt x="570" y="2"/>
                      </a:lnTo>
                      <a:lnTo>
                        <a:pt x="527" y="3"/>
                      </a:lnTo>
                      <a:lnTo>
                        <a:pt x="480" y="7"/>
                      </a:lnTo>
                      <a:lnTo>
                        <a:pt x="430" y="9"/>
                      </a:lnTo>
                      <a:lnTo>
                        <a:pt x="376" y="14"/>
                      </a:lnTo>
                      <a:lnTo>
                        <a:pt x="320" y="18"/>
                      </a:lnTo>
                      <a:lnTo>
                        <a:pt x="264" y="24"/>
                      </a:lnTo>
                      <a:lnTo>
                        <a:pt x="208" y="32"/>
                      </a:lnTo>
                      <a:lnTo>
                        <a:pt x="152" y="40"/>
                      </a:lnTo>
                      <a:lnTo>
                        <a:pt x="98" y="50"/>
                      </a:lnTo>
                      <a:lnTo>
                        <a:pt x="47" y="62"/>
                      </a:lnTo>
                      <a:lnTo>
                        <a:pt x="0" y="76"/>
                      </a:lnTo>
                      <a:lnTo>
                        <a:pt x="0" y="133"/>
                      </a:lnTo>
                      <a:close/>
                    </a:path>
                  </a:pathLst>
                </a:custGeom>
                <a:solidFill>
                  <a:schemeClr val="bg2">
                    <a:alpha val="100000"/>
                  </a:schemeClr>
                </a:solidFill>
                <a:ln w="9525">
                  <a:noFill/>
                </a:ln>
              </p:spPr>
              <p:txBody>
                <a:bodyPr/>
                <a:p>
                  <a:endParaRPr lang="zh-CN" altLang="en-US"/>
                </a:p>
              </p:txBody>
            </p:sp>
            <p:sp>
              <p:nvSpPr>
                <p:cNvPr id="145686" name="Freeform 1002"/>
                <p:cNvSpPr/>
                <p:nvPr/>
              </p:nvSpPr>
              <p:spPr>
                <a:xfrm>
                  <a:off x="4821" y="1711"/>
                  <a:ext cx="163" cy="54"/>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42" h="379">
                      <a:moveTo>
                        <a:pt x="482" y="367"/>
                      </a:moveTo>
                      <a:lnTo>
                        <a:pt x="485" y="366"/>
                      </a:lnTo>
                      <a:lnTo>
                        <a:pt x="492" y="363"/>
                      </a:lnTo>
                      <a:lnTo>
                        <a:pt x="502" y="359"/>
                      </a:lnTo>
                      <a:lnTo>
                        <a:pt x="516" y="353"/>
                      </a:lnTo>
                      <a:lnTo>
                        <a:pt x="533" y="346"/>
                      </a:lnTo>
                      <a:lnTo>
                        <a:pt x="551" y="338"/>
                      </a:lnTo>
                      <a:lnTo>
                        <a:pt x="572" y="328"/>
                      </a:lnTo>
                      <a:lnTo>
                        <a:pt x="593" y="317"/>
                      </a:lnTo>
                      <a:lnTo>
                        <a:pt x="616" y="306"/>
                      </a:lnTo>
                      <a:lnTo>
                        <a:pt x="638" y="292"/>
                      </a:lnTo>
                      <a:lnTo>
                        <a:pt x="660" y="279"/>
                      </a:lnTo>
                      <a:lnTo>
                        <a:pt x="680" y="264"/>
                      </a:lnTo>
                      <a:lnTo>
                        <a:pt x="700" y="249"/>
                      </a:lnTo>
                      <a:lnTo>
                        <a:pt x="717" y="233"/>
                      </a:lnTo>
                      <a:lnTo>
                        <a:pt x="732" y="217"/>
                      </a:lnTo>
                      <a:lnTo>
                        <a:pt x="743" y="201"/>
                      </a:lnTo>
                      <a:lnTo>
                        <a:pt x="0" y="20"/>
                      </a:lnTo>
                      <a:lnTo>
                        <a:pt x="57" y="0"/>
                      </a:lnTo>
                      <a:lnTo>
                        <a:pt x="1142" y="267"/>
                      </a:lnTo>
                      <a:lnTo>
                        <a:pt x="1098" y="292"/>
                      </a:lnTo>
                      <a:lnTo>
                        <a:pt x="784" y="212"/>
                      </a:lnTo>
                      <a:lnTo>
                        <a:pt x="783" y="213"/>
                      </a:lnTo>
                      <a:lnTo>
                        <a:pt x="781" y="216"/>
                      </a:lnTo>
                      <a:lnTo>
                        <a:pt x="776" y="221"/>
                      </a:lnTo>
                      <a:lnTo>
                        <a:pt x="769" y="228"/>
                      </a:lnTo>
                      <a:lnTo>
                        <a:pt x="761" y="237"/>
                      </a:lnTo>
                      <a:lnTo>
                        <a:pt x="750" y="246"/>
                      </a:lnTo>
                      <a:lnTo>
                        <a:pt x="737" y="258"/>
                      </a:lnTo>
                      <a:lnTo>
                        <a:pt x="721" y="269"/>
                      </a:lnTo>
                      <a:lnTo>
                        <a:pt x="703" y="282"/>
                      </a:lnTo>
                      <a:lnTo>
                        <a:pt x="684" y="295"/>
                      </a:lnTo>
                      <a:lnTo>
                        <a:pt x="660" y="309"/>
                      </a:lnTo>
                      <a:lnTo>
                        <a:pt x="635" y="323"/>
                      </a:lnTo>
                      <a:lnTo>
                        <a:pt x="606" y="338"/>
                      </a:lnTo>
                      <a:lnTo>
                        <a:pt x="574" y="352"/>
                      </a:lnTo>
                      <a:lnTo>
                        <a:pt x="540" y="366"/>
                      </a:lnTo>
                      <a:lnTo>
                        <a:pt x="502" y="379"/>
                      </a:lnTo>
                      <a:lnTo>
                        <a:pt x="482" y="367"/>
                      </a:lnTo>
                      <a:close/>
                    </a:path>
                  </a:pathLst>
                </a:custGeom>
                <a:solidFill>
                  <a:srgbClr val="000000">
                    <a:alpha val="100000"/>
                  </a:srgbClr>
                </a:solidFill>
                <a:ln w="9525">
                  <a:noFill/>
                </a:ln>
              </p:spPr>
              <p:txBody>
                <a:bodyPr/>
                <a:p>
                  <a:endParaRPr lang="zh-CN" altLang="en-US"/>
                </a:p>
              </p:txBody>
            </p:sp>
            <p:sp>
              <p:nvSpPr>
                <p:cNvPr id="145687" name="Freeform 1003"/>
                <p:cNvSpPr/>
                <p:nvPr/>
              </p:nvSpPr>
              <p:spPr>
                <a:xfrm>
                  <a:off x="4787" y="1725"/>
                  <a:ext cx="167" cy="48"/>
                </a:xfrm>
                <a:custGeom>
                  <a:avLst/>
                  <a:gdLst/>
                  <a:ahLst/>
                  <a:cxnLst>
                    <a:cxn ang="0">
                      <a:pos x="0" y="0"/>
                    </a:cxn>
                    <a:cxn ang="0">
                      <a:pos x="0" y="0"/>
                    </a:cxn>
                    <a:cxn ang="0">
                      <a:pos x="0" y="0"/>
                    </a:cxn>
                    <a:cxn ang="0">
                      <a:pos x="0" y="0"/>
                    </a:cxn>
                    <a:cxn ang="0">
                      <a:pos x="0" y="0"/>
                    </a:cxn>
                  </a:cxnLst>
                  <a:pathLst>
                    <a:path w="1163" h="340">
                      <a:moveTo>
                        <a:pt x="0" y="0"/>
                      </a:moveTo>
                      <a:lnTo>
                        <a:pt x="1137" y="340"/>
                      </a:lnTo>
                      <a:lnTo>
                        <a:pt x="1163" y="340"/>
                      </a:lnTo>
                      <a:lnTo>
                        <a:pt x="34" y="0"/>
                      </a:lnTo>
                      <a:lnTo>
                        <a:pt x="0" y="0"/>
                      </a:lnTo>
                      <a:close/>
                    </a:path>
                  </a:pathLst>
                </a:custGeom>
                <a:solidFill>
                  <a:srgbClr val="000000">
                    <a:alpha val="100000"/>
                  </a:srgbClr>
                </a:solidFill>
                <a:ln w="9525">
                  <a:noFill/>
                </a:ln>
              </p:spPr>
              <p:txBody>
                <a:bodyPr/>
                <a:p>
                  <a:endParaRPr lang="zh-CN" altLang="en-US"/>
                </a:p>
              </p:txBody>
            </p:sp>
            <p:sp>
              <p:nvSpPr>
                <p:cNvPr id="145688" name="Freeform 1004"/>
                <p:cNvSpPr/>
                <p:nvPr/>
              </p:nvSpPr>
              <p:spPr>
                <a:xfrm>
                  <a:off x="4815" y="1718"/>
                  <a:ext cx="164" cy="44"/>
                </a:xfrm>
                <a:custGeom>
                  <a:avLst/>
                  <a:gdLst/>
                  <a:ahLst/>
                  <a:cxnLst>
                    <a:cxn ang="0">
                      <a:pos x="0" y="0"/>
                    </a:cxn>
                    <a:cxn ang="0">
                      <a:pos x="0" y="0"/>
                    </a:cxn>
                    <a:cxn ang="0">
                      <a:pos x="0" y="0"/>
                    </a:cxn>
                    <a:cxn ang="0">
                      <a:pos x="0" y="0"/>
                    </a:cxn>
                    <a:cxn ang="0">
                      <a:pos x="0" y="0"/>
                    </a:cxn>
                  </a:cxnLst>
                  <a:pathLst>
                    <a:path w="1149" h="303">
                      <a:moveTo>
                        <a:pt x="0" y="1"/>
                      </a:moveTo>
                      <a:lnTo>
                        <a:pt x="1124" y="303"/>
                      </a:lnTo>
                      <a:lnTo>
                        <a:pt x="1149" y="302"/>
                      </a:lnTo>
                      <a:lnTo>
                        <a:pt x="34" y="0"/>
                      </a:lnTo>
                      <a:lnTo>
                        <a:pt x="0" y="1"/>
                      </a:lnTo>
                      <a:close/>
                    </a:path>
                  </a:pathLst>
                </a:custGeom>
                <a:solidFill>
                  <a:srgbClr val="000000">
                    <a:alpha val="100000"/>
                  </a:srgbClr>
                </a:solidFill>
                <a:ln w="9525">
                  <a:noFill/>
                </a:ln>
              </p:spPr>
              <p:txBody>
                <a:bodyPr/>
                <a:p>
                  <a:endParaRPr lang="zh-CN" altLang="en-US"/>
                </a:p>
              </p:txBody>
            </p:sp>
            <p:sp>
              <p:nvSpPr>
                <p:cNvPr id="145689" name="Freeform 1005"/>
                <p:cNvSpPr/>
                <p:nvPr/>
              </p:nvSpPr>
              <p:spPr>
                <a:xfrm>
                  <a:off x="4802" y="1721"/>
                  <a:ext cx="165" cy="48"/>
                </a:xfrm>
                <a:custGeom>
                  <a:avLst/>
                  <a:gdLst/>
                  <a:ahLst/>
                  <a:cxnLst>
                    <a:cxn ang="0">
                      <a:pos x="0" y="0"/>
                    </a:cxn>
                    <a:cxn ang="0">
                      <a:pos x="0" y="0"/>
                    </a:cxn>
                    <a:cxn ang="0">
                      <a:pos x="0" y="0"/>
                    </a:cxn>
                    <a:cxn ang="0">
                      <a:pos x="0" y="0"/>
                    </a:cxn>
                    <a:cxn ang="0">
                      <a:pos x="0" y="0"/>
                    </a:cxn>
                  </a:cxnLst>
                  <a:pathLst>
                    <a:path w="1155" h="336">
                      <a:moveTo>
                        <a:pt x="0" y="0"/>
                      </a:moveTo>
                      <a:lnTo>
                        <a:pt x="1134" y="336"/>
                      </a:lnTo>
                      <a:lnTo>
                        <a:pt x="1155" y="328"/>
                      </a:lnTo>
                      <a:lnTo>
                        <a:pt x="34" y="0"/>
                      </a:lnTo>
                      <a:lnTo>
                        <a:pt x="0" y="0"/>
                      </a:lnTo>
                      <a:close/>
                    </a:path>
                  </a:pathLst>
                </a:custGeom>
                <a:solidFill>
                  <a:srgbClr val="000000">
                    <a:alpha val="100000"/>
                  </a:srgbClr>
                </a:solidFill>
                <a:ln w="9525">
                  <a:noFill/>
                </a:ln>
              </p:spPr>
              <p:txBody>
                <a:bodyPr/>
                <a:p>
                  <a:endParaRPr lang="zh-CN" altLang="en-US"/>
                </a:p>
              </p:txBody>
            </p:sp>
          </p:grpSp>
        </p:grpSp>
        <p:grpSp>
          <p:nvGrpSpPr>
            <p:cNvPr id="145441" name="Group 1006"/>
            <p:cNvGrpSpPr/>
            <p:nvPr/>
          </p:nvGrpSpPr>
          <p:grpSpPr>
            <a:xfrm>
              <a:off x="3004" y="1864"/>
              <a:ext cx="496" cy="530"/>
              <a:chOff x="521" y="3063"/>
              <a:chExt cx="496" cy="530"/>
            </a:xfrm>
          </p:grpSpPr>
          <p:grpSp>
            <p:nvGrpSpPr>
              <p:cNvPr id="145550" name="Group 1007"/>
              <p:cNvGrpSpPr/>
              <p:nvPr/>
            </p:nvGrpSpPr>
            <p:grpSpPr>
              <a:xfrm>
                <a:off x="537" y="3443"/>
                <a:ext cx="176" cy="150"/>
                <a:chOff x="4765" y="1531"/>
                <a:chExt cx="312" cy="261"/>
              </a:xfrm>
            </p:grpSpPr>
            <p:sp>
              <p:nvSpPr>
                <p:cNvPr id="145608" name="AutoShape 1008"/>
                <p:cNvSpPr>
                  <a:spLocks noChangeAspect="1" noTextEdit="1"/>
                </p:cNvSpPr>
                <p:nvPr/>
              </p:nvSpPr>
              <p:spPr>
                <a:xfrm>
                  <a:off x="4765" y="1531"/>
                  <a:ext cx="312" cy="260"/>
                </a:xfrm>
                <a:prstGeom prst="rect">
                  <a:avLst/>
                </a:prstGeom>
                <a:noFill/>
                <a:ln w="9525">
                  <a:noFill/>
                </a:ln>
              </p:spPr>
              <p:txBody>
                <a:bodyPr/>
                <a:p>
                  <a:endParaRPr lang="zh-CN" altLang="en-US"/>
                </a:p>
              </p:txBody>
            </p:sp>
            <p:sp>
              <p:nvSpPr>
                <p:cNvPr id="145609" name="Freeform 1009"/>
                <p:cNvSpPr/>
                <p:nvPr/>
              </p:nvSpPr>
              <p:spPr>
                <a:xfrm>
                  <a:off x="4765" y="1534"/>
                  <a:ext cx="307" cy="25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150" h="1804">
                      <a:moveTo>
                        <a:pt x="582" y="239"/>
                      </a:moveTo>
                      <a:lnTo>
                        <a:pt x="606" y="129"/>
                      </a:lnTo>
                      <a:lnTo>
                        <a:pt x="607" y="129"/>
                      </a:lnTo>
                      <a:lnTo>
                        <a:pt x="611" y="128"/>
                      </a:lnTo>
                      <a:lnTo>
                        <a:pt x="616" y="125"/>
                      </a:lnTo>
                      <a:lnTo>
                        <a:pt x="623" y="123"/>
                      </a:lnTo>
                      <a:lnTo>
                        <a:pt x="633" y="120"/>
                      </a:lnTo>
                      <a:lnTo>
                        <a:pt x="645" y="115"/>
                      </a:lnTo>
                      <a:lnTo>
                        <a:pt x="659" y="112"/>
                      </a:lnTo>
                      <a:lnTo>
                        <a:pt x="676" y="107"/>
                      </a:lnTo>
                      <a:lnTo>
                        <a:pt x="694" y="101"/>
                      </a:lnTo>
                      <a:lnTo>
                        <a:pt x="715" y="95"/>
                      </a:lnTo>
                      <a:lnTo>
                        <a:pt x="738" y="90"/>
                      </a:lnTo>
                      <a:lnTo>
                        <a:pt x="763" y="84"/>
                      </a:lnTo>
                      <a:lnTo>
                        <a:pt x="790" y="78"/>
                      </a:lnTo>
                      <a:lnTo>
                        <a:pt x="820" y="71"/>
                      </a:lnTo>
                      <a:lnTo>
                        <a:pt x="852" y="64"/>
                      </a:lnTo>
                      <a:lnTo>
                        <a:pt x="886" y="59"/>
                      </a:lnTo>
                      <a:lnTo>
                        <a:pt x="922" y="52"/>
                      </a:lnTo>
                      <a:lnTo>
                        <a:pt x="961" y="46"/>
                      </a:lnTo>
                      <a:lnTo>
                        <a:pt x="1002" y="40"/>
                      </a:lnTo>
                      <a:lnTo>
                        <a:pt x="1044" y="35"/>
                      </a:lnTo>
                      <a:lnTo>
                        <a:pt x="1090" y="29"/>
                      </a:lnTo>
                      <a:lnTo>
                        <a:pt x="1138" y="23"/>
                      </a:lnTo>
                      <a:lnTo>
                        <a:pt x="1187" y="18"/>
                      </a:lnTo>
                      <a:lnTo>
                        <a:pt x="1240" y="14"/>
                      </a:lnTo>
                      <a:lnTo>
                        <a:pt x="1294" y="10"/>
                      </a:lnTo>
                      <a:lnTo>
                        <a:pt x="1350" y="7"/>
                      </a:lnTo>
                      <a:lnTo>
                        <a:pt x="1410" y="4"/>
                      </a:lnTo>
                      <a:lnTo>
                        <a:pt x="1470" y="1"/>
                      </a:lnTo>
                      <a:lnTo>
                        <a:pt x="1535" y="0"/>
                      </a:lnTo>
                      <a:lnTo>
                        <a:pt x="1601" y="0"/>
                      </a:lnTo>
                      <a:lnTo>
                        <a:pt x="1668" y="0"/>
                      </a:lnTo>
                      <a:lnTo>
                        <a:pt x="1739" y="1"/>
                      </a:lnTo>
                      <a:lnTo>
                        <a:pt x="1816" y="44"/>
                      </a:lnTo>
                      <a:lnTo>
                        <a:pt x="1799" y="248"/>
                      </a:lnTo>
                      <a:lnTo>
                        <a:pt x="1804" y="251"/>
                      </a:lnTo>
                      <a:lnTo>
                        <a:pt x="1820" y="259"/>
                      </a:lnTo>
                      <a:lnTo>
                        <a:pt x="1842" y="272"/>
                      </a:lnTo>
                      <a:lnTo>
                        <a:pt x="1868" y="292"/>
                      </a:lnTo>
                      <a:lnTo>
                        <a:pt x="1896" y="318"/>
                      </a:lnTo>
                      <a:lnTo>
                        <a:pt x="1920" y="351"/>
                      </a:lnTo>
                      <a:lnTo>
                        <a:pt x="1939" y="390"/>
                      </a:lnTo>
                      <a:lnTo>
                        <a:pt x="1951" y="436"/>
                      </a:lnTo>
                      <a:lnTo>
                        <a:pt x="2125" y="593"/>
                      </a:lnTo>
                      <a:lnTo>
                        <a:pt x="2078" y="1009"/>
                      </a:lnTo>
                      <a:lnTo>
                        <a:pt x="1799" y="1149"/>
                      </a:lnTo>
                      <a:lnTo>
                        <a:pt x="2129" y="1247"/>
                      </a:lnTo>
                      <a:lnTo>
                        <a:pt x="2131" y="1251"/>
                      </a:lnTo>
                      <a:lnTo>
                        <a:pt x="2137" y="1264"/>
                      </a:lnTo>
                      <a:lnTo>
                        <a:pt x="2143" y="1284"/>
                      </a:lnTo>
                      <a:lnTo>
                        <a:pt x="2149" y="1310"/>
                      </a:lnTo>
                      <a:lnTo>
                        <a:pt x="2150" y="1342"/>
                      </a:lnTo>
                      <a:lnTo>
                        <a:pt x="2147" y="1380"/>
                      </a:lnTo>
                      <a:lnTo>
                        <a:pt x="2136" y="1423"/>
                      </a:lnTo>
                      <a:lnTo>
                        <a:pt x="2117" y="1468"/>
                      </a:lnTo>
                      <a:lnTo>
                        <a:pt x="1244" y="1804"/>
                      </a:lnTo>
                      <a:lnTo>
                        <a:pt x="0" y="1413"/>
                      </a:lnTo>
                      <a:lnTo>
                        <a:pt x="22" y="1367"/>
                      </a:lnTo>
                      <a:lnTo>
                        <a:pt x="212" y="1302"/>
                      </a:lnTo>
                      <a:lnTo>
                        <a:pt x="212" y="248"/>
                      </a:lnTo>
                      <a:lnTo>
                        <a:pt x="213" y="247"/>
                      </a:lnTo>
                      <a:lnTo>
                        <a:pt x="217" y="244"/>
                      </a:lnTo>
                      <a:lnTo>
                        <a:pt x="223" y="240"/>
                      </a:lnTo>
                      <a:lnTo>
                        <a:pt x="232" y="234"/>
                      </a:lnTo>
                      <a:lnTo>
                        <a:pt x="245" y="228"/>
                      </a:lnTo>
                      <a:lnTo>
                        <a:pt x="258" y="221"/>
                      </a:lnTo>
                      <a:lnTo>
                        <a:pt x="276" y="214"/>
                      </a:lnTo>
                      <a:lnTo>
                        <a:pt x="294" y="207"/>
                      </a:lnTo>
                      <a:lnTo>
                        <a:pt x="316" y="201"/>
                      </a:lnTo>
                      <a:lnTo>
                        <a:pt x="340" y="197"/>
                      </a:lnTo>
                      <a:lnTo>
                        <a:pt x="366" y="194"/>
                      </a:lnTo>
                      <a:lnTo>
                        <a:pt x="393" y="192"/>
                      </a:lnTo>
                      <a:lnTo>
                        <a:pt x="424" y="193"/>
                      </a:lnTo>
                      <a:lnTo>
                        <a:pt x="457" y="197"/>
                      </a:lnTo>
                      <a:lnTo>
                        <a:pt x="493" y="203"/>
                      </a:lnTo>
                      <a:lnTo>
                        <a:pt x="529" y="214"/>
                      </a:lnTo>
                      <a:lnTo>
                        <a:pt x="582" y="239"/>
                      </a:lnTo>
                      <a:close/>
                    </a:path>
                  </a:pathLst>
                </a:custGeom>
                <a:solidFill>
                  <a:srgbClr val="DDDDDD">
                    <a:alpha val="100000"/>
                  </a:srgbClr>
                </a:solidFill>
                <a:ln w="9525">
                  <a:noFill/>
                </a:ln>
              </p:spPr>
              <p:txBody>
                <a:bodyPr/>
                <a:p>
                  <a:endParaRPr lang="zh-CN" altLang="en-US"/>
                </a:p>
              </p:txBody>
            </p:sp>
            <p:sp>
              <p:nvSpPr>
                <p:cNvPr id="145610" name="Freeform 1010"/>
                <p:cNvSpPr/>
                <p:nvPr/>
              </p:nvSpPr>
              <p:spPr>
                <a:xfrm>
                  <a:off x="4882" y="1584"/>
                  <a:ext cx="163" cy="11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39" h="778">
                      <a:moveTo>
                        <a:pt x="7" y="587"/>
                      </a:moveTo>
                      <a:lnTo>
                        <a:pt x="0" y="682"/>
                      </a:lnTo>
                      <a:lnTo>
                        <a:pt x="742" y="778"/>
                      </a:lnTo>
                      <a:lnTo>
                        <a:pt x="748" y="775"/>
                      </a:lnTo>
                      <a:lnTo>
                        <a:pt x="763" y="767"/>
                      </a:lnTo>
                      <a:lnTo>
                        <a:pt x="787" y="755"/>
                      </a:lnTo>
                      <a:lnTo>
                        <a:pt x="816" y="737"/>
                      </a:lnTo>
                      <a:lnTo>
                        <a:pt x="852" y="714"/>
                      </a:lnTo>
                      <a:lnTo>
                        <a:pt x="891" y="686"/>
                      </a:lnTo>
                      <a:lnTo>
                        <a:pt x="932" y="652"/>
                      </a:lnTo>
                      <a:lnTo>
                        <a:pt x="973" y="613"/>
                      </a:lnTo>
                      <a:lnTo>
                        <a:pt x="1013" y="570"/>
                      </a:lnTo>
                      <a:lnTo>
                        <a:pt x="1051" y="521"/>
                      </a:lnTo>
                      <a:lnTo>
                        <a:pt x="1083" y="466"/>
                      </a:lnTo>
                      <a:lnTo>
                        <a:pt x="1109" y="406"/>
                      </a:lnTo>
                      <a:lnTo>
                        <a:pt x="1129" y="342"/>
                      </a:lnTo>
                      <a:lnTo>
                        <a:pt x="1139" y="271"/>
                      </a:lnTo>
                      <a:lnTo>
                        <a:pt x="1138" y="196"/>
                      </a:lnTo>
                      <a:lnTo>
                        <a:pt x="1124" y="115"/>
                      </a:lnTo>
                      <a:lnTo>
                        <a:pt x="1122" y="110"/>
                      </a:lnTo>
                      <a:lnTo>
                        <a:pt x="1115" y="97"/>
                      </a:lnTo>
                      <a:lnTo>
                        <a:pt x="1102" y="80"/>
                      </a:lnTo>
                      <a:lnTo>
                        <a:pt x="1086" y="59"/>
                      </a:lnTo>
                      <a:lnTo>
                        <a:pt x="1066" y="39"/>
                      </a:lnTo>
                      <a:lnTo>
                        <a:pt x="1041" y="20"/>
                      </a:lnTo>
                      <a:lnTo>
                        <a:pt x="1011" y="7"/>
                      </a:lnTo>
                      <a:lnTo>
                        <a:pt x="978" y="0"/>
                      </a:lnTo>
                      <a:lnTo>
                        <a:pt x="982" y="12"/>
                      </a:lnTo>
                      <a:lnTo>
                        <a:pt x="994" y="46"/>
                      </a:lnTo>
                      <a:lnTo>
                        <a:pt x="1007" y="100"/>
                      </a:lnTo>
                      <a:lnTo>
                        <a:pt x="1019" y="169"/>
                      </a:lnTo>
                      <a:lnTo>
                        <a:pt x="1022" y="252"/>
                      </a:lnTo>
                      <a:lnTo>
                        <a:pt x="1013" y="344"/>
                      </a:lnTo>
                      <a:lnTo>
                        <a:pt x="987" y="444"/>
                      </a:lnTo>
                      <a:lnTo>
                        <a:pt x="940" y="549"/>
                      </a:lnTo>
                      <a:lnTo>
                        <a:pt x="939" y="550"/>
                      </a:lnTo>
                      <a:lnTo>
                        <a:pt x="934" y="553"/>
                      </a:lnTo>
                      <a:lnTo>
                        <a:pt x="927" y="559"/>
                      </a:lnTo>
                      <a:lnTo>
                        <a:pt x="917" y="567"/>
                      </a:lnTo>
                      <a:lnTo>
                        <a:pt x="904" y="575"/>
                      </a:lnTo>
                      <a:lnTo>
                        <a:pt x="890" y="585"/>
                      </a:lnTo>
                      <a:lnTo>
                        <a:pt x="871" y="594"/>
                      </a:lnTo>
                      <a:lnTo>
                        <a:pt x="851" y="603"/>
                      </a:lnTo>
                      <a:lnTo>
                        <a:pt x="828" y="611"/>
                      </a:lnTo>
                      <a:lnTo>
                        <a:pt x="802" y="619"/>
                      </a:lnTo>
                      <a:lnTo>
                        <a:pt x="773" y="625"/>
                      </a:lnTo>
                      <a:lnTo>
                        <a:pt x="741" y="629"/>
                      </a:lnTo>
                      <a:lnTo>
                        <a:pt x="708" y="630"/>
                      </a:lnTo>
                      <a:lnTo>
                        <a:pt x="671" y="629"/>
                      </a:lnTo>
                      <a:lnTo>
                        <a:pt x="631" y="626"/>
                      </a:lnTo>
                      <a:lnTo>
                        <a:pt x="590" y="618"/>
                      </a:lnTo>
                      <a:lnTo>
                        <a:pt x="590" y="720"/>
                      </a:lnTo>
                      <a:lnTo>
                        <a:pt x="26" y="663"/>
                      </a:lnTo>
                      <a:lnTo>
                        <a:pt x="7" y="587"/>
                      </a:lnTo>
                      <a:close/>
                    </a:path>
                  </a:pathLst>
                </a:custGeom>
                <a:solidFill>
                  <a:schemeClr val="bg2">
                    <a:alpha val="100000"/>
                  </a:schemeClr>
                </a:solidFill>
                <a:ln w="9525">
                  <a:noFill/>
                </a:ln>
              </p:spPr>
              <p:txBody>
                <a:bodyPr/>
                <a:p>
                  <a:endParaRPr lang="zh-CN" altLang="en-US"/>
                </a:p>
              </p:txBody>
            </p:sp>
            <p:sp>
              <p:nvSpPr>
                <p:cNvPr id="145611" name="Freeform 1011"/>
                <p:cNvSpPr/>
                <p:nvPr/>
              </p:nvSpPr>
              <p:spPr>
                <a:xfrm>
                  <a:off x="4862" y="1693"/>
                  <a:ext cx="119" cy="38"/>
                </a:xfrm>
                <a:custGeom>
                  <a:avLst/>
                  <a:gdLst/>
                  <a:ahLst/>
                  <a:cxnLst>
                    <a:cxn ang="0">
                      <a:pos x="0" y="0"/>
                    </a:cxn>
                    <a:cxn ang="0">
                      <a:pos x="0" y="0"/>
                    </a:cxn>
                    <a:cxn ang="0">
                      <a:pos x="0" y="0"/>
                    </a:cxn>
                    <a:cxn ang="0">
                      <a:pos x="0" y="0"/>
                    </a:cxn>
                    <a:cxn ang="0">
                      <a:pos x="0" y="0"/>
                    </a:cxn>
                  </a:cxnLst>
                  <a:pathLst>
                    <a:path w="837" h="269">
                      <a:moveTo>
                        <a:pt x="837" y="96"/>
                      </a:moveTo>
                      <a:lnTo>
                        <a:pt x="12" y="0"/>
                      </a:lnTo>
                      <a:lnTo>
                        <a:pt x="0" y="96"/>
                      </a:lnTo>
                      <a:lnTo>
                        <a:pt x="812" y="269"/>
                      </a:lnTo>
                      <a:lnTo>
                        <a:pt x="837" y="96"/>
                      </a:lnTo>
                      <a:close/>
                    </a:path>
                  </a:pathLst>
                </a:custGeom>
                <a:solidFill>
                  <a:schemeClr val="bg2">
                    <a:alpha val="100000"/>
                  </a:schemeClr>
                </a:solidFill>
                <a:ln w="9525">
                  <a:noFill/>
                </a:ln>
              </p:spPr>
              <p:txBody>
                <a:bodyPr/>
                <a:p>
                  <a:endParaRPr lang="zh-CN" altLang="en-US"/>
                </a:p>
              </p:txBody>
            </p:sp>
            <p:sp>
              <p:nvSpPr>
                <p:cNvPr id="145612" name="Freeform 1012"/>
                <p:cNvSpPr/>
                <p:nvPr/>
              </p:nvSpPr>
              <p:spPr>
                <a:xfrm>
                  <a:off x="4921" y="1705"/>
                  <a:ext cx="51" cy="18"/>
                </a:xfrm>
                <a:custGeom>
                  <a:avLst/>
                  <a:gdLst/>
                  <a:ahLst/>
                  <a:cxnLst>
                    <a:cxn ang="0">
                      <a:pos x="0" y="0"/>
                    </a:cxn>
                    <a:cxn ang="0">
                      <a:pos x="0" y="0"/>
                    </a:cxn>
                    <a:cxn ang="0">
                      <a:pos x="0" y="0"/>
                    </a:cxn>
                    <a:cxn ang="0">
                      <a:pos x="0" y="0"/>
                    </a:cxn>
                    <a:cxn ang="0">
                      <a:pos x="0" y="0"/>
                    </a:cxn>
                  </a:cxnLst>
                  <a:pathLst>
                    <a:path w="358" h="122">
                      <a:moveTo>
                        <a:pt x="358" y="53"/>
                      </a:moveTo>
                      <a:lnTo>
                        <a:pt x="5" y="0"/>
                      </a:lnTo>
                      <a:lnTo>
                        <a:pt x="0" y="51"/>
                      </a:lnTo>
                      <a:lnTo>
                        <a:pt x="348" y="122"/>
                      </a:lnTo>
                      <a:lnTo>
                        <a:pt x="358" y="53"/>
                      </a:lnTo>
                      <a:close/>
                    </a:path>
                  </a:pathLst>
                </a:custGeom>
                <a:solidFill>
                  <a:schemeClr val="folHlink">
                    <a:alpha val="100000"/>
                  </a:schemeClr>
                </a:solidFill>
                <a:ln w="9525">
                  <a:noFill/>
                </a:ln>
              </p:spPr>
              <p:txBody>
                <a:bodyPr/>
                <a:p>
                  <a:endParaRPr lang="zh-CN" altLang="en-US"/>
                </a:p>
              </p:txBody>
            </p:sp>
            <p:sp>
              <p:nvSpPr>
                <p:cNvPr id="145613" name="Freeform 1013"/>
                <p:cNvSpPr/>
                <p:nvPr/>
              </p:nvSpPr>
              <p:spPr>
                <a:xfrm>
                  <a:off x="4869" y="1696"/>
                  <a:ext cx="34" cy="13"/>
                </a:xfrm>
                <a:custGeom>
                  <a:avLst/>
                  <a:gdLst/>
                  <a:ahLst/>
                  <a:cxnLst>
                    <a:cxn ang="0">
                      <a:pos x="0" y="0"/>
                    </a:cxn>
                    <a:cxn ang="0">
                      <a:pos x="0" y="0"/>
                    </a:cxn>
                    <a:cxn ang="0">
                      <a:pos x="0" y="0"/>
                    </a:cxn>
                    <a:cxn ang="0">
                      <a:pos x="0" y="0"/>
                    </a:cxn>
                    <a:cxn ang="0">
                      <a:pos x="0" y="0"/>
                    </a:cxn>
                  </a:cxnLst>
                  <a:pathLst>
                    <a:path w="239" h="91">
                      <a:moveTo>
                        <a:pt x="239" y="42"/>
                      </a:moveTo>
                      <a:lnTo>
                        <a:pt x="0" y="0"/>
                      </a:lnTo>
                      <a:lnTo>
                        <a:pt x="2" y="44"/>
                      </a:lnTo>
                      <a:lnTo>
                        <a:pt x="231" y="91"/>
                      </a:lnTo>
                      <a:lnTo>
                        <a:pt x="239" y="42"/>
                      </a:lnTo>
                      <a:close/>
                    </a:path>
                  </a:pathLst>
                </a:custGeom>
                <a:solidFill>
                  <a:schemeClr val="folHlink">
                    <a:alpha val="100000"/>
                  </a:schemeClr>
                </a:solidFill>
                <a:ln w="9525">
                  <a:noFill/>
                </a:ln>
              </p:spPr>
              <p:txBody>
                <a:bodyPr/>
                <a:p>
                  <a:endParaRPr lang="zh-CN" altLang="en-US"/>
                </a:p>
              </p:txBody>
            </p:sp>
            <p:sp>
              <p:nvSpPr>
                <p:cNvPr id="145614" name="Freeform 1014"/>
                <p:cNvSpPr/>
                <p:nvPr/>
              </p:nvSpPr>
              <p:spPr>
                <a:xfrm>
                  <a:off x="4783" y="1709"/>
                  <a:ext cx="202" cy="67"/>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409" h="466">
                      <a:moveTo>
                        <a:pt x="0" y="140"/>
                      </a:moveTo>
                      <a:lnTo>
                        <a:pt x="4" y="140"/>
                      </a:lnTo>
                      <a:lnTo>
                        <a:pt x="12" y="138"/>
                      </a:lnTo>
                      <a:lnTo>
                        <a:pt x="27" y="135"/>
                      </a:lnTo>
                      <a:lnTo>
                        <a:pt x="45" y="132"/>
                      </a:lnTo>
                      <a:lnTo>
                        <a:pt x="67" y="128"/>
                      </a:lnTo>
                      <a:lnTo>
                        <a:pt x="92" y="123"/>
                      </a:lnTo>
                      <a:lnTo>
                        <a:pt x="120" y="116"/>
                      </a:lnTo>
                      <a:lnTo>
                        <a:pt x="150" y="108"/>
                      </a:lnTo>
                      <a:lnTo>
                        <a:pt x="181" y="100"/>
                      </a:lnTo>
                      <a:lnTo>
                        <a:pt x="212" y="89"/>
                      </a:lnTo>
                      <a:lnTo>
                        <a:pt x="243" y="78"/>
                      </a:lnTo>
                      <a:lnTo>
                        <a:pt x="273" y="65"/>
                      </a:lnTo>
                      <a:lnTo>
                        <a:pt x="303" y="50"/>
                      </a:lnTo>
                      <a:lnTo>
                        <a:pt x="330" y="35"/>
                      </a:lnTo>
                      <a:lnTo>
                        <a:pt x="355" y="18"/>
                      </a:lnTo>
                      <a:lnTo>
                        <a:pt x="375" y="0"/>
                      </a:lnTo>
                      <a:lnTo>
                        <a:pt x="1409" y="236"/>
                      </a:lnTo>
                      <a:lnTo>
                        <a:pt x="1407" y="239"/>
                      </a:lnTo>
                      <a:lnTo>
                        <a:pt x="1401" y="245"/>
                      </a:lnTo>
                      <a:lnTo>
                        <a:pt x="1392" y="254"/>
                      </a:lnTo>
                      <a:lnTo>
                        <a:pt x="1379" y="265"/>
                      </a:lnTo>
                      <a:lnTo>
                        <a:pt x="1363" y="279"/>
                      </a:lnTo>
                      <a:lnTo>
                        <a:pt x="1345" y="295"/>
                      </a:lnTo>
                      <a:lnTo>
                        <a:pt x="1325" y="313"/>
                      </a:lnTo>
                      <a:lnTo>
                        <a:pt x="1303" y="332"/>
                      </a:lnTo>
                      <a:lnTo>
                        <a:pt x="1279" y="351"/>
                      </a:lnTo>
                      <a:lnTo>
                        <a:pt x="1253" y="371"/>
                      </a:lnTo>
                      <a:lnTo>
                        <a:pt x="1227" y="390"/>
                      </a:lnTo>
                      <a:lnTo>
                        <a:pt x="1200" y="409"/>
                      </a:lnTo>
                      <a:lnTo>
                        <a:pt x="1172" y="426"/>
                      </a:lnTo>
                      <a:lnTo>
                        <a:pt x="1145" y="441"/>
                      </a:lnTo>
                      <a:lnTo>
                        <a:pt x="1117" y="455"/>
                      </a:lnTo>
                      <a:lnTo>
                        <a:pt x="1091" y="466"/>
                      </a:lnTo>
                      <a:lnTo>
                        <a:pt x="0" y="140"/>
                      </a:lnTo>
                      <a:close/>
                    </a:path>
                  </a:pathLst>
                </a:custGeom>
                <a:solidFill>
                  <a:schemeClr val="bg2">
                    <a:alpha val="100000"/>
                  </a:schemeClr>
                </a:solidFill>
                <a:ln w="9525">
                  <a:noFill/>
                </a:ln>
              </p:spPr>
              <p:txBody>
                <a:bodyPr/>
                <a:p>
                  <a:endParaRPr lang="zh-CN" altLang="en-US"/>
                </a:p>
              </p:txBody>
            </p:sp>
            <p:sp>
              <p:nvSpPr>
                <p:cNvPr id="145615" name="Freeform 1015"/>
                <p:cNvSpPr/>
                <p:nvPr/>
              </p:nvSpPr>
              <p:spPr>
                <a:xfrm>
                  <a:off x="4984" y="1702"/>
                  <a:ext cx="72" cy="32"/>
                </a:xfrm>
                <a:custGeom>
                  <a:avLst/>
                  <a:gdLst/>
                  <a:ahLst/>
                  <a:cxnLst>
                    <a:cxn ang="0">
                      <a:pos x="0" y="0"/>
                    </a:cxn>
                    <a:cxn ang="0">
                      <a:pos x="0" y="0"/>
                    </a:cxn>
                    <a:cxn ang="0">
                      <a:pos x="0" y="0"/>
                    </a:cxn>
                    <a:cxn ang="0">
                      <a:pos x="0" y="0"/>
                    </a:cxn>
                    <a:cxn ang="0">
                      <a:pos x="0" y="0"/>
                    </a:cxn>
                    <a:cxn ang="0">
                      <a:pos x="0" y="0"/>
                    </a:cxn>
                  </a:cxnLst>
                  <a:pathLst>
                    <a:path w="502" h="223">
                      <a:moveTo>
                        <a:pt x="51" y="223"/>
                      </a:moveTo>
                      <a:lnTo>
                        <a:pt x="502" y="90"/>
                      </a:lnTo>
                      <a:lnTo>
                        <a:pt x="229" y="0"/>
                      </a:lnTo>
                      <a:lnTo>
                        <a:pt x="6" y="26"/>
                      </a:lnTo>
                      <a:lnTo>
                        <a:pt x="0" y="211"/>
                      </a:lnTo>
                      <a:lnTo>
                        <a:pt x="51" y="223"/>
                      </a:lnTo>
                      <a:close/>
                    </a:path>
                  </a:pathLst>
                </a:custGeom>
                <a:solidFill>
                  <a:schemeClr val="bg2">
                    <a:alpha val="100000"/>
                  </a:schemeClr>
                </a:solidFill>
                <a:ln w="9525">
                  <a:noFill/>
                </a:ln>
              </p:spPr>
              <p:txBody>
                <a:bodyPr/>
                <a:p>
                  <a:endParaRPr lang="zh-CN" altLang="en-US"/>
                </a:p>
              </p:txBody>
            </p:sp>
            <p:sp>
              <p:nvSpPr>
                <p:cNvPr id="145616" name="Freeform 1016"/>
                <p:cNvSpPr/>
                <p:nvPr/>
              </p:nvSpPr>
              <p:spPr>
                <a:xfrm>
                  <a:off x="4799" y="1565"/>
                  <a:ext cx="38" cy="152"/>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67" h="1064">
                      <a:moveTo>
                        <a:pt x="267" y="26"/>
                      </a:moveTo>
                      <a:lnTo>
                        <a:pt x="266" y="24"/>
                      </a:lnTo>
                      <a:lnTo>
                        <a:pt x="262" y="22"/>
                      </a:lnTo>
                      <a:lnTo>
                        <a:pt x="254" y="20"/>
                      </a:lnTo>
                      <a:lnTo>
                        <a:pt x="244" y="16"/>
                      </a:lnTo>
                      <a:lnTo>
                        <a:pt x="232" y="12"/>
                      </a:lnTo>
                      <a:lnTo>
                        <a:pt x="218" y="8"/>
                      </a:lnTo>
                      <a:lnTo>
                        <a:pt x="202" y="5"/>
                      </a:lnTo>
                      <a:lnTo>
                        <a:pt x="184" y="1"/>
                      </a:lnTo>
                      <a:lnTo>
                        <a:pt x="164" y="0"/>
                      </a:lnTo>
                      <a:lnTo>
                        <a:pt x="143" y="0"/>
                      </a:lnTo>
                      <a:lnTo>
                        <a:pt x="121" y="3"/>
                      </a:lnTo>
                      <a:lnTo>
                        <a:pt x="98" y="6"/>
                      </a:lnTo>
                      <a:lnTo>
                        <a:pt x="74" y="13"/>
                      </a:lnTo>
                      <a:lnTo>
                        <a:pt x="50" y="22"/>
                      </a:lnTo>
                      <a:lnTo>
                        <a:pt x="25" y="35"/>
                      </a:lnTo>
                      <a:lnTo>
                        <a:pt x="0" y="51"/>
                      </a:lnTo>
                      <a:lnTo>
                        <a:pt x="0" y="1064"/>
                      </a:lnTo>
                      <a:lnTo>
                        <a:pt x="1" y="1064"/>
                      </a:lnTo>
                      <a:lnTo>
                        <a:pt x="7" y="1064"/>
                      </a:lnTo>
                      <a:lnTo>
                        <a:pt x="15" y="1063"/>
                      </a:lnTo>
                      <a:lnTo>
                        <a:pt x="25" y="1062"/>
                      </a:lnTo>
                      <a:lnTo>
                        <a:pt x="37" y="1060"/>
                      </a:lnTo>
                      <a:lnTo>
                        <a:pt x="52" y="1057"/>
                      </a:lnTo>
                      <a:lnTo>
                        <a:pt x="69" y="1054"/>
                      </a:lnTo>
                      <a:lnTo>
                        <a:pt x="88" y="1049"/>
                      </a:lnTo>
                      <a:lnTo>
                        <a:pt x="108" y="1044"/>
                      </a:lnTo>
                      <a:lnTo>
                        <a:pt x="129" y="1037"/>
                      </a:lnTo>
                      <a:lnTo>
                        <a:pt x="152" y="1029"/>
                      </a:lnTo>
                      <a:lnTo>
                        <a:pt x="175" y="1018"/>
                      </a:lnTo>
                      <a:lnTo>
                        <a:pt x="198" y="1007"/>
                      </a:lnTo>
                      <a:lnTo>
                        <a:pt x="222" y="994"/>
                      </a:lnTo>
                      <a:lnTo>
                        <a:pt x="244" y="979"/>
                      </a:lnTo>
                      <a:lnTo>
                        <a:pt x="267" y="962"/>
                      </a:lnTo>
                      <a:lnTo>
                        <a:pt x="267" y="26"/>
                      </a:lnTo>
                      <a:close/>
                    </a:path>
                  </a:pathLst>
                </a:custGeom>
                <a:solidFill>
                  <a:schemeClr val="bg2">
                    <a:alpha val="100000"/>
                  </a:schemeClr>
                </a:solidFill>
                <a:ln w="9525">
                  <a:noFill/>
                </a:ln>
              </p:spPr>
              <p:txBody>
                <a:bodyPr/>
                <a:p>
                  <a:endParaRPr lang="zh-CN" altLang="en-US"/>
                </a:p>
              </p:txBody>
            </p:sp>
            <p:sp>
              <p:nvSpPr>
                <p:cNvPr id="145617" name="Freeform 1017"/>
                <p:cNvSpPr/>
                <p:nvPr/>
              </p:nvSpPr>
              <p:spPr>
                <a:xfrm>
                  <a:off x="4800" y="1567"/>
                  <a:ext cx="33" cy="12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28" h="898">
                      <a:moveTo>
                        <a:pt x="228" y="21"/>
                      </a:moveTo>
                      <a:lnTo>
                        <a:pt x="227" y="20"/>
                      </a:lnTo>
                      <a:lnTo>
                        <a:pt x="224" y="19"/>
                      </a:lnTo>
                      <a:lnTo>
                        <a:pt x="217" y="17"/>
                      </a:lnTo>
                      <a:lnTo>
                        <a:pt x="209" y="13"/>
                      </a:lnTo>
                      <a:lnTo>
                        <a:pt x="199" y="10"/>
                      </a:lnTo>
                      <a:lnTo>
                        <a:pt x="186" y="6"/>
                      </a:lnTo>
                      <a:lnTo>
                        <a:pt x="172" y="4"/>
                      </a:lnTo>
                      <a:lnTo>
                        <a:pt x="157" y="2"/>
                      </a:lnTo>
                      <a:lnTo>
                        <a:pt x="140" y="0"/>
                      </a:lnTo>
                      <a:lnTo>
                        <a:pt x="122" y="0"/>
                      </a:lnTo>
                      <a:lnTo>
                        <a:pt x="104" y="2"/>
                      </a:lnTo>
                      <a:lnTo>
                        <a:pt x="83" y="5"/>
                      </a:lnTo>
                      <a:lnTo>
                        <a:pt x="64" y="11"/>
                      </a:lnTo>
                      <a:lnTo>
                        <a:pt x="42" y="19"/>
                      </a:lnTo>
                      <a:lnTo>
                        <a:pt x="21" y="29"/>
                      </a:lnTo>
                      <a:lnTo>
                        <a:pt x="0" y="43"/>
                      </a:lnTo>
                      <a:lnTo>
                        <a:pt x="0" y="898"/>
                      </a:lnTo>
                      <a:lnTo>
                        <a:pt x="1" y="898"/>
                      </a:lnTo>
                      <a:lnTo>
                        <a:pt x="5" y="898"/>
                      </a:lnTo>
                      <a:lnTo>
                        <a:pt x="12" y="897"/>
                      </a:lnTo>
                      <a:lnTo>
                        <a:pt x="21" y="896"/>
                      </a:lnTo>
                      <a:lnTo>
                        <a:pt x="32" y="894"/>
                      </a:lnTo>
                      <a:lnTo>
                        <a:pt x="45" y="892"/>
                      </a:lnTo>
                      <a:lnTo>
                        <a:pt x="59" y="889"/>
                      </a:lnTo>
                      <a:lnTo>
                        <a:pt x="75" y="884"/>
                      </a:lnTo>
                      <a:lnTo>
                        <a:pt x="92" y="879"/>
                      </a:lnTo>
                      <a:lnTo>
                        <a:pt x="111" y="874"/>
                      </a:lnTo>
                      <a:lnTo>
                        <a:pt x="130" y="867"/>
                      </a:lnTo>
                      <a:lnTo>
                        <a:pt x="149" y="858"/>
                      </a:lnTo>
                      <a:lnTo>
                        <a:pt x="169" y="848"/>
                      </a:lnTo>
                      <a:lnTo>
                        <a:pt x="190" y="837"/>
                      </a:lnTo>
                      <a:lnTo>
                        <a:pt x="209" y="824"/>
                      </a:lnTo>
                      <a:lnTo>
                        <a:pt x="228" y="809"/>
                      </a:lnTo>
                      <a:lnTo>
                        <a:pt x="228" y="21"/>
                      </a:lnTo>
                      <a:close/>
                    </a:path>
                  </a:pathLst>
                </a:custGeom>
                <a:solidFill>
                  <a:schemeClr val="bg2">
                    <a:alpha val="100000"/>
                  </a:schemeClr>
                </a:solidFill>
                <a:ln w="9525">
                  <a:noFill/>
                </a:ln>
              </p:spPr>
              <p:txBody>
                <a:bodyPr/>
                <a:p>
                  <a:endParaRPr lang="zh-CN" altLang="en-US"/>
                </a:p>
              </p:txBody>
            </p:sp>
            <p:sp>
              <p:nvSpPr>
                <p:cNvPr id="145618" name="Freeform 1018"/>
                <p:cNvSpPr/>
                <p:nvPr/>
              </p:nvSpPr>
              <p:spPr>
                <a:xfrm>
                  <a:off x="4801" y="1568"/>
                  <a:ext cx="27" cy="104"/>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92" h="729">
                      <a:moveTo>
                        <a:pt x="192" y="17"/>
                      </a:moveTo>
                      <a:lnTo>
                        <a:pt x="191" y="17"/>
                      </a:lnTo>
                      <a:lnTo>
                        <a:pt x="187" y="15"/>
                      </a:lnTo>
                      <a:lnTo>
                        <a:pt x="183" y="12"/>
                      </a:lnTo>
                      <a:lnTo>
                        <a:pt x="176" y="10"/>
                      </a:lnTo>
                      <a:lnTo>
                        <a:pt x="167" y="8"/>
                      </a:lnTo>
                      <a:lnTo>
                        <a:pt x="156" y="4"/>
                      </a:lnTo>
                      <a:lnTo>
                        <a:pt x="145" y="2"/>
                      </a:lnTo>
                      <a:lnTo>
                        <a:pt x="132" y="0"/>
                      </a:lnTo>
                      <a:lnTo>
                        <a:pt x="117" y="0"/>
                      </a:lnTo>
                      <a:lnTo>
                        <a:pt x="102" y="0"/>
                      </a:lnTo>
                      <a:lnTo>
                        <a:pt x="86" y="1"/>
                      </a:lnTo>
                      <a:lnTo>
                        <a:pt x="70" y="3"/>
                      </a:lnTo>
                      <a:lnTo>
                        <a:pt x="53" y="8"/>
                      </a:lnTo>
                      <a:lnTo>
                        <a:pt x="35" y="15"/>
                      </a:lnTo>
                      <a:lnTo>
                        <a:pt x="18" y="24"/>
                      </a:lnTo>
                      <a:lnTo>
                        <a:pt x="0" y="35"/>
                      </a:lnTo>
                      <a:lnTo>
                        <a:pt x="0" y="729"/>
                      </a:lnTo>
                      <a:lnTo>
                        <a:pt x="1" y="729"/>
                      </a:lnTo>
                      <a:lnTo>
                        <a:pt x="4" y="729"/>
                      </a:lnTo>
                      <a:lnTo>
                        <a:pt x="10" y="728"/>
                      </a:lnTo>
                      <a:lnTo>
                        <a:pt x="18" y="727"/>
                      </a:lnTo>
                      <a:lnTo>
                        <a:pt x="27" y="726"/>
                      </a:lnTo>
                      <a:lnTo>
                        <a:pt x="37" y="725"/>
                      </a:lnTo>
                      <a:lnTo>
                        <a:pt x="50" y="721"/>
                      </a:lnTo>
                      <a:lnTo>
                        <a:pt x="64" y="719"/>
                      </a:lnTo>
                      <a:lnTo>
                        <a:pt x="77" y="714"/>
                      </a:lnTo>
                      <a:lnTo>
                        <a:pt x="92" y="710"/>
                      </a:lnTo>
                      <a:lnTo>
                        <a:pt x="108" y="704"/>
                      </a:lnTo>
                      <a:lnTo>
                        <a:pt x="125" y="697"/>
                      </a:lnTo>
                      <a:lnTo>
                        <a:pt x="141" y="689"/>
                      </a:lnTo>
                      <a:lnTo>
                        <a:pt x="159" y="680"/>
                      </a:lnTo>
                      <a:lnTo>
                        <a:pt x="176" y="668"/>
                      </a:lnTo>
                      <a:lnTo>
                        <a:pt x="192" y="657"/>
                      </a:lnTo>
                      <a:lnTo>
                        <a:pt x="192" y="17"/>
                      </a:lnTo>
                      <a:close/>
                    </a:path>
                  </a:pathLst>
                </a:custGeom>
                <a:solidFill>
                  <a:srgbClr val="DDDDDD">
                    <a:alpha val="100000"/>
                  </a:srgbClr>
                </a:solidFill>
                <a:ln w="9525">
                  <a:noFill/>
                </a:ln>
              </p:spPr>
              <p:txBody>
                <a:bodyPr/>
                <a:p>
                  <a:endParaRPr lang="zh-CN" altLang="en-US"/>
                </a:p>
              </p:txBody>
            </p:sp>
            <p:sp>
              <p:nvSpPr>
                <p:cNvPr id="145619" name="Freeform 1019"/>
                <p:cNvSpPr/>
                <p:nvPr/>
              </p:nvSpPr>
              <p:spPr>
                <a:xfrm>
                  <a:off x="4802" y="1569"/>
                  <a:ext cx="22" cy="8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56" h="564">
                      <a:moveTo>
                        <a:pt x="156" y="15"/>
                      </a:moveTo>
                      <a:lnTo>
                        <a:pt x="153" y="14"/>
                      </a:lnTo>
                      <a:lnTo>
                        <a:pt x="142" y="9"/>
                      </a:lnTo>
                      <a:lnTo>
                        <a:pt x="127" y="4"/>
                      </a:lnTo>
                      <a:lnTo>
                        <a:pt x="108" y="1"/>
                      </a:lnTo>
                      <a:lnTo>
                        <a:pt x="84" y="0"/>
                      </a:lnTo>
                      <a:lnTo>
                        <a:pt x="58" y="3"/>
                      </a:lnTo>
                      <a:lnTo>
                        <a:pt x="29" y="12"/>
                      </a:lnTo>
                      <a:lnTo>
                        <a:pt x="0" y="28"/>
                      </a:lnTo>
                      <a:lnTo>
                        <a:pt x="0" y="564"/>
                      </a:lnTo>
                      <a:lnTo>
                        <a:pt x="4" y="564"/>
                      </a:lnTo>
                      <a:lnTo>
                        <a:pt x="15" y="563"/>
                      </a:lnTo>
                      <a:lnTo>
                        <a:pt x="31" y="560"/>
                      </a:lnTo>
                      <a:lnTo>
                        <a:pt x="52" y="555"/>
                      </a:lnTo>
                      <a:lnTo>
                        <a:pt x="76" y="548"/>
                      </a:lnTo>
                      <a:lnTo>
                        <a:pt x="102" y="537"/>
                      </a:lnTo>
                      <a:lnTo>
                        <a:pt x="128" y="524"/>
                      </a:lnTo>
                      <a:lnTo>
                        <a:pt x="156" y="505"/>
                      </a:lnTo>
                      <a:lnTo>
                        <a:pt x="156" y="15"/>
                      </a:lnTo>
                      <a:close/>
                    </a:path>
                  </a:pathLst>
                </a:custGeom>
                <a:solidFill>
                  <a:schemeClr val="bg2">
                    <a:alpha val="100000"/>
                  </a:schemeClr>
                </a:solidFill>
                <a:ln w="9525">
                  <a:noFill/>
                </a:ln>
              </p:spPr>
              <p:txBody>
                <a:bodyPr/>
                <a:p>
                  <a:endParaRPr lang="zh-CN" altLang="en-US"/>
                </a:p>
              </p:txBody>
            </p:sp>
            <p:sp>
              <p:nvSpPr>
                <p:cNvPr id="145620" name="Freeform 1020"/>
                <p:cNvSpPr/>
                <p:nvPr/>
              </p:nvSpPr>
              <p:spPr>
                <a:xfrm>
                  <a:off x="4803" y="1571"/>
                  <a:ext cx="17" cy="5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7" h="396">
                      <a:moveTo>
                        <a:pt x="117" y="10"/>
                      </a:moveTo>
                      <a:lnTo>
                        <a:pt x="115" y="9"/>
                      </a:lnTo>
                      <a:lnTo>
                        <a:pt x="107" y="6"/>
                      </a:lnTo>
                      <a:lnTo>
                        <a:pt x="95" y="2"/>
                      </a:lnTo>
                      <a:lnTo>
                        <a:pt x="80" y="0"/>
                      </a:lnTo>
                      <a:lnTo>
                        <a:pt x="63" y="0"/>
                      </a:lnTo>
                      <a:lnTo>
                        <a:pt x="43" y="2"/>
                      </a:lnTo>
                      <a:lnTo>
                        <a:pt x="22" y="9"/>
                      </a:lnTo>
                      <a:lnTo>
                        <a:pt x="0" y="22"/>
                      </a:lnTo>
                      <a:lnTo>
                        <a:pt x="0" y="396"/>
                      </a:lnTo>
                      <a:lnTo>
                        <a:pt x="3" y="396"/>
                      </a:lnTo>
                      <a:lnTo>
                        <a:pt x="11" y="395"/>
                      </a:lnTo>
                      <a:lnTo>
                        <a:pt x="23" y="393"/>
                      </a:lnTo>
                      <a:lnTo>
                        <a:pt x="39" y="389"/>
                      </a:lnTo>
                      <a:lnTo>
                        <a:pt x="58" y="385"/>
                      </a:lnTo>
                      <a:lnTo>
                        <a:pt x="77" y="377"/>
                      </a:lnTo>
                      <a:lnTo>
                        <a:pt x="96" y="365"/>
                      </a:lnTo>
                      <a:lnTo>
                        <a:pt x="117" y="351"/>
                      </a:lnTo>
                      <a:lnTo>
                        <a:pt x="117" y="10"/>
                      </a:lnTo>
                      <a:close/>
                    </a:path>
                  </a:pathLst>
                </a:custGeom>
                <a:solidFill>
                  <a:schemeClr val="bg2">
                    <a:alpha val="100000"/>
                  </a:schemeClr>
                </a:solidFill>
                <a:ln w="9525">
                  <a:noFill/>
                </a:ln>
              </p:spPr>
              <p:txBody>
                <a:bodyPr/>
                <a:p>
                  <a:endParaRPr lang="zh-CN" altLang="en-US"/>
                </a:p>
              </p:txBody>
            </p:sp>
            <p:sp>
              <p:nvSpPr>
                <p:cNvPr id="145621" name="Freeform 1021"/>
                <p:cNvSpPr/>
                <p:nvPr/>
              </p:nvSpPr>
              <p:spPr>
                <a:xfrm>
                  <a:off x="4804" y="1572"/>
                  <a:ext cx="11" cy="33"/>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80" h="230">
                      <a:moveTo>
                        <a:pt x="80" y="7"/>
                      </a:moveTo>
                      <a:lnTo>
                        <a:pt x="78" y="6"/>
                      </a:lnTo>
                      <a:lnTo>
                        <a:pt x="73" y="5"/>
                      </a:lnTo>
                      <a:lnTo>
                        <a:pt x="65" y="2"/>
                      </a:lnTo>
                      <a:lnTo>
                        <a:pt x="55" y="0"/>
                      </a:lnTo>
                      <a:lnTo>
                        <a:pt x="44" y="0"/>
                      </a:lnTo>
                      <a:lnTo>
                        <a:pt x="30" y="1"/>
                      </a:lnTo>
                      <a:lnTo>
                        <a:pt x="15" y="7"/>
                      </a:lnTo>
                      <a:lnTo>
                        <a:pt x="0" y="15"/>
                      </a:lnTo>
                      <a:lnTo>
                        <a:pt x="0" y="230"/>
                      </a:lnTo>
                      <a:lnTo>
                        <a:pt x="3" y="230"/>
                      </a:lnTo>
                      <a:lnTo>
                        <a:pt x="7" y="229"/>
                      </a:lnTo>
                      <a:lnTo>
                        <a:pt x="16" y="228"/>
                      </a:lnTo>
                      <a:lnTo>
                        <a:pt x="27" y="225"/>
                      </a:lnTo>
                      <a:lnTo>
                        <a:pt x="39" y="222"/>
                      </a:lnTo>
                      <a:lnTo>
                        <a:pt x="53" y="216"/>
                      </a:lnTo>
                      <a:lnTo>
                        <a:pt x="67" y="208"/>
                      </a:lnTo>
                      <a:lnTo>
                        <a:pt x="80" y="199"/>
                      </a:lnTo>
                      <a:lnTo>
                        <a:pt x="80" y="7"/>
                      </a:lnTo>
                      <a:close/>
                    </a:path>
                  </a:pathLst>
                </a:custGeom>
                <a:solidFill>
                  <a:schemeClr val="bg2">
                    <a:alpha val="100000"/>
                  </a:schemeClr>
                </a:solidFill>
                <a:ln w="9525">
                  <a:noFill/>
                </a:ln>
              </p:spPr>
              <p:txBody>
                <a:bodyPr/>
                <a:p>
                  <a:endParaRPr lang="zh-CN" altLang="en-US"/>
                </a:p>
              </p:txBody>
            </p:sp>
            <p:sp>
              <p:nvSpPr>
                <p:cNvPr id="145622" name="Freeform 1022"/>
                <p:cNvSpPr/>
                <p:nvPr/>
              </p:nvSpPr>
              <p:spPr>
                <a:xfrm>
                  <a:off x="4942" y="1666"/>
                  <a:ext cx="16" cy="17"/>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7" h="117">
                      <a:moveTo>
                        <a:pt x="58" y="117"/>
                      </a:moveTo>
                      <a:lnTo>
                        <a:pt x="70" y="116"/>
                      </a:lnTo>
                      <a:lnTo>
                        <a:pt x="81" y="112"/>
                      </a:lnTo>
                      <a:lnTo>
                        <a:pt x="90" y="106"/>
                      </a:lnTo>
                      <a:lnTo>
                        <a:pt x="100" y="100"/>
                      </a:lnTo>
                      <a:lnTo>
                        <a:pt x="106" y="90"/>
                      </a:lnTo>
                      <a:lnTo>
                        <a:pt x="112" y="81"/>
                      </a:lnTo>
                      <a:lnTo>
                        <a:pt x="116" y="70"/>
                      </a:lnTo>
                      <a:lnTo>
                        <a:pt x="117" y="58"/>
                      </a:lnTo>
                      <a:lnTo>
                        <a:pt x="116" y="46"/>
                      </a:lnTo>
                      <a:lnTo>
                        <a:pt x="112" y="35"/>
                      </a:lnTo>
                      <a:lnTo>
                        <a:pt x="106" y="25"/>
                      </a:lnTo>
                      <a:lnTo>
                        <a:pt x="100" y="17"/>
                      </a:lnTo>
                      <a:lnTo>
                        <a:pt x="90" y="9"/>
                      </a:lnTo>
                      <a:lnTo>
                        <a:pt x="81" y="4"/>
                      </a:lnTo>
                      <a:lnTo>
                        <a:pt x="70" y="1"/>
                      </a:lnTo>
                      <a:lnTo>
                        <a:pt x="58" y="0"/>
                      </a:lnTo>
                      <a:lnTo>
                        <a:pt x="47" y="1"/>
                      </a:lnTo>
                      <a:lnTo>
                        <a:pt x="36" y="4"/>
                      </a:lnTo>
                      <a:lnTo>
                        <a:pt x="26" y="9"/>
                      </a:lnTo>
                      <a:lnTo>
                        <a:pt x="17" y="17"/>
                      </a:lnTo>
                      <a:lnTo>
                        <a:pt x="10" y="25"/>
                      </a:lnTo>
                      <a:lnTo>
                        <a:pt x="5" y="35"/>
                      </a:lnTo>
                      <a:lnTo>
                        <a:pt x="1" y="46"/>
                      </a:lnTo>
                      <a:lnTo>
                        <a:pt x="0" y="58"/>
                      </a:lnTo>
                      <a:lnTo>
                        <a:pt x="1" y="70"/>
                      </a:lnTo>
                      <a:lnTo>
                        <a:pt x="5" y="81"/>
                      </a:lnTo>
                      <a:lnTo>
                        <a:pt x="10" y="90"/>
                      </a:lnTo>
                      <a:lnTo>
                        <a:pt x="17" y="100"/>
                      </a:lnTo>
                      <a:lnTo>
                        <a:pt x="26" y="106"/>
                      </a:lnTo>
                      <a:lnTo>
                        <a:pt x="36" y="112"/>
                      </a:lnTo>
                      <a:lnTo>
                        <a:pt x="47" y="116"/>
                      </a:lnTo>
                      <a:lnTo>
                        <a:pt x="58" y="117"/>
                      </a:lnTo>
                      <a:close/>
                    </a:path>
                  </a:pathLst>
                </a:custGeom>
                <a:solidFill>
                  <a:schemeClr val="bg2">
                    <a:alpha val="100000"/>
                  </a:schemeClr>
                </a:solidFill>
                <a:ln w="9525">
                  <a:noFill/>
                </a:ln>
              </p:spPr>
              <p:txBody>
                <a:bodyPr/>
                <a:p>
                  <a:endParaRPr lang="zh-CN" altLang="en-US"/>
                </a:p>
              </p:txBody>
            </p:sp>
            <p:sp>
              <p:nvSpPr>
                <p:cNvPr id="145623" name="Freeform 1023"/>
                <p:cNvSpPr/>
                <p:nvPr/>
              </p:nvSpPr>
              <p:spPr>
                <a:xfrm>
                  <a:off x="4890" y="1666"/>
                  <a:ext cx="9" cy="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8" h="59">
                      <a:moveTo>
                        <a:pt x="29" y="59"/>
                      </a:moveTo>
                      <a:lnTo>
                        <a:pt x="40" y="56"/>
                      </a:lnTo>
                      <a:lnTo>
                        <a:pt x="50" y="49"/>
                      </a:lnTo>
                      <a:lnTo>
                        <a:pt x="56" y="40"/>
                      </a:lnTo>
                      <a:lnTo>
                        <a:pt x="58" y="29"/>
                      </a:lnTo>
                      <a:lnTo>
                        <a:pt x="56" y="17"/>
                      </a:lnTo>
                      <a:lnTo>
                        <a:pt x="50" y="8"/>
                      </a:lnTo>
                      <a:lnTo>
                        <a:pt x="40" y="2"/>
                      </a:lnTo>
                      <a:lnTo>
                        <a:pt x="29" y="0"/>
                      </a:lnTo>
                      <a:lnTo>
                        <a:pt x="17" y="2"/>
                      </a:lnTo>
                      <a:lnTo>
                        <a:pt x="8" y="8"/>
                      </a:lnTo>
                      <a:lnTo>
                        <a:pt x="2" y="17"/>
                      </a:lnTo>
                      <a:lnTo>
                        <a:pt x="0" y="29"/>
                      </a:lnTo>
                      <a:lnTo>
                        <a:pt x="2" y="40"/>
                      </a:lnTo>
                      <a:lnTo>
                        <a:pt x="8" y="49"/>
                      </a:lnTo>
                      <a:lnTo>
                        <a:pt x="17" y="56"/>
                      </a:lnTo>
                      <a:lnTo>
                        <a:pt x="29" y="59"/>
                      </a:lnTo>
                      <a:close/>
                    </a:path>
                  </a:pathLst>
                </a:custGeom>
                <a:solidFill>
                  <a:srgbClr val="FFFFFF">
                    <a:alpha val="100000"/>
                  </a:srgbClr>
                </a:solidFill>
                <a:ln w="9525">
                  <a:noFill/>
                </a:ln>
              </p:spPr>
              <p:txBody>
                <a:bodyPr/>
                <a:p>
                  <a:endParaRPr lang="zh-CN" altLang="en-US"/>
                </a:p>
              </p:txBody>
            </p:sp>
            <p:sp>
              <p:nvSpPr>
                <p:cNvPr id="145624" name="Freeform 1024"/>
                <p:cNvSpPr/>
                <p:nvPr/>
              </p:nvSpPr>
              <p:spPr>
                <a:xfrm>
                  <a:off x="4905" y="1667"/>
                  <a:ext cx="8" cy="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8" h="59">
                      <a:moveTo>
                        <a:pt x="29" y="59"/>
                      </a:moveTo>
                      <a:lnTo>
                        <a:pt x="41" y="57"/>
                      </a:lnTo>
                      <a:lnTo>
                        <a:pt x="50" y="51"/>
                      </a:lnTo>
                      <a:lnTo>
                        <a:pt x="56" y="42"/>
                      </a:lnTo>
                      <a:lnTo>
                        <a:pt x="58" y="30"/>
                      </a:lnTo>
                      <a:lnTo>
                        <a:pt x="56" y="19"/>
                      </a:lnTo>
                      <a:lnTo>
                        <a:pt x="50" y="9"/>
                      </a:lnTo>
                      <a:lnTo>
                        <a:pt x="41" y="3"/>
                      </a:lnTo>
                      <a:lnTo>
                        <a:pt x="29" y="0"/>
                      </a:lnTo>
                      <a:lnTo>
                        <a:pt x="18" y="3"/>
                      </a:lnTo>
                      <a:lnTo>
                        <a:pt x="9" y="9"/>
                      </a:lnTo>
                      <a:lnTo>
                        <a:pt x="2" y="19"/>
                      </a:lnTo>
                      <a:lnTo>
                        <a:pt x="0" y="30"/>
                      </a:lnTo>
                      <a:lnTo>
                        <a:pt x="2" y="42"/>
                      </a:lnTo>
                      <a:lnTo>
                        <a:pt x="9" y="51"/>
                      </a:lnTo>
                      <a:lnTo>
                        <a:pt x="18" y="57"/>
                      </a:lnTo>
                      <a:lnTo>
                        <a:pt x="29" y="59"/>
                      </a:lnTo>
                      <a:close/>
                    </a:path>
                  </a:pathLst>
                </a:custGeom>
                <a:solidFill>
                  <a:srgbClr val="FFFFFF">
                    <a:alpha val="100000"/>
                  </a:srgbClr>
                </a:solidFill>
                <a:ln w="9525">
                  <a:noFill/>
                </a:ln>
              </p:spPr>
              <p:txBody>
                <a:bodyPr/>
                <a:p>
                  <a:endParaRPr lang="zh-CN" altLang="en-US"/>
                </a:p>
              </p:txBody>
            </p:sp>
            <p:sp>
              <p:nvSpPr>
                <p:cNvPr id="145625" name="Freeform 1025"/>
                <p:cNvSpPr/>
                <p:nvPr/>
              </p:nvSpPr>
              <p:spPr>
                <a:xfrm>
                  <a:off x="4849" y="1552"/>
                  <a:ext cx="23" cy="114"/>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66" h="800">
                      <a:moveTo>
                        <a:pt x="52" y="16"/>
                      </a:moveTo>
                      <a:lnTo>
                        <a:pt x="47" y="32"/>
                      </a:lnTo>
                      <a:lnTo>
                        <a:pt x="36" y="77"/>
                      </a:lnTo>
                      <a:lnTo>
                        <a:pt x="21" y="148"/>
                      </a:lnTo>
                      <a:lnTo>
                        <a:pt x="8" y="244"/>
                      </a:lnTo>
                      <a:lnTo>
                        <a:pt x="0" y="359"/>
                      </a:lnTo>
                      <a:lnTo>
                        <a:pt x="2" y="492"/>
                      </a:lnTo>
                      <a:lnTo>
                        <a:pt x="15" y="640"/>
                      </a:lnTo>
                      <a:lnTo>
                        <a:pt x="46" y="800"/>
                      </a:lnTo>
                      <a:lnTo>
                        <a:pt x="161" y="794"/>
                      </a:lnTo>
                      <a:lnTo>
                        <a:pt x="156" y="770"/>
                      </a:lnTo>
                      <a:lnTo>
                        <a:pt x="145" y="706"/>
                      </a:lnTo>
                      <a:lnTo>
                        <a:pt x="131" y="610"/>
                      </a:lnTo>
                      <a:lnTo>
                        <a:pt x="118" y="493"/>
                      </a:lnTo>
                      <a:lnTo>
                        <a:pt x="111" y="364"/>
                      </a:lnTo>
                      <a:lnTo>
                        <a:pt x="115" y="235"/>
                      </a:lnTo>
                      <a:lnTo>
                        <a:pt x="132" y="113"/>
                      </a:lnTo>
                      <a:lnTo>
                        <a:pt x="166" y="9"/>
                      </a:lnTo>
                      <a:lnTo>
                        <a:pt x="166" y="8"/>
                      </a:lnTo>
                      <a:lnTo>
                        <a:pt x="166" y="6"/>
                      </a:lnTo>
                      <a:lnTo>
                        <a:pt x="164" y="4"/>
                      </a:lnTo>
                      <a:lnTo>
                        <a:pt x="157" y="0"/>
                      </a:lnTo>
                      <a:lnTo>
                        <a:pt x="143" y="0"/>
                      </a:lnTo>
                      <a:lnTo>
                        <a:pt x="123" y="1"/>
                      </a:lnTo>
                      <a:lnTo>
                        <a:pt x="93" y="7"/>
                      </a:lnTo>
                      <a:lnTo>
                        <a:pt x="52" y="16"/>
                      </a:lnTo>
                      <a:close/>
                    </a:path>
                  </a:pathLst>
                </a:custGeom>
                <a:solidFill>
                  <a:schemeClr val="bg2">
                    <a:alpha val="100000"/>
                  </a:schemeClr>
                </a:solidFill>
                <a:ln w="9525">
                  <a:noFill/>
                </a:ln>
              </p:spPr>
              <p:txBody>
                <a:bodyPr/>
                <a:p>
                  <a:endParaRPr lang="zh-CN" altLang="en-US"/>
                </a:p>
              </p:txBody>
            </p:sp>
            <p:sp>
              <p:nvSpPr>
                <p:cNvPr id="145626" name="Freeform 1026"/>
                <p:cNvSpPr/>
                <p:nvPr/>
              </p:nvSpPr>
              <p:spPr>
                <a:xfrm>
                  <a:off x="4971" y="1538"/>
                  <a:ext cx="32" cy="12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25" h="893">
                      <a:moveTo>
                        <a:pt x="225" y="6"/>
                      </a:moveTo>
                      <a:lnTo>
                        <a:pt x="219" y="12"/>
                      </a:lnTo>
                      <a:lnTo>
                        <a:pt x="204" y="35"/>
                      </a:lnTo>
                      <a:lnTo>
                        <a:pt x="185" y="82"/>
                      </a:lnTo>
                      <a:lnTo>
                        <a:pt x="165" y="158"/>
                      </a:lnTo>
                      <a:lnTo>
                        <a:pt x="149" y="270"/>
                      </a:lnTo>
                      <a:lnTo>
                        <a:pt x="141" y="427"/>
                      </a:lnTo>
                      <a:lnTo>
                        <a:pt x="146" y="631"/>
                      </a:lnTo>
                      <a:lnTo>
                        <a:pt x="168" y="893"/>
                      </a:lnTo>
                      <a:lnTo>
                        <a:pt x="41" y="893"/>
                      </a:lnTo>
                      <a:lnTo>
                        <a:pt x="36" y="867"/>
                      </a:lnTo>
                      <a:lnTo>
                        <a:pt x="26" y="794"/>
                      </a:lnTo>
                      <a:lnTo>
                        <a:pt x="13" y="686"/>
                      </a:lnTo>
                      <a:lnTo>
                        <a:pt x="3" y="554"/>
                      </a:lnTo>
                      <a:lnTo>
                        <a:pt x="0" y="408"/>
                      </a:lnTo>
                      <a:lnTo>
                        <a:pt x="6" y="260"/>
                      </a:lnTo>
                      <a:lnTo>
                        <a:pt x="30" y="121"/>
                      </a:lnTo>
                      <a:lnTo>
                        <a:pt x="73" y="0"/>
                      </a:lnTo>
                      <a:lnTo>
                        <a:pt x="225" y="6"/>
                      </a:lnTo>
                      <a:close/>
                    </a:path>
                  </a:pathLst>
                </a:custGeom>
                <a:solidFill>
                  <a:schemeClr val="bg2">
                    <a:alpha val="100000"/>
                  </a:schemeClr>
                </a:solidFill>
                <a:ln w="9525">
                  <a:noFill/>
                </a:ln>
              </p:spPr>
              <p:txBody>
                <a:bodyPr/>
                <a:p>
                  <a:endParaRPr lang="zh-CN" altLang="en-US"/>
                </a:p>
              </p:txBody>
            </p:sp>
            <p:sp>
              <p:nvSpPr>
                <p:cNvPr id="145627" name="Freeform 1027"/>
                <p:cNvSpPr/>
                <p:nvPr/>
              </p:nvSpPr>
              <p:spPr>
                <a:xfrm>
                  <a:off x="4849" y="1559"/>
                  <a:ext cx="21" cy="10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45" h="699">
                      <a:moveTo>
                        <a:pt x="46" y="14"/>
                      </a:moveTo>
                      <a:lnTo>
                        <a:pt x="41" y="28"/>
                      </a:lnTo>
                      <a:lnTo>
                        <a:pt x="32" y="67"/>
                      </a:lnTo>
                      <a:lnTo>
                        <a:pt x="20" y="130"/>
                      </a:lnTo>
                      <a:lnTo>
                        <a:pt x="7" y="213"/>
                      </a:lnTo>
                      <a:lnTo>
                        <a:pt x="0" y="314"/>
                      </a:lnTo>
                      <a:lnTo>
                        <a:pt x="1" y="430"/>
                      </a:lnTo>
                      <a:lnTo>
                        <a:pt x="13" y="559"/>
                      </a:lnTo>
                      <a:lnTo>
                        <a:pt x="40" y="699"/>
                      </a:lnTo>
                      <a:lnTo>
                        <a:pt x="140" y="693"/>
                      </a:lnTo>
                      <a:lnTo>
                        <a:pt x="135" y="672"/>
                      </a:lnTo>
                      <a:lnTo>
                        <a:pt x="126" y="616"/>
                      </a:lnTo>
                      <a:lnTo>
                        <a:pt x="113" y="532"/>
                      </a:lnTo>
                      <a:lnTo>
                        <a:pt x="103" y="430"/>
                      </a:lnTo>
                      <a:lnTo>
                        <a:pt x="97" y="317"/>
                      </a:lnTo>
                      <a:lnTo>
                        <a:pt x="100" y="205"/>
                      </a:lnTo>
                      <a:lnTo>
                        <a:pt x="115" y="98"/>
                      </a:lnTo>
                      <a:lnTo>
                        <a:pt x="145" y="8"/>
                      </a:lnTo>
                      <a:lnTo>
                        <a:pt x="145" y="7"/>
                      </a:lnTo>
                      <a:lnTo>
                        <a:pt x="145" y="5"/>
                      </a:lnTo>
                      <a:lnTo>
                        <a:pt x="143" y="3"/>
                      </a:lnTo>
                      <a:lnTo>
                        <a:pt x="137" y="0"/>
                      </a:lnTo>
                      <a:lnTo>
                        <a:pt x="126" y="0"/>
                      </a:lnTo>
                      <a:lnTo>
                        <a:pt x="108" y="1"/>
                      </a:lnTo>
                      <a:lnTo>
                        <a:pt x="81" y="6"/>
                      </a:lnTo>
                      <a:lnTo>
                        <a:pt x="46" y="14"/>
                      </a:lnTo>
                      <a:close/>
                    </a:path>
                  </a:pathLst>
                </a:custGeom>
                <a:solidFill>
                  <a:schemeClr val="bg2">
                    <a:alpha val="100000"/>
                  </a:schemeClr>
                </a:solidFill>
                <a:ln w="9525">
                  <a:noFill/>
                </a:ln>
              </p:spPr>
              <p:txBody>
                <a:bodyPr/>
                <a:p>
                  <a:endParaRPr lang="zh-CN" altLang="en-US"/>
                </a:p>
              </p:txBody>
            </p:sp>
            <p:sp>
              <p:nvSpPr>
                <p:cNvPr id="145628" name="Freeform 1028"/>
                <p:cNvSpPr/>
                <p:nvPr/>
              </p:nvSpPr>
              <p:spPr>
                <a:xfrm>
                  <a:off x="4850" y="1566"/>
                  <a:ext cx="18" cy="85"/>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23" h="597">
                      <a:moveTo>
                        <a:pt x="39" y="12"/>
                      </a:moveTo>
                      <a:lnTo>
                        <a:pt x="35" y="23"/>
                      </a:lnTo>
                      <a:lnTo>
                        <a:pt x="26" y="57"/>
                      </a:lnTo>
                      <a:lnTo>
                        <a:pt x="16" y="111"/>
                      </a:lnTo>
                      <a:lnTo>
                        <a:pt x="6" y="181"/>
                      </a:lnTo>
                      <a:lnTo>
                        <a:pt x="0" y="267"/>
                      </a:lnTo>
                      <a:lnTo>
                        <a:pt x="1" y="367"/>
                      </a:lnTo>
                      <a:lnTo>
                        <a:pt x="11" y="477"/>
                      </a:lnTo>
                      <a:lnTo>
                        <a:pt x="34" y="597"/>
                      </a:lnTo>
                      <a:lnTo>
                        <a:pt x="119" y="591"/>
                      </a:lnTo>
                      <a:lnTo>
                        <a:pt x="115" y="574"/>
                      </a:lnTo>
                      <a:lnTo>
                        <a:pt x="107" y="526"/>
                      </a:lnTo>
                      <a:lnTo>
                        <a:pt x="97" y="454"/>
                      </a:lnTo>
                      <a:lnTo>
                        <a:pt x="88" y="367"/>
                      </a:lnTo>
                      <a:lnTo>
                        <a:pt x="82" y="272"/>
                      </a:lnTo>
                      <a:lnTo>
                        <a:pt x="84" y="175"/>
                      </a:lnTo>
                      <a:lnTo>
                        <a:pt x="97" y="84"/>
                      </a:lnTo>
                      <a:lnTo>
                        <a:pt x="123" y="7"/>
                      </a:lnTo>
                      <a:lnTo>
                        <a:pt x="123" y="6"/>
                      </a:lnTo>
                      <a:lnTo>
                        <a:pt x="123" y="5"/>
                      </a:lnTo>
                      <a:lnTo>
                        <a:pt x="121" y="3"/>
                      </a:lnTo>
                      <a:lnTo>
                        <a:pt x="117" y="0"/>
                      </a:lnTo>
                      <a:lnTo>
                        <a:pt x="106" y="0"/>
                      </a:lnTo>
                      <a:lnTo>
                        <a:pt x="91" y="2"/>
                      </a:lnTo>
                      <a:lnTo>
                        <a:pt x="70" y="5"/>
                      </a:lnTo>
                      <a:lnTo>
                        <a:pt x="39" y="12"/>
                      </a:lnTo>
                      <a:close/>
                    </a:path>
                  </a:pathLst>
                </a:custGeom>
                <a:solidFill>
                  <a:schemeClr val="bg2">
                    <a:alpha val="100000"/>
                  </a:schemeClr>
                </a:solidFill>
                <a:ln w="9525">
                  <a:noFill/>
                </a:ln>
              </p:spPr>
              <p:txBody>
                <a:bodyPr/>
                <a:p>
                  <a:endParaRPr lang="zh-CN" altLang="en-US"/>
                </a:p>
              </p:txBody>
            </p:sp>
            <p:sp>
              <p:nvSpPr>
                <p:cNvPr id="145629" name="Freeform 1029"/>
                <p:cNvSpPr/>
                <p:nvPr/>
              </p:nvSpPr>
              <p:spPr>
                <a:xfrm>
                  <a:off x="4851" y="1572"/>
                  <a:ext cx="15" cy="7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03" h="492">
                      <a:moveTo>
                        <a:pt x="32" y="9"/>
                      </a:moveTo>
                      <a:lnTo>
                        <a:pt x="28" y="18"/>
                      </a:lnTo>
                      <a:lnTo>
                        <a:pt x="21" y="47"/>
                      </a:lnTo>
                      <a:lnTo>
                        <a:pt x="12" y="90"/>
                      </a:lnTo>
                      <a:lnTo>
                        <a:pt x="4" y="149"/>
                      </a:lnTo>
                      <a:lnTo>
                        <a:pt x="0" y="220"/>
                      </a:lnTo>
                      <a:lnTo>
                        <a:pt x="0" y="303"/>
                      </a:lnTo>
                      <a:lnTo>
                        <a:pt x="9" y="394"/>
                      </a:lnTo>
                      <a:lnTo>
                        <a:pt x="27" y="492"/>
                      </a:lnTo>
                      <a:lnTo>
                        <a:pt x="98" y="489"/>
                      </a:lnTo>
                      <a:lnTo>
                        <a:pt x="95" y="474"/>
                      </a:lnTo>
                      <a:lnTo>
                        <a:pt x="88" y="434"/>
                      </a:lnTo>
                      <a:lnTo>
                        <a:pt x="80" y="375"/>
                      </a:lnTo>
                      <a:lnTo>
                        <a:pt x="72" y="303"/>
                      </a:lnTo>
                      <a:lnTo>
                        <a:pt x="68" y="224"/>
                      </a:lnTo>
                      <a:lnTo>
                        <a:pt x="70" y="144"/>
                      </a:lnTo>
                      <a:lnTo>
                        <a:pt x="81" y="68"/>
                      </a:lnTo>
                      <a:lnTo>
                        <a:pt x="103" y="5"/>
                      </a:lnTo>
                      <a:lnTo>
                        <a:pt x="103" y="4"/>
                      </a:lnTo>
                      <a:lnTo>
                        <a:pt x="103" y="3"/>
                      </a:lnTo>
                      <a:lnTo>
                        <a:pt x="100" y="1"/>
                      </a:lnTo>
                      <a:lnTo>
                        <a:pt x="97" y="0"/>
                      </a:lnTo>
                      <a:lnTo>
                        <a:pt x="89" y="0"/>
                      </a:lnTo>
                      <a:lnTo>
                        <a:pt x="75" y="0"/>
                      </a:lnTo>
                      <a:lnTo>
                        <a:pt x="57" y="3"/>
                      </a:lnTo>
                      <a:lnTo>
                        <a:pt x="32" y="9"/>
                      </a:lnTo>
                      <a:close/>
                    </a:path>
                  </a:pathLst>
                </a:custGeom>
                <a:solidFill>
                  <a:schemeClr val="bg2">
                    <a:alpha val="100000"/>
                  </a:schemeClr>
                </a:solidFill>
                <a:ln w="9525">
                  <a:noFill/>
                </a:ln>
              </p:spPr>
              <p:txBody>
                <a:bodyPr/>
                <a:p>
                  <a:endParaRPr lang="zh-CN" altLang="en-US"/>
                </a:p>
              </p:txBody>
            </p:sp>
            <p:sp>
              <p:nvSpPr>
                <p:cNvPr id="145630" name="Freeform 1030"/>
                <p:cNvSpPr/>
                <p:nvPr/>
              </p:nvSpPr>
              <p:spPr>
                <a:xfrm>
                  <a:off x="4852" y="1579"/>
                  <a:ext cx="12" cy="5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82" h="390">
                      <a:moveTo>
                        <a:pt x="25" y="8"/>
                      </a:moveTo>
                      <a:lnTo>
                        <a:pt x="23" y="16"/>
                      </a:lnTo>
                      <a:lnTo>
                        <a:pt x="17" y="38"/>
                      </a:lnTo>
                      <a:lnTo>
                        <a:pt x="11" y="72"/>
                      </a:lnTo>
                      <a:lnTo>
                        <a:pt x="4" y="118"/>
                      </a:lnTo>
                      <a:lnTo>
                        <a:pt x="0" y="174"/>
                      </a:lnTo>
                      <a:lnTo>
                        <a:pt x="0" y="240"/>
                      </a:lnTo>
                      <a:lnTo>
                        <a:pt x="7" y="312"/>
                      </a:lnTo>
                      <a:lnTo>
                        <a:pt x="22" y="390"/>
                      </a:lnTo>
                      <a:lnTo>
                        <a:pt x="78" y="387"/>
                      </a:lnTo>
                      <a:lnTo>
                        <a:pt x="76" y="375"/>
                      </a:lnTo>
                      <a:lnTo>
                        <a:pt x="70" y="343"/>
                      </a:lnTo>
                      <a:lnTo>
                        <a:pt x="63" y="297"/>
                      </a:lnTo>
                      <a:lnTo>
                        <a:pt x="57" y="240"/>
                      </a:lnTo>
                      <a:lnTo>
                        <a:pt x="54" y="178"/>
                      </a:lnTo>
                      <a:lnTo>
                        <a:pt x="56" y="113"/>
                      </a:lnTo>
                      <a:lnTo>
                        <a:pt x="64" y="55"/>
                      </a:lnTo>
                      <a:lnTo>
                        <a:pt x="82" y="4"/>
                      </a:lnTo>
                      <a:lnTo>
                        <a:pt x="82" y="2"/>
                      </a:lnTo>
                      <a:lnTo>
                        <a:pt x="80" y="1"/>
                      </a:lnTo>
                      <a:lnTo>
                        <a:pt x="77" y="0"/>
                      </a:lnTo>
                      <a:lnTo>
                        <a:pt x="70" y="0"/>
                      </a:lnTo>
                      <a:lnTo>
                        <a:pt x="60" y="1"/>
                      </a:lnTo>
                      <a:lnTo>
                        <a:pt x="46" y="3"/>
                      </a:lnTo>
                      <a:lnTo>
                        <a:pt x="25" y="8"/>
                      </a:lnTo>
                      <a:close/>
                    </a:path>
                  </a:pathLst>
                </a:custGeom>
                <a:solidFill>
                  <a:schemeClr val="bg2">
                    <a:alpha val="100000"/>
                  </a:schemeClr>
                </a:solidFill>
                <a:ln w="9525">
                  <a:noFill/>
                </a:ln>
              </p:spPr>
              <p:txBody>
                <a:bodyPr/>
                <a:p>
                  <a:endParaRPr lang="zh-CN" altLang="en-US"/>
                </a:p>
              </p:txBody>
            </p:sp>
            <p:sp>
              <p:nvSpPr>
                <p:cNvPr id="145631" name="Freeform 1031"/>
                <p:cNvSpPr/>
                <p:nvPr/>
              </p:nvSpPr>
              <p:spPr>
                <a:xfrm>
                  <a:off x="4853" y="1586"/>
                  <a:ext cx="8" cy="4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9" h="288">
                      <a:moveTo>
                        <a:pt x="18" y="6"/>
                      </a:moveTo>
                      <a:lnTo>
                        <a:pt x="17" y="11"/>
                      </a:lnTo>
                      <a:lnTo>
                        <a:pt x="13" y="27"/>
                      </a:lnTo>
                      <a:lnTo>
                        <a:pt x="7" y="53"/>
                      </a:lnTo>
                      <a:lnTo>
                        <a:pt x="2" y="87"/>
                      </a:lnTo>
                      <a:lnTo>
                        <a:pt x="0" y="130"/>
                      </a:lnTo>
                      <a:lnTo>
                        <a:pt x="0" y="177"/>
                      </a:lnTo>
                      <a:lnTo>
                        <a:pt x="5" y="231"/>
                      </a:lnTo>
                      <a:lnTo>
                        <a:pt x="16" y="288"/>
                      </a:lnTo>
                      <a:lnTo>
                        <a:pt x="57" y="286"/>
                      </a:lnTo>
                      <a:lnTo>
                        <a:pt x="56" y="278"/>
                      </a:lnTo>
                      <a:lnTo>
                        <a:pt x="51" y="254"/>
                      </a:lnTo>
                      <a:lnTo>
                        <a:pt x="47" y="219"/>
                      </a:lnTo>
                      <a:lnTo>
                        <a:pt x="42" y="177"/>
                      </a:lnTo>
                      <a:lnTo>
                        <a:pt x="40" y="131"/>
                      </a:lnTo>
                      <a:lnTo>
                        <a:pt x="41" y="84"/>
                      </a:lnTo>
                      <a:lnTo>
                        <a:pt x="47" y="40"/>
                      </a:lnTo>
                      <a:lnTo>
                        <a:pt x="59" y="3"/>
                      </a:lnTo>
                      <a:lnTo>
                        <a:pt x="59" y="2"/>
                      </a:lnTo>
                      <a:lnTo>
                        <a:pt x="58" y="1"/>
                      </a:lnTo>
                      <a:lnTo>
                        <a:pt x="56" y="0"/>
                      </a:lnTo>
                      <a:lnTo>
                        <a:pt x="51" y="0"/>
                      </a:lnTo>
                      <a:lnTo>
                        <a:pt x="45" y="0"/>
                      </a:lnTo>
                      <a:lnTo>
                        <a:pt x="33" y="2"/>
                      </a:lnTo>
                      <a:lnTo>
                        <a:pt x="18" y="6"/>
                      </a:lnTo>
                      <a:close/>
                    </a:path>
                  </a:pathLst>
                </a:custGeom>
                <a:solidFill>
                  <a:schemeClr val="bg2">
                    <a:alpha val="100000"/>
                  </a:schemeClr>
                </a:solidFill>
                <a:ln w="9525">
                  <a:noFill/>
                </a:ln>
              </p:spPr>
              <p:txBody>
                <a:bodyPr/>
                <a:p>
                  <a:endParaRPr lang="zh-CN" altLang="en-US"/>
                </a:p>
              </p:txBody>
            </p:sp>
            <p:sp>
              <p:nvSpPr>
                <p:cNvPr id="145632" name="Freeform 1032"/>
                <p:cNvSpPr/>
                <p:nvPr/>
              </p:nvSpPr>
              <p:spPr>
                <a:xfrm>
                  <a:off x="4972" y="1546"/>
                  <a:ext cx="28" cy="11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98" h="779">
                      <a:moveTo>
                        <a:pt x="198" y="6"/>
                      </a:moveTo>
                      <a:lnTo>
                        <a:pt x="194" y="12"/>
                      </a:lnTo>
                      <a:lnTo>
                        <a:pt x="180" y="31"/>
                      </a:lnTo>
                      <a:lnTo>
                        <a:pt x="163" y="72"/>
                      </a:lnTo>
                      <a:lnTo>
                        <a:pt x="146" y="138"/>
                      </a:lnTo>
                      <a:lnTo>
                        <a:pt x="132" y="236"/>
                      </a:lnTo>
                      <a:lnTo>
                        <a:pt x="125" y="373"/>
                      </a:lnTo>
                      <a:lnTo>
                        <a:pt x="130" y="551"/>
                      </a:lnTo>
                      <a:lnTo>
                        <a:pt x="148" y="779"/>
                      </a:lnTo>
                      <a:lnTo>
                        <a:pt x="37" y="779"/>
                      </a:lnTo>
                      <a:lnTo>
                        <a:pt x="34" y="756"/>
                      </a:lnTo>
                      <a:lnTo>
                        <a:pt x="23" y="693"/>
                      </a:lnTo>
                      <a:lnTo>
                        <a:pt x="13" y="599"/>
                      </a:lnTo>
                      <a:lnTo>
                        <a:pt x="4" y="483"/>
                      </a:lnTo>
                      <a:lnTo>
                        <a:pt x="0" y="357"/>
                      </a:lnTo>
                      <a:lnTo>
                        <a:pt x="7" y="227"/>
                      </a:lnTo>
                      <a:lnTo>
                        <a:pt x="27" y="105"/>
                      </a:lnTo>
                      <a:lnTo>
                        <a:pt x="65" y="0"/>
                      </a:lnTo>
                      <a:lnTo>
                        <a:pt x="198" y="6"/>
                      </a:lnTo>
                      <a:close/>
                    </a:path>
                  </a:pathLst>
                </a:custGeom>
                <a:solidFill>
                  <a:schemeClr val="bg2">
                    <a:alpha val="100000"/>
                  </a:schemeClr>
                </a:solidFill>
                <a:ln w="9525">
                  <a:noFill/>
                </a:ln>
              </p:spPr>
              <p:txBody>
                <a:bodyPr/>
                <a:p>
                  <a:endParaRPr lang="zh-CN" altLang="en-US"/>
                </a:p>
              </p:txBody>
            </p:sp>
            <p:sp>
              <p:nvSpPr>
                <p:cNvPr id="145633" name="Freeform 1033"/>
                <p:cNvSpPr/>
                <p:nvPr/>
              </p:nvSpPr>
              <p:spPr>
                <a:xfrm>
                  <a:off x="4973" y="1553"/>
                  <a:ext cx="24" cy="9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69" h="666">
                      <a:moveTo>
                        <a:pt x="169" y="5"/>
                      </a:moveTo>
                      <a:lnTo>
                        <a:pt x="164" y="10"/>
                      </a:lnTo>
                      <a:lnTo>
                        <a:pt x="154" y="27"/>
                      </a:lnTo>
                      <a:lnTo>
                        <a:pt x="139" y="61"/>
                      </a:lnTo>
                      <a:lnTo>
                        <a:pt x="124" y="118"/>
                      </a:lnTo>
                      <a:lnTo>
                        <a:pt x="113" y="201"/>
                      </a:lnTo>
                      <a:lnTo>
                        <a:pt x="107" y="318"/>
                      </a:lnTo>
                      <a:lnTo>
                        <a:pt x="110" y="470"/>
                      </a:lnTo>
                      <a:lnTo>
                        <a:pt x="126" y="666"/>
                      </a:lnTo>
                      <a:lnTo>
                        <a:pt x="31" y="666"/>
                      </a:lnTo>
                      <a:lnTo>
                        <a:pt x="28" y="646"/>
                      </a:lnTo>
                      <a:lnTo>
                        <a:pt x="20" y="592"/>
                      </a:lnTo>
                      <a:lnTo>
                        <a:pt x="11" y="512"/>
                      </a:lnTo>
                      <a:lnTo>
                        <a:pt x="3" y="413"/>
                      </a:lnTo>
                      <a:lnTo>
                        <a:pt x="0" y="305"/>
                      </a:lnTo>
                      <a:lnTo>
                        <a:pt x="6" y="195"/>
                      </a:lnTo>
                      <a:lnTo>
                        <a:pt x="23" y="90"/>
                      </a:lnTo>
                      <a:lnTo>
                        <a:pt x="55" y="0"/>
                      </a:lnTo>
                      <a:lnTo>
                        <a:pt x="169" y="5"/>
                      </a:lnTo>
                      <a:close/>
                    </a:path>
                  </a:pathLst>
                </a:custGeom>
                <a:solidFill>
                  <a:schemeClr val="bg2">
                    <a:alpha val="100000"/>
                  </a:schemeClr>
                </a:solidFill>
                <a:ln w="9525">
                  <a:noFill/>
                </a:ln>
              </p:spPr>
              <p:txBody>
                <a:bodyPr/>
                <a:p>
                  <a:endParaRPr lang="zh-CN" altLang="en-US"/>
                </a:p>
              </p:txBody>
            </p:sp>
            <p:sp>
              <p:nvSpPr>
                <p:cNvPr id="145634" name="Freeform 1034"/>
                <p:cNvSpPr/>
                <p:nvPr/>
              </p:nvSpPr>
              <p:spPr>
                <a:xfrm>
                  <a:off x="4974" y="1561"/>
                  <a:ext cx="20" cy="7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40" h="551">
                      <a:moveTo>
                        <a:pt x="140" y="5"/>
                      </a:moveTo>
                      <a:lnTo>
                        <a:pt x="136" y="8"/>
                      </a:lnTo>
                      <a:lnTo>
                        <a:pt x="127" y="23"/>
                      </a:lnTo>
                      <a:lnTo>
                        <a:pt x="116" y="51"/>
                      </a:lnTo>
                      <a:lnTo>
                        <a:pt x="103" y="98"/>
                      </a:lnTo>
                      <a:lnTo>
                        <a:pt x="94" y="167"/>
                      </a:lnTo>
                      <a:lnTo>
                        <a:pt x="90" y="264"/>
                      </a:lnTo>
                      <a:lnTo>
                        <a:pt x="92" y="390"/>
                      </a:lnTo>
                      <a:lnTo>
                        <a:pt x="106" y="551"/>
                      </a:lnTo>
                      <a:lnTo>
                        <a:pt x="27" y="551"/>
                      </a:lnTo>
                      <a:lnTo>
                        <a:pt x="24" y="535"/>
                      </a:lnTo>
                      <a:lnTo>
                        <a:pt x="17" y="490"/>
                      </a:lnTo>
                      <a:lnTo>
                        <a:pt x="9" y="423"/>
                      </a:lnTo>
                      <a:lnTo>
                        <a:pt x="3" y="342"/>
                      </a:lnTo>
                      <a:lnTo>
                        <a:pt x="0" y="252"/>
                      </a:lnTo>
                      <a:lnTo>
                        <a:pt x="5" y="161"/>
                      </a:lnTo>
                      <a:lnTo>
                        <a:pt x="20" y="75"/>
                      </a:lnTo>
                      <a:lnTo>
                        <a:pt x="46" y="0"/>
                      </a:lnTo>
                      <a:lnTo>
                        <a:pt x="140" y="5"/>
                      </a:lnTo>
                      <a:close/>
                    </a:path>
                  </a:pathLst>
                </a:custGeom>
                <a:solidFill>
                  <a:schemeClr val="bg2">
                    <a:alpha val="100000"/>
                  </a:schemeClr>
                </a:solidFill>
                <a:ln w="9525">
                  <a:noFill/>
                </a:ln>
              </p:spPr>
              <p:txBody>
                <a:bodyPr/>
                <a:p>
                  <a:endParaRPr lang="zh-CN" altLang="en-US"/>
                </a:p>
              </p:txBody>
            </p:sp>
            <p:sp>
              <p:nvSpPr>
                <p:cNvPr id="145635" name="Freeform 1035"/>
                <p:cNvSpPr/>
                <p:nvPr/>
              </p:nvSpPr>
              <p:spPr>
                <a:xfrm>
                  <a:off x="4975" y="1569"/>
                  <a:ext cx="16" cy="62"/>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1" h="437">
                      <a:moveTo>
                        <a:pt x="111" y="4"/>
                      </a:moveTo>
                      <a:lnTo>
                        <a:pt x="108" y="7"/>
                      </a:lnTo>
                      <a:lnTo>
                        <a:pt x="101" y="18"/>
                      </a:lnTo>
                      <a:lnTo>
                        <a:pt x="92" y="41"/>
                      </a:lnTo>
                      <a:lnTo>
                        <a:pt x="82" y="77"/>
                      </a:lnTo>
                      <a:lnTo>
                        <a:pt x="75" y="133"/>
                      </a:lnTo>
                      <a:lnTo>
                        <a:pt x="70" y="208"/>
                      </a:lnTo>
                      <a:lnTo>
                        <a:pt x="72" y="309"/>
                      </a:lnTo>
                      <a:lnTo>
                        <a:pt x="83" y="437"/>
                      </a:lnTo>
                      <a:lnTo>
                        <a:pt x="21" y="437"/>
                      </a:lnTo>
                      <a:lnTo>
                        <a:pt x="19" y="424"/>
                      </a:lnTo>
                      <a:lnTo>
                        <a:pt x="13" y="389"/>
                      </a:lnTo>
                      <a:lnTo>
                        <a:pt x="7" y="336"/>
                      </a:lnTo>
                      <a:lnTo>
                        <a:pt x="3" y="272"/>
                      </a:lnTo>
                      <a:lnTo>
                        <a:pt x="0" y="200"/>
                      </a:lnTo>
                      <a:lnTo>
                        <a:pt x="5" y="128"/>
                      </a:lnTo>
                      <a:lnTo>
                        <a:pt x="16" y="59"/>
                      </a:lnTo>
                      <a:lnTo>
                        <a:pt x="37" y="0"/>
                      </a:lnTo>
                      <a:lnTo>
                        <a:pt x="111" y="4"/>
                      </a:lnTo>
                      <a:close/>
                    </a:path>
                  </a:pathLst>
                </a:custGeom>
                <a:solidFill>
                  <a:schemeClr val="bg2">
                    <a:alpha val="100000"/>
                  </a:schemeClr>
                </a:solidFill>
                <a:ln w="9525">
                  <a:noFill/>
                </a:ln>
              </p:spPr>
              <p:txBody>
                <a:bodyPr/>
                <a:p>
                  <a:endParaRPr lang="zh-CN" altLang="en-US"/>
                </a:p>
              </p:txBody>
            </p:sp>
            <p:sp>
              <p:nvSpPr>
                <p:cNvPr id="145636" name="Freeform 1036"/>
                <p:cNvSpPr/>
                <p:nvPr/>
              </p:nvSpPr>
              <p:spPr>
                <a:xfrm>
                  <a:off x="4976" y="1577"/>
                  <a:ext cx="12" cy="4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82" h="322">
                      <a:moveTo>
                        <a:pt x="82" y="3"/>
                      </a:moveTo>
                      <a:lnTo>
                        <a:pt x="79" y="5"/>
                      </a:lnTo>
                      <a:lnTo>
                        <a:pt x="75" y="13"/>
                      </a:lnTo>
                      <a:lnTo>
                        <a:pt x="67" y="30"/>
                      </a:lnTo>
                      <a:lnTo>
                        <a:pt x="60" y="57"/>
                      </a:lnTo>
                      <a:lnTo>
                        <a:pt x="54" y="98"/>
                      </a:lnTo>
                      <a:lnTo>
                        <a:pt x="52" y="154"/>
                      </a:lnTo>
                      <a:lnTo>
                        <a:pt x="53" y="228"/>
                      </a:lnTo>
                      <a:lnTo>
                        <a:pt x="61" y="322"/>
                      </a:lnTo>
                      <a:lnTo>
                        <a:pt x="15" y="322"/>
                      </a:lnTo>
                      <a:lnTo>
                        <a:pt x="14" y="313"/>
                      </a:lnTo>
                      <a:lnTo>
                        <a:pt x="9" y="287"/>
                      </a:lnTo>
                      <a:lnTo>
                        <a:pt x="5" y="247"/>
                      </a:lnTo>
                      <a:lnTo>
                        <a:pt x="1" y="200"/>
                      </a:lnTo>
                      <a:lnTo>
                        <a:pt x="0" y="147"/>
                      </a:lnTo>
                      <a:lnTo>
                        <a:pt x="3" y="95"/>
                      </a:lnTo>
                      <a:lnTo>
                        <a:pt x="11" y="44"/>
                      </a:lnTo>
                      <a:lnTo>
                        <a:pt x="27" y="0"/>
                      </a:lnTo>
                      <a:lnTo>
                        <a:pt x="82" y="3"/>
                      </a:lnTo>
                      <a:close/>
                    </a:path>
                  </a:pathLst>
                </a:custGeom>
                <a:solidFill>
                  <a:schemeClr val="bg2">
                    <a:alpha val="100000"/>
                  </a:schemeClr>
                </a:solidFill>
                <a:ln w="9525">
                  <a:noFill/>
                </a:ln>
              </p:spPr>
              <p:txBody>
                <a:bodyPr/>
                <a:p>
                  <a:endParaRPr lang="zh-CN" altLang="en-US"/>
                </a:p>
              </p:txBody>
            </p:sp>
            <p:sp>
              <p:nvSpPr>
                <p:cNvPr id="145637" name="Rectangle 1037"/>
                <p:cNvSpPr/>
                <p:nvPr/>
              </p:nvSpPr>
              <p:spPr>
                <a:xfrm>
                  <a:off x="4824" y="1565"/>
                  <a:ext cx="4" cy="146"/>
                </a:xfrm>
                <a:prstGeom prst="rect">
                  <a:avLst/>
                </a:prstGeom>
                <a:solidFill>
                  <a:srgbClr val="DDDDDD"/>
                </a:solidFill>
                <a:ln w="9525">
                  <a:noFill/>
                </a:ln>
              </p:spPr>
              <p:txBody>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45638" name="Freeform 1038"/>
                <p:cNvSpPr/>
                <p:nvPr/>
              </p:nvSpPr>
              <p:spPr>
                <a:xfrm>
                  <a:off x="4876" y="1563"/>
                  <a:ext cx="57" cy="67"/>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398" h="469">
                      <a:moveTo>
                        <a:pt x="37" y="44"/>
                      </a:moveTo>
                      <a:lnTo>
                        <a:pt x="33" y="53"/>
                      </a:lnTo>
                      <a:lnTo>
                        <a:pt x="27" y="79"/>
                      </a:lnTo>
                      <a:lnTo>
                        <a:pt x="17" y="120"/>
                      </a:lnTo>
                      <a:lnTo>
                        <a:pt x="8" y="174"/>
                      </a:lnTo>
                      <a:lnTo>
                        <a:pt x="1" y="238"/>
                      </a:lnTo>
                      <a:lnTo>
                        <a:pt x="0" y="309"/>
                      </a:lnTo>
                      <a:lnTo>
                        <a:pt x="7" y="387"/>
                      </a:lnTo>
                      <a:lnTo>
                        <a:pt x="24" y="469"/>
                      </a:lnTo>
                      <a:lnTo>
                        <a:pt x="24" y="466"/>
                      </a:lnTo>
                      <a:lnTo>
                        <a:pt x="24" y="455"/>
                      </a:lnTo>
                      <a:lnTo>
                        <a:pt x="24" y="438"/>
                      </a:lnTo>
                      <a:lnTo>
                        <a:pt x="24" y="417"/>
                      </a:lnTo>
                      <a:lnTo>
                        <a:pt x="27" y="391"/>
                      </a:lnTo>
                      <a:lnTo>
                        <a:pt x="30" y="363"/>
                      </a:lnTo>
                      <a:lnTo>
                        <a:pt x="35" y="332"/>
                      </a:lnTo>
                      <a:lnTo>
                        <a:pt x="41" y="300"/>
                      </a:lnTo>
                      <a:lnTo>
                        <a:pt x="52" y="268"/>
                      </a:lnTo>
                      <a:lnTo>
                        <a:pt x="64" y="237"/>
                      </a:lnTo>
                      <a:lnTo>
                        <a:pt x="79" y="207"/>
                      </a:lnTo>
                      <a:lnTo>
                        <a:pt x="99" y="179"/>
                      </a:lnTo>
                      <a:lnTo>
                        <a:pt x="123" y="155"/>
                      </a:lnTo>
                      <a:lnTo>
                        <a:pt x="150" y="136"/>
                      </a:lnTo>
                      <a:lnTo>
                        <a:pt x="183" y="122"/>
                      </a:lnTo>
                      <a:lnTo>
                        <a:pt x="221" y="114"/>
                      </a:lnTo>
                      <a:lnTo>
                        <a:pt x="223" y="112"/>
                      </a:lnTo>
                      <a:lnTo>
                        <a:pt x="230" y="107"/>
                      </a:lnTo>
                      <a:lnTo>
                        <a:pt x="242" y="99"/>
                      </a:lnTo>
                      <a:lnTo>
                        <a:pt x="260" y="88"/>
                      </a:lnTo>
                      <a:lnTo>
                        <a:pt x="284" y="74"/>
                      </a:lnTo>
                      <a:lnTo>
                        <a:pt x="315" y="58"/>
                      </a:lnTo>
                      <a:lnTo>
                        <a:pt x="352" y="39"/>
                      </a:lnTo>
                      <a:lnTo>
                        <a:pt x="398" y="19"/>
                      </a:lnTo>
                      <a:lnTo>
                        <a:pt x="396" y="17"/>
                      </a:lnTo>
                      <a:lnTo>
                        <a:pt x="389" y="16"/>
                      </a:lnTo>
                      <a:lnTo>
                        <a:pt x="379" y="14"/>
                      </a:lnTo>
                      <a:lnTo>
                        <a:pt x="364" y="12"/>
                      </a:lnTo>
                      <a:lnTo>
                        <a:pt x="347" y="8"/>
                      </a:lnTo>
                      <a:lnTo>
                        <a:pt x="326" y="6"/>
                      </a:lnTo>
                      <a:lnTo>
                        <a:pt x="302" y="4"/>
                      </a:lnTo>
                      <a:lnTo>
                        <a:pt x="277" y="1"/>
                      </a:lnTo>
                      <a:lnTo>
                        <a:pt x="250" y="0"/>
                      </a:lnTo>
                      <a:lnTo>
                        <a:pt x="221" y="1"/>
                      </a:lnTo>
                      <a:lnTo>
                        <a:pt x="191" y="3"/>
                      </a:lnTo>
                      <a:lnTo>
                        <a:pt x="160" y="6"/>
                      </a:lnTo>
                      <a:lnTo>
                        <a:pt x="129" y="12"/>
                      </a:lnTo>
                      <a:lnTo>
                        <a:pt x="97" y="20"/>
                      </a:lnTo>
                      <a:lnTo>
                        <a:pt x="67" y="30"/>
                      </a:lnTo>
                      <a:lnTo>
                        <a:pt x="37" y="44"/>
                      </a:lnTo>
                      <a:close/>
                    </a:path>
                  </a:pathLst>
                </a:custGeom>
                <a:solidFill>
                  <a:srgbClr val="999999">
                    <a:alpha val="100000"/>
                  </a:srgbClr>
                </a:solidFill>
                <a:ln w="9525">
                  <a:noFill/>
                </a:ln>
              </p:spPr>
              <p:txBody>
                <a:bodyPr/>
                <a:p>
                  <a:endParaRPr lang="zh-CN" altLang="en-US"/>
                </a:p>
              </p:txBody>
            </p:sp>
            <p:sp>
              <p:nvSpPr>
                <p:cNvPr id="145639" name="Freeform 1039"/>
                <p:cNvSpPr/>
                <p:nvPr/>
              </p:nvSpPr>
              <p:spPr>
                <a:xfrm>
                  <a:off x="4797" y="1613"/>
                  <a:ext cx="46" cy="13"/>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325" h="89">
                      <a:moveTo>
                        <a:pt x="0" y="57"/>
                      </a:moveTo>
                      <a:lnTo>
                        <a:pt x="0" y="55"/>
                      </a:lnTo>
                      <a:lnTo>
                        <a:pt x="2" y="52"/>
                      </a:lnTo>
                      <a:lnTo>
                        <a:pt x="6" y="47"/>
                      </a:lnTo>
                      <a:lnTo>
                        <a:pt x="12" y="41"/>
                      </a:lnTo>
                      <a:lnTo>
                        <a:pt x="20" y="34"/>
                      </a:lnTo>
                      <a:lnTo>
                        <a:pt x="29" y="27"/>
                      </a:lnTo>
                      <a:lnTo>
                        <a:pt x="41" y="20"/>
                      </a:lnTo>
                      <a:lnTo>
                        <a:pt x="57" y="13"/>
                      </a:lnTo>
                      <a:lnTo>
                        <a:pt x="77" y="7"/>
                      </a:lnTo>
                      <a:lnTo>
                        <a:pt x="98" y="3"/>
                      </a:lnTo>
                      <a:lnTo>
                        <a:pt x="126" y="0"/>
                      </a:lnTo>
                      <a:lnTo>
                        <a:pt x="156" y="0"/>
                      </a:lnTo>
                      <a:lnTo>
                        <a:pt x="191" y="3"/>
                      </a:lnTo>
                      <a:lnTo>
                        <a:pt x="230" y="8"/>
                      </a:lnTo>
                      <a:lnTo>
                        <a:pt x="275" y="18"/>
                      </a:lnTo>
                      <a:lnTo>
                        <a:pt x="325" y="31"/>
                      </a:lnTo>
                      <a:lnTo>
                        <a:pt x="318" y="51"/>
                      </a:lnTo>
                      <a:lnTo>
                        <a:pt x="316" y="50"/>
                      </a:lnTo>
                      <a:lnTo>
                        <a:pt x="308" y="47"/>
                      </a:lnTo>
                      <a:lnTo>
                        <a:pt x="295" y="44"/>
                      </a:lnTo>
                      <a:lnTo>
                        <a:pt x="279" y="39"/>
                      </a:lnTo>
                      <a:lnTo>
                        <a:pt x="260" y="35"/>
                      </a:lnTo>
                      <a:lnTo>
                        <a:pt x="238" y="30"/>
                      </a:lnTo>
                      <a:lnTo>
                        <a:pt x="214" y="27"/>
                      </a:lnTo>
                      <a:lnTo>
                        <a:pt x="188" y="24"/>
                      </a:lnTo>
                      <a:lnTo>
                        <a:pt x="161" y="23"/>
                      </a:lnTo>
                      <a:lnTo>
                        <a:pt x="134" y="23"/>
                      </a:lnTo>
                      <a:lnTo>
                        <a:pt x="108" y="26"/>
                      </a:lnTo>
                      <a:lnTo>
                        <a:pt x="82" y="31"/>
                      </a:lnTo>
                      <a:lnTo>
                        <a:pt x="58" y="41"/>
                      </a:lnTo>
                      <a:lnTo>
                        <a:pt x="36" y="52"/>
                      </a:lnTo>
                      <a:lnTo>
                        <a:pt x="16" y="68"/>
                      </a:lnTo>
                      <a:lnTo>
                        <a:pt x="0" y="89"/>
                      </a:lnTo>
                      <a:lnTo>
                        <a:pt x="0" y="57"/>
                      </a:lnTo>
                      <a:close/>
                    </a:path>
                  </a:pathLst>
                </a:custGeom>
                <a:solidFill>
                  <a:srgbClr val="000000">
                    <a:alpha val="100000"/>
                  </a:srgbClr>
                </a:solidFill>
                <a:ln w="9525">
                  <a:noFill/>
                </a:ln>
              </p:spPr>
              <p:txBody>
                <a:bodyPr/>
                <a:p>
                  <a:endParaRPr lang="zh-CN" altLang="en-US"/>
                </a:p>
              </p:txBody>
            </p:sp>
            <p:sp>
              <p:nvSpPr>
                <p:cNvPr id="145640" name="Freeform 1040"/>
                <p:cNvSpPr/>
                <p:nvPr/>
              </p:nvSpPr>
              <p:spPr>
                <a:xfrm>
                  <a:off x="4797" y="1583"/>
                  <a:ext cx="46" cy="13"/>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325" h="89">
                      <a:moveTo>
                        <a:pt x="0" y="56"/>
                      </a:moveTo>
                      <a:lnTo>
                        <a:pt x="0" y="55"/>
                      </a:lnTo>
                      <a:lnTo>
                        <a:pt x="2" y="52"/>
                      </a:lnTo>
                      <a:lnTo>
                        <a:pt x="6" y="47"/>
                      </a:lnTo>
                      <a:lnTo>
                        <a:pt x="12" y="40"/>
                      </a:lnTo>
                      <a:lnTo>
                        <a:pt x="20" y="33"/>
                      </a:lnTo>
                      <a:lnTo>
                        <a:pt x="29" y="27"/>
                      </a:lnTo>
                      <a:lnTo>
                        <a:pt x="41" y="18"/>
                      </a:lnTo>
                      <a:lnTo>
                        <a:pt x="57" y="13"/>
                      </a:lnTo>
                      <a:lnTo>
                        <a:pt x="77" y="7"/>
                      </a:lnTo>
                      <a:lnTo>
                        <a:pt x="98" y="2"/>
                      </a:lnTo>
                      <a:lnTo>
                        <a:pt x="126" y="0"/>
                      </a:lnTo>
                      <a:lnTo>
                        <a:pt x="156" y="0"/>
                      </a:lnTo>
                      <a:lnTo>
                        <a:pt x="191" y="2"/>
                      </a:lnTo>
                      <a:lnTo>
                        <a:pt x="230" y="8"/>
                      </a:lnTo>
                      <a:lnTo>
                        <a:pt x="275" y="17"/>
                      </a:lnTo>
                      <a:lnTo>
                        <a:pt x="325" y="31"/>
                      </a:lnTo>
                      <a:lnTo>
                        <a:pt x="318" y="49"/>
                      </a:lnTo>
                      <a:lnTo>
                        <a:pt x="316" y="48"/>
                      </a:lnTo>
                      <a:lnTo>
                        <a:pt x="308" y="46"/>
                      </a:lnTo>
                      <a:lnTo>
                        <a:pt x="295" y="43"/>
                      </a:lnTo>
                      <a:lnTo>
                        <a:pt x="279" y="38"/>
                      </a:lnTo>
                      <a:lnTo>
                        <a:pt x="260" y="35"/>
                      </a:lnTo>
                      <a:lnTo>
                        <a:pt x="238" y="30"/>
                      </a:lnTo>
                      <a:lnTo>
                        <a:pt x="214" y="27"/>
                      </a:lnTo>
                      <a:lnTo>
                        <a:pt x="188" y="23"/>
                      </a:lnTo>
                      <a:lnTo>
                        <a:pt x="161" y="22"/>
                      </a:lnTo>
                      <a:lnTo>
                        <a:pt x="134" y="23"/>
                      </a:lnTo>
                      <a:lnTo>
                        <a:pt x="108" y="25"/>
                      </a:lnTo>
                      <a:lnTo>
                        <a:pt x="82" y="31"/>
                      </a:lnTo>
                      <a:lnTo>
                        <a:pt x="58" y="40"/>
                      </a:lnTo>
                      <a:lnTo>
                        <a:pt x="36" y="52"/>
                      </a:lnTo>
                      <a:lnTo>
                        <a:pt x="16" y="68"/>
                      </a:lnTo>
                      <a:lnTo>
                        <a:pt x="0" y="89"/>
                      </a:lnTo>
                      <a:lnTo>
                        <a:pt x="0" y="56"/>
                      </a:lnTo>
                      <a:close/>
                    </a:path>
                  </a:pathLst>
                </a:custGeom>
                <a:solidFill>
                  <a:srgbClr val="000000">
                    <a:alpha val="100000"/>
                  </a:srgbClr>
                </a:solidFill>
                <a:ln w="9525">
                  <a:noFill/>
                </a:ln>
              </p:spPr>
              <p:txBody>
                <a:bodyPr/>
                <a:p>
                  <a:endParaRPr lang="zh-CN" altLang="en-US"/>
                </a:p>
              </p:txBody>
            </p:sp>
            <p:sp>
              <p:nvSpPr>
                <p:cNvPr id="145641" name="Freeform 1041"/>
                <p:cNvSpPr/>
                <p:nvPr/>
              </p:nvSpPr>
              <p:spPr>
                <a:xfrm>
                  <a:off x="4841" y="1568"/>
                  <a:ext cx="75" cy="13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28" h="975">
                      <a:moveTo>
                        <a:pt x="0" y="0"/>
                      </a:moveTo>
                      <a:lnTo>
                        <a:pt x="0" y="943"/>
                      </a:lnTo>
                      <a:lnTo>
                        <a:pt x="159" y="975"/>
                      </a:lnTo>
                      <a:lnTo>
                        <a:pt x="152" y="848"/>
                      </a:lnTo>
                      <a:lnTo>
                        <a:pt x="528" y="905"/>
                      </a:lnTo>
                      <a:lnTo>
                        <a:pt x="521" y="855"/>
                      </a:lnTo>
                      <a:lnTo>
                        <a:pt x="261" y="822"/>
                      </a:lnTo>
                      <a:lnTo>
                        <a:pt x="254" y="713"/>
                      </a:lnTo>
                      <a:lnTo>
                        <a:pt x="77" y="713"/>
                      </a:lnTo>
                      <a:lnTo>
                        <a:pt x="72" y="699"/>
                      </a:lnTo>
                      <a:lnTo>
                        <a:pt x="60" y="659"/>
                      </a:lnTo>
                      <a:lnTo>
                        <a:pt x="44" y="595"/>
                      </a:lnTo>
                      <a:lnTo>
                        <a:pt x="28" y="511"/>
                      </a:lnTo>
                      <a:lnTo>
                        <a:pt x="16" y="410"/>
                      </a:lnTo>
                      <a:lnTo>
                        <a:pt x="12" y="294"/>
                      </a:lnTo>
                      <a:lnTo>
                        <a:pt x="21" y="167"/>
                      </a:lnTo>
                      <a:lnTo>
                        <a:pt x="45" y="32"/>
                      </a:lnTo>
                      <a:lnTo>
                        <a:pt x="0" y="0"/>
                      </a:lnTo>
                      <a:close/>
                    </a:path>
                  </a:pathLst>
                </a:custGeom>
                <a:solidFill>
                  <a:schemeClr val="bg2">
                    <a:alpha val="100000"/>
                  </a:schemeClr>
                </a:solidFill>
                <a:ln w="9525">
                  <a:noFill/>
                </a:ln>
              </p:spPr>
              <p:txBody>
                <a:bodyPr/>
                <a:p>
                  <a:endParaRPr lang="zh-CN" altLang="en-US"/>
                </a:p>
              </p:txBody>
            </p:sp>
            <p:sp>
              <p:nvSpPr>
                <p:cNvPr id="145642" name="Freeform 1042"/>
                <p:cNvSpPr/>
                <p:nvPr/>
              </p:nvSpPr>
              <p:spPr>
                <a:xfrm>
                  <a:off x="4878" y="1536"/>
                  <a:ext cx="97" cy="1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678" h="133">
                      <a:moveTo>
                        <a:pt x="0" y="133"/>
                      </a:moveTo>
                      <a:lnTo>
                        <a:pt x="4" y="132"/>
                      </a:lnTo>
                      <a:lnTo>
                        <a:pt x="15" y="127"/>
                      </a:lnTo>
                      <a:lnTo>
                        <a:pt x="32" y="122"/>
                      </a:lnTo>
                      <a:lnTo>
                        <a:pt x="56" y="114"/>
                      </a:lnTo>
                      <a:lnTo>
                        <a:pt x="86" y="104"/>
                      </a:lnTo>
                      <a:lnTo>
                        <a:pt x="120" y="95"/>
                      </a:lnTo>
                      <a:lnTo>
                        <a:pt x="160" y="86"/>
                      </a:lnTo>
                      <a:lnTo>
                        <a:pt x="204" y="78"/>
                      </a:lnTo>
                      <a:lnTo>
                        <a:pt x="252" y="70"/>
                      </a:lnTo>
                      <a:lnTo>
                        <a:pt x="303" y="64"/>
                      </a:lnTo>
                      <a:lnTo>
                        <a:pt x="358" y="60"/>
                      </a:lnTo>
                      <a:lnTo>
                        <a:pt x="414" y="58"/>
                      </a:lnTo>
                      <a:lnTo>
                        <a:pt x="474" y="60"/>
                      </a:lnTo>
                      <a:lnTo>
                        <a:pt x="534" y="65"/>
                      </a:lnTo>
                      <a:lnTo>
                        <a:pt x="596" y="74"/>
                      </a:lnTo>
                      <a:lnTo>
                        <a:pt x="659" y="88"/>
                      </a:lnTo>
                      <a:lnTo>
                        <a:pt x="678" y="0"/>
                      </a:lnTo>
                      <a:lnTo>
                        <a:pt x="674" y="0"/>
                      </a:lnTo>
                      <a:lnTo>
                        <a:pt x="659" y="0"/>
                      </a:lnTo>
                      <a:lnTo>
                        <a:pt x="636" y="0"/>
                      </a:lnTo>
                      <a:lnTo>
                        <a:pt x="606" y="1"/>
                      </a:lnTo>
                      <a:lnTo>
                        <a:pt x="570" y="2"/>
                      </a:lnTo>
                      <a:lnTo>
                        <a:pt x="527" y="3"/>
                      </a:lnTo>
                      <a:lnTo>
                        <a:pt x="480" y="7"/>
                      </a:lnTo>
                      <a:lnTo>
                        <a:pt x="430" y="9"/>
                      </a:lnTo>
                      <a:lnTo>
                        <a:pt x="376" y="14"/>
                      </a:lnTo>
                      <a:lnTo>
                        <a:pt x="320" y="18"/>
                      </a:lnTo>
                      <a:lnTo>
                        <a:pt x="264" y="24"/>
                      </a:lnTo>
                      <a:lnTo>
                        <a:pt x="208" y="32"/>
                      </a:lnTo>
                      <a:lnTo>
                        <a:pt x="152" y="40"/>
                      </a:lnTo>
                      <a:lnTo>
                        <a:pt x="98" y="50"/>
                      </a:lnTo>
                      <a:lnTo>
                        <a:pt x="47" y="62"/>
                      </a:lnTo>
                      <a:lnTo>
                        <a:pt x="0" y="76"/>
                      </a:lnTo>
                      <a:lnTo>
                        <a:pt x="0" y="133"/>
                      </a:lnTo>
                      <a:close/>
                    </a:path>
                  </a:pathLst>
                </a:custGeom>
                <a:solidFill>
                  <a:schemeClr val="bg2">
                    <a:alpha val="100000"/>
                  </a:schemeClr>
                </a:solidFill>
                <a:ln w="9525">
                  <a:noFill/>
                </a:ln>
              </p:spPr>
              <p:txBody>
                <a:bodyPr/>
                <a:p>
                  <a:endParaRPr lang="zh-CN" altLang="en-US"/>
                </a:p>
              </p:txBody>
            </p:sp>
            <p:sp>
              <p:nvSpPr>
                <p:cNvPr id="145643" name="Freeform 1043"/>
                <p:cNvSpPr/>
                <p:nvPr/>
              </p:nvSpPr>
              <p:spPr>
                <a:xfrm>
                  <a:off x="4821" y="1711"/>
                  <a:ext cx="163" cy="54"/>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42" h="379">
                      <a:moveTo>
                        <a:pt x="482" y="367"/>
                      </a:moveTo>
                      <a:lnTo>
                        <a:pt x="485" y="366"/>
                      </a:lnTo>
                      <a:lnTo>
                        <a:pt x="492" y="363"/>
                      </a:lnTo>
                      <a:lnTo>
                        <a:pt x="502" y="359"/>
                      </a:lnTo>
                      <a:lnTo>
                        <a:pt x="516" y="353"/>
                      </a:lnTo>
                      <a:lnTo>
                        <a:pt x="533" y="346"/>
                      </a:lnTo>
                      <a:lnTo>
                        <a:pt x="551" y="338"/>
                      </a:lnTo>
                      <a:lnTo>
                        <a:pt x="572" y="328"/>
                      </a:lnTo>
                      <a:lnTo>
                        <a:pt x="593" y="317"/>
                      </a:lnTo>
                      <a:lnTo>
                        <a:pt x="616" y="306"/>
                      </a:lnTo>
                      <a:lnTo>
                        <a:pt x="638" y="292"/>
                      </a:lnTo>
                      <a:lnTo>
                        <a:pt x="660" y="279"/>
                      </a:lnTo>
                      <a:lnTo>
                        <a:pt x="680" y="264"/>
                      </a:lnTo>
                      <a:lnTo>
                        <a:pt x="700" y="249"/>
                      </a:lnTo>
                      <a:lnTo>
                        <a:pt x="717" y="233"/>
                      </a:lnTo>
                      <a:lnTo>
                        <a:pt x="732" y="217"/>
                      </a:lnTo>
                      <a:lnTo>
                        <a:pt x="743" y="201"/>
                      </a:lnTo>
                      <a:lnTo>
                        <a:pt x="0" y="20"/>
                      </a:lnTo>
                      <a:lnTo>
                        <a:pt x="57" y="0"/>
                      </a:lnTo>
                      <a:lnTo>
                        <a:pt x="1142" y="267"/>
                      </a:lnTo>
                      <a:lnTo>
                        <a:pt x="1098" y="292"/>
                      </a:lnTo>
                      <a:lnTo>
                        <a:pt x="784" y="212"/>
                      </a:lnTo>
                      <a:lnTo>
                        <a:pt x="783" y="213"/>
                      </a:lnTo>
                      <a:lnTo>
                        <a:pt x="781" y="216"/>
                      </a:lnTo>
                      <a:lnTo>
                        <a:pt x="776" y="221"/>
                      </a:lnTo>
                      <a:lnTo>
                        <a:pt x="769" y="228"/>
                      </a:lnTo>
                      <a:lnTo>
                        <a:pt x="761" y="237"/>
                      </a:lnTo>
                      <a:lnTo>
                        <a:pt x="750" y="246"/>
                      </a:lnTo>
                      <a:lnTo>
                        <a:pt x="737" y="258"/>
                      </a:lnTo>
                      <a:lnTo>
                        <a:pt x="721" y="269"/>
                      </a:lnTo>
                      <a:lnTo>
                        <a:pt x="703" y="282"/>
                      </a:lnTo>
                      <a:lnTo>
                        <a:pt x="684" y="295"/>
                      </a:lnTo>
                      <a:lnTo>
                        <a:pt x="660" y="309"/>
                      </a:lnTo>
                      <a:lnTo>
                        <a:pt x="635" y="323"/>
                      </a:lnTo>
                      <a:lnTo>
                        <a:pt x="606" y="338"/>
                      </a:lnTo>
                      <a:lnTo>
                        <a:pt x="574" y="352"/>
                      </a:lnTo>
                      <a:lnTo>
                        <a:pt x="540" y="366"/>
                      </a:lnTo>
                      <a:lnTo>
                        <a:pt x="502" y="379"/>
                      </a:lnTo>
                      <a:lnTo>
                        <a:pt x="482" y="367"/>
                      </a:lnTo>
                      <a:close/>
                    </a:path>
                  </a:pathLst>
                </a:custGeom>
                <a:solidFill>
                  <a:srgbClr val="000000">
                    <a:alpha val="100000"/>
                  </a:srgbClr>
                </a:solidFill>
                <a:ln w="9525">
                  <a:noFill/>
                </a:ln>
              </p:spPr>
              <p:txBody>
                <a:bodyPr/>
                <a:p>
                  <a:endParaRPr lang="zh-CN" altLang="en-US"/>
                </a:p>
              </p:txBody>
            </p:sp>
            <p:sp>
              <p:nvSpPr>
                <p:cNvPr id="145644" name="Freeform 1044"/>
                <p:cNvSpPr/>
                <p:nvPr/>
              </p:nvSpPr>
              <p:spPr>
                <a:xfrm>
                  <a:off x="4787" y="1725"/>
                  <a:ext cx="167" cy="48"/>
                </a:xfrm>
                <a:custGeom>
                  <a:avLst/>
                  <a:gdLst/>
                  <a:ahLst/>
                  <a:cxnLst>
                    <a:cxn ang="0">
                      <a:pos x="0" y="0"/>
                    </a:cxn>
                    <a:cxn ang="0">
                      <a:pos x="0" y="0"/>
                    </a:cxn>
                    <a:cxn ang="0">
                      <a:pos x="0" y="0"/>
                    </a:cxn>
                    <a:cxn ang="0">
                      <a:pos x="0" y="0"/>
                    </a:cxn>
                    <a:cxn ang="0">
                      <a:pos x="0" y="0"/>
                    </a:cxn>
                  </a:cxnLst>
                  <a:pathLst>
                    <a:path w="1163" h="340">
                      <a:moveTo>
                        <a:pt x="0" y="0"/>
                      </a:moveTo>
                      <a:lnTo>
                        <a:pt x="1137" y="340"/>
                      </a:lnTo>
                      <a:lnTo>
                        <a:pt x="1163" y="340"/>
                      </a:lnTo>
                      <a:lnTo>
                        <a:pt x="34" y="0"/>
                      </a:lnTo>
                      <a:lnTo>
                        <a:pt x="0" y="0"/>
                      </a:lnTo>
                      <a:close/>
                    </a:path>
                  </a:pathLst>
                </a:custGeom>
                <a:solidFill>
                  <a:srgbClr val="000000">
                    <a:alpha val="100000"/>
                  </a:srgbClr>
                </a:solidFill>
                <a:ln w="9525">
                  <a:noFill/>
                </a:ln>
              </p:spPr>
              <p:txBody>
                <a:bodyPr/>
                <a:p>
                  <a:endParaRPr lang="zh-CN" altLang="en-US"/>
                </a:p>
              </p:txBody>
            </p:sp>
            <p:sp>
              <p:nvSpPr>
                <p:cNvPr id="145645" name="Freeform 1045"/>
                <p:cNvSpPr/>
                <p:nvPr/>
              </p:nvSpPr>
              <p:spPr>
                <a:xfrm>
                  <a:off x="4815" y="1718"/>
                  <a:ext cx="164" cy="44"/>
                </a:xfrm>
                <a:custGeom>
                  <a:avLst/>
                  <a:gdLst/>
                  <a:ahLst/>
                  <a:cxnLst>
                    <a:cxn ang="0">
                      <a:pos x="0" y="0"/>
                    </a:cxn>
                    <a:cxn ang="0">
                      <a:pos x="0" y="0"/>
                    </a:cxn>
                    <a:cxn ang="0">
                      <a:pos x="0" y="0"/>
                    </a:cxn>
                    <a:cxn ang="0">
                      <a:pos x="0" y="0"/>
                    </a:cxn>
                    <a:cxn ang="0">
                      <a:pos x="0" y="0"/>
                    </a:cxn>
                  </a:cxnLst>
                  <a:pathLst>
                    <a:path w="1149" h="303">
                      <a:moveTo>
                        <a:pt x="0" y="1"/>
                      </a:moveTo>
                      <a:lnTo>
                        <a:pt x="1124" y="303"/>
                      </a:lnTo>
                      <a:lnTo>
                        <a:pt x="1149" y="302"/>
                      </a:lnTo>
                      <a:lnTo>
                        <a:pt x="34" y="0"/>
                      </a:lnTo>
                      <a:lnTo>
                        <a:pt x="0" y="1"/>
                      </a:lnTo>
                      <a:close/>
                    </a:path>
                  </a:pathLst>
                </a:custGeom>
                <a:solidFill>
                  <a:srgbClr val="000000">
                    <a:alpha val="100000"/>
                  </a:srgbClr>
                </a:solidFill>
                <a:ln w="9525">
                  <a:noFill/>
                </a:ln>
              </p:spPr>
              <p:txBody>
                <a:bodyPr/>
                <a:p>
                  <a:endParaRPr lang="zh-CN" altLang="en-US"/>
                </a:p>
              </p:txBody>
            </p:sp>
            <p:sp>
              <p:nvSpPr>
                <p:cNvPr id="145646" name="Freeform 1046"/>
                <p:cNvSpPr/>
                <p:nvPr/>
              </p:nvSpPr>
              <p:spPr>
                <a:xfrm>
                  <a:off x="4802" y="1721"/>
                  <a:ext cx="165" cy="48"/>
                </a:xfrm>
                <a:custGeom>
                  <a:avLst/>
                  <a:gdLst/>
                  <a:ahLst/>
                  <a:cxnLst>
                    <a:cxn ang="0">
                      <a:pos x="0" y="0"/>
                    </a:cxn>
                    <a:cxn ang="0">
                      <a:pos x="0" y="0"/>
                    </a:cxn>
                    <a:cxn ang="0">
                      <a:pos x="0" y="0"/>
                    </a:cxn>
                    <a:cxn ang="0">
                      <a:pos x="0" y="0"/>
                    </a:cxn>
                    <a:cxn ang="0">
                      <a:pos x="0" y="0"/>
                    </a:cxn>
                  </a:cxnLst>
                  <a:pathLst>
                    <a:path w="1155" h="336">
                      <a:moveTo>
                        <a:pt x="0" y="0"/>
                      </a:moveTo>
                      <a:lnTo>
                        <a:pt x="1134" y="336"/>
                      </a:lnTo>
                      <a:lnTo>
                        <a:pt x="1155" y="328"/>
                      </a:lnTo>
                      <a:lnTo>
                        <a:pt x="34" y="0"/>
                      </a:lnTo>
                      <a:lnTo>
                        <a:pt x="0" y="0"/>
                      </a:lnTo>
                      <a:close/>
                    </a:path>
                  </a:pathLst>
                </a:custGeom>
                <a:solidFill>
                  <a:srgbClr val="000000">
                    <a:alpha val="100000"/>
                  </a:srgbClr>
                </a:solidFill>
                <a:ln w="9525">
                  <a:noFill/>
                </a:ln>
              </p:spPr>
              <p:txBody>
                <a:bodyPr/>
                <a:p>
                  <a:endParaRPr lang="zh-CN" altLang="en-US"/>
                </a:p>
              </p:txBody>
            </p:sp>
          </p:grpSp>
          <p:grpSp>
            <p:nvGrpSpPr>
              <p:cNvPr id="145551" name="Group 1047"/>
              <p:cNvGrpSpPr/>
              <p:nvPr/>
            </p:nvGrpSpPr>
            <p:grpSpPr>
              <a:xfrm rot="5400000">
                <a:off x="534" y="3280"/>
                <a:ext cx="391" cy="88"/>
                <a:chOff x="1450" y="3513"/>
                <a:chExt cx="391" cy="88"/>
              </a:xfrm>
            </p:grpSpPr>
            <p:sp>
              <p:nvSpPr>
                <p:cNvPr id="145606" name="Freeform 1048"/>
                <p:cNvSpPr/>
                <p:nvPr/>
              </p:nvSpPr>
              <p:spPr>
                <a:xfrm flipV="1">
                  <a:off x="1450" y="3574"/>
                  <a:ext cx="391" cy="27"/>
                </a:xfrm>
                <a:custGeom>
                  <a:avLst/>
                  <a:gdLst/>
                  <a:ahLst/>
                  <a:cxnLst>
                    <a:cxn ang="0">
                      <a:pos x="0" y="0"/>
                    </a:cxn>
                    <a:cxn ang="0">
                      <a:pos x="0" y="0"/>
                    </a:cxn>
                    <a:cxn ang="0">
                      <a:pos x="5" y="0"/>
                    </a:cxn>
                    <a:cxn ang="0">
                      <a:pos x="5" y="0"/>
                    </a:cxn>
                  </a:cxnLst>
                  <a:pathLst>
                    <a:path w="720" h="56">
                      <a:moveTo>
                        <a:pt x="0" y="0"/>
                      </a:moveTo>
                      <a:lnTo>
                        <a:pt x="0" y="56"/>
                      </a:lnTo>
                      <a:lnTo>
                        <a:pt x="720" y="56"/>
                      </a:lnTo>
                      <a:lnTo>
                        <a:pt x="720" y="8"/>
                      </a:lnTo>
                    </a:path>
                  </a:pathLst>
                </a:custGeom>
                <a:noFill/>
                <a:ln w="12700" cap="flat" cmpd="sng">
                  <a:solidFill>
                    <a:schemeClr val="tx1">
                      <a:alpha val="100000"/>
                    </a:schemeClr>
                  </a:solidFill>
                  <a:prstDash val="solid"/>
                  <a:round/>
                  <a:headEnd type="none" w="med" len="med"/>
                  <a:tailEnd type="none" w="med" len="med"/>
                </a:ln>
              </p:spPr>
              <p:txBody>
                <a:bodyPr/>
                <a:p>
                  <a:endParaRPr lang="zh-CN" altLang="en-US"/>
                </a:p>
              </p:txBody>
            </p:sp>
            <p:sp>
              <p:nvSpPr>
                <p:cNvPr id="145607" name="Line 1049"/>
                <p:cNvSpPr/>
                <p:nvPr/>
              </p:nvSpPr>
              <p:spPr>
                <a:xfrm>
                  <a:off x="1642" y="3513"/>
                  <a:ext cx="0" cy="60"/>
                </a:xfrm>
                <a:prstGeom prst="line">
                  <a:avLst/>
                </a:prstGeom>
                <a:ln w="19050" cap="flat" cmpd="sng">
                  <a:solidFill>
                    <a:schemeClr val="tx1"/>
                  </a:solidFill>
                  <a:prstDash val="solid"/>
                  <a:headEnd type="none" w="med" len="med"/>
                  <a:tailEnd type="none" w="med" len="med"/>
                </a:ln>
              </p:spPr>
            </p:sp>
          </p:grpSp>
          <p:grpSp>
            <p:nvGrpSpPr>
              <p:cNvPr id="145552" name="Group 1050"/>
              <p:cNvGrpSpPr/>
              <p:nvPr/>
            </p:nvGrpSpPr>
            <p:grpSpPr>
              <a:xfrm>
                <a:off x="752" y="3249"/>
                <a:ext cx="265" cy="123"/>
                <a:chOff x="3600" y="219"/>
                <a:chExt cx="360" cy="175"/>
              </a:xfrm>
            </p:grpSpPr>
            <p:sp>
              <p:nvSpPr>
                <p:cNvPr id="145593" name="Oval 1051"/>
                <p:cNvSpPr/>
                <p:nvPr/>
              </p:nvSpPr>
              <p:spPr>
                <a:xfrm>
                  <a:off x="3603" y="297"/>
                  <a:ext cx="357" cy="97"/>
                </a:xfrm>
                <a:prstGeom prst="ellipse">
                  <a:avLst/>
                </a:prstGeom>
                <a:solidFill>
                  <a:srgbClr val="DDDDDD"/>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45594" name="Line 1052"/>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145595" name="Line 1053"/>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145596" name="Rectangle 1054"/>
                <p:cNvSpPr/>
                <p:nvPr/>
              </p:nvSpPr>
              <p:spPr>
                <a:xfrm>
                  <a:off x="3603" y="289"/>
                  <a:ext cx="354" cy="59"/>
                </a:xfrm>
                <a:prstGeom prst="rect">
                  <a:avLst/>
                </a:prstGeom>
                <a:solidFill>
                  <a:srgbClr val="DDDDDD"/>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45597" name="Oval 1055"/>
                <p:cNvSpPr/>
                <p:nvPr/>
              </p:nvSpPr>
              <p:spPr>
                <a:xfrm>
                  <a:off x="3600" y="219"/>
                  <a:ext cx="357" cy="113"/>
                </a:xfrm>
                <a:prstGeom prst="ellipse">
                  <a:avLst/>
                </a:prstGeom>
                <a:solidFill>
                  <a:srgbClr val="DDDDDD"/>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45598" name="Group 1056"/>
                <p:cNvGrpSpPr/>
                <p:nvPr/>
              </p:nvGrpSpPr>
              <p:grpSpPr>
                <a:xfrm>
                  <a:off x="3686" y="244"/>
                  <a:ext cx="177" cy="66"/>
                  <a:chOff x="2848" y="848"/>
                  <a:chExt cx="140" cy="98"/>
                </a:xfrm>
              </p:grpSpPr>
              <p:sp>
                <p:nvSpPr>
                  <p:cNvPr id="145603" name="Line 1057"/>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45604" name="Line 1058"/>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45605" name="Line 1059"/>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145599" name="Group 1060"/>
                <p:cNvGrpSpPr/>
                <p:nvPr/>
              </p:nvGrpSpPr>
              <p:grpSpPr>
                <a:xfrm flipV="1">
                  <a:off x="3686" y="243"/>
                  <a:ext cx="177" cy="66"/>
                  <a:chOff x="2848" y="848"/>
                  <a:chExt cx="140" cy="98"/>
                </a:xfrm>
              </p:grpSpPr>
              <p:sp>
                <p:nvSpPr>
                  <p:cNvPr id="145600" name="Line 1061"/>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45601" name="Line 1062"/>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45602" name="Line 1063"/>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145553" name="Group 1064"/>
              <p:cNvGrpSpPr/>
              <p:nvPr/>
            </p:nvGrpSpPr>
            <p:grpSpPr>
              <a:xfrm>
                <a:off x="521" y="3063"/>
                <a:ext cx="176" cy="150"/>
                <a:chOff x="4765" y="1531"/>
                <a:chExt cx="312" cy="261"/>
              </a:xfrm>
            </p:grpSpPr>
            <p:sp>
              <p:nvSpPr>
                <p:cNvPr id="145554" name="AutoShape 1065"/>
                <p:cNvSpPr>
                  <a:spLocks noChangeAspect="1" noTextEdit="1"/>
                </p:cNvSpPr>
                <p:nvPr/>
              </p:nvSpPr>
              <p:spPr>
                <a:xfrm>
                  <a:off x="4765" y="1531"/>
                  <a:ext cx="312" cy="260"/>
                </a:xfrm>
                <a:prstGeom prst="rect">
                  <a:avLst/>
                </a:prstGeom>
                <a:noFill/>
                <a:ln w="9525">
                  <a:noFill/>
                </a:ln>
              </p:spPr>
              <p:txBody>
                <a:bodyPr/>
                <a:p>
                  <a:endParaRPr lang="zh-CN" altLang="en-US"/>
                </a:p>
              </p:txBody>
            </p:sp>
            <p:sp>
              <p:nvSpPr>
                <p:cNvPr id="145555" name="Freeform 1066"/>
                <p:cNvSpPr/>
                <p:nvPr/>
              </p:nvSpPr>
              <p:spPr>
                <a:xfrm>
                  <a:off x="4765" y="1534"/>
                  <a:ext cx="307" cy="25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150" h="1804">
                      <a:moveTo>
                        <a:pt x="582" y="239"/>
                      </a:moveTo>
                      <a:lnTo>
                        <a:pt x="606" y="129"/>
                      </a:lnTo>
                      <a:lnTo>
                        <a:pt x="607" y="129"/>
                      </a:lnTo>
                      <a:lnTo>
                        <a:pt x="611" y="128"/>
                      </a:lnTo>
                      <a:lnTo>
                        <a:pt x="616" y="125"/>
                      </a:lnTo>
                      <a:lnTo>
                        <a:pt x="623" y="123"/>
                      </a:lnTo>
                      <a:lnTo>
                        <a:pt x="633" y="120"/>
                      </a:lnTo>
                      <a:lnTo>
                        <a:pt x="645" y="115"/>
                      </a:lnTo>
                      <a:lnTo>
                        <a:pt x="659" y="112"/>
                      </a:lnTo>
                      <a:lnTo>
                        <a:pt x="676" y="107"/>
                      </a:lnTo>
                      <a:lnTo>
                        <a:pt x="694" y="101"/>
                      </a:lnTo>
                      <a:lnTo>
                        <a:pt x="715" y="95"/>
                      </a:lnTo>
                      <a:lnTo>
                        <a:pt x="738" y="90"/>
                      </a:lnTo>
                      <a:lnTo>
                        <a:pt x="763" y="84"/>
                      </a:lnTo>
                      <a:lnTo>
                        <a:pt x="790" y="78"/>
                      </a:lnTo>
                      <a:lnTo>
                        <a:pt x="820" y="71"/>
                      </a:lnTo>
                      <a:lnTo>
                        <a:pt x="852" y="64"/>
                      </a:lnTo>
                      <a:lnTo>
                        <a:pt x="886" y="59"/>
                      </a:lnTo>
                      <a:lnTo>
                        <a:pt x="922" y="52"/>
                      </a:lnTo>
                      <a:lnTo>
                        <a:pt x="961" y="46"/>
                      </a:lnTo>
                      <a:lnTo>
                        <a:pt x="1002" y="40"/>
                      </a:lnTo>
                      <a:lnTo>
                        <a:pt x="1044" y="35"/>
                      </a:lnTo>
                      <a:lnTo>
                        <a:pt x="1090" y="29"/>
                      </a:lnTo>
                      <a:lnTo>
                        <a:pt x="1138" y="23"/>
                      </a:lnTo>
                      <a:lnTo>
                        <a:pt x="1187" y="18"/>
                      </a:lnTo>
                      <a:lnTo>
                        <a:pt x="1240" y="14"/>
                      </a:lnTo>
                      <a:lnTo>
                        <a:pt x="1294" y="10"/>
                      </a:lnTo>
                      <a:lnTo>
                        <a:pt x="1350" y="7"/>
                      </a:lnTo>
                      <a:lnTo>
                        <a:pt x="1410" y="4"/>
                      </a:lnTo>
                      <a:lnTo>
                        <a:pt x="1470" y="1"/>
                      </a:lnTo>
                      <a:lnTo>
                        <a:pt x="1535" y="0"/>
                      </a:lnTo>
                      <a:lnTo>
                        <a:pt x="1601" y="0"/>
                      </a:lnTo>
                      <a:lnTo>
                        <a:pt x="1668" y="0"/>
                      </a:lnTo>
                      <a:lnTo>
                        <a:pt x="1739" y="1"/>
                      </a:lnTo>
                      <a:lnTo>
                        <a:pt x="1816" y="44"/>
                      </a:lnTo>
                      <a:lnTo>
                        <a:pt x="1799" y="248"/>
                      </a:lnTo>
                      <a:lnTo>
                        <a:pt x="1804" y="251"/>
                      </a:lnTo>
                      <a:lnTo>
                        <a:pt x="1820" y="259"/>
                      </a:lnTo>
                      <a:lnTo>
                        <a:pt x="1842" y="272"/>
                      </a:lnTo>
                      <a:lnTo>
                        <a:pt x="1868" y="292"/>
                      </a:lnTo>
                      <a:lnTo>
                        <a:pt x="1896" y="318"/>
                      </a:lnTo>
                      <a:lnTo>
                        <a:pt x="1920" y="351"/>
                      </a:lnTo>
                      <a:lnTo>
                        <a:pt x="1939" y="390"/>
                      </a:lnTo>
                      <a:lnTo>
                        <a:pt x="1951" y="436"/>
                      </a:lnTo>
                      <a:lnTo>
                        <a:pt x="2125" y="593"/>
                      </a:lnTo>
                      <a:lnTo>
                        <a:pt x="2078" y="1009"/>
                      </a:lnTo>
                      <a:lnTo>
                        <a:pt x="1799" y="1149"/>
                      </a:lnTo>
                      <a:lnTo>
                        <a:pt x="2129" y="1247"/>
                      </a:lnTo>
                      <a:lnTo>
                        <a:pt x="2131" y="1251"/>
                      </a:lnTo>
                      <a:lnTo>
                        <a:pt x="2137" y="1264"/>
                      </a:lnTo>
                      <a:lnTo>
                        <a:pt x="2143" y="1284"/>
                      </a:lnTo>
                      <a:lnTo>
                        <a:pt x="2149" y="1310"/>
                      </a:lnTo>
                      <a:lnTo>
                        <a:pt x="2150" y="1342"/>
                      </a:lnTo>
                      <a:lnTo>
                        <a:pt x="2147" y="1380"/>
                      </a:lnTo>
                      <a:lnTo>
                        <a:pt x="2136" y="1423"/>
                      </a:lnTo>
                      <a:lnTo>
                        <a:pt x="2117" y="1468"/>
                      </a:lnTo>
                      <a:lnTo>
                        <a:pt x="1244" y="1804"/>
                      </a:lnTo>
                      <a:lnTo>
                        <a:pt x="0" y="1413"/>
                      </a:lnTo>
                      <a:lnTo>
                        <a:pt x="22" y="1367"/>
                      </a:lnTo>
                      <a:lnTo>
                        <a:pt x="212" y="1302"/>
                      </a:lnTo>
                      <a:lnTo>
                        <a:pt x="212" y="248"/>
                      </a:lnTo>
                      <a:lnTo>
                        <a:pt x="213" y="247"/>
                      </a:lnTo>
                      <a:lnTo>
                        <a:pt x="217" y="244"/>
                      </a:lnTo>
                      <a:lnTo>
                        <a:pt x="223" y="240"/>
                      </a:lnTo>
                      <a:lnTo>
                        <a:pt x="232" y="234"/>
                      </a:lnTo>
                      <a:lnTo>
                        <a:pt x="245" y="228"/>
                      </a:lnTo>
                      <a:lnTo>
                        <a:pt x="258" y="221"/>
                      </a:lnTo>
                      <a:lnTo>
                        <a:pt x="276" y="214"/>
                      </a:lnTo>
                      <a:lnTo>
                        <a:pt x="294" y="207"/>
                      </a:lnTo>
                      <a:lnTo>
                        <a:pt x="316" y="201"/>
                      </a:lnTo>
                      <a:lnTo>
                        <a:pt x="340" y="197"/>
                      </a:lnTo>
                      <a:lnTo>
                        <a:pt x="366" y="194"/>
                      </a:lnTo>
                      <a:lnTo>
                        <a:pt x="393" y="192"/>
                      </a:lnTo>
                      <a:lnTo>
                        <a:pt x="424" y="193"/>
                      </a:lnTo>
                      <a:lnTo>
                        <a:pt x="457" y="197"/>
                      </a:lnTo>
                      <a:lnTo>
                        <a:pt x="493" y="203"/>
                      </a:lnTo>
                      <a:lnTo>
                        <a:pt x="529" y="214"/>
                      </a:lnTo>
                      <a:lnTo>
                        <a:pt x="582" y="239"/>
                      </a:lnTo>
                      <a:close/>
                    </a:path>
                  </a:pathLst>
                </a:custGeom>
                <a:solidFill>
                  <a:srgbClr val="DDDDDD">
                    <a:alpha val="100000"/>
                  </a:srgbClr>
                </a:solidFill>
                <a:ln w="9525">
                  <a:noFill/>
                </a:ln>
              </p:spPr>
              <p:txBody>
                <a:bodyPr/>
                <a:p>
                  <a:endParaRPr lang="zh-CN" altLang="en-US"/>
                </a:p>
              </p:txBody>
            </p:sp>
            <p:sp>
              <p:nvSpPr>
                <p:cNvPr id="145556" name="Freeform 1067"/>
                <p:cNvSpPr/>
                <p:nvPr/>
              </p:nvSpPr>
              <p:spPr>
                <a:xfrm>
                  <a:off x="4882" y="1584"/>
                  <a:ext cx="163" cy="11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39" h="778">
                      <a:moveTo>
                        <a:pt x="7" y="587"/>
                      </a:moveTo>
                      <a:lnTo>
                        <a:pt x="0" y="682"/>
                      </a:lnTo>
                      <a:lnTo>
                        <a:pt x="742" y="778"/>
                      </a:lnTo>
                      <a:lnTo>
                        <a:pt x="748" y="775"/>
                      </a:lnTo>
                      <a:lnTo>
                        <a:pt x="763" y="767"/>
                      </a:lnTo>
                      <a:lnTo>
                        <a:pt x="787" y="755"/>
                      </a:lnTo>
                      <a:lnTo>
                        <a:pt x="816" y="737"/>
                      </a:lnTo>
                      <a:lnTo>
                        <a:pt x="852" y="714"/>
                      </a:lnTo>
                      <a:lnTo>
                        <a:pt x="891" y="686"/>
                      </a:lnTo>
                      <a:lnTo>
                        <a:pt x="932" y="652"/>
                      </a:lnTo>
                      <a:lnTo>
                        <a:pt x="973" y="613"/>
                      </a:lnTo>
                      <a:lnTo>
                        <a:pt x="1013" y="570"/>
                      </a:lnTo>
                      <a:lnTo>
                        <a:pt x="1051" y="521"/>
                      </a:lnTo>
                      <a:lnTo>
                        <a:pt x="1083" y="466"/>
                      </a:lnTo>
                      <a:lnTo>
                        <a:pt x="1109" y="406"/>
                      </a:lnTo>
                      <a:lnTo>
                        <a:pt x="1129" y="342"/>
                      </a:lnTo>
                      <a:lnTo>
                        <a:pt x="1139" y="271"/>
                      </a:lnTo>
                      <a:lnTo>
                        <a:pt x="1138" y="196"/>
                      </a:lnTo>
                      <a:lnTo>
                        <a:pt x="1124" y="115"/>
                      </a:lnTo>
                      <a:lnTo>
                        <a:pt x="1122" y="110"/>
                      </a:lnTo>
                      <a:lnTo>
                        <a:pt x="1115" y="97"/>
                      </a:lnTo>
                      <a:lnTo>
                        <a:pt x="1102" y="80"/>
                      </a:lnTo>
                      <a:lnTo>
                        <a:pt x="1086" y="59"/>
                      </a:lnTo>
                      <a:lnTo>
                        <a:pt x="1066" y="39"/>
                      </a:lnTo>
                      <a:lnTo>
                        <a:pt x="1041" y="20"/>
                      </a:lnTo>
                      <a:lnTo>
                        <a:pt x="1011" y="7"/>
                      </a:lnTo>
                      <a:lnTo>
                        <a:pt x="978" y="0"/>
                      </a:lnTo>
                      <a:lnTo>
                        <a:pt x="982" y="12"/>
                      </a:lnTo>
                      <a:lnTo>
                        <a:pt x="994" y="46"/>
                      </a:lnTo>
                      <a:lnTo>
                        <a:pt x="1007" y="100"/>
                      </a:lnTo>
                      <a:lnTo>
                        <a:pt x="1019" y="169"/>
                      </a:lnTo>
                      <a:lnTo>
                        <a:pt x="1022" y="252"/>
                      </a:lnTo>
                      <a:lnTo>
                        <a:pt x="1013" y="344"/>
                      </a:lnTo>
                      <a:lnTo>
                        <a:pt x="987" y="444"/>
                      </a:lnTo>
                      <a:lnTo>
                        <a:pt x="940" y="549"/>
                      </a:lnTo>
                      <a:lnTo>
                        <a:pt x="939" y="550"/>
                      </a:lnTo>
                      <a:lnTo>
                        <a:pt x="934" y="553"/>
                      </a:lnTo>
                      <a:lnTo>
                        <a:pt x="927" y="559"/>
                      </a:lnTo>
                      <a:lnTo>
                        <a:pt x="917" y="567"/>
                      </a:lnTo>
                      <a:lnTo>
                        <a:pt x="904" y="575"/>
                      </a:lnTo>
                      <a:lnTo>
                        <a:pt x="890" y="585"/>
                      </a:lnTo>
                      <a:lnTo>
                        <a:pt x="871" y="594"/>
                      </a:lnTo>
                      <a:lnTo>
                        <a:pt x="851" y="603"/>
                      </a:lnTo>
                      <a:lnTo>
                        <a:pt x="828" y="611"/>
                      </a:lnTo>
                      <a:lnTo>
                        <a:pt x="802" y="619"/>
                      </a:lnTo>
                      <a:lnTo>
                        <a:pt x="773" y="625"/>
                      </a:lnTo>
                      <a:lnTo>
                        <a:pt x="741" y="629"/>
                      </a:lnTo>
                      <a:lnTo>
                        <a:pt x="708" y="630"/>
                      </a:lnTo>
                      <a:lnTo>
                        <a:pt x="671" y="629"/>
                      </a:lnTo>
                      <a:lnTo>
                        <a:pt x="631" y="626"/>
                      </a:lnTo>
                      <a:lnTo>
                        <a:pt x="590" y="618"/>
                      </a:lnTo>
                      <a:lnTo>
                        <a:pt x="590" y="720"/>
                      </a:lnTo>
                      <a:lnTo>
                        <a:pt x="26" y="663"/>
                      </a:lnTo>
                      <a:lnTo>
                        <a:pt x="7" y="587"/>
                      </a:lnTo>
                      <a:close/>
                    </a:path>
                  </a:pathLst>
                </a:custGeom>
                <a:solidFill>
                  <a:schemeClr val="bg2">
                    <a:alpha val="100000"/>
                  </a:schemeClr>
                </a:solidFill>
                <a:ln w="9525">
                  <a:noFill/>
                </a:ln>
              </p:spPr>
              <p:txBody>
                <a:bodyPr/>
                <a:p>
                  <a:endParaRPr lang="zh-CN" altLang="en-US"/>
                </a:p>
              </p:txBody>
            </p:sp>
            <p:sp>
              <p:nvSpPr>
                <p:cNvPr id="145557" name="Freeform 1068"/>
                <p:cNvSpPr/>
                <p:nvPr/>
              </p:nvSpPr>
              <p:spPr>
                <a:xfrm>
                  <a:off x="4862" y="1693"/>
                  <a:ext cx="119" cy="38"/>
                </a:xfrm>
                <a:custGeom>
                  <a:avLst/>
                  <a:gdLst/>
                  <a:ahLst/>
                  <a:cxnLst>
                    <a:cxn ang="0">
                      <a:pos x="0" y="0"/>
                    </a:cxn>
                    <a:cxn ang="0">
                      <a:pos x="0" y="0"/>
                    </a:cxn>
                    <a:cxn ang="0">
                      <a:pos x="0" y="0"/>
                    </a:cxn>
                    <a:cxn ang="0">
                      <a:pos x="0" y="0"/>
                    </a:cxn>
                    <a:cxn ang="0">
                      <a:pos x="0" y="0"/>
                    </a:cxn>
                  </a:cxnLst>
                  <a:pathLst>
                    <a:path w="837" h="269">
                      <a:moveTo>
                        <a:pt x="837" y="96"/>
                      </a:moveTo>
                      <a:lnTo>
                        <a:pt x="12" y="0"/>
                      </a:lnTo>
                      <a:lnTo>
                        <a:pt x="0" y="96"/>
                      </a:lnTo>
                      <a:lnTo>
                        <a:pt x="812" y="269"/>
                      </a:lnTo>
                      <a:lnTo>
                        <a:pt x="837" y="96"/>
                      </a:lnTo>
                      <a:close/>
                    </a:path>
                  </a:pathLst>
                </a:custGeom>
                <a:solidFill>
                  <a:schemeClr val="bg2">
                    <a:alpha val="100000"/>
                  </a:schemeClr>
                </a:solidFill>
                <a:ln w="9525">
                  <a:noFill/>
                </a:ln>
              </p:spPr>
              <p:txBody>
                <a:bodyPr/>
                <a:p>
                  <a:endParaRPr lang="zh-CN" altLang="en-US"/>
                </a:p>
              </p:txBody>
            </p:sp>
            <p:sp>
              <p:nvSpPr>
                <p:cNvPr id="145558" name="Freeform 1069"/>
                <p:cNvSpPr/>
                <p:nvPr/>
              </p:nvSpPr>
              <p:spPr>
                <a:xfrm>
                  <a:off x="4921" y="1705"/>
                  <a:ext cx="51" cy="18"/>
                </a:xfrm>
                <a:custGeom>
                  <a:avLst/>
                  <a:gdLst/>
                  <a:ahLst/>
                  <a:cxnLst>
                    <a:cxn ang="0">
                      <a:pos x="0" y="0"/>
                    </a:cxn>
                    <a:cxn ang="0">
                      <a:pos x="0" y="0"/>
                    </a:cxn>
                    <a:cxn ang="0">
                      <a:pos x="0" y="0"/>
                    </a:cxn>
                    <a:cxn ang="0">
                      <a:pos x="0" y="0"/>
                    </a:cxn>
                    <a:cxn ang="0">
                      <a:pos x="0" y="0"/>
                    </a:cxn>
                  </a:cxnLst>
                  <a:pathLst>
                    <a:path w="358" h="122">
                      <a:moveTo>
                        <a:pt x="358" y="53"/>
                      </a:moveTo>
                      <a:lnTo>
                        <a:pt x="5" y="0"/>
                      </a:lnTo>
                      <a:lnTo>
                        <a:pt x="0" y="51"/>
                      </a:lnTo>
                      <a:lnTo>
                        <a:pt x="348" y="122"/>
                      </a:lnTo>
                      <a:lnTo>
                        <a:pt x="358" y="53"/>
                      </a:lnTo>
                      <a:close/>
                    </a:path>
                  </a:pathLst>
                </a:custGeom>
                <a:solidFill>
                  <a:schemeClr val="folHlink">
                    <a:alpha val="100000"/>
                  </a:schemeClr>
                </a:solidFill>
                <a:ln w="9525">
                  <a:noFill/>
                </a:ln>
              </p:spPr>
              <p:txBody>
                <a:bodyPr/>
                <a:p>
                  <a:endParaRPr lang="zh-CN" altLang="en-US"/>
                </a:p>
              </p:txBody>
            </p:sp>
            <p:sp>
              <p:nvSpPr>
                <p:cNvPr id="145559" name="Freeform 1070"/>
                <p:cNvSpPr/>
                <p:nvPr/>
              </p:nvSpPr>
              <p:spPr>
                <a:xfrm>
                  <a:off x="4869" y="1696"/>
                  <a:ext cx="34" cy="13"/>
                </a:xfrm>
                <a:custGeom>
                  <a:avLst/>
                  <a:gdLst/>
                  <a:ahLst/>
                  <a:cxnLst>
                    <a:cxn ang="0">
                      <a:pos x="0" y="0"/>
                    </a:cxn>
                    <a:cxn ang="0">
                      <a:pos x="0" y="0"/>
                    </a:cxn>
                    <a:cxn ang="0">
                      <a:pos x="0" y="0"/>
                    </a:cxn>
                    <a:cxn ang="0">
                      <a:pos x="0" y="0"/>
                    </a:cxn>
                    <a:cxn ang="0">
                      <a:pos x="0" y="0"/>
                    </a:cxn>
                  </a:cxnLst>
                  <a:pathLst>
                    <a:path w="239" h="91">
                      <a:moveTo>
                        <a:pt x="239" y="42"/>
                      </a:moveTo>
                      <a:lnTo>
                        <a:pt x="0" y="0"/>
                      </a:lnTo>
                      <a:lnTo>
                        <a:pt x="2" y="44"/>
                      </a:lnTo>
                      <a:lnTo>
                        <a:pt x="231" y="91"/>
                      </a:lnTo>
                      <a:lnTo>
                        <a:pt x="239" y="42"/>
                      </a:lnTo>
                      <a:close/>
                    </a:path>
                  </a:pathLst>
                </a:custGeom>
                <a:solidFill>
                  <a:schemeClr val="folHlink">
                    <a:alpha val="100000"/>
                  </a:schemeClr>
                </a:solidFill>
                <a:ln w="9525">
                  <a:noFill/>
                </a:ln>
              </p:spPr>
              <p:txBody>
                <a:bodyPr/>
                <a:p>
                  <a:endParaRPr lang="zh-CN" altLang="en-US"/>
                </a:p>
              </p:txBody>
            </p:sp>
            <p:sp>
              <p:nvSpPr>
                <p:cNvPr id="145560" name="Freeform 1071"/>
                <p:cNvSpPr/>
                <p:nvPr/>
              </p:nvSpPr>
              <p:spPr>
                <a:xfrm>
                  <a:off x="4783" y="1709"/>
                  <a:ext cx="202" cy="67"/>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409" h="466">
                      <a:moveTo>
                        <a:pt x="0" y="140"/>
                      </a:moveTo>
                      <a:lnTo>
                        <a:pt x="4" y="140"/>
                      </a:lnTo>
                      <a:lnTo>
                        <a:pt x="12" y="138"/>
                      </a:lnTo>
                      <a:lnTo>
                        <a:pt x="27" y="135"/>
                      </a:lnTo>
                      <a:lnTo>
                        <a:pt x="45" y="132"/>
                      </a:lnTo>
                      <a:lnTo>
                        <a:pt x="67" y="128"/>
                      </a:lnTo>
                      <a:lnTo>
                        <a:pt x="92" y="123"/>
                      </a:lnTo>
                      <a:lnTo>
                        <a:pt x="120" y="116"/>
                      </a:lnTo>
                      <a:lnTo>
                        <a:pt x="150" y="108"/>
                      </a:lnTo>
                      <a:lnTo>
                        <a:pt x="181" y="100"/>
                      </a:lnTo>
                      <a:lnTo>
                        <a:pt x="212" y="89"/>
                      </a:lnTo>
                      <a:lnTo>
                        <a:pt x="243" y="78"/>
                      </a:lnTo>
                      <a:lnTo>
                        <a:pt x="273" y="65"/>
                      </a:lnTo>
                      <a:lnTo>
                        <a:pt x="303" y="50"/>
                      </a:lnTo>
                      <a:lnTo>
                        <a:pt x="330" y="35"/>
                      </a:lnTo>
                      <a:lnTo>
                        <a:pt x="355" y="18"/>
                      </a:lnTo>
                      <a:lnTo>
                        <a:pt x="375" y="0"/>
                      </a:lnTo>
                      <a:lnTo>
                        <a:pt x="1409" y="236"/>
                      </a:lnTo>
                      <a:lnTo>
                        <a:pt x="1407" y="239"/>
                      </a:lnTo>
                      <a:lnTo>
                        <a:pt x="1401" y="245"/>
                      </a:lnTo>
                      <a:lnTo>
                        <a:pt x="1392" y="254"/>
                      </a:lnTo>
                      <a:lnTo>
                        <a:pt x="1379" y="265"/>
                      </a:lnTo>
                      <a:lnTo>
                        <a:pt x="1363" y="279"/>
                      </a:lnTo>
                      <a:lnTo>
                        <a:pt x="1345" y="295"/>
                      </a:lnTo>
                      <a:lnTo>
                        <a:pt x="1325" y="313"/>
                      </a:lnTo>
                      <a:lnTo>
                        <a:pt x="1303" y="332"/>
                      </a:lnTo>
                      <a:lnTo>
                        <a:pt x="1279" y="351"/>
                      </a:lnTo>
                      <a:lnTo>
                        <a:pt x="1253" y="371"/>
                      </a:lnTo>
                      <a:lnTo>
                        <a:pt x="1227" y="390"/>
                      </a:lnTo>
                      <a:lnTo>
                        <a:pt x="1200" y="409"/>
                      </a:lnTo>
                      <a:lnTo>
                        <a:pt x="1172" y="426"/>
                      </a:lnTo>
                      <a:lnTo>
                        <a:pt x="1145" y="441"/>
                      </a:lnTo>
                      <a:lnTo>
                        <a:pt x="1117" y="455"/>
                      </a:lnTo>
                      <a:lnTo>
                        <a:pt x="1091" y="466"/>
                      </a:lnTo>
                      <a:lnTo>
                        <a:pt x="0" y="140"/>
                      </a:lnTo>
                      <a:close/>
                    </a:path>
                  </a:pathLst>
                </a:custGeom>
                <a:solidFill>
                  <a:schemeClr val="bg2">
                    <a:alpha val="100000"/>
                  </a:schemeClr>
                </a:solidFill>
                <a:ln w="9525">
                  <a:noFill/>
                </a:ln>
              </p:spPr>
              <p:txBody>
                <a:bodyPr/>
                <a:p>
                  <a:endParaRPr lang="zh-CN" altLang="en-US"/>
                </a:p>
              </p:txBody>
            </p:sp>
            <p:sp>
              <p:nvSpPr>
                <p:cNvPr id="145561" name="Freeform 1072"/>
                <p:cNvSpPr/>
                <p:nvPr/>
              </p:nvSpPr>
              <p:spPr>
                <a:xfrm>
                  <a:off x="4984" y="1702"/>
                  <a:ext cx="72" cy="32"/>
                </a:xfrm>
                <a:custGeom>
                  <a:avLst/>
                  <a:gdLst/>
                  <a:ahLst/>
                  <a:cxnLst>
                    <a:cxn ang="0">
                      <a:pos x="0" y="0"/>
                    </a:cxn>
                    <a:cxn ang="0">
                      <a:pos x="0" y="0"/>
                    </a:cxn>
                    <a:cxn ang="0">
                      <a:pos x="0" y="0"/>
                    </a:cxn>
                    <a:cxn ang="0">
                      <a:pos x="0" y="0"/>
                    </a:cxn>
                    <a:cxn ang="0">
                      <a:pos x="0" y="0"/>
                    </a:cxn>
                    <a:cxn ang="0">
                      <a:pos x="0" y="0"/>
                    </a:cxn>
                  </a:cxnLst>
                  <a:pathLst>
                    <a:path w="502" h="223">
                      <a:moveTo>
                        <a:pt x="51" y="223"/>
                      </a:moveTo>
                      <a:lnTo>
                        <a:pt x="502" y="90"/>
                      </a:lnTo>
                      <a:lnTo>
                        <a:pt x="229" y="0"/>
                      </a:lnTo>
                      <a:lnTo>
                        <a:pt x="6" y="26"/>
                      </a:lnTo>
                      <a:lnTo>
                        <a:pt x="0" y="211"/>
                      </a:lnTo>
                      <a:lnTo>
                        <a:pt x="51" y="223"/>
                      </a:lnTo>
                      <a:close/>
                    </a:path>
                  </a:pathLst>
                </a:custGeom>
                <a:solidFill>
                  <a:schemeClr val="bg2">
                    <a:alpha val="100000"/>
                  </a:schemeClr>
                </a:solidFill>
                <a:ln w="9525">
                  <a:noFill/>
                </a:ln>
              </p:spPr>
              <p:txBody>
                <a:bodyPr/>
                <a:p>
                  <a:endParaRPr lang="zh-CN" altLang="en-US"/>
                </a:p>
              </p:txBody>
            </p:sp>
            <p:sp>
              <p:nvSpPr>
                <p:cNvPr id="145562" name="Freeform 1073"/>
                <p:cNvSpPr/>
                <p:nvPr/>
              </p:nvSpPr>
              <p:spPr>
                <a:xfrm>
                  <a:off x="4799" y="1565"/>
                  <a:ext cx="38" cy="152"/>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67" h="1064">
                      <a:moveTo>
                        <a:pt x="267" y="26"/>
                      </a:moveTo>
                      <a:lnTo>
                        <a:pt x="266" y="24"/>
                      </a:lnTo>
                      <a:lnTo>
                        <a:pt x="262" y="22"/>
                      </a:lnTo>
                      <a:lnTo>
                        <a:pt x="254" y="20"/>
                      </a:lnTo>
                      <a:lnTo>
                        <a:pt x="244" y="16"/>
                      </a:lnTo>
                      <a:lnTo>
                        <a:pt x="232" y="12"/>
                      </a:lnTo>
                      <a:lnTo>
                        <a:pt x="218" y="8"/>
                      </a:lnTo>
                      <a:lnTo>
                        <a:pt x="202" y="5"/>
                      </a:lnTo>
                      <a:lnTo>
                        <a:pt x="184" y="1"/>
                      </a:lnTo>
                      <a:lnTo>
                        <a:pt x="164" y="0"/>
                      </a:lnTo>
                      <a:lnTo>
                        <a:pt x="143" y="0"/>
                      </a:lnTo>
                      <a:lnTo>
                        <a:pt x="121" y="3"/>
                      </a:lnTo>
                      <a:lnTo>
                        <a:pt x="98" y="6"/>
                      </a:lnTo>
                      <a:lnTo>
                        <a:pt x="74" y="13"/>
                      </a:lnTo>
                      <a:lnTo>
                        <a:pt x="50" y="22"/>
                      </a:lnTo>
                      <a:lnTo>
                        <a:pt x="25" y="35"/>
                      </a:lnTo>
                      <a:lnTo>
                        <a:pt x="0" y="51"/>
                      </a:lnTo>
                      <a:lnTo>
                        <a:pt x="0" y="1064"/>
                      </a:lnTo>
                      <a:lnTo>
                        <a:pt x="1" y="1064"/>
                      </a:lnTo>
                      <a:lnTo>
                        <a:pt x="7" y="1064"/>
                      </a:lnTo>
                      <a:lnTo>
                        <a:pt x="15" y="1063"/>
                      </a:lnTo>
                      <a:lnTo>
                        <a:pt x="25" y="1062"/>
                      </a:lnTo>
                      <a:lnTo>
                        <a:pt x="37" y="1060"/>
                      </a:lnTo>
                      <a:lnTo>
                        <a:pt x="52" y="1057"/>
                      </a:lnTo>
                      <a:lnTo>
                        <a:pt x="69" y="1054"/>
                      </a:lnTo>
                      <a:lnTo>
                        <a:pt x="88" y="1049"/>
                      </a:lnTo>
                      <a:lnTo>
                        <a:pt x="108" y="1044"/>
                      </a:lnTo>
                      <a:lnTo>
                        <a:pt x="129" y="1037"/>
                      </a:lnTo>
                      <a:lnTo>
                        <a:pt x="152" y="1029"/>
                      </a:lnTo>
                      <a:lnTo>
                        <a:pt x="175" y="1018"/>
                      </a:lnTo>
                      <a:lnTo>
                        <a:pt x="198" y="1007"/>
                      </a:lnTo>
                      <a:lnTo>
                        <a:pt x="222" y="994"/>
                      </a:lnTo>
                      <a:lnTo>
                        <a:pt x="244" y="979"/>
                      </a:lnTo>
                      <a:lnTo>
                        <a:pt x="267" y="962"/>
                      </a:lnTo>
                      <a:lnTo>
                        <a:pt x="267" y="26"/>
                      </a:lnTo>
                      <a:close/>
                    </a:path>
                  </a:pathLst>
                </a:custGeom>
                <a:solidFill>
                  <a:schemeClr val="bg2">
                    <a:alpha val="100000"/>
                  </a:schemeClr>
                </a:solidFill>
                <a:ln w="9525">
                  <a:noFill/>
                </a:ln>
              </p:spPr>
              <p:txBody>
                <a:bodyPr/>
                <a:p>
                  <a:endParaRPr lang="zh-CN" altLang="en-US"/>
                </a:p>
              </p:txBody>
            </p:sp>
            <p:sp>
              <p:nvSpPr>
                <p:cNvPr id="145563" name="Freeform 1074"/>
                <p:cNvSpPr/>
                <p:nvPr/>
              </p:nvSpPr>
              <p:spPr>
                <a:xfrm>
                  <a:off x="4800" y="1567"/>
                  <a:ext cx="33" cy="12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28" h="898">
                      <a:moveTo>
                        <a:pt x="228" y="21"/>
                      </a:moveTo>
                      <a:lnTo>
                        <a:pt x="227" y="20"/>
                      </a:lnTo>
                      <a:lnTo>
                        <a:pt x="224" y="19"/>
                      </a:lnTo>
                      <a:lnTo>
                        <a:pt x="217" y="17"/>
                      </a:lnTo>
                      <a:lnTo>
                        <a:pt x="209" y="13"/>
                      </a:lnTo>
                      <a:lnTo>
                        <a:pt x="199" y="10"/>
                      </a:lnTo>
                      <a:lnTo>
                        <a:pt x="186" y="6"/>
                      </a:lnTo>
                      <a:lnTo>
                        <a:pt x="172" y="4"/>
                      </a:lnTo>
                      <a:lnTo>
                        <a:pt x="157" y="2"/>
                      </a:lnTo>
                      <a:lnTo>
                        <a:pt x="140" y="0"/>
                      </a:lnTo>
                      <a:lnTo>
                        <a:pt x="122" y="0"/>
                      </a:lnTo>
                      <a:lnTo>
                        <a:pt x="104" y="2"/>
                      </a:lnTo>
                      <a:lnTo>
                        <a:pt x="83" y="5"/>
                      </a:lnTo>
                      <a:lnTo>
                        <a:pt x="64" y="11"/>
                      </a:lnTo>
                      <a:lnTo>
                        <a:pt x="42" y="19"/>
                      </a:lnTo>
                      <a:lnTo>
                        <a:pt x="21" y="29"/>
                      </a:lnTo>
                      <a:lnTo>
                        <a:pt x="0" y="43"/>
                      </a:lnTo>
                      <a:lnTo>
                        <a:pt x="0" y="898"/>
                      </a:lnTo>
                      <a:lnTo>
                        <a:pt x="1" y="898"/>
                      </a:lnTo>
                      <a:lnTo>
                        <a:pt x="5" y="898"/>
                      </a:lnTo>
                      <a:lnTo>
                        <a:pt x="12" y="897"/>
                      </a:lnTo>
                      <a:lnTo>
                        <a:pt x="21" y="896"/>
                      </a:lnTo>
                      <a:lnTo>
                        <a:pt x="32" y="894"/>
                      </a:lnTo>
                      <a:lnTo>
                        <a:pt x="45" y="892"/>
                      </a:lnTo>
                      <a:lnTo>
                        <a:pt x="59" y="889"/>
                      </a:lnTo>
                      <a:lnTo>
                        <a:pt x="75" y="884"/>
                      </a:lnTo>
                      <a:lnTo>
                        <a:pt x="92" y="879"/>
                      </a:lnTo>
                      <a:lnTo>
                        <a:pt x="111" y="874"/>
                      </a:lnTo>
                      <a:lnTo>
                        <a:pt x="130" y="867"/>
                      </a:lnTo>
                      <a:lnTo>
                        <a:pt x="149" y="858"/>
                      </a:lnTo>
                      <a:lnTo>
                        <a:pt x="169" y="848"/>
                      </a:lnTo>
                      <a:lnTo>
                        <a:pt x="190" y="837"/>
                      </a:lnTo>
                      <a:lnTo>
                        <a:pt x="209" y="824"/>
                      </a:lnTo>
                      <a:lnTo>
                        <a:pt x="228" y="809"/>
                      </a:lnTo>
                      <a:lnTo>
                        <a:pt x="228" y="21"/>
                      </a:lnTo>
                      <a:close/>
                    </a:path>
                  </a:pathLst>
                </a:custGeom>
                <a:solidFill>
                  <a:schemeClr val="bg2">
                    <a:alpha val="100000"/>
                  </a:schemeClr>
                </a:solidFill>
                <a:ln w="9525">
                  <a:noFill/>
                </a:ln>
              </p:spPr>
              <p:txBody>
                <a:bodyPr/>
                <a:p>
                  <a:endParaRPr lang="zh-CN" altLang="en-US"/>
                </a:p>
              </p:txBody>
            </p:sp>
            <p:sp>
              <p:nvSpPr>
                <p:cNvPr id="145564" name="Freeform 1075"/>
                <p:cNvSpPr/>
                <p:nvPr/>
              </p:nvSpPr>
              <p:spPr>
                <a:xfrm>
                  <a:off x="4801" y="1568"/>
                  <a:ext cx="27" cy="104"/>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92" h="729">
                      <a:moveTo>
                        <a:pt x="192" y="17"/>
                      </a:moveTo>
                      <a:lnTo>
                        <a:pt x="191" y="17"/>
                      </a:lnTo>
                      <a:lnTo>
                        <a:pt x="187" y="15"/>
                      </a:lnTo>
                      <a:lnTo>
                        <a:pt x="183" y="12"/>
                      </a:lnTo>
                      <a:lnTo>
                        <a:pt x="176" y="10"/>
                      </a:lnTo>
                      <a:lnTo>
                        <a:pt x="167" y="8"/>
                      </a:lnTo>
                      <a:lnTo>
                        <a:pt x="156" y="4"/>
                      </a:lnTo>
                      <a:lnTo>
                        <a:pt x="145" y="2"/>
                      </a:lnTo>
                      <a:lnTo>
                        <a:pt x="132" y="0"/>
                      </a:lnTo>
                      <a:lnTo>
                        <a:pt x="117" y="0"/>
                      </a:lnTo>
                      <a:lnTo>
                        <a:pt x="102" y="0"/>
                      </a:lnTo>
                      <a:lnTo>
                        <a:pt x="86" y="1"/>
                      </a:lnTo>
                      <a:lnTo>
                        <a:pt x="70" y="3"/>
                      </a:lnTo>
                      <a:lnTo>
                        <a:pt x="53" y="8"/>
                      </a:lnTo>
                      <a:lnTo>
                        <a:pt x="35" y="15"/>
                      </a:lnTo>
                      <a:lnTo>
                        <a:pt x="18" y="24"/>
                      </a:lnTo>
                      <a:lnTo>
                        <a:pt x="0" y="35"/>
                      </a:lnTo>
                      <a:lnTo>
                        <a:pt x="0" y="729"/>
                      </a:lnTo>
                      <a:lnTo>
                        <a:pt x="1" y="729"/>
                      </a:lnTo>
                      <a:lnTo>
                        <a:pt x="4" y="729"/>
                      </a:lnTo>
                      <a:lnTo>
                        <a:pt x="10" y="728"/>
                      </a:lnTo>
                      <a:lnTo>
                        <a:pt x="18" y="727"/>
                      </a:lnTo>
                      <a:lnTo>
                        <a:pt x="27" y="726"/>
                      </a:lnTo>
                      <a:lnTo>
                        <a:pt x="37" y="725"/>
                      </a:lnTo>
                      <a:lnTo>
                        <a:pt x="50" y="721"/>
                      </a:lnTo>
                      <a:lnTo>
                        <a:pt x="64" y="719"/>
                      </a:lnTo>
                      <a:lnTo>
                        <a:pt x="77" y="714"/>
                      </a:lnTo>
                      <a:lnTo>
                        <a:pt x="92" y="710"/>
                      </a:lnTo>
                      <a:lnTo>
                        <a:pt x="108" y="704"/>
                      </a:lnTo>
                      <a:lnTo>
                        <a:pt x="125" y="697"/>
                      </a:lnTo>
                      <a:lnTo>
                        <a:pt x="141" y="689"/>
                      </a:lnTo>
                      <a:lnTo>
                        <a:pt x="159" y="680"/>
                      </a:lnTo>
                      <a:lnTo>
                        <a:pt x="176" y="668"/>
                      </a:lnTo>
                      <a:lnTo>
                        <a:pt x="192" y="657"/>
                      </a:lnTo>
                      <a:lnTo>
                        <a:pt x="192" y="17"/>
                      </a:lnTo>
                      <a:close/>
                    </a:path>
                  </a:pathLst>
                </a:custGeom>
                <a:solidFill>
                  <a:srgbClr val="DDDDDD">
                    <a:alpha val="100000"/>
                  </a:srgbClr>
                </a:solidFill>
                <a:ln w="9525">
                  <a:noFill/>
                </a:ln>
              </p:spPr>
              <p:txBody>
                <a:bodyPr/>
                <a:p>
                  <a:endParaRPr lang="zh-CN" altLang="en-US"/>
                </a:p>
              </p:txBody>
            </p:sp>
            <p:sp>
              <p:nvSpPr>
                <p:cNvPr id="145565" name="Freeform 1076"/>
                <p:cNvSpPr/>
                <p:nvPr/>
              </p:nvSpPr>
              <p:spPr>
                <a:xfrm>
                  <a:off x="4802" y="1569"/>
                  <a:ext cx="22" cy="8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56" h="564">
                      <a:moveTo>
                        <a:pt x="156" y="15"/>
                      </a:moveTo>
                      <a:lnTo>
                        <a:pt x="153" y="14"/>
                      </a:lnTo>
                      <a:lnTo>
                        <a:pt x="142" y="9"/>
                      </a:lnTo>
                      <a:lnTo>
                        <a:pt x="127" y="4"/>
                      </a:lnTo>
                      <a:lnTo>
                        <a:pt x="108" y="1"/>
                      </a:lnTo>
                      <a:lnTo>
                        <a:pt x="84" y="0"/>
                      </a:lnTo>
                      <a:lnTo>
                        <a:pt x="58" y="3"/>
                      </a:lnTo>
                      <a:lnTo>
                        <a:pt x="29" y="12"/>
                      </a:lnTo>
                      <a:lnTo>
                        <a:pt x="0" y="28"/>
                      </a:lnTo>
                      <a:lnTo>
                        <a:pt x="0" y="564"/>
                      </a:lnTo>
                      <a:lnTo>
                        <a:pt x="4" y="564"/>
                      </a:lnTo>
                      <a:lnTo>
                        <a:pt x="15" y="563"/>
                      </a:lnTo>
                      <a:lnTo>
                        <a:pt x="31" y="560"/>
                      </a:lnTo>
                      <a:lnTo>
                        <a:pt x="52" y="555"/>
                      </a:lnTo>
                      <a:lnTo>
                        <a:pt x="76" y="548"/>
                      </a:lnTo>
                      <a:lnTo>
                        <a:pt x="102" y="537"/>
                      </a:lnTo>
                      <a:lnTo>
                        <a:pt x="128" y="524"/>
                      </a:lnTo>
                      <a:lnTo>
                        <a:pt x="156" y="505"/>
                      </a:lnTo>
                      <a:lnTo>
                        <a:pt x="156" y="15"/>
                      </a:lnTo>
                      <a:close/>
                    </a:path>
                  </a:pathLst>
                </a:custGeom>
                <a:solidFill>
                  <a:schemeClr val="bg2">
                    <a:alpha val="100000"/>
                  </a:schemeClr>
                </a:solidFill>
                <a:ln w="9525">
                  <a:noFill/>
                </a:ln>
              </p:spPr>
              <p:txBody>
                <a:bodyPr/>
                <a:p>
                  <a:endParaRPr lang="zh-CN" altLang="en-US"/>
                </a:p>
              </p:txBody>
            </p:sp>
            <p:sp>
              <p:nvSpPr>
                <p:cNvPr id="145566" name="Freeform 1077"/>
                <p:cNvSpPr/>
                <p:nvPr/>
              </p:nvSpPr>
              <p:spPr>
                <a:xfrm>
                  <a:off x="4803" y="1571"/>
                  <a:ext cx="17" cy="5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7" h="396">
                      <a:moveTo>
                        <a:pt x="117" y="10"/>
                      </a:moveTo>
                      <a:lnTo>
                        <a:pt x="115" y="9"/>
                      </a:lnTo>
                      <a:lnTo>
                        <a:pt x="107" y="6"/>
                      </a:lnTo>
                      <a:lnTo>
                        <a:pt x="95" y="2"/>
                      </a:lnTo>
                      <a:lnTo>
                        <a:pt x="80" y="0"/>
                      </a:lnTo>
                      <a:lnTo>
                        <a:pt x="63" y="0"/>
                      </a:lnTo>
                      <a:lnTo>
                        <a:pt x="43" y="2"/>
                      </a:lnTo>
                      <a:lnTo>
                        <a:pt x="22" y="9"/>
                      </a:lnTo>
                      <a:lnTo>
                        <a:pt x="0" y="22"/>
                      </a:lnTo>
                      <a:lnTo>
                        <a:pt x="0" y="396"/>
                      </a:lnTo>
                      <a:lnTo>
                        <a:pt x="3" y="396"/>
                      </a:lnTo>
                      <a:lnTo>
                        <a:pt x="11" y="395"/>
                      </a:lnTo>
                      <a:lnTo>
                        <a:pt x="23" y="393"/>
                      </a:lnTo>
                      <a:lnTo>
                        <a:pt x="39" y="389"/>
                      </a:lnTo>
                      <a:lnTo>
                        <a:pt x="58" y="385"/>
                      </a:lnTo>
                      <a:lnTo>
                        <a:pt x="77" y="377"/>
                      </a:lnTo>
                      <a:lnTo>
                        <a:pt x="96" y="365"/>
                      </a:lnTo>
                      <a:lnTo>
                        <a:pt x="117" y="351"/>
                      </a:lnTo>
                      <a:lnTo>
                        <a:pt x="117" y="10"/>
                      </a:lnTo>
                      <a:close/>
                    </a:path>
                  </a:pathLst>
                </a:custGeom>
                <a:solidFill>
                  <a:schemeClr val="bg2">
                    <a:alpha val="100000"/>
                  </a:schemeClr>
                </a:solidFill>
                <a:ln w="9525">
                  <a:noFill/>
                </a:ln>
              </p:spPr>
              <p:txBody>
                <a:bodyPr/>
                <a:p>
                  <a:endParaRPr lang="zh-CN" altLang="en-US"/>
                </a:p>
              </p:txBody>
            </p:sp>
            <p:sp>
              <p:nvSpPr>
                <p:cNvPr id="145567" name="Freeform 1078"/>
                <p:cNvSpPr/>
                <p:nvPr/>
              </p:nvSpPr>
              <p:spPr>
                <a:xfrm>
                  <a:off x="4804" y="1572"/>
                  <a:ext cx="11" cy="33"/>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80" h="230">
                      <a:moveTo>
                        <a:pt x="80" y="7"/>
                      </a:moveTo>
                      <a:lnTo>
                        <a:pt x="78" y="6"/>
                      </a:lnTo>
                      <a:lnTo>
                        <a:pt x="73" y="5"/>
                      </a:lnTo>
                      <a:lnTo>
                        <a:pt x="65" y="2"/>
                      </a:lnTo>
                      <a:lnTo>
                        <a:pt x="55" y="0"/>
                      </a:lnTo>
                      <a:lnTo>
                        <a:pt x="44" y="0"/>
                      </a:lnTo>
                      <a:lnTo>
                        <a:pt x="30" y="1"/>
                      </a:lnTo>
                      <a:lnTo>
                        <a:pt x="15" y="7"/>
                      </a:lnTo>
                      <a:lnTo>
                        <a:pt x="0" y="15"/>
                      </a:lnTo>
                      <a:lnTo>
                        <a:pt x="0" y="230"/>
                      </a:lnTo>
                      <a:lnTo>
                        <a:pt x="3" y="230"/>
                      </a:lnTo>
                      <a:lnTo>
                        <a:pt x="7" y="229"/>
                      </a:lnTo>
                      <a:lnTo>
                        <a:pt x="16" y="228"/>
                      </a:lnTo>
                      <a:lnTo>
                        <a:pt x="27" y="225"/>
                      </a:lnTo>
                      <a:lnTo>
                        <a:pt x="39" y="222"/>
                      </a:lnTo>
                      <a:lnTo>
                        <a:pt x="53" y="216"/>
                      </a:lnTo>
                      <a:lnTo>
                        <a:pt x="67" y="208"/>
                      </a:lnTo>
                      <a:lnTo>
                        <a:pt x="80" y="199"/>
                      </a:lnTo>
                      <a:lnTo>
                        <a:pt x="80" y="7"/>
                      </a:lnTo>
                      <a:close/>
                    </a:path>
                  </a:pathLst>
                </a:custGeom>
                <a:solidFill>
                  <a:schemeClr val="bg2">
                    <a:alpha val="100000"/>
                  </a:schemeClr>
                </a:solidFill>
                <a:ln w="9525">
                  <a:noFill/>
                </a:ln>
              </p:spPr>
              <p:txBody>
                <a:bodyPr/>
                <a:p>
                  <a:endParaRPr lang="zh-CN" altLang="en-US"/>
                </a:p>
              </p:txBody>
            </p:sp>
            <p:sp>
              <p:nvSpPr>
                <p:cNvPr id="145568" name="Freeform 1079"/>
                <p:cNvSpPr/>
                <p:nvPr/>
              </p:nvSpPr>
              <p:spPr>
                <a:xfrm>
                  <a:off x="4942" y="1666"/>
                  <a:ext cx="16" cy="17"/>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7" h="117">
                      <a:moveTo>
                        <a:pt x="58" y="117"/>
                      </a:moveTo>
                      <a:lnTo>
                        <a:pt x="70" y="116"/>
                      </a:lnTo>
                      <a:lnTo>
                        <a:pt x="81" y="112"/>
                      </a:lnTo>
                      <a:lnTo>
                        <a:pt x="90" y="106"/>
                      </a:lnTo>
                      <a:lnTo>
                        <a:pt x="100" y="100"/>
                      </a:lnTo>
                      <a:lnTo>
                        <a:pt x="106" y="90"/>
                      </a:lnTo>
                      <a:lnTo>
                        <a:pt x="112" y="81"/>
                      </a:lnTo>
                      <a:lnTo>
                        <a:pt x="116" y="70"/>
                      </a:lnTo>
                      <a:lnTo>
                        <a:pt x="117" y="58"/>
                      </a:lnTo>
                      <a:lnTo>
                        <a:pt x="116" y="46"/>
                      </a:lnTo>
                      <a:lnTo>
                        <a:pt x="112" y="35"/>
                      </a:lnTo>
                      <a:lnTo>
                        <a:pt x="106" y="25"/>
                      </a:lnTo>
                      <a:lnTo>
                        <a:pt x="100" y="17"/>
                      </a:lnTo>
                      <a:lnTo>
                        <a:pt x="90" y="9"/>
                      </a:lnTo>
                      <a:lnTo>
                        <a:pt x="81" y="4"/>
                      </a:lnTo>
                      <a:lnTo>
                        <a:pt x="70" y="1"/>
                      </a:lnTo>
                      <a:lnTo>
                        <a:pt x="58" y="0"/>
                      </a:lnTo>
                      <a:lnTo>
                        <a:pt x="47" y="1"/>
                      </a:lnTo>
                      <a:lnTo>
                        <a:pt x="36" y="4"/>
                      </a:lnTo>
                      <a:lnTo>
                        <a:pt x="26" y="9"/>
                      </a:lnTo>
                      <a:lnTo>
                        <a:pt x="17" y="17"/>
                      </a:lnTo>
                      <a:lnTo>
                        <a:pt x="10" y="25"/>
                      </a:lnTo>
                      <a:lnTo>
                        <a:pt x="5" y="35"/>
                      </a:lnTo>
                      <a:lnTo>
                        <a:pt x="1" y="46"/>
                      </a:lnTo>
                      <a:lnTo>
                        <a:pt x="0" y="58"/>
                      </a:lnTo>
                      <a:lnTo>
                        <a:pt x="1" y="70"/>
                      </a:lnTo>
                      <a:lnTo>
                        <a:pt x="5" y="81"/>
                      </a:lnTo>
                      <a:lnTo>
                        <a:pt x="10" y="90"/>
                      </a:lnTo>
                      <a:lnTo>
                        <a:pt x="17" y="100"/>
                      </a:lnTo>
                      <a:lnTo>
                        <a:pt x="26" y="106"/>
                      </a:lnTo>
                      <a:lnTo>
                        <a:pt x="36" y="112"/>
                      </a:lnTo>
                      <a:lnTo>
                        <a:pt x="47" y="116"/>
                      </a:lnTo>
                      <a:lnTo>
                        <a:pt x="58" y="117"/>
                      </a:lnTo>
                      <a:close/>
                    </a:path>
                  </a:pathLst>
                </a:custGeom>
                <a:solidFill>
                  <a:schemeClr val="bg2">
                    <a:alpha val="100000"/>
                  </a:schemeClr>
                </a:solidFill>
                <a:ln w="9525">
                  <a:noFill/>
                </a:ln>
              </p:spPr>
              <p:txBody>
                <a:bodyPr/>
                <a:p>
                  <a:endParaRPr lang="zh-CN" altLang="en-US"/>
                </a:p>
              </p:txBody>
            </p:sp>
            <p:sp>
              <p:nvSpPr>
                <p:cNvPr id="145569" name="Freeform 1080"/>
                <p:cNvSpPr/>
                <p:nvPr/>
              </p:nvSpPr>
              <p:spPr>
                <a:xfrm>
                  <a:off x="4890" y="1666"/>
                  <a:ext cx="9" cy="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8" h="59">
                      <a:moveTo>
                        <a:pt x="29" y="59"/>
                      </a:moveTo>
                      <a:lnTo>
                        <a:pt x="40" y="56"/>
                      </a:lnTo>
                      <a:lnTo>
                        <a:pt x="50" y="49"/>
                      </a:lnTo>
                      <a:lnTo>
                        <a:pt x="56" y="40"/>
                      </a:lnTo>
                      <a:lnTo>
                        <a:pt x="58" y="29"/>
                      </a:lnTo>
                      <a:lnTo>
                        <a:pt x="56" y="17"/>
                      </a:lnTo>
                      <a:lnTo>
                        <a:pt x="50" y="8"/>
                      </a:lnTo>
                      <a:lnTo>
                        <a:pt x="40" y="2"/>
                      </a:lnTo>
                      <a:lnTo>
                        <a:pt x="29" y="0"/>
                      </a:lnTo>
                      <a:lnTo>
                        <a:pt x="17" y="2"/>
                      </a:lnTo>
                      <a:lnTo>
                        <a:pt x="8" y="8"/>
                      </a:lnTo>
                      <a:lnTo>
                        <a:pt x="2" y="17"/>
                      </a:lnTo>
                      <a:lnTo>
                        <a:pt x="0" y="29"/>
                      </a:lnTo>
                      <a:lnTo>
                        <a:pt x="2" y="40"/>
                      </a:lnTo>
                      <a:lnTo>
                        <a:pt x="8" y="49"/>
                      </a:lnTo>
                      <a:lnTo>
                        <a:pt x="17" y="56"/>
                      </a:lnTo>
                      <a:lnTo>
                        <a:pt x="29" y="59"/>
                      </a:lnTo>
                      <a:close/>
                    </a:path>
                  </a:pathLst>
                </a:custGeom>
                <a:solidFill>
                  <a:srgbClr val="FFFFFF">
                    <a:alpha val="100000"/>
                  </a:srgbClr>
                </a:solidFill>
                <a:ln w="9525">
                  <a:noFill/>
                </a:ln>
              </p:spPr>
              <p:txBody>
                <a:bodyPr/>
                <a:p>
                  <a:endParaRPr lang="zh-CN" altLang="en-US"/>
                </a:p>
              </p:txBody>
            </p:sp>
            <p:sp>
              <p:nvSpPr>
                <p:cNvPr id="145570" name="Freeform 1081"/>
                <p:cNvSpPr/>
                <p:nvPr/>
              </p:nvSpPr>
              <p:spPr>
                <a:xfrm>
                  <a:off x="4905" y="1667"/>
                  <a:ext cx="8" cy="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8" h="59">
                      <a:moveTo>
                        <a:pt x="29" y="59"/>
                      </a:moveTo>
                      <a:lnTo>
                        <a:pt x="41" y="57"/>
                      </a:lnTo>
                      <a:lnTo>
                        <a:pt x="50" y="51"/>
                      </a:lnTo>
                      <a:lnTo>
                        <a:pt x="56" y="42"/>
                      </a:lnTo>
                      <a:lnTo>
                        <a:pt x="58" y="30"/>
                      </a:lnTo>
                      <a:lnTo>
                        <a:pt x="56" y="19"/>
                      </a:lnTo>
                      <a:lnTo>
                        <a:pt x="50" y="9"/>
                      </a:lnTo>
                      <a:lnTo>
                        <a:pt x="41" y="3"/>
                      </a:lnTo>
                      <a:lnTo>
                        <a:pt x="29" y="0"/>
                      </a:lnTo>
                      <a:lnTo>
                        <a:pt x="18" y="3"/>
                      </a:lnTo>
                      <a:lnTo>
                        <a:pt x="9" y="9"/>
                      </a:lnTo>
                      <a:lnTo>
                        <a:pt x="2" y="19"/>
                      </a:lnTo>
                      <a:lnTo>
                        <a:pt x="0" y="30"/>
                      </a:lnTo>
                      <a:lnTo>
                        <a:pt x="2" y="42"/>
                      </a:lnTo>
                      <a:lnTo>
                        <a:pt x="9" y="51"/>
                      </a:lnTo>
                      <a:lnTo>
                        <a:pt x="18" y="57"/>
                      </a:lnTo>
                      <a:lnTo>
                        <a:pt x="29" y="59"/>
                      </a:lnTo>
                      <a:close/>
                    </a:path>
                  </a:pathLst>
                </a:custGeom>
                <a:solidFill>
                  <a:srgbClr val="FFFFFF">
                    <a:alpha val="100000"/>
                  </a:srgbClr>
                </a:solidFill>
                <a:ln w="9525">
                  <a:noFill/>
                </a:ln>
              </p:spPr>
              <p:txBody>
                <a:bodyPr/>
                <a:p>
                  <a:endParaRPr lang="zh-CN" altLang="en-US"/>
                </a:p>
              </p:txBody>
            </p:sp>
            <p:sp>
              <p:nvSpPr>
                <p:cNvPr id="145571" name="Freeform 1082"/>
                <p:cNvSpPr/>
                <p:nvPr/>
              </p:nvSpPr>
              <p:spPr>
                <a:xfrm>
                  <a:off x="4849" y="1552"/>
                  <a:ext cx="23" cy="114"/>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66" h="800">
                      <a:moveTo>
                        <a:pt x="52" y="16"/>
                      </a:moveTo>
                      <a:lnTo>
                        <a:pt x="47" y="32"/>
                      </a:lnTo>
                      <a:lnTo>
                        <a:pt x="36" y="77"/>
                      </a:lnTo>
                      <a:lnTo>
                        <a:pt x="21" y="148"/>
                      </a:lnTo>
                      <a:lnTo>
                        <a:pt x="8" y="244"/>
                      </a:lnTo>
                      <a:lnTo>
                        <a:pt x="0" y="359"/>
                      </a:lnTo>
                      <a:lnTo>
                        <a:pt x="2" y="492"/>
                      </a:lnTo>
                      <a:lnTo>
                        <a:pt x="15" y="640"/>
                      </a:lnTo>
                      <a:lnTo>
                        <a:pt x="46" y="800"/>
                      </a:lnTo>
                      <a:lnTo>
                        <a:pt x="161" y="794"/>
                      </a:lnTo>
                      <a:lnTo>
                        <a:pt x="156" y="770"/>
                      </a:lnTo>
                      <a:lnTo>
                        <a:pt x="145" y="706"/>
                      </a:lnTo>
                      <a:lnTo>
                        <a:pt x="131" y="610"/>
                      </a:lnTo>
                      <a:lnTo>
                        <a:pt x="118" y="493"/>
                      </a:lnTo>
                      <a:lnTo>
                        <a:pt x="111" y="364"/>
                      </a:lnTo>
                      <a:lnTo>
                        <a:pt x="115" y="235"/>
                      </a:lnTo>
                      <a:lnTo>
                        <a:pt x="132" y="113"/>
                      </a:lnTo>
                      <a:lnTo>
                        <a:pt x="166" y="9"/>
                      </a:lnTo>
                      <a:lnTo>
                        <a:pt x="166" y="8"/>
                      </a:lnTo>
                      <a:lnTo>
                        <a:pt x="166" y="6"/>
                      </a:lnTo>
                      <a:lnTo>
                        <a:pt x="164" y="4"/>
                      </a:lnTo>
                      <a:lnTo>
                        <a:pt x="157" y="0"/>
                      </a:lnTo>
                      <a:lnTo>
                        <a:pt x="143" y="0"/>
                      </a:lnTo>
                      <a:lnTo>
                        <a:pt x="123" y="1"/>
                      </a:lnTo>
                      <a:lnTo>
                        <a:pt x="93" y="7"/>
                      </a:lnTo>
                      <a:lnTo>
                        <a:pt x="52" y="16"/>
                      </a:lnTo>
                      <a:close/>
                    </a:path>
                  </a:pathLst>
                </a:custGeom>
                <a:solidFill>
                  <a:schemeClr val="bg2">
                    <a:alpha val="100000"/>
                  </a:schemeClr>
                </a:solidFill>
                <a:ln w="9525">
                  <a:noFill/>
                </a:ln>
              </p:spPr>
              <p:txBody>
                <a:bodyPr/>
                <a:p>
                  <a:endParaRPr lang="zh-CN" altLang="en-US"/>
                </a:p>
              </p:txBody>
            </p:sp>
            <p:sp>
              <p:nvSpPr>
                <p:cNvPr id="145572" name="Freeform 1083"/>
                <p:cNvSpPr/>
                <p:nvPr/>
              </p:nvSpPr>
              <p:spPr>
                <a:xfrm>
                  <a:off x="4971" y="1538"/>
                  <a:ext cx="32" cy="12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25" h="893">
                      <a:moveTo>
                        <a:pt x="225" y="6"/>
                      </a:moveTo>
                      <a:lnTo>
                        <a:pt x="219" y="12"/>
                      </a:lnTo>
                      <a:lnTo>
                        <a:pt x="204" y="35"/>
                      </a:lnTo>
                      <a:lnTo>
                        <a:pt x="185" y="82"/>
                      </a:lnTo>
                      <a:lnTo>
                        <a:pt x="165" y="158"/>
                      </a:lnTo>
                      <a:lnTo>
                        <a:pt x="149" y="270"/>
                      </a:lnTo>
                      <a:lnTo>
                        <a:pt x="141" y="427"/>
                      </a:lnTo>
                      <a:lnTo>
                        <a:pt x="146" y="631"/>
                      </a:lnTo>
                      <a:lnTo>
                        <a:pt x="168" y="893"/>
                      </a:lnTo>
                      <a:lnTo>
                        <a:pt x="41" y="893"/>
                      </a:lnTo>
                      <a:lnTo>
                        <a:pt x="36" y="867"/>
                      </a:lnTo>
                      <a:lnTo>
                        <a:pt x="26" y="794"/>
                      </a:lnTo>
                      <a:lnTo>
                        <a:pt x="13" y="686"/>
                      </a:lnTo>
                      <a:lnTo>
                        <a:pt x="3" y="554"/>
                      </a:lnTo>
                      <a:lnTo>
                        <a:pt x="0" y="408"/>
                      </a:lnTo>
                      <a:lnTo>
                        <a:pt x="6" y="260"/>
                      </a:lnTo>
                      <a:lnTo>
                        <a:pt x="30" y="121"/>
                      </a:lnTo>
                      <a:lnTo>
                        <a:pt x="73" y="0"/>
                      </a:lnTo>
                      <a:lnTo>
                        <a:pt x="225" y="6"/>
                      </a:lnTo>
                      <a:close/>
                    </a:path>
                  </a:pathLst>
                </a:custGeom>
                <a:solidFill>
                  <a:schemeClr val="bg2">
                    <a:alpha val="100000"/>
                  </a:schemeClr>
                </a:solidFill>
                <a:ln w="9525">
                  <a:noFill/>
                </a:ln>
              </p:spPr>
              <p:txBody>
                <a:bodyPr/>
                <a:p>
                  <a:endParaRPr lang="zh-CN" altLang="en-US"/>
                </a:p>
              </p:txBody>
            </p:sp>
            <p:sp>
              <p:nvSpPr>
                <p:cNvPr id="145573" name="Freeform 1084"/>
                <p:cNvSpPr/>
                <p:nvPr/>
              </p:nvSpPr>
              <p:spPr>
                <a:xfrm>
                  <a:off x="4849" y="1559"/>
                  <a:ext cx="21" cy="10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45" h="699">
                      <a:moveTo>
                        <a:pt x="46" y="14"/>
                      </a:moveTo>
                      <a:lnTo>
                        <a:pt x="41" y="28"/>
                      </a:lnTo>
                      <a:lnTo>
                        <a:pt x="32" y="67"/>
                      </a:lnTo>
                      <a:lnTo>
                        <a:pt x="20" y="130"/>
                      </a:lnTo>
                      <a:lnTo>
                        <a:pt x="7" y="213"/>
                      </a:lnTo>
                      <a:lnTo>
                        <a:pt x="0" y="314"/>
                      </a:lnTo>
                      <a:lnTo>
                        <a:pt x="1" y="430"/>
                      </a:lnTo>
                      <a:lnTo>
                        <a:pt x="13" y="559"/>
                      </a:lnTo>
                      <a:lnTo>
                        <a:pt x="40" y="699"/>
                      </a:lnTo>
                      <a:lnTo>
                        <a:pt x="140" y="693"/>
                      </a:lnTo>
                      <a:lnTo>
                        <a:pt x="135" y="672"/>
                      </a:lnTo>
                      <a:lnTo>
                        <a:pt x="126" y="616"/>
                      </a:lnTo>
                      <a:lnTo>
                        <a:pt x="113" y="532"/>
                      </a:lnTo>
                      <a:lnTo>
                        <a:pt x="103" y="430"/>
                      </a:lnTo>
                      <a:lnTo>
                        <a:pt x="97" y="317"/>
                      </a:lnTo>
                      <a:lnTo>
                        <a:pt x="100" y="205"/>
                      </a:lnTo>
                      <a:lnTo>
                        <a:pt x="115" y="98"/>
                      </a:lnTo>
                      <a:lnTo>
                        <a:pt x="145" y="8"/>
                      </a:lnTo>
                      <a:lnTo>
                        <a:pt x="145" y="7"/>
                      </a:lnTo>
                      <a:lnTo>
                        <a:pt x="145" y="5"/>
                      </a:lnTo>
                      <a:lnTo>
                        <a:pt x="143" y="3"/>
                      </a:lnTo>
                      <a:lnTo>
                        <a:pt x="137" y="0"/>
                      </a:lnTo>
                      <a:lnTo>
                        <a:pt x="126" y="0"/>
                      </a:lnTo>
                      <a:lnTo>
                        <a:pt x="108" y="1"/>
                      </a:lnTo>
                      <a:lnTo>
                        <a:pt x="81" y="6"/>
                      </a:lnTo>
                      <a:lnTo>
                        <a:pt x="46" y="14"/>
                      </a:lnTo>
                      <a:close/>
                    </a:path>
                  </a:pathLst>
                </a:custGeom>
                <a:solidFill>
                  <a:schemeClr val="bg2">
                    <a:alpha val="100000"/>
                  </a:schemeClr>
                </a:solidFill>
                <a:ln w="9525">
                  <a:noFill/>
                </a:ln>
              </p:spPr>
              <p:txBody>
                <a:bodyPr/>
                <a:p>
                  <a:endParaRPr lang="zh-CN" altLang="en-US"/>
                </a:p>
              </p:txBody>
            </p:sp>
            <p:sp>
              <p:nvSpPr>
                <p:cNvPr id="145574" name="Freeform 1085"/>
                <p:cNvSpPr/>
                <p:nvPr/>
              </p:nvSpPr>
              <p:spPr>
                <a:xfrm>
                  <a:off x="4850" y="1566"/>
                  <a:ext cx="18" cy="85"/>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23" h="597">
                      <a:moveTo>
                        <a:pt x="39" y="12"/>
                      </a:moveTo>
                      <a:lnTo>
                        <a:pt x="35" y="23"/>
                      </a:lnTo>
                      <a:lnTo>
                        <a:pt x="26" y="57"/>
                      </a:lnTo>
                      <a:lnTo>
                        <a:pt x="16" y="111"/>
                      </a:lnTo>
                      <a:lnTo>
                        <a:pt x="6" y="181"/>
                      </a:lnTo>
                      <a:lnTo>
                        <a:pt x="0" y="267"/>
                      </a:lnTo>
                      <a:lnTo>
                        <a:pt x="1" y="367"/>
                      </a:lnTo>
                      <a:lnTo>
                        <a:pt x="11" y="477"/>
                      </a:lnTo>
                      <a:lnTo>
                        <a:pt x="34" y="597"/>
                      </a:lnTo>
                      <a:lnTo>
                        <a:pt x="119" y="591"/>
                      </a:lnTo>
                      <a:lnTo>
                        <a:pt x="115" y="574"/>
                      </a:lnTo>
                      <a:lnTo>
                        <a:pt x="107" y="526"/>
                      </a:lnTo>
                      <a:lnTo>
                        <a:pt x="97" y="454"/>
                      </a:lnTo>
                      <a:lnTo>
                        <a:pt x="88" y="367"/>
                      </a:lnTo>
                      <a:lnTo>
                        <a:pt x="82" y="272"/>
                      </a:lnTo>
                      <a:lnTo>
                        <a:pt x="84" y="175"/>
                      </a:lnTo>
                      <a:lnTo>
                        <a:pt x="97" y="84"/>
                      </a:lnTo>
                      <a:lnTo>
                        <a:pt x="123" y="7"/>
                      </a:lnTo>
                      <a:lnTo>
                        <a:pt x="123" y="6"/>
                      </a:lnTo>
                      <a:lnTo>
                        <a:pt x="123" y="5"/>
                      </a:lnTo>
                      <a:lnTo>
                        <a:pt x="121" y="3"/>
                      </a:lnTo>
                      <a:lnTo>
                        <a:pt x="117" y="0"/>
                      </a:lnTo>
                      <a:lnTo>
                        <a:pt x="106" y="0"/>
                      </a:lnTo>
                      <a:lnTo>
                        <a:pt x="91" y="2"/>
                      </a:lnTo>
                      <a:lnTo>
                        <a:pt x="70" y="5"/>
                      </a:lnTo>
                      <a:lnTo>
                        <a:pt x="39" y="12"/>
                      </a:lnTo>
                      <a:close/>
                    </a:path>
                  </a:pathLst>
                </a:custGeom>
                <a:solidFill>
                  <a:schemeClr val="bg2">
                    <a:alpha val="100000"/>
                  </a:schemeClr>
                </a:solidFill>
                <a:ln w="9525">
                  <a:noFill/>
                </a:ln>
              </p:spPr>
              <p:txBody>
                <a:bodyPr/>
                <a:p>
                  <a:endParaRPr lang="zh-CN" altLang="en-US"/>
                </a:p>
              </p:txBody>
            </p:sp>
            <p:sp>
              <p:nvSpPr>
                <p:cNvPr id="145575" name="Freeform 1086"/>
                <p:cNvSpPr/>
                <p:nvPr/>
              </p:nvSpPr>
              <p:spPr>
                <a:xfrm>
                  <a:off x="4851" y="1572"/>
                  <a:ext cx="15" cy="7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03" h="492">
                      <a:moveTo>
                        <a:pt x="32" y="9"/>
                      </a:moveTo>
                      <a:lnTo>
                        <a:pt x="28" y="18"/>
                      </a:lnTo>
                      <a:lnTo>
                        <a:pt x="21" y="47"/>
                      </a:lnTo>
                      <a:lnTo>
                        <a:pt x="12" y="90"/>
                      </a:lnTo>
                      <a:lnTo>
                        <a:pt x="4" y="149"/>
                      </a:lnTo>
                      <a:lnTo>
                        <a:pt x="0" y="220"/>
                      </a:lnTo>
                      <a:lnTo>
                        <a:pt x="0" y="303"/>
                      </a:lnTo>
                      <a:lnTo>
                        <a:pt x="9" y="394"/>
                      </a:lnTo>
                      <a:lnTo>
                        <a:pt x="27" y="492"/>
                      </a:lnTo>
                      <a:lnTo>
                        <a:pt x="98" y="489"/>
                      </a:lnTo>
                      <a:lnTo>
                        <a:pt x="95" y="474"/>
                      </a:lnTo>
                      <a:lnTo>
                        <a:pt x="88" y="434"/>
                      </a:lnTo>
                      <a:lnTo>
                        <a:pt x="80" y="375"/>
                      </a:lnTo>
                      <a:lnTo>
                        <a:pt x="72" y="303"/>
                      </a:lnTo>
                      <a:lnTo>
                        <a:pt x="68" y="224"/>
                      </a:lnTo>
                      <a:lnTo>
                        <a:pt x="70" y="144"/>
                      </a:lnTo>
                      <a:lnTo>
                        <a:pt x="81" y="68"/>
                      </a:lnTo>
                      <a:lnTo>
                        <a:pt x="103" y="5"/>
                      </a:lnTo>
                      <a:lnTo>
                        <a:pt x="103" y="4"/>
                      </a:lnTo>
                      <a:lnTo>
                        <a:pt x="103" y="3"/>
                      </a:lnTo>
                      <a:lnTo>
                        <a:pt x="100" y="1"/>
                      </a:lnTo>
                      <a:lnTo>
                        <a:pt x="97" y="0"/>
                      </a:lnTo>
                      <a:lnTo>
                        <a:pt x="89" y="0"/>
                      </a:lnTo>
                      <a:lnTo>
                        <a:pt x="75" y="0"/>
                      </a:lnTo>
                      <a:lnTo>
                        <a:pt x="57" y="3"/>
                      </a:lnTo>
                      <a:lnTo>
                        <a:pt x="32" y="9"/>
                      </a:lnTo>
                      <a:close/>
                    </a:path>
                  </a:pathLst>
                </a:custGeom>
                <a:solidFill>
                  <a:schemeClr val="bg2">
                    <a:alpha val="100000"/>
                  </a:schemeClr>
                </a:solidFill>
                <a:ln w="9525">
                  <a:noFill/>
                </a:ln>
              </p:spPr>
              <p:txBody>
                <a:bodyPr/>
                <a:p>
                  <a:endParaRPr lang="zh-CN" altLang="en-US"/>
                </a:p>
              </p:txBody>
            </p:sp>
            <p:sp>
              <p:nvSpPr>
                <p:cNvPr id="145576" name="Freeform 1087"/>
                <p:cNvSpPr/>
                <p:nvPr/>
              </p:nvSpPr>
              <p:spPr>
                <a:xfrm>
                  <a:off x="4852" y="1579"/>
                  <a:ext cx="12" cy="5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82" h="390">
                      <a:moveTo>
                        <a:pt x="25" y="8"/>
                      </a:moveTo>
                      <a:lnTo>
                        <a:pt x="23" y="16"/>
                      </a:lnTo>
                      <a:lnTo>
                        <a:pt x="17" y="38"/>
                      </a:lnTo>
                      <a:lnTo>
                        <a:pt x="11" y="72"/>
                      </a:lnTo>
                      <a:lnTo>
                        <a:pt x="4" y="118"/>
                      </a:lnTo>
                      <a:lnTo>
                        <a:pt x="0" y="174"/>
                      </a:lnTo>
                      <a:lnTo>
                        <a:pt x="0" y="240"/>
                      </a:lnTo>
                      <a:lnTo>
                        <a:pt x="7" y="312"/>
                      </a:lnTo>
                      <a:lnTo>
                        <a:pt x="22" y="390"/>
                      </a:lnTo>
                      <a:lnTo>
                        <a:pt x="78" y="387"/>
                      </a:lnTo>
                      <a:lnTo>
                        <a:pt x="76" y="375"/>
                      </a:lnTo>
                      <a:lnTo>
                        <a:pt x="70" y="343"/>
                      </a:lnTo>
                      <a:lnTo>
                        <a:pt x="63" y="297"/>
                      </a:lnTo>
                      <a:lnTo>
                        <a:pt x="57" y="240"/>
                      </a:lnTo>
                      <a:lnTo>
                        <a:pt x="54" y="178"/>
                      </a:lnTo>
                      <a:lnTo>
                        <a:pt x="56" y="113"/>
                      </a:lnTo>
                      <a:lnTo>
                        <a:pt x="64" y="55"/>
                      </a:lnTo>
                      <a:lnTo>
                        <a:pt x="82" y="4"/>
                      </a:lnTo>
                      <a:lnTo>
                        <a:pt x="82" y="2"/>
                      </a:lnTo>
                      <a:lnTo>
                        <a:pt x="80" y="1"/>
                      </a:lnTo>
                      <a:lnTo>
                        <a:pt x="77" y="0"/>
                      </a:lnTo>
                      <a:lnTo>
                        <a:pt x="70" y="0"/>
                      </a:lnTo>
                      <a:lnTo>
                        <a:pt x="60" y="1"/>
                      </a:lnTo>
                      <a:lnTo>
                        <a:pt x="46" y="3"/>
                      </a:lnTo>
                      <a:lnTo>
                        <a:pt x="25" y="8"/>
                      </a:lnTo>
                      <a:close/>
                    </a:path>
                  </a:pathLst>
                </a:custGeom>
                <a:solidFill>
                  <a:schemeClr val="bg2">
                    <a:alpha val="100000"/>
                  </a:schemeClr>
                </a:solidFill>
                <a:ln w="9525">
                  <a:noFill/>
                </a:ln>
              </p:spPr>
              <p:txBody>
                <a:bodyPr/>
                <a:p>
                  <a:endParaRPr lang="zh-CN" altLang="en-US"/>
                </a:p>
              </p:txBody>
            </p:sp>
            <p:sp>
              <p:nvSpPr>
                <p:cNvPr id="145577" name="Freeform 1088"/>
                <p:cNvSpPr/>
                <p:nvPr/>
              </p:nvSpPr>
              <p:spPr>
                <a:xfrm>
                  <a:off x="4853" y="1586"/>
                  <a:ext cx="8" cy="4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9" h="288">
                      <a:moveTo>
                        <a:pt x="18" y="6"/>
                      </a:moveTo>
                      <a:lnTo>
                        <a:pt x="17" y="11"/>
                      </a:lnTo>
                      <a:lnTo>
                        <a:pt x="13" y="27"/>
                      </a:lnTo>
                      <a:lnTo>
                        <a:pt x="7" y="53"/>
                      </a:lnTo>
                      <a:lnTo>
                        <a:pt x="2" y="87"/>
                      </a:lnTo>
                      <a:lnTo>
                        <a:pt x="0" y="130"/>
                      </a:lnTo>
                      <a:lnTo>
                        <a:pt x="0" y="177"/>
                      </a:lnTo>
                      <a:lnTo>
                        <a:pt x="5" y="231"/>
                      </a:lnTo>
                      <a:lnTo>
                        <a:pt x="16" y="288"/>
                      </a:lnTo>
                      <a:lnTo>
                        <a:pt x="57" y="286"/>
                      </a:lnTo>
                      <a:lnTo>
                        <a:pt x="56" y="278"/>
                      </a:lnTo>
                      <a:lnTo>
                        <a:pt x="51" y="254"/>
                      </a:lnTo>
                      <a:lnTo>
                        <a:pt x="47" y="219"/>
                      </a:lnTo>
                      <a:lnTo>
                        <a:pt x="42" y="177"/>
                      </a:lnTo>
                      <a:lnTo>
                        <a:pt x="40" y="131"/>
                      </a:lnTo>
                      <a:lnTo>
                        <a:pt x="41" y="84"/>
                      </a:lnTo>
                      <a:lnTo>
                        <a:pt x="47" y="40"/>
                      </a:lnTo>
                      <a:lnTo>
                        <a:pt x="59" y="3"/>
                      </a:lnTo>
                      <a:lnTo>
                        <a:pt x="59" y="2"/>
                      </a:lnTo>
                      <a:lnTo>
                        <a:pt x="58" y="1"/>
                      </a:lnTo>
                      <a:lnTo>
                        <a:pt x="56" y="0"/>
                      </a:lnTo>
                      <a:lnTo>
                        <a:pt x="51" y="0"/>
                      </a:lnTo>
                      <a:lnTo>
                        <a:pt x="45" y="0"/>
                      </a:lnTo>
                      <a:lnTo>
                        <a:pt x="33" y="2"/>
                      </a:lnTo>
                      <a:lnTo>
                        <a:pt x="18" y="6"/>
                      </a:lnTo>
                      <a:close/>
                    </a:path>
                  </a:pathLst>
                </a:custGeom>
                <a:solidFill>
                  <a:schemeClr val="bg2">
                    <a:alpha val="100000"/>
                  </a:schemeClr>
                </a:solidFill>
                <a:ln w="9525">
                  <a:noFill/>
                </a:ln>
              </p:spPr>
              <p:txBody>
                <a:bodyPr/>
                <a:p>
                  <a:endParaRPr lang="zh-CN" altLang="en-US"/>
                </a:p>
              </p:txBody>
            </p:sp>
            <p:sp>
              <p:nvSpPr>
                <p:cNvPr id="145578" name="Freeform 1089"/>
                <p:cNvSpPr/>
                <p:nvPr/>
              </p:nvSpPr>
              <p:spPr>
                <a:xfrm>
                  <a:off x="4972" y="1546"/>
                  <a:ext cx="28" cy="11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98" h="779">
                      <a:moveTo>
                        <a:pt x="198" y="6"/>
                      </a:moveTo>
                      <a:lnTo>
                        <a:pt x="194" y="12"/>
                      </a:lnTo>
                      <a:lnTo>
                        <a:pt x="180" y="31"/>
                      </a:lnTo>
                      <a:lnTo>
                        <a:pt x="163" y="72"/>
                      </a:lnTo>
                      <a:lnTo>
                        <a:pt x="146" y="138"/>
                      </a:lnTo>
                      <a:lnTo>
                        <a:pt x="132" y="236"/>
                      </a:lnTo>
                      <a:lnTo>
                        <a:pt x="125" y="373"/>
                      </a:lnTo>
                      <a:lnTo>
                        <a:pt x="130" y="551"/>
                      </a:lnTo>
                      <a:lnTo>
                        <a:pt x="148" y="779"/>
                      </a:lnTo>
                      <a:lnTo>
                        <a:pt x="37" y="779"/>
                      </a:lnTo>
                      <a:lnTo>
                        <a:pt x="34" y="756"/>
                      </a:lnTo>
                      <a:lnTo>
                        <a:pt x="23" y="693"/>
                      </a:lnTo>
                      <a:lnTo>
                        <a:pt x="13" y="599"/>
                      </a:lnTo>
                      <a:lnTo>
                        <a:pt x="4" y="483"/>
                      </a:lnTo>
                      <a:lnTo>
                        <a:pt x="0" y="357"/>
                      </a:lnTo>
                      <a:lnTo>
                        <a:pt x="7" y="227"/>
                      </a:lnTo>
                      <a:lnTo>
                        <a:pt x="27" y="105"/>
                      </a:lnTo>
                      <a:lnTo>
                        <a:pt x="65" y="0"/>
                      </a:lnTo>
                      <a:lnTo>
                        <a:pt x="198" y="6"/>
                      </a:lnTo>
                      <a:close/>
                    </a:path>
                  </a:pathLst>
                </a:custGeom>
                <a:solidFill>
                  <a:schemeClr val="bg2">
                    <a:alpha val="100000"/>
                  </a:schemeClr>
                </a:solidFill>
                <a:ln w="9525">
                  <a:noFill/>
                </a:ln>
              </p:spPr>
              <p:txBody>
                <a:bodyPr/>
                <a:p>
                  <a:endParaRPr lang="zh-CN" altLang="en-US"/>
                </a:p>
              </p:txBody>
            </p:sp>
            <p:sp>
              <p:nvSpPr>
                <p:cNvPr id="145579" name="Freeform 1090"/>
                <p:cNvSpPr/>
                <p:nvPr/>
              </p:nvSpPr>
              <p:spPr>
                <a:xfrm>
                  <a:off x="4973" y="1553"/>
                  <a:ext cx="24" cy="9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69" h="666">
                      <a:moveTo>
                        <a:pt x="169" y="5"/>
                      </a:moveTo>
                      <a:lnTo>
                        <a:pt x="164" y="10"/>
                      </a:lnTo>
                      <a:lnTo>
                        <a:pt x="154" y="27"/>
                      </a:lnTo>
                      <a:lnTo>
                        <a:pt x="139" y="61"/>
                      </a:lnTo>
                      <a:lnTo>
                        <a:pt x="124" y="118"/>
                      </a:lnTo>
                      <a:lnTo>
                        <a:pt x="113" y="201"/>
                      </a:lnTo>
                      <a:lnTo>
                        <a:pt x="107" y="318"/>
                      </a:lnTo>
                      <a:lnTo>
                        <a:pt x="110" y="470"/>
                      </a:lnTo>
                      <a:lnTo>
                        <a:pt x="126" y="666"/>
                      </a:lnTo>
                      <a:lnTo>
                        <a:pt x="31" y="666"/>
                      </a:lnTo>
                      <a:lnTo>
                        <a:pt x="28" y="646"/>
                      </a:lnTo>
                      <a:lnTo>
                        <a:pt x="20" y="592"/>
                      </a:lnTo>
                      <a:lnTo>
                        <a:pt x="11" y="512"/>
                      </a:lnTo>
                      <a:lnTo>
                        <a:pt x="3" y="413"/>
                      </a:lnTo>
                      <a:lnTo>
                        <a:pt x="0" y="305"/>
                      </a:lnTo>
                      <a:lnTo>
                        <a:pt x="6" y="195"/>
                      </a:lnTo>
                      <a:lnTo>
                        <a:pt x="23" y="90"/>
                      </a:lnTo>
                      <a:lnTo>
                        <a:pt x="55" y="0"/>
                      </a:lnTo>
                      <a:lnTo>
                        <a:pt x="169" y="5"/>
                      </a:lnTo>
                      <a:close/>
                    </a:path>
                  </a:pathLst>
                </a:custGeom>
                <a:solidFill>
                  <a:schemeClr val="bg2">
                    <a:alpha val="100000"/>
                  </a:schemeClr>
                </a:solidFill>
                <a:ln w="9525">
                  <a:noFill/>
                </a:ln>
              </p:spPr>
              <p:txBody>
                <a:bodyPr/>
                <a:p>
                  <a:endParaRPr lang="zh-CN" altLang="en-US"/>
                </a:p>
              </p:txBody>
            </p:sp>
            <p:sp>
              <p:nvSpPr>
                <p:cNvPr id="145580" name="Freeform 1091"/>
                <p:cNvSpPr/>
                <p:nvPr/>
              </p:nvSpPr>
              <p:spPr>
                <a:xfrm>
                  <a:off x="4974" y="1561"/>
                  <a:ext cx="20" cy="7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40" h="551">
                      <a:moveTo>
                        <a:pt x="140" y="5"/>
                      </a:moveTo>
                      <a:lnTo>
                        <a:pt x="136" y="8"/>
                      </a:lnTo>
                      <a:lnTo>
                        <a:pt x="127" y="23"/>
                      </a:lnTo>
                      <a:lnTo>
                        <a:pt x="116" y="51"/>
                      </a:lnTo>
                      <a:lnTo>
                        <a:pt x="103" y="98"/>
                      </a:lnTo>
                      <a:lnTo>
                        <a:pt x="94" y="167"/>
                      </a:lnTo>
                      <a:lnTo>
                        <a:pt x="90" y="264"/>
                      </a:lnTo>
                      <a:lnTo>
                        <a:pt x="92" y="390"/>
                      </a:lnTo>
                      <a:lnTo>
                        <a:pt x="106" y="551"/>
                      </a:lnTo>
                      <a:lnTo>
                        <a:pt x="27" y="551"/>
                      </a:lnTo>
                      <a:lnTo>
                        <a:pt x="24" y="535"/>
                      </a:lnTo>
                      <a:lnTo>
                        <a:pt x="17" y="490"/>
                      </a:lnTo>
                      <a:lnTo>
                        <a:pt x="9" y="423"/>
                      </a:lnTo>
                      <a:lnTo>
                        <a:pt x="3" y="342"/>
                      </a:lnTo>
                      <a:lnTo>
                        <a:pt x="0" y="252"/>
                      </a:lnTo>
                      <a:lnTo>
                        <a:pt x="5" y="161"/>
                      </a:lnTo>
                      <a:lnTo>
                        <a:pt x="20" y="75"/>
                      </a:lnTo>
                      <a:lnTo>
                        <a:pt x="46" y="0"/>
                      </a:lnTo>
                      <a:lnTo>
                        <a:pt x="140" y="5"/>
                      </a:lnTo>
                      <a:close/>
                    </a:path>
                  </a:pathLst>
                </a:custGeom>
                <a:solidFill>
                  <a:schemeClr val="bg2">
                    <a:alpha val="100000"/>
                  </a:schemeClr>
                </a:solidFill>
                <a:ln w="9525">
                  <a:noFill/>
                </a:ln>
              </p:spPr>
              <p:txBody>
                <a:bodyPr/>
                <a:p>
                  <a:endParaRPr lang="zh-CN" altLang="en-US"/>
                </a:p>
              </p:txBody>
            </p:sp>
            <p:sp>
              <p:nvSpPr>
                <p:cNvPr id="145581" name="Freeform 1092"/>
                <p:cNvSpPr/>
                <p:nvPr/>
              </p:nvSpPr>
              <p:spPr>
                <a:xfrm>
                  <a:off x="4975" y="1569"/>
                  <a:ext cx="16" cy="62"/>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1" h="437">
                      <a:moveTo>
                        <a:pt x="111" y="4"/>
                      </a:moveTo>
                      <a:lnTo>
                        <a:pt x="108" y="7"/>
                      </a:lnTo>
                      <a:lnTo>
                        <a:pt x="101" y="18"/>
                      </a:lnTo>
                      <a:lnTo>
                        <a:pt x="92" y="41"/>
                      </a:lnTo>
                      <a:lnTo>
                        <a:pt x="82" y="77"/>
                      </a:lnTo>
                      <a:lnTo>
                        <a:pt x="75" y="133"/>
                      </a:lnTo>
                      <a:lnTo>
                        <a:pt x="70" y="208"/>
                      </a:lnTo>
                      <a:lnTo>
                        <a:pt x="72" y="309"/>
                      </a:lnTo>
                      <a:lnTo>
                        <a:pt x="83" y="437"/>
                      </a:lnTo>
                      <a:lnTo>
                        <a:pt x="21" y="437"/>
                      </a:lnTo>
                      <a:lnTo>
                        <a:pt x="19" y="424"/>
                      </a:lnTo>
                      <a:lnTo>
                        <a:pt x="13" y="389"/>
                      </a:lnTo>
                      <a:lnTo>
                        <a:pt x="7" y="336"/>
                      </a:lnTo>
                      <a:lnTo>
                        <a:pt x="3" y="272"/>
                      </a:lnTo>
                      <a:lnTo>
                        <a:pt x="0" y="200"/>
                      </a:lnTo>
                      <a:lnTo>
                        <a:pt x="5" y="128"/>
                      </a:lnTo>
                      <a:lnTo>
                        <a:pt x="16" y="59"/>
                      </a:lnTo>
                      <a:lnTo>
                        <a:pt x="37" y="0"/>
                      </a:lnTo>
                      <a:lnTo>
                        <a:pt x="111" y="4"/>
                      </a:lnTo>
                      <a:close/>
                    </a:path>
                  </a:pathLst>
                </a:custGeom>
                <a:solidFill>
                  <a:schemeClr val="bg2">
                    <a:alpha val="100000"/>
                  </a:schemeClr>
                </a:solidFill>
                <a:ln w="9525">
                  <a:noFill/>
                </a:ln>
              </p:spPr>
              <p:txBody>
                <a:bodyPr/>
                <a:p>
                  <a:endParaRPr lang="zh-CN" altLang="en-US"/>
                </a:p>
              </p:txBody>
            </p:sp>
            <p:sp>
              <p:nvSpPr>
                <p:cNvPr id="145582" name="Freeform 1093"/>
                <p:cNvSpPr/>
                <p:nvPr/>
              </p:nvSpPr>
              <p:spPr>
                <a:xfrm>
                  <a:off x="4976" y="1577"/>
                  <a:ext cx="12" cy="4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82" h="322">
                      <a:moveTo>
                        <a:pt x="82" y="3"/>
                      </a:moveTo>
                      <a:lnTo>
                        <a:pt x="79" y="5"/>
                      </a:lnTo>
                      <a:lnTo>
                        <a:pt x="75" y="13"/>
                      </a:lnTo>
                      <a:lnTo>
                        <a:pt x="67" y="30"/>
                      </a:lnTo>
                      <a:lnTo>
                        <a:pt x="60" y="57"/>
                      </a:lnTo>
                      <a:lnTo>
                        <a:pt x="54" y="98"/>
                      </a:lnTo>
                      <a:lnTo>
                        <a:pt x="52" y="154"/>
                      </a:lnTo>
                      <a:lnTo>
                        <a:pt x="53" y="228"/>
                      </a:lnTo>
                      <a:lnTo>
                        <a:pt x="61" y="322"/>
                      </a:lnTo>
                      <a:lnTo>
                        <a:pt x="15" y="322"/>
                      </a:lnTo>
                      <a:lnTo>
                        <a:pt x="14" y="313"/>
                      </a:lnTo>
                      <a:lnTo>
                        <a:pt x="9" y="287"/>
                      </a:lnTo>
                      <a:lnTo>
                        <a:pt x="5" y="247"/>
                      </a:lnTo>
                      <a:lnTo>
                        <a:pt x="1" y="200"/>
                      </a:lnTo>
                      <a:lnTo>
                        <a:pt x="0" y="147"/>
                      </a:lnTo>
                      <a:lnTo>
                        <a:pt x="3" y="95"/>
                      </a:lnTo>
                      <a:lnTo>
                        <a:pt x="11" y="44"/>
                      </a:lnTo>
                      <a:lnTo>
                        <a:pt x="27" y="0"/>
                      </a:lnTo>
                      <a:lnTo>
                        <a:pt x="82" y="3"/>
                      </a:lnTo>
                      <a:close/>
                    </a:path>
                  </a:pathLst>
                </a:custGeom>
                <a:solidFill>
                  <a:schemeClr val="bg2">
                    <a:alpha val="100000"/>
                  </a:schemeClr>
                </a:solidFill>
                <a:ln w="9525">
                  <a:noFill/>
                </a:ln>
              </p:spPr>
              <p:txBody>
                <a:bodyPr/>
                <a:p>
                  <a:endParaRPr lang="zh-CN" altLang="en-US"/>
                </a:p>
              </p:txBody>
            </p:sp>
            <p:sp>
              <p:nvSpPr>
                <p:cNvPr id="145583" name="Rectangle 1094"/>
                <p:cNvSpPr/>
                <p:nvPr/>
              </p:nvSpPr>
              <p:spPr>
                <a:xfrm>
                  <a:off x="4824" y="1565"/>
                  <a:ext cx="4" cy="146"/>
                </a:xfrm>
                <a:prstGeom prst="rect">
                  <a:avLst/>
                </a:prstGeom>
                <a:solidFill>
                  <a:srgbClr val="DDDDDD"/>
                </a:solidFill>
                <a:ln w="9525">
                  <a:noFill/>
                </a:ln>
              </p:spPr>
              <p:txBody>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45584" name="Freeform 1095"/>
                <p:cNvSpPr/>
                <p:nvPr/>
              </p:nvSpPr>
              <p:spPr>
                <a:xfrm>
                  <a:off x="4876" y="1563"/>
                  <a:ext cx="57" cy="67"/>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398" h="469">
                      <a:moveTo>
                        <a:pt x="37" y="44"/>
                      </a:moveTo>
                      <a:lnTo>
                        <a:pt x="33" y="53"/>
                      </a:lnTo>
                      <a:lnTo>
                        <a:pt x="27" y="79"/>
                      </a:lnTo>
                      <a:lnTo>
                        <a:pt x="17" y="120"/>
                      </a:lnTo>
                      <a:lnTo>
                        <a:pt x="8" y="174"/>
                      </a:lnTo>
                      <a:lnTo>
                        <a:pt x="1" y="238"/>
                      </a:lnTo>
                      <a:lnTo>
                        <a:pt x="0" y="309"/>
                      </a:lnTo>
                      <a:lnTo>
                        <a:pt x="7" y="387"/>
                      </a:lnTo>
                      <a:lnTo>
                        <a:pt x="24" y="469"/>
                      </a:lnTo>
                      <a:lnTo>
                        <a:pt x="24" y="466"/>
                      </a:lnTo>
                      <a:lnTo>
                        <a:pt x="24" y="455"/>
                      </a:lnTo>
                      <a:lnTo>
                        <a:pt x="24" y="438"/>
                      </a:lnTo>
                      <a:lnTo>
                        <a:pt x="24" y="417"/>
                      </a:lnTo>
                      <a:lnTo>
                        <a:pt x="27" y="391"/>
                      </a:lnTo>
                      <a:lnTo>
                        <a:pt x="30" y="363"/>
                      </a:lnTo>
                      <a:lnTo>
                        <a:pt x="35" y="332"/>
                      </a:lnTo>
                      <a:lnTo>
                        <a:pt x="41" y="300"/>
                      </a:lnTo>
                      <a:lnTo>
                        <a:pt x="52" y="268"/>
                      </a:lnTo>
                      <a:lnTo>
                        <a:pt x="64" y="237"/>
                      </a:lnTo>
                      <a:lnTo>
                        <a:pt x="79" y="207"/>
                      </a:lnTo>
                      <a:lnTo>
                        <a:pt x="99" y="179"/>
                      </a:lnTo>
                      <a:lnTo>
                        <a:pt x="123" y="155"/>
                      </a:lnTo>
                      <a:lnTo>
                        <a:pt x="150" y="136"/>
                      </a:lnTo>
                      <a:lnTo>
                        <a:pt x="183" y="122"/>
                      </a:lnTo>
                      <a:lnTo>
                        <a:pt x="221" y="114"/>
                      </a:lnTo>
                      <a:lnTo>
                        <a:pt x="223" y="112"/>
                      </a:lnTo>
                      <a:lnTo>
                        <a:pt x="230" y="107"/>
                      </a:lnTo>
                      <a:lnTo>
                        <a:pt x="242" y="99"/>
                      </a:lnTo>
                      <a:lnTo>
                        <a:pt x="260" y="88"/>
                      </a:lnTo>
                      <a:lnTo>
                        <a:pt x="284" y="74"/>
                      </a:lnTo>
                      <a:lnTo>
                        <a:pt x="315" y="58"/>
                      </a:lnTo>
                      <a:lnTo>
                        <a:pt x="352" y="39"/>
                      </a:lnTo>
                      <a:lnTo>
                        <a:pt x="398" y="19"/>
                      </a:lnTo>
                      <a:lnTo>
                        <a:pt x="396" y="17"/>
                      </a:lnTo>
                      <a:lnTo>
                        <a:pt x="389" y="16"/>
                      </a:lnTo>
                      <a:lnTo>
                        <a:pt x="379" y="14"/>
                      </a:lnTo>
                      <a:lnTo>
                        <a:pt x="364" y="12"/>
                      </a:lnTo>
                      <a:lnTo>
                        <a:pt x="347" y="8"/>
                      </a:lnTo>
                      <a:lnTo>
                        <a:pt x="326" y="6"/>
                      </a:lnTo>
                      <a:lnTo>
                        <a:pt x="302" y="4"/>
                      </a:lnTo>
                      <a:lnTo>
                        <a:pt x="277" y="1"/>
                      </a:lnTo>
                      <a:lnTo>
                        <a:pt x="250" y="0"/>
                      </a:lnTo>
                      <a:lnTo>
                        <a:pt x="221" y="1"/>
                      </a:lnTo>
                      <a:lnTo>
                        <a:pt x="191" y="3"/>
                      </a:lnTo>
                      <a:lnTo>
                        <a:pt x="160" y="6"/>
                      </a:lnTo>
                      <a:lnTo>
                        <a:pt x="129" y="12"/>
                      </a:lnTo>
                      <a:lnTo>
                        <a:pt x="97" y="20"/>
                      </a:lnTo>
                      <a:lnTo>
                        <a:pt x="67" y="30"/>
                      </a:lnTo>
                      <a:lnTo>
                        <a:pt x="37" y="44"/>
                      </a:lnTo>
                      <a:close/>
                    </a:path>
                  </a:pathLst>
                </a:custGeom>
                <a:solidFill>
                  <a:srgbClr val="999999">
                    <a:alpha val="100000"/>
                  </a:srgbClr>
                </a:solidFill>
                <a:ln w="9525">
                  <a:noFill/>
                </a:ln>
              </p:spPr>
              <p:txBody>
                <a:bodyPr/>
                <a:p>
                  <a:endParaRPr lang="zh-CN" altLang="en-US"/>
                </a:p>
              </p:txBody>
            </p:sp>
            <p:sp>
              <p:nvSpPr>
                <p:cNvPr id="145585" name="Freeform 1096"/>
                <p:cNvSpPr/>
                <p:nvPr/>
              </p:nvSpPr>
              <p:spPr>
                <a:xfrm>
                  <a:off x="4797" y="1613"/>
                  <a:ext cx="46" cy="13"/>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325" h="89">
                      <a:moveTo>
                        <a:pt x="0" y="57"/>
                      </a:moveTo>
                      <a:lnTo>
                        <a:pt x="0" y="55"/>
                      </a:lnTo>
                      <a:lnTo>
                        <a:pt x="2" y="52"/>
                      </a:lnTo>
                      <a:lnTo>
                        <a:pt x="6" y="47"/>
                      </a:lnTo>
                      <a:lnTo>
                        <a:pt x="12" y="41"/>
                      </a:lnTo>
                      <a:lnTo>
                        <a:pt x="20" y="34"/>
                      </a:lnTo>
                      <a:lnTo>
                        <a:pt x="29" y="27"/>
                      </a:lnTo>
                      <a:lnTo>
                        <a:pt x="41" y="20"/>
                      </a:lnTo>
                      <a:lnTo>
                        <a:pt x="57" y="13"/>
                      </a:lnTo>
                      <a:lnTo>
                        <a:pt x="77" y="7"/>
                      </a:lnTo>
                      <a:lnTo>
                        <a:pt x="98" y="3"/>
                      </a:lnTo>
                      <a:lnTo>
                        <a:pt x="126" y="0"/>
                      </a:lnTo>
                      <a:lnTo>
                        <a:pt x="156" y="0"/>
                      </a:lnTo>
                      <a:lnTo>
                        <a:pt x="191" y="3"/>
                      </a:lnTo>
                      <a:lnTo>
                        <a:pt x="230" y="8"/>
                      </a:lnTo>
                      <a:lnTo>
                        <a:pt x="275" y="18"/>
                      </a:lnTo>
                      <a:lnTo>
                        <a:pt x="325" y="31"/>
                      </a:lnTo>
                      <a:lnTo>
                        <a:pt x="318" y="51"/>
                      </a:lnTo>
                      <a:lnTo>
                        <a:pt x="316" y="50"/>
                      </a:lnTo>
                      <a:lnTo>
                        <a:pt x="308" y="47"/>
                      </a:lnTo>
                      <a:lnTo>
                        <a:pt x="295" y="44"/>
                      </a:lnTo>
                      <a:lnTo>
                        <a:pt x="279" y="39"/>
                      </a:lnTo>
                      <a:lnTo>
                        <a:pt x="260" y="35"/>
                      </a:lnTo>
                      <a:lnTo>
                        <a:pt x="238" y="30"/>
                      </a:lnTo>
                      <a:lnTo>
                        <a:pt x="214" y="27"/>
                      </a:lnTo>
                      <a:lnTo>
                        <a:pt x="188" y="24"/>
                      </a:lnTo>
                      <a:lnTo>
                        <a:pt x="161" y="23"/>
                      </a:lnTo>
                      <a:lnTo>
                        <a:pt x="134" y="23"/>
                      </a:lnTo>
                      <a:lnTo>
                        <a:pt x="108" y="26"/>
                      </a:lnTo>
                      <a:lnTo>
                        <a:pt x="82" y="31"/>
                      </a:lnTo>
                      <a:lnTo>
                        <a:pt x="58" y="41"/>
                      </a:lnTo>
                      <a:lnTo>
                        <a:pt x="36" y="52"/>
                      </a:lnTo>
                      <a:lnTo>
                        <a:pt x="16" y="68"/>
                      </a:lnTo>
                      <a:lnTo>
                        <a:pt x="0" y="89"/>
                      </a:lnTo>
                      <a:lnTo>
                        <a:pt x="0" y="57"/>
                      </a:lnTo>
                      <a:close/>
                    </a:path>
                  </a:pathLst>
                </a:custGeom>
                <a:solidFill>
                  <a:srgbClr val="000000">
                    <a:alpha val="100000"/>
                  </a:srgbClr>
                </a:solidFill>
                <a:ln w="9525">
                  <a:noFill/>
                </a:ln>
              </p:spPr>
              <p:txBody>
                <a:bodyPr/>
                <a:p>
                  <a:endParaRPr lang="zh-CN" altLang="en-US"/>
                </a:p>
              </p:txBody>
            </p:sp>
            <p:sp>
              <p:nvSpPr>
                <p:cNvPr id="145586" name="Freeform 1097"/>
                <p:cNvSpPr/>
                <p:nvPr/>
              </p:nvSpPr>
              <p:spPr>
                <a:xfrm>
                  <a:off x="4797" y="1583"/>
                  <a:ext cx="46" cy="13"/>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325" h="89">
                      <a:moveTo>
                        <a:pt x="0" y="56"/>
                      </a:moveTo>
                      <a:lnTo>
                        <a:pt x="0" y="55"/>
                      </a:lnTo>
                      <a:lnTo>
                        <a:pt x="2" y="52"/>
                      </a:lnTo>
                      <a:lnTo>
                        <a:pt x="6" y="47"/>
                      </a:lnTo>
                      <a:lnTo>
                        <a:pt x="12" y="40"/>
                      </a:lnTo>
                      <a:lnTo>
                        <a:pt x="20" y="33"/>
                      </a:lnTo>
                      <a:lnTo>
                        <a:pt x="29" y="27"/>
                      </a:lnTo>
                      <a:lnTo>
                        <a:pt x="41" y="18"/>
                      </a:lnTo>
                      <a:lnTo>
                        <a:pt x="57" y="13"/>
                      </a:lnTo>
                      <a:lnTo>
                        <a:pt x="77" y="7"/>
                      </a:lnTo>
                      <a:lnTo>
                        <a:pt x="98" y="2"/>
                      </a:lnTo>
                      <a:lnTo>
                        <a:pt x="126" y="0"/>
                      </a:lnTo>
                      <a:lnTo>
                        <a:pt x="156" y="0"/>
                      </a:lnTo>
                      <a:lnTo>
                        <a:pt x="191" y="2"/>
                      </a:lnTo>
                      <a:lnTo>
                        <a:pt x="230" y="8"/>
                      </a:lnTo>
                      <a:lnTo>
                        <a:pt x="275" y="17"/>
                      </a:lnTo>
                      <a:lnTo>
                        <a:pt x="325" y="31"/>
                      </a:lnTo>
                      <a:lnTo>
                        <a:pt x="318" y="49"/>
                      </a:lnTo>
                      <a:lnTo>
                        <a:pt x="316" y="48"/>
                      </a:lnTo>
                      <a:lnTo>
                        <a:pt x="308" y="46"/>
                      </a:lnTo>
                      <a:lnTo>
                        <a:pt x="295" y="43"/>
                      </a:lnTo>
                      <a:lnTo>
                        <a:pt x="279" y="38"/>
                      </a:lnTo>
                      <a:lnTo>
                        <a:pt x="260" y="35"/>
                      </a:lnTo>
                      <a:lnTo>
                        <a:pt x="238" y="30"/>
                      </a:lnTo>
                      <a:lnTo>
                        <a:pt x="214" y="27"/>
                      </a:lnTo>
                      <a:lnTo>
                        <a:pt x="188" y="23"/>
                      </a:lnTo>
                      <a:lnTo>
                        <a:pt x="161" y="22"/>
                      </a:lnTo>
                      <a:lnTo>
                        <a:pt x="134" y="23"/>
                      </a:lnTo>
                      <a:lnTo>
                        <a:pt x="108" y="25"/>
                      </a:lnTo>
                      <a:lnTo>
                        <a:pt x="82" y="31"/>
                      </a:lnTo>
                      <a:lnTo>
                        <a:pt x="58" y="40"/>
                      </a:lnTo>
                      <a:lnTo>
                        <a:pt x="36" y="52"/>
                      </a:lnTo>
                      <a:lnTo>
                        <a:pt x="16" y="68"/>
                      </a:lnTo>
                      <a:lnTo>
                        <a:pt x="0" y="89"/>
                      </a:lnTo>
                      <a:lnTo>
                        <a:pt x="0" y="56"/>
                      </a:lnTo>
                      <a:close/>
                    </a:path>
                  </a:pathLst>
                </a:custGeom>
                <a:solidFill>
                  <a:srgbClr val="000000">
                    <a:alpha val="100000"/>
                  </a:srgbClr>
                </a:solidFill>
                <a:ln w="9525">
                  <a:noFill/>
                </a:ln>
              </p:spPr>
              <p:txBody>
                <a:bodyPr/>
                <a:p>
                  <a:endParaRPr lang="zh-CN" altLang="en-US"/>
                </a:p>
              </p:txBody>
            </p:sp>
            <p:sp>
              <p:nvSpPr>
                <p:cNvPr id="145587" name="Freeform 1098"/>
                <p:cNvSpPr/>
                <p:nvPr/>
              </p:nvSpPr>
              <p:spPr>
                <a:xfrm>
                  <a:off x="4841" y="1568"/>
                  <a:ext cx="75" cy="13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28" h="975">
                      <a:moveTo>
                        <a:pt x="0" y="0"/>
                      </a:moveTo>
                      <a:lnTo>
                        <a:pt x="0" y="943"/>
                      </a:lnTo>
                      <a:lnTo>
                        <a:pt x="159" y="975"/>
                      </a:lnTo>
                      <a:lnTo>
                        <a:pt x="152" y="848"/>
                      </a:lnTo>
                      <a:lnTo>
                        <a:pt x="528" y="905"/>
                      </a:lnTo>
                      <a:lnTo>
                        <a:pt x="521" y="855"/>
                      </a:lnTo>
                      <a:lnTo>
                        <a:pt x="261" y="822"/>
                      </a:lnTo>
                      <a:lnTo>
                        <a:pt x="254" y="713"/>
                      </a:lnTo>
                      <a:lnTo>
                        <a:pt x="77" y="713"/>
                      </a:lnTo>
                      <a:lnTo>
                        <a:pt x="72" y="699"/>
                      </a:lnTo>
                      <a:lnTo>
                        <a:pt x="60" y="659"/>
                      </a:lnTo>
                      <a:lnTo>
                        <a:pt x="44" y="595"/>
                      </a:lnTo>
                      <a:lnTo>
                        <a:pt x="28" y="511"/>
                      </a:lnTo>
                      <a:lnTo>
                        <a:pt x="16" y="410"/>
                      </a:lnTo>
                      <a:lnTo>
                        <a:pt x="12" y="294"/>
                      </a:lnTo>
                      <a:lnTo>
                        <a:pt x="21" y="167"/>
                      </a:lnTo>
                      <a:lnTo>
                        <a:pt x="45" y="32"/>
                      </a:lnTo>
                      <a:lnTo>
                        <a:pt x="0" y="0"/>
                      </a:lnTo>
                      <a:close/>
                    </a:path>
                  </a:pathLst>
                </a:custGeom>
                <a:solidFill>
                  <a:schemeClr val="bg2">
                    <a:alpha val="100000"/>
                  </a:schemeClr>
                </a:solidFill>
                <a:ln w="9525">
                  <a:noFill/>
                </a:ln>
              </p:spPr>
              <p:txBody>
                <a:bodyPr/>
                <a:p>
                  <a:endParaRPr lang="zh-CN" altLang="en-US"/>
                </a:p>
              </p:txBody>
            </p:sp>
            <p:sp>
              <p:nvSpPr>
                <p:cNvPr id="145588" name="Freeform 1099"/>
                <p:cNvSpPr/>
                <p:nvPr/>
              </p:nvSpPr>
              <p:spPr>
                <a:xfrm>
                  <a:off x="4878" y="1536"/>
                  <a:ext cx="97" cy="1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678" h="133">
                      <a:moveTo>
                        <a:pt x="0" y="133"/>
                      </a:moveTo>
                      <a:lnTo>
                        <a:pt x="4" y="132"/>
                      </a:lnTo>
                      <a:lnTo>
                        <a:pt x="15" y="127"/>
                      </a:lnTo>
                      <a:lnTo>
                        <a:pt x="32" y="122"/>
                      </a:lnTo>
                      <a:lnTo>
                        <a:pt x="56" y="114"/>
                      </a:lnTo>
                      <a:lnTo>
                        <a:pt x="86" y="104"/>
                      </a:lnTo>
                      <a:lnTo>
                        <a:pt x="120" y="95"/>
                      </a:lnTo>
                      <a:lnTo>
                        <a:pt x="160" y="86"/>
                      </a:lnTo>
                      <a:lnTo>
                        <a:pt x="204" y="78"/>
                      </a:lnTo>
                      <a:lnTo>
                        <a:pt x="252" y="70"/>
                      </a:lnTo>
                      <a:lnTo>
                        <a:pt x="303" y="64"/>
                      </a:lnTo>
                      <a:lnTo>
                        <a:pt x="358" y="60"/>
                      </a:lnTo>
                      <a:lnTo>
                        <a:pt x="414" y="58"/>
                      </a:lnTo>
                      <a:lnTo>
                        <a:pt x="474" y="60"/>
                      </a:lnTo>
                      <a:lnTo>
                        <a:pt x="534" y="65"/>
                      </a:lnTo>
                      <a:lnTo>
                        <a:pt x="596" y="74"/>
                      </a:lnTo>
                      <a:lnTo>
                        <a:pt x="659" y="88"/>
                      </a:lnTo>
                      <a:lnTo>
                        <a:pt x="678" y="0"/>
                      </a:lnTo>
                      <a:lnTo>
                        <a:pt x="674" y="0"/>
                      </a:lnTo>
                      <a:lnTo>
                        <a:pt x="659" y="0"/>
                      </a:lnTo>
                      <a:lnTo>
                        <a:pt x="636" y="0"/>
                      </a:lnTo>
                      <a:lnTo>
                        <a:pt x="606" y="1"/>
                      </a:lnTo>
                      <a:lnTo>
                        <a:pt x="570" y="2"/>
                      </a:lnTo>
                      <a:lnTo>
                        <a:pt x="527" y="3"/>
                      </a:lnTo>
                      <a:lnTo>
                        <a:pt x="480" y="7"/>
                      </a:lnTo>
                      <a:lnTo>
                        <a:pt x="430" y="9"/>
                      </a:lnTo>
                      <a:lnTo>
                        <a:pt x="376" y="14"/>
                      </a:lnTo>
                      <a:lnTo>
                        <a:pt x="320" y="18"/>
                      </a:lnTo>
                      <a:lnTo>
                        <a:pt x="264" y="24"/>
                      </a:lnTo>
                      <a:lnTo>
                        <a:pt x="208" y="32"/>
                      </a:lnTo>
                      <a:lnTo>
                        <a:pt x="152" y="40"/>
                      </a:lnTo>
                      <a:lnTo>
                        <a:pt x="98" y="50"/>
                      </a:lnTo>
                      <a:lnTo>
                        <a:pt x="47" y="62"/>
                      </a:lnTo>
                      <a:lnTo>
                        <a:pt x="0" y="76"/>
                      </a:lnTo>
                      <a:lnTo>
                        <a:pt x="0" y="133"/>
                      </a:lnTo>
                      <a:close/>
                    </a:path>
                  </a:pathLst>
                </a:custGeom>
                <a:solidFill>
                  <a:schemeClr val="bg2">
                    <a:alpha val="100000"/>
                  </a:schemeClr>
                </a:solidFill>
                <a:ln w="9525">
                  <a:noFill/>
                </a:ln>
              </p:spPr>
              <p:txBody>
                <a:bodyPr/>
                <a:p>
                  <a:endParaRPr lang="zh-CN" altLang="en-US"/>
                </a:p>
              </p:txBody>
            </p:sp>
            <p:sp>
              <p:nvSpPr>
                <p:cNvPr id="145589" name="Freeform 1100"/>
                <p:cNvSpPr/>
                <p:nvPr/>
              </p:nvSpPr>
              <p:spPr>
                <a:xfrm>
                  <a:off x="4821" y="1711"/>
                  <a:ext cx="163" cy="54"/>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42" h="379">
                      <a:moveTo>
                        <a:pt x="482" y="367"/>
                      </a:moveTo>
                      <a:lnTo>
                        <a:pt x="485" y="366"/>
                      </a:lnTo>
                      <a:lnTo>
                        <a:pt x="492" y="363"/>
                      </a:lnTo>
                      <a:lnTo>
                        <a:pt x="502" y="359"/>
                      </a:lnTo>
                      <a:lnTo>
                        <a:pt x="516" y="353"/>
                      </a:lnTo>
                      <a:lnTo>
                        <a:pt x="533" y="346"/>
                      </a:lnTo>
                      <a:lnTo>
                        <a:pt x="551" y="338"/>
                      </a:lnTo>
                      <a:lnTo>
                        <a:pt x="572" y="328"/>
                      </a:lnTo>
                      <a:lnTo>
                        <a:pt x="593" y="317"/>
                      </a:lnTo>
                      <a:lnTo>
                        <a:pt x="616" y="306"/>
                      </a:lnTo>
                      <a:lnTo>
                        <a:pt x="638" y="292"/>
                      </a:lnTo>
                      <a:lnTo>
                        <a:pt x="660" y="279"/>
                      </a:lnTo>
                      <a:lnTo>
                        <a:pt x="680" y="264"/>
                      </a:lnTo>
                      <a:lnTo>
                        <a:pt x="700" y="249"/>
                      </a:lnTo>
                      <a:lnTo>
                        <a:pt x="717" y="233"/>
                      </a:lnTo>
                      <a:lnTo>
                        <a:pt x="732" y="217"/>
                      </a:lnTo>
                      <a:lnTo>
                        <a:pt x="743" y="201"/>
                      </a:lnTo>
                      <a:lnTo>
                        <a:pt x="0" y="20"/>
                      </a:lnTo>
                      <a:lnTo>
                        <a:pt x="57" y="0"/>
                      </a:lnTo>
                      <a:lnTo>
                        <a:pt x="1142" y="267"/>
                      </a:lnTo>
                      <a:lnTo>
                        <a:pt x="1098" y="292"/>
                      </a:lnTo>
                      <a:lnTo>
                        <a:pt x="784" y="212"/>
                      </a:lnTo>
                      <a:lnTo>
                        <a:pt x="783" y="213"/>
                      </a:lnTo>
                      <a:lnTo>
                        <a:pt x="781" y="216"/>
                      </a:lnTo>
                      <a:lnTo>
                        <a:pt x="776" y="221"/>
                      </a:lnTo>
                      <a:lnTo>
                        <a:pt x="769" y="228"/>
                      </a:lnTo>
                      <a:lnTo>
                        <a:pt x="761" y="237"/>
                      </a:lnTo>
                      <a:lnTo>
                        <a:pt x="750" y="246"/>
                      </a:lnTo>
                      <a:lnTo>
                        <a:pt x="737" y="258"/>
                      </a:lnTo>
                      <a:lnTo>
                        <a:pt x="721" y="269"/>
                      </a:lnTo>
                      <a:lnTo>
                        <a:pt x="703" y="282"/>
                      </a:lnTo>
                      <a:lnTo>
                        <a:pt x="684" y="295"/>
                      </a:lnTo>
                      <a:lnTo>
                        <a:pt x="660" y="309"/>
                      </a:lnTo>
                      <a:lnTo>
                        <a:pt x="635" y="323"/>
                      </a:lnTo>
                      <a:lnTo>
                        <a:pt x="606" y="338"/>
                      </a:lnTo>
                      <a:lnTo>
                        <a:pt x="574" y="352"/>
                      </a:lnTo>
                      <a:lnTo>
                        <a:pt x="540" y="366"/>
                      </a:lnTo>
                      <a:lnTo>
                        <a:pt x="502" y="379"/>
                      </a:lnTo>
                      <a:lnTo>
                        <a:pt x="482" y="367"/>
                      </a:lnTo>
                      <a:close/>
                    </a:path>
                  </a:pathLst>
                </a:custGeom>
                <a:solidFill>
                  <a:srgbClr val="000000">
                    <a:alpha val="100000"/>
                  </a:srgbClr>
                </a:solidFill>
                <a:ln w="9525">
                  <a:noFill/>
                </a:ln>
              </p:spPr>
              <p:txBody>
                <a:bodyPr/>
                <a:p>
                  <a:endParaRPr lang="zh-CN" altLang="en-US"/>
                </a:p>
              </p:txBody>
            </p:sp>
            <p:sp>
              <p:nvSpPr>
                <p:cNvPr id="145590" name="Freeform 1101"/>
                <p:cNvSpPr/>
                <p:nvPr/>
              </p:nvSpPr>
              <p:spPr>
                <a:xfrm>
                  <a:off x="4787" y="1725"/>
                  <a:ext cx="167" cy="48"/>
                </a:xfrm>
                <a:custGeom>
                  <a:avLst/>
                  <a:gdLst/>
                  <a:ahLst/>
                  <a:cxnLst>
                    <a:cxn ang="0">
                      <a:pos x="0" y="0"/>
                    </a:cxn>
                    <a:cxn ang="0">
                      <a:pos x="0" y="0"/>
                    </a:cxn>
                    <a:cxn ang="0">
                      <a:pos x="0" y="0"/>
                    </a:cxn>
                    <a:cxn ang="0">
                      <a:pos x="0" y="0"/>
                    </a:cxn>
                    <a:cxn ang="0">
                      <a:pos x="0" y="0"/>
                    </a:cxn>
                  </a:cxnLst>
                  <a:pathLst>
                    <a:path w="1163" h="340">
                      <a:moveTo>
                        <a:pt x="0" y="0"/>
                      </a:moveTo>
                      <a:lnTo>
                        <a:pt x="1137" y="340"/>
                      </a:lnTo>
                      <a:lnTo>
                        <a:pt x="1163" y="340"/>
                      </a:lnTo>
                      <a:lnTo>
                        <a:pt x="34" y="0"/>
                      </a:lnTo>
                      <a:lnTo>
                        <a:pt x="0" y="0"/>
                      </a:lnTo>
                      <a:close/>
                    </a:path>
                  </a:pathLst>
                </a:custGeom>
                <a:solidFill>
                  <a:srgbClr val="000000">
                    <a:alpha val="100000"/>
                  </a:srgbClr>
                </a:solidFill>
                <a:ln w="9525">
                  <a:noFill/>
                </a:ln>
              </p:spPr>
              <p:txBody>
                <a:bodyPr/>
                <a:p>
                  <a:endParaRPr lang="zh-CN" altLang="en-US"/>
                </a:p>
              </p:txBody>
            </p:sp>
            <p:sp>
              <p:nvSpPr>
                <p:cNvPr id="145591" name="Freeform 1102"/>
                <p:cNvSpPr/>
                <p:nvPr/>
              </p:nvSpPr>
              <p:spPr>
                <a:xfrm>
                  <a:off x="4815" y="1718"/>
                  <a:ext cx="164" cy="44"/>
                </a:xfrm>
                <a:custGeom>
                  <a:avLst/>
                  <a:gdLst/>
                  <a:ahLst/>
                  <a:cxnLst>
                    <a:cxn ang="0">
                      <a:pos x="0" y="0"/>
                    </a:cxn>
                    <a:cxn ang="0">
                      <a:pos x="0" y="0"/>
                    </a:cxn>
                    <a:cxn ang="0">
                      <a:pos x="0" y="0"/>
                    </a:cxn>
                    <a:cxn ang="0">
                      <a:pos x="0" y="0"/>
                    </a:cxn>
                    <a:cxn ang="0">
                      <a:pos x="0" y="0"/>
                    </a:cxn>
                  </a:cxnLst>
                  <a:pathLst>
                    <a:path w="1149" h="303">
                      <a:moveTo>
                        <a:pt x="0" y="1"/>
                      </a:moveTo>
                      <a:lnTo>
                        <a:pt x="1124" y="303"/>
                      </a:lnTo>
                      <a:lnTo>
                        <a:pt x="1149" y="302"/>
                      </a:lnTo>
                      <a:lnTo>
                        <a:pt x="34" y="0"/>
                      </a:lnTo>
                      <a:lnTo>
                        <a:pt x="0" y="1"/>
                      </a:lnTo>
                      <a:close/>
                    </a:path>
                  </a:pathLst>
                </a:custGeom>
                <a:solidFill>
                  <a:srgbClr val="000000">
                    <a:alpha val="100000"/>
                  </a:srgbClr>
                </a:solidFill>
                <a:ln w="9525">
                  <a:noFill/>
                </a:ln>
              </p:spPr>
              <p:txBody>
                <a:bodyPr/>
                <a:p>
                  <a:endParaRPr lang="zh-CN" altLang="en-US"/>
                </a:p>
              </p:txBody>
            </p:sp>
            <p:sp>
              <p:nvSpPr>
                <p:cNvPr id="145592" name="Freeform 1103"/>
                <p:cNvSpPr/>
                <p:nvPr/>
              </p:nvSpPr>
              <p:spPr>
                <a:xfrm>
                  <a:off x="4802" y="1721"/>
                  <a:ext cx="165" cy="48"/>
                </a:xfrm>
                <a:custGeom>
                  <a:avLst/>
                  <a:gdLst/>
                  <a:ahLst/>
                  <a:cxnLst>
                    <a:cxn ang="0">
                      <a:pos x="0" y="0"/>
                    </a:cxn>
                    <a:cxn ang="0">
                      <a:pos x="0" y="0"/>
                    </a:cxn>
                    <a:cxn ang="0">
                      <a:pos x="0" y="0"/>
                    </a:cxn>
                    <a:cxn ang="0">
                      <a:pos x="0" y="0"/>
                    </a:cxn>
                    <a:cxn ang="0">
                      <a:pos x="0" y="0"/>
                    </a:cxn>
                  </a:cxnLst>
                  <a:pathLst>
                    <a:path w="1155" h="336">
                      <a:moveTo>
                        <a:pt x="0" y="0"/>
                      </a:moveTo>
                      <a:lnTo>
                        <a:pt x="1134" y="336"/>
                      </a:lnTo>
                      <a:lnTo>
                        <a:pt x="1155" y="328"/>
                      </a:lnTo>
                      <a:lnTo>
                        <a:pt x="34" y="0"/>
                      </a:lnTo>
                      <a:lnTo>
                        <a:pt x="0" y="0"/>
                      </a:lnTo>
                      <a:close/>
                    </a:path>
                  </a:pathLst>
                </a:custGeom>
                <a:solidFill>
                  <a:srgbClr val="000000">
                    <a:alpha val="100000"/>
                  </a:srgbClr>
                </a:solidFill>
                <a:ln w="9525">
                  <a:noFill/>
                </a:ln>
              </p:spPr>
              <p:txBody>
                <a:bodyPr/>
                <a:p>
                  <a:endParaRPr lang="zh-CN" altLang="en-US"/>
                </a:p>
              </p:txBody>
            </p:sp>
          </p:grpSp>
        </p:grpSp>
        <p:grpSp>
          <p:nvGrpSpPr>
            <p:cNvPr id="145442" name="Group 1104"/>
            <p:cNvGrpSpPr/>
            <p:nvPr/>
          </p:nvGrpSpPr>
          <p:grpSpPr>
            <a:xfrm>
              <a:off x="3273" y="1420"/>
              <a:ext cx="559" cy="309"/>
              <a:chOff x="1170" y="3095"/>
              <a:chExt cx="559" cy="309"/>
            </a:xfrm>
          </p:grpSpPr>
          <p:grpSp>
            <p:nvGrpSpPr>
              <p:cNvPr id="145452" name="Group 1105"/>
              <p:cNvGrpSpPr/>
              <p:nvPr/>
            </p:nvGrpSpPr>
            <p:grpSpPr>
              <a:xfrm>
                <a:off x="1170" y="3095"/>
                <a:ext cx="159" cy="146"/>
                <a:chOff x="4781" y="1833"/>
                <a:chExt cx="318" cy="262"/>
              </a:xfrm>
            </p:grpSpPr>
            <p:sp>
              <p:nvSpPr>
                <p:cNvPr id="145510" name="AutoShape 1106"/>
                <p:cNvSpPr>
                  <a:spLocks noChangeAspect="1" noTextEdit="1"/>
                </p:cNvSpPr>
                <p:nvPr/>
              </p:nvSpPr>
              <p:spPr>
                <a:xfrm>
                  <a:off x="4787" y="1835"/>
                  <a:ext cx="312" cy="260"/>
                </a:xfrm>
                <a:prstGeom prst="rect">
                  <a:avLst/>
                </a:prstGeom>
                <a:noFill/>
                <a:ln w="9525">
                  <a:noFill/>
                </a:ln>
              </p:spPr>
              <p:txBody>
                <a:bodyPr/>
                <a:p>
                  <a:endParaRPr lang="zh-CN" altLang="en-US"/>
                </a:p>
              </p:txBody>
            </p:sp>
            <p:sp>
              <p:nvSpPr>
                <p:cNvPr id="145511" name="Freeform 1107"/>
                <p:cNvSpPr/>
                <p:nvPr/>
              </p:nvSpPr>
              <p:spPr>
                <a:xfrm>
                  <a:off x="4781" y="1833"/>
                  <a:ext cx="307" cy="25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150" h="1804">
                      <a:moveTo>
                        <a:pt x="582" y="239"/>
                      </a:moveTo>
                      <a:lnTo>
                        <a:pt x="606" y="129"/>
                      </a:lnTo>
                      <a:lnTo>
                        <a:pt x="607" y="129"/>
                      </a:lnTo>
                      <a:lnTo>
                        <a:pt x="611" y="128"/>
                      </a:lnTo>
                      <a:lnTo>
                        <a:pt x="616" y="125"/>
                      </a:lnTo>
                      <a:lnTo>
                        <a:pt x="623" y="123"/>
                      </a:lnTo>
                      <a:lnTo>
                        <a:pt x="633" y="120"/>
                      </a:lnTo>
                      <a:lnTo>
                        <a:pt x="645" y="115"/>
                      </a:lnTo>
                      <a:lnTo>
                        <a:pt x="659" y="112"/>
                      </a:lnTo>
                      <a:lnTo>
                        <a:pt x="676" y="107"/>
                      </a:lnTo>
                      <a:lnTo>
                        <a:pt x="694" y="101"/>
                      </a:lnTo>
                      <a:lnTo>
                        <a:pt x="715" y="95"/>
                      </a:lnTo>
                      <a:lnTo>
                        <a:pt x="738" y="90"/>
                      </a:lnTo>
                      <a:lnTo>
                        <a:pt x="763" y="84"/>
                      </a:lnTo>
                      <a:lnTo>
                        <a:pt x="790" y="78"/>
                      </a:lnTo>
                      <a:lnTo>
                        <a:pt x="820" y="71"/>
                      </a:lnTo>
                      <a:lnTo>
                        <a:pt x="852" y="64"/>
                      </a:lnTo>
                      <a:lnTo>
                        <a:pt x="886" y="59"/>
                      </a:lnTo>
                      <a:lnTo>
                        <a:pt x="922" y="52"/>
                      </a:lnTo>
                      <a:lnTo>
                        <a:pt x="961" y="46"/>
                      </a:lnTo>
                      <a:lnTo>
                        <a:pt x="1002" y="40"/>
                      </a:lnTo>
                      <a:lnTo>
                        <a:pt x="1044" y="35"/>
                      </a:lnTo>
                      <a:lnTo>
                        <a:pt x="1090" y="29"/>
                      </a:lnTo>
                      <a:lnTo>
                        <a:pt x="1138" y="23"/>
                      </a:lnTo>
                      <a:lnTo>
                        <a:pt x="1187" y="18"/>
                      </a:lnTo>
                      <a:lnTo>
                        <a:pt x="1240" y="14"/>
                      </a:lnTo>
                      <a:lnTo>
                        <a:pt x="1294" y="10"/>
                      </a:lnTo>
                      <a:lnTo>
                        <a:pt x="1350" y="7"/>
                      </a:lnTo>
                      <a:lnTo>
                        <a:pt x="1410" y="4"/>
                      </a:lnTo>
                      <a:lnTo>
                        <a:pt x="1470" y="1"/>
                      </a:lnTo>
                      <a:lnTo>
                        <a:pt x="1535" y="0"/>
                      </a:lnTo>
                      <a:lnTo>
                        <a:pt x="1601" y="0"/>
                      </a:lnTo>
                      <a:lnTo>
                        <a:pt x="1668" y="0"/>
                      </a:lnTo>
                      <a:lnTo>
                        <a:pt x="1739" y="1"/>
                      </a:lnTo>
                      <a:lnTo>
                        <a:pt x="1816" y="44"/>
                      </a:lnTo>
                      <a:lnTo>
                        <a:pt x="1799" y="248"/>
                      </a:lnTo>
                      <a:lnTo>
                        <a:pt x="1804" y="251"/>
                      </a:lnTo>
                      <a:lnTo>
                        <a:pt x="1820" y="259"/>
                      </a:lnTo>
                      <a:lnTo>
                        <a:pt x="1842" y="272"/>
                      </a:lnTo>
                      <a:lnTo>
                        <a:pt x="1868" y="292"/>
                      </a:lnTo>
                      <a:lnTo>
                        <a:pt x="1896" y="318"/>
                      </a:lnTo>
                      <a:lnTo>
                        <a:pt x="1920" y="351"/>
                      </a:lnTo>
                      <a:lnTo>
                        <a:pt x="1939" y="390"/>
                      </a:lnTo>
                      <a:lnTo>
                        <a:pt x="1951" y="436"/>
                      </a:lnTo>
                      <a:lnTo>
                        <a:pt x="2125" y="593"/>
                      </a:lnTo>
                      <a:lnTo>
                        <a:pt x="2078" y="1009"/>
                      </a:lnTo>
                      <a:lnTo>
                        <a:pt x="1799" y="1149"/>
                      </a:lnTo>
                      <a:lnTo>
                        <a:pt x="2129" y="1247"/>
                      </a:lnTo>
                      <a:lnTo>
                        <a:pt x="2131" y="1251"/>
                      </a:lnTo>
                      <a:lnTo>
                        <a:pt x="2137" y="1264"/>
                      </a:lnTo>
                      <a:lnTo>
                        <a:pt x="2143" y="1284"/>
                      </a:lnTo>
                      <a:lnTo>
                        <a:pt x="2149" y="1310"/>
                      </a:lnTo>
                      <a:lnTo>
                        <a:pt x="2150" y="1342"/>
                      </a:lnTo>
                      <a:lnTo>
                        <a:pt x="2147" y="1380"/>
                      </a:lnTo>
                      <a:lnTo>
                        <a:pt x="2136" y="1423"/>
                      </a:lnTo>
                      <a:lnTo>
                        <a:pt x="2117" y="1468"/>
                      </a:lnTo>
                      <a:lnTo>
                        <a:pt x="1244" y="1804"/>
                      </a:lnTo>
                      <a:lnTo>
                        <a:pt x="0" y="1413"/>
                      </a:lnTo>
                      <a:lnTo>
                        <a:pt x="22" y="1367"/>
                      </a:lnTo>
                      <a:lnTo>
                        <a:pt x="212" y="1302"/>
                      </a:lnTo>
                      <a:lnTo>
                        <a:pt x="212" y="248"/>
                      </a:lnTo>
                      <a:lnTo>
                        <a:pt x="213" y="247"/>
                      </a:lnTo>
                      <a:lnTo>
                        <a:pt x="217" y="244"/>
                      </a:lnTo>
                      <a:lnTo>
                        <a:pt x="223" y="240"/>
                      </a:lnTo>
                      <a:lnTo>
                        <a:pt x="232" y="234"/>
                      </a:lnTo>
                      <a:lnTo>
                        <a:pt x="245" y="228"/>
                      </a:lnTo>
                      <a:lnTo>
                        <a:pt x="258" y="221"/>
                      </a:lnTo>
                      <a:lnTo>
                        <a:pt x="276" y="214"/>
                      </a:lnTo>
                      <a:lnTo>
                        <a:pt x="294" y="207"/>
                      </a:lnTo>
                      <a:lnTo>
                        <a:pt x="316" y="201"/>
                      </a:lnTo>
                      <a:lnTo>
                        <a:pt x="340" y="197"/>
                      </a:lnTo>
                      <a:lnTo>
                        <a:pt x="366" y="194"/>
                      </a:lnTo>
                      <a:lnTo>
                        <a:pt x="393" y="192"/>
                      </a:lnTo>
                      <a:lnTo>
                        <a:pt x="424" y="193"/>
                      </a:lnTo>
                      <a:lnTo>
                        <a:pt x="457" y="197"/>
                      </a:lnTo>
                      <a:lnTo>
                        <a:pt x="493" y="203"/>
                      </a:lnTo>
                      <a:lnTo>
                        <a:pt x="529" y="214"/>
                      </a:lnTo>
                      <a:lnTo>
                        <a:pt x="582" y="239"/>
                      </a:lnTo>
                      <a:close/>
                    </a:path>
                  </a:pathLst>
                </a:custGeom>
                <a:solidFill>
                  <a:srgbClr val="FF0000">
                    <a:alpha val="100000"/>
                  </a:srgbClr>
                </a:solidFill>
                <a:ln w="9525">
                  <a:noFill/>
                </a:ln>
              </p:spPr>
              <p:txBody>
                <a:bodyPr/>
                <a:p>
                  <a:endParaRPr lang="zh-CN" altLang="en-US"/>
                </a:p>
              </p:txBody>
            </p:sp>
            <p:sp>
              <p:nvSpPr>
                <p:cNvPr id="145512" name="Freeform 1108"/>
                <p:cNvSpPr/>
                <p:nvPr/>
              </p:nvSpPr>
              <p:spPr>
                <a:xfrm>
                  <a:off x="4894" y="1857"/>
                  <a:ext cx="98" cy="112"/>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690" h="782">
                      <a:moveTo>
                        <a:pt x="684" y="29"/>
                      </a:moveTo>
                      <a:lnTo>
                        <a:pt x="681" y="28"/>
                      </a:lnTo>
                      <a:lnTo>
                        <a:pt x="670" y="25"/>
                      </a:lnTo>
                      <a:lnTo>
                        <a:pt x="652" y="21"/>
                      </a:lnTo>
                      <a:lnTo>
                        <a:pt x="628" y="16"/>
                      </a:lnTo>
                      <a:lnTo>
                        <a:pt x="600" y="11"/>
                      </a:lnTo>
                      <a:lnTo>
                        <a:pt x="566" y="7"/>
                      </a:lnTo>
                      <a:lnTo>
                        <a:pt x="527" y="3"/>
                      </a:lnTo>
                      <a:lnTo>
                        <a:pt x="483" y="1"/>
                      </a:lnTo>
                      <a:lnTo>
                        <a:pt x="436" y="0"/>
                      </a:lnTo>
                      <a:lnTo>
                        <a:pt x="386" y="2"/>
                      </a:lnTo>
                      <a:lnTo>
                        <a:pt x="333" y="7"/>
                      </a:lnTo>
                      <a:lnTo>
                        <a:pt x="277" y="16"/>
                      </a:lnTo>
                      <a:lnTo>
                        <a:pt x="221" y="28"/>
                      </a:lnTo>
                      <a:lnTo>
                        <a:pt x="163" y="45"/>
                      </a:lnTo>
                      <a:lnTo>
                        <a:pt x="104" y="65"/>
                      </a:lnTo>
                      <a:lnTo>
                        <a:pt x="44" y="93"/>
                      </a:lnTo>
                      <a:lnTo>
                        <a:pt x="40" y="108"/>
                      </a:lnTo>
                      <a:lnTo>
                        <a:pt x="29" y="150"/>
                      </a:lnTo>
                      <a:lnTo>
                        <a:pt x="17" y="216"/>
                      </a:lnTo>
                      <a:lnTo>
                        <a:pt x="5" y="301"/>
                      </a:lnTo>
                      <a:lnTo>
                        <a:pt x="0" y="402"/>
                      </a:lnTo>
                      <a:lnTo>
                        <a:pt x="4" y="516"/>
                      </a:lnTo>
                      <a:lnTo>
                        <a:pt x="21" y="638"/>
                      </a:lnTo>
                      <a:lnTo>
                        <a:pt x="57" y="763"/>
                      </a:lnTo>
                      <a:lnTo>
                        <a:pt x="60" y="763"/>
                      </a:lnTo>
                      <a:lnTo>
                        <a:pt x="69" y="762"/>
                      </a:lnTo>
                      <a:lnTo>
                        <a:pt x="84" y="759"/>
                      </a:lnTo>
                      <a:lnTo>
                        <a:pt x="105" y="758"/>
                      </a:lnTo>
                      <a:lnTo>
                        <a:pt x="131" y="756"/>
                      </a:lnTo>
                      <a:lnTo>
                        <a:pt x="162" y="754"/>
                      </a:lnTo>
                      <a:lnTo>
                        <a:pt x="198" y="753"/>
                      </a:lnTo>
                      <a:lnTo>
                        <a:pt x="239" y="751"/>
                      </a:lnTo>
                      <a:lnTo>
                        <a:pt x="283" y="750"/>
                      </a:lnTo>
                      <a:lnTo>
                        <a:pt x="331" y="751"/>
                      </a:lnTo>
                      <a:lnTo>
                        <a:pt x="384" y="753"/>
                      </a:lnTo>
                      <a:lnTo>
                        <a:pt x="440" y="755"/>
                      </a:lnTo>
                      <a:lnTo>
                        <a:pt x="498" y="759"/>
                      </a:lnTo>
                      <a:lnTo>
                        <a:pt x="560" y="765"/>
                      </a:lnTo>
                      <a:lnTo>
                        <a:pt x="624" y="773"/>
                      </a:lnTo>
                      <a:lnTo>
                        <a:pt x="690" y="782"/>
                      </a:lnTo>
                      <a:lnTo>
                        <a:pt x="687" y="759"/>
                      </a:lnTo>
                      <a:lnTo>
                        <a:pt x="680" y="697"/>
                      </a:lnTo>
                      <a:lnTo>
                        <a:pt x="670" y="604"/>
                      </a:lnTo>
                      <a:lnTo>
                        <a:pt x="662" y="492"/>
                      </a:lnTo>
                      <a:lnTo>
                        <a:pt x="656" y="368"/>
                      </a:lnTo>
                      <a:lnTo>
                        <a:pt x="656" y="244"/>
                      </a:lnTo>
                      <a:lnTo>
                        <a:pt x="665" y="128"/>
                      </a:lnTo>
                      <a:lnTo>
                        <a:pt x="684" y="29"/>
                      </a:lnTo>
                      <a:close/>
                    </a:path>
                  </a:pathLst>
                </a:custGeom>
                <a:solidFill>
                  <a:srgbClr val="FF0000">
                    <a:alpha val="100000"/>
                  </a:srgbClr>
                </a:solidFill>
                <a:ln w="9525">
                  <a:noFill/>
                </a:ln>
              </p:spPr>
              <p:txBody>
                <a:bodyPr/>
                <a:p>
                  <a:endParaRPr lang="zh-CN" altLang="en-US"/>
                </a:p>
              </p:txBody>
            </p:sp>
            <p:sp>
              <p:nvSpPr>
                <p:cNvPr id="145513" name="Freeform 1109"/>
                <p:cNvSpPr/>
                <p:nvPr/>
              </p:nvSpPr>
              <p:spPr>
                <a:xfrm>
                  <a:off x="4904" y="1888"/>
                  <a:ext cx="163" cy="11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39" h="778">
                      <a:moveTo>
                        <a:pt x="7" y="587"/>
                      </a:moveTo>
                      <a:lnTo>
                        <a:pt x="0" y="682"/>
                      </a:lnTo>
                      <a:lnTo>
                        <a:pt x="742" y="778"/>
                      </a:lnTo>
                      <a:lnTo>
                        <a:pt x="748" y="775"/>
                      </a:lnTo>
                      <a:lnTo>
                        <a:pt x="763" y="767"/>
                      </a:lnTo>
                      <a:lnTo>
                        <a:pt x="787" y="755"/>
                      </a:lnTo>
                      <a:lnTo>
                        <a:pt x="816" y="737"/>
                      </a:lnTo>
                      <a:lnTo>
                        <a:pt x="852" y="714"/>
                      </a:lnTo>
                      <a:lnTo>
                        <a:pt x="891" y="686"/>
                      </a:lnTo>
                      <a:lnTo>
                        <a:pt x="932" y="652"/>
                      </a:lnTo>
                      <a:lnTo>
                        <a:pt x="973" y="613"/>
                      </a:lnTo>
                      <a:lnTo>
                        <a:pt x="1013" y="570"/>
                      </a:lnTo>
                      <a:lnTo>
                        <a:pt x="1051" y="521"/>
                      </a:lnTo>
                      <a:lnTo>
                        <a:pt x="1083" y="466"/>
                      </a:lnTo>
                      <a:lnTo>
                        <a:pt x="1109" y="406"/>
                      </a:lnTo>
                      <a:lnTo>
                        <a:pt x="1129" y="342"/>
                      </a:lnTo>
                      <a:lnTo>
                        <a:pt x="1139" y="271"/>
                      </a:lnTo>
                      <a:lnTo>
                        <a:pt x="1138" y="196"/>
                      </a:lnTo>
                      <a:lnTo>
                        <a:pt x="1124" y="115"/>
                      </a:lnTo>
                      <a:lnTo>
                        <a:pt x="1122" y="110"/>
                      </a:lnTo>
                      <a:lnTo>
                        <a:pt x="1115" y="97"/>
                      </a:lnTo>
                      <a:lnTo>
                        <a:pt x="1102" y="80"/>
                      </a:lnTo>
                      <a:lnTo>
                        <a:pt x="1086" y="59"/>
                      </a:lnTo>
                      <a:lnTo>
                        <a:pt x="1066" y="39"/>
                      </a:lnTo>
                      <a:lnTo>
                        <a:pt x="1041" y="20"/>
                      </a:lnTo>
                      <a:lnTo>
                        <a:pt x="1011" y="7"/>
                      </a:lnTo>
                      <a:lnTo>
                        <a:pt x="978" y="0"/>
                      </a:lnTo>
                      <a:lnTo>
                        <a:pt x="982" y="12"/>
                      </a:lnTo>
                      <a:lnTo>
                        <a:pt x="994" y="46"/>
                      </a:lnTo>
                      <a:lnTo>
                        <a:pt x="1007" y="100"/>
                      </a:lnTo>
                      <a:lnTo>
                        <a:pt x="1019" y="169"/>
                      </a:lnTo>
                      <a:lnTo>
                        <a:pt x="1022" y="252"/>
                      </a:lnTo>
                      <a:lnTo>
                        <a:pt x="1013" y="344"/>
                      </a:lnTo>
                      <a:lnTo>
                        <a:pt x="987" y="444"/>
                      </a:lnTo>
                      <a:lnTo>
                        <a:pt x="940" y="549"/>
                      </a:lnTo>
                      <a:lnTo>
                        <a:pt x="939" y="550"/>
                      </a:lnTo>
                      <a:lnTo>
                        <a:pt x="934" y="553"/>
                      </a:lnTo>
                      <a:lnTo>
                        <a:pt x="927" y="559"/>
                      </a:lnTo>
                      <a:lnTo>
                        <a:pt x="917" y="567"/>
                      </a:lnTo>
                      <a:lnTo>
                        <a:pt x="904" y="575"/>
                      </a:lnTo>
                      <a:lnTo>
                        <a:pt x="890" y="585"/>
                      </a:lnTo>
                      <a:lnTo>
                        <a:pt x="871" y="594"/>
                      </a:lnTo>
                      <a:lnTo>
                        <a:pt x="851" y="603"/>
                      </a:lnTo>
                      <a:lnTo>
                        <a:pt x="828" y="611"/>
                      </a:lnTo>
                      <a:lnTo>
                        <a:pt x="802" y="619"/>
                      </a:lnTo>
                      <a:lnTo>
                        <a:pt x="773" y="625"/>
                      </a:lnTo>
                      <a:lnTo>
                        <a:pt x="741" y="629"/>
                      </a:lnTo>
                      <a:lnTo>
                        <a:pt x="708" y="630"/>
                      </a:lnTo>
                      <a:lnTo>
                        <a:pt x="671" y="629"/>
                      </a:lnTo>
                      <a:lnTo>
                        <a:pt x="631" y="626"/>
                      </a:lnTo>
                      <a:lnTo>
                        <a:pt x="590" y="618"/>
                      </a:lnTo>
                      <a:lnTo>
                        <a:pt x="590" y="720"/>
                      </a:lnTo>
                      <a:lnTo>
                        <a:pt x="26" y="663"/>
                      </a:lnTo>
                      <a:lnTo>
                        <a:pt x="7" y="587"/>
                      </a:lnTo>
                      <a:close/>
                    </a:path>
                  </a:pathLst>
                </a:custGeom>
                <a:solidFill>
                  <a:schemeClr val="bg1">
                    <a:alpha val="100000"/>
                  </a:schemeClr>
                </a:solidFill>
                <a:ln w="9525">
                  <a:noFill/>
                </a:ln>
              </p:spPr>
              <p:txBody>
                <a:bodyPr/>
                <a:p>
                  <a:endParaRPr lang="zh-CN" altLang="en-US"/>
                </a:p>
              </p:txBody>
            </p:sp>
            <p:sp>
              <p:nvSpPr>
                <p:cNvPr id="145514" name="Freeform 1110"/>
                <p:cNvSpPr/>
                <p:nvPr/>
              </p:nvSpPr>
              <p:spPr>
                <a:xfrm>
                  <a:off x="4884" y="1997"/>
                  <a:ext cx="119" cy="38"/>
                </a:xfrm>
                <a:custGeom>
                  <a:avLst/>
                  <a:gdLst/>
                  <a:ahLst/>
                  <a:cxnLst>
                    <a:cxn ang="0">
                      <a:pos x="0" y="0"/>
                    </a:cxn>
                    <a:cxn ang="0">
                      <a:pos x="0" y="0"/>
                    </a:cxn>
                    <a:cxn ang="0">
                      <a:pos x="0" y="0"/>
                    </a:cxn>
                    <a:cxn ang="0">
                      <a:pos x="0" y="0"/>
                    </a:cxn>
                    <a:cxn ang="0">
                      <a:pos x="0" y="0"/>
                    </a:cxn>
                  </a:cxnLst>
                  <a:pathLst>
                    <a:path w="837" h="269">
                      <a:moveTo>
                        <a:pt x="837" y="96"/>
                      </a:moveTo>
                      <a:lnTo>
                        <a:pt x="12" y="0"/>
                      </a:lnTo>
                      <a:lnTo>
                        <a:pt x="0" y="96"/>
                      </a:lnTo>
                      <a:lnTo>
                        <a:pt x="812" y="269"/>
                      </a:lnTo>
                      <a:lnTo>
                        <a:pt x="837" y="96"/>
                      </a:lnTo>
                      <a:close/>
                    </a:path>
                  </a:pathLst>
                </a:custGeom>
                <a:solidFill>
                  <a:schemeClr val="bg1">
                    <a:alpha val="100000"/>
                  </a:schemeClr>
                </a:solidFill>
                <a:ln w="9525">
                  <a:noFill/>
                </a:ln>
              </p:spPr>
              <p:txBody>
                <a:bodyPr/>
                <a:p>
                  <a:endParaRPr lang="zh-CN" altLang="en-US"/>
                </a:p>
              </p:txBody>
            </p:sp>
            <p:sp>
              <p:nvSpPr>
                <p:cNvPr id="145515" name="Freeform 1111"/>
                <p:cNvSpPr/>
                <p:nvPr/>
              </p:nvSpPr>
              <p:spPr>
                <a:xfrm>
                  <a:off x="4943" y="2009"/>
                  <a:ext cx="51" cy="18"/>
                </a:xfrm>
                <a:custGeom>
                  <a:avLst/>
                  <a:gdLst/>
                  <a:ahLst/>
                  <a:cxnLst>
                    <a:cxn ang="0">
                      <a:pos x="0" y="0"/>
                    </a:cxn>
                    <a:cxn ang="0">
                      <a:pos x="0" y="0"/>
                    </a:cxn>
                    <a:cxn ang="0">
                      <a:pos x="0" y="0"/>
                    </a:cxn>
                    <a:cxn ang="0">
                      <a:pos x="0" y="0"/>
                    </a:cxn>
                    <a:cxn ang="0">
                      <a:pos x="0" y="0"/>
                    </a:cxn>
                  </a:cxnLst>
                  <a:pathLst>
                    <a:path w="358" h="122">
                      <a:moveTo>
                        <a:pt x="358" y="53"/>
                      </a:moveTo>
                      <a:lnTo>
                        <a:pt x="5" y="0"/>
                      </a:lnTo>
                      <a:lnTo>
                        <a:pt x="0" y="51"/>
                      </a:lnTo>
                      <a:lnTo>
                        <a:pt x="348" y="122"/>
                      </a:lnTo>
                      <a:lnTo>
                        <a:pt x="358" y="53"/>
                      </a:lnTo>
                      <a:close/>
                    </a:path>
                  </a:pathLst>
                </a:custGeom>
                <a:solidFill>
                  <a:srgbClr val="FFCCFF">
                    <a:alpha val="100000"/>
                  </a:srgbClr>
                </a:solidFill>
                <a:ln w="9525">
                  <a:noFill/>
                </a:ln>
              </p:spPr>
              <p:txBody>
                <a:bodyPr/>
                <a:p>
                  <a:endParaRPr lang="zh-CN" altLang="en-US"/>
                </a:p>
              </p:txBody>
            </p:sp>
            <p:sp>
              <p:nvSpPr>
                <p:cNvPr id="145516" name="Freeform 1112"/>
                <p:cNvSpPr/>
                <p:nvPr/>
              </p:nvSpPr>
              <p:spPr>
                <a:xfrm>
                  <a:off x="4891" y="2000"/>
                  <a:ext cx="34" cy="13"/>
                </a:xfrm>
                <a:custGeom>
                  <a:avLst/>
                  <a:gdLst/>
                  <a:ahLst/>
                  <a:cxnLst>
                    <a:cxn ang="0">
                      <a:pos x="0" y="0"/>
                    </a:cxn>
                    <a:cxn ang="0">
                      <a:pos x="0" y="0"/>
                    </a:cxn>
                    <a:cxn ang="0">
                      <a:pos x="0" y="0"/>
                    </a:cxn>
                    <a:cxn ang="0">
                      <a:pos x="0" y="0"/>
                    </a:cxn>
                    <a:cxn ang="0">
                      <a:pos x="0" y="0"/>
                    </a:cxn>
                  </a:cxnLst>
                  <a:pathLst>
                    <a:path w="239" h="91">
                      <a:moveTo>
                        <a:pt x="239" y="42"/>
                      </a:moveTo>
                      <a:lnTo>
                        <a:pt x="0" y="0"/>
                      </a:lnTo>
                      <a:lnTo>
                        <a:pt x="2" y="44"/>
                      </a:lnTo>
                      <a:lnTo>
                        <a:pt x="231" y="91"/>
                      </a:lnTo>
                      <a:lnTo>
                        <a:pt x="239" y="42"/>
                      </a:lnTo>
                      <a:close/>
                    </a:path>
                  </a:pathLst>
                </a:custGeom>
                <a:solidFill>
                  <a:srgbClr val="FFCCFF">
                    <a:alpha val="100000"/>
                  </a:srgbClr>
                </a:solidFill>
                <a:ln w="9525">
                  <a:noFill/>
                </a:ln>
              </p:spPr>
              <p:txBody>
                <a:bodyPr/>
                <a:p>
                  <a:endParaRPr lang="zh-CN" altLang="en-US"/>
                </a:p>
              </p:txBody>
            </p:sp>
            <p:sp>
              <p:nvSpPr>
                <p:cNvPr id="145517" name="Freeform 1113"/>
                <p:cNvSpPr/>
                <p:nvPr/>
              </p:nvSpPr>
              <p:spPr>
                <a:xfrm>
                  <a:off x="4805" y="2013"/>
                  <a:ext cx="202" cy="67"/>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409" h="466">
                      <a:moveTo>
                        <a:pt x="0" y="140"/>
                      </a:moveTo>
                      <a:lnTo>
                        <a:pt x="4" y="140"/>
                      </a:lnTo>
                      <a:lnTo>
                        <a:pt x="12" y="138"/>
                      </a:lnTo>
                      <a:lnTo>
                        <a:pt x="27" y="135"/>
                      </a:lnTo>
                      <a:lnTo>
                        <a:pt x="45" y="132"/>
                      </a:lnTo>
                      <a:lnTo>
                        <a:pt x="67" y="128"/>
                      </a:lnTo>
                      <a:lnTo>
                        <a:pt x="92" y="123"/>
                      </a:lnTo>
                      <a:lnTo>
                        <a:pt x="120" y="116"/>
                      </a:lnTo>
                      <a:lnTo>
                        <a:pt x="150" y="108"/>
                      </a:lnTo>
                      <a:lnTo>
                        <a:pt x="181" y="100"/>
                      </a:lnTo>
                      <a:lnTo>
                        <a:pt x="212" y="89"/>
                      </a:lnTo>
                      <a:lnTo>
                        <a:pt x="243" y="78"/>
                      </a:lnTo>
                      <a:lnTo>
                        <a:pt x="273" y="65"/>
                      </a:lnTo>
                      <a:lnTo>
                        <a:pt x="303" y="50"/>
                      </a:lnTo>
                      <a:lnTo>
                        <a:pt x="330" y="35"/>
                      </a:lnTo>
                      <a:lnTo>
                        <a:pt x="355" y="18"/>
                      </a:lnTo>
                      <a:lnTo>
                        <a:pt x="375" y="0"/>
                      </a:lnTo>
                      <a:lnTo>
                        <a:pt x="1409" y="236"/>
                      </a:lnTo>
                      <a:lnTo>
                        <a:pt x="1407" y="239"/>
                      </a:lnTo>
                      <a:lnTo>
                        <a:pt x="1401" y="245"/>
                      </a:lnTo>
                      <a:lnTo>
                        <a:pt x="1392" y="254"/>
                      </a:lnTo>
                      <a:lnTo>
                        <a:pt x="1379" y="265"/>
                      </a:lnTo>
                      <a:lnTo>
                        <a:pt x="1363" y="279"/>
                      </a:lnTo>
                      <a:lnTo>
                        <a:pt x="1345" y="295"/>
                      </a:lnTo>
                      <a:lnTo>
                        <a:pt x="1325" y="313"/>
                      </a:lnTo>
                      <a:lnTo>
                        <a:pt x="1303" y="332"/>
                      </a:lnTo>
                      <a:lnTo>
                        <a:pt x="1279" y="351"/>
                      </a:lnTo>
                      <a:lnTo>
                        <a:pt x="1253" y="371"/>
                      </a:lnTo>
                      <a:lnTo>
                        <a:pt x="1227" y="390"/>
                      </a:lnTo>
                      <a:lnTo>
                        <a:pt x="1200" y="409"/>
                      </a:lnTo>
                      <a:lnTo>
                        <a:pt x="1172" y="426"/>
                      </a:lnTo>
                      <a:lnTo>
                        <a:pt x="1145" y="441"/>
                      </a:lnTo>
                      <a:lnTo>
                        <a:pt x="1117" y="455"/>
                      </a:lnTo>
                      <a:lnTo>
                        <a:pt x="1091" y="466"/>
                      </a:lnTo>
                      <a:lnTo>
                        <a:pt x="0" y="140"/>
                      </a:lnTo>
                      <a:close/>
                    </a:path>
                  </a:pathLst>
                </a:custGeom>
                <a:solidFill>
                  <a:srgbClr val="FFCCFF">
                    <a:alpha val="100000"/>
                  </a:srgbClr>
                </a:solidFill>
                <a:ln w="9525">
                  <a:noFill/>
                </a:ln>
              </p:spPr>
              <p:txBody>
                <a:bodyPr/>
                <a:p>
                  <a:endParaRPr lang="zh-CN" altLang="en-US"/>
                </a:p>
              </p:txBody>
            </p:sp>
            <p:sp>
              <p:nvSpPr>
                <p:cNvPr id="145518" name="Freeform 1114"/>
                <p:cNvSpPr/>
                <p:nvPr/>
              </p:nvSpPr>
              <p:spPr>
                <a:xfrm>
                  <a:off x="5006" y="2006"/>
                  <a:ext cx="72" cy="32"/>
                </a:xfrm>
                <a:custGeom>
                  <a:avLst/>
                  <a:gdLst/>
                  <a:ahLst/>
                  <a:cxnLst>
                    <a:cxn ang="0">
                      <a:pos x="0" y="0"/>
                    </a:cxn>
                    <a:cxn ang="0">
                      <a:pos x="0" y="0"/>
                    </a:cxn>
                    <a:cxn ang="0">
                      <a:pos x="0" y="0"/>
                    </a:cxn>
                    <a:cxn ang="0">
                      <a:pos x="0" y="0"/>
                    </a:cxn>
                    <a:cxn ang="0">
                      <a:pos x="0" y="0"/>
                    </a:cxn>
                    <a:cxn ang="0">
                      <a:pos x="0" y="0"/>
                    </a:cxn>
                  </a:cxnLst>
                  <a:pathLst>
                    <a:path w="502" h="223">
                      <a:moveTo>
                        <a:pt x="51" y="223"/>
                      </a:moveTo>
                      <a:lnTo>
                        <a:pt x="502" y="90"/>
                      </a:lnTo>
                      <a:lnTo>
                        <a:pt x="229" y="0"/>
                      </a:lnTo>
                      <a:lnTo>
                        <a:pt x="6" y="26"/>
                      </a:lnTo>
                      <a:lnTo>
                        <a:pt x="0" y="211"/>
                      </a:lnTo>
                      <a:lnTo>
                        <a:pt x="51" y="223"/>
                      </a:lnTo>
                      <a:close/>
                    </a:path>
                  </a:pathLst>
                </a:custGeom>
                <a:solidFill>
                  <a:schemeClr val="bg1">
                    <a:alpha val="100000"/>
                  </a:schemeClr>
                </a:solidFill>
                <a:ln w="9525">
                  <a:noFill/>
                </a:ln>
              </p:spPr>
              <p:txBody>
                <a:bodyPr/>
                <a:p>
                  <a:endParaRPr lang="zh-CN" altLang="en-US"/>
                </a:p>
              </p:txBody>
            </p:sp>
            <p:sp>
              <p:nvSpPr>
                <p:cNvPr id="145519" name="Freeform 1115"/>
                <p:cNvSpPr/>
                <p:nvPr/>
              </p:nvSpPr>
              <p:spPr>
                <a:xfrm>
                  <a:off x="4821" y="1869"/>
                  <a:ext cx="38" cy="152"/>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67" h="1064">
                      <a:moveTo>
                        <a:pt x="267" y="26"/>
                      </a:moveTo>
                      <a:lnTo>
                        <a:pt x="266" y="24"/>
                      </a:lnTo>
                      <a:lnTo>
                        <a:pt x="262" y="22"/>
                      </a:lnTo>
                      <a:lnTo>
                        <a:pt x="254" y="20"/>
                      </a:lnTo>
                      <a:lnTo>
                        <a:pt x="244" y="16"/>
                      </a:lnTo>
                      <a:lnTo>
                        <a:pt x="232" y="12"/>
                      </a:lnTo>
                      <a:lnTo>
                        <a:pt x="218" y="8"/>
                      </a:lnTo>
                      <a:lnTo>
                        <a:pt x="202" y="5"/>
                      </a:lnTo>
                      <a:lnTo>
                        <a:pt x="184" y="1"/>
                      </a:lnTo>
                      <a:lnTo>
                        <a:pt x="164" y="0"/>
                      </a:lnTo>
                      <a:lnTo>
                        <a:pt x="143" y="0"/>
                      </a:lnTo>
                      <a:lnTo>
                        <a:pt x="121" y="3"/>
                      </a:lnTo>
                      <a:lnTo>
                        <a:pt x="98" y="6"/>
                      </a:lnTo>
                      <a:lnTo>
                        <a:pt x="74" y="13"/>
                      </a:lnTo>
                      <a:lnTo>
                        <a:pt x="50" y="22"/>
                      </a:lnTo>
                      <a:lnTo>
                        <a:pt x="25" y="35"/>
                      </a:lnTo>
                      <a:lnTo>
                        <a:pt x="0" y="51"/>
                      </a:lnTo>
                      <a:lnTo>
                        <a:pt x="0" y="1064"/>
                      </a:lnTo>
                      <a:lnTo>
                        <a:pt x="1" y="1064"/>
                      </a:lnTo>
                      <a:lnTo>
                        <a:pt x="7" y="1064"/>
                      </a:lnTo>
                      <a:lnTo>
                        <a:pt x="15" y="1063"/>
                      </a:lnTo>
                      <a:lnTo>
                        <a:pt x="25" y="1062"/>
                      </a:lnTo>
                      <a:lnTo>
                        <a:pt x="37" y="1060"/>
                      </a:lnTo>
                      <a:lnTo>
                        <a:pt x="52" y="1057"/>
                      </a:lnTo>
                      <a:lnTo>
                        <a:pt x="69" y="1054"/>
                      </a:lnTo>
                      <a:lnTo>
                        <a:pt x="88" y="1049"/>
                      </a:lnTo>
                      <a:lnTo>
                        <a:pt x="108" y="1044"/>
                      </a:lnTo>
                      <a:lnTo>
                        <a:pt x="129" y="1037"/>
                      </a:lnTo>
                      <a:lnTo>
                        <a:pt x="152" y="1029"/>
                      </a:lnTo>
                      <a:lnTo>
                        <a:pt x="175" y="1018"/>
                      </a:lnTo>
                      <a:lnTo>
                        <a:pt x="198" y="1007"/>
                      </a:lnTo>
                      <a:lnTo>
                        <a:pt x="222" y="994"/>
                      </a:lnTo>
                      <a:lnTo>
                        <a:pt x="244" y="979"/>
                      </a:lnTo>
                      <a:lnTo>
                        <a:pt x="267" y="962"/>
                      </a:lnTo>
                      <a:lnTo>
                        <a:pt x="267" y="26"/>
                      </a:lnTo>
                      <a:close/>
                    </a:path>
                  </a:pathLst>
                </a:custGeom>
                <a:solidFill>
                  <a:schemeClr val="bg1">
                    <a:alpha val="100000"/>
                  </a:schemeClr>
                </a:solidFill>
                <a:ln w="9525">
                  <a:noFill/>
                </a:ln>
              </p:spPr>
              <p:txBody>
                <a:bodyPr/>
                <a:p>
                  <a:endParaRPr lang="zh-CN" altLang="en-US"/>
                </a:p>
              </p:txBody>
            </p:sp>
            <p:sp>
              <p:nvSpPr>
                <p:cNvPr id="145520" name="Freeform 1116"/>
                <p:cNvSpPr/>
                <p:nvPr/>
              </p:nvSpPr>
              <p:spPr>
                <a:xfrm>
                  <a:off x="4822" y="1871"/>
                  <a:ext cx="33" cy="12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28" h="898">
                      <a:moveTo>
                        <a:pt x="228" y="21"/>
                      </a:moveTo>
                      <a:lnTo>
                        <a:pt x="227" y="20"/>
                      </a:lnTo>
                      <a:lnTo>
                        <a:pt x="224" y="19"/>
                      </a:lnTo>
                      <a:lnTo>
                        <a:pt x="217" y="17"/>
                      </a:lnTo>
                      <a:lnTo>
                        <a:pt x="209" y="13"/>
                      </a:lnTo>
                      <a:lnTo>
                        <a:pt x="199" y="10"/>
                      </a:lnTo>
                      <a:lnTo>
                        <a:pt x="186" y="6"/>
                      </a:lnTo>
                      <a:lnTo>
                        <a:pt x="172" y="4"/>
                      </a:lnTo>
                      <a:lnTo>
                        <a:pt x="157" y="2"/>
                      </a:lnTo>
                      <a:lnTo>
                        <a:pt x="140" y="0"/>
                      </a:lnTo>
                      <a:lnTo>
                        <a:pt x="122" y="0"/>
                      </a:lnTo>
                      <a:lnTo>
                        <a:pt x="104" y="2"/>
                      </a:lnTo>
                      <a:lnTo>
                        <a:pt x="83" y="5"/>
                      </a:lnTo>
                      <a:lnTo>
                        <a:pt x="64" y="11"/>
                      </a:lnTo>
                      <a:lnTo>
                        <a:pt x="42" y="19"/>
                      </a:lnTo>
                      <a:lnTo>
                        <a:pt x="21" y="29"/>
                      </a:lnTo>
                      <a:lnTo>
                        <a:pt x="0" y="43"/>
                      </a:lnTo>
                      <a:lnTo>
                        <a:pt x="0" y="898"/>
                      </a:lnTo>
                      <a:lnTo>
                        <a:pt x="1" y="898"/>
                      </a:lnTo>
                      <a:lnTo>
                        <a:pt x="5" y="898"/>
                      </a:lnTo>
                      <a:lnTo>
                        <a:pt x="12" y="897"/>
                      </a:lnTo>
                      <a:lnTo>
                        <a:pt x="21" y="896"/>
                      </a:lnTo>
                      <a:lnTo>
                        <a:pt x="32" y="894"/>
                      </a:lnTo>
                      <a:lnTo>
                        <a:pt x="45" y="892"/>
                      </a:lnTo>
                      <a:lnTo>
                        <a:pt x="59" y="889"/>
                      </a:lnTo>
                      <a:lnTo>
                        <a:pt x="75" y="884"/>
                      </a:lnTo>
                      <a:lnTo>
                        <a:pt x="92" y="879"/>
                      </a:lnTo>
                      <a:lnTo>
                        <a:pt x="111" y="874"/>
                      </a:lnTo>
                      <a:lnTo>
                        <a:pt x="130" y="867"/>
                      </a:lnTo>
                      <a:lnTo>
                        <a:pt x="149" y="858"/>
                      </a:lnTo>
                      <a:lnTo>
                        <a:pt x="169" y="848"/>
                      </a:lnTo>
                      <a:lnTo>
                        <a:pt x="190" y="837"/>
                      </a:lnTo>
                      <a:lnTo>
                        <a:pt x="209" y="824"/>
                      </a:lnTo>
                      <a:lnTo>
                        <a:pt x="228" y="809"/>
                      </a:lnTo>
                      <a:lnTo>
                        <a:pt x="228" y="21"/>
                      </a:lnTo>
                      <a:close/>
                    </a:path>
                  </a:pathLst>
                </a:custGeom>
                <a:solidFill>
                  <a:srgbClr val="FFCCFF">
                    <a:alpha val="100000"/>
                  </a:srgbClr>
                </a:solidFill>
                <a:ln w="9525">
                  <a:noFill/>
                </a:ln>
              </p:spPr>
              <p:txBody>
                <a:bodyPr/>
                <a:p>
                  <a:endParaRPr lang="zh-CN" altLang="en-US"/>
                </a:p>
              </p:txBody>
            </p:sp>
            <p:sp>
              <p:nvSpPr>
                <p:cNvPr id="145521" name="Freeform 1117"/>
                <p:cNvSpPr/>
                <p:nvPr/>
              </p:nvSpPr>
              <p:spPr>
                <a:xfrm>
                  <a:off x="4823" y="1872"/>
                  <a:ext cx="27" cy="104"/>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92" h="729">
                      <a:moveTo>
                        <a:pt x="192" y="17"/>
                      </a:moveTo>
                      <a:lnTo>
                        <a:pt x="191" y="17"/>
                      </a:lnTo>
                      <a:lnTo>
                        <a:pt x="187" y="15"/>
                      </a:lnTo>
                      <a:lnTo>
                        <a:pt x="183" y="12"/>
                      </a:lnTo>
                      <a:lnTo>
                        <a:pt x="176" y="10"/>
                      </a:lnTo>
                      <a:lnTo>
                        <a:pt x="167" y="8"/>
                      </a:lnTo>
                      <a:lnTo>
                        <a:pt x="156" y="4"/>
                      </a:lnTo>
                      <a:lnTo>
                        <a:pt x="145" y="2"/>
                      </a:lnTo>
                      <a:lnTo>
                        <a:pt x="132" y="0"/>
                      </a:lnTo>
                      <a:lnTo>
                        <a:pt x="117" y="0"/>
                      </a:lnTo>
                      <a:lnTo>
                        <a:pt x="102" y="0"/>
                      </a:lnTo>
                      <a:lnTo>
                        <a:pt x="86" y="1"/>
                      </a:lnTo>
                      <a:lnTo>
                        <a:pt x="70" y="3"/>
                      </a:lnTo>
                      <a:lnTo>
                        <a:pt x="53" y="8"/>
                      </a:lnTo>
                      <a:lnTo>
                        <a:pt x="35" y="15"/>
                      </a:lnTo>
                      <a:lnTo>
                        <a:pt x="18" y="24"/>
                      </a:lnTo>
                      <a:lnTo>
                        <a:pt x="0" y="35"/>
                      </a:lnTo>
                      <a:lnTo>
                        <a:pt x="0" y="729"/>
                      </a:lnTo>
                      <a:lnTo>
                        <a:pt x="1" y="729"/>
                      </a:lnTo>
                      <a:lnTo>
                        <a:pt x="4" y="729"/>
                      </a:lnTo>
                      <a:lnTo>
                        <a:pt x="10" y="728"/>
                      </a:lnTo>
                      <a:lnTo>
                        <a:pt x="18" y="727"/>
                      </a:lnTo>
                      <a:lnTo>
                        <a:pt x="27" y="726"/>
                      </a:lnTo>
                      <a:lnTo>
                        <a:pt x="37" y="725"/>
                      </a:lnTo>
                      <a:lnTo>
                        <a:pt x="50" y="721"/>
                      </a:lnTo>
                      <a:lnTo>
                        <a:pt x="64" y="719"/>
                      </a:lnTo>
                      <a:lnTo>
                        <a:pt x="77" y="714"/>
                      </a:lnTo>
                      <a:lnTo>
                        <a:pt x="92" y="710"/>
                      </a:lnTo>
                      <a:lnTo>
                        <a:pt x="108" y="704"/>
                      </a:lnTo>
                      <a:lnTo>
                        <a:pt x="125" y="697"/>
                      </a:lnTo>
                      <a:lnTo>
                        <a:pt x="141" y="689"/>
                      </a:lnTo>
                      <a:lnTo>
                        <a:pt x="159" y="680"/>
                      </a:lnTo>
                      <a:lnTo>
                        <a:pt x="176" y="668"/>
                      </a:lnTo>
                      <a:lnTo>
                        <a:pt x="192" y="657"/>
                      </a:lnTo>
                      <a:lnTo>
                        <a:pt x="192" y="17"/>
                      </a:lnTo>
                      <a:close/>
                    </a:path>
                  </a:pathLst>
                </a:custGeom>
                <a:solidFill>
                  <a:schemeClr val="bg1">
                    <a:alpha val="100000"/>
                  </a:schemeClr>
                </a:solidFill>
                <a:ln w="9525">
                  <a:noFill/>
                </a:ln>
              </p:spPr>
              <p:txBody>
                <a:bodyPr/>
                <a:p>
                  <a:endParaRPr lang="zh-CN" altLang="en-US"/>
                </a:p>
              </p:txBody>
            </p:sp>
            <p:sp>
              <p:nvSpPr>
                <p:cNvPr id="145522" name="Freeform 1118"/>
                <p:cNvSpPr/>
                <p:nvPr/>
              </p:nvSpPr>
              <p:spPr>
                <a:xfrm>
                  <a:off x="4824" y="1873"/>
                  <a:ext cx="22" cy="8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56" h="564">
                      <a:moveTo>
                        <a:pt x="156" y="15"/>
                      </a:moveTo>
                      <a:lnTo>
                        <a:pt x="153" y="14"/>
                      </a:lnTo>
                      <a:lnTo>
                        <a:pt x="142" y="9"/>
                      </a:lnTo>
                      <a:lnTo>
                        <a:pt x="127" y="4"/>
                      </a:lnTo>
                      <a:lnTo>
                        <a:pt x="108" y="1"/>
                      </a:lnTo>
                      <a:lnTo>
                        <a:pt x="84" y="0"/>
                      </a:lnTo>
                      <a:lnTo>
                        <a:pt x="58" y="3"/>
                      </a:lnTo>
                      <a:lnTo>
                        <a:pt x="29" y="12"/>
                      </a:lnTo>
                      <a:lnTo>
                        <a:pt x="0" y="28"/>
                      </a:lnTo>
                      <a:lnTo>
                        <a:pt x="0" y="564"/>
                      </a:lnTo>
                      <a:lnTo>
                        <a:pt x="4" y="564"/>
                      </a:lnTo>
                      <a:lnTo>
                        <a:pt x="15" y="563"/>
                      </a:lnTo>
                      <a:lnTo>
                        <a:pt x="31" y="560"/>
                      </a:lnTo>
                      <a:lnTo>
                        <a:pt x="52" y="555"/>
                      </a:lnTo>
                      <a:lnTo>
                        <a:pt x="76" y="548"/>
                      </a:lnTo>
                      <a:lnTo>
                        <a:pt x="102" y="537"/>
                      </a:lnTo>
                      <a:lnTo>
                        <a:pt x="128" y="524"/>
                      </a:lnTo>
                      <a:lnTo>
                        <a:pt x="156" y="505"/>
                      </a:lnTo>
                      <a:lnTo>
                        <a:pt x="156" y="15"/>
                      </a:lnTo>
                      <a:close/>
                    </a:path>
                  </a:pathLst>
                </a:custGeom>
                <a:solidFill>
                  <a:schemeClr val="bg1">
                    <a:alpha val="100000"/>
                  </a:schemeClr>
                </a:solidFill>
                <a:ln w="9525">
                  <a:noFill/>
                </a:ln>
              </p:spPr>
              <p:txBody>
                <a:bodyPr/>
                <a:p>
                  <a:endParaRPr lang="zh-CN" altLang="en-US"/>
                </a:p>
              </p:txBody>
            </p:sp>
            <p:sp>
              <p:nvSpPr>
                <p:cNvPr id="145523" name="Freeform 1119"/>
                <p:cNvSpPr/>
                <p:nvPr/>
              </p:nvSpPr>
              <p:spPr>
                <a:xfrm>
                  <a:off x="4825" y="1875"/>
                  <a:ext cx="17" cy="5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7" h="396">
                      <a:moveTo>
                        <a:pt x="117" y="10"/>
                      </a:moveTo>
                      <a:lnTo>
                        <a:pt x="115" y="9"/>
                      </a:lnTo>
                      <a:lnTo>
                        <a:pt x="107" y="6"/>
                      </a:lnTo>
                      <a:lnTo>
                        <a:pt x="95" y="2"/>
                      </a:lnTo>
                      <a:lnTo>
                        <a:pt x="80" y="0"/>
                      </a:lnTo>
                      <a:lnTo>
                        <a:pt x="63" y="0"/>
                      </a:lnTo>
                      <a:lnTo>
                        <a:pt x="43" y="2"/>
                      </a:lnTo>
                      <a:lnTo>
                        <a:pt x="22" y="9"/>
                      </a:lnTo>
                      <a:lnTo>
                        <a:pt x="0" y="22"/>
                      </a:lnTo>
                      <a:lnTo>
                        <a:pt x="0" y="396"/>
                      </a:lnTo>
                      <a:lnTo>
                        <a:pt x="3" y="396"/>
                      </a:lnTo>
                      <a:lnTo>
                        <a:pt x="11" y="395"/>
                      </a:lnTo>
                      <a:lnTo>
                        <a:pt x="23" y="393"/>
                      </a:lnTo>
                      <a:lnTo>
                        <a:pt x="39" y="389"/>
                      </a:lnTo>
                      <a:lnTo>
                        <a:pt x="58" y="385"/>
                      </a:lnTo>
                      <a:lnTo>
                        <a:pt x="77" y="377"/>
                      </a:lnTo>
                      <a:lnTo>
                        <a:pt x="96" y="365"/>
                      </a:lnTo>
                      <a:lnTo>
                        <a:pt x="117" y="351"/>
                      </a:lnTo>
                      <a:lnTo>
                        <a:pt x="117" y="10"/>
                      </a:lnTo>
                      <a:close/>
                    </a:path>
                  </a:pathLst>
                </a:custGeom>
                <a:solidFill>
                  <a:srgbClr val="FFCCFF">
                    <a:alpha val="100000"/>
                  </a:srgbClr>
                </a:solidFill>
                <a:ln w="9525">
                  <a:noFill/>
                </a:ln>
              </p:spPr>
              <p:txBody>
                <a:bodyPr/>
                <a:p>
                  <a:endParaRPr lang="zh-CN" altLang="en-US"/>
                </a:p>
              </p:txBody>
            </p:sp>
            <p:sp>
              <p:nvSpPr>
                <p:cNvPr id="145524" name="Freeform 1120"/>
                <p:cNvSpPr/>
                <p:nvPr/>
              </p:nvSpPr>
              <p:spPr>
                <a:xfrm>
                  <a:off x="4826" y="1876"/>
                  <a:ext cx="11" cy="33"/>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80" h="230">
                      <a:moveTo>
                        <a:pt x="80" y="7"/>
                      </a:moveTo>
                      <a:lnTo>
                        <a:pt x="78" y="6"/>
                      </a:lnTo>
                      <a:lnTo>
                        <a:pt x="73" y="5"/>
                      </a:lnTo>
                      <a:lnTo>
                        <a:pt x="65" y="2"/>
                      </a:lnTo>
                      <a:lnTo>
                        <a:pt x="55" y="0"/>
                      </a:lnTo>
                      <a:lnTo>
                        <a:pt x="44" y="0"/>
                      </a:lnTo>
                      <a:lnTo>
                        <a:pt x="30" y="1"/>
                      </a:lnTo>
                      <a:lnTo>
                        <a:pt x="15" y="7"/>
                      </a:lnTo>
                      <a:lnTo>
                        <a:pt x="0" y="15"/>
                      </a:lnTo>
                      <a:lnTo>
                        <a:pt x="0" y="230"/>
                      </a:lnTo>
                      <a:lnTo>
                        <a:pt x="3" y="230"/>
                      </a:lnTo>
                      <a:lnTo>
                        <a:pt x="7" y="229"/>
                      </a:lnTo>
                      <a:lnTo>
                        <a:pt x="16" y="228"/>
                      </a:lnTo>
                      <a:lnTo>
                        <a:pt x="27" y="225"/>
                      </a:lnTo>
                      <a:lnTo>
                        <a:pt x="39" y="222"/>
                      </a:lnTo>
                      <a:lnTo>
                        <a:pt x="53" y="216"/>
                      </a:lnTo>
                      <a:lnTo>
                        <a:pt x="67" y="208"/>
                      </a:lnTo>
                      <a:lnTo>
                        <a:pt x="80" y="199"/>
                      </a:lnTo>
                      <a:lnTo>
                        <a:pt x="80" y="7"/>
                      </a:lnTo>
                      <a:close/>
                    </a:path>
                  </a:pathLst>
                </a:custGeom>
                <a:solidFill>
                  <a:srgbClr val="FFCCFF">
                    <a:alpha val="100000"/>
                  </a:srgbClr>
                </a:solidFill>
                <a:ln w="9525">
                  <a:noFill/>
                </a:ln>
              </p:spPr>
              <p:txBody>
                <a:bodyPr/>
                <a:p>
                  <a:endParaRPr lang="zh-CN" altLang="en-US"/>
                </a:p>
              </p:txBody>
            </p:sp>
            <p:sp>
              <p:nvSpPr>
                <p:cNvPr id="145525" name="Freeform 1121"/>
                <p:cNvSpPr/>
                <p:nvPr/>
              </p:nvSpPr>
              <p:spPr>
                <a:xfrm>
                  <a:off x="4964" y="1970"/>
                  <a:ext cx="16" cy="17"/>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7" h="117">
                      <a:moveTo>
                        <a:pt x="58" y="117"/>
                      </a:moveTo>
                      <a:lnTo>
                        <a:pt x="70" y="116"/>
                      </a:lnTo>
                      <a:lnTo>
                        <a:pt x="81" y="112"/>
                      </a:lnTo>
                      <a:lnTo>
                        <a:pt x="90" y="106"/>
                      </a:lnTo>
                      <a:lnTo>
                        <a:pt x="100" y="100"/>
                      </a:lnTo>
                      <a:lnTo>
                        <a:pt x="106" y="90"/>
                      </a:lnTo>
                      <a:lnTo>
                        <a:pt x="112" y="81"/>
                      </a:lnTo>
                      <a:lnTo>
                        <a:pt x="116" y="70"/>
                      </a:lnTo>
                      <a:lnTo>
                        <a:pt x="117" y="58"/>
                      </a:lnTo>
                      <a:lnTo>
                        <a:pt x="116" y="46"/>
                      </a:lnTo>
                      <a:lnTo>
                        <a:pt x="112" y="35"/>
                      </a:lnTo>
                      <a:lnTo>
                        <a:pt x="106" y="25"/>
                      </a:lnTo>
                      <a:lnTo>
                        <a:pt x="100" y="17"/>
                      </a:lnTo>
                      <a:lnTo>
                        <a:pt x="90" y="9"/>
                      </a:lnTo>
                      <a:lnTo>
                        <a:pt x="81" y="4"/>
                      </a:lnTo>
                      <a:lnTo>
                        <a:pt x="70" y="1"/>
                      </a:lnTo>
                      <a:lnTo>
                        <a:pt x="58" y="0"/>
                      </a:lnTo>
                      <a:lnTo>
                        <a:pt x="47" y="1"/>
                      </a:lnTo>
                      <a:lnTo>
                        <a:pt x="36" y="4"/>
                      </a:lnTo>
                      <a:lnTo>
                        <a:pt x="26" y="9"/>
                      </a:lnTo>
                      <a:lnTo>
                        <a:pt x="17" y="17"/>
                      </a:lnTo>
                      <a:lnTo>
                        <a:pt x="10" y="25"/>
                      </a:lnTo>
                      <a:lnTo>
                        <a:pt x="5" y="35"/>
                      </a:lnTo>
                      <a:lnTo>
                        <a:pt x="1" y="46"/>
                      </a:lnTo>
                      <a:lnTo>
                        <a:pt x="0" y="58"/>
                      </a:lnTo>
                      <a:lnTo>
                        <a:pt x="1" y="70"/>
                      </a:lnTo>
                      <a:lnTo>
                        <a:pt x="5" y="81"/>
                      </a:lnTo>
                      <a:lnTo>
                        <a:pt x="10" y="90"/>
                      </a:lnTo>
                      <a:lnTo>
                        <a:pt x="17" y="100"/>
                      </a:lnTo>
                      <a:lnTo>
                        <a:pt x="26" y="106"/>
                      </a:lnTo>
                      <a:lnTo>
                        <a:pt x="36" y="112"/>
                      </a:lnTo>
                      <a:lnTo>
                        <a:pt x="47" y="116"/>
                      </a:lnTo>
                      <a:lnTo>
                        <a:pt x="58" y="117"/>
                      </a:lnTo>
                      <a:close/>
                    </a:path>
                  </a:pathLst>
                </a:custGeom>
                <a:solidFill>
                  <a:srgbClr val="FFFFFF">
                    <a:alpha val="100000"/>
                  </a:srgbClr>
                </a:solidFill>
                <a:ln w="9525">
                  <a:noFill/>
                </a:ln>
              </p:spPr>
              <p:txBody>
                <a:bodyPr/>
                <a:p>
                  <a:endParaRPr lang="zh-CN" altLang="en-US"/>
                </a:p>
              </p:txBody>
            </p:sp>
            <p:sp>
              <p:nvSpPr>
                <p:cNvPr id="145526" name="Freeform 1122"/>
                <p:cNvSpPr/>
                <p:nvPr/>
              </p:nvSpPr>
              <p:spPr>
                <a:xfrm>
                  <a:off x="4912" y="1970"/>
                  <a:ext cx="9" cy="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8" h="59">
                      <a:moveTo>
                        <a:pt x="29" y="59"/>
                      </a:moveTo>
                      <a:lnTo>
                        <a:pt x="40" y="56"/>
                      </a:lnTo>
                      <a:lnTo>
                        <a:pt x="50" y="49"/>
                      </a:lnTo>
                      <a:lnTo>
                        <a:pt x="56" y="40"/>
                      </a:lnTo>
                      <a:lnTo>
                        <a:pt x="58" y="29"/>
                      </a:lnTo>
                      <a:lnTo>
                        <a:pt x="56" y="17"/>
                      </a:lnTo>
                      <a:lnTo>
                        <a:pt x="50" y="8"/>
                      </a:lnTo>
                      <a:lnTo>
                        <a:pt x="40" y="2"/>
                      </a:lnTo>
                      <a:lnTo>
                        <a:pt x="29" y="0"/>
                      </a:lnTo>
                      <a:lnTo>
                        <a:pt x="17" y="2"/>
                      </a:lnTo>
                      <a:lnTo>
                        <a:pt x="8" y="8"/>
                      </a:lnTo>
                      <a:lnTo>
                        <a:pt x="2" y="17"/>
                      </a:lnTo>
                      <a:lnTo>
                        <a:pt x="0" y="29"/>
                      </a:lnTo>
                      <a:lnTo>
                        <a:pt x="2" y="40"/>
                      </a:lnTo>
                      <a:lnTo>
                        <a:pt x="8" y="49"/>
                      </a:lnTo>
                      <a:lnTo>
                        <a:pt x="17" y="56"/>
                      </a:lnTo>
                      <a:lnTo>
                        <a:pt x="29" y="59"/>
                      </a:lnTo>
                      <a:close/>
                    </a:path>
                  </a:pathLst>
                </a:custGeom>
                <a:solidFill>
                  <a:srgbClr val="FFFFFF">
                    <a:alpha val="100000"/>
                  </a:srgbClr>
                </a:solidFill>
                <a:ln w="9525">
                  <a:noFill/>
                </a:ln>
              </p:spPr>
              <p:txBody>
                <a:bodyPr/>
                <a:p>
                  <a:endParaRPr lang="zh-CN" altLang="en-US"/>
                </a:p>
              </p:txBody>
            </p:sp>
            <p:sp>
              <p:nvSpPr>
                <p:cNvPr id="145527" name="Freeform 1123"/>
                <p:cNvSpPr/>
                <p:nvPr/>
              </p:nvSpPr>
              <p:spPr>
                <a:xfrm>
                  <a:off x="4927" y="1971"/>
                  <a:ext cx="8" cy="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8" h="59">
                      <a:moveTo>
                        <a:pt x="29" y="59"/>
                      </a:moveTo>
                      <a:lnTo>
                        <a:pt x="41" y="57"/>
                      </a:lnTo>
                      <a:lnTo>
                        <a:pt x="50" y="51"/>
                      </a:lnTo>
                      <a:lnTo>
                        <a:pt x="56" y="42"/>
                      </a:lnTo>
                      <a:lnTo>
                        <a:pt x="58" y="30"/>
                      </a:lnTo>
                      <a:lnTo>
                        <a:pt x="56" y="19"/>
                      </a:lnTo>
                      <a:lnTo>
                        <a:pt x="50" y="9"/>
                      </a:lnTo>
                      <a:lnTo>
                        <a:pt x="41" y="3"/>
                      </a:lnTo>
                      <a:lnTo>
                        <a:pt x="29" y="0"/>
                      </a:lnTo>
                      <a:lnTo>
                        <a:pt x="18" y="3"/>
                      </a:lnTo>
                      <a:lnTo>
                        <a:pt x="9" y="9"/>
                      </a:lnTo>
                      <a:lnTo>
                        <a:pt x="2" y="19"/>
                      </a:lnTo>
                      <a:lnTo>
                        <a:pt x="0" y="30"/>
                      </a:lnTo>
                      <a:lnTo>
                        <a:pt x="2" y="42"/>
                      </a:lnTo>
                      <a:lnTo>
                        <a:pt x="9" y="51"/>
                      </a:lnTo>
                      <a:lnTo>
                        <a:pt x="18" y="57"/>
                      </a:lnTo>
                      <a:lnTo>
                        <a:pt x="29" y="59"/>
                      </a:lnTo>
                      <a:close/>
                    </a:path>
                  </a:pathLst>
                </a:custGeom>
                <a:solidFill>
                  <a:srgbClr val="FFFFFF">
                    <a:alpha val="100000"/>
                  </a:srgbClr>
                </a:solidFill>
                <a:ln w="9525">
                  <a:noFill/>
                </a:ln>
              </p:spPr>
              <p:txBody>
                <a:bodyPr/>
                <a:p>
                  <a:endParaRPr lang="zh-CN" altLang="en-US"/>
                </a:p>
              </p:txBody>
            </p:sp>
            <p:sp>
              <p:nvSpPr>
                <p:cNvPr id="145528" name="Freeform 1124"/>
                <p:cNvSpPr/>
                <p:nvPr/>
              </p:nvSpPr>
              <p:spPr>
                <a:xfrm>
                  <a:off x="4871" y="1856"/>
                  <a:ext cx="23" cy="114"/>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66" h="800">
                      <a:moveTo>
                        <a:pt x="52" y="16"/>
                      </a:moveTo>
                      <a:lnTo>
                        <a:pt x="47" y="32"/>
                      </a:lnTo>
                      <a:lnTo>
                        <a:pt x="36" y="77"/>
                      </a:lnTo>
                      <a:lnTo>
                        <a:pt x="21" y="148"/>
                      </a:lnTo>
                      <a:lnTo>
                        <a:pt x="8" y="244"/>
                      </a:lnTo>
                      <a:lnTo>
                        <a:pt x="0" y="359"/>
                      </a:lnTo>
                      <a:lnTo>
                        <a:pt x="2" y="492"/>
                      </a:lnTo>
                      <a:lnTo>
                        <a:pt x="15" y="640"/>
                      </a:lnTo>
                      <a:lnTo>
                        <a:pt x="46" y="800"/>
                      </a:lnTo>
                      <a:lnTo>
                        <a:pt x="161" y="794"/>
                      </a:lnTo>
                      <a:lnTo>
                        <a:pt x="156" y="770"/>
                      </a:lnTo>
                      <a:lnTo>
                        <a:pt x="145" y="706"/>
                      </a:lnTo>
                      <a:lnTo>
                        <a:pt x="131" y="610"/>
                      </a:lnTo>
                      <a:lnTo>
                        <a:pt x="118" y="493"/>
                      </a:lnTo>
                      <a:lnTo>
                        <a:pt x="111" y="364"/>
                      </a:lnTo>
                      <a:lnTo>
                        <a:pt x="115" y="235"/>
                      </a:lnTo>
                      <a:lnTo>
                        <a:pt x="132" y="113"/>
                      </a:lnTo>
                      <a:lnTo>
                        <a:pt x="166" y="9"/>
                      </a:lnTo>
                      <a:lnTo>
                        <a:pt x="166" y="8"/>
                      </a:lnTo>
                      <a:lnTo>
                        <a:pt x="166" y="6"/>
                      </a:lnTo>
                      <a:lnTo>
                        <a:pt x="164" y="4"/>
                      </a:lnTo>
                      <a:lnTo>
                        <a:pt x="157" y="0"/>
                      </a:lnTo>
                      <a:lnTo>
                        <a:pt x="143" y="0"/>
                      </a:lnTo>
                      <a:lnTo>
                        <a:pt x="123" y="1"/>
                      </a:lnTo>
                      <a:lnTo>
                        <a:pt x="93" y="7"/>
                      </a:lnTo>
                      <a:lnTo>
                        <a:pt x="52" y="16"/>
                      </a:lnTo>
                      <a:close/>
                    </a:path>
                  </a:pathLst>
                </a:custGeom>
                <a:solidFill>
                  <a:schemeClr val="bg1">
                    <a:alpha val="100000"/>
                  </a:schemeClr>
                </a:solidFill>
                <a:ln w="9525">
                  <a:noFill/>
                </a:ln>
              </p:spPr>
              <p:txBody>
                <a:bodyPr/>
                <a:p>
                  <a:endParaRPr lang="zh-CN" altLang="en-US"/>
                </a:p>
              </p:txBody>
            </p:sp>
            <p:sp>
              <p:nvSpPr>
                <p:cNvPr id="145529" name="Freeform 1125"/>
                <p:cNvSpPr/>
                <p:nvPr/>
              </p:nvSpPr>
              <p:spPr>
                <a:xfrm>
                  <a:off x="4993" y="1842"/>
                  <a:ext cx="32" cy="12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25" h="893">
                      <a:moveTo>
                        <a:pt x="225" y="6"/>
                      </a:moveTo>
                      <a:lnTo>
                        <a:pt x="219" y="12"/>
                      </a:lnTo>
                      <a:lnTo>
                        <a:pt x="204" y="35"/>
                      </a:lnTo>
                      <a:lnTo>
                        <a:pt x="185" y="82"/>
                      </a:lnTo>
                      <a:lnTo>
                        <a:pt x="165" y="158"/>
                      </a:lnTo>
                      <a:lnTo>
                        <a:pt x="149" y="270"/>
                      </a:lnTo>
                      <a:lnTo>
                        <a:pt x="141" y="427"/>
                      </a:lnTo>
                      <a:lnTo>
                        <a:pt x="146" y="631"/>
                      </a:lnTo>
                      <a:lnTo>
                        <a:pt x="168" y="893"/>
                      </a:lnTo>
                      <a:lnTo>
                        <a:pt x="41" y="893"/>
                      </a:lnTo>
                      <a:lnTo>
                        <a:pt x="36" y="867"/>
                      </a:lnTo>
                      <a:lnTo>
                        <a:pt x="26" y="794"/>
                      </a:lnTo>
                      <a:lnTo>
                        <a:pt x="13" y="686"/>
                      </a:lnTo>
                      <a:lnTo>
                        <a:pt x="3" y="554"/>
                      </a:lnTo>
                      <a:lnTo>
                        <a:pt x="0" y="408"/>
                      </a:lnTo>
                      <a:lnTo>
                        <a:pt x="6" y="260"/>
                      </a:lnTo>
                      <a:lnTo>
                        <a:pt x="30" y="121"/>
                      </a:lnTo>
                      <a:lnTo>
                        <a:pt x="73" y="0"/>
                      </a:lnTo>
                      <a:lnTo>
                        <a:pt x="225" y="6"/>
                      </a:lnTo>
                      <a:close/>
                    </a:path>
                  </a:pathLst>
                </a:custGeom>
                <a:solidFill>
                  <a:schemeClr val="bg1">
                    <a:alpha val="100000"/>
                  </a:schemeClr>
                </a:solidFill>
                <a:ln w="9525">
                  <a:noFill/>
                </a:ln>
              </p:spPr>
              <p:txBody>
                <a:bodyPr/>
                <a:p>
                  <a:endParaRPr lang="zh-CN" altLang="en-US"/>
                </a:p>
              </p:txBody>
            </p:sp>
            <p:sp>
              <p:nvSpPr>
                <p:cNvPr id="145530" name="Freeform 1126"/>
                <p:cNvSpPr/>
                <p:nvPr/>
              </p:nvSpPr>
              <p:spPr>
                <a:xfrm>
                  <a:off x="4871" y="1863"/>
                  <a:ext cx="21" cy="10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45" h="699">
                      <a:moveTo>
                        <a:pt x="46" y="14"/>
                      </a:moveTo>
                      <a:lnTo>
                        <a:pt x="41" y="28"/>
                      </a:lnTo>
                      <a:lnTo>
                        <a:pt x="32" y="67"/>
                      </a:lnTo>
                      <a:lnTo>
                        <a:pt x="20" y="130"/>
                      </a:lnTo>
                      <a:lnTo>
                        <a:pt x="7" y="213"/>
                      </a:lnTo>
                      <a:lnTo>
                        <a:pt x="0" y="314"/>
                      </a:lnTo>
                      <a:lnTo>
                        <a:pt x="1" y="430"/>
                      </a:lnTo>
                      <a:lnTo>
                        <a:pt x="13" y="559"/>
                      </a:lnTo>
                      <a:lnTo>
                        <a:pt x="40" y="699"/>
                      </a:lnTo>
                      <a:lnTo>
                        <a:pt x="140" y="693"/>
                      </a:lnTo>
                      <a:lnTo>
                        <a:pt x="135" y="672"/>
                      </a:lnTo>
                      <a:lnTo>
                        <a:pt x="126" y="616"/>
                      </a:lnTo>
                      <a:lnTo>
                        <a:pt x="113" y="532"/>
                      </a:lnTo>
                      <a:lnTo>
                        <a:pt x="103" y="430"/>
                      </a:lnTo>
                      <a:lnTo>
                        <a:pt x="97" y="317"/>
                      </a:lnTo>
                      <a:lnTo>
                        <a:pt x="100" y="205"/>
                      </a:lnTo>
                      <a:lnTo>
                        <a:pt x="115" y="98"/>
                      </a:lnTo>
                      <a:lnTo>
                        <a:pt x="145" y="8"/>
                      </a:lnTo>
                      <a:lnTo>
                        <a:pt x="145" y="7"/>
                      </a:lnTo>
                      <a:lnTo>
                        <a:pt x="145" y="5"/>
                      </a:lnTo>
                      <a:lnTo>
                        <a:pt x="143" y="3"/>
                      </a:lnTo>
                      <a:lnTo>
                        <a:pt x="137" y="0"/>
                      </a:lnTo>
                      <a:lnTo>
                        <a:pt x="126" y="0"/>
                      </a:lnTo>
                      <a:lnTo>
                        <a:pt x="108" y="1"/>
                      </a:lnTo>
                      <a:lnTo>
                        <a:pt x="81" y="6"/>
                      </a:lnTo>
                      <a:lnTo>
                        <a:pt x="46" y="14"/>
                      </a:lnTo>
                      <a:close/>
                    </a:path>
                  </a:pathLst>
                </a:custGeom>
                <a:solidFill>
                  <a:schemeClr val="bg1">
                    <a:alpha val="100000"/>
                  </a:schemeClr>
                </a:solidFill>
                <a:ln w="9525">
                  <a:noFill/>
                </a:ln>
              </p:spPr>
              <p:txBody>
                <a:bodyPr/>
                <a:p>
                  <a:endParaRPr lang="zh-CN" altLang="en-US"/>
                </a:p>
              </p:txBody>
            </p:sp>
            <p:sp>
              <p:nvSpPr>
                <p:cNvPr id="145531" name="Freeform 1127"/>
                <p:cNvSpPr/>
                <p:nvPr/>
              </p:nvSpPr>
              <p:spPr>
                <a:xfrm>
                  <a:off x="4872" y="1870"/>
                  <a:ext cx="18" cy="85"/>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23" h="597">
                      <a:moveTo>
                        <a:pt x="39" y="12"/>
                      </a:moveTo>
                      <a:lnTo>
                        <a:pt x="35" y="23"/>
                      </a:lnTo>
                      <a:lnTo>
                        <a:pt x="26" y="57"/>
                      </a:lnTo>
                      <a:lnTo>
                        <a:pt x="16" y="111"/>
                      </a:lnTo>
                      <a:lnTo>
                        <a:pt x="6" y="181"/>
                      </a:lnTo>
                      <a:lnTo>
                        <a:pt x="0" y="267"/>
                      </a:lnTo>
                      <a:lnTo>
                        <a:pt x="1" y="367"/>
                      </a:lnTo>
                      <a:lnTo>
                        <a:pt x="11" y="477"/>
                      </a:lnTo>
                      <a:lnTo>
                        <a:pt x="34" y="597"/>
                      </a:lnTo>
                      <a:lnTo>
                        <a:pt x="119" y="591"/>
                      </a:lnTo>
                      <a:lnTo>
                        <a:pt x="115" y="574"/>
                      </a:lnTo>
                      <a:lnTo>
                        <a:pt x="107" y="526"/>
                      </a:lnTo>
                      <a:lnTo>
                        <a:pt x="97" y="454"/>
                      </a:lnTo>
                      <a:lnTo>
                        <a:pt x="88" y="367"/>
                      </a:lnTo>
                      <a:lnTo>
                        <a:pt x="82" y="272"/>
                      </a:lnTo>
                      <a:lnTo>
                        <a:pt x="84" y="175"/>
                      </a:lnTo>
                      <a:lnTo>
                        <a:pt x="97" y="84"/>
                      </a:lnTo>
                      <a:lnTo>
                        <a:pt x="123" y="7"/>
                      </a:lnTo>
                      <a:lnTo>
                        <a:pt x="123" y="6"/>
                      </a:lnTo>
                      <a:lnTo>
                        <a:pt x="123" y="5"/>
                      </a:lnTo>
                      <a:lnTo>
                        <a:pt x="121" y="3"/>
                      </a:lnTo>
                      <a:lnTo>
                        <a:pt x="117" y="0"/>
                      </a:lnTo>
                      <a:lnTo>
                        <a:pt x="106" y="0"/>
                      </a:lnTo>
                      <a:lnTo>
                        <a:pt x="91" y="2"/>
                      </a:lnTo>
                      <a:lnTo>
                        <a:pt x="70" y="5"/>
                      </a:lnTo>
                      <a:lnTo>
                        <a:pt x="39" y="12"/>
                      </a:lnTo>
                      <a:close/>
                    </a:path>
                  </a:pathLst>
                </a:custGeom>
                <a:solidFill>
                  <a:schemeClr val="bg1">
                    <a:alpha val="100000"/>
                  </a:schemeClr>
                </a:solidFill>
                <a:ln w="9525">
                  <a:noFill/>
                </a:ln>
              </p:spPr>
              <p:txBody>
                <a:bodyPr/>
                <a:p>
                  <a:endParaRPr lang="zh-CN" altLang="en-US"/>
                </a:p>
              </p:txBody>
            </p:sp>
            <p:sp>
              <p:nvSpPr>
                <p:cNvPr id="145532" name="Freeform 1128"/>
                <p:cNvSpPr/>
                <p:nvPr/>
              </p:nvSpPr>
              <p:spPr>
                <a:xfrm>
                  <a:off x="4873" y="1876"/>
                  <a:ext cx="15" cy="7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03" h="492">
                      <a:moveTo>
                        <a:pt x="32" y="9"/>
                      </a:moveTo>
                      <a:lnTo>
                        <a:pt x="28" y="18"/>
                      </a:lnTo>
                      <a:lnTo>
                        <a:pt x="21" y="47"/>
                      </a:lnTo>
                      <a:lnTo>
                        <a:pt x="12" y="90"/>
                      </a:lnTo>
                      <a:lnTo>
                        <a:pt x="4" y="149"/>
                      </a:lnTo>
                      <a:lnTo>
                        <a:pt x="0" y="220"/>
                      </a:lnTo>
                      <a:lnTo>
                        <a:pt x="0" y="303"/>
                      </a:lnTo>
                      <a:lnTo>
                        <a:pt x="9" y="394"/>
                      </a:lnTo>
                      <a:lnTo>
                        <a:pt x="27" y="492"/>
                      </a:lnTo>
                      <a:lnTo>
                        <a:pt x="98" y="489"/>
                      </a:lnTo>
                      <a:lnTo>
                        <a:pt x="95" y="474"/>
                      </a:lnTo>
                      <a:lnTo>
                        <a:pt x="88" y="434"/>
                      </a:lnTo>
                      <a:lnTo>
                        <a:pt x="80" y="375"/>
                      </a:lnTo>
                      <a:lnTo>
                        <a:pt x="72" y="303"/>
                      </a:lnTo>
                      <a:lnTo>
                        <a:pt x="68" y="224"/>
                      </a:lnTo>
                      <a:lnTo>
                        <a:pt x="70" y="144"/>
                      </a:lnTo>
                      <a:lnTo>
                        <a:pt x="81" y="68"/>
                      </a:lnTo>
                      <a:lnTo>
                        <a:pt x="103" y="5"/>
                      </a:lnTo>
                      <a:lnTo>
                        <a:pt x="103" y="4"/>
                      </a:lnTo>
                      <a:lnTo>
                        <a:pt x="103" y="3"/>
                      </a:lnTo>
                      <a:lnTo>
                        <a:pt x="100" y="1"/>
                      </a:lnTo>
                      <a:lnTo>
                        <a:pt x="97" y="0"/>
                      </a:lnTo>
                      <a:lnTo>
                        <a:pt x="89" y="0"/>
                      </a:lnTo>
                      <a:lnTo>
                        <a:pt x="75" y="0"/>
                      </a:lnTo>
                      <a:lnTo>
                        <a:pt x="57" y="3"/>
                      </a:lnTo>
                      <a:lnTo>
                        <a:pt x="32" y="9"/>
                      </a:lnTo>
                      <a:close/>
                    </a:path>
                  </a:pathLst>
                </a:custGeom>
                <a:solidFill>
                  <a:schemeClr val="bg1">
                    <a:alpha val="100000"/>
                  </a:schemeClr>
                </a:solidFill>
                <a:ln w="9525">
                  <a:noFill/>
                </a:ln>
              </p:spPr>
              <p:txBody>
                <a:bodyPr/>
                <a:p>
                  <a:endParaRPr lang="zh-CN" altLang="en-US"/>
                </a:p>
              </p:txBody>
            </p:sp>
            <p:sp>
              <p:nvSpPr>
                <p:cNvPr id="145533" name="Freeform 1129"/>
                <p:cNvSpPr/>
                <p:nvPr/>
              </p:nvSpPr>
              <p:spPr>
                <a:xfrm>
                  <a:off x="4874" y="1883"/>
                  <a:ext cx="12" cy="5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82" h="390">
                      <a:moveTo>
                        <a:pt x="25" y="8"/>
                      </a:moveTo>
                      <a:lnTo>
                        <a:pt x="23" y="16"/>
                      </a:lnTo>
                      <a:lnTo>
                        <a:pt x="17" y="38"/>
                      </a:lnTo>
                      <a:lnTo>
                        <a:pt x="11" y="72"/>
                      </a:lnTo>
                      <a:lnTo>
                        <a:pt x="4" y="118"/>
                      </a:lnTo>
                      <a:lnTo>
                        <a:pt x="0" y="174"/>
                      </a:lnTo>
                      <a:lnTo>
                        <a:pt x="0" y="240"/>
                      </a:lnTo>
                      <a:lnTo>
                        <a:pt x="7" y="312"/>
                      </a:lnTo>
                      <a:lnTo>
                        <a:pt x="22" y="390"/>
                      </a:lnTo>
                      <a:lnTo>
                        <a:pt x="78" y="387"/>
                      </a:lnTo>
                      <a:lnTo>
                        <a:pt x="76" y="375"/>
                      </a:lnTo>
                      <a:lnTo>
                        <a:pt x="70" y="343"/>
                      </a:lnTo>
                      <a:lnTo>
                        <a:pt x="63" y="297"/>
                      </a:lnTo>
                      <a:lnTo>
                        <a:pt x="57" y="240"/>
                      </a:lnTo>
                      <a:lnTo>
                        <a:pt x="54" y="178"/>
                      </a:lnTo>
                      <a:lnTo>
                        <a:pt x="56" y="113"/>
                      </a:lnTo>
                      <a:lnTo>
                        <a:pt x="64" y="55"/>
                      </a:lnTo>
                      <a:lnTo>
                        <a:pt x="82" y="4"/>
                      </a:lnTo>
                      <a:lnTo>
                        <a:pt x="82" y="2"/>
                      </a:lnTo>
                      <a:lnTo>
                        <a:pt x="80" y="1"/>
                      </a:lnTo>
                      <a:lnTo>
                        <a:pt x="77" y="0"/>
                      </a:lnTo>
                      <a:lnTo>
                        <a:pt x="70" y="0"/>
                      </a:lnTo>
                      <a:lnTo>
                        <a:pt x="60" y="1"/>
                      </a:lnTo>
                      <a:lnTo>
                        <a:pt x="46" y="3"/>
                      </a:lnTo>
                      <a:lnTo>
                        <a:pt x="25" y="8"/>
                      </a:lnTo>
                      <a:close/>
                    </a:path>
                  </a:pathLst>
                </a:custGeom>
                <a:solidFill>
                  <a:schemeClr val="bg1">
                    <a:alpha val="100000"/>
                  </a:schemeClr>
                </a:solidFill>
                <a:ln w="9525">
                  <a:noFill/>
                </a:ln>
              </p:spPr>
              <p:txBody>
                <a:bodyPr/>
                <a:p>
                  <a:endParaRPr lang="zh-CN" altLang="en-US"/>
                </a:p>
              </p:txBody>
            </p:sp>
            <p:sp>
              <p:nvSpPr>
                <p:cNvPr id="145534" name="Freeform 1130"/>
                <p:cNvSpPr/>
                <p:nvPr/>
              </p:nvSpPr>
              <p:spPr>
                <a:xfrm>
                  <a:off x="4875" y="1890"/>
                  <a:ext cx="8" cy="4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9" h="288">
                      <a:moveTo>
                        <a:pt x="18" y="6"/>
                      </a:moveTo>
                      <a:lnTo>
                        <a:pt x="17" y="11"/>
                      </a:lnTo>
                      <a:lnTo>
                        <a:pt x="13" y="27"/>
                      </a:lnTo>
                      <a:lnTo>
                        <a:pt x="7" y="53"/>
                      </a:lnTo>
                      <a:lnTo>
                        <a:pt x="2" y="87"/>
                      </a:lnTo>
                      <a:lnTo>
                        <a:pt x="0" y="130"/>
                      </a:lnTo>
                      <a:lnTo>
                        <a:pt x="0" y="177"/>
                      </a:lnTo>
                      <a:lnTo>
                        <a:pt x="5" y="231"/>
                      </a:lnTo>
                      <a:lnTo>
                        <a:pt x="16" y="288"/>
                      </a:lnTo>
                      <a:lnTo>
                        <a:pt x="57" y="286"/>
                      </a:lnTo>
                      <a:lnTo>
                        <a:pt x="56" y="278"/>
                      </a:lnTo>
                      <a:lnTo>
                        <a:pt x="51" y="254"/>
                      </a:lnTo>
                      <a:lnTo>
                        <a:pt x="47" y="219"/>
                      </a:lnTo>
                      <a:lnTo>
                        <a:pt x="42" y="177"/>
                      </a:lnTo>
                      <a:lnTo>
                        <a:pt x="40" y="131"/>
                      </a:lnTo>
                      <a:lnTo>
                        <a:pt x="41" y="84"/>
                      </a:lnTo>
                      <a:lnTo>
                        <a:pt x="47" y="40"/>
                      </a:lnTo>
                      <a:lnTo>
                        <a:pt x="59" y="3"/>
                      </a:lnTo>
                      <a:lnTo>
                        <a:pt x="59" y="2"/>
                      </a:lnTo>
                      <a:lnTo>
                        <a:pt x="58" y="1"/>
                      </a:lnTo>
                      <a:lnTo>
                        <a:pt x="56" y="0"/>
                      </a:lnTo>
                      <a:lnTo>
                        <a:pt x="51" y="0"/>
                      </a:lnTo>
                      <a:lnTo>
                        <a:pt x="45" y="0"/>
                      </a:lnTo>
                      <a:lnTo>
                        <a:pt x="33" y="2"/>
                      </a:lnTo>
                      <a:lnTo>
                        <a:pt x="18" y="6"/>
                      </a:lnTo>
                      <a:close/>
                    </a:path>
                  </a:pathLst>
                </a:custGeom>
                <a:solidFill>
                  <a:schemeClr val="bg1">
                    <a:alpha val="100000"/>
                  </a:schemeClr>
                </a:solidFill>
                <a:ln w="9525">
                  <a:noFill/>
                </a:ln>
              </p:spPr>
              <p:txBody>
                <a:bodyPr/>
                <a:p>
                  <a:endParaRPr lang="zh-CN" altLang="en-US"/>
                </a:p>
              </p:txBody>
            </p:sp>
            <p:sp>
              <p:nvSpPr>
                <p:cNvPr id="145535" name="Freeform 1131"/>
                <p:cNvSpPr/>
                <p:nvPr/>
              </p:nvSpPr>
              <p:spPr>
                <a:xfrm>
                  <a:off x="4994" y="1850"/>
                  <a:ext cx="28" cy="11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98" h="779">
                      <a:moveTo>
                        <a:pt x="198" y="6"/>
                      </a:moveTo>
                      <a:lnTo>
                        <a:pt x="194" y="12"/>
                      </a:lnTo>
                      <a:lnTo>
                        <a:pt x="180" y="31"/>
                      </a:lnTo>
                      <a:lnTo>
                        <a:pt x="163" y="72"/>
                      </a:lnTo>
                      <a:lnTo>
                        <a:pt x="146" y="138"/>
                      </a:lnTo>
                      <a:lnTo>
                        <a:pt x="132" y="236"/>
                      </a:lnTo>
                      <a:lnTo>
                        <a:pt x="125" y="373"/>
                      </a:lnTo>
                      <a:lnTo>
                        <a:pt x="130" y="551"/>
                      </a:lnTo>
                      <a:lnTo>
                        <a:pt x="148" y="779"/>
                      </a:lnTo>
                      <a:lnTo>
                        <a:pt x="37" y="779"/>
                      </a:lnTo>
                      <a:lnTo>
                        <a:pt x="34" y="756"/>
                      </a:lnTo>
                      <a:lnTo>
                        <a:pt x="23" y="693"/>
                      </a:lnTo>
                      <a:lnTo>
                        <a:pt x="13" y="599"/>
                      </a:lnTo>
                      <a:lnTo>
                        <a:pt x="4" y="483"/>
                      </a:lnTo>
                      <a:lnTo>
                        <a:pt x="0" y="357"/>
                      </a:lnTo>
                      <a:lnTo>
                        <a:pt x="7" y="227"/>
                      </a:lnTo>
                      <a:lnTo>
                        <a:pt x="27" y="105"/>
                      </a:lnTo>
                      <a:lnTo>
                        <a:pt x="65" y="0"/>
                      </a:lnTo>
                      <a:lnTo>
                        <a:pt x="198" y="6"/>
                      </a:lnTo>
                      <a:close/>
                    </a:path>
                  </a:pathLst>
                </a:custGeom>
                <a:solidFill>
                  <a:schemeClr val="bg1">
                    <a:alpha val="100000"/>
                  </a:schemeClr>
                </a:solidFill>
                <a:ln w="9525">
                  <a:noFill/>
                </a:ln>
              </p:spPr>
              <p:txBody>
                <a:bodyPr/>
                <a:p>
                  <a:endParaRPr lang="zh-CN" altLang="en-US"/>
                </a:p>
              </p:txBody>
            </p:sp>
            <p:sp>
              <p:nvSpPr>
                <p:cNvPr id="145536" name="Freeform 1132"/>
                <p:cNvSpPr/>
                <p:nvPr/>
              </p:nvSpPr>
              <p:spPr>
                <a:xfrm>
                  <a:off x="4995" y="1857"/>
                  <a:ext cx="24" cy="9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69" h="666">
                      <a:moveTo>
                        <a:pt x="169" y="5"/>
                      </a:moveTo>
                      <a:lnTo>
                        <a:pt x="164" y="10"/>
                      </a:lnTo>
                      <a:lnTo>
                        <a:pt x="154" y="27"/>
                      </a:lnTo>
                      <a:lnTo>
                        <a:pt x="139" y="61"/>
                      </a:lnTo>
                      <a:lnTo>
                        <a:pt x="124" y="118"/>
                      </a:lnTo>
                      <a:lnTo>
                        <a:pt x="113" y="201"/>
                      </a:lnTo>
                      <a:lnTo>
                        <a:pt x="107" y="318"/>
                      </a:lnTo>
                      <a:lnTo>
                        <a:pt x="110" y="470"/>
                      </a:lnTo>
                      <a:lnTo>
                        <a:pt x="126" y="666"/>
                      </a:lnTo>
                      <a:lnTo>
                        <a:pt x="31" y="666"/>
                      </a:lnTo>
                      <a:lnTo>
                        <a:pt x="28" y="646"/>
                      </a:lnTo>
                      <a:lnTo>
                        <a:pt x="20" y="592"/>
                      </a:lnTo>
                      <a:lnTo>
                        <a:pt x="11" y="512"/>
                      </a:lnTo>
                      <a:lnTo>
                        <a:pt x="3" y="413"/>
                      </a:lnTo>
                      <a:lnTo>
                        <a:pt x="0" y="305"/>
                      </a:lnTo>
                      <a:lnTo>
                        <a:pt x="6" y="195"/>
                      </a:lnTo>
                      <a:lnTo>
                        <a:pt x="23" y="90"/>
                      </a:lnTo>
                      <a:lnTo>
                        <a:pt x="55" y="0"/>
                      </a:lnTo>
                      <a:lnTo>
                        <a:pt x="169" y="5"/>
                      </a:lnTo>
                      <a:close/>
                    </a:path>
                  </a:pathLst>
                </a:custGeom>
                <a:solidFill>
                  <a:schemeClr val="bg1">
                    <a:alpha val="100000"/>
                  </a:schemeClr>
                </a:solidFill>
                <a:ln w="9525">
                  <a:noFill/>
                </a:ln>
              </p:spPr>
              <p:txBody>
                <a:bodyPr/>
                <a:p>
                  <a:endParaRPr lang="zh-CN" altLang="en-US"/>
                </a:p>
              </p:txBody>
            </p:sp>
            <p:sp>
              <p:nvSpPr>
                <p:cNvPr id="145537" name="Freeform 1133"/>
                <p:cNvSpPr/>
                <p:nvPr/>
              </p:nvSpPr>
              <p:spPr>
                <a:xfrm>
                  <a:off x="4996" y="1865"/>
                  <a:ext cx="20" cy="7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40" h="551">
                      <a:moveTo>
                        <a:pt x="140" y="5"/>
                      </a:moveTo>
                      <a:lnTo>
                        <a:pt x="136" y="8"/>
                      </a:lnTo>
                      <a:lnTo>
                        <a:pt x="127" y="23"/>
                      </a:lnTo>
                      <a:lnTo>
                        <a:pt x="116" y="51"/>
                      </a:lnTo>
                      <a:lnTo>
                        <a:pt x="103" y="98"/>
                      </a:lnTo>
                      <a:lnTo>
                        <a:pt x="94" y="167"/>
                      </a:lnTo>
                      <a:lnTo>
                        <a:pt x="90" y="264"/>
                      </a:lnTo>
                      <a:lnTo>
                        <a:pt x="92" y="390"/>
                      </a:lnTo>
                      <a:lnTo>
                        <a:pt x="106" y="551"/>
                      </a:lnTo>
                      <a:lnTo>
                        <a:pt x="27" y="551"/>
                      </a:lnTo>
                      <a:lnTo>
                        <a:pt x="24" y="535"/>
                      </a:lnTo>
                      <a:lnTo>
                        <a:pt x="17" y="490"/>
                      </a:lnTo>
                      <a:lnTo>
                        <a:pt x="9" y="423"/>
                      </a:lnTo>
                      <a:lnTo>
                        <a:pt x="3" y="342"/>
                      </a:lnTo>
                      <a:lnTo>
                        <a:pt x="0" y="252"/>
                      </a:lnTo>
                      <a:lnTo>
                        <a:pt x="5" y="161"/>
                      </a:lnTo>
                      <a:lnTo>
                        <a:pt x="20" y="75"/>
                      </a:lnTo>
                      <a:lnTo>
                        <a:pt x="46" y="0"/>
                      </a:lnTo>
                      <a:lnTo>
                        <a:pt x="140" y="5"/>
                      </a:lnTo>
                      <a:close/>
                    </a:path>
                  </a:pathLst>
                </a:custGeom>
                <a:solidFill>
                  <a:schemeClr val="bg1">
                    <a:alpha val="100000"/>
                  </a:schemeClr>
                </a:solidFill>
                <a:ln w="9525">
                  <a:noFill/>
                </a:ln>
              </p:spPr>
              <p:txBody>
                <a:bodyPr/>
                <a:p>
                  <a:endParaRPr lang="zh-CN" altLang="en-US"/>
                </a:p>
              </p:txBody>
            </p:sp>
            <p:sp>
              <p:nvSpPr>
                <p:cNvPr id="145538" name="Freeform 1134"/>
                <p:cNvSpPr/>
                <p:nvPr/>
              </p:nvSpPr>
              <p:spPr>
                <a:xfrm>
                  <a:off x="4997" y="1873"/>
                  <a:ext cx="16" cy="62"/>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1" h="437">
                      <a:moveTo>
                        <a:pt x="111" y="4"/>
                      </a:moveTo>
                      <a:lnTo>
                        <a:pt x="108" y="7"/>
                      </a:lnTo>
                      <a:lnTo>
                        <a:pt x="101" y="18"/>
                      </a:lnTo>
                      <a:lnTo>
                        <a:pt x="92" y="41"/>
                      </a:lnTo>
                      <a:lnTo>
                        <a:pt x="82" y="77"/>
                      </a:lnTo>
                      <a:lnTo>
                        <a:pt x="75" y="133"/>
                      </a:lnTo>
                      <a:lnTo>
                        <a:pt x="70" y="208"/>
                      </a:lnTo>
                      <a:lnTo>
                        <a:pt x="72" y="309"/>
                      </a:lnTo>
                      <a:lnTo>
                        <a:pt x="83" y="437"/>
                      </a:lnTo>
                      <a:lnTo>
                        <a:pt x="21" y="437"/>
                      </a:lnTo>
                      <a:lnTo>
                        <a:pt x="19" y="424"/>
                      </a:lnTo>
                      <a:lnTo>
                        <a:pt x="13" y="389"/>
                      </a:lnTo>
                      <a:lnTo>
                        <a:pt x="7" y="336"/>
                      </a:lnTo>
                      <a:lnTo>
                        <a:pt x="3" y="272"/>
                      </a:lnTo>
                      <a:lnTo>
                        <a:pt x="0" y="200"/>
                      </a:lnTo>
                      <a:lnTo>
                        <a:pt x="5" y="128"/>
                      </a:lnTo>
                      <a:lnTo>
                        <a:pt x="16" y="59"/>
                      </a:lnTo>
                      <a:lnTo>
                        <a:pt x="37" y="0"/>
                      </a:lnTo>
                      <a:lnTo>
                        <a:pt x="111" y="4"/>
                      </a:lnTo>
                      <a:close/>
                    </a:path>
                  </a:pathLst>
                </a:custGeom>
                <a:solidFill>
                  <a:schemeClr val="bg1">
                    <a:alpha val="100000"/>
                  </a:schemeClr>
                </a:solidFill>
                <a:ln w="9525">
                  <a:noFill/>
                </a:ln>
              </p:spPr>
              <p:txBody>
                <a:bodyPr/>
                <a:p>
                  <a:endParaRPr lang="zh-CN" altLang="en-US"/>
                </a:p>
              </p:txBody>
            </p:sp>
            <p:sp>
              <p:nvSpPr>
                <p:cNvPr id="145539" name="Freeform 1135"/>
                <p:cNvSpPr/>
                <p:nvPr/>
              </p:nvSpPr>
              <p:spPr>
                <a:xfrm>
                  <a:off x="4998" y="1881"/>
                  <a:ext cx="12" cy="4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82" h="322">
                      <a:moveTo>
                        <a:pt x="82" y="3"/>
                      </a:moveTo>
                      <a:lnTo>
                        <a:pt x="79" y="5"/>
                      </a:lnTo>
                      <a:lnTo>
                        <a:pt x="75" y="13"/>
                      </a:lnTo>
                      <a:lnTo>
                        <a:pt x="67" y="30"/>
                      </a:lnTo>
                      <a:lnTo>
                        <a:pt x="60" y="57"/>
                      </a:lnTo>
                      <a:lnTo>
                        <a:pt x="54" y="98"/>
                      </a:lnTo>
                      <a:lnTo>
                        <a:pt x="52" y="154"/>
                      </a:lnTo>
                      <a:lnTo>
                        <a:pt x="53" y="228"/>
                      </a:lnTo>
                      <a:lnTo>
                        <a:pt x="61" y="322"/>
                      </a:lnTo>
                      <a:lnTo>
                        <a:pt x="15" y="322"/>
                      </a:lnTo>
                      <a:lnTo>
                        <a:pt x="14" y="313"/>
                      </a:lnTo>
                      <a:lnTo>
                        <a:pt x="9" y="287"/>
                      </a:lnTo>
                      <a:lnTo>
                        <a:pt x="5" y="247"/>
                      </a:lnTo>
                      <a:lnTo>
                        <a:pt x="1" y="200"/>
                      </a:lnTo>
                      <a:lnTo>
                        <a:pt x="0" y="147"/>
                      </a:lnTo>
                      <a:lnTo>
                        <a:pt x="3" y="95"/>
                      </a:lnTo>
                      <a:lnTo>
                        <a:pt x="11" y="44"/>
                      </a:lnTo>
                      <a:lnTo>
                        <a:pt x="27" y="0"/>
                      </a:lnTo>
                      <a:lnTo>
                        <a:pt x="82" y="3"/>
                      </a:lnTo>
                      <a:close/>
                    </a:path>
                  </a:pathLst>
                </a:custGeom>
                <a:solidFill>
                  <a:schemeClr val="bg1">
                    <a:alpha val="100000"/>
                  </a:schemeClr>
                </a:solidFill>
                <a:ln w="9525">
                  <a:noFill/>
                </a:ln>
              </p:spPr>
              <p:txBody>
                <a:bodyPr/>
                <a:p>
                  <a:endParaRPr lang="zh-CN" altLang="en-US"/>
                </a:p>
              </p:txBody>
            </p:sp>
            <p:sp>
              <p:nvSpPr>
                <p:cNvPr id="145540" name="Rectangle 1136"/>
                <p:cNvSpPr/>
                <p:nvPr/>
              </p:nvSpPr>
              <p:spPr>
                <a:xfrm>
                  <a:off x="4846" y="1869"/>
                  <a:ext cx="4" cy="146"/>
                </a:xfrm>
                <a:prstGeom prst="rect">
                  <a:avLst/>
                </a:prstGeom>
                <a:solidFill>
                  <a:srgbClr val="FFCCFF"/>
                </a:solidFill>
                <a:ln w="9525">
                  <a:noFill/>
                </a:ln>
              </p:spPr>
              <p:txBody>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45541" name="Freeform 1137"/>
                <p:cNvSpPr/>
                <p:nvPr/>
              </p:nvSpPr>
              <p:spPr>
                <a:xfrm>
                  <a:off x="4898" y="1867"/>
                  <a:ext cx="57" cy="67"/>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398" h="469">
                      <a:moveTo>
                        <a:pt x="37" y="44"/>
                      </a:moveTo>
                      <a:lnTo>
                        <a:pt x="33" y="53"/>
                      </a:lnTo>
                      <a:lnTo>
                        <a:pt x="27" y="79"/>
                      </a:lnTo>
                      <a:lnTo>
                        <a:pt x="17" y="120"/>
                      </a:lnTo>
                      <a:lnTo>
                        <a:pt x="8" y="174"/>
                      </a:lnTo>
                      <a:lnTo>
                        <a:pt x="1" y="238"/>
                      </a:lnTo>
                      <a:lnTo>
                        <a:pt x="0" y="309"/>
                      </a:lnTo>
                      <a:lnTo>
                        <a:pt x="7" y="387"/>
                      </a:lnTo>
                      <a:lnTo>
                        <a:pt x="24" y="469"/>
                      </a:lnTo>
                      <a:lnTo>
                        <a:pt x="24" y="466"/>
                      </a:lnTo>
                      <a:lnTo>
                        <a:pt x="24" y="455"/>
                      </a:lnTo>
                      <a:lnTo>
                        <a:pt x="24" y="438"/>
                      </a:lnTo>
                      <a:lnTo>
                        <a:pt x="24" y="417"/>
                      </a:lnTo>
                      <a:lnTo>
                        <a:pt x="27" y="391"/>
                      </a:lnTo>
                      <a:lnTo>
                        <a:pt x="30" y="363"/>
                      </a:lnTo>
                      <a:lnTo>
                        <a:pt x="35" y="332"/>
                      </a:lnTo>
                      <a:lnTo>
                        <a:pt x="41" y="300"/>
                      </a:lnTo>
                      <a:lnTo>
                        <a:pt x="52" y="268"/>
                      </a:lnTo>
                      <a:lnTo>
                        <a:pt x="64" y="237"/>
                      </a:lnTo>
                      <a:lnTo>
                        <a:pt x="79" y="207"/>
                      </a:lnTo>
                      <a:lnTo>
                        <a:pt x="99" y="179"/>
                      </a:lnTo>
                      <a:lnTo>
                        <a:pt x="123" y="155"/>
                      </a:lnTo>
                      <a:lnTo>
                        <a:pt x="150" y="136"/>
                      </a:lnTo>
                      <a:lnTo>
                        <a:pt x="183" y="122"/>
                      </a:lnTo>
                      <a:lnTo>
                        <a:pt x="221" y="114"/>
                      </a:lnTo>
                      <a:lnTo>
                        <a:pt x="223" y="112"/>
                      </a:lnTo>
                      <a:lnTo>
                        <a:pt x="230" y="107"/>
                      </a:lnTo>
                      <a:lnTo>
                        <a:pt x="242" y="99"/>
                      </a:lnTo>
                      <a:lnTo>
                        <a:pt x="260" y="88"/>
                      </a:lnTo>
                      <a:lnTo>
                        <a:pt x="284" y="74"/>
                      </a:lnTo>
                      <a:lnTo>
                        <a:pt x="315" y="58"/>
                      </a:lnTo>
                      <a:lnTo>
                        <a:pt x="352" y="39"/>
                      </a:lnTo>
                      <a:lnTo>
                        <a:pt x="398" y="19"/>
                      </a:lnTo>
                      <a:lnTo>
                        <a:pt x="396" y="17"/>
                      </a:lnTo>
                      <a:lnTo>
                        <a:pt x="389" y="16"/>
                      </a:lnTo>
                      <a:lnTo>
                        <a:pt x="379" y="14"/>
                      </a:lnTo>
                      <a:lnTo>
                        <a:pt x="364" y="12"/>
                      </a:lnTo>
                      <a:lnTo>
                        <a:pt x="347" y="8"/>
                      </a:lnTo>
                      <a:lnTo>
                        <a:pt x="326" y="6"/>
                      </a:lnTo>
                      <a:lnTo>
                        <a:pt x="302" y="4"/>
                      </a:lnTo>
                      <a:lnTo>
                        <a:pt x="277" y="1"/>
                      </a:lnTo>
                      <a:lnTo>
                        <a:pt x="250" y="0"/>
                      </a:lnTo>
                      <a:lnTo>
                        <a:pt x="221" y="1"/>
                      </a:lnTo>
                      <a:lnTo>
                        <a:pt x="191" y="3"/>
                      </a:lnTo>
                      <a:lnTo>
                        <a:pt x="160" y="6"/>
                      </a:lnTo>
                      <a:lnTo>
                        <a:pt x="129" y="12"/>
                      </a:lnTo>
                      <a:lnTo>
                        <a:pt x="97" y="20"/>
                      </a:lnTo>
                      <a:lnTo>
                        <a:pt x="67" y="30"/>
                      </a:lnTo>
                      <a:lnTo>
                        <a:pt x="37" y="44"/>
                      </a:lnTo>
                      <a:close/>
                    </a:path>
                  </a:pathLst>
                </a:custGeom>
                <a:solidFill>
                  <a:srgbClr val="FFCCFF">
                    <a:alpha val="100000"/>
                  </a:srgbClr>
                </a:solidFill>
                <a:ln w="9525">
                  <a:noFill/>
                </a:ln>
              </p:spPr>
              <p:txBody>
                <a:bodyPr/>
                <a:p>
                  <a:endParaRPr lang="zh-CN" altLang="en-US"/>
                </a:p>
              </p:txBody>
            </p:sp>
            <p:sp>
              <p:nvSpPr>
                <p:cNvPr id="145542" name="Freeform 1138"/>
                <p:cNvSpPr/>
                <p:nvPr/>
              </p:nvSpPr>
              <p:spPr>
                <a:xfrm>
                  <a:off x="4819" y="1917"/>
                  <a:ext cx="46" cy="13"/>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325" h="89">
                      <a:moveTo>
                        <a:pt x="0" y="57"/>
                      </a:moveTo>
                      <a:lnTo>
                        <a:pt x="0" y="55"/>
                      </a:lnTo>
                      <a:lnTo>
                        <a:pt x="2" y="52"/>
                      </a:lnTo>
                      <a:lnTo>
                        <a:pt x="6" y="47"/>
                      </a:lnTo>
                      <a:lnTo>
                        <a:pt x="12" y="41"/>
                      </a:lnTo>
                      <a:lnTo>
                        <a:pt x="20" y="34"/>
                      </a:lnTo>
                      <a:lnTo>
                        <a:pt x="29" y="27"/>
                      </a:lnTo>
                      <a:lnTo>
                        <a:pt x="41" y="20"/>
                      </a:lnTo>
                      <a:lnTo>
                        <a:pt x="57" y="13"/>
                      </a:lnTo>
                      <a:lnTo>
                        <a:pt x="77" y="7"/>
                      </a:lnTo>
                      <a:lnTo>
                        <a:pt x="98" y="3"/>
                      </a:lnTo>
                      <a:lnTo>
                        <a:pt x="126" y="0"/>
                      </a:lnTo>
                      <a:lnTo>
                        <a:pt x="156" y="0"/>
                      </a:lnTo>
                      <a:lnTo>
                        <a:pt x="191" y="3"/>
                      </a:lnTo>
                      <a:lnTo>
                        <a:pt x="230" y="8"/>
                      </a:lnTo>
                      <a:lnTo>
                        <a:pt x="275" y="18"/>
                      </a:lnTo>
                      <a:lnTo>
                        <a:pt x="325" y="31"/>
                      </a:lnTo>
                      <a:lnTo>
                        <a:pt x="318" y="51"/>
                      </a:lnTo>
                      <a:lnTo>
                        <a:pt x="316" y="50"/>
                      </a:lnTo>
                      <a:lnTo>
                        <a:pt x="308" y="47"/>
                      </a:lnTo>
                      <a:lnTo>
                        <a:pt x="295" y="44"/>
                      </a:lnTo>
                      <a:lnTo>
                        <a:pt x="279" y="39"/>
                      </a:lnTo>
                      <a:lnTo>
                        <a:pt x="260" y="35"/>
                      </a:lnTo>
                      <a:lnTo>
                        <a:pt x="238" y="30"/>
                      </a:lnTo>
                      <a:lnTo>
                        <a:pt x="214" y="27"/>
                      </a:lnTo>
                      <a:lnTo>
                        <a:pt x="188" y="24"/>
                      </a:lnTo>
                      <a:lnTo>
                        <a:pt x="161" y="23"/>
                      </a:lnTo>
                      <a:lnTo>
                        <a:pt x="134" y="23"/>
                      </a:lnTo>
                      <a:lnTo>
                        <a:pt x="108" y="26"/>
                      </a:lnTo>
                      <a:lnTo>
                        <a:pt x="82" y="31"/>
                      </a:lnTo>
                      <a:lnTo>
                        <a:pt x="58" y="41"/>
                      </a:lnTo>
                      <a:lnTo>
                        <a:pt x="36" y="52"/>
                      </a:lnTo>
                      <a:lnTo>
                        <a:pt x="16" y="68"/>
                      </a:lnTo>
                      <a:lnTo>
                        <a:pt x="0" y="89"/>
                      </a:lnTo>
                      <a:lnTo>
                        <a:pt x="0" y="57"/>
                      </a:lnTo>
                      <a:close/>
                    </a:path>
                  </a:pathLst>
                </a:custGeom>
                <a:solidFill>
                  <a:srgbClr val="000000">
                    <a:alpha val="100000"/>
                  </a:srgbClr>
                </a:solidFill>
                <a:ln w="9525">
                  <a:noFill/>
                </a:ln>
              </p:spPr>
              <p:txBody>
                <a:bodyPr/>
                <a:p>
                  <a:endParaRPr lang="zh-CN" altLang="en-US"/>
                </a:p>
              </p:txBody>
            </p:sp>
            <p:sp>
              <p:nvSpPr>
                <p:cNvPr id="145543" name="Freeform 1139"/>
                <p:cNvSpPr/>
                <p:nvPr/>
              </p:nvSpPr>
              <p:spPr>
                <a:xfrm>
                  <a:off x="4819" y="1887"/>
                  <a:ext cx="46" cy="13"/>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325" h="89">
                      <a:moveTo>
                        <a:pt x="0" y="56"/>
                      </a:moveTo>
                      <a:lnTo>
                        <a:pt x="0" y="55"/>
                      </a:lnTo>
                      <a:lnTo>
                        <a:pt x="2" y="52"/>
                      </a:lnTo>
                      <a:lnTo>
                        <a:pt x="6" y="47"/>
                      </a:lnTo>
                      <a:lnTo>
                        <a:pt x="12" y="40"/>
                      </a:lnTo>
                      <a:lnTo>
                        <a:pt x="20" y="33"/>
                      </a:lnTo>
                      <a:lnTo>
                        <a:pt x="29" y="27"/>
                      </a:lnTo>
                      <a:lnTo>
                        <a:pt x="41" y="18"/>
                      </a:lnTo>
                      <a:lnTo>
                        <a:pt x="57" y="13"/>
                      </a:lnTo>
                      <a:lnTo>
                        <a:pt x="77" y="7"/>
                      </a:lnTo>
                      <a:lnTo>
                        <a:pt x="98" y="2"/>
                      </a:lnTo>
                      <a:lnTo>
                        <a:pt x="126" y="0"/>
                      </a:lnTo>
                      <a:lnTo>
                        <a:pt x="156" y="0"/>
                      </a:lnTo>
                      <a:lnTo>
                        <a:pt x="191" y="2"/>
                      </a:lnTo>
                      <a:lnTo>
                        <a:pt x="230" y="8"/>
                      </a:lnTo>
                      <a:lnTo>
                        <a:pt x="275" y="17"/>
                      </a:lnTo>
                      <a:lnTo>
                        <a:pt x="325" y="31"/>
                      </a:lnTo>
                      <a:lnTo>
                        <a:pt x="318" y="49"/>
                      </a:lnTo>
                      <a:lnTo>
                        <a:pt x="316" y="48"/>
                      </a:lnTo>
                      <a:lnTo>
                        <a:pt x="308" y="46"/>
                      </a:lnTo>
                      <a:lnTo>
                        <a:pt x="295" y="43"/>
                      </a:lnTo>
                      <a:lnTo>
                        <a:pt x="279" y="38"/>
                      </a:lnTo>
                      <a:lnTo>
                        <a:pt x="260" y="35"/>
                      </a:lnTo>
                      <a:lnTo>
                        <a:pt x="238" y="30"/>
                      </a:lnTo>
                      <a:lnTo>
                        <a:pt x="214" y="27"/>
                      </a:lnTo>
                      <a:lnTo>
                        <a:pt x="188" y="23"/>
                      </a:lnTo>
                      <a:lnTo>
                        <a:pt x="161" y="22"/>
                      </a:lnTo>
                      <a:lnTo>
                        <a:pt x="134" y="23"/>
                      </a:lnTo>
                      <a:lnTo>
                        <a:pt x="108" y="25"/>
                      </a:lnTo>
                      <a:lnTo>
                        <a:pt x="82" y="31"/>
                      </a:lnTo>
                      <a:lnTo>
                        <a:pt x="58" y="40"/>
                      </a:lnTo>
                      <a:lnTo>
                        <a:pt x="36" y="52"/>
                      </a:lnTo>
                      <a:lnTo>
                        <a:pt x="16" y="68"/>
                      </a:lnTo>
                      <a:lnTo>
                        <a:pt x="0" y="89"/>
                      </a:lnTo>
                      <a:lnTo>
                        <a:pt x="0" y="56"/>
                      </a:lnTo>
                      <a:close/>
                    </a:path>
                  </a:pathLst>
                </a:custGeom>
                <a:solidFill>
                  <a:srgbClr val="000000">
                    <a:alpha val="100000"/>
                  </a:srgbClr>
                </a:solidFill>
                <a:ln w="9525">
                  <a:noFill/>
                </a:ln>
              </p:spPr>
              <p:txBody>
                <a:bodyPr/>
                <a:p>
                  <a:endParaRPr lang="zh-CN" altLang="en-US"/>
                </a:p>
              </p:txBody>
            </p:sp>
            <p:sp>
              <p:nvSpPr>
                <p:cNvPr id="145544" name="Freeform 1140"/>
                <p:cNvSpPr/>
                <p:nvPr/>
              </p:nvSpPr>
              <p:spPr>
                <a:xfrm>
                  <a:off x="4863" y="1872"/>
                  <a:ext cx="75" cy="13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28" h="975">
                      <a:moveTo>
                        <a:pt x="0" y="0"/>
                      </a:moveTo>
                      <a:lnTo>
                        <a:pt x="0" y="943"/>
                      </a:lnTo>
                      <a:lnTo>
                        <a:pt x="159" y="975"/>
                      </a:lnTo>
                      <a:lnTo>
                        <a:pt x="152" y="848"/>
                      </a:lnTo>
                      <a:lnTo>
                        <a:pt x="528" y="905"/>
                      </a:lnTo>
                      <a:lnTo>
                        <a:pt x="521" y="855"/>
                      </a:lnTo>
                      <a:lnTo>
                        <a:pt x="261" y="822"/>
                      </a:lnTo>
                      <a:lnTo>
                        <a:pt x="254" y="713"/>
                      </a:lnTo>
                      <a:lnTo>
                        <a:pt x="77" y="713"/>
                      </a:lnTo>
                      <a:lnTo>
                        <a:pt x="72" y="699"/>
                      </a:lnTo>
                      <a:lnTo>
                        <a:pt x="60" y="659"/>
                      </a:lnTo>
                      <a:lnTo>
                        <a:pt x="44" y="595"/>
                      </a:lnTo>
                      <a:lnTo>
                        <a:pt x="28" y="511"/>
                      </a:lnTo>
                      <a:lnTo>
                        <a:pt x="16" y="410"/>
                      </a:lnTo>
                      <a:lnTo>
                        <a:pt x="12" y="294"/>
                      </a:lnTo>
                      <a:lnTo>
                        <a:pt x="21" y="167"/>
                      </a:lnTo>
                      <a:lnTo>
                        <a:pt x="45" y="32"/>
                      </a:lnTo>
                      <a:lnTo>
                        <a:pt x="0" y="0"/>
                      </a:lnTo>
                      <a:close/>
                    </a:path>
                  </a:pathLst>
                </a:custGeom>
                <a:solidFill>
                  <a:schemeClr val="bg1">
                    <a:alpha val="100000"/>
                  </a:schemeClr>
                </a:solidFill>
                <a:ln w="9525">
                  <a:noFill/>
                </a:ln>
              </p:spPr>
              <p:txBody>
                <a:bodyPr/>
                <a:p>
                  <a:endParaRPr lang="zh-CN" altLang="en-US"/>
                </a:p>
              </p:txBody>
            </p:sp>
            <p:sp>
              <p:nvSpPr>
                <p:cNvPr id="145545" name="Freeform 1141"/>
                <p:cNvSpPr/>
                <p:nvPr/>
              </p:nvSpPr>
              <p:spPr>
                <a:xfrm>
                  <a:off x="4900" y="1840"/>
                  <a:ext cx="97" cy="1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678" h="133">
                      <a:moveTo>
                        <a:pt x="0" y="133"/>
                      </a:moveTo>
                      <a:lnTo>
                        <a:pt x="4" y="132"/>
                      </a:lnTo>
                      <a:lnTo>
                        <a:pt x="15" y="127"/>
                      </a:lnTo>
                      <a:lnTo>
                        <a:pt x="32" y="122"/>
                      </a:lnTo>
                      <a:lnTo>
                        <a:pt x="56" y="114"/>
                      </a:lnTo>
                      <a:lnTo>
                        <a:pt x="86" y="104"/>
                      </a:lnTo>
                      <a:lnTo>
                        <a:pt x="120" y="95"/>
                      </a:lnTo>
                      <a:lnTo>
                        <a:pt x="160" y="86"/>
                      </a:lnTo>
                      <a:lnTo>
                        <a:pt x="204" y="78"/>
                      </a:lnTo>
                      <a:lnTo>
                        <a:pt x="252" y="70"/>
                      </a:lnTo>
                      <a:lnTo>
                        <a:pt x="303" y="64"/>
                      </a:lnTo>
                      <a:lnTo>
                        <a:pt x="358" y="60"/>
                      </a:lnTo>
                      <a:lnTo>
                        <a:pt x="414" y="58"/>
                      </a:lnTo>
                      <a:lnTo>
                        <a:pt x="474" y="60"/>
                      </a:lnTo>
                      <a:lnTo>
                        <a:pt x="534" y="65"/>
                      </a:lnTo>
                      <a:lnTo>
                        <a:pt x="596" y="74"/>
                      </a:lnTo>
                      <a:lnTo>
                        <a:pt x="659" y="88"/>
                      </a:lnTo>
                      <a:lnTo>
                        <a:pt x="678" y="0"/>
                      </a:lnTo>
                      <a:lnTo>
                        <a:pt x="674" y="0"/>
                      </a:lnTo>
                      <a:lnTo>
                        <a:pt x="659" y="0"/>
                      </a:lnTo>
                      <a:lnTo>
                        <a:pt x="636" y="0"/>
                      </a:lnTo>
                      <a:lnTo>
                        <a:pt x="606" y="1"/>
                      </a:lnTo>
                      <a:lnTo>
                        <a:pt x="570" y="2"/>
                      </a:lnTo>
                      <a:lnTo>
                        <a:pt x="527" y="3"/>
                      </a:lnTo>
                      <a:lnTo>
                        <a:pt x="480" y="7"/>
                      </a:lnTo>
                      <a:lnTo>
                        <a:pt x="430" y="9"/>
                      </a:lnTo>
                      <a:lnTo>
                        <a:pt x="376" y="14"/>
                      </a:lnTo>
                      <a:lnTo>
                        <a:pt x="320" y="18"/>
                      </a:lnTo>
                      <a:lnTo>
                        <a:pt x="264" y="24"/>
                      </a:lnTo>
                      <a:lnTo>
                        <a:pt x="208" y="32"/>
                      </a:lnTo>
                      <a:lnTo>
                        <a:pt x="152" y="40"/>
                      </a:lnTo>
                      <a:lnTo>
                        <a:pt x="98" y="50"/>
                      </a:lnTo>
                      <a:lnTo>
                        <a:pt x="47" y="62"/>
                      </a:lnTo>
                      <a:lnTo>
                        <a:pt x="0" y="76"/>
                      </a:lnTo>
                      <a:lnTo>
                        <a:pt x="0" y="133"/>
                      </a:lnTo>
                      <a:close/>
                    </a:path>
                  </a:pathLst>
                </a:custGeom>
                <a:solidFill>
                  <a:schemeClr val="bg1">
                    <a:alpha val="100000"/>
                  </a:schemeClr>
                </a:solidFill>
                <a:ln w="9525">
                  <a:noFill/>
                </a:ln>
              </p:spPr>
              <p:txBody>
                <a:bodyPr/>
                <a:p>
                  <a:endParaRPr lang="zh-CN" altLang="en-US"/>
                </a:p>
              </p:txBody>
            </p:sp>
            <p:sp>
              <p:nvSpPr>
                <p:cNvPr id="145546" name="Freeform 1142"/>
                <p:cNvSpPr/>
                <p:nvPr/>
              </p:nvSpPr>
              <p:spPr>
                <a:xfrm>
                  <a:off x="4843" y="2015"/>
                  <a:ext cx="163" cy="54"/>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42" h="379">
                      <a:moveTo>
                        <a:pt x="482" y="367"/>
                      </a:moveTo>
                      <a:lnTo>
                        <a:pt x="485" y="366"/>
                      </a:lnTo>
                      <a:lnTo>
                        <a:pt x="492" y="363"/>
                      </a:lnTo>
                      <a:lnTo>
                        <a:pt x="502" y="359"/>
                      </a:lnTo>
                      <a:lnTo>
                        <a:pt x="516" y="353"/>
                      </a:lnTo>
                      <a:lnTo>
                        <a:pt x="533" y="346"/>
                      </a:lnTo>
                      <a:lnTo>
                        <a:pt x="551" y="338"/>
                      </a:lnTo>
                      <a:lnTo>
                        <a:pt x="572" y="328"/>
                      </a:lnTo>
                      <a:lnTo>
                        <a:pt x="593" y="317"/>
                      </a:lnTo>
                      <a:lnTo>
                        <a:pt x="616" y="306"/>
                      </a:lnTo>
                      <a:lnTo>
                        <a:pt x="638" y="292"/>
                      </a:lnTo>
                      <a:lnTo>
                        <a:pt x="660" y="279"/>
                      </a:lnTo>
                      <a:lnTo>
                        <a:pt x="680" y="264"/>
                      </a:lnTo>
                      <a:lnTo>
                        <a:pt x="700" y="249"/>
                      </a:lnTo>
                      <a:lnTo>
                        <a:pt x="717" y="233"/>
                      </a:lnTo>
                      <a:lnTo>
                        <a:pt x="732" y="217"/>
                      </a:lnTo>
                      <a:lnTo>
                        <a:pt x="743" y="201"/>
                      </a:lnTo>
                      <a:lnTo>
                        <a:pt x="0" y="20"/>
                      </a:lnTo>
                      <a:lnTo>
                        <a:pt x="57" y="0"/>
                      </a:lnTo>
                      <a:lnTo>
                        <a:pt x="1142" y="267"/>
                      </a:lnTo>
                      <a:lnTo>
                        <a:pt x="1098" y="292"/>
                      </a:lnTo>
                      <a:lnTo>
                        <a:pt x="784" y="212"/>
                      </a:lnTo>
                      <a:lnTo>
                        <a:pt x="783" y="213"/>
                      </a:lnTo>
                      <a:lnTo>
                        <a:pt x="781" y="216"/>
                      </a:lnTo>
                      <a:lnTo>
                        <a:pt x="776" y="221"/>
                      </a:lnTo>
                      <a:lnTo>
                        <a:pt x="769" y="228"/>
                      </a:lnTo>
                      <a:lnTo>
                        <a:pt x="761" y="237"/>
                      </a:lnTo>
                      <a:lnTo>
                        <a:pt x="750" y="246"/>
                      </a:lnTo>
                      <a:lnTo>
                        <a:pt x="737" y="258"/>
                      </a:lnTo>
                      <a:lnTo>
                        <a:pt x="721" y="269"/>
                      </a:lnTo>
                      <a:lnTo>
                        <a:pt x="703" y="282"/>
                      </a:lnTo>
                      <a:lnTo>
                        <a:pt x="684" y="295"/>
                      </a:lnTo>
                      <a:lnTo>
                        <a:pt x="660" y="309"/>
                      </a:lnTo>
                      <a:lnTo>
                        <a:pt x="635" y="323"/>
                      </a:lnTo>
                      <a:lnTo>
                        <a:pt x="606" y="338"/>
                      </a:lnTo>
                      <a:lnTo>
                        <a:pt x="574" y="352"/>
                      </a:lnTo>
                      <a:lnTo>
                        <a:pt x="540" y="366"/>
                      </a:lnTo>
                      <a:lnTo>
                        <a:pt x="502" y="379"/>
                      </a:lnTo>
                      <a:lnTo>
                        <a:pt x="482" y="367"/>
                      </a:lnTo>
                      <a:close/>
                    </a:path>
                  </a:pathLst>
                </a:custGeom>
                <a:solidFill>
                  <a:schemeClr val="bg1">
                    <a:alpha val="100000"/>
                  </a:schemeClr>
                </a:solidFill>
                <a:ln w="9525">
                  <a:noFill/>
                </a:ln>
              </p:spPr>
              <p:txBody>
                <a:bodyPr/>
                <a:p>
                  <a:endParaRPr lang="zh-CN" altLang="en-US"/>
                </a:p>
              </p:txBody>
            </p:sp>
            <p:sp>
              <p:nvSpPr>
                <p:cNvPr id="145547" name="Freeform 1143"/>
                <p:cNvSpPr/>
                <p:nvPr/>
              </p:nvSpPr>
              <p:spPr>
                <a:xfrm>
                  <a:off x="4809" y="2029"/>
                  <a:ext cx="167" cy="48"/>
                </a:xfrm>
                <a:custGeom>
                  <a:avLst/>
                  <a:gdLst/>
                  <a:ahLst/>
                  <a:cxnLst>
                    <a:cxn ang="0">
                      <a:pos x="0" y="0"/>
                    </a:cxn>
                    <a:cxn ang="0">
                      <a:pos x="0" y="0"/>
                    </a:cxn>
                    <a:cxn ang="0">
                      <a:pos x="0" y="0"/>
                    </a:cxn>
                    <a:cxn ang="0">
                      <a:pos x="0" y="0"/>
                    </a:cxn>
                    <a:cxn ang="0">
                      <a:pos x="0" y="0"/>
                    </a:cxn>
                  </a:cxnLst>
                  <a:pathLst>
                    <a:path w="1163" h="340">
                      <a:moveTo>
                        <a:pt x="0" y="0"/>
                      </a:moveTo>
                      <a:lnTo>
                        <a:pt x="1137" y="340"/>
                      </a:lnTo>
                      <a:lnTo>
                        <a:pt x="1163" y="340"/>
                      </a:lnTo>
                      <a:lnTo>
                        <a:pt x="34" y="0"/>
                      </a:lnTo>
                      <a:lnTo>
                        <a:pt x="0" y="0"/>
                      </a:lnTo>
                      <a:close/>
                    </a:path>
                  </a:pathLst>
                </a:custGeom>
                <a:solidFill>
                  <a:srgbClr val="000000">
                    <a:alpha val="100000"/>
                  </a:srgbClr>
                </a:solidFill>
                <a:ln w="9525">
                  <a:noFill/>
                </a:ln>
              </p:spPr>
              <p:txBody>
                <a:bodyPr/>
                <a:p>
                  <a:endParaRPr lang="zh-CN" altLang="en-US"/>
                </a:p>
              </p:txBody>
            </p:sp>
            <p:sp>
              <p:nvSpPr>
                <p:cNvPr id="145548" name="Freeform 1144"/>
                <p:cNvSpPr/>
                <p:nvPr/>
              </p:nvSpPr>
              <p:spPr>
                <a:xfrm>
                  <a:off x="4837" y="2022"/>
                  <a:ext cx="164" cy="44"/>
                </a:xfrm>
                <a:custGeom>
                  <a:avLst/>
                  <a:gdLst/>
                  <a:ahLst/>
                  <a:cxnLst>
                    <a:cxn ang="0">
                      <a:pos x="0" y="0"/>
                    </a:cxn>
                    <a:cxn ang="0">
                      <a:pos x="0" y="0"/>
                    </a:cxn>
                    <a:cxn ang="0">
                      <a:pos x="0" y="0"/>
                    </a:cxn>
                    <a:cxn ang="0">
                      <a:pos x="0" y="0"/>
                    </a:cxn>
                    <a:cxn ang="0">
                      <a:pos x="0" y="0"/>
                    </a:cxn>
                  </a:cxnLst>
                  <a:pathLst>
                    <a:path w="1149" h="303">
                      <a:moveTo>
                        <a:pt x="0" y="1"/>
                      </a:moveTo>
                      <a:lnTo>
                        <a:pt x="1124" y="303"/>
                      </a:lnTo>
                      <a:lnTo>
                        <a:pt x="1149" y="302"/>
                      </a:lnTo>
                      <a:lnTo>
                        <a:pt x="34" y="0"/>
                      </a:lnTo>
                      <a:lnTo>
                        <a:pt x="0" y="1"/>
                      </a:lnTo>
                      <a:close/>
                    </a:path>
                  </a:pathLst>
                </a:custGeom>
                <a:solidFill>
                  <a:srgbClr val="000000">
                    <a:alpha val="100000"/>
                  </a:srgbClr>
                </a:solidFill>
                <a:ln w="9525">
                  <a:noFill/>
                </a:ln>
              </p:spPr>
              <p:txBody>
                <a:bodyPr/>
                <a:p>
                  <a:endParaRPr lang="zh-CN" altLang="en-US"/>
                </a:p>
              </p:txBody>
            </p:sp>
            <p:sp>
              <p:nvSpPr>
                <p:cNvPr id="145549" name="Freeform 1145"/>
                <p:cNvSpPr/>
                <p:nvPr/>
              </p:nvSpPr>
              <p:spPr>
                <a:xfrm>
                  <a:off x="4824" y="2025"/>
                  <a:ext cx="165" cy="48"/>
                </a:xfrm>
                <a:custGeom>
                  <a:avLst/>
                  <a:gdLst/>
                  <a:ahLst/>
                  <a:cxnLst>
                    <a:cxn ang="0">
                      <a:pos x="0" y="0"/>
                    </a:cxn>
                    <a:cxn ang="0">
                      <a:pos x="0" y="0"/>
                    </a:cxn>
                    <a:cxn ang="0">
                      <a:pos x="0" y="0"/>
                    </a:cxn>
                    <a:cxn ang="0">
                      <a:pos x="0" y="0"/>
                    </a:cxn>
                    <a:cxn ang="0">
                      <a:pos x="0" y="0"/>
                    </a:cxn>
                  </a:cxnLst>
                  <a:pathLst>
                    <a:path w="1155" h="336">
                      <a:moveTo>
                        <a:pt x="0" y="0"/>
                      </a:moveTo>
                      <a:lnTo>
                        <a:pt x="1134" y="336"/>
                      </a:lnTo>
                      <a:lnTo>
                        <a:pt x="1155" y="328"/>
                      </a:lnTo>
                      <a:lnTo>
                        <a:pt x="34" y="0"/>
                      </a:lnTo>
                      <a:lnTo>
                        <a:pt x="0" y="0"/>
                      </a:lnTo>
                      <a:close/>
                    </a:path>
                  </a:pathLst>
                </a:custGeom>
                <a:solidFill>
                  <a:srgbClr val="000000">
                    <a:alpha val="100000"/>
                  </a:srgbClr>
                </a:solidFill>
                <a:ln w="9525">
                  <a:noFill/>
                </a:ln>
              </p:spPr>
              <p:txBody>
                <a:bodyPr/>
                <a:p>
                  <a:endParaRPr lang="zh-CN" altLang="en-US"/>
                </a:p>
              </p:txBody>
            </p:sp>
          </p:grpSp>
          <p:grpSp>
            <p:nvGrpSpPr>
              <p:cNvPr id="145453" name="Group 1146"/>
              <p:cNvGrpSpPr/>
              <p:nvPr/>
            </p:nvGrpSpPr>
            <p:grpSpPr>
              <a:xfrm>
                <a:off x="1553" y="3099"/>
                <a:ext cx="176" cy="150"/>
                <a:chOff x="4765" y="1531"/>
                <a:chExt cx="312" cy="261"/>
              </a:xfrm>
            </p:grpSpPr>
            <p:sp>
              <p:nvSpPr>
                <p:cNvPr id="145471" name="AutoShape 1147"/>
                <p:cNvSpPr>
                  <a:spLocks noChangeAspect="1" noTextEdit="1"/>
                </p:cNvSpPr>
                <p:nvPr/>
              </p:nvSpPr>
              <p:spPr>
                <a:xfrm>
                  <a:off x="4765" y="1531"/>
                  <a:ext cx="312" cy="260"/>
                </a:xfrm>
                <a:prstGeom prst="rect">
                  <a:avLst/>
                </a:prstGeom>
                <a:noFill/>
                <a:ln w="9525">
                  <a:noFill/>
                </a:ln>
              </p:spPr>
              <p:txBody>
                <a:bodyPr/>
                <a:p>
                  <a:endParaRPr lang="zh-CN" altLang="en-US"/>
                </a:p>
              </p:txBody>
            </p:sp>
            <p:sp>
              <p:nvSpPr>
                <p:cNvPr id="145472" name="Freeform 1148"/>
                <p:cNvSpPr/>
                <p:nvPr/>
              </p:nvSpPr>
              <p:spPr>
                <a:xfrm>
                  <a:off x="4765" y="1534"/>
                  <a:ext cx="307" cy="25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150" h="1804">
                      <a:moveTo>
                        <a:pt x="582" y="239"/>
                      </a:moveTo>
                      <a:lnTo>
                        <a:pt x="606" y="129"/>
                      </a:lnTo>
                      <a:lnTo>
                        <a:pt x="607" y="129"/>
                      </a:lnTo>
                      <a:lnTo>
                        <a:pt x="611" y="128"/>
                      </a:lnTo>
                      <a:lnTo>
                        <a:pt x="616" y="125"/>
                      </a:lnTo>
                      <a:lnTo>
                        <a:pt x="623" y="123"/>
                      </a:lnTo>
                      <a:lnTo>
                        <a:pt x="633" y="120"/>
                      </a:lnTo>
                      <a:lnTo>
                        <a:pt x="645" y="115"/>
                      </a:lnTo>
                      <a:lnTo>
                        <a:pt x="659" y="112"/>
                      </a:lnTo>
                      <a:lnTo>
                        <a:pt x="676" y="107"/>
                      </a:lnTo>
                      <a:lnTo>
                        <a:pt x="694" y="101"/>
                      </a:lnTo>
                      <a:lnTo>
                        <a:pt x="715" y="95"/>
                      </a:lnTo>
                      <a:lnTo>
                        <a:pt x="738" y="90"/>
                      </a:lnTo>
                      <a:lnTo>
                        <a:pt x="763" y="84"/>
                      </a:lnTo>
                      <a:lnTo>
                        <a:pt x="790" y="78"/>
                      </a:lnTo>
                      <a:lnTo>
                        <a:pt x="820" y="71"/>
                      </a:lnTo>
                      <a:lnTo>
                        <a:pt x="852" y="64"/>
                      </a:lnTo>
                      <a:lnTo>
                        <a:pt x="886" y="59"/>
                      </a:lnTo>
                      <a:lnTo>
                        <a:pt x="922" y="52"/>
                      </a:lnTo>
                      <a:lnTo>
                        <a:pt x="961" y="46"/>
                      </a:lnTo>
                      <a:lnTo>
                        <a:pt x="1002" y="40"/>
                      </a:lnTo>
                      <a:lnTo>
                        <a:pt x="1044" y="35"/>
                      </a:lnTo>
                      <a:lnTo>
                        <a:pt x="1090" y="29"/>
                      </a:lnTo>
                      <a:lnTo>
                        <a:pt x="1138" y="23"/>
                      </a:lnTo>
                      <a:lnTo>
                        <a:pt x="1187" y="18"/>
                      </a:lnTo>
                      <a:lnTo>
                        <a:pt x="1240" y="14"/>
                      </a:lnTo>
                      <a:lnTo>
                        <a:pt x="1294" y="10"/>
                      </a:lnTo>
                      <a:lnTo>
                        <a:pt x="1350" y="7"/>
                      </a:lnTo>
                      <a:lnTo>
                        <a:pt x="1410" y="4"/>
                      </a:lnTo>
                      <a:lnTo>
                        <a:pt x="1470" y="1"/>
                      </a:lnTo>
                      <a:lnTo>
                        <a:pt x="1535" y="0"/>
                      </a:lnTo>
                      <a:lnTo>
                        <a:pt x="1601" y="0"/>
                      </a:lnTo>
                      <a:lnTo>
                        <a:pt x="1668" y="0"/>
                      </a:lnTo>
                      <a:lnTo>
                        <a:pt x="1739" y="1"/>
                      </a:lnTo>
                      <a:lnTo>
                        <a:pt x="1816" y="44"/>
                      </a:lnTo>
                      <a:lnTo>
                        <a:pt x="1799" y="248"/>
                      </a:lnTo>
                      <a:lnTo>
                        <a:pt x="1804" y="251"/>
                      </a:lnTo>
                      <a:lnTo>
                        <a:pt x="1820" y="259"/>
                      </a:lnTo>
                      <a:lnTo>
                        <a:pt x="1842" y="272"/>
                      </a:lnTo>
                      <a:lnTo>
                        <a:pt x="1868" y="292"/>
                      </a:lnTo>
                      <a:lnTo>
                        <a:pt x="1896" y="318"/>
                      </a:lnTo>
                      <a:lnTo>
                        <a:pt x="1920" y="351"/>
                      </a:lnTo>
                      <a:lnTo>
                        <a:pt x="1939" y="390"/>
                      </a:lnTo>
                      <a:lnTo>
                        <a:pt x="1951" y="436"/>
                      </a:lnTo>
                      <a:lnTo>
                        <a:pt x="2125" y="593"/>
                      </a:lnTo>
                      <a:lnTo>
                        <a:pt x="2078" y="1009"/>
                      </a:lnTo>
                      <a:lnTo>
                        <a:pt x="1799" y="1149"/>
                      </a:lnTo>
                      <a:lnTo>
                        <a:pt x="2129" y="1247"/>
                      </a:lnTo>
                      <a:lnTo>
                        <a:pt x="2131" y="1251"/>
                      </a:lnTo>
                      <a:lnTo>
                        <a:pt x="2137" y="1264"/>
                      </a:lnTo>
                      <a:lnTo>
                        <a:pt x="2143" y="1284"/>
                      </a:lnTo>
                      <a:lnTo>
                        <a:pt x="2149" y="1310"/>
                      </a:lnTo>
                      <a:lnTo>
                        <a:pt x="2150" y="1342"/>
                      </a:lnTo>
                      <a:lnTo>
                        <a:pt x="2147" y="1380"/>
                      </a:lnTo>
                      <a:lnTo>
                        <a:pt x="2136" y="1423"/>
                      </a:lnTo>
                      <a:lnTo>
                        <a:pt x="2117" y="1468"/>
                      </a:lnTo>
                      <a:lnTo>
                        <a:pt x="1244" y="1804"/>
                      </a:lnTo>
                      <a:lnTo>
                        <a:pt x="0" y="1413"/>
                      </a:lnTo>
                      <a:lnTo>
                        <a:pt x="22" y="1367"/>
                      </a:lnTo>
                      <a:lnTo>
                        <a:pt x="212" y="1302"/>
                      </a:lnTo>
                      <a:lnTo>
                        <a:pt x="212" y="248"/>
                      </a:lnTo>
                      <a:lnTo>
                        <a:pt x="213" y="247"/>
                      </a:lnTo>
                      <a:lnTo>
                        <a:pt x="217" y="244"/>
                      </a:lnTo>
                      <a:lnTo>
                        <a:pt x="223" y="240"/>
                      </a:lnTo>
                      <a:lnTo>
                        <a:pt x="232" y="234"/>
                      </a:lnTo>
                      <a:lnTo>
                        <a:pt x="245" y="228"/>
                      </a:lnTo>
                      <a:lnTo>
                        <a:pt x="258" y="221"/>
                      </a:lnTo>
                      <a:lnTo>
                        <a:pt x="276" y="214"/>
                      </a:lnTo>
                      <a:lnTo>
                        <a:pt x="294" y="207"/>
                      </a:lnTo>
                      <a:lnTo>
                        <a:pt x="316" y="201"/>
                      </a:lnTo>
                      <a:lnTo>
                        <a:pt x="340" y="197"/>
                      </a:lnTo>
                      <a:lnTo>
                        <a:pt x="366" y="194"/>
                      </a:lnTo>
                      <a:lnTo>
                        <a:pt x="393" y="192"/>
                      </a:lnTo>
                      <a:lnTo>
                        <a:pt x="424" y="193"/>
                      </a:lnTo>
                      <a:lnTo>
                        <a:pt x="457" y="197"/>
                      </a:lnTo>
                      <a:lnTo>
                        <a:pt x="493" y="203"/>
                      </a:lnTo>
                      <a:lnTo>
                        <a:pt x="529" y="214"/>
                      </a:lnTo>
                      <a:lnTo>
                        <a:pt x="582" y="239"/>
                      </a:lnTo>
                      <a:close/>
                    </a:path>
                  </a:pathLst>
                </a:custGeom>
                <a:solidFill>
                  <a:srgbClr val="DDDDDD">
                    <a:alpha val="100000"/>
                  </a:srgbClr>
                </a:solidFill>
                <a:ln w="9525">
                  <a:noFill/>
                </a:ln>
              </p:spPr>
              <p:txBody>
                <a:bodyPr/>
                <a:p>
                  <a:endParaRPr lang="zh-CN" altLang="en-US"/>
                </a:p>
              </p:txBody>
            </p:sp>
            <p:sp>
              <p:nvSpPr>
                <p:cNvPr id="145473" name="Freeform 1149"/>
                <p:cNvSpPr/>
                <p:nvPr/>
              </p:nvSpPr>
              <p:spPr>
                <a:xfrm>
                  <a:off x="4882" y="1584"/>
                  <a:ext cx="163" cy="11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39" h="778">
                      <a:moveTo>
                        <a:pt x="7" y="587"/>
                      </a:moveTo>
                      <a:lnTo>
                        <a:pt x="0" y="682"/>
                      </a:lnTo>
                      <a:lnTo>
                        <a:pt x="742" y="778"/>
                      </a:lnTo>
                      <a:lnTo>
                        <a:pt x="748" y="775"/>
                      </a:lnTo>
                      <a:lnTo>
                        <a:pt x="763" y="767"/>
                      </a:lnTo>
                      <a:lnTo>
                        <a:pt x="787" y="755"/>
                      </a:lnTo>
                      <a:lnTo>
                        <a:pt x="816" y="737"/>
                      </a:lnTo>
                      <a:lnTo>
                        <a:pt x="852" y="714"/>
                      </a:lnTo>
                      <a:lnTo>
                        <a:pt x="891" y="686"/>
                      </a:lnTo>
                      <a:lnTo>
                        <a:pt x="932" y="652"/>
                      </a:lnTo>
                      <a:lnTo>
                        <a:pt x="973" y="613"/>
                      </a:lnTo>
                      <a:lnTo>
                        <a:pt x="1013" y="570"/>
                      </a:lnTo>
                      <a:lnTo>
                        <a:pt x="1051" y="521"/>
                      </a:lnTo>
                      <a:lnTo>
                        <a:pt x="1083" y="466"/>
                      </a:lnTo>
                      <a:lnTo>
                        <a:pt x="1109" y="406"/>
                      </a:lnTo>
                      <a:lnTo>
                        <a:pt x="1129" y="342"/>
                      </a:lnTo>
                      <a:lnTo>
                        <a:pt x="1139" y="271"/>
                      </a:lnTo>
                      <a:lnTo>
                        <a:pt x="1138" y="196"/>
                      </a:lnTo>
                      <a:lnTo>
                        <a:pt x="1124" y="115"/>
                      </a:lnTo>
                      <a:lnTo>
                        <a:pt x="1122" y="110"/>
                      </a:lnTo>
                      <a:lnTo>
                        <a:pt x="1115" y="97"/>
                      </a:lnTo>
                      <a:lnTo>
                        <a:pt x="1102" y="80"/>
                      </a:lnTo>
                      <a:lnTo>
                        <a:pt x="1086" y="59"/>
                      </a:lnTo>
                      <a:lnTo>
                        <a:pt x="1066" y="39"/>
                      </a:lnTo>
                      <a:lnTo>
                        <a:pt x="1041" y="20"/>
                      </a:lnTo>
                      <a:lnTo>
                        <a:pt x="1011" y="7"/>
                      </a:lnTo>
                      <a:lnTo>
                        <a:pt x="978" y="0"/>
                      </a:lnTo>
                      <a:lnTo>
                        <a:pt x="982" y="12"/>
                      </a:lnTo>
                      <a:lnTo>
                        <a:pt x="994" y="46"/>
                      </a:lnTo>
                      <a:lnTo>
                        <a:pt x="1007" y="100"/>
                      </a:lnTo>
                      <a:lnTo>
                        <a:pt x="1019" y="169"/>
                      </a:lnTo>
                      <a:lnTo>
                        <a:pt x="1022" y="252"/>
                      </a:lnTo>
                      <a:lnTo>
                        <a:pt x="1013" y="344"/>
                      </a:lnTo>
                      <a:lnTo>
                        <a:pt x="987" y="444"/>
                      </a:lnTo>
                      <a:lnTo>
                        <a:pt x="940" y="549"/>
                      </a:lnTo>
                      <a:lnTo>
                        <a:pt x="939" y="550"/>
                      </a:lnTo>
                      <a:lnTo>
                        <a:pt x="934" y="553"/>
                      </a:lnTo>
                      <a:lnTo>
                        <a:pt x="927" y="559"/>
                      </a:lnTo>
                      <a:lnTo>
                        <a:pt x="917" y="567"/>
                      </a:lnTo>
                      <a:lnTo>
                        <a:pt x="904" y="575"/>
                      </a:lnTo>
                      <a:lnTo>
                        <a:pt x="890" y="585"/>
                      </a:lnTo>
                      <a:lnTo>
                        <a:pt x="871" y="594"/>
                      </a:lnTo>
                      <a:lnTo>
                        <a:pt x="851" y="603"/>
                      </a:lnTo>
                      <a:lnTo>
                        <a:pt x="828" y="611"/>
                      </a:lnTo>
                      <a:lnTo>
                        <a:pt x="802" y="619"/>
                      </a:lnTo>
                      <a:lnTo>
                        <a:pt x="773" y="625"/>
                      </a:lnTo>
                      <a:lnTo>
                        <a:pt x="741" y="629"/>
                      </a:lnTo>
                      <a:lnTo>
                        <a:pt x="708" y="630"/>
                      </a:lnTo>
                      <a:lnTo>
                        <a:pt x="671" y="629"/>
                      </a:lnTo>
                      <a:lnTo>
                        <a:pt x="631" y="626"/>
                      </a:lnTo>
                      <a:lnTo>
                        <a:pt x="590" y="618"/>
                      </a:lnTo>
                      <a:lnTo>
                        <a:pt x="590" y="720"/>
                      </a:lnTo>
                      <a:lnTo>
                        <a:pt x="26" y="663"/>
                      </a:lnTo>
                      <a:lnTo>
                        <a:pt x="7" y="587"/>
                      </a:lnTo>
                      <a:close/>
                    </a:path>
                  </a:pathLst>
                </a:custGeom>
                <a:solidFill>
                  <a:schemeClr val="bg2">
                    <a:alpha val="100000"/>
                  </a:schemeClr>
                </a:solidFill>
                <a:ln w="9525">
                  <a:noFill/>
                </a:ln>
              </p:spPr>
              <p:txBody>
                <a:bodyPr/>
                <a:p>
                  <a:endParaRPr lang="zh-CN" altLang="en-US"/>
                </a:p>
              </p:txBody>
            </p:sp>
            <p:sp>
              <p:nvSpPr>
                <p:cNvPr id="145474" name="Freeform 1150"/>
                <p:cNvSpPr/>
                <p:nvPr/>
              </p:nvSpPr>
              <p:spPr>
                <a:xfrm>
                  <a:off x="4862" y="1693"/>
                  <a:ext cx="119" cy="38"/>
                </a:xfrm>
                <a:custGeom>
                  <a:avLst/>
                  <a:gdLst/>
                  <a:ahLst/>
                  <a:cxnLst>
                    <a:cxn ang="0">
                      <a:pos x="0" y="0"/>
                    </a:cxn>
                    <a:cxn ang="0">
                      <a:pos x="0" y="0"/>
                    </a:cxn>
                    <a:cxn ang="0">
                      <a:pos x="0" y="0"/>
                    </a:cxn>
                    <a:cxn ang="0">
                      <a:pos x="0" y="0"/>
                    </a:cxn>
                    <a:cxn ang="0">
                      <a:pos x="0" y="0"/>
                    </a:cxn>
                  </a:cxnLst>
                  <a:pathLst>
                    <a:path w="837" h="269">
                      <a:moveTo>
                        <a:pt x="837" y="96"/>
                      </a:moveTo>
                      <a:lnTo>
                        <a:pt x="12" y="0"/>
                      </a:lnTo>
                      <a:lnTo>
                        <a:pt x="0" y="96"/>
                      </a:lnTo>
                      <a:lnTo>
                        <a:pt x="812" y="269"/>
                      </a:lnTo>
                      <a:lnTo>
                        <a:pt x="837" y="96"/>
                      </a:lnTo>
                      <a:close/>
                    </a:path>
                  </a:pathLst>
                </a:custGeom>
                <a:solidFill>
                  <a:schemeClr val="bg2">
                    <a:alpha val="100000"/>
                  </a:schemeClr>
                </a:solidFill>
                <a:ln w="9525">
                  <a:noFill/>
                </a:ln>
              </p:spPr>
              <p:txBody>
                <a:bodyPr/>
                <a:p>
                  <a:endParaRPr lang="zh-CN" altLang="en-US"/>
                </a:p>
              </p:txBody>
            </p:sp>
            <p:sp>
              <p:nvSpPr>
                <p:cNvPr id="145475" name="Freeform 1151"/>
                <p:cNvSpPr/>
                <p:nvPr/>
              </p:nvSpPr>
              <p:spPr>
                <a:xfrm>
                  <a:off x="4921" y="1705"/>
                  <a:ext cx="51" cy="18"/>
                </a:xfrm>
                <a:custGeom>
                  <a:avLst/>
                  <a:gdLst/>
                  <a:ahLst/>
                  <a:cxnLst>
                    <a:cxn ang="0">
                      <a:pos x="0" y="0"/>
                    </a:cxn>
                    <a:cxn ang="0">
                      <a:pos x="0" y="0"/>
                    </a:cxn>
                    <a:cxn ang="0">
                      <a:pos x="0" y="0"/>
                    </a:cxn>
                    <a:cxn ang="0">
                      <a:pos x="0" y="0"/>
                    </a:cxn>
                    <a:cxn ang="0">
                      <a:pos x="0" y="0"/>
                    </a:cxn>
                  </a:cxnLst>
                  <a:pathLst>
                    <a:path w="358" h="122">
                      <a:moveTo>
                        <a:pt x="358" y="53"/>
                      </a:moveTo>
                      <a:lnTo>
                        <a:pt x="5" y="0"/>
                      </a:lnTo>
                      <a:lnTo>
                        <a:pt x="0" y="51"/>
                      </a:lnTo>
                      <a:lnTo>
                        <a:pt x="348" y="122"/>
                      </a:lnTo>
                      <a:lnTo>
                        <a:pt x="358" y="53"/>
                      </a:lnTo>
                      <a:close/>
                    </a:path>
                  </a:pathLst>
                </a:custGeom>
                <a:solidFill>
                  <a:schemeClr val="folHlink">
                    <a:alpha val="100000"/>
                  </a:schemeClr>
                </a:solidFill>
                <a:ln w="9525">
                  <a:noFill/>
                </a:ln>
              </p:spPr>
              <p:txBody>
                <a:bodyPr/>
                <a:p>
                  <a:endParaRPr lang="zh-CN" altLang="en-US"/>
                </a:p>
              </p:txBody>
            </p:sp>
            <p:sp>
              <p:nvSpPr>
                <p:cNvPr id="145476" name="Freeform 1152"/>
                <p:cNvSpPr/>
                <p:nvPr/>
              </p:nvSpPr>
              <p:spPr>
                <a:xfrm>
                  <a:off x="4869" y="1696"/>
                  <a:ext cx="34" cy="13"/>
                </a:xfrm>
                <a:custGeom>
                  <a:avLst/>
                  <a:gdLst/>
                  <a:ahLst/>
                  <a:cxnLst>
                    <a:cxn ang="0">
                      <a:pos x="0" y="0"/>
                    </a:cxn>
                    <a:cxn ang="0">
                      <a:pos x="0" y="0"/>
                    </a:cxn>
                    <a:cxn ang="0">
                      <a:pos x="0" y="0"/>
                    </a:cxn>
                    <a:cxn ang="0">
                      <a:pos x="0" y="0"/>
                    </a:cxn>
                    <a:cxn ang="0">
                      <a:pos x="0" y="0"/>
                    </a:cxn>
                  </a:cxnLst>
                  <a:pathLst>
                    <a:path w="239" h="91">
                      <a:moveTo>
                        <a:pt x="239" y="42"/>
                      </a:moveTo>
                      <a:lnTo>
                        <a:pt x="0" y="0"/>
                      </a:lnTo>
                      <a:lnTo>
                        <a:pt x="2" y="44"/>
                      </a:lnTo>
                      <a:lnTo>
                        <a:pt x="231" y="91"/>
                      </a:lnTo>
                      <a:lnTo>
                        <a:pt x="239" y="42"/>
                      </a:lnTo>
                      <a:close/>
                    </a:path>
                  </a:pathLst>
                </a:custGeom>
                <a:solidFill>
                  <a:schemeClr val="folHlink">
                    <a:alpha val="100000"/>
                  </a:schemeClr>
                </a:solidFill>
                <a:ln w="9525">
                  <a:noFill/>
                </a:ln>
              </p:spPr>
              <p:txBody>
                <a:bodyPr/>
                <a:p>
                  <a:endParaRPr lang="zh-CN" altLang="en-US"/>
                </a:p>
              </p:txBody>
            </p:sp>
            <p:sp>
              <p:nvSpPr>
                <p:cNvPr id="145477" name="Freeform 1153"/>
                <p:cNvSpPr/>
                <p:nvPr/>
              </p:nvSpPr>
              <p:spPr>
                <a:xfrm>
                  <a:off x="4783" y="1709"/>
                  <a:ext cx="202" cy="67"/>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409" h="466">
                      <a:moveTo>
                        <a:pt x="0" y="140"/>
                      </a:moveTo>
                      <a:lnTo>
                        <a:pt x="4" y="140"/>
                      </a:lnTo>
                      <a:lnTo>
                        <a:pt x="12" y="138"/>
                      </a:lnTo>
                      <a:lnTo>
                        <a:pt x="27" y="135"/>
                      </a:lnTo>
                      <a:lnTo>
                        <a:pt x="45" y="132"/>
                      </a:lnTo>
                      <a:lnTo>
                        <a:pt x="67" y="128"/>
                      </a:lnTo>
                      <a:lnTo>
                        <a:pt x="92" y="123"/>
                      </a:lnTo>
                      <a:lnTo>
                        <a:pt x="120" y="116"/>
                      </a:lnTo>
                      <a:lnTo>
                        <a:pt x="150" y="108"/>
                      </a:lnTo>
                      <a:lnTo>
                        <a:pt x="181" y="100"/>
                      </a:lnTo>
                      <a:lnTo>
                        <a:pt x="212" y="89"/>
                      </a:lnTo>
                      <a:lnTo>
                        <a:pt x="243" y="78"/>
                      </a:lnTo>
                      <a:lnTo>
                        <a:pt x="273" y="65"/>
                      </a:lnTo>
                      <a:lnTo>
                        <a:pt x="303" y="50"/>
                      </a:lnTo>
                      <a:lnTo>
                        <a:pt x="330" y="35"/>
                      </a:lnTo>
                      <a:lnTo>
                        <a:pt x="355" y="18"/>
                      </a:lnTo>
                      <a:lnTo>
                        <a:pt x="375" y="0"/>
                      </a:lnTo>
                      <a:lnTo>
                        <a:pt x="1409" y="236"/>
                      </a:lnTo>
                      <a:lnTo>
                        <a:pt x="1407" y="239"/>
                      </a:lnTo>
                      <a:lnTo>
                        <a:pt x="1401" y="245"/>
                      </a:lnTo>
                      <a:lnTo>
                        <a:pt x="1392" y="254"/>
                      </a:lnTo>
                      <a:lnTo>
                        <a:pt x="1379" y="265"/>
                      </a:lnTo>
                      <a:lnTo>
                        <a:pt x="1363" y="279"/>
                      </a:lnTo>
                      <a:lnTo>
                        <a:pt x="1345" y="295"/>
                      </a:lnTo>
                      <a:lnTo>
                        <a:pt x="1325" y="313"/>
                      </a:lnTo>
                      <a:lnTo>
                        <a:pt x="1303" y="332"/>
                      </a:lnTo>
                      <a:lnTo>
                        <a:pt x="1279" y="351"/>
                      </a:lnTo>
                      <a:lnTo>
                        <a:pt x="1253" y="371"/>
                      </a:lnTo>
                      <a:lnTo>
                        <a:pt x="1227" y="390"/>
                      </a:lnTo>
                      <a:lnTo>
                        <a:pt x="1200" y="409"/>
                      </a:lnTo>
                      <a:lnTo>
                        <a:pt x="1172" y="426"/>
                      </a:lnTo>
                      <a:lnTo>
                        <a:pt x="1145" y="441"/>
                      </a:lnTo>
                      <a:lnTo>
                        <a:pt x="1117" y="455"/>
                      </a:lnTo>
                      <a:lnTo>
                        <a:pt x="1091" y="466"/>
                      </a:lnTo>
                      <a:lnTo>
                        <a:pt x="0" y="140"/>
                      </a:lnTo>
                      <a:close/>
                    </a:path>
                  </a:pathLst>
                </a:custGeom>
                <a:solidFill>
                  <a:schemeClr val="bg2">
                    <a:alpha val="100000"/>
                  </a:schemeClr>
                </a:solidFill>
                <a:ln w="9525">
                  <a:noFill/>
                </a:ln>
              </p:spPr>
              <p:txBody>
                <a:bodyPr/>
                <a:p>
                  <a:endParaRPr lang="zh-CN" altLang="en-US"/>
                </a:p>
              </p:txBody>
            </p:sp>
            <p:sp>
              <p:nvSpPr>
                <p:cNvPr id="145478" name="Freeform 1154"/>
                <p:cNvSpPr/>
                <p:nvPr/>
              </p:nvSpPr>
              <p:spPr>
                <a:xfrm>
                  <a:off x="4984" y="1702"/>
                  <a:ext cx="72" cy="32"/>
                </a:xfrm>
                <a:custGeom>
                  <a:avLst/>
                  <a:gdLst/>
                  <a:ahLst/>
                  <a:cxnLst>
                    <a:cxn ang="0">
                      <a:pos x="0" y="0"/>
                    </a:cxn>
                    <a:cxn ang="0">
                      <a:pos x="0" y="0"/>
                    </a:cxn>
                    <a:cxn ang="0">
                      <a:pos x="0" y="0"/>
                    </a:cxn>
                    <a:cxn ang="0">
                      <a:pos x="0" y="0"/>
                    </a:cxn>
                    <a:cxn ang="0">
                      <a:pos x="0" y="0"/>
                    </a:cxn>
                    <a:cxn ang="0">
                      <a:pos x="0" y="0"/>
                    </a:cxn>
                  </a:cxnLst>
                  <a:pathLst>
                    <a:path w="502" h="223">
                      <a:moveTo>
                        <a:pt x="51" y="223"/>
                      </a:moveTo>
                      <a:lnTo>
                        <a:pt x="502" y="90"/>
                      </a:lnTo>
                      <a:lnTo>
                        <a:pt x="229" y="0"/>
                      </a:lnTo>
                      <a:lnTo>
                        <a:pt x="6" y="26"/>
                      </a:lnTo>
                      <a:lnTo>
                        <a:pt x="0" y="211"/>
                      </a:lnTo>
                      <a:lnTo>
                        <a:pt x="51" y="223"/>
                      </a:lnTo>
                      <a:close/>
                    </a:path>
                  </a:pathLst>
                </a:custGeom>
                <a:solidFill>
                  <a:schemeClr val="bg2">
                    <a:alpha val="100000"/>
                  </a:schemeClr>
                </a:solidFill>
                <a:ln w="9525">
                  <a:noFill/>
                </a:ln>
              </p:spPr>
              <p:txBody>
                <a:bodyPr/>
                <a:p>
                  <a:endParaRPr lang="zh-CN" altLang="en-US"/>
                </a:p>
              </p:txBody>
            </p:sp>
            <p:sp>
              <p:nvSpPr>
                <p:cNvPr id="145479" name="Freeform 1155"/>
                <p:cNvSpPr/>
                <p:nvPr/>
              </p:nvSpPr>
              <p:spPr>
                <a:xfrm>
                  <a:off x="4799" y="1565"/>
                  <a:ext cx="38" cy="152"/>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67" h="1064">
                      <a:moveTo>
                        <a:pt x="267" y="26"/>
                      </a:moveTo>
                      <a:lnTo>
                        <a:pt x="266" y="24"/>
                      </a:lnTo>
                      <a:lnTo>
                        <a:pt x="262" y="22"/>
                      </a:lnTo>
                      <a:lnTo>
                        <a:pt x="254" y="20"/>
                      </a:lnTo>
                      <a:lnTo>
                        <a:pt x="244" y="16"/>
                      </a:lnTo>
                      <a:lnTo>
                        <a:pt x="232" y="12"/>
                      </a:lnTo>
                      <a:lnTo>
                        <a:pt x="218" y="8"/>
                      </a:lnTo>
                      <a:lnTo>
                        <a:pt x="202" y="5"/>
                      </a:lnTo>
                      <a:lnTo>
                        <a:pt x="184" y="1"/>
                      </a:lnTo>
                      <a:lnTo>
                        <a:pt x="164" y="0"/>
                      </a:lnTo>
                      <a:lnTo>
                        <a:pt x="143" y="0"/>
                      </a:lnTo>
                      <a:lnTo>
                        <a:pt x="121" y="3"/>
                      </a:lnTo>
                      <a:lnTo>
                        <a:pt x="98" y="6"/>
                      </a:lnTo>
                      <a:lnTo>
                        <a:pt x="74" y="13"/>
                      </a:lnTo>
                      <a:lnTo>
                        <a:pt x="50" y="22"/>
                      </a:lnTo>
                      <a:lnTo>
                        <a:pt x="25" y="35"/>
                      </a:lnTo>
                      <a:lnTo>
                        <a:pt x="0" y="51"/>
                      </a:lnTo>
                      <a:lnTo>
                        <a:pt x="0" y="1064"/>
                      </a:lnTo>
                      <a:lnTo>
                        <a:pt x="1" y="1064"/>
                      </a:lnTo>
                      <a:lnTo>
                        <a:pt x="7" y="1064"/>
                      </a:lnTo>
                      <a:lnTo>
                        <a:pt x="15" y="1063"/>
                      </a:lnTo>
                      <a:lnTo>
                        <a:pt x="25" y="1062"/>
                      </a:lnTo>
                      <a:lnTo>
                        <a:pt x="37" y="1060"/>
                      </a:lnTo>
                      <a:lnTo>
                        <a:pt x="52" y="1057"/>
                      </a:lnTo>
                      <a:lnTo>
                        <a:pt x="69" y="1054"/>
                      </a:lnTo>
                      <a:lnTo>
                        <a:pt x="88" y="1049"/>
                      </a:lnTo>
                      <a:lnTo>
                        <a:pt x="108" y="1044"/>
                      </a:lnTo>
                      <a:lnTo>
                        <a:pt x="129" y="1037"/>
                      </a:lnTo>
                      <a:lnTo>
                        <a:pt x="152" y="1029"/>
                      </a:lnTo>
                      <a:lnTo>
                        <a:pt x="175" y="1018"/>
                      </a:lnTo>
                      <a:lnTo>
                        <a:pt x="198" y="1007"/>
                      </a:lnTo>
                      <a:lnTo>
                        <a:pt x="222" y="994"/>
                      </a:lnTo>
                      <a:lnTo>
                        <a:pt x="244" y="979"/>
                      </a:lnTo>
                      <a:lnTo>
                        <a:pt x="267" y="962"/>
                      </a:lnTo>
                      <a:lnTo>
                        <a:pt x="267" y="26"/>
                      </a:lnTo>
                      <a:close/>
                    </a:path>
                  </a:pathLst>
                </a:custGeom>
                <a:solidFill>
                  <a:schemeClr val="bg2">
                    <a:alpha val="100000"/>
                  </a:schemeClr>
                </a:solidFill>
                <a:ln w="9525">
                  <a:noFill/>
                </a:ln>
              </p:spPr>
              <p:txBody>
                <a:bodyPr/>
                <a:p>
                  <a:endParaRPr lang="zh-CN" altLang="en-US"/>
                </a:p>
              </p:txBody>
            </p:sp>
            <p:sp>
              <p:nvSpPr>
                <p:cNvPr id="145480" name="Freeform 1156"/>
                <p:cNvSpPr/>
                <p:nvPr/>
              </p:nvSpPr>
              <p:spPr>
                <a:xfrm>
                  <a:off x="4800" y="1567"/>
                  <a:ext cx="33" cy="12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28" h="898">
                      <a:moveTo>
                        <a:pt x="228" y="21"/>
                      </a:moveTo>
                      <a:lnTo>
                        <a:pt x="227" y="20"/>
                      </a:lnTo>
                      <a:lnTo>
                        <a:pt x="224" y="19"/>
                      </a:lnTo>
                      <a:lnTo>
                        <a:pt x="217" y="17"/>
                      </a:lnTo>
                      <a:lnTo>
                        <a:pt x="209" y="13"/>
                      </a:lnTo>
                      <a:lnTo>
                        <a:pt x="199" y="10"/>
                      </a:lnTo>
                      <a:lnTo>
                        <a:pt x="186" y="6"/>
                      </a:lnTo>
                      <a:lnTo>
                        <a:pt x="172" y="4"/>
                      </a:lnTo>
                      <a:lnTo>
                        <a:pt x="157" y="2"/>
                      </a:lnTo>
                      <a:lnTo>
                        <a:pt x="140" y="0"/>
                      </a:lnTo>
                      <a:lnTo>
                        <a:pt x="122" y="0"/>
                      </a:lnTo>
                      <a:lnTo>
                        <a:pt x="104" y="2"/>
                      </a:lnTo>
                      <a:lnTo>
                        <a:pt x="83" y="5"/>
                      </a:lnTo>
                      <a:lnTo>
                        <a:pt x="64" y="11"/>
                      </a:lnTo>
                      <a:lnTo>
                        <a:pt x="42" y="19"/>
                      </a:lnTo>
                      <a:lnTo>
                        <a:pt x="21" y="29"/>
                      </a:lnTo>
                      <a:lnTo>
                        <a:pt x="0" y="43"/>
                      </a:lnTo>
                      <a:lnTo>
                        <a:pt x="0" y="898"/>
                      </a:lnTo>
                      <a:lnTo>
                        <a:pt x="1" y="898"/>
                      </a:lnTo>
                      <a:lnTo>
                        <a:pt x="5" y="898"/>
                      </a:lnTo>
                      <a:lnTo>
                        <a:pt x="12" y="897"/>
                      </a:lnTo>
                      <a:lnTo>
                        <a:pt x="21" y="896"/>
                      </a:lnTo>
                      <a:lnTo>
                        <a:pt x="32" y="894"/>
                      </a:lnTo>
                      <a:lnTo>
                        <a:pt x="45" y="892"/>
                      </a:lnTo>
                      <a:lnTo>
                        <a:pt x="59" y="889"/>
                      </a:lnTo>
                      <a:lnTo>
                        <a:pt x="75" y="884"/>
                      </a:lnTo>
                      <a:lnTo>
                        <a:pt x="92" y="879"/>
                      </a:lnTo>
                      <a:lnTo>
                        <a:pt x="111" y="874"/>
                      </a:lnTo>
                      <a:lnTo>
                        <a:pt x="130" y="867"/>
                      </a:lnTo>
                      <a:lnTo>
                        <a:pt x="149" y="858"/>
                      </a:lnTo>
                      <a:lnTo>
                        <a:pt x="169" y="848"/>
                      </a:lnTo>
                      <a:lnTo>
                        <a:pt x="190" y="837"/>
                      </a:lnTo>
                      <a:lnTo>
                        <a:pt x="209" y="824"/>
                      </a:lnTo>
                      <a:lnTo>
                        <a:pt x="228" y="809"/>
                      </a:lnTo>
                      <a:lnTo>
                        <a:pt x="228" y="21"/>
                      </a:lnTo>
                      <a:close/>
                    </a:path>
                  </a:pathLst>
                </a:custGeom>
                <a:solidFill>
                  <a:schemeClr val="bg2">
                    <a:alpha val="100000"/>
                  </a:schemeClr>
                </a:solidFill>
                <a:ln w="9525">
                  <a:noFill/>
                </a:ln>
              </p:spPr>
              <p:txBody>
                <a:bodyPr/>
                <a:p>
                  <a:endParaRPr lang="zh-CN" altLang="en-US"/>
                </a:p>
              </p:txBody>
            </p:sp>
            <p:sp>
              <p:nvSpPr>
                <p:cNvPr id="145481" name="Freeform 1157"/>
                <p:cNvSpPr/>
                <p:nvPr/>
              </p:nvSpPr>
              <p:spPr>
                <a:xfrm>
                  <a:off x="4801" y="1568"/>
                  <a:ext cx="27" cy="104"/>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92" h="729">
                      <a:moveTo>
                        <a:pt x="192" y="17"/>
                      </a:moveTo>
                      <a:lnTo>
                        <a:pt x="191" y="17"/>
                      </a:lnTo>
                      <a:lnTo>
                        <a:pt x="187" y="15"/>
                      </a:lnTo>
                      <a:lnTo>
                        <a:pt x="183" y="12"/>
                      </a:lnTo>
                      <a:lnTo>
                        <a:pt x="176" y="10"/>
                      </a:lnTo>
                      <a:lnTo>
                        <a:pt x="167" y="8"/>
                      </a:lnTo>
                      <a:lnTo>
                        <a:pt x="156" y="4"/>
                      </a:lnTo>
                      <a:lnTo>
                        <a:pt x="145" y="2"/>
                      </a:lnTo>
                      <a:lnTo>
                        <a:pt x="132" y="0"/>
                      </a:lnTo>
                      <a:lnTo>
                        <a:pt x="117" y="0"/>
                      </a:lnTo>
                      <a:lnTo>
                        <a:pt x="102" y="0"/>
                      </a:lnTo>
                      <a:lnTo>
                        <a:pt x="86" y="1"/>
                      </a:lnTo>
                      <a:lnTo>
                        <a:pt x="70" y="3"/>
                      </a:lnTo>
                      <a:lnTo>
                        <a:pt x="53" y="8"/>
                      </a:lnTo>
                      <a:lnTo>
                        <a:pt x="35" y="15"/>
                      </a:lnTo>
                      <a:lnTo>
                        <a:pt x="18" y="24"/>
                      </a:lnTo>
                      <a:lnTo>
                        <a:pt x="0" y="35"/>
                      </a:lnTo>
                      <a:lnTo>
                        <a:pt x="0" y="729"/>
                      </a:lnTo>
                      <a:lnTo>
                        <a:pt x="1" y="729"/>
                      </a:lnTo>
                      <a:lnTo>
                        <a:pt x="4" y="729"/>
                      </a:lnTo>
                      <a:lnTo>
                        <a:pt x="10" y="728"/>
                      </a:lnTo>
                      <a:lnTo>
                        <a:pt x="18" y="727"/>
                      </a:lnTo>
                      <a:lnTo>
                        <a:pt x="27" y="726"/>
                      </a:lnTo>
                      <a:lnTo>
                        <a:pt x="37" y="725"/>
                      </a:lnTo>
                      <a:lnTo>
                        <a:pt x="50" y="721"/>
                      </a:lnTo>
                      <a:lnTo>
                        <a:pt x="64" y="719"/>
                      </a:lnTo>
                      <a:lnTo>
                        <a:pt x="77" y="714"/>
                      </a:lnTo>
                      <a:lnTo>
                        <a:pt x="92" y="710"/>
                      </a:lnTo>
                      <a:lnTo>
                        <a:pt x="108" y="704"/>
                      </a:lnTo>
                      <a:lnTo>
                        <a:pt x="125" y="697"/>
                      </a:lnTo>
                      <a:lnTo>
                        <a:pt x="141" y="689"/>
                      </a:lnTo>
                      <a:lnTo>
                        <a:pt x="159" y="680"/>
                      </a:lnTo>
                      <a:lnTo>
                        <a:pt x="176" y="668"/>
                      </a:lnTo>
                      <a:lnTo>
                        <a:pt x="192" y="657"/>
                      </a:lnTo>
                      <a:lnTo>
                        <a:pt x="192" y="17"/>
                      </a:lnTo>
                      <a:close/>
                    </a:path>
                  </a:pathLst>
                </a:custGeom>
                <a:solidFill>
                  <a:srgbClr val="DDDDDD">
                    <a:alpha val="100000"/>
                  </a:srgbClr>
                </a:solidFill>
                <a:ln w="9525">
                  <a:noFill/>
                </a:ln>
              </p:spPr>
              <p:txBody>
                <a:bodyPr/>
                <a:p>
                  <a:endParaRPr lang="zh-CN" altLang="en-US"/>
                </a:p>
              </p:txBody>
            </p:sp>
            <p:sp>
              <p:nvSpPr>
                <p:cNvPr id="145482" name="Freeform 1158"/>
                <p:cNvSpPr/>
                <p:nvPr/>
              </p:nvSpPr>
              <p:spPr>
                <a:xfrm>
                  <a:off x="4802" y="1569"/>
                  <a:ext cx="22" cy="8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56" h="564">
                      <a:moveTo>
                        <a:pt x="156" y="15"/>
                      </a:moveTo>
                      <a:lnTo>
                        <a:pt x="153" y="14"/>
                      </a:lnTo>
                      <a:lnTo>
                        <a:pt x="142" y="9"/>
                      </a:lnTo>
                      <a:lnTo>
                        <a:pt x="127" y="4"/>
                      </a:lnTo>
                      <a:lnTo>
                        <a:pt x="108" y="1"/>
                      </a:lnTo>
                      <a:lnTo>
                        <a:pt x="84" y="0"/>
                      </a:lnTo>
                      <a:lnTo>
                        <a:pt x="58" y="3"/>
                      </a:lnTo>
                      <a:lnTo>
                        <a:pt x="29" y="12"/>
                      </a:lnTo>
                      <a:lnTo>
                        <a:pt x="0" y="28"/>
                      </a:lnTo>
                      <a:lnTo>
                        <a:pt x="0" y="564"/>
                      </a:lnTo>
                      <a:lnTo>
                        <a:pt x="4" y="564"/>
                      </a:lnTo>
                      <a:lnTo>
                        <a:pt x="15" y="563"/>
                      </a:lnTo>
                      <a:lnTo>
                        <a:pt x="31" y="560"/>
                      </a:lnTo>
                      <a:lnTo>
                        <a:pt x="52" y="555"/>
                      </a:lnTo>
                      <a:lnTo>
                        <a:pt x="76" y="548"/>
                      </a:lnTo>
                      <a:lnTo>
                        <a:pt x="102" y="537"/>
                      </a:lnTo>
                      <a:lnTo>
                        <a:pt x="128" y="524"/>
                      </a:lnTo>
                      <a:lnTo>
                        <a:pt x="156" y="505"/>
                      </a:lnTo>
                      <a:lnTo>
                        <a:pt x="156" y="15"/>
                      </a:lnTo>
                      <a:close/>
                    </a:path>
                  </a:pathLst>
                </a:custGeom>
                <a:solidFill>
                  <a:schemeClr val="bg2">
                    <a:alpha val="100000"/>
                  </a:schemeClr>
                </a:solidFill>
                <a:ln w="9525">
                  <a:noFill/>
                </a:ln>
              </p:spPr>
              <p:txBody>
                <a:bodyPr/>
                <a:p>
                  <a:endParaRPr lang="zh-CN" altLang="en-US"/>
                </a:p>
              </p:txBody>
            </p:sp>
            <p:sp>
              <p:nvSpPr>
                <p:cNvPr id="145483" name="Freeform 1159"/>
                <p:cNvSpPr/>
                <p:nvPr/>
              </p:nvSpPr>
              <p:spPr>
                <a:xfrm>
                  <a:off x="4803" y="1571"/>
                  <a:ext cx="17" cy="5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7" h="396">
                      <a:moveTo>
                        <a:pt x="117" y="10"/>
                      </a:moveTo>
                      <a:lnTo>
                        <a:pt x="115" y="9"/>
                      </a:lnTo>
                      <a:lnTo>
                        <a:pt x="107" y="6"/>
                      </a:lnTo>
                      <a:lnTo>
                        <a:pt x="95" y="2"/>
                      </a:lnTo>
                      <a:lnTo>
                        <a:pt x="80" y="0"/>
                      </a:lnTo>
                      <a:lnTo>
                        <a:pt x="63" y="0"/>
                      </a:lnTo>
                      <a:lnTo>
                        <a:pt x="43" y="2"/>
                      </a:lnTo>
                      <a:lnTo>
                        <a:pt x="22" y="9"/>
                      </a:lnTo>
                      <a:lnTo>
                        <a:pt x="0" y="22"/>
                      </a:lnTo>
                      <a:lnTo>
                        <a:pt x="0" y="396"/>
                      </a:lnTo>
                      <a:lnTo>
                        <a:pt x="3" y="396"/>
                      </a:lnTo>
                      <a:lnTo>
                        <a:pt x="11" y="395"/>
                      </a:lnTo>
                      <a:lnTo>
                        <a:pt x="23" y="393"/>
                      </a:lnTo>
                      <a:lnTo>
                        <a:pt x="39" y="389"/>
                      </a:lnTo>
                      <a:lnTo>
                        <a:pt x="58" y="385"/>
                      </a:lnTo>
                      <a:lnTo>
                        <a:pt x="77" y="377"/>
                      </a:lnTo>
                      <a:lnTo>
                        <a:pt x="96" y="365"/>
                      </a:lnTo>
                      <a:lnTo>
                        <a:pt x="117" y="351"/>
                      </a:lnTo>
                      <a:lnTo>
                        <a:pt x="117" y="10"/>
                      </a:lnTo>
                      <a:close/>
                    </a:path>
                  </a:pathLst>
                </a:custGeom>
                <a:solidFill>
                  <a:schemeClr val="bg2">
                    <a:alpha val="100000"/>
                  </a:schemeClr>
                </a:solidFill>
                <a:ln w="9525">
                  <a:noFill/>
                </a:ln>
              </p:spPr>
              <p:txBody>
                <a:bodyPr/>
                <a:p>
                  <a:endParaRPr lang="zh-CN" altLang="en-US"/>
                </a:p>
              </p:txBody>
            </p:sp>
            <p:sp>
              <p:nvSpPr>
                <p:cNvPr id="145484" name="Freeform 1160"/>
                <p:cNvSpPr/>
                <p:nvPr/>
              </p:nvSpPr>
              <p:spPr>
                <a:xfrm>
                  <a:off x="4804" y="1572"/>
                  <a:ext cx="11" cy="33"/>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80" h="230">
                      <a:moveTo>
                        <a:pt x="80" y="7"/>
                      </a:moveTo>
                      <a:lnTo>
                        <a:pt x="78" y="6"/>
                      </a:lnTo>
                      <a:lnTo>
                        <a:pt x="73" y="5"/>
                      </a:lnTo>
                      <a:lnTo>
                        <a:pt x="65" y="2"/>
                      </a:lnTo>
                      <a:lnTo>
                        <a:pt x="55" y="0"/>
                      </a:lnTo>
                      <a:lnTo>
                        <a:pt x="44" y="0"/>
                      </a:lnTo>
                      <a:lnTo>
                        <a:pt x="30" y="1"/>
                      </a:lnTo>
                      <a:lnTo>
                        <a:pt x="15" y="7"/>
                      </a:lnTo>
                      <a:lnTo>
                        <a:pt x="0" y="15"/>
                      </a:lnTo>
                      <a:lnTo>
                        <a:pt x="0" y="230"/>
                      </a:lnTo>
                      <a:lnTo>
                        <a:pt x="3" y="230"/>
                      </a:lnTo>
                      <a:lnTo>
                        <a:pt x="7" y="229"/>
                      </a:lnTo>
                      <a:lnTo>
                        <a:pt x="16" y="228"/>
                      </a:lnTo>
                      <a:lnTo>
                        <a:pt x="27" y="225"/>
                      </a:lnTo>
                      <a:lnTo>
                        <a:pt x="39" y="222"/>
                      </a:lnTo>
                      <a:lnTo>
                        <a:pt x="53" y="216"/>
                      </a:lnTo>
                      <a:lnTo>
                        <a:pt x="67" y="208"/>
                      </a:lnTo>
                      <a:lnTo>
                        <a:pt x="80" y="199"/>
                      </a:lnTo>
                      <a:lnTo>
                        <a:pt x="80" y="7"/>
                      </a:lnTo>
                      <a:close/>
                    </a:path>
                  </a:pathLst>
                </a:custGeom>
                <a:solidFill>
                  <a:schemeClr val="bg2">
                    <a:alpha val="100000"/>
                  </a:schemeClr>
                </a:solidFill>
                <a:ln w="9525">
                  <a:noFill/>
                </a:ln>
              </p:spPr>
              <p:txBody>
                <a:bodyPr/>
                <a:p>
                  <a:endParaRPr lang="zh-CN" altLang="en-US"/>
                </a:p>
              </p:txBody>
            </p:sp>
            <p:sp>
              <p:nvSpPr>
                <p:cNvPr id="145485" name="Freeform 1161"/>
                <p:cNvSpPr/>
                <p:nvPr/>
              </p:nvSpPr>
              <p:spPr>
                <a:xfrm>
                  <a:off x="4942" y="1666"/>
                  <a:ext cx="16" cy="17"/>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7" h="117">
                      <a:moveTo>
                        <a:pt x="58" y="117"/>
                      </a:moveTo>
                      <a:lnTo>
                        <a:pt x="70" y="116"/>
                      </a:lnTo>
                      <a:lnTo>
                        <a:pt x="81" y="112"/>
                      </a:lnTo>
                      <a:lnTo>
                        <a:pt x="90" y="106"/>
                      </a:lnTo>
                      <a:lnTo>
                        <a:pt x="100" y="100"/>
                      </a:lnTo>
                      <a:lnTo>
                        <a:pt x="106" y="90"/>
                      </a:lnTo>
                      <a:lnTo>
                        <a:pt x="112" y="81"/>
                      </a:lnTo>
                      <a:lnTo>
                        <a:pt x="116" y="70"/>
                      </a:lnTo>
                      <a:lnTo>
                        <a:pt x="117" y="58"/>
                      </a:lnTo>
                      <a:lnTo>
                        <a:pt x="116" y="46"/>
                      </a:lnTo>
                      <a:lnTo>
                        <a:pt x="112" y="35"/>
                      </a:lnTo>
                      <a:lnTo>
                        <a:pt x="106" y="25"/>
                      </a:lnTo>
                      <a:lnTo>
                        <a:pt x="100" y="17"/>
                      </a:lnTo>
                      <a:lnTo>
                        <a:pt x="90" y="9"/>
                      </a:lnTo>
                      <a:lnTo>
                        <a:pt x="81" y="4"/>
                      </a:lnTo>
                      <a:lnTo>
                        <a:pt x="70" y="1"/>
                      </a:lnTo>
                      <a:lnTo>
                        <a:pt x="58" y="0"/>
                      </a:lnTo>
                      <a:lnTo>
                        <a:pt x="47" y="1"/>
                      </a:lnTo>
                      <a:lnTo>
                        <a:pt x="36" y="4"/>
                      </a:lnTo>
                      <a:lnTo>
                        <a:pt x="26" y="9"/>
                      </a:lnTo>
                      <a:lnTo>
                        <a:pt x="17" y="17"/>
                      </a:lnTo>
                      <a:lnTo>
                        <a:pt x="10" y="25"/>
                      </a:lnTo>
                      <a:lnTo>
                        <a:pt x="5" y="35"/>
                      </a:lnTo>
                      <a:lnTo>
                        <a:pt x="1" y="46"/>
                      </a:lnTo>
                      <a:lnTo>
                        <a:pt x="0" y="58"/>
                      </a:lnTo>
                      <a:lnTo>
                        <a:pt x="1" y="70"/>
                      </a:lnTo>
                      <a:lnTo>
                        <a:pt x="5" y="81"/>
                      </a:lnTo>
                      <a:lnTo>
                        <a:pt x="10" y="90"/>
                      </a:lnTo>
                      <a:lnTo>
                        <a:pt x="17" y="100"/>
                      </a:lnTo>
                      <a:lnTo>
                        <a:pt x="26" y="106"/>
                      </a:lnTo>
                      <a:lnTo>
                        <a:pt x="36" y="112"/>
                      </a:lnTo>
                      <a:lnTo>
                        <a:pt x="47" y="116"/>
                      </a:lnTo>
                      <a:lnTo>
                        <a:pt x="58" y="117"/>
                      </a:lnTo>
                      <a:close/>
                    </a:path>
                  </a:pathLst>
                </a:custGeom>
                <a:solidFill>
                  <a:schemeClr val="bg2">
                    <a:alpha val="100000"/>
                  </a:schemeClr>
                </a:solidFill>
                <a:ln w="9525">
                  <a:noFill/>
                </a:ln>
              </p:spPr>
              <p:txBody>
                <a:bodyPr/>
                <a:p>
                  <a:endParaRPr lang="zh-CN" altLang="en-US"/>
                </a:p>
              </p:txBody>
            </p:sp>
            <p:sp>
              <p:nvSpPr>
                <p:cNvPr id="145486" name="Freeform 1162"/>
                <p:cNvSpPr/>
                <p:nvPr/>
              </p:nvSpPr>
              <p:spPr>
                <a:xfrm>
                  <a:off x="4890" y="1666"/>
                  <a:ext cx="9" cy="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8" h="59">
                      <a:moveTo>
                        <a:pt x="29" y="59"/>
                      </a:moveTo>
                      <a:lnTo>
                        <a:pt x="40" y="56"/>
                      </a:lnTo>
                      <a:lnTo>
                        <a:pt x="50" y="49"/>
                      </a:lnTo>
                      <a:lnTo>
                        <a:pt x="56" y="40"/>
                      </a:lnTo>
                      <a:lnTo>
                        <a:pt x="58" y="29"/>
                      </a:lnTo>
                      <a:lnTo>
                        <a:pt x="56" y="17"/>
                      </a:lnTo>
                      <a:lnTo>
                        <a:pt x="50" y="8"/>
                      </a:lnTo>
                      <a:lnTo>
                        <a:pt x="40" y="2"/>
                      </a:lnTo>
                      <a:lnTo>
                        <a:pt x="29" y="0"/>
                      </a:lnTo>
                      <a:lnTo>
                        <a:pt x="17" y="2"/>
                      </a:lnTo>
                      <a:lnTo>
                        <a:pt x="8" y="8"/>
                      </a:lnTo>
                      <a:lnTo>
                        <a:pt x="2" y="17"/>
                      </a:lnTo>
                      <a:lnTo>
                        <a:pt x="0" y="29"/>
                      </a:lnTo>
                      <a:lnTo>
                        <a:pt x="2" y="40"/>
                      </a:lnTo>
                      <a:lnTo>
                        <a:pt x="8" y="49"/>
                      </a:lnTo>
                      <a:lnTo>
                        <a:pt x="17" y="56"/>
                      </a:lnTo>
                      <a:lnTo>
                        <a:pt x="29" y="59"/>
                      </a:lnTo>
                      <a:close/>
                    </a:path>
                  </a:pathLst>
                </a:custGeom>
                <a:solidFill>
                  <a:srgbClr val="FFFFFF">
                    <a:alpha val="100000"/>
                  </a:srgbClr>
                </a:solidFill>
                <a:ln w="9525">
                  <a:noFill/>
                </a:ln>
              </p:spPr>
              <p:txBody>
                <a:bodyPr/>
                <a:p>
                  <a:endParaRPr lang="zh-CN" altLang="en-US"/>
                </a:p>
              </p:txBody>
            </p:sp>
            <p:sp>
              <p:nvSpPr>
                <p:cNvPr id="145487" name="Freeform 1163"/>
                <p:cNvSpPr/>
                <p:nvPr/>
              </p:nvSpPr>
              <p:spPr>
                <a:xfrm>
                  <a:off x="4905" y="1667"/>
                  <a:ext cx="8" cy="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8" h="59">
                      <a:moveTo>
                        <a:pt x="29" y="59"/>
                      </a:moveTo>
                      <a:lnTo>
                        <a:pt x="41" y="57"/>
                      </a:lnTo>
                      <a:lnTo>
                        <a:pt x="50" y="51"/>
                      </a:lnTo>
                      <a:lnTo>
                        <a:pt x="56" y="42"/>
                      </a:lnTo>
                      <a:lnTo>
                        <a:pt x="58" y="30"/>
                      </a:lnTo>
                      <a:lnTo>
                        <a:pt x="56" y="19"/>
                      </a:lnTo>
                      <a:lnTo>
                        <a:pt x="50" y="9"/>
                      </a:lnTo>
                      <a:lnTo>
                        <a:pt x="41" y="3"/>
                      </a:lnTo>
                      <a:lnTo>
                        <a:pt x="29" y="0"/>
                      </a:lnTo>
                      <a:lnTo>
                        <a:pt x="18" y="3"/>
                      </a:lnTo>
                      <a:lnTo>
                        <a:pt x="9" y="9"/>
                      </a:lnTo>
                      <a:lnTo>
                        <a:pt x="2" y="19"/>
                      </a:lnTo>
                      <a:lnTo>
                        <a:pt x="0" y="30"/>
                      </a:lnTo>
                      <a:lnTo>
                        <a:pt x="2" y="42"/>
                      </a:lnTo>
                      <a:lnTo>
                        <a:pt x="9" y="51"/>
                      </a:lnTo>
                      <a:lnTo>
                        <a:pt x="18" y="57"/>
                      </a:lnTo>
                      <a:lnTo>
                        <a:pt x="29" y="59"/>
                      </a:lnTo>
                      <a:close/>
                    </a:path>
                  </a:pathLst>
                </a:custGeom>
                <a:solidFill>
                  <a:srgbClr val="FFFFFF">
                    <a:alpha val="100000"/>
                  </a:srgbClr>
                </a:solidFill>
                <a:ln w="9525">
                  <a:noFill/>
                </a:ln>
              </p:spPr>
              <p:txBody>
                <a:bodyPr/>
                <a:p>
                  <a:endParaRPr lang="zh-CN" altLang="en-US"/>
                </a:p>
              </p:txBody>
            </p:sp>
            <p:sp>
              <p:nvSpPr>
                <p:cNvPr id="145488" name="Freeform 1164"/>
                <p:cNvSpPr/>
                <p:nvPr/>
              </p:nvSpPr>
              <p:spPr>
                <a:xfrm>
                  <a:off x="4849" y="1552"/>
                  <a:ext cx="23" cy="114"/>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66" h="800">
                      <a:moveTo>
                        <a:pt x="52" y="16"/>
                      </a:moveTo>
                      <a:lnTo>
                        <a:pt x="47" y="32"/>
                      </a:lnTo>
                      <a:lnTo>
                        <a:pt x="36" y="77"/>
                      </a:lnTo>
                      <a:lnTo>
                        <a:pt x="21" y="148"/>
                      </a:lnTo>
                      <a:lnTo>
                        <a:pt x="8" y="244"/>
                      </a:lnTo>
                      <a:lnTo>
                        <a:pt x="0" y="359"/>
                      </a:lnTo>
                      <a:lnTo>
                        <a:pt x="2" y="492"/>
                      </a:lnTo>
                      <a:lnTo>
                        <a:pt x="15" y="640"/>
                      </a:lnTo>
                      <a:lnTo>
                        <a:pt x="46" y="800"/>
                      </a:lnTo>
                      <a:lnTo>
                        <a:pt x="161" y="794"/>
                      </a:lnTo>
                      <a:lnTo>
                        <a:pt x="156" y="770"/>
                      </a:lnTo>
                      <a:lnTo>
                        <a:pt x="145" y="706"/>
                      </a:lnTo>
                      <a:lnTo>
                        <a:pt x="131" y="610"/>
                      </a:lnTo>
                      <a:lnTo>
                        <a:pt x="118" y="493"/>
                      </a:lnTo>
                      <a:lnTo>
                        <a:pt x="111" y="364"/>
                      </a:lnTo>
                      <a:lnTo>
                        <a:pt x="115" y="235"/>
                      </a:lnTo>
                      <a:lnTo>
                        <a:pt x="132" y="113"/>
                      </a:lnTo>
                      <a:lnTo>
                        <a:pt x="166" y="9"/>
                      </a:lnTo>
                      <a:lnTo>
                        <a:pt x="166" y="8"/>
                      </a:lnTo>
                      <a:lnTo>
                        <a:pt x="166" y="6"/>
                      </a:lnTo>
                      <a:lnTo>
                        <a:pt x="164" y="4"/>
                      </a:lnTo>
                      <a:lnTo>
                        <a:pt x="157" y="0"/>
                      </a:lnTo>
                      <a:lnTo>
                        <a:pt x="143" y="0"/>
                      </a:lnTo>
                      <a:lnTo>
                        <a:pt x="123" y="1"/>
                      </a:lnTo>
                      <a:lnTo>
                        <a:pt x="93" y="7"/>
                      </a:lnTo>
                      <a:lnTo>
                        <a:pt x="52" y="16"/>
                      </a:lnTo>
                      <a:close/>
                    </a:path>
                  </a:pathLst>
                </a:custGeom>
                <a:solidFill>
                  <a:schemeClr val="bg2">
                    <a:alpha val="100000"/>
                  </a:schemeClr>
                </a:solidFill>
                <a:ln w="9525">
                  <a:noFill/>
                </a:ln>
              </p:spPr>
              <p:txBody>
                <a:bodyPr/>
                <a:p>
                  <a:endParaRPr lang="zh-CN" altLang="en-US"/>
                </a:p>
              </p:txBody>
            </p:sp>
            <p:sp>
              <p:nvSpPr>
                <p:cNvPr id="145489" name="Freeform 1165"/>
                <p:cNvSpPr/>
                <p:nvPr/>
              </p:nvSpPr>
              <p:spPr>
                <a:xfrm>
                  <a:off x="4971" y="1538"/>
                  <a:ext cx="32" cy="12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25" h="893">
                      <a:moveTo>
                        <a:pt x="225" y="6"/>
                      </a:moveTo>
                      <a:lnTo>
                        <a:pt x="219" y="12"/>
                      </a:lnTo>
                      <a:lnTo>
                        <a:pt x="204" y="35"/>
                      </a:lnTo>
                      <a:lnTo>
                        <a:pt x="185" y="82"/>
                      </a:lnTo>
                      <a:lnTo>
                        <a:pt x="165" y="158"/>
                      </a:lnTo>
                      <a:lnTo>
                        <a:pt x="149" y="270"/>
                      </a:lnTo>
                      <a:lnTo>
                        <a:pt x="141" y="427"/>
                      </a:lnTo>
                      <a:lnTo>
                        <a:pt x="146" y="631"/>
                      </a:lnTo>
                      <a:lnTo>
                        <a:pt x="168" y="893"/>
                      </a:lnTo>
                      <a:lnTo>
                        <a:pt x="41" y="893"/>
                      </a:lnTo>
                      <a:lnTo>
                        <a:pt x="36" y="867"/>
                      </a:lnTo>
                      <a:lnTo>
                        <a:pt x="26" y="794"/>
                      </a:lnTo>
                      <a:lnTo>
                        <a:pt x="13" y="686"/>
                      </a:lnTo>
                      <a:lnTo>
                        <a:pt x="3" y="554"/>
                      </a:lnTo>
                      <a:lnTo>
                        <a:pt x="0" y="408"/>
                      </a:lnTo>
                      <a:lnTo>
                        <a:pt x="6" y="260"/>
                      </a:lnTo>
                      <a:lnTo>
                        <a:pt x="30" y="121"/>
                      </a:lnTo>
                      <a:lnTo>
                        <a:pt x="73" y="0"/>
                      </a:lnTo>
                      <a:lnTo>
                        <a:pt x="225" y="6"/>
                      </a:lnTo>
                      <a:close/>
                    </a:path>
                  </a:pathLst>
                </a:custGeom>
                <a:solidFill>
                  <a:schemeClr val="bg2">
                    <a:alpha val="100000"/>
                  </a:schemeClr>
                </a:solidFill>
                <a:ln w="9525">
                  <a:noFill/>
                </a:ln>
              </p:spPr>
              <p:txBody>
                <a:bodyPr/>
                <a:p>
                  <a:endParaRPr lang="zh-CN" altLang="en-US"/>
                </a:p>
              </p:txBody>
            </p:sp>
            <p:sp>
              <p:nvSpPr>
                <p:cNvPr id="145490" name="Freeform 1166"/>
                <p:cNvSpPr/>
                <p:nvPr/>
              </p:nvSpPr>
              <p:spPr>
                <a:xfrm>
                  <a:off x="4849" y="1559"/>
                  <a:ext cx="21" cy="10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45" h="699">
                      <a:moveTo>
                        <a:pt x="46" y="14"/>
                      </a:moveTo>
                      <a:lnTo>
                        <a:pt x="41" y="28"/>
                      </a:lnTo>
                      <a:lnTo>
                        <a:pt x="32" y="67"/>
                      </a:lnTo>
                      <a:lnTo>
                        <a:pt x="20" y="130"/>
                      </a:lnTo>
                      <a:lnTo>
                        <a:pt x="7" y="213"/>
                      </a:lnTo>
                      <a:lnTo>
                        <a:pt x="0" y="314"/>
                      </a:lnTo>
                      <a:lnTo>
                        <a:pt x="1" y="430"/>
                      </a:lnTo>
                      <a:lnTo>
                        <a:pt x="13" y="559"/>
                      </a:lnTo>
                      <a:lnTo>
                        <a:pt x="40" y="699"/>
                      </a:lnTo>
                      <a:lnTo>
                        <a:pt x="140" y="693"/>
                      </a:lnTo>
                      <a:lnTo>
                        <a:pt x="135" y="672"/>
                      </a:lnTo>
                      <a:lnTo>
                        <a:pt x="126" y="616"/>
                      </a:lnTo>
                      <a:lnTo>
                        <a:pt x="113" y="532"/>
                      </a:lnTo>
                      <a:lnTo>
                        <a:pt x="103" y="430"/>
                      </a:lnTo>
                      <a:lnTo>
                        <a:pt x="97" y="317"/>
                      </a:lnTo>
                      <a:lnTo>
                        <a:pt x="100" y="205"/>
                      </a:lnTo>
                      <a:lnTo>
                        <a:pt x="115" y="98"/>
                      </a:lnTo>
                      <a:lnTo>
                        <a:pt x="145" y="8"/>
                      </a:lnTo>
                      <a:lnTo>
                        <a:pt x="145" y="7"/>
                      </a:lnTo>
                      <a:lnTo>
                        <a:pt x="145" y="5"/>
                      </a:lnTo>
                      <a:lnTo>
                        <a:pt x="143" y="3"/>
                      </a:lnTo>
                      <a:lnTo>
                        <a:pt x="137" y="0"/>
                      </a:lnTo>
                      <a:lnTo>
                        <a:pt x="126" y="0"/>
                      </a:lnTo>
                      <a:lnTo>
                        <a:pt x="108" y="1"/>
                      </a:lnTo>
                      <a:lnTo>
                        <a:pt x="81" y="6"/>
                      </a:lnTo>
                      <a:lnTo>
                        <a:pt x="46" y="14"/>
                      </a:lnTo>
                      <a:close/>
                    </a:path>
                  </a:pathLst>
                </a:custGeom>
                <a:solidFill>
                  <a:schemeClr val="bg2">
                    <a:alpha val="100000"/>
                  </a:schemeClr>
                </a:solidFill>
                <a:ln w="9525">
                  <a:noFill/>
                </a:ln>
              </p:spPr>
              <p:txBody>
                <a:bodyPr/>
                <a:p>
                  <a:endParaRPr lang="zh-CN" altLang="en-US"/>
                </a:p>
              </p:txBody>
            </p:sp>
            <p:sp>
              <p:nvSpPr>
                <p:cNvPr id="145491" name="Freeform 1167"/>
                <p:cNvSpPr/>
                <p:nvPr/>
              </p:nvSpPr>
              <p:spPr>
                <a:xfrm>
                  <a:off x="4850" y="1566"/>
                  <a:ext cx="18" cy="85"/>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23" h="597">
                      <a:moveTo>
                        <a:pt x="39" y="12"/>
                      </a:moveTo>
                      <a:lnTo>
                        <a:pt x="35" y="23"/>
                      </a:lnTo>
                      <a:lnTo>
                        <a:pt x="26" y="57"/>
                      </a:lnTo>
                      <a:lnTo>
                        <a:pt x="16" y="111"/>
                      </a:lnTo>
                      <a:lnTo>
                        <a:pt x="6" y="181"/>
                      </a:lnTo>
                      <a:lnTo>
                        <a:pt x="0" y="267"/>
                      </a:lnTo>
                      <a:lnTo>
                        <a:pt x="1" y="367"/>
                      </a:lnTo>
                      <a:lnTo>
                        <a:pt x="11" y="477"/>
                      </a:lnTo>
                      <a:lnTo>
                        <a:pt x="34" y="597"/>
                      </a:lnTo>
                      <a:lnTo>
                        <a:pt x="119" y="591"/>
                      </a:lnTo>
                      <a:lnTo>
                        <a:pt x="115" y="574"/>
                      </a:lnTo>
                      <a:lnTo>
                        <a:pt x="107" y="526"/>
                      </a:lnTo>
                      <a:lnTo>
                        <a:pt x="97" y="454"/>
                      </a:lnTo>
                      <a:lnTo>
                        <a:pt x="88" y="367"/>
                      </a:lnTo>
                      <a:lnTo>
                        <a:pt x="82" y="272"/>
                      </a:lnTo>
                      <a:lnTo>
                        <a:pt x="84" y="175"/>
                      </a:lnTo>
                      <a:lnTo>
                        <a:pt x="97" y="84"/>
                      </a:lnTo>
                      <a:lnTo>
                        <a:pt x="123" y="7"/>
                      </a:lnTo>
                      <a:lnTo>
                        <a:pt x="123" y="6"/>
                      </a:lnTo>
                      <a:lnTo>
                        <a:pt x="123" y="5"/>
                      </a:lnTo>
                      <a:lnTo>
                        <a:pt x="121" y="3"/>
                      </a:lnTo>
                      <a:lnTo>
                        <a:pt x="117" y="0"/>
                      </a:lnTo>
                      <a:lnTo>
                        <a:pt x="106" y="0"/>
                      </a:lnTo>
                      <a:lnTo>
                        <a:pt x="91" y="2"/>
                      </a:lnTo>
                      <a:lnTo>
                        <a:pt x="70" y="5"/>
                      </a:lnTo>
                      <a:lnTo>
                        <a:pt x="39" y="12"/>
                      </a:lnTo>
                      <a:close/>
                    </a:path>
                  </a:pathLst>
                </a:custGeom>
                <a:solidFill>
                  <a:schemeClr val="bg2">
                    <a:alpha val="100000"/>
                  </a:schemeClr>
                </a:solidFill>
                <a:ln w="9525">
                  <a:noFill/>
                </a:ln>
              </p:spPr>
              <p:txBody>
                <a:bodyPr/>
                <a:p>
                  <a:endParaRPr lang="zh-CN" altLang="en-US"/>
                </a:p>
              </p:txBody>
            </p:sp>
            <p:sp>
              <p:nvSpPr>
                <p:cNvPr id="145492" name="Freeform 1168"/>
                <p:cNvSpPr/>
                <p:nvPr/>
              </p:nvSpPr>
              <p:spPr>
                <a:xfrm>
                  <a:off x="4851" y="1572"/>
                  <a:ext cx="15" cy="7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03" h="492">
                      <a:moveTo>
                        <a:pt x="32" y="9"/>
                      </a:moveTo>
                      <a:lnTo>
                        <a:pt x="28" y="18"/>
                      </a:lnTo>
                      <a:lnTo>
                        <a:pt x="21" y="47"/>
                      </a:lnTo>
                      <a:lnTo>
                        <a:pt x="12" y="90"/>
                      </a:lnTo>
                      <a:lnTo>
                        <a:pt x="4" y="149"/>
                      </a:lnTo>
                      <a:lnTo>
                        <a:pt x="0" y="220"/>
                      </a:lnTo>
                      <a:lnTo>
                        <a:pt x="0" y="303"/>
                      </a:lnTo>
                      <a:lnTo>
                        <a:pt x="9" y="394"/>
                      </a:lnTo>
                      <a:lnTo>
                        <a:pt x="27" y="492"/>
                      </a:lnTo>
                      <a:lnTo>
                        <a:pt x="98" y="489"/>
                      </a:lnTo>
                      <a:lnTo>
                        <a:pt x="95" y="474"/>
                      </a:lnTo>
                      <a:lnTo>
                        <a:pt x="88" y="434"/>
                      </a:lnTo>
                      <a:lnTo>
                        <a:pt x="80" y="375"/>
                      </a:lnTo>
                      <a:lnTo>
                        <a:pt x="72" y="303"/>
                      </a:lnTo>
                      <a:lnTo>
                        <a:pt x="68" y="224"/>
                      </a:lnTo>
                      <a:lnTo>
                        <a:pt x="70" y="144"/>
                      </a:lnTo>
                      <a:lnTo>
                        <a:pt x="81" y="68"/>
                      </a:lnTo>
                      <a:lnTo>
                        <a:pt x="103" y="5"/>
                      </a:lnTo>
                      <a:lnTo>
                        <a:pt x="103" y="4"/>
                      </a:lnTo>
                      <a:lnTo>
                        <a:pt x="103" y="3"/>
                      </a:lnTo>
                      <a:lnTo>
                        <a:pt x="100" y="1"/>
                      </a:lnTo>
                      <a:lnTo>
                        <a:pt x="97" y="0"/>
                      </a:lnTo>
                      <a:lnTo>
                        <a:pt x="89" y="0"/>
                      </a:lnTo>
                      <a:lnTo>
                        <a:pt x="75" y="0"/>
                      </a:lnTo>
                      <a:lnTo>
                        <a:pt x="57" y="3"/>
                      </a:lnTo>
                      <a:lnTo>
                        <a:pt x="32" y="9"/>
                      </a:lnTo>
                      <a:close/>
                    </a:path>
                  </a:pathLst>
                </a:custGeom>
                <a:solidFill>
                  <a:schemeClr val="bg2">
                    <a:alpha val="100000"/>
                  </a:schemeClr>
                </a:solidFill>
                <a:ln w="9525">
                  <a:noFill/>
                </a:ln>
              </p:spPr>
              <p:txBody>
                <a:bodyPr/>
                <a:p>
                  <a:endParaRPr lang="zh-CN" altLang="en-US"/>
                </a:p>
              </p:txBody>
            </p:sp>
            <p:sp>
              <p:nvSpPr>
                <p:cNvPr id="145493" name="Freeform 1169"/>
                <p:cNvSpPr/>
                <p:nvPr/>
              </p:nvSpPr>
              <p:spPr>
                <a:xfrm>
                  <a:off x="4852" y="1579"/>
                  <a:ext cx="12" cy="5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82" h="390">
                      <a:moveTo>
                        <a:pt x="25" y="8"/>
                      </a:moveTo>
                      <a:lnTo>
                        <a:pt x="23" y="16"/>
                      </a:lnTo>
                      <a:lnTo>
                        <a:pt x="17" y="38"/>
                      </a:lnTo>
                      <a:lnTo>
                        <a:pt x="11" y="72"/>
                      </a:lnTo>
                      <a:lnTo>
                        <a:pt x="4" y="118"/>
                      </a:lnTo>
                      <a:lnTo>
                        <a:pt x="0" y="174"/>
                      </a:lnTo>
                      <a:lnTo>
                        <a:pt x="0" y="240"/>
                      </a:lnTo>
                      <a:lnTo>
                        <a:pt x="7" y="312"/>
                      </a:lnTo>
                      <a:lnTo>
                        <a:pt x="22" y="390"/>
                      </a:lnTo>
                      <a:lnTo>
                        <a:pt x="78" y="387"/>
                      </a:lnTo>
                      <a:lnTo>
                        <a:pt x="76" y="375"/>
                      </a:lnTo>
                      <a:lnTo>
                        <a:pt x="70" y="343"/>
                      </a:lnTo>
                      <a:lnTo>
                        <a:pt x="63" y="297"/>
                      </a:lnTo>
                      <a:lnTo>
                        <a:pt x="57" y="240"/>
                      </a:lnTo>
                      <a:lnTo>
                        <a:pt x="54" y="178"/>
                      </a:lnTo>
                      <a:lnTo>
                        <a:pt x="56" y="113"/>
                      </a:lnTo>
                      <a:lnTo>
                        <a:pt x="64" y="55"/>
                      </a:lnTo>
                      <a:lnTo>
                        <a:pt x="82" y="4"/>
                      </a:lnTo>
                      <a:lnTo>
                        <a:pt x="82" y="2"/>
                      </a:lnTo>
                      <a:lnTo>
                        <a:pt x="80" y="1"/>
                      </a:lnTo>
                      <a:lnTo>
                        <a:pt x="77" y="0"/>
                      </a:lnTo>
                      <a:lnTo>
                        <a:pt x="70" y="0"/>
                      </a:lnTo>
                      <a:lnTo>
                        <a:pt x="60" y="1"/>
                      </a:lnTo>
                      <a:lnTo>
                        <a:pt x="46" y="3"/>
                      </a:lnTo>
                      <a:lnTo>
                        <a:pt x="25" y="8"/>
                      </a:lnTo>
                      <a:close/>
                    </a:path>
                  </a:pathLst>
                </a:custGeom>
                <a:solidFill>
                  <a:schemeClr val="bg2">
                    <a:alpha val="100000"/>
                  </a:schemeClr>
                </a:solidFill>
                <a:ln w="9525">
                  <a:noFill/>
                </a:ln>
              </p:spPr>
              <p:txBody>
                <a:bodyPr/>
                <a:p>
                  <a:endParaRPr lang="zh-CN" altLang="en-US"/>
                </a:p>
              </p:txBody>
            </p:sp>
            <p:sp>
              <p:nvSpPr>
                <p:cNvPr id="145494" name="Freeform 1170"/>
                <p:cNvSpPr/>
                <p:nvPr/>
              </p:nvSpPr>
              <p:spPr>
                <a:xfrm>
                  <a:off x="4853" y="1586"/>
                  <a:ext cx="8" cy="4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9" h="288">
                      <a:moveTo>
                        <a:pt x="18" y="6"/>
                      </a:moveTo>
                      <a:lnTo>
                        <a:pt x="17" y="11"/>
                      </a:lnTo>
                      <a:lnTo>
                        <a:pt x="13" y="27"/>
                      </a:lnTo>
                      <a:lnTo>
                        <a:pt x="7" y="53"/>
                      </a:lnTo>
                      <a:lnTo>
                        <a:pt x="2" y="87"/>
                      </a:lnTo>
                      <a:lnTo>
                        <a:pt x="0" y="130"/>
                      </a:lnTo>
                      <a:lnTo>
                        <a:pt x="0" y="177"/>
                      </a:lnTo>
                      <a:lnTo>
                        <a:pt x="5" y="231"/>
                      </a:lnTo>
                      <a:lnTo>
                        <a:pt x="16" y="288"/>
                      </a:lnTo>
                      <a:lnTo>
                        <a:pt x="57" y="286"/>
                      </a:lnTo>
                      <a:lnTo>
                        <a:pt x="56" y="278"/>
                      </a:lnTo>
                      <a:lnTo>
                        <a:pt x="51" y="254"/>
                      </a:lnTo>
                      <a:lnTo>
                        <a:pt x="47" y="219"/>
                      </a:lnTo>
                      <a:lnTo>
                        <a:pt x="42" y="177"/>
                      </a:lnTo>
                      <a:lnTo>
                        <a:pt x="40" y="131"/>
                      </a:lnTo>
                      <a:lnTo>
                        <a:pt x="41" y="84"/>
                      </a:lnTo>
                      <a:lnTo>
                        <a:pt x="47" y="40"/>
                      </a:lnTo>
                      <a:lnTo>
                        <a:pt x="59" y="3"/>
                      </a:lnTo>
                      <a:lnTo>
                        <a:pt x="59" y="2"/>
                      </a:lnTo>
                      <a:lnTo>
                        <a:pt x="58" y="1"/>
                      </a:lnTo>
                      <a:lnTo>
                        <a:pt x="56" y="0"/>
                      </a:lnTo>
                      <a:lnTo>
                        <a:pt x="51" y="0"/>
                      </a:lnTo>
                      <a:lnTo>
                        <a:pt x="45" y="0"/>
                      </a:lnTo>
                      <a:lnTo>
                        <a:pt x="33" y="2"/>
                      </a:lnTo>
                      <a:lnTo>
                        <a:pt x="18" y="6"/>
                      </a:lnTo>
                      <a:close/>
                    </a:path>
                  </a:pathLst>
                </a:custGeom>
                <a:solidFill>
                  <a:schemeClr val="bg2">
                    <a:alpha val="100000"/>
                  </a:schemeClr>
                </a:solidFill>
                <a:ln w="9525">
                  <a:noFill/>
                </a:ln>
              </p:spPr>
              <p:txBody>
                <a:bodyPr/>
                <a:p>
                  <a:endParaRPr lang="zh-CN" altLang="en-US"/>
                </a:p>
              </p:txBody>
            </p:sp>
            <p:sp>
              <p:nvSpPr>
                <p:cNvPr id="145495" name="Freeform 1171"/>
                <p:cNvSpPr/>
                <p:nvPr/>
              </p:nvSpPr>
              <p:spPr>
                <a:xfrm>
                  <a:off x="4972" y="1546"/>
                  <a:ext cx="28" cy="11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98" h="779">
                      <a:moveTo>
                        <a:pt x="198" y="6"/>
                      </a:moveTo>
                      <a:lnTo>
                        <a:pt x="194" y="12"/>
                      </a:lnTo>
                      <a:lnTo>
                        <a:pt x="180" y="31"/>
                      </a:lnTo>
                      <a:lnTo>
                        <a:pt x="163" y="72"/>
                      </a:lnTo>
                      <a:lnTo>
                        <a:pt x="146" y="138"/>
                      </a:lnTo>
                      <a:lnTo>
                        <a:pt x="132" y="236"/>
                      </a:lnTo>
                      <a:lnTo>
                        <a:pt x="125" y="373"/>
                      </a:lnTo>
                      <a:lnTo>
                        <a:pt x="130" y="551"/>
                      </a:lnTo>
                      <a:lnTo>
                        <a:pt x="148" y="779"/>
                      </a:lnTo>
                      <a:lnTo>
                        <a:pt x="37" y="779"/>
                      </a:lnTo>
                      <a:lnTo>
                        <a:pt x="34" y="756"/>
                      </a:lnTo>
                      <a:lnTo>
                        <a:pt x="23" y="693"/>
                      </a:lnTo>
                      <a:lnTo>
                        <a:pt x="13" y="599"/>
                      </a:lnTo>
                      <a:lnTo>
                        <a:pt x="4" y="483"/>
                      </a:lnTo>
                      <a:lnTo>
                        <a:pt x="0" y="357"/>
                      </a:lnTo>
                      <a:lnTo>
                        <a:pt x="7" y="227"/>
                      </a:lnTo>
                      <a:lnTo>
                        <a:pt x="27" y="105"/>
                      </a:lnTo>
                      <a:lnTo>
                        <a:pt x="65" y="0"/>
                      </a:lnTo>
                      <a:lnTo>
                        <a:pt x="198" y="6"/>
                      </a:lnTo>
                      <a:close/>
                    </a:path>
                  </a:pathLst>
                </a:custGeom>
                <a:solidFill>
                  <a:schemeClr val="bg2">
                    <a:alpha val="100000"/>
                  </a:schemeClr>
                </a:solidFill>
                <a:ln w="9525">
                  <a:noFill/>
                </a:ln>
              </p:spPr>
              <p:txBody>
                <a:bodyPr/>
                <a:p>
                  <a:endParaRPr lang="zh-CN" altLang="en-US"/>
                </a:p>
              </p:txBody>
            </p:sp>
            <p:sp>
              <p:nvSpPr>
                <p:cNvPr id="145496" name="Freeform 1172"/>
                <p:cNvSpPr/>
                <p:nvPr/>
              </p:nvSpPr>
              <p:spPr>
                <a:xfrm>
                  <a:off x="4973" y="1553"/>
                  <a:ext cx="24" cy="9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69" h="666">
                      <a:moveTo>
                        <a:pt x="169" y="5"/>
                      </a:moveTo>
                      <a:lnTo>
                        <a:pt x="164" y="10"/>
                      </a:lnTo>
                      <a:lnTo>
                        <a:pt x="154" y="27"/>
                      </a:lnTo>
                      <a:lnTo>
                        <a:pt x="139" y="61"/>
                      </a:lnTo>
                      <a:lnTo>
                        <a:pt x="124" y="118"/>
                      </a:lnTo>
                      <a:lnTo>
                        <a:pt x="113" y="201"/>
                      </a:lnTo>
                      <a:lnTo>
                        <a:pt x="107" y="318"/>
                      </a:lnTo>
                      <a:lnTo>
                        <a:pt x="110" y="470"/>
                      </a:lnTo>
                      <a:lnTo>
                        <a:pt x="126" y="666"/>
                      </a:lnTo>
                      <a:lnTo>
                        <a:pt x="31" y="666"/>
                      </a:lnTo>
                      <a:lnTo>
                        <a:pt x="28" y="646"/>
                      </a:lnTo>
                      <a:lnTo>
                        <a:pt x="20" y="592"/>
                      </a:lnTo>
                      <a:lnTo>
                        <a:pt x="11" y="512"/>
                      </a:lnTo>
                      <a:lnTo>
                        <a:pt x="3" y="413"/>
                      </a:lnTo>
                      <a:lnTo>
                        <a:pt x="0" y="305"/>
                      </a:lnTo>
                      <a:lnTo>
                        <a:pt x="6" y="195"/>
                      </a:lnTo>
                      <a:lnTo>
                        <a:pt x="23" y="90"/>
                      </a:lnTo>
                      <a:lnTo>
                        <a:pt x="55" y="0"/>
                      </a:lnTo>
                      <a:lnTo>
                        <a:pt x="169" y="5"/>
                      </a:lnTo>
                      <a:close/>
                    </a:path>
                  </a:pathLst>
                </a:custGeom>
                <a:solidFill>
                  <a:schemeClr val="bg2">
                    <a:alpha val="100000"/>
                  </a:schemeClr>
                </a:solidFill>
                <a:ln w="9525">
                  <a:noFill/>
                </a:ln>
              </p:spPr>
              <p:txBody>
                <a:bodyPr/>
                <a:p>
                  <a:endParaRPr lang="zh-CN" altLang="en-US"/>
                </a:p>
              </p:txBody>
            </p:sp>
            <p:sp>
              <p:nvSpPr>
                <p:cNvPr id="145497" name="Freeform 1173"/>
                <p:cNvSpPr/>
                <p:nvPr/>
              </p:nvSpPr>
              <p:spPr>
                <a:xfrm>
                  <a:off x="4974" y="1561"/>
                  <a:ext cx="20" cy="7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40" h="551">
                      <a:moveTo>
                        <a:pt x="140" y="5"/>
                      </a:moveTo>
                      <a:lnTo>
                        <a:pt x="136" y="8"/>
                      </a:lnTo>
                      <a:lnTo>
                        <a:pt x="127" y="23"/>
                      </a:lnTo>
                      <a:lnTo>
                        <a:pt x="116" y="51"/>
                      </a:lnTo>
                      <a:lnTo>
                        <a:pt x="103" y="98"/>
                      </a:lnTo>
                      <a:lnTo>
                        <a:pt x="94" y="167"/>
                      </a:lnTo>
                      <a:lnTo>
                        <a:pt x="90" y="264"/>
                      </a:lnTo>
                      <a:lnTo>
                        <a:pt x="92" y="390"/>
                      </a:lnTo>
                      <a:lnTo>
                        <a:pt x="106" y="551"/>
                      </a:lnTo>
                      <a:lnTo>
                        <a:pt x="27" y="551"/>
                      </a:lnTo>
                      <a:lnTo>
                        <a:pt x="24" y="535"/>
                      </a:lnTo>
                      <a:lnTo>
                        <a:pt x="17" y="490"/>
                      </a:lnTo>
                      <a:lnTo>
                        <a:pt x="9" y="423"/>
                      </a:lnTo>
                      <a:lnTo>
                        <a:pt x="3" y="342"/>
                      </a:lnTo>
                      <a:lnTo>
                        <a:pt x="0" y="252"/>
                      </a:lnTo>
                      <a:lnTo>
                        <a:pt x="5" y="161"/>
                      </a:lnTo>
                      <a:lnTo>
                        <a:pt x="20" y="75"/>
                      </a:lnTo>
                      <a:lnTo>
                        <a:pt x="46" y="0"/>
                      </a:lnTo>
                      <a:lnTo>
                        <a:pt x="140" y="5"/>
                      </a:lnTo>
                      <a:close/>
                    </a:path>
                  </a:pathLst>
                </a:custGeom>
                <a:solidFill>
                  <a:schemeClr val="bg2">
                    <a:alpha val="100000"/>
                  </a:schemeClr>
                </a:solidFill>
                <a:ln w="9525">
                  <a:noFill/>
                </a:ln>
              </p:spPr>
              <p:txBody>
                <a:bodyPr/>
                <a:p>
                  <a:endParaRPr lang="zh-CN" altLang="en-US"/>
                </a:p>
              </p:txBody>
            </p:sp>
            <p:sp>
              <p:nvSpPr>
                <p:cNvPr id="145498" name="Freeform 1174"/>
                <p:cNvSpPr/>
                <p:nvPr/>
              </p:nvSpPr>
              <p:spPr>
                <a:xfrm>
                  <a:off x="4975" y="1569"/>
                  <a:ext cx="16" cy="62"/>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1" h="437">
                      <a:moveTo>
                        <a:pt x="111" y="4"/>
                      </a:moveTo>
                      <a:lnTo>
                        <a:pt x="108" y="7"/>
                      </a:lnTo>
                      <a:lnTo>
                        <a:pt x="101" y="18"/>
                      </a:lnTo>
                      <a:lnTo>
                        <a:pt x="92" y="41"/>
                      </a:lnTo>
                      <a:lnTo>
                        <a:pt x="82" y="77"/>
                      </a:lnTo>
                      <a:lnTo>
                        <a:pt x="75" y="133"/>
                      </a:lnTo>
                      <a:lnTo>
                        <a:pt x="70" y="208"/>
                      </a:lnTo>
                      <a:lnTo>
                        <a:pt x="72" y="309"/>
                      </a:lnTo>
                      <a:lnTo>
                        <a:pt x="83" y="437"/>
                      </a:lnTo>
                      <a:lnTo>
                        <a:pt x="21" y="437"/>
                      </a:lnTo>
                      <a:lnTo>
                        <a:pt x="19" y="424"/>
                      </a:lnTo>
                      <a:lnTo>
                        <a:pt x="13" y="389"/>
                      </a:lnTo>
                      <a:lnTo>
                        <a:pt x="7" y="336"/>
                      </a:lnTo>
                      <a:lnTo>
                        <a:pt x="3" y="272"/>
                      </a:lnTo>
                      <a:lnTo>
                        <a:pt x="0" y="200"/>
                      </a:lnTo>
                      <a:lnTo>
                        <a:pt x="5" y="128"/>
                      </a:lnTo>
                      <a:lnTo>
                        <a:pt x="16" y="59"/>
                      </a:lnTo>
                      <a:lnTo>
                        <a:pt x="37" y="0"/>
                      </a:lnTo>
                      <a:lnTo>
                        <a:pt x="111" y="4"/>
                      </a:lnTo>
                      <a:close/>
                    </a:path>
                  </a:pathLst>
                </a:custGeom>
                <a:solidFill>
                  <a:schemeClr val="bg2">
                    <a:alpha val="100000"/>
                  </a:schemeClr>
                </a:solidFill>
                <a:ln w="9525">
                  <a:noFill/>
                </a:ln>
              </p:spPr>
              <p:txBody>
                <a:bodyPr/>
                <a:p>
                  <a:endParaRPr lang="zh-CN" altLang="en-US"/>
                </a:p>
              </p:txBody>
            </p:sp>
            <p:sp>
              <p:nvSpPr>
                <p:cNvPr id="145499" name="Freeform 1175"/>
                <p:cNvSpPr/>
                <p:nvPr/>
              </p:nvSpPr>
              <p:spPr>
                <a:xfrm>
                  <a:off x="4976" y="1577"/>
                  <a:ext cx="12" cy="4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82" h="322">
                      <a:moveTo>
                        <a:pt x="82" y="3"/>
                      </a:moveTo>
                      <a:lnTo>
                        <a:pt x="79" y="5"/>
                      </a:lnTo>
                      <a:lnTo>
                        <a:pt x="75" y="13"/>
                      </a:lnTo>
                      <a:lnTo>
                        <a:pt x="67" y="30"/>
                      </a:lnTo>
                      <a:lnTo>
                        <a:pt x="60" y="57"/>
                      </a:lnTo>
                      <a:lnTo>
                        <a:pt x="54" y="98"/>
                      </a:lnTo>
                      <a:lnTo>
                        <a:pt x="52" y="154"/>
                      </a:lnTo>
                      <a:lnTo>
                        <a:pt x="53" y="228"/>
                      </a:lnTo>
                      <a:lnTo>
                        <a:pt x="61" y="322"/>
                      </a:lnTo>
                      <a:lnTo>
                        <a:pt x="15" y="322"/>
                      </a:lnTo>
                      <a:lnTo>
                        <a:pt x="14" y="313"/>
                      </a:lnTo>
                      <a:lnTo>
                        <a:pt x="9" y="287"/>
                      </a:lnTo>
                      <a:lnTo>
                        <a:pt x="5" y="247"/>
                      </a:lnTo>
                      <a:lnTo>
                        <a:pt x="1" y="200"/>
                      </a:lnTo>
                      <a:lnTo>
                        <a:pt x="0" y="147"/>
                      </a:lnTo>
                      <a:lnTo>
                        <a:pt x="3" y="95"/>
                      </a:lnTo>
                      <a:lnTo>
                        <a:pt x="11" y="44"/>
                      </a:lnTo>
                      <a:lnTo>
                        <a:pt x="27" y="0"/>
                      </a:lnTo>
                      <a:lnTo>
                        <a:pt x="82" y="3"/>
                      </a:lnTo>
                      <a:close/>
                    </a:path>
                  </a:pathLst>
                </a:custGeom>
                <a:solidFill>
                  <a:schemeClr val="bg2">
                    <a:alpha val="100000"/>
                  </a:schemeClr>
                </a:solidFill>
                <a:ln w="9525">
                  <a:noFill/>
                </a:ln>
              </p:spPr>
              <p:txBody>
                <a:bodyPr/>
                <a:p>
                  <a:endParaRPr lang="zh-CN" altLang="en-US"/>
                </a:p>
              </p:txBody>
            </p:sp>
            <p:sp>
              <p:nvSpPr>
                <p:cNvPr id="145500" name="Rectangle 1176"/>
                <p:cNvSpPr/>
                <p:nvPr/>
              </p:nvSpPr>
              <p:spPr>
                <a:xfrm>
                  <a:off x="4824" y="1565"/>
                  <a:ext cx="4" cy="146"/>
                </a:xfrm>
                <a:prstGeom prst="rect">
                  <a:avLst/>
                </a:prstGeom>
                <a:solidFill>
                  <a:srgbClr val="DDDDDD"/>
                </a:solidFill>
                <a:ln w="9525">
                  <a:noFill/>
                </a:ln>
              </p:spPr>
              <p:txBody>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45501" name="Freeform 1177"/>
                <p:cNvSpPr/>
                <p:nvPr/>
              </p:nvSpPr>
              <p:spPr>
                <a:xfrm>
                  <a:off x="4876" y="1563"/>
                  <a:ext cx="57" cy="67"/>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398" h="469">
                      <a:moveTo>
                        <a:pt x="37" y="44"/>
                      </a:moveTo>
                      <a:lnTo>
                        <a:pt x="33" y="53"/>
                      </a:lnTo>
                      <a:lnTo>
                        <a:pt x="27" y="79"/>
                      </a:lnTo>
                      <a:lnTo>
                        <a:pt x="17" y="120"/>
                      </a:lnTo>
                      <a:lnTo>
                        <a:pt x="8" y="174"/>
                      </a:lnTo>
                      <a:lnTo>
                        <a:pt x="1" y="238"/>
                      </a:lnTo>
                      <a:lnTo>
                        <a:pt x="0" y="309"/>
                      </a:lnTo>
                      <a:lnTo>
                        <a:pt x="7" y="387"/>
                      </a:lnTo>
                      <a:lnTo>
                        <a:pt x="24" y="469"/>
                      </a:lnTo>
                      <a:lnTo>
                        <a:pt x="24" y="466"/>
                      </a:lnTo>
                      <a:lnTo>
                        <a:pt x="24" y="455"/>
                      </a:lnTo>
                      <a:lnTo>
                        <a:pt x="24" y="438"/>
                      </a:lnTo>
                      <a:lnTo>
                        <a:pt x="24" y="417"/>
                      </a:lnTo>
                      <a:lnTo>
                        <a:pt x="27" y="391"/>
                      </a:lnTo>
                      <a:lnTo>
                        <a:pt x="30" y="363"/>
                      </a:lnTo>
                      <a:lnTo>
                        <a:pt x="35" y="332"/>
                      </a:lnTo>
                      <a:lnTo>
                        <a:pt x="41" y="300"/>
                      </a:lnTo>
                      <a:lnTo>
                        <a:pt x="52" y="268"/>
                      </a:lnTo>
                      <a:lnTo>
                        <a:pt x="64" y="237"/>
                      </a:lnTo>
                      <a:lnTo>
                        <a:pt x="79" y="207"/>
                      </a:lnTo>
                      <a:lnTo>
                        <a:pt x="99" y="179"/>
                      </a:lnTo>
                      <a:lnTo>
                        <a:pt x="123" y="155"/>
                      </a:lnTo>
                      <a:lnTo>
                        <a:pt x="150" y="136"/>
                      </a:lnTo>
                      <a:lnTo>
                        <a:pt x="183" y="122"/>
                      </a:lnTo>
                      <a:lnTo>
                        <a:pt x="221" y="114"/>
                      </a:lnTo>
                      <a:lnTo>
                        <a:pt x="223" y="112"/>
                      </a:lnTo>
                      <a:lnTo>
                        <a:pt x="230" y="107"/>
                      </a:lnTo>
                      <a:lnTo>
                        <a:pt x="242" y="99"/>
                      </a:lnTo>
                      <a:lnTo>
                        <a:pt x="260" y="88"/>
                      </a:lnTo>
                      <a:lnTo>
                        <a:pt x="284" y="74"/>
                      </a:lnTo>
                      <a:lnTo>
                        <a:pt x="315" y="58"/>
                      </a:lnTo>
                      <a:lnTo>
                        <a:pt x="352" y="39"/>
                      </a:lnTo>
                      <a:lnTo>
                        <a:pt x="398" y="19"/>
                      </a:lnTo>
                      <a:lnTo>
                        <a:pt x="396" y="17"/>
                      </a:lnTo>
                      <a:lnTo>
                        <a:pt x="389" y="16"/>
                      </a:lnTo>
                      <a:lnTo>
                        <a:pt x="379" y="14"/>
                      </a:lnTo>
                      <a:lnTo>
                        <a:pt x="364" y="12"/>
                      </a:lnTo>
                      <a:lnTo>
                        <a:pt x="347" y="8"/>
                      </a:lnTo>
                      <a:lnTo>
                        <a:pt x="326" y="6"/>
                      </a:lnTo>
                      <a:lnTo>
                        <a:pt x="302" y="4"/>
                      </a:lnTo>
                      <a:lnTo>
                        <a:pt x="277" y="1"/>
                      </a:lnTo>
                      <a:lnTo>
                        <a:pt x="250" y="0"/>
                      </a:lnTo>
                      <a:lnTo>
                        <a:pt x="221" y="1"/>
                      </a:lnTo>
                      <a:lnTo>
                        <a:pt x="191" y="3"/>
                      </a:lnTo>
                      <a:lnTo>
                        <a:pt x="160" y="6"/>
                      </a:lnTo>
                      <a:lnTo>
                        <a:pt x="129" y="12"/>
                      </a:lnTo>
                      <a:lnTo>
                        <a:pt x="97" y="20"/>
                      </a:lnTo>
                      <a:lnTo>
                        <a:pt x="67" y="30"/>
                      </a:lnTo>
                      <a:lnTo>
                        <a:pt x="37" y="44"/>
                      </a:lnTo>
                      <a:close/>
                    </a:path>
                  </a:pathLst>
                </a:custGeom>
                <a:solidFill>
                  <a:srgbClr val="999999">
                    <a:alpha val="100000"/>
                  </a:srgbClr>
                </a:solidFill>
                <a:ln w="9525">
                  <a:noFill/>
                </a:ln>
              </p:spPr>
              <p:txBody>
                <a:bodyPr/>
                <a:p>
                  <a:endParaRPr lang="zh-CN" altLang="en-US"/>
                </a:p>
              </p:txBody>
            </p:sp>
            <p:sp>
              <p:nvSpPr>
                <p:cNvPr id="145502" name="Freeform 1178"/>
                <p:cNvSpPr/>
                <p:nvPr/>
              </p:nvSpPr>
              <p:spPr>
                <a:xfrm>
                  <a:off x="4797" y="1613"/>
                  <a:ext cx="46" cy="13"/>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325" h="89">
                      <a:moveTo>
                        <a:pt x="0" y="57"/>
                      </a:moveTo>
                      <a:lnTo>
                        <a:pt x="0" y="55"/>
                      </a:lnTo>
                      <a:lnTo>
                        <a:pt x="2" y="52"/>
                      </a:lnTo>
                      <a:lnTo>
                        <a:pt x="6" y="47"/>
                      </a:lnTo>
                      <a:lnTo>
                        <a:pt x="12" y="41"/>
                      </a:lnTo>
                      <a:lnTo>
                        <a:pt x="20" y="34"/>
                      </a:lnTo>
                      <a:lnTo>
                        <a:pt x="29" y="27"/>
                      </a:lnTo>
                      <a:lnTo>
                        <a:pt x="41" y="20"/>
                      </a:lnTo>
                      <a:lnTo>
                        <a:pt x="57" y="13"/>
                      </a:lnTo>
                      <a:lnTo>
                        <a:pt x="77" y="7"/>
                      </a:lnTo>
                      <a:lnTo>
                        <a:pt x="98" y="3"/>
                      </a:lnTo>
                      <a:lnTo>
                        <a:pt x="126" y="0"/>
                      </a:lnTo>
                      <a:lnTo>
                        <a:pt x="156" y="0"/>
                      </a:lnTo>
                      <a:lnTo>
                        <a:pt x="191" y="3"/>
                      </a:lnTo>
                      <a:lnTo>
                        <a:pt x="230" y="8"/>
                      </a:lnTo>
                      <a:lnTo>
                        <a:pt x="275" y="18"/>
                      </a:lnTo>
                      <a:lnTo>
                        <a:pt x="325" y="31"/>
                      </a:lnTo>
                      <a:lnTo>
                        <a:pt x="318" y="51"/>
                      </a:lnTo>
                      <a:lnTo>
                        <a:pt x="316" y="50"/>
                      </a:lnTo>
                      <a:lnTo>
                        <a:pt x="308" y="47"/>
                      </a:lnTo>
                      <a:lnTo>
                        <a:pt x="295" y="44"/>
                      </a:lnTo>
                      <a:lnTo>
                        <a:pt x="279" y="39"/>
                      </a:lnTo>
                      <a:lnTo>
                        <a:pt x="260" y="35"/>
                      </a:lnTo>
                      <a:lnTo>
                        <a:pt x="238" y="30"/>
                      </a:lnTo>
                      <a:lnTo>
                        <a:pt x="214" y="27"/>
                      </a:lnTo>
                      <a:lnTo>
                        <a:pt x="188" y="24"/>
                      </a:lnTo>
                      <a:lnTo>
                        <a:pt x="161" y="23"/>
                      </a:lnTo>
                      <a:lnTo>
                        <a:pt x="134" y="23"/>
                      </a:lnTo>
                      <a:lnTo>
                        <a:pt x="108" y="26"/>
                      </a:lnTo>
                      <a:lnTo>
                        <a:pt x="82" y="31"/>
                      </a:lnTo>
                      <a:lnTo>
                        <a:pt x="58" y="41"/>
                      </a:lnTo>
                      <a:lnTo>
                        <a:pt x="36" y="52"/>
                      </a:lnTo>
                      <a:lnTo>
                        <a:pt x="16" y="68"/>
                      </a:lnTo>
                      <a:lnTo>
                        <a:pt x="0" y="89"/>
                      </a:lnTo>
                      <a:lnTo>
                        <a:pt x="0" y="57"/>
                      </a:lnTo>
                      <a:close/>
                    </a:path>
                  </a:pathLst>
                </a:custGeom>
                <a:solidFill>
                  <a:srgbClr val="000000">
                    <a:alpha val="100000"/>
                  </a:srgbClr>
                </a:solidFill>
                <a:ln w="9525">
                  <a:noFill/>
                </a:ln>
              </p:spPr>
              <p:txBody>
                <a:bodyPr/>
                <a:p>
                  <a:endParaRPr lang="zh-CN" altLang="en-US"/>
                </a:p>
              </p:txBody>
            </p:sp>
            <p:sp>
              <p:nvSpPr>
                <p:cNvPr id="145503" name="Freeform 1179"/>
                <p:cNvSpPr/>
                <p:nvPr/>
              </p:nvSpPr>
              <p:spPr>
                <a:xfrm>
                  <a:off x="4797" y="1583"/>
                  <a:ext cx="46" cy="13"/>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325" h="89">
                      <a:moveTo>
                        <a:pt x="0" y="56"/>
                      </a:moveTo>
                      <a:lnTo>
                        <a:pt x="0" y="55"/>
                      </a:lnTo>
                      <a:lnTo>
                        <a:pt x="2" y="52"/>
                      </a:lnTo>
                      <a:lnTo>
                        <a:pt x="6" y="47"/>
                      </a:lnTo>
                      <a:lnTo>
                        <a:pt x="12" y="40"/>
                      </a:lnTo>
                      <a:lnTo>
                        <a:pt x="20" y="33"/>
                      </a:lnTo>
                      <a:lnTo>
                        <a:pt x="29" y="27"/>
                      </a:lnTo>
                      <a:lnTo>
                        <a:pt x="41" y="18"/>
                      </a:lnTo>
                      <a:lnTo>
                        <a:pt x="57" y="13"/>
                      </a:lnTo>
                      <a:lnTo>
                        <a:pt x="77" y="7"/>
                      </a:lnTo>
                      <a:lnTo>
                        <a:pt x="98" y="2"/>
                      </a:lnTo>
                      <a:lnTo>
                        <a:pt x="126" y="0"/>
                      </a:lnTo>
                      <a:lnTo>
                        <a:pt x="156" y="0"/>
                      </a:lnTo>
                      <a:lnTo>
                        <a:pt x="191" y="2"/>
                      </a:lnTo>
                      <a:lnTo>
                        <a:pt x="230" y="8"/>
                      </a:lnTo>
                      <a:lnTo>
                        <a:pt x="275" y="17"/>
                      </a:lnTo>
                      <a:lnTo>
                        <a:pt x="325" y="31"/>
                      </a:lnTo>
                      <a:lnTo>
                        <a:pt x="318" y="49"/>
                      </a:lnTo>
                      <a:lnTo>
                        <a:pt x="316" y="48"/>
                      </a:lnTo>
                      <a:lnTo>
                        <a:pt x="308" y="46"/>
                      </a:lnTo>
                      <a:lnTo>
                        <a:pt x="295" y="43"/>
                      </a:lnTo>
                      <a:lnTo>
                        <a:pt x="279" y="38"/>
                      </a:lnTo>
                      <a:lnTo>
                        <a:pt x="260" y="35"/>
                      </a:lnTo>
                      <a:lnTo>
                        <a:pt x="238" y="30"/>
                      </a:lnTo>
                      <a:lnTo>
                        <a:pt x="214" y="27"/>
                      </a:lnTo>
                      <a:lnTo>
                        <a:pt x="188" y="23"/>
                      </a:lnTo>
                      <a:lnTo>
                        <a:pt x="161" y="22"/>
                      </a:lnTo>
                      <a:lnTo>
                        <a:pt x="134" y="23"/>
                      </a:lnTo>
                      <a:lnTo>
                        <a:pt x="108" y="25"/>
                      </a:lnTo>
                      <a:lnTo>
                        <a:pt x="82" y="31"/>
                      </a:lnTo>
                      <a:lnTo>
                        <a:pt x="58" y="40"/>
                      </a:lnTo>
                      <a:lnTo>
                        <a:pt x="36" y="52"/>
                      </a:lnTo>
                      <a:lnTo>
                        <a:pt x="16" y="68"/>
                      </a:lnTo>
                      <a:lnTo>
                        <a:pt x="0" y="89"/>
                      </a:lnTo>
                      <a:lnTo>
                        <a:pt x="0" y="56"/>
                      </a:lnTo>
                      <a:close/>
                    </a:path>
                  </a:pathLst>
                </a:custGeom>
                <a:solidFill>
                  <a:srgbClr val="000000">
                    <a:alpha val="100000"/>
                  </a:srgbClr>
                </a:solidFill>
                <a:ln w="9525">
                  <a:noFill/>
                </a:ln>
              </p:spPr>
              <p:txBody>
                <a:bodyPr/>
                <a:p>
                  <a:endParaRPr lang="zh-CN" altLang="en-US"/>
                </a:p>
              </p:txBody>
            </p:sp>
            <p:sp>
              <p:nvSpPr>
                <p:cNvPr id="145504" name="Freeform 1180"/>
                <p:cNvSpPr/>
                <p:nvPr/>
              </p:nvSpPr>
              <p:spPr>
                <a:xfrm>
                  <a:off x="4841" y="1568"/>
                  <a:ext cx="75" cy="13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28" h="975">
                      <a:moveTo>
                        <a:pt x="0" y="0"/>
                      </a:moveTo>
                      <a:lnTo>
                        <a:pt x="0" y="943"/>
                      </a:lnTo>
                      <a:lnTo>
                        <a:pt x="159" y="975"/>
                      </a:lnTo>
                      <a:lnTo>
                        <a:pt x="152" y="848"/>
                      </a:lnTo>
                      <a:lnTo>
                        <a:pt x="528" y="905"/>
                      </a:lnTo>
                      <a:lnTo>
                        <a:pt x="521" y="855"/>
                      </a:lnTo>
                      <a:lnTo>
                        <a:pt x="261" y="822"/>
                      </a:lnTo>
                      <a:lnTo>
                        <a:pt x="254" y="713"/>
                      </a:lnTo>
                      <a:lnTo>
                        <a:pt x="77" y="713"/>
                      </a:lnTo>
                      <a:lnTo>
                        <a:pt x="72" y="699"/>
                      </a:lnTo>
                      <a:lnTo>
                        <a:pt x="60" y="659"/>
                      </a:lnTo>
                      <a:lnTo>
                        <a:pt x="44" y="595"/>
                      </a:lnTo>
                      <a:lnTo>
                        <a:pt x="28" y="511"/>
                      </a:lnTo>
                      <a:lnTo>
                        <a:pt x="16" y="410"/>
                      </a:lnTo>
                      <a:lnTo>
                        <a:pt x="12" y="294"/>
                      </a:lnTo>
                      <a:lnTo>
                        <a:pt x="21" y="167"/>
                      </a:lnTo>
                      <a:lnTo>
                        <a:pt x="45" y="32"/>
                      </a:lnTo>
                      <a:lnTo>
                        <a:pt x="0" y="0"/>
                      </a:lnTo>
                      <a:close/>
                    </a:path>
                  </a:pathLst>
                </a:custGeom>
                <a:solidFill>
                  <a:schemeClr val="bg2">
                    <a:alpha val="100000"/>
                  </a:schemeClr>
                </a:solidFill>
                <a:ln w="9525">
                  <a:noFill/>
                </a:ln>
              </p:spPr>
              <p:txBody>
                <a:bodyPr/>
                <a:p>
                  <a:endParaRPr lang="zh-CN" altLang="en-US"/>
                </a:p>
              </p:txBody>
            </p:sp>
            <p:sp>
              <p:nvSpPr>
                <p:cNvPr id="145505" name="Freeform 1181"/>
                <p:cNvSpPr/>
                <p:nvPr/>
              </p:nvSpPr>
              <p:spPr>
                <a:xfrm>
                  <a:off x="4878" y="1536"/>
                  <a:ext cx="97" cy="1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678" h="133">
                      <a:moveTo>
                        <a:pt x="0" y="133"/>
                      </a:moveTo>
                      <a:lnTo>
                        <a:pt x="4" y="132"/>
                      </a:lnTo>
                      <a:lnTo>
                        <a:pt x="15" y="127"/>
                      </a:lnTo>
                      <a:lnTo>
                        <a:pt x="32" y="122"/>
                      </a:lnTo>
                      <a:lnTo>
                        <a:pt x="56" y="114"/>
                      </a:lnTo>
                      <a:lnTo>
                        <a:pt x="86" y="104"/>
                      </a:lnTo>
                      <a:lnTo>
                        <a:pt x="120" y="95"/>
                      </a:lnTo>
                      <a:lnTo>
                        <a:pt x="160" y="86"/>
                      </a:lnTo>
                      <a:lnTo>
                        <a:pt x="204" y="78"/>
                      </a:lnTo>
                      <a:lnTo>
                        <a:pt x="252" y="70"/>
                      </a:lnTo>
                      <a:lnTo>
                        <a:pt x="303" y="64"/>
                      </a:lnTo>
                      <a:lnTo>
                        <a:pt x="358" y="60"/>
                      </a:lnTo>
                      <a:lnTo>
                        <a:pt x="414" y="58"/>
                      </a:lnTo>
                      <a:lnTo>
                        <a:pt x="474" y="60"/>
                      </a:lnTo>
                      <a:lnTo>
                        <a:pt x="534" y="65"/>
                      </a:lnTo>
                      <a:lnTo>
                        <a:pt x="596" y="74"/>
                      </a:lnTo>
                      <a:lnTo>
                        <a:pt x="659" y="88"/>
                      </a:lnTo>
                      <a:lnTo>
                        <a:pt x="678" y="0"/>
                      </a:lnTo>
                      <a:lnTo>
                        <a:pt x="674" y="0"/>
                      </a:lnTo>
                      <a:lnTo>
                        <a:pt x="659" y="0"/>
                      </a:lnTo>
                      <a:lnTo>
                        <a:pt x="636" y="0"/>
                      </a:lnTo>
                      <a:lnTo>
                        <a:pt x="606" y="1"/>
                      </a:lnTo>
                      <a:lnTo>
                        <a:pt x="570" y="2"/>
                      </a:lnTo>
                      <a:lnTo>
                        <a:pt x="527" y="3"/>
                      </a:lnTo>
                      <a:lnTo>
                        <a:pt x="480" y="7"/>
                      </a:lnTo>
                      <a:lnTo>
                        <a:pt x="430" y="9"/>
                      </a:lnTo>
                      <a:lnTo>
                        <a:pt x="376" y="14"/>
                      </a:lnTo>
                      <a:lnTo>
                        <a:pt x="320" y="18"/>
                      </a:lnTo>
                      <a:lnTo>
                        <a:pt x="264" y="24"/>
                      </a:lnTo>
                      <a:lnTo>
                        <a:pt x="208" y="32"/>
                      </a:lnTo>
                      <a:lnTo>
                        <a:pt x="152" y="40"/>
                      </a:lnTo>
                      <a:lnTo>
                        <a:pt x="98" y="50"/>
                      </a:lnTo>
                      <a:lnTo>
                        <a:pt x="47" y="62"/>
                      </a:lnTo>
                      <a:lnTo>
                        <a:pt x="0" y="76"/>
                      </a:lnTo>
                      <a:lnTo>
                        <a:pt x="0" y="133"/>
                      </a:lnTo>
                      <a:close/>
                    </a:path>
                  </a:pathLst>
                </a:custGeom>
                <a:solidFill>
                  <a:schemeClr val="bg2">
                    <a:alpha val="100000"/>
                  </a:schemeClr>
                </a:solidFill>
                <a:ln w="9525">
                  <a:noFill/>
                </a:ln>
              </p:spPr>
              <p:txBody>
                <a:bodyPr/>
                <a:p>
                  <a:endParaRPr lang="zh-CN" altLang="en-US"/>
                </a:p>
              </p:txBody>
            </p:sp>
            <p:sp>
              <p:nvSpPr>
                <p:cNvPr id="145506" name="Freeform 1182"/>
                <p:cNvSpPr/>
                <p:nvPr/>
              </p:nvSpPr>
              <p:spPr>
                <a:xfrm>
                  <a:off x="4821" y="1711"/>
                  <a:ext cx="163" cy="54"/>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42" h="379">
                      <a:moveTo>
                        <a:pt x="482" y="367"/>
                      </a:moveTo>
                      <a:lnTo>
                        <a:pt x="485" y="366"/>
                      </a:lnTo>
                      <a:lnTo>
                        <a:pt x="492" y="363"/>
                      </a:lnTo>
                      <a:lnTo>
                        <a:pt x="502" y="359"/>
                      </a:lnTo>
                      <a:lnTo>
                        <a:pt x="516" y="353"/>
                      </a:lnTo>
                      <a:lnTo>
                        <a:pt x="533" y="346"/>
                      </a:lnTo>
                      <a:lnTo>
                        <a:pt x="551" y="338"/>
                      </a:lnTo>
                      <a:lnTo>
                        <a:pt x="572" y="328"/>
                      </a:lnTo>
                      <a:lnTo>
                        <a:pt x="593" y="317"/>
                      </a:lnTo>
                      <a:lnTo>
                        <a:pt x="616" y="306"/>
                      </a:lnTo>
                      <a:lnTo>
                        <a:pt x="638" y="292"/>
                      </a:lnTo>
                      <a:lnTo>
                        <a:pt x="660" y="279"/>
                      </a:lnTo>
                      <a:lnTo>
                        <a:pt x="680" y="264"/>
                      </a:lnTo>
                      <a:lnTo>
                        <a:pt x="700" y="249"/>
                      </a:lnTo>
                      <a:lnTo>
                        <a:pt x="717" y="233"/>
                      </a:lnTo>
                      <a:lnTo>
                        <a:pt x="732" y="217"/>
                      </a:lnTo>
                      <a:lnTo>
                        <a:pt x="743" y="201"/>
                      </a:lnTo>
                      <a:lnTo>
                        <a:pt x="0" y="20"/>
                      </a:lnTo>
                      <a:lnTo>
                        <a:pt x="57" y="0"/>
                      </a:lnTo>
                      <a:lnTo>
                        <a:pt x="1142" y="267"/>
                      </a:lnTo>
                      <a:lnTo>
                        <a:pt x="1098" y="292"/>
                      </a:lnTo>
                      <a:lnTo>
                        <a:pt x="784" y="212"/>
                      </a:lnTo>
                      <a:lnTo>
                        <a:pt x="783" y="213"/>
                      </a:lnTo>
                      <a:lnTo>
                        <a:pt x="781" y="216"/>
                      </a:lnTo>
                      <a:lnTo>
                        <a:pt x="776" y="221"/>
                      </a:lnTo>
                      <a:lnTo>
                        <a:pt x="769" y="228"/>
                      </a:lnTo>
                      <a:lnTo>
                        <a:pt x="761" y="237"/>
                      </a:lnTo>
                      <a:lnTo>
                        <a:pt x="750" y="246"/>
                      </a:lnTo>
                      <a:lnTo>
                        <a:pt x="737" y="258"/>
                      </a:lnTo>
                      <a:lnTo>
                        <a:pt x="721" y="269"/>
                      </a:lnTo>
                      <a:lnTo>
                        <a:pt x="703" y="282"/>
                      </a:lnTo>
                      <a:lnTo>
                        <a:pt x="684" y="295"/>
                      </a:lnTo>
                      <a:lnTo>
                        <a:pt x="660" y="309"/>
                      </a:lnTo>
                      <a:lnTo>
                        <a:pt x="635" y="323"/>
                      </a:lnTo>
                      <a:lnTo>
                        <a:pt x="606" y="338"/>
                      </a:lnTo>
                      <a:lnTo>
                        <a:pt x="574" y="352"/>
                      </a:lnTo>
                      <a:lnTo>
                        <a:pt x="540" y="366"/>
                      </a:lnTo>
                      <a:lnTo>
                        <a:pt x="502" y="379"/>
                      </a:lnTo>
                      <a:lnTo>
                        <a:pt x="482" y="367"/>
                      </a:lnTo>
                      <a:close/>
                    </a:path>
                  </a:pathLst>
                </a:custGeom>
                <a:solidFill>
                  <a:srgbClr val="000000">
                    <a:alpha val="100000"/>
                  </a:srgbClr>
                </a:solidFill>
                <a:ln w="9525">
                  <a:noFill/>
                </a:ln>
              </p:spPr>
              <p:txBody>
                <a:bodyPr/>
                <a:p>
                  <a:endParaRPr lang="zh-CN" altLang="en-US"/>
                </a:p>
              </p:txBody>
            </p:sp>
            <p:sp>
              <p:nvSpPr>
                <p:cNvPr id="145507" name="Freeform 1183"/>
                <p:cNvSpPr/>
                <p:nvPr/>
              </p:nvSpPr>
              <p:spPr>
                <a:xfrm>
                  <a:off x="4787" y="1725"/>
                  <a:ext cx="167" cy="48"/>
                </a:xfrm>
                <a:custGeom>
                  <a:avLst/>
                  <a:gdLst/>
                  <a:ahLst/>
                  <a:cxnLst>
                    <a:cxn ang="0">
                      <a:pos x="0" y="0"/>
                    </a:cxn>
                    <a:cxn ang="0">
                      <a:pos x="0" y="0"/>
                    </a:cxn>
                    <a:cxn ang="0">
                      <a:pos x="0" y="0"/>
                    </a:cxn>
                    <a:cxn ang="0">
                      <a:pos x="0" y="0"/>
                    </a:cxn>
                    <a:cxn ang="0">
                      <a:pos x="0" y="0"/>
                    </a:cxn>
                  </a:cxnLst>
                  <a:pathLst>
                    <a:path w="1163" h="340">
                      <a:moveTo>
                        <a:pt x="0" y="0"/>
                      </a:moveTo>
                      <a:lnTo>
                        <a:pt x="1137" y="340"/>
                      </a:lnTo>
                      <a:lnTo>
                        <a:pt x="1163" y="340"/>
                      </a:lnTo>
                      <a:lnTo>
                        <a:pt x="34" y="0"/>
                      </a:lnTo>
                      <a:lnTo>
                        <a:pt x="0" y="0"/>
                      </a:lnTo>
                      <a:close/>
                    </a:path>
                  </a:pathLst>
                </a:custGeom>
                <a:solidFill>
                  <a:srgbClr val="000000">
                    <a:alpha val="100000"/>
                  </a:srgbClr>
                </a:solidFill>
                <a:ln w="9525">
                  <a:noFill/>
                </a:ln>
              </p:spPr>
              <p:txBody>
                <a:bodyPr/>
                <a:p>
                  <a:endParaRPr lang="zh-CN" altLang="en-US"/>
                </a:p>
              </p:txBody>
            </p:sp>
            <p:sp>
              <p:nvSpPr>
                <p:cNvPr id="145508" name="Freeform 1184"/>
                <p:cNvSpPr/>
                <p:nvPr/>
              </p:nvSpPr>
              <p:spPr>
                <a:xfrm>
                  <a:off x="4815" y="1718"/>
                  <a:ext cx="164" cy="44"/>
                </a:xfrm>
                <a:custGeom>
                  <a:avLst/>
                  <a:gdLst/>
                  <a:ahLst/>
                  <a:cxnLst>
                    <a:cxn ang="0">
                      <a:pos x="0" y="0"/>
                    </a:cxn>
                    <a:cxn ang="0">
                      <a:pos x="0" y="0"/>
                    </a:cxn>
                    <a:cxn ang="0">
                      <a:pos x="0" y="0"/>
                    </a:cxn>
                    <a:cxn ang="0">
                      <a:pos x="0" y="0"/>
                    </a:cxn>
                    <a:cxn ang="0">
                      <a:pos x="0" y="0"/>
                    </a:cxn>
                  </a:cxnLst>
                  <a:pathLst>
                    <a:path w="1149" h="303">
                      <a:moveTo>
                        <a:pt x="0" y="1"/>
                      </a:moveTo>
                      <a:lnTo>
                        <a:pt x="1124" y="303"/>
                      </a:lnTo>
                      <a:lnTo>
                        <a:pt x="1149" y="302"/>
                      </a:lnTo>
                      <a:lnTo>
                        <a:pt x="34" y="0"/>
                      </a:lnTo>
                      <a:lnTo>
                        <a:pt x="0" y="1"/>
                      </a:lnTo>
                      <a:close/>
                    </a:path>
                  </a:pathLst>
                </a:custGeom>
                <a:solidFill>
                  <a:srgbClr val="000000">
                    <a:alpha val="100000"/>
                  </a:srgbClr>
                </a:solidFill>
                <a:ln w="9525">
                  <a:noFill/>
                </a:ln>
              </p:spPr>
              <p:txBody>
                <a:bodyPr/>
                <a:p>
                  <a:endParaRPr lang="zh-CN" altLang="en-US"/>
                </a:p>
              </p:txBody>
            </p:sp>
            <p:sp>
              <p:nvSpPr>
                <p:cNvPr id="145509" name="Freeform 1185"/>
                <p:cNvSpPr/>
                <p:nvPr/>
              </p:nvSpPr>
              <p:spPr>
                <a:xfrm>
                  <a:off x="4802" y="1721"/>
                  <a:ext cx="165" cy="48"/>
                </a:xfrm>
                <a:custGeom>
                  <a:avLst/>
                  <a:gdLst/>
                  <a:ahLst/>
                  <a:cxnLst>
                    <a:cxn ang="0">
                      <a:pos x="0" y="0"/>
                    </a:cxn>
                    <a:cxn ang="0">
                      <a:pos x="0" y="0"/>
                    </a:cxn>
                    <a:cxn ang="0">
                      <a:pos x="0" y="0"/>
                    </a:cxn>
                    <a:cxn ang="0">
                      <a:pos x="0" y="0"/>
                    </a:cxn>
                    <a:cxn ang="0">
                      <a:pos x="0" y="0"/>
                    </a:cxn>
                  </a:cxnLst>
                  <a:pathLst>
                    <a:path w="1155" h="336">
                      <a:moveTo>
                        <a:pt x="0" y="0"/>
                      </a:moveTo>
                      <a:lnTo>
                        <a:pt x="1134" y="336"/>
                      </a:lnTo>
                      <a:lnTo>
                        <a:pt x="1155" y="328"/>
                      </a:lnTo>
                      <a:lnTo>
                        <a:pt x="34" y="0"/>
                      </a:lnTo>
                      <a:lnTo>
                        <a:pt x="0" y="0"/>
                      </a:lnTo>
                      <a:close/>
                    </a:path>
                  </a:pathLst>
                </a:custGeom>
                <a:solidFill>
                  <a:srgbClr val="000000">
                    <a:alpha val="100000"/>
                  </a:srgbClr>
                </a:solidFill>
                <a:ln w="9525">
                  <a:noFill/>
                </a:ln>
              </p:spPr>
              <p:txBody>
                <a:bodyPr/>
                <a:p>
                  <a:endParaRPr lang="zh-CN" altLang="en-US"/>
                </a:p>
              </p:txBody>
            </p:sp>
          </p:grpSp>
          <p:grpSp>
            <p:nvGrpSpPr>
              <p:cNvPr id="145454" name="Group 1186"/>
              <p:cNvGrpSpPr/>
              <p:nvPr/>
            </p:nvGrpSpPr>
            <p:grpSpPr>
              <a:xfrm rot="10800000">
                <a:off x="1234" y="3229"/>
                <a:ext cx="391" cy="88"/>
                <a:chOff x="1450" y="3513"/>
                <a:chExt cx="391" cy="88"/>
              </a:xfrm>
            </p:grpSpPr>
            <p:sp>
              <p:nvSpPr>
                <p:cNvPr id="145469" name="Freeform 1187"/>
                <p:cNvSpPr/>
                <p:nvPr/>
              </p:nvSpPr>
              <p:spPr>
                <a:xfrm flipV="1">
                  <a:off x="1450" y="3574"/>
                  <a:ext cx="391" cy="27"/>
                </a:xfrm>
                <a:custGeom>
                  <a:avLst/>
                  <a:gdLst/>
                  <a:ahLst/>
                  <a:cxnLst>
                    <a:cxn ang="0">
                      <a:pos x="0" y="0"/>
                    </a:cxn>
                    <a:cxn ang="0">
                      <a:pos x="0" y="0"/>
                    </a:cxn>
                    <a:cxn ang="0">
                      <a:pos x="5" y="0"/>
                    </a:cxn>
                    <a:cxn ang="0">
                      <a:pos x="5" y="0"/>
                    </a:cxn>
                  </a:cxnLst>
                  <a:pathLst>
                    <a:path w="720" h="56">
                      <a:moveTo>
                        <a:pt x="0" y="0"/>
                      </a:moveTo>
                      <a:lnTo>
                        <a:pt x="0" y="56"/>
                      </a:lnTo>
                      <a:lnTo>
                        <a:pt x="720" y="56"/>
                      </a:lnTo>
                      <a:lnTo>
                        <a:pt x="720" y="8"/>
                      </a:lnTo>
                    </a:path>
                  </a:pathLst>
                </a:custGeom>
                <a:noFill/>
                <a:ln w="12700" cap="flat" cmpd="sng">
                  <a:solidFill>
                    <a:schemeClr val="tx1">
                      <a:alpha val="100000"/>
                    </a:schemeClr>
                  </a:solidFill>
                  <a:prstDash val="solid"/>
                  <a:round/>
                  <a:headEnd type="none" w="med" len="med"/>
                  <a:tailEnd type="none" w="med" len="med"/>
                </a:ln>
              </p:spPr>
              <p:txBody>
                <a:bodyPr/>
                <a:p>
                  <a:endParaRPr lang="zh-CN" altLang="en-US"/>
                </a:p>
              </p:txBody>
            </p:sp>
            <p:sp>
              <p:nvSpPr>
                <p:cNvPr id="145470" name="Line 1188"/>
                <p:cNvSpPr/>
                <p:nvPr/>
              </p:nvSpPr>
              <p:spPr>
                <a:xfrm>
                  <a:off x="1642" y="3513"/>
                  <a:ext cx="0" cy="60"/>
                </a:xfrm>
                <a:prstGeom prst="line">
                  <a:avLst/>
                </a:prstGeom>
                <a:ln w="19050" cap="flat" cmpd="sng">
                  <a:solidFill>
                    <a:schemeClr val="tx1"/>
                  </a:solidFill>
                  <a:prstDash val="solid"/>
                  <a:headEnd type="none" w="med" len="med"/>
                  <a:tailEnd type="none" w="med" len="med"/>
                </a:ln>
              </p:spPr>
            </p:sp>
          </p:grpSp>
          <p:grpSp>
            <p:nvGrpSpPr>
              <p:cNvPr id="145455" name="Group 1189"/>
              <p:cNvGrpSpPr/>
              <p:nvPr/>
            </p:nvGrpSpPr>
            <p:grpSpPr>
              <a:xfrm>
                <a:off x="1305" y="3286"/>
                <a:ext cx="275" cy="118"/>
                <a:chOff x="3600" y="219"/>
                <a:chExt cx="360" cy="175"/>
              </a:xfrm>
            </p:grpSpPr>
            <p:sp>
              <p:nvSpPr>
                <p:cNvPr id="145456" name="Oval 1190"/>
                <p:cNvSpPr/>
                <p:nvPr/>
              </p:nvSpPr>
              <p:spPr>
                <a:xfrm>
                  <a:off x="3603" y="297"/>
                  <a:ext cx="357" cy="97"/>
                </a:xfrm>
                <a:prstGeom prst="ellipse">
                  <a:avLst/>
                </a:prstGeom>
                <a:solidFill>
                  <a:srgbClr val="FF0000"/>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45457" name="Line 1191"/>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145458" name="Line 1192"/>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145459" name="Rectangle 1193"/>
                <p:cNvSpPr/>
                <p:nvPr/>
              </p:nvSpPr>
              <p:spPr>
                <a:xfrm>
                  <a:off x="3603" y="289"/>
                  <a:ext cx="354" cy="59"/>
                </a:xfrm>
                <a:prstGeom prst="rect">
                  <a:avLst/>
                </a:prstGeom>
                <a:solidFill>
                  <a:srgbClr val="FF0000"/>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45460" name="Oval 1194"/>
                <p:cNvSpPr/>
                <p:nvPr/>
              </p:nvSpPr>
              <p:spPr>
                <a:xfrm>
                  <a:off x="3600" y="219"/>
                  <a:ext cx="357" cy="113"/>
                </a:xfrm>
                <a:prstGeom prst="ellipse">
                  <a:avLst/>
                </a:prstGeom>
                <a:solidFill>
                  <a:srgbClr val="FF0000"/>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45461" name="Group 1195"/>
                <p:cNvGrpSpPr/>
                <p:nvPr/>
              </p:nvGrpSpPr>
              <p:grpSpPr>
                <a:xfrm>
                  <a:off x="3686" y="244"/>
                  <a:ext cx="177" cy="66"/>
                  <a:chOff x="2848" y="848"/>
                  <a:chExt cx="140" cy="98"/>
                </a:xfrm>
              </p:grpSpPr>
              <p:sp>
                <p:nvSpPr>
                  <p:cNvPr id="145466" name="Line 1196"/>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45467" name="Line 1197"/>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45468" name="Line 1198"/>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145462" name="Group 1199"/>
                <p:cNvGrpSpPr/>
                <p:nvPr/>
              </p:nvGrpSpPr>
              <p:grpSpPr>
                <a:xfrm flipV="1">
                  <a:off x="3686" y="243"/>
                  <a:ext cx="177" cy="66"/>
                  <a:chOff x="2848" y="848"/>
                  <a:chExt cx="140" cy="98"/>
                </a:xfrm>
              </p:grpSpPr>
              <p:sp>
                <p:nvSpPr>
                  <p:cNvPr id="145463" name="Line 1200"/>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45464" name="Line 1201"/>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45465" name="Line 1202"/>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sp>
          <p:nvSpPr>
            <p:cNvPr id="145443" name="Text Box 1203"/>
            <p:cNvSpPr txBox="1"/>
            <p:nvPr/>
          </p:nvSpPr>
          <p:spPr>
            <a:xfrm>
              <a:off x="3036" y="2982"/>
              <a:ext cx="1450"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Source-based trees</a:t>
              </a:r>
              <a:endParaRPr lang="en-US" altLang="zh-CN" sz="1800" dirty="0">
                <a:ea typeface="宋体" panose="02010600030101010101" pitchFamily="2" charset="-122"/>
              </a:endParaRPr>
            </a:p>
          </p:txBody>
        </p:sp>
        <p:sp>
          <p:nvSpPr>
            <p:cNvPr id="145444" name="Line 1204"/>
            <p:cNvSpPr/>
            <p:nvPr/>
          </p:nvSpPr>
          <p:spPr>
            <a:xfrm>
              <a:off x="3552" y="1728"/>
              <a:ext cx="484" cy="228"/>
            </a:xfrm>
            <a:prstGeom prst="line">
              <a:avLst/>
            </a:prstGeom>
            <a:ln w="38100" cap="flat" cmpd="sng">
              <a:solidFill>
                <a:schemeClr val="accent2"/>
              </a:solidFill>
              <a:prstDash val="solid"/>
              <a:headEnd type="none" w="med" len="med"/>
              <a:tailEnd type="triangle" w="med" len="med"/>
            </a:ln>
          </p:spPr>
        </p:sp>
        <p:sp>
          <p:nvSpPr>
            <p:cNvPr id="145445" name="Line 1205"/>
            <p:cNvSpPr/>
            <p:nvPr/>
          </p:nvSpPr>
          <p:spPr>
            <a:xfrm>
              <a:off x="3380" y="2176"/>
              <a:ext cx="292" cy="372"/>
            </a:xfrm>
            <a:prstGeom prst="line">
              <a:avLst/>
            </a:prstGeom>
            <a:ln w="38100" cap="flat" cmpd="sng">
              <a:solidFill>
                <a:schemeClr val="accent2"/>
              </a:solidFill>
              <a:prstDash val="solid"/>
              <a:headEnd type="none" w="med" len="med"/>
              <a:tailEnd type="triangle" w="med" len="med"/>
            </a:ln>
          </p:spPr>
        </p:sp>
        <p:sp>
          <p:nvSpPr>
            <p:cNvPr id="145446" name="Line 1206"/>
            <p:cNvSpPr/>
            <p:nvPr/>
          </p:nvSpPr>
          <p:spPr>
            <a:xfrm flipH="1">
              <a:off x="3484" y="1996"/>
              <a:ext cx="584" cy="152"/>
            </a:xfrm>
            <a:prstGeom prst="line">
              <a:avLst/>
            </a:prstGeom>
            <a:ln w="38100" cap="flat" cmpd="sng">
              <a:solidFill>
                <a:schemeClr val="accent1"/>
              </a:solidFill>
              <a:prstDash val="solid"/>
              <a:headEnd type="none" w="med" len="med"/>
              <a:tailEnd type="none" w="med" len="med"/>
            </a:ln>
          </p:spPr>
        </p:sp>
        <p:sp>
          <p:nvSpPr>
            <p:cNvPr id="145447" name="Line 1207"/>
            <p:cNvSpPr/>
            <p:nvPr/>
          </p:nvSpPr>
          <p:spPr>
            <a:xfrm flipH="1">
              <a:off x="3336" y="2144"/>
              <a:ext cx="152" cy="336"/>
            </a:xfrm>
            <a:prstGeom prst="line">
              <a:avLst/>
            </a:prstGeom>
            <a:ln w="38100" cap="flat" cmpd="sng">
              <a:solidFill>
                <a:schemeClr val="accent1"/>
              </a:solidFill>
              <a:prstDash val="solid"/>
              <a:headEnd type="none" w="med" len="med"/>
              <a:tailEnd type="triangle" w="med" len="med"/>
            </a:ln>
          </p:spPr>
        </p:sp>
        <p:sp>
          <p:nvSpPr>
            <p:cNvPr id="145448" name="Line 1208"/>
            <p:cNvSpPr/>
            <p:nvPr/>
          </p:nvSpPr>
          <p:spPr>
            <a:xfrm>
              <a:off x="3484" y="2144"/>
              <a:ext cx="232" cy="288"/>
            </a:xfrm>
            <a:prstGeom prst="line">
              <a:avLst/>
            </a:prstGeom>
            <a:ln w="38100" cap="flat" cmpd="sng">
              <a:solidFill>
                <a:schemeClr val="accent1"/>
              </a:solidFill>
              <a:prstDash val="solid"/>
              <a:headEnd type="none" w="med" len="med"/>
              <a:tailEnd type="triangle" w="med" len="med"/>
            </a:ln>
          </p:spPr>
        </p:sp>
        <p:sp>
          <p:nvSpPr>
            <p:cNvPr id="145449" name="Line 1209"/>
            <p:cNvSpPr/>
            <p:nvPr/>
          </p:nvSpPr>
          <p:spPr>
            <a:xfrm flipV="1">
              <a:off x="3488" y="1868"/>
              <a:ext cx="112" cy="276"/>
            </a:xfrm>
            <a:prstGeom prst="line">
              <a:avLst/>
            </a:prstGeom>
            <a:ln w="38100" cap="flat" cmpd="sng">
              <a:solidFill>
                <a:schemeClr val="accent1"/>
              </a:solidFill>
              <a:prstDash val="solid"/>
              <a:headEnd type="none" w="med" len="med"/>
              <a:tailEnd type="triangle" w="med" len="med"/>
            </a:ln>
          </p:spPr>
        </p:sp>
        <p:sp>
          <p:nvSpPr>
            <p:cNvPr id="145450" name="Oval 1210"/>
            <p:cNvSpPr/>
            <p:nvPr/>
          </p:nvSpPr>
          <p:spPr>
            <a:xfrm>
              <a:off x="3994" y="1972"/>
              <a:ext cx="78" cy="66"/>
            </a:xfrm>
            <a:prstGeom prst="ellipse">
              <a:avLst/>
            </a:prstGeom>
            <a:solidFill>
              <a:schemeClr val="accent1"/>
            </a:solidFill>
            <a:ln w="9525" cap="flat" cmpd="sng">
              <a:solidFill>
                <a:schemeClr val="accent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45451" name="Oval 1211"/>
            <p:cNvSpPr/>
            <p:nvPr/>
          </p:nvSpPr>
          <p:spPr>
            <a:xfrm>
              <a:off x="3526" y="1702"/>
              <a:ext cx="78" cy="66"/>
            </a:xfrm>
            <a:prstGeom prst="ellipse">
              <a:avLst/>
            </a:prstGeom>
            <a:solidFill>
              <a:schemeClr val="accent2"/>
            </a:solidFill>
            <a:ln w="9525" cap="flat" cmpd="sng">
              <a:solidFill>
                <a:schemeClr val="accent2"/>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8482" name="Rectangle 2"/>
          <p:cNvSpPr>
            <a:spLocks noGrp="1"/>
          </p:cNvSpPr>
          <p:nvPr>
            <p:ph type="title"/>
          </p:nvPr>
        </p:nvSpPr>
        <p:spPr>
          <a:xfrm>
            <a:off x="533400" y="609600"/>
            <a:ext cx="8229600" cy="685800"/>
          </a:xfrm>
        </p:spPr>
        <p:txBody>
          <a:bodyPr vert="horz" wrap="square" lIns="92075" tIns="46038" rIns="92075" bIns="46038" anchor="ctr" anchorCtr="0"/>
          <a:p>
            <a:r>
              <a:rPr lang="en-US" altLang="zh-CN" sz="3600" dirty="0">
                <a:ea typeface="宋体" panose="02010600030101010101" pitchFamily="2" charset="-122"/>
              </a:rPr>
              <a:t>Approaches for building mcast trees</a:t>
            </a:r>
            <a:endParaRPr lang="en-US" altLang="zh-CN" sz="3600" dirty="0">
              <a:ea typeface="宋体" panose="02010600030101010101" pitchFamily="2" charset="-122"/>
            </a:endParaRPr>
          </a:p>
        </p:txBody>
      </p:sp>
      <p:sp>
        <p:nvSpPr>
          <p:cNvPr id="148483" name="Rectangle 3"/>
          <p:cNvSpPr>
            <a:spLocks noGrp="1"/>
          </p:cNvSpPr>
          <p:nvPr>
            <p:ph idx="1"/>
          </p:nvPr>
        </p:nvSpPr>
        <p:spPr>
          <a:xfrm>
            <a:off x="533400" y="1600200"/>
            <a:ext cx="7772400" cy="3048000"/>
          </a:xfrm>
        </p:spPr>
        <p:txBody>
          <a:bodyPr vert="horz" wrap="square" lIns="92075" tIns="46038" rIns="92075" bIns="46038" anchor="t" anchorCtr="0"/>
          <a:p>
            <a:pPr>
              <a:buNone/>
            </a:pPr>
            <a:r>
              <a:rPr lang="en-US" altLang="zh-CN" dirty="0">
                <a:ea typeface="宋体" panose="02010600030101010101" pitchFamily="2" charset="-122"/>
              </a:rPr>
              <a:t>Approaches:</a:t>
            </a:r>
            <a:endParaRPr lang="en-US" altLang="zh-CN" dirty="0">
              <a:ea typeface="宋体" panose="02010600030101010101" pitchFamily="2" charset="-122"/>
            </a:endParaRPr>
          </a:p>
          <a:p>
            <a:r>
              <a:rPr lang="en-US" altLang="zh-CN" dirty="0">
                <a:solidFill>
                  <a:srgbClr val="FF0000"/>
                </a:solidFill>
                <a:ea typeface="宋体" panose="02010600030101010101" pitchFamily="2" charset="-122"/>
              </a:rPr>
              <a:t>source-based tree:</a:t>
            </a:r>
            <a:r>
              <a:rPr lang="en-US" altLang="zh-CN" dirty="0">
                <a:ea typeface="宋体" panose="02010600030101010101" pitchFamily="2" charset="-122"/>
              </a:rPr>
              <a:t> one tree per source</a:t>
            </a:r>
            <a:endParaRPr lang="en-US" altLang="zh-CN" dirty="0">
              <a:ea typeface="宋体" panose="02010600030101010101" pitchFamily="2" charset="-122"/>
            </a:endParaRPr>
          </a:p>
          <a:p>
            <a:pPr lvl="1"/>
            <a:r>
              <a:rPr lang="en-US" altLang="zh-CN" dirty="0">
                <a:ea typeface="宋体" panose="02010600030101010101" pitchFamily="2" charset="-122"/>
              </a:rPr>
              <a:t>shortest path trees</a:t>
            </a:r>
            <a:endParaRPr lang="en-US" altLang="zh-CN" dirty="0">
              <a:ea typeface="宋体" panose="02010600030101010101" pitchFamily="2" charset="-122"/>
            </a:endParaRPr>
          </a:p>
          <a:p>
            <a:pPr lvl="1"/>
            <a:r>
              <a:rPr lang="en-US" altLang="zh-CN" dirty="0">
                <a:ea typeface="宋体" panose="02010600030101010101" pitchFamily="2" charset="-122"/>
              </a:rPr>
              <a:t>reverse path forwarding</a:t>
            </a:r>
            <a:endParaRPr lang="en-US" altLang="zh-CN" dirty="0">
              <a:ea typeface="宋体" panose="02010600030101010101" pitchFamily="2" charset="-122"/>
            </a:endParaRPr>
          </a:p>
          <a:p>
            <a:r>
              <a:rPr lang="en-US" altLang="zh-CN" dirty="0">
                <a:solidFill>
                  <a:srgbClr val="FF0000"/>
                </a:solidFill>
                <a:ea typeface="宋体" panose="02010600030101010101" pitchFamily="2" charset="-122"/>
              </a:rPr>
              <a:t>group-shared tree:</a:t>
            </a:r>
            <a:r>
              <a:rPr lang="en-US" altLang="zh-CN" dirty="0">
                <a:ea typeface="宋体" panose="02010600030101010101" pitchFamily="2" charset="-122"/>
              </a:rPr>
              <a:t> group uses one tree</a:t>
            </a:r>
            <a:endParaRPr lang="en-US" altLang="zh-CN" dirty="0">
              <a:ea typeface="宋体" panose="02010600030101010101" pitchFamily="2" charset="-122"/>
            </a:endParaRPr>
          </a:p>
          <a:p>
            <a:pPr lvl="1"/>
            <a:r>
              <a:rPr lang="en-US" altLang="zh-CN" dirty="0">
                <a:ea typeface="宋体" panose="02010600030101010101" pitchFamily="2" charset="-122"/>
              </a:rPr>
              <a:t>minimal spanning (Steiner) </a:t>
            </a:r>
            <a:endParaRPr lang="en-US" altLang="zh-CN" dirty="0">
              <a:ea typeface="宋体" panose="02010600030101010101" pitchFamily="2" charset="-122"/>
            </a:endParaRPr>
          </a:p>
          <a:p>
            <a:pPr lvl="1"/>
            <a:r>
              <a:rPr lang="en-US" altLang="zh-CN" dirty="0">
                <a:ea typeface="宋体" panose="02010600030101010101" pitchFamily="2" charset="-122"/>
              </a:rPr>
              <a:t>center-based trees</a:t>
            </a:r>
            <a:endParaRPr lang="en-US" altLang="zh-CN" dirty="0">
              <a:ea typeface="宋体" panose="02010600030101010101" pitchFamily="2" charset="-122"/>
            </a:endParaRPr>
          </a:p>
        </p:txBody>
      </p:sp>
      <p:sp>
        <p:nvSpPr>
          <p:cNvPr id="148484" name="Rectangle 4"/>
          <p:cNvSpPr/>
          <p:nvPr/>
        </p:nvSpPr>
        <p:spPr>
          <a:xfrm>
            <a:off x="533400" y="5178425"/>
            <a:ext cx="8305800" cy="1373188"/>
          </a:xfrm>
          <a:prstGeom prst="rect">
            <a:avLst/>
          </a:prstGeom>
          <a:noFill/>
          <a:ln w="9525">
            <a:noFill/>
          </a:ln>
        </p:spPr>
        <p:txBody>
          <a:bodyPr lIns="92075" tIns="46038" rIns="92075" bIns="46038"/>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342900" lvl="0" indent="-342900">
              <a:buClrTx/>
              <a:buSzTx/>
              <a:buFontTx/>
              <a:buNone/>
            </a:pPr>
            <a:r>
              <a:rPr lang="en-US" altLang="zh-CN" sz="2400" dirty="0">
                <a:ea typeface="宋体" panose="02010600030101010101" pitchFamily="2" charset="-122"/>
              </a:rPr>
              <a:t>…we first look at basic approaches, then specific protocols adopting these approaches</a:t>
            </a:r>
            <a:endParaRPr lang="en-US" altLang="zh-CN" sz="2400" dirty="0">
              <a:ea typeface="宋体" panose="02010600030101010101" pitchFamily="2" charset="-122"/>
            </a:endParaRP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0530" name="Line 2"/>
          <p:cNvSpPr/>
          <p:nvPr/>
        </p:nvSpPr>
        <p:spPr>
          <a:xfrm>
            <a:off x="3963988" y="5087938"/>
            <a:ext cx="401637" cy="690562"/>
          </a:xfrm>
          <a:prstGeom prst="line">
            <a:avLst/>
          </a:prstGeom>
          <a:ln w="57150" cap="flat" cmpd="sng">
            <a:solidFill>
              <a:srgbClr val="FF0000"/>
            </a:solidFill>
            <a:prstDash val="solid"/>
            <a:headEnd type="none" w="med" len="med"/>
            <a:tailEnd type="none" w="med" len="med"/>
          </a:ln>
        </p:spPr>
      </p:sp>
      <p:sp>
        <p:nvSpPr>
          <p:cNvPr id="150531" name="Rectangle 3"/>
          <p:cNvSpPr>
            <a:spLocks noGrp="1"/>
          </p:cNvSpPr>
          <p:nvPr>
            <p:ph type="title"/>
          </p:nvPr>
        </p:nvSpPr>
        <p:spPr/>
        <p:txBody>
          <a:bodyPr vert="horz" wrap="square" lIns="92075" tIns="46038" rIns="92075" bIns="46038" anchor="ctr" anchorCtr="0"/>
          <a:p>
            <a:r>
              <a:rPr lang="en-US" altLang="zh-CN" dirty="0">
                <a:ea typeface="宋体" panose="02010600030101010101" pitchFamily="2" charset="-122"/>
              </a:rPr>
              <a:t>Shortest Path Tree</a:t>
            </a:r>
            <a:endParaRPr lang="en-US" altLang="zh-CN" dirty="0">
              <a:ea typeface="宋体" panose="02010600030101010101" pitchFamily="2" charset="-122"/>
            </a:endParaRPr>
          </a:p>
        </p:txBody>
      </p:sp>
      <p:sp>
        <p:nvSpPr>
          <p:cNvPr id="150532" name="Rectangle 4"/>
          <p:cNvSpPr>
            <a:spLocks noGrp="1"/>
          </p:cNvSpPr>
          <p:nvPr>
            <p:ph idx="1"/>
          </p:nvPr>
        </p:nvSpPr>
        <p:spPr>
          <a:xfrm>
            <a:off x="533400" y="1524000"/>
            <a:ext cx="7924800" cy="1447800"/>
          </a:xfrm>
        </p:spPr>
        <p:txBody>
          <a:bodyPr vert="horz" wrap="square" lIns="92075" tIns="46038" rIns="92075" bIns="46038" anchor="t" anchorCtr="0"/>
          <a:p>
            <a:r>
              <a:rPr lang="en-US" altLang="zh-CN" dirty="0">
                <a:ea typeface="宋体" panose="02010600030101010101" pitchFamily="2" charset="-122"/>
              </a:rPr>
              <a:t>mcast forwarding tree: tree of shortest path routes from source to all receivers</a:t>
            </a:r>
            <a:endParaRPr lang="en-US" altLang="zh-CN" dirty="0">
              <a:ea typeface="宋体" panose="02010600030101010101" pitchFamily="2" charset="-122"/>
            </a:endParaRPr>
          </a:p>
          <a:p>
            <a:pPr lvl="1"/>
            <a:r>
              <a:rPr lang="en-US" altLang="zh-CN" dirty="0">
                <a:ea typeface="宋体" panose="02010600030101010101" pitchFamily="2" charset="-122"/>
              </a:rPr>
              <a:t>Dijkstra’s algorithm</a:t>
            </a:r>
            <a:endParaRPr lang="en-US" altLang="zh-CN" dirty="0">
              <a:ea typeface="宋体" panose="02010600030101010101" pitchFamily="2" charset="-122"/>
            </a:endParaRPr>
          </a:p>
        </p:txBody>
      </p:sp>
      <p:sp>
        <p:nvSpPr>
          <p:cNvPr id="150533" name="Line 5"/>
          <p:cNvSpPr/>
          <p:nvPr/>
        </p:nvSpPr>
        <p:spPr>
          <a:xfrm flipV="1">
            <a:off x="2562225" y="4232275"/>
            <a:ext cx="1365250" cy="347663"/>
          </a:xfrm>
          <a:prstGeom prst="line">
            <a:avLst/>
          </a:prstGeom>
          <a:ln w="19050" cap="flat" cmpd="sng">
            <a:solidFill>
              <a:schemeClr val="tx1"/>
            </a:solidFill>
            <a:prstDash val="solid"/>
            <a:headEnd type="none" w="med" len="med"/>
            <a:tailEnd type="none" w="med" len="med"/>
          </a:ln>
        </p:spPr>
      </p:sp>
      <p:sp>
        <p:nvSpPr>
          <p:cNvPr id="150534" name="Line 6"/>
          <p:cNvSpPr/>
          <p:nvPr/>
        </p:nvSpPr>
        <p:spPr>
          <a:xfrm>
            <a:off x="2297113" y="4549775"/>
            <a:ext cx="852487" cy="974725"/>
          </a:xfrm>
          <a:prstGeom prst="line">
            <a:avLst/>
          </a:prstGeom>
          <a:ln w="57150" cap="flat" cmpd="sng">
            <a:solidFill>
              <a:srgbClr val="FF0000"/>
            </a:solidFill>
            <a:prstDash val="solid"/>
            <a:headEnd type="none" w="med" len="med"/>
            <a:tailEnd type="none" w="med" len="med"/>
          </a:ln>
        </p:spPr>
      </p:sp>
      <p:sp>
        <p:nvSpPr>
          <p:cNvPr id="150535" name="Line 7"/>
          <p:cNvSpPr/>
          <p:nvPr/>
        </p:nvSpPr>
        <p:spPr>
          <a:xfrm>
            <a:off x="2884488" y="3794125"/>
            <a:ext cx="993775" cy="446088"/>
          </a:xfrm>
          <a:prstGeom prst="line">
            <a:avLst/>
          </a:prstGeom>
          <a:ln w="57150" cap="flat" cmpd="sng">
            <a:solidFill>
              <a:srgbClr val="FF0000"/>
            </a:solidFill>
            <a:prstDash val="solid"/>
            <a:headEnd type="none" w="med" len="med"/>
            <a:tailEnd type="none" w="med" len="med"/>
          </a:ln>
        </p:spPr>
      </p:sp>
      <p:sp>
        <p:nvSpPr>
          <p:cNvPr id="150536" name="Line 8"/>
          <p:cNvSpPr/>
          <p:nvPr/>
        </p:nvSpPr>
        <p:spPr>
          <a:xfrm flipV="1">
            <a:off x="3414713" y="5116513"/>
            <a:ext cx="538162" cy="468312"/>
          </a:xfrm>
          <a:prstGeom prst="line">
            <a:avLst/>
          </a:prstGeom>
          <a:ln w="19050" cap="flat" cmpd="sng">
            <a:solidFill>
              <a:schemeClr val="tx1"/>
            </a:solidFill>
            <a:prstDash val="solid"/>
            <a:headEnd type="none" w="med" len="med"/>
            <a:tailEnd type="none" w="med" len="med"/>
          </a:ln>
        </p:spPr>
      </p:sp>
      <p:sp>
        <p:nvSpPr>
          <p:cNvPr id="150537" name="Line 9"/>
          <p:cNvSpPr/>
          <p:nvPr/>
        </p:nvSpPr>
        <p:spPr>
          <a:xfrm>
            <a:off x="3937000" y="4338638"/>
            <a:ext cx="0" cy="717550"/>
          </a:xfrm>
          <a:prstGeom prst="line">
            <a:avLst/>
          </a:prstGeom>
          <a:ln w="57150" cap="flat" cmpd="sng">
            <a:solidFill>
              <a:srgbClr val="FF0000"/>
            </a:solidFill>
            <a:prstDash val="solid"/>
            <a:headEnd type="none" w="med" len="med"/>
            <a:tailEnd type="none" w="med" len="med"/>
          </a:ln>
        </p:spPr>
      </p:sp>
      <p:sp>
        <p:nvSpPr>
          <p:cNvPr id="150538" name="Line 10"/>
          <p:cNvSpPr/>
          <p:nvPr/>
        </p:nvSpPr>
        <p:spPr>
          <a:xfrm>
            <a:off x="1974850" y="5578475"/>
            <a:ext cx="1025525" cy="0"/>
          </a:xfrm>
          <a:prstGeom prst="line">
            <a:avLst/>
          </a:prstGeom>
          <a:ln w="19050" cap="flat" cmpd="sng">
            <a:solidFill>
              <a:schemeClr val="tx1"/>
            </a:solidFill>
            <a:prstDash val="solid"/>
            <a:headEnd type="none" w="med" len="med"/>
            <a:tailEnd type="none" w="med" len="med"/>
          </a:ln>
        </p:spPr>
      </p:sp>
      <p:sp>
        <p:nvSpPr>
          <p:cNvPr id="150539" name="Line 11"/>
          <p:cNvSpPr/>
          <p:nvPr/>
        </p:nvSpPr>
        <p:spPr>
          <a:xfrm flipH="1">
            <a:off x="1841500" y="4656138"/>
            <a:ext cx="373063" cy="846137"/>
          </a:xfrm>
          <a:prstGeom prst="line">
            <a:avLst/>
          </a:prstGeom>
          <a:ln w="57150" cap="flat" cmpd="sng">
            <a:solidFill>
              <a:srgbClr val="FF0000"/>
            </a:solidFill>
            <a:prstDash val="solid"/>
            <a:headEnd type="none" w="med" len="med"/>
            <a:tailEnd type="none" w="med" len="med"/>
          </a:ln>
        </p:spPr>
      </p:sp>
      <p:sp>
        <p:nvSpPr>
          <p:cNvPr id="150540" name="Line 12"/>
          <p:cNvSpPr/>
          <p:nvPr/>
        </p:nvSpPr>
        <p:spPr>
          <a:xfrm flipH="1">
            <a:off x="2289175" y="3808413"/>
            <a:ext cx="347663" cy="749300"/>
          </a:xfrm>
          <a:prstGeom prst="line">
            <a:avLst/>
          </a:prstGeom>
          <a:ln w="57150" cap="flat" cmpd="sng">
            <a:solidFill>
              <a:srgbClr val="FF0000"/>
            </a:solidFill>
            <a:prstDash val="solid"/>
            <a:headEnd type="none" w="med" len="med"/>
            <a:tailEnd type="none" w="med" len="med"/>
          </a:ln>
        </p:spPr>
      </p:sp>
      <p:grpSp>
        <p:nvGrpSpPr>
          <p:cNvPr id="150541" name="Group 13"/>
          <p:cNvGrpSpPr/>
          <p:nvPr/>
        </p:nvGrpSpPr>
        <p:grpSpPr>
          <a:xfrm>
            <a:off x="2862263" y="5453063"/>
            <a:ext cx="568325" cy="222250"/>
            <a:chOff x="3600" y="219"/>
            <a:chExt cx="360" cy="175"/>
          </a:xfrm>
        </p:grpSpPr>
        <p:sp>
          <p:nvSpPr>
            <p:cNvPr id="150773" name="Oval 14"/>
            <p:cNvSpPr/>
            <p:nvPr/>
          </p:nvSpPr>
          <p:spPr>
            <a:xfrm>
              <a:off x="3603" y="297"/>
              <a:ext cx="357" cy="97"/>
            </a:xfrm>
            <a:prstGeom prst="ellipse">
              <a:avLst/>
            </a:prstGeom>
            <a:solidFill>
              <a:srgbClr val="FF0000"/>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50774" name="Line 15"/>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150775" name="Line 16"/>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150776" name="Rectangle 17"/>
            <p:cNvSpPr/>
            <p:nvPr/>
          </p:nvSpPr>
          <p:spPr>
            <a:xfrm>
              <a:off x="3603" y="289"/>
              <a:ext cx="354" cy="59"/>
            </a:xfrm>
            <a:prstGeom prst="rect">
              <a:avLst/>
            </a:prstGeom>
            <a:solidFill>
              <a:srgbClr val="FF0000"/>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50777" name="Oval 18"/>
            <p:cNvSpPr/>
            <p:nvPr/>
          </p:nvSpPr>
          <p:spPr>
            <a:xfrm>
              <a:off x="3600" y="219"/>
              <a:ext cx="357" cy="113"/>
            </a:xfrm>
            <a:prstGeom prst="ellipse">
              <a:avLst/>
            </a:prstGeom>
            <a:solidFill>
              <a:srgbClr val="FF0000"/>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50778" name="Group 19"/>
            <p:cNvGrpSpPr/>
            <p:nvPr/>
          </p:nvGrpSpPr>
          <p:grpSpPr>
            <a:xfrm>
              <a:off x="3686" y="244"/>
              <a:ext cx="177" cy="66"/>
              <a:chOff x="2848" y="848"/>
              <a:chExt cx="140" cy="98"/>
            </a:xfrm>
          </p:grpSpPr>
          <p:sp>
            <p:nvSpPr>
              <p:cNvPr id="150783" name="Line 20"/>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50784" name="Line 21"/>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50785" name="Line 22"/>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150779" name="Group 23"/>
            <p:cNvGrpSpPr/>
            <p:nvPr/>
          </p:nvGrpSpPr>
          <p:grpSpPr>
            <a:xfrm flipV="1">
              <a:off x="3686" y="243"/>
              <a:ext cx="177" cy="66"/>
              <a:chOff x="2848" y="848"/>
              <a:chExt cx="140" cy="98"/>
            </a:xfrm>
          </p:grpSpPr>
          <p:sp>
            <p:nvSpPr>
              <p:cNvPr id="150780" name="Line 24"/>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50781" name="Line 25"/>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50782" name="Line 26"/>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150542" name="Group 27"/>
          <p:cNvGrpSpPr/>
          <p:nvPr/>
        </p:nvGrpSpPr>
        <p:grpSpPr>
          <a:xfrm>
            <a:off x="3648075" y="4146550"/>
            <a:ext cx="569913" cy="222250"/>
            <a:chOff x="3600" y="219"/>
            <a:chExt cx="360" cy="175"/>
          </a:xfrm>
        </p:grpSpPr>
        <p:sp>
          <p:nvSpPr>
            <p:cNvPr id="150760" name="Oval 28"/>
            <p:cNvSpPr/>
            <p:nvPr/>
          </p:nvSpPr>
          <p:spPr>
            <a:xfrm>
              <a:off x="3603" y="297"/>
              <a:ext cx="357" cy="97"/>
            </a:xfrm>
            <a:prstGeom prst="ellipse">
              <a:avLst/>
            </a:prstGeom>
            <a:solidFill>
              <a:srgbClr val="FF0000"/>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50761" name="Line 29"/>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150762" name="Line 30"/>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150763" name="Rectangle 31"/>
            <p:cNvSpPr/>
            <p:nvPr/>
          </p:nvSpPr>
          <p:spPr>
            <a:xfrm>
              <a:off x="3603" y="289"/>
              <a:ext cx="354" cy="59"/>
            </a:xfrm>
            <a:prstGeom prst="rect">
              <a:avLst/>
            </a:prstGeom>
            <a:solidFill>
              <a:srgbClr val="FF0000"/>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50764" name="Oval 32"/>
            <p:cNvSpPr/>
            <p:nvPr/>
          </p:nvSpPr>
          <p:spPr>
            <a:xfrm>
              <a:off x="3600" y="219"/>
              <a:ext cx="357" cy="113"/>
            </a:xfrm>
            <a:prstGeom prst="ellipse">
              <a:avLst/>
            </a:prstGeom>
            <a:solidFill>
              <a:srgbClr val="FF0000"/>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50765" name="Group 33"/>
            <p:cNvGrpSpPr/>
            <p:nvPr/>
          </p:nvGrpSpPr>
          <p:grpSpPr>
            <a:xfrm>
              <a:off x="3686" y="244"/>
              <a:ext cx="177" cy="66"/>
              <a:chOff x="2848" y="848"/>
              <a:chExt cx="140" cy="98"/>
            </a:xfrm>
          </p:grpSpPr>
          <p:sp>
            <p:nvSpPr>
              <p:cNvPr id="150770" name="Line 34"/>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50771" name="Line 35"/>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50772" name="Line 36"/>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150766" name="Group 37"/>
            <p:cNvGrpSpPr/>
            <p:nvPr/>
          </p:nvGrpSpPr>
          <p:grpSpPr>
            <a:xfrm flipV="1">
              <a:off x="3686" y="243"/>
              <a:ext cx="177" cy="66"/>
              <a:chOff x="2848" y="848"/>
              <a:chExt cx="140" cy="98"/>
            </a:xfrm>
          </p:grpSpPr>
          <p:sp>
            <p:nvSpPr>
              <p:cNvPr id="150767" name="Line 38"/>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50768" name="Line 39"/>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50769" name="Line 40"/>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150543" name="Group 41"/>
          <p:cNvGrpSpPr/>
          <p:nvPr/>
        </p:nvGrpSpPr>
        <p:grpSpPr>
          <a:xfrm>
            <a:off x="1512888" y="5445125"/>
            <a:ext cx="568325" cy="222250"/>
            <a:chOff x="3600" y="219"/>
            <a:chExt cx="360" cy="175"/>
          </a:xfrm>
        </p:grpSpPr>
        <p:sp>
          <p:nvSpPr>
            <p:cNvPr id="150747" name="Oval 42"/>
            <p:cNvSpPr/>
            <p:nvPr/>
          </p:nvSpPr>
          <p:spPr>
            <a:xfrm>
              <a:off x="3603" y="297"/>
              <a:ext cx="357" cy="97"/>
            </a:xfrm>
            <a:prstGeom prst="ellipse">
              <a:avLst/>
            </a:prstGeom>
            <a:solidFill>
              <a:srgbClr val="FF0000"/>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50748" name="Line 43"/>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150749" name="Line 44"/>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150750" name="Rectangle 45"/>
            <p:cNvSpPr/>
            <p:nvPr/>
          </p:nvSpPr>
          <p:spPr>
            <a:xfrm>
              <a:off x="3603" y="289"/>
              <a:ext cx="354" cy="59"/>
            </a:xfrm>
            <a:prstGeom prst="rect">
              <a:avLst/>
            </a:prstGeom>
            <a:solidFill>
              <a:srgbClr val="FF0000"/>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50751" name="Oval 46"/>
            <p:cNvSpPr/>
            <p:nvPr/>
          </p:nvSpPr>
          <p:spPr>
            <a:xfrm>
              <a:off x="3600" y="219"/>
              <a:ext cx="357" cy="113"/>
            </a:xfrm>
            <a:prstGeom prst="ellipse">
              <a:avLst/>
            </a:prstGeom>
            <a:solidFill>
              <a:srgbClr val="FF0000"/>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50752" name="Group 47"/>
            <p:cNvGrpSpPr/>
            <p:nvPr/>
          </p:nvGrpSpPr>
          <p:grpSpPr>
            <a:xfrm>
              <a:off x="3686" y="244"/>
              <a:ext cx="177" cy="66"/>
              <a:chOff x="2848" y="848"/>
              <a:chExt cx="140" cy="98"/>
            </a:xfrm>
          </p:grpSpPr>
          <p:sp>
            <p:nvSpPr>
              <p:cNvPr id="150757" name="Line 48"/>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50758" name="Line 49"/>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50759" name="Line 50"/>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150753" name="Group 51"/>
            <p:cNvGrpSpPr/>
            <p:nvPr/>
          </p:nvGrpSpPr>
          <p:grpSpPr>
            <a:xfrm flipV="1">
              <a:off x="3686" y="243"/>
              <a:ext cx="177" cy="66"/>
              <a:chOff x="2848" y="848"/>
              <a:chExt cx="140" cy="98"/>
            </a:xfrm>
          </p:grpSpPr>
          <p:sp>
            <p:nvSpPr>
              <p:cNvPr id="150754" name="Line 52"/>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50755" name="Line 53"/>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50756" name="Line 54"/>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150544" name="Group 55"/>
          <p:cNvGrpSpPr/>
          <p:nvPr/>
        </p:nvGrpSpPr>
        <p:grpSpPr>
          <a:xfrm>
            <a:off x="3671888" y="4981575"/>
            <a:ext cx="547687" cy="233363"/>
            <a:chOff x="3600" y="219"/>
            <a:chExt cx="360" cy="175"/>
          </a:xfrm>
        </p:grpSpPr>
        <p:sp>
          <p:nvSpPr>
            <p:cNvPr id="150734" name="Oval 56"/>
            <p:cNvSpPr/>
            <p:nvPr/>
          </p:nvSpPr>
          <p:spPr>
            <a:xfrm>
              <a:off x="3603" y="297"/>
              <a:ext cx="357" cy="97"/>
            </a:xfrm>
            <a:prstGeom prst="ellipse">
              <a:avLst/>
            </a:prstGeom>
            <a:solidFill>
              <a:srgbClr val="DDDDDD"/>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50735" name="Line 57"/>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150736" name="Line 58"/>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150737" name="Rectangle 59"/>
            <p:cNvSpPr/>
            <p:nvPr/>
          </p:nvSpPr>
          <p:spPr>
            <a:xfrm>
              <a:off x="3603" y="289"/>
              <a:ext cx="354" cy="59"/>
            </a:xfrm>
            <a:prstGeom prst="rect">
              <a:avLst/>
            </a:prstGeom>
            <a:solidFill>
              <a:srgbClr val="DDDDDD"/>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50738" name="Oval 60"/>
            <p:cNvSpPr/>
            <p:nvPr/>
          </p:nvSpPr>
          <p:spPr>
            <a:xfrm>
              <a:off x="3600" y="219"/>
              <a:ext cx="357" cy="113"/>
            </a:xfrm>
            <a:prstGeom prst="ellipse">
              <a:avLst/>
            </a:prstGeom>
            <a:solidFill>
              <a:srgbClr val="DDDDDD"/>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50739" name="Group 61"/>
            <p:cNvGrpSpPr/>
            <p:nvPr/>
          </p:nvGrpSpPr>
          <p:grpSpPr>
            <a:xfrm>
              <a:off x="3686" y="244"/>
              <a:ext cx="177" cy="66"/>
              <a:chOff x="2848" y="848"/>
              <a:chExt cx="140" cy="98"/>
            </a:xfrm>
          </p:grpSpPr>
          <p:sp>
            <p:nvSpPr>
              <p:cNvPr id="150744" name="Line 62"/>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50745" name="Line 63"/>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50746" name="Line 64"/>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150740" name="Group 65"/>
            <p:cNvGrpSpPr/>
            <p:nvPr/>
          </p:nvGrpSpPr>
          <p:grpSpPr>
            <a:xfrm flipV="1">
              <a:off x="3686" y="243"/>
              <a:ext cx="177" cy="66"/>
              <a:chOff x="2848" y="848"/>
              <a:chExt cx="140" cy="98"/>
            </a:xfrm>
          </p:grpSpPr>
          <p:sp>
            <p:nvSpPr>
              <p:cNvPr id="150741" name="Line 66"/>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50742" name="Line 67"/>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50743" name="Line 68"/>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150545" name="Group 69"/>
          <p:cNvGrpSpPr/>
          <p:nvPr/>
        </p:nvGrpSpPr>
        <p:grpSpPr>
          <a:xfrm>
            <a:off x="2016125" y="4467225"/>
            <a:ext cx="547688" cy="233363"/>
            <a:chOff x="3600" y="219"/>
            <a:chExt cx="360" cy="175"/>
          </a:xfrm>
        </p:grpSpPr>
        <p:sp>
          <p:nvSpPr>
            <p:cNvPr id="150721" name="Oval 70"/>
            <p:cNvSpPr/>
            <p:nvPr/>
          </p:nvSpPr>
          <p:spPr>
            <a:xfrm>
              <a:off x="3603" y="297"/>
              <a:ext cx="357" cy="97"/>
            </a:xfrm>
            <a:prstGeom prst="ellipse">
              <a:avLst/>
            </a:prstGeom>
            <a:solidFill>
              <a:srgbClr val="DDDDDD"/>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50722" name="Line 71"/>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150723" name="Line 72"/>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150724" name="Rectangle 73"/>
            <p:cNvSpPr/>
            <p:nvPr/>
          </p:nvSpPr>
          <p:spPr>
            <a:xfrm>
              <a:off x="3603" y="289"/>
              <a:ext cx="354" cy="59"/>
            </a:xfrm>
            <a:prstGeom prst="rect">
              <a:avLst/>
            </a:prstGeom>
            <a:solidFill>
              <a:srgbClr val="DDDDDD"/>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50725" name="Oval 74"/>
            <p:cNvSpPr/>
            <p:nvPr/>
          </p:nvSpPr>
          <p:spPr>
            <a:xfrm>
              <a:off x="3600" y="219"/>
              <a:ext cx="357" cy="113"/>
            </a:xfrm>
            <a:prstGeom prst="ellipse">
              <a:avLst/>
            </a:prstGeom>
            <a:solidFill>
              <a:srgbClr val="DDDDDD"/>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50726" name="Group 75"/>
            <p:cNvGrpSpPr/>
            <p:nvPr/>
          </p:nvGrpSpPr>
          <p:grpSpPr>
            <a:xfrm>
              <a:off x="3686" y="244"/>
              <a:ext cx="177" cy="66"/>
              <a:chOff x="2848" y="848"/>
              <a:chExt cx="140" cy="98"/>
            </a:xfrm>
          </p:grpSpPr>
          <p:sp>
            <p:nvSpPr>
              <p:cNvPr id="150731" name="Line 76"/>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50732" name="Line 77"/>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50733" name="Line 78"/>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150727" name="Group 79"/>
            <p:cNvGrpSpPr/>
            <p:nvPr/>
          </p:nvGrpSpPr>
          <p:grpSpPr>
            <a:xfrm flipV="1">
              <a:off x="3686" y="243"/>
              <a:ext cx="177" cy="66"/>
              <a:chOff x="2848" y="848"/>
              <a:chExt cx="140" cy="98"/>
            </a:xfrm>
          </p:grpSpPr>
          <p:sp>
            <p:nvSpPr>
              <p:cNvPr id="150728" name="Line 80"/>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50729" name="Line 81"/>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50730" name="Line 82"/>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150546" name="Group 83"/>
          <p:cNvGrpSpPr/>
          <p:nvPr/>
        </p:nvGrpSpPr>
        <p:grpSpPr>
          <a:xfrm>
            <a:off x="2093913" y="3278188"/>
            <a:ext cx="1157287" cy="584200"/>
            <a:chOff x="1170" y="3095"/>
            <a:chExt cx="559" cy="309"/>
          </a:xfrm>
        </p:grpSpPr>
        <p:grpSp>
          <p:nvGrpSpPr>
            <p:cNvPr id="150623" name="Group 84"/>
            <p:cNvGrpSpPr/>
            <p:nvPr/>
          </p:nvGrpSpPr>
          <p:grpSpPr>
            <a:xfrm>
              <a:off x="1170" y="3095"/>
              <a:ext cx="159" cy="146"/>
              <a:chOff x="4781" y="1833"/>
              <a:chExt cx="318" cy="262"/>
            </a:xfrm>
          </p:grpSpPr>
          <p:sp>
            <p:nvSpPr>
              <p:cNvPr id="150681" name="AutoShape 85"/>
              <p:cNvSpPr>
                <a:spLocks noChangeAspect="1" noTextEdit="1"/>
              </p:cNvSpPr>
              <p:nvPr/>
            </p:nvSpPr>
            <p:spPr>
              <a:xfrm>
                <a:off x="4787" y="1835"/>
                <a:ext cx="312" cy="260"/>
              </a:xfrm>
              <a:prstGeom prst="rect">
                <a:avLst/>
              </a:prstGeom>
              <a:noFill/>
              <a:ln w="9525">
                <a:noFill/>
              </a:ln>
            </p:spPr>
            <p:txBody>
              <a:bodyPr/>
              <a:p>
                <a:endParaRPr lang="zh-CN" altLang="en-US"/>
              </a:p>
            </p:txBody>
          </p:sp>
          <p:sp>
            <p:nvSpPr>
              <p:cNvPr id="150682" name="Freeform 86"/>
              <p:cNvSpPr/>
              <p:nvPr/>
            </p:nvSpPr>
            <p:spPr>
              <a:xfrm>
                <a:off x="4781" y="1833"/>
                <a:ext cx="307" cy="25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150" h="1804">
                    <a:moveTo>
                      <a:pt x="582" y="239"/>
                    </a:moveTo>
                    <a:lnTo>
                      <a:pt x="606" y="129"/>
                    </a:lnTo>
                    <a:lnTo>
                      <a:pt x="607" y="129"/>
                    </a:lnTo>
                    <a:lnTo>
                      <a:pt x="611" y="128"/>
                    </a:lnTo>
                    <a:lnTo>
                      <a:pt x="616" y="125"/>
                    </a:lnTo>
                    <a:lnTo>
                      <a:pt x="623" y="123"/>
                    </a:lnTo>
                    <a:lnTo>
                      <a:pt x="633" y="120"/>
                    </a:lnTo>
                    <a:lnTo>
                      <a:pt x="645" y="115"/>
                    </a:lnTo>
                    <a:lnTo>
                      <a:pt x="659" y="112"/>
                    </a:lnTo>
                    <a:lnTo>
                      <a:pt x="676" y="107"/>
                    </a:lnTo>
                    <a:lnTo>
                      <a:pt x="694" y="101"/>
                    </a:lnTo>
                    <a:lnTo>
                      <a:pt x="715" y="95"/>
                    </a:lnTo>
                    <a:lnTo>
                      <a:pt x="738" y="90"/>
                    </a:lnTo>
                    <a:lnTo>
                      <a:pt x="763" y="84"/>
                    </a:lnTo>
                    <a:lnTo>
                      <a:pt x="790" y="78"/>
                    </a:lnTo>
                    <a:lnTo>
                      <a:pt x="820" y="71"/>
                    </a:lnTo>
                    <a:lnTo>
                      <a:pt x="852" y="64"/>
                    </a:lnTo>
                    <a:lnTo>
                      <a:pt x="886" y="59"/>
                    </a:lnTo>
                    <a:lnTo>
                      <a:pt x="922" y="52"/>
                    </a:lnTo>
                    <a:lnTo>
                      <a:pt x="961" y="46"/>
                    </a:lnTo>
                    <a:lnTo>
                      <a:pt x="1002" y="40"/>
                    </a:lnTo>
                    <a:lnTo>
                      <a:pt x="1044" y="35"/>
                    </a:lnTo>
                    <a:lnTo>
                      <a:pt x="1090" y="29"/>
                    </a:lnTo>
                    <a:lnTo>
                      <a:pt x="1138" y="23"/>
                    </a:lnTo>
                    <a:lnTo>
                      <a:pt x="1187" y="18"/>
                    </a:lnTo>
                    <a:lnTo>
                      <a:pt x="1240" y="14"/>
                    </a:lnTo>
                    <a:lnTo>
                      <a:pt x="1294" y="10"/>
                    </a:lnTo>
                    <a:lnTo>
                      <a:pt x="1350" y="7"/>
                    </a:lnTo>
                    <a:lnTo>
                      <a:pt x="1410" y="4"/>
                    </a:lnTo>
                    <a:lnTo>
                      <a:pt x="1470" y="1"/>
                    </a:lnTo>
                    <a:lnTo>
                      <a:pt x="1535" y="0"/>
                    </a:lnTo>
                    <a:lnTo>
                      <a:pt x="1601" y="0"/>
                    </a:lnTo>
                    <a:lnTo>
                      <a:pt x="1668" y="0"/>
                    </a:lnTo>
                    <a:lnTo>
                      <a:pt x="1739" y="1"/>
                    </a:lnTo>
                    <a:lnTo>
                      <a:pt x="1816" y="44"/>
                    </a:lnTo>
                    <a:lnTo>
                      <a:pt x="1799" y="248"/>
                    </a:lnTo>
                    <a:lnTo>
                      <a:pt x="1804" y="251"/>
                    </a:lnTo>
                    <a:lnTo>
                      <a:pt x="1820" y="259"/>
                    </a:lnTo>
                    <a:lnTo>
                      <a:pt x="1842" y="272"/>
                    </a:lnTo>
                    <a:lnTo>
                      <a:pt x="1868" y="292"/>
                    </a:lnTo>
                    <a:lnTo>
                      <a:pt x="1896" y="318"/>
                    </a:lnTo>
                    <a:lnTo>
                      <a:pt x="1920" y="351"/>
                    </a:lnTo>
                    <a:lnTo>
                      <a:pt x="1939" y="390"/>
                    </a:lnTo>
                    <a:lnTo>
                      <a:pt x="1951" y="436"/>
                    </a:lnTo>
                    <a:lnTo>
                      <a:pt x="2125" y="593"/>
                    </a:lnTo>
                    <a:lnTo>
                      <a:pt x="2078" y="1009"/>
                    </a:lnTo>
                    <a:lnTo>
                      <a:pt x="1799" y="1149"/>
                    </a:lnTo>
                    <a:lnTo>
                      <a:pt x="2129" y="1247"/>
                    </a:lnTo>
                    <a:lnTo>
                      <a:pt x="2131" y="1251"/>
                    </a:lnTo>
                    <a:lnTo>
                      <a:pt x="2137" y="1264"/>
                    </a:lnTo>
                    <a:lnTo>
                      <a:pt x="2143" y="1284"/>
                    </a:lnTo>
                    <a:lnTo>
                      <a:pt x="2149" y="1310"/>
                    </a:lnTo>
                    <a:lnTo>
                      <a:pt x="2150" y="1342"/>
                    </a:lnTo>
                    <a:lnTo>
                      <a:pt x="2147" y="1380"/>
                    </a:lnTo>
                    <a:lnTo>
                      <a:pt x="2136" y="1423"/>
                    </a:lnTo>
                    <a:lnTo>
                      <a:pt x="2117" y="1468"/>
                    </a:lnTo>
                    <a:lnTo>
                      <a:pt x="1244" y="1804"/>
                    </a:lnTo>
                    <a:lnTo>
                      <a:pt x="0" y="1413"/>
                    </a:lnTo>
                    <a:lnTo>
                      <a:pt x="22" y="1367"/>
                    </a:lnTo>
                    <a:lnTo>
                      <a:pt x="212" y="1302"/>
                    </a:lnTo>
                    <a:lnTo>
                      <a:pt x="212" y="248"/>
                    </a:lnTo>
                    <a:lnTo>
                      <a:pt x="213" y="247"/>
                    </a:lnTo>
                    <a:lnTo>
                      <a:pt x="217" y="244"/>
                    </a:lnTo>
                    <a:lnTo>
                      <a:pt x="223" y="240"/>
                    </a:lnTo>
                    <a:lnTo>
                      <a:pt x="232" y="234"/>
                    </a:lnTo>
                    <a:lnTo>
                      <a:pt x="245" y="228"/>
                    </a:lnTo>
                    <a:lnTo>
                      <a:pt x="258" y="221"/>
                    </a:lnTo>
                    <a:lnTo>
                      <a:pt x="276" y="214"/>
                    </a:lnTo>
                    <a:lnTo>
                      <a:pt x="294" y="207"/>
                    </a:lnTo>
                    <a:lnTo>
                      <a:pt x="316" y="201"/>
                    </a:lnTo>
                    <a:lnTo>
                      <a:pt x="340" y="197"/>
                    </a:lnTo>
                    <a:lnTo>
                      <a:pt x="366" y="194"/>
                    </a:lnTo>
                    <a:lnTo>
                      <a:pt x="393" y="192"/>
                    </a:lnTo>
                    <a:lnTo>
                      <a:pt x="424" y="193"/>
                    </a:lnTo>
                    <a:lnTo>
                      <a:pt x="457" y="197"/>
                    </a:lnTo>
                    <a:lnTo>
                      <a:pt x="493" y="203"/>
                    </a:lnTo>
                    <a:lnTo>
                      <a:pt x="529" y="214"/>
                    </a:lnTo>
                    <a:lnTo>
                      <a:pt x="582" y="239"/>
                    </a:lnTo>
                    <a:close/>
                  </a:path>
                </a:pathLst>
              </a:custGeom>
              <a:solidFill>
                <a:srgbClr val="FF0000">
                  <a:alpha val="100000"/>
                </a:srgbClr>
              </a:solidFill>
              <a:ln w="9525">
                <a:noFill/>
              </a:ln>
            </p:spPr>
            <p:txBody>
              <a:bodyPr/>
              <a:p>
                <a:endParaRPr lang="zh-CN" altLang="en-US"/>
              </a:p>
            </p:txBody>
          </p:sp>
          <p:sp>
            <p:nvSpPr>
              <p:cNvPr id="150683" name="Freeform 87"/>
              <p:cNvSpPr/>
              <p:nvPr/>
            </p:nvSpPr>
            <p:spPr>
              <a:xfrm>
                <a:off x="4894" y="1857"/>
                <a:ext cx="98" cy="112"/>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690" h="782">
                    <a:moveTo>
                      <a:pt x="684" y="29"/>
                    </a:moveTo>
                    <a:lnTo>
                      <a:pt x="681" y="28"/>
                    </a:lnTo>
                    <a:lnTo>
                      <a:pt x="670" y="25"/>
                    </a:lnTo>
                    <a:lnTo>
                      <a:pt x="652" y="21"/>
                    </a:lnTo>
                    <a:lnTo>
                      <a:pt x="628" y="16"/>
                    </a:lnTo>
                    <a:lnTo>
                      <a:pt x="600" y="11"/>
                    </a:lnTo>
                    <a:lnTo>
                      <a:pt x="566" y="7"/>
                    </a:lnTo>
                    <a:lnTo>
                      <a:pt x="527" y="3"/>
                    </a:lnTo>
                    <a:lnTo>
                      <a:pt x="483" y="1"/>
                    </a:lnTo>
                    <a:lnTo>
                      <a:pt x="436" y="0"/>
                    </a:lnTo>
                    <a:lnTo>
                      <a:pt x="386" y="2"/>
                    </a:lnTo>
                    <a:lnTo>
                      <a:pt x="333" y="7"/>
                    </a:lnTo>
                    <a:lnTo>
                      <a:pt x="277" y="16"/>
                    </a:lnTo>
                    <a:lnTo>
                      <a:pt x="221" y="28"/>
                    </a:lnTo>
                    <a:lnTo>
                      <a:pt x="163" y="45"/>
                    </a:lnTo>
                    <a:lnTo>
                      <a:pt x="104" y="65"/>
                    </a:lnTo>
                    <a:lnTo>
                      <a:pt x="44" y="93"/>
                    </a:lnTo>
                    <a:lnTo>
                      <a:pt x="40" y="108"/>
                    </a:lnTo>
                    <a:lnTo>
                      <a:pt x="29" y="150"/>
                    </a:lnTo>
                    <a:lnTo>
                      <a:pt x="17" y="216"/>
                    </a:lnTo>
                    <a:lnTo>
                      <a:pt x="5" y="301"/>
                    </a:lnTo>
                    <a:lnTo>
                      <a:pt x="0" y="402"/>
                    </a:lnTo>
                    <a:lnTo>
                      <a:pt x="4" y="516"/>
                    </a:lnTo>
                    <a:lnTo>
                      <a:pt x="21" y="638"/>
                    </a:lnTo>
                    <a:lnTo>
                      <a:pt x="57" y="763"/>
                    </a:lnTo>
                    <a:lnTo>
                      <a:pt x="60" y="763"/>
                    </a:lnTo>
                    <a:lnTo>
                      <a:pt x="69" y="762"/>
                    </a:lnTo>
                    <a:lnTo>
                      <a:pt x="84" y="759"/>
                    </a:lnTo>
                    <a:lnTo>
                      <a:pt x="105" y="758"/>
                    </a:lnTo>
                    <a:lnTo>
                      <a:pt x="131" y="756"/>
                    </a:lnTo>
                    <a:lnTo>
                      <a:pt x="162" y="754"/>
                    </a:lnTo>
                    <a:lnTo>
                      <a:pt x="198" y="753"/>
                    </a:lnTo>
                    <a:lnTo>
                      <a:pt x="239" y="751"/>
                    </a:lnTo>
                    <a:lnTo>
                      <a:pt x="283" y="750"/>
                    </a:lnTo>
                    <a:lnTo>
                      <a:pt x="331" y="751"/>
                    </a:lnTo>
                    <a:lnTo>
                      <a:pt x="384" y="753"/>
                    </a:lnTo>
                    <a:lnTo>
                      <a:pt x="440" y="755"/>
                    </a:lnTo>
                    <a:lnTo>
                      <a:pt x="498" y="759"/>
                    </a:lnTo>
                    <a:lnTo>
                      <a:pt x="560" y="765"/>
                    </a:lnTo>
                    <a:lnTo>
                      <a:pt x="624" y="773"/>
                    </a:lnTo>
                    <a:lnTo>
                      <a:pt x="690" y="782"/>
                    </a:lnTo>
                    <a:lnTo>
                      <a:pt x="687" y="759"/>
                    </a:lnTo>
                    <a:lnTo>
                      <a:pt x="680" y="697"/>
                    </a:lnTo>
                    <a:lnTo>
                      <a:pt x="670" y="604"/>
                    </a:lnTo>
                    <a:lnTo>
                      <a:pt x="662" y="492"/>
                    </a:lnTo>
                    <a:lnTo>
                      <a:pt x="656" y="368"/>
                    </a:lnTo>
                    <a:lnTo>
                      <a:pt x="656" y="244"/>
                    </a:lnTo>
                    <a:lnTo>
                      <a:pt x="665" y="128"/>
                    </a:lnTo>
                    <a:lnTo>
                      <a:pt x="684" y="29"/>
                    </a:lnTo>
                    <a:close/>
                  </a:path>
                </a:pathLst>
              </a:custGeom>
              <a:solidFill>
                <a:srgbClr val="FF0000">
                  <a:alpha val="100000"/>
                </a:srgbClr>
              </a:solidFill>
              <a:ln w="9525">
                <a:noFill/>
              </a:ln>
            </p:spPr>
            <p:txBody>
              <a:bodyPr/>
              <a:p>
                <a:endParaRPr lang="zh-CN" altLang="en-US"/>
              </a:p>
            </p:txBody>
          </p:sp>
          <p:sp>
            <p:nvSpPr>
              <p:cNvPr id="150684" name="Freeform 88"/>
              <p:cNvSpPr/>
              <p:nvPr/>
            </p:nvSpPr>
            <p:spPr>
              <a:xfrm>
                <a:off x="4904" y="1888"/>
                <a:ext cx="163" cy="11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39" h="778">
                    <a:moveTo>
                      <a:pt x="7" y="587"/>
                    </a:moveTo>
                    <a:lnTo>
                      <a:pt x="0" y="682"/>
                    </a:lnTo>
                    <a:lnTo>
                      <a:pt x="742" y="778"/>
                    </a:lnTo>
                    <a:lnTo>
                      <a:pt x="748" y="775"/>
                    </a:lnTo>
                    <a:lnTo>
                      <a:pt x="763" y="767"/>
                    </a:lnTo>
                    <a:lnTo>
                      <a:pt x="787" y="755"/>
                    </a:lnTo>
                    <a:lnTo>
                      <a:pt x="816" y="737"/>
                    </a:lnTo>
                    <a:lnTo>
                      <a:pt x="852" y="714"/>
                    </a:lnTo>
                    <a:lnTo>
                      <a:pt x="891" y="686"/>
                    </a:lnTo>
                    <a:lnTo>
                      <a:pt x="932" y="652"/>
                    </a:lnTo>
                    <a:lnTo>
                      <a:pt x="973" y="613"/>
                    </a:lnTo>
                    <a:lnTo>
                      <a:pt x="1013" y="570"/>
                    </a:lnTo>
                    <a:lnTo>
                      <a:pt x="1051" y="521"/>
                    </a:lnTo>
                    <a:lnTo>
                      <a:pt x="1083" y="466"/>
                    </a:lnTo>
                    <a:lnTo>
                      <a:pt x="1109" y="406"/>
                    </a:lnTo>
                    <a:lnTo>
                      <a:pt x="1129" y="342"/>
                    </a:lnTo>
                    <a:lnTo>
                      <a:pt x="1139" y="271"/>
                    </a:lnTo>
                    <a:lnTo>
                      <a:pt x="1138" y="196"/>
                    </a:lnTo>
                    <a:lnTo>
                      <a:pt x="1124" y="115"/>
                    </a:lnTo>
                    <a:lnTo>
                      <a:pt x="1122" y="110"/>
                    </a:lnTo>
                    <a:lnTo>
                      <a:pt x="1115" y="97"/>
                    </a:lnTo>
                    <a:lnTo>
                      <a:pt x="1102" y="80"/>
                    </a:lnTo>
                    <a:lnTo>
                      <a:pt x="1086" y="59"/>
                    </a:lnTo>
                    <a:lnTo>
                      <a:pt x="1066" y="39"/>
                    </a:lnTo>
                    <a:lnTo>
                      <a:pt x="1041" y="20"/>
                    </a:lnTo>
                    <a:lnTo>
                      <a:pt x="1011" y="7"/>
                    </a:lnTo>
                    <a:lnTo>
                      <a:pt x="978" y="0"/>
                    </a:lnTo>
                    <a:lnTo>
                      <a:pt x="982" y="12"/>
                    </a:lnTo>
                    <a:lnTo>
                      <a:pt x="994" y="46"/>
                    </a:lnTo>
                    <a:lnTo>
                      <a:pt x="1007" y="100"/>
                    </a:lnTo>
                    <a:lnTo>
                      <a:pt x="1019" y="169"/>
                    </a:lnTo>
                    <a:lnTo>
                      <a:pt x="1022" y="252"/>
                    </a:lnTo>
                    <a:lnTo>
                      <a:pt x="1013" y="344"/>
                    </a:lnTo>
                    <a:lnTo>
                      <a:pt x="987" y="444"/>
                    </a:lnTo>
                    <a:lnTo>
                      <a:pt x="940" y="549"/>
                    </a:lnTo>
                    <a:lnTo>
                      <a:pt x="939" y="550"/>
                    </a:lnTo>
                    <a:lnTo>
                      <a:pt x="934" y="553"/>
                    </a:lnTo>
                    <a:lnTo>
                      <a:pt x="927" y="559"/>
                    </a:lnTo>
                    <a:lnTo>
                      <a:pt x="917" y="567"/>
                    </a:lnTo>
                    <a:lnTo>
                      <a:pt x="904" y="575"/>
                    </a:lnTo>
                    <a:lnTo>
                      <a:pt x="890" y="585"/>
                    </a:lnTo>
                    <a:lnTo>
                      <a:pt x="871" y="594"/>
                    </a:lnTo>
                    <a:lnTo>
                      <a:pt x="851" y="603"/>
                    </a:lnTo>
                    <a:lnTo>
                      <a:pt x="828" y="611"/>
                    </a:lnTo>
                    <a:lnTo>
                      <a:pt x="802" y="619"/>
                    </a:lnTo>
                    <a:lnTo>
                      <a:pt x="773" y="625"/>
                    </a:lnTo>
                    <a:lnTo>
                      <a:pt x="741" y="629"/>
                    </a:lnTo>
                    <a:lnTo>
                      <a:pt x="708" y="630"/>
                    </a:lnTo>
                    <a:lnTo>
                      <a:pt x="671" y="629"/>
                    </a:lnTo>
                    <a:lnTo>
                      <a:pt x="631" y="626"/>
                    </a:lnTo>
                    <a:lnTo>
                      <a:pt x="590" y="618"/>
                    </a:lnTo>
                    <a:lnTo>
                      <a:pt x="590" y="720"/>
                    </a:lnTo>
                    <a:lnTo>
                      <a:pt x="26" y="663"/>
                    </a:lnTo>
                    <a:lnTo>
                      <a:pt x="7" y="587"/>
                    </a:lnTo>
                    <a:close/>
                  </a:path>
                </a:pathLst>
              </a:custGeom>
              <a:solidFill>
                <a:schemeClr val="bg1">
                  <a:alpha val="100000"/>
                </a:schemeClr>
              </a:solidFill>
              <a:ln w="9525">
                <a:noFill/>
              </a:ln>
            </p:spPr>
            <p:txBody>
              <a:bodyPr/>
              <a:p>
                <a:endParaRPr lang="zh-CN" altLang="en-US"/>
              </a:p>
            </p:txBody>
          </p:sp>
          <p:sp>
            <p:nvSpPr>
              <p:cNvPr id="150685" name="Freeform 89"/>
              <p:cNvSpPr/>
              <p:nvPr/>
            </p:nvSpPr>
            <p:spPr>
              <a:xfrm>
                <a:off x="4884" y="1997"/>
                <a:ext cx="119" cy="38"/>
              </a:xfrm>
              <a:custGeom>
                <a:avLst/>
                <a:gdLst/>
                <a:ahLst/>
                <a:cxnLst>
                  <a:cxn ang="0">
                    <a:pos x="0" y="0"/>
                  </a:cxn>
                  <a:cxn ang="0">
                    <a:pos x="0" y="0"/>
                  </a:cxn>
                  <a:cxn ang="0">
                    <a:pos x="0" y="0"/>
                  </a:cxn>
                  <a:cxn ang="0">
                    <a:pos x="0" y="0"/>
                  </a:cxn>
                  <a:cxn ang="0">
                    <a:pos x="0" y="0"/>
                  </a:cxn>
                </a:cxnLst>
                <a:pathLst>
                  <a:path w="837" h="269">
                    <a:moveTo>
                      <a:pt x="837" y="96"/>
                    </a:moveTo>
                    <a:lnTo>
                      <a:pt x="12" y="0"/>
                    </a:lnTo>
                    <a:lnTo>
                      <a:pt x="0" y="96"/>
                    </a:lnTo>
                    <a:lnTo>
                      <a:pt x="812" y="269"/>
                    </a:lnTo>
                    <a:lnTo>
                      <a:pt x="837" y="96"/>
                    </a:lnTo>
                    <a:close/>
                  </a:path>
                </a:pathLst>
              </a:custGeom>
              <a:solidFill>
                <a:schemeClr val="bg1">
                  <a:alpha val="100000"/>
                </a:schemeClr>
              </a:solidFill>
              <a:ln w="9525">
                <a:noFill/>
              </a:ln>
            </p:spPr>
            <p:txBody>
              <a:bodyPr/>
              <a:p>
                <a:endParaRPr lang="zh-CN" altLang="en-US"/>
              </a:p>
            </p:txBody>
          </p:sp>
          <p:sp>
            <p:nvSpPr>
              <p:cNvPr id="150686" name="Freeform 90"/>
              <p:cNvSpPr/>
              <p:nvPr/>
            </p:nvSpPr>
            <p:spPr>
              <a:xfrm>
                <a:off x="4943" y="2009"/>
                <a:ext cx="51" cy="18"/>
              </a:xfrm>
              <a:custGeom>
                <a:avLst/>
                <a:gdLst/>
                <a:ahLst/>
                <a:cxnLst>
                  <a:cxn ang="0">
                    <a:pos x="0" y="0"/>
                  </a:cxn>
                  <a:cxn ang="0">
                    <a:pos x="0" y="0"/>
                  </a:cxn>
                  <a:cxn ang="0">
                    <a:pos x="0" y="0"/>
                  </a:cxn>
                  <a:cxn ang="0">
                    <a:pos x="0" y="0"/>
                  </a:cxn>
                  <a:cxn ang="0">
                    <a:pos x="0" y="0"/>
                  </a:cxn>
                </a:cxnLst>
                <a:pathLst>
                  <a:path w="358" h="122">
                    <a:moveTo>
                      <a:pt x="358" y="53"/>
                    </a:moveTo>
                    <a:lnTo>
                      <a:pt x="5" y="0"/>
                    </a:lnTo>
                    <a:lnTo>
                      <a:pt x="0" y="51"/>
                    </a:lnTo>
                    <a:lnTo>
                      <a:pt x="348" y="122"/>
                    </a:lnTo>
                    <a:lnTo>
                      <a:pt x="358" y="53"/>
                    </a:lnTo>
                    <a:close/>
                  </a:path>
                </a:pathLst>
              </a:custGeom>
              <a:solidFill>
                <a:srgbClr val="FFCCFF">
                  <a:alpha val="100000"/>
                </a:srgbClr>
              </a:solidFill>
              <a:ln w="9525">
                <a:noFill/>
              </a:ln>
            </p:spPr>
            <p:txBody>
              <a:bodyPr/>
              <a:p>
                <a:endParaRPr lang="zh-CN" altLang="en-US"/>
              </a:p>
            </p:txBody>
          </p:sp>
          <p:sp>
            <p:nvSpPr>
              <p:cNvPr id="150687" name="Freeform 91"/>
              <p:cNvSpPr/>
              <p:nvPr/>
            </p:nvSpPr>
            <p:spPr>
              <a:xfrm>
                <a:off x="4891" y="2000"/>
                <a:ext cx="34" cy="13"/>
              </a:xfrm>
              <a:custGeom>
                <a:avLst/>
                <a:gdLst/>
                <a:ahLst/>
                <a:cxnLst>
                  <a:cxn ang="0">
                    <a:pos x="0" y="0"/>
                  </a:cxn>
                  <a:cxn ang="0">
                    <a:pos x="0" y="0"/>
                  </a:cxn>
                  <a:cxn ang="0">
                    <a:pos x="0" y="0"/>
                  </a:cxn>
                  <a:cxn ang="0">
                    <a:pos x="0" y="0"/>
                  </a:cxn>
                  <a:cxn ang="0">
                    <a:pos x="0" y="0"/>
                  </a:cxn>
                </a:cxnLst>
                <a:pathLst>
                  <a:path w="239" h="91">
                    <a:moveTo>
                      <a:pt x="239" y="42"/>
                    </a:moveTo>
                    <a:lnTo>
                      <a:pt x="0" y="0"/>
                    </a:lnTo>
                    <a:lnTo>
                      <a:pt x="2" y="44"/>
                    </a:lnTo>
                    <a:lnTo>
                      <a:pt x="231" y="91"/>
                    </a:lnTo>
                    <a:lnTo>
                      <a:pt x="239" y="42"/>
                    </a:lnTo>
                    <a:close/>
                  </a:path>
                </a:pathLst>
              </a:custGeom>
              <a:solidFill>
                <a:srgbClr val="FFCCFF">
                  <a:alpha val="100000"/>
                </a:srgbClr>
              </a:solidFill>
              <a:ln w="9525">
                <a:noFill/>
              </a:ln>
            </p:spPr>
            <p:txBody>
              <a:bodyPr/>
              <a:p>
                <a:endParaRPr lang="zh-CN" altLang="en-US"/>
              </a:p>
            </p:txBody>
          </p:sp>
          <p:sp>
            <p:nvSpPr>
              <p:cNvPr id="150688" name="Freeform 92"/>
              <p:cNvSpPr/>
              <p:nvPr/>
            </p:nvSpPr>
            <p:spPr>
              <a:xfrm>
                <a:off x="4805" y="2013"/>
                <a:ext cx="202" cy="67"/>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409" h="466">
                    <a:moveTo>
                      <a:pt x="0" y="140"/>
                    </a:moveTo>
                    <a:lnTo>
                      <a:pt x="4" y="140"/>
                    </a:lnTo>
                    <a:lnTo>
                      <a:pt x="12" y="138"/>
                    </a:lnTo>
                    <a:lnTo>
                      <a:pt x="27" y="135"/>
                    </a:lnTo>
                    <a:lnTo>
                      <a:pt x="45" y="132"/>
                    </a:lnTo>
                    <a:lnTo>
                      <a:pt x="67" y="128"/>
                    </a:lnTo>
                    <a:lnTo>
                      <a:pt x="92" y="123"/>
                    </a:lnTo>
                    <a:lnTo>
                      <a:pt x="120" y="116"/>
                    </a:lnTo>
                    <a:lnTo>
                      <a:pt x="150" y="108"/>
                    </a:lnTo>
                    <a:lnTo>
                      <a:pt x="181" y="100"/>
                    </a:lnTo>
                    <a:lnTo>
                      <a:pt x="212" y="89"/>
                    </a:lnTo>
                    <a:lnTo>
                      <a:pt x="243" y="78"/>
                    </a:lnTo>
                    <a:lnTo>
                      <a:pt x="273" y="65"/>
                    </a:lnTo>
                    <a:lnTo>
                      <a:pt x="303" y="50"/>
                    </a:lnTo>
                    <a:lnTo>
                      <a:pt x="330" y="35"/>
                    </a:lnTo>
                    <a:lnTo>
                      <a:pt x="355" y="18"/>
                    </a:lnTo>
                    <a:lnTo>
                      <a:pt x="375" y="0"/>
                    </a:lnTo>
                    <a:lnTo>
                      <a:pt x="1409" y="236"/>
                    </a:lnTo>
                    <a:lnTo>
                      <a:pt x="1407" y="239"/>
                    </a:lnTo>
                    <a:lnTo>
                      <a:pt x="1401" y="245"/>
                    </a:lnTo>
                    <a:lnTo>
                      <a:pt x="1392" y="254"/>
                    </a:lnTo>
                    <a:lnTo>
                      <a:pt x="1379" y="265"/>
                    </a:lnTo>
                    <a:lnTo>
                      <a:pt x="1363" y="279"/>
                    </a:lnTo>
                    <a:lnTo>
                      <a:pt x="1345" y="295"/>
                    </a:lnTo>
                    <a:lnTo>
                      <a:pt x="1325" y="313"/>
                    </a:lnTo>
                    <a:lnTo>
                      <a:pt x="1303" y="332"/>
                    </a:lnTo>
                    <a:lnTo>
                      <a:pt x="1279" y="351"/>
                    </a:lnTo>
                    <a:lnTo>
                      <a:pt x="1253" y="371"/>
                    </a:lnTo>
                    <a:lnTo>
                      <a:pt x="1227" y="390"/>
                    </a:lnTo>
                    <a:lnTo>
                      <a:pt x="1200" y="409"/>
                    </a:lnTo>
                    <a:lnTo>
                      <a:pt x="1172" y="426"/>
                    </a:lnTo>
                    <a:lnTo>
                      <a:pt x="1145" y="441"/>
                    </a:lnTo>
                    <a:lnTo>
                      <a:pt x="1117" y="455"/>
                    </a:lnTo>
                    <a:lnTo>
                      <a:pt x="1091" y="466"/>
                    </a:lnTo>
                    <a:lnTo>
                      <a:pt x="0" y="140"/>
                    </a:lnTo>
                    <a:close/>
                  </a:path>
                </a:pathLst>
              </a:custGeom>
              <a:solidFill>
                <a:srgbClr val="FFCCFF">
                  <a:alpha val="100000"/>
                </a:srgbClr>
              </a:solidFill>
              <a:ln w="9525">
                <a:noFill/>
              </a:ln>
            </p:spPr>
            <p:txBody>
              <a:bodyPr/>
              <a:p>
                <a:endParaRPr lang="zh-CN" altLang="en-US"/>
              </a:p>
            </p:txBody>
          </p:sp>
          <p:sp>
            <p:nvSpPr>
              <p:cNvPr id="150689" name="Freeform 93"/>
              <p:cNvSpPr/>
              <p:nvPr/>
            </p:nvSpPr>
            <p:spPr>
              <a:xfrm>
                <a:off x="5006" y="2006"/>
                <a:ext cx="72" cy="32"/>
              </a:xfrm>
              <a:custGeom>
                <a:avLst/>
                <a:gdLst/>
                <a:ahLst/>
                <a:cxnLst>
                  <a:cxn ang="0">
                    <a:pos x="0" y="0"/>
                  </a:cxn>
                  <a:cxn ang="0">
                    <a:pos x="0" y="0"/>
                  </a:cxn>
                  <a:cxn ang="0">
                    <a:pos x="0" y="0"/>
                  </a:cxn>
                  <a:cxn ang="0">
                    <a:pos x="0" y="0"/>
                  </a:cxn>
                  <a:cxn ang="0">
                    <a:pos x="0" y="0"/>
                  </a:cxn>
                  <a:cxn ang="0">
                    <a:pos x="0" y="0"/>
                  </a:cxn>
                </a:cxnLst>
                <a:pathLst>
                  <a:path w="502" h="223">
                    <a:moveTo>
                      <a:pt x="51" y="223"/>
                    </a:moveTo>
                    <a:lnTo>
                      <a:pt x="502" y="90"/>
                    </a:lnTo>
                    <a:lnTo>
                      <a:pt x="229" y="0"/>
                    </a:lnTo>
                    <a:lnTo>
                      <a:pt x="6" y="26"/>
                    </a:lnTo>
                    <a:lnTo>
                      <a:pt x="0" y="211"/>
                    </a:lnTo>
                    <a:lnTo>
                      <a:pt x="51" y="223"/>
                    </a:lnTo>
                    <a:close/>
                  </a:path>
                </a:pathLst>
              </a:custGeom>
              <a:solidFill>
                <a:schemeClr val="bg1">
                  <a:alpha val="100000"/>
                </a:schemeClr>
              </a:solidFill>
              <a:ln w="9525">
                <a:noFill/>
              </a:ln>
            </p:spPr>
            <p:txBody>
              <a:bodyPr/>
              <a:p>
                <a:endParaRPr lang="zh-CN" altLang="en-US"/>
              </a:p>
            </p:txBody>
          </p:sp>
          <p:sp>
            <p:nvSpPr>
              <p:cNvPr id="150690" name="Freeform 94"/>
              <p:cNvSpPr/>
              <p:nvPr/>
            </p:nvSpPr>
            <p:spPr>
              <a:xfrm>
                <a:off x="4821" y="1869"/>
                <a:ext cx="38" cy="152"/>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67" h="1064">
                    <a:moveTo>
                      <a:pt x="267" y="26"/>
                    </a:moveTo>
                    <a:lnTo>
                      <a:pt x="266" y="24"/>
                    </a:lnTo>
                    <a:lnTo>
                      <a:pt x="262" y="22"/>
                    </a:lnTo>
                    <a:lnTo>
                      <a:pt x="254" y="20"/>
                    </a:lnTo>
                    <a:lnTo>
                      <a:pt x="244" y="16"/>
                    </a:lnTo>
                    <a:lnTo>
                      <a:pt x="232" y="12"/>
                    </a:lnTo>
                    <a:lnTo>
                      <a:pt x="218" y="8"/>
                    </a:lnTo>
                    <a:lnTo>
                      <a:pt x="202" y="5"/>
                    </a:lnTo>
                    <a:lnTo>
                      <a:pt x="184" y="1"/>
                    </a:lnTo>
                    <a:lnTo>
                      <a:pt x="164" y="0"/>
                    </a:lnTo>
                    <a:lnTo>
                      <a:pt x="143" y="0"/>
                    </a:lnTo>
                    <a:lnTo>
                      <a:pt x="121" y="3"/>
                    </a:lnTo>
                    <a:lnTo>
                      <a:pt x="98" y="6"/>
                    </a:lnTo>
                    <a:lnTo>
                      <a:pt x="74" y="13"/>
                    </a:lnTo>
                    <a:lnTo>
                      <a:pt x="50" y="22"/>
                    </a:lnTo>
                    <a:lnTo>
                      <a:pt x="25" y="35"/>
                    </a:lnTo>
                    <a:lnTo>
                      <a:pt x="0" y="51"/>
                    </a:lnTo>
                    <a:lnTo>
                      <a:pt x="0" y="1064"/>
                    </a:lnTo>
                    <a:lnTo>
                      <a:pt x="1" y="1064"/>
                    </a:lnTo>
                    <a:lnTo>
                      <a:pt x="7" y="1064"/>
                    </a:lnTo>
                    <a:lnTo>
                      <a:pt x="15" y="1063"/>
                    </a:lnTo>
                    <a:lnTo>
                      <a:pt x="25" y="1062"/>
                    </a:lnTo>
                    <a:lnTo>
                      <a:pt x="37" y="1060"/>
                    </a:lnTo>
                    <a:lnTo>
                      <a:pt x="52" y="1057"/>
                    </a:lnTo>
                    <a:lnTo>
                      <a:pt x="69" y="1054"/>
                    </a:lnTo>
                    <a:lnTo>
                      <a:pt x="88" y="1049"/>
                    </a:lnTo>
                    <a:lnTo>
                      <a:pt x="108" y="1044"/>
                    </a:lnTo>
                    <a:lnTo>
                      <a:pt x="129" y="1037"/>
                    </a:lnTo>
                    <a:lnTo>
                      <a:pt x="152" y="1029"/>
                    </a:lnTo>
                    <a:lnTo>
                      <a:pt x="175" y="1018"/>
                    </a:lnTo>
                    <a:lnTo>
                      <a:pt x="198" y="1007"/>
                    </a:lnTo>
                    <a:lnTo>
                      <a:pt x="222" y="994"/>
                    </a:lnTo>
                    <a:lnTo>
                      <a:pt x="244" y="979"/>
                    </a:lnTo>
                    <a:lnTo>
                      <a:pt x="267" y="962"/>
                    </a:lnTo>
                    <a:lnTo>
                      <a:pt x="267" y="26"/>
                    </a:lnTo>
                    <a:close/>
                  </a:path>
                </a:pathLst>
              </a:custGeom>
              <a:solidFill>
                <a:schemeClr val="bg1">
                  <a:alpha val="100000"/>
                </a:schemeClr>
              </a:solidFill>
              <a:ln w="9525">
                <a:noFill/>
              </a:ln>
            </p:spPr>
            <p:txBody>
              <a:bodyPr/>
              <a:p>
                <a:endParaRPr lang="zh-CN" altLang="en-US"/>
              </a:p>
            </p:txBody>
          </p:sp>
          <p:sp>
            <p:nvSpPr>
              <p:cNvPr id="150691" name="Freeform 95"/>
              <p:cNvSpPr/>
              <p:nvPr/>
            </p:nvSpPr>
            <p:spPr>
              <a:xfrm>
                <a:off x="4822" y="1871"/>
                <a:ext cx="33" cy="12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28" h="898">
                    <a:moveTo>
                      <a:pt x="228" y="21"/>
                    </a:moveTo>
                    <a:lnTo>
                      <a:pt x="227" y="20"/>
                    </a:lnTo>
                    <a:lnTo>
                      <a:pt x="224" y="19"/>
                    </a:lnTo>
                    <a:lnTo>
                      <a:pt x="217" y="17"/>
                    </a:lnTo>
                    <a:lnTo>
                      <a:pt x="209" y="13"/>
                    </a:lnTo>
                    <a:lnTo>
                      <a:pt x="199" y="10"/>
                    </a:lnTo>
                    <a:lnTo>
                      <a:pt x="186" y="6"/>
                    </a:lnTo>
                    <a:lnTo>
                      <a:pt x="172" y="4"/>
                    </a:lnTo>
                    <a:lnTo>
                      <a:pt x="157" y="2"/>
                    </a:lnTo>
                    <a:lnTo>
                      <a:pt x="140" y="0"/>
                    </a:lnTo>
                    <a:lnTo>
                      <a:pt x="122" y="0"/>
                    </a:lnTo>
                    <a:lnTo>
                      <a:pt x="104" y="2"/>
                    </a:lnTo>
                    <a:lnTo>
                      <a:pt x="83" y="5"/>
                    </a:lnTo>
                    <a:lnTo>
                      <a:pt x="64" y="11"/>
                    </a:lnTo>
                    <a:lnTo>
                      <a:pt x="42" y="19"/>
                    </a:lnTo>
                    <a:lnTo>
                      <a:pt x="21" y="29"/>
                    </a:lnTo>
                    <a:lnTo>
                      <a:pt x="0" y="43"/>
                    </a:lnTo>
                    <a:lnTo>
                      <a:pt x="0" y="898"/>
                    </a:lnTo>
                    <a:lnTo>
                      <a:pt x="1" y="898"/>
                    </a:lnTo>
                    <a:lnTo>
                      <a:pt x="5" y="898"/>
                    </a:lnTo>
                    <a:lnTo>
                      <a:pt x="12" y="897"/>
                    </a:lnTo>
                    <a:lnTo>
                      <a:pt x="21" y="896"/>
                    </a:lnTo>
                    <a:lnTo>
                      <a:pt x="32" y="894"/>
                    </a:lnTo>
                    <a:lnTo>
                      <a:pt x="45" y="892"/>
                    </a:lnTo>
                    <a:lnTo>
                      <a:pt x="59" y="889"/>
                    </a:lnTo>
                    <a:lnTo>
                      <a:pt x="75" y="884"/>
                    </a:lnTo>
                    <a:lnTo>
                      <a:pt x="92" y="879"/>
                    </a:lnTo>
                    <a:lnTo>
                      <a:pt x="111" y="874"/>
                    </a:lnTo>
                    <a:lnTo>
                      <a:pt x="130" y="867"/>
                    </a:lnTo>
                    <a:lnTo>
                      <a:pt x="149" y="858"/>
                    </a:lnTo>
                    <a:lnTo>
                      <a:pt x="169" y="848"/>
                    </a:lnTo>
                    <a:lnTo>
                      <a:pt x="190" y="837"/>
                    </a:lnTo>
                    <a:lnTo>
                      <a:pt x="209" y="824"/>
                    </a:lnTo>
                    <a:lnTo>
                      <a:pt x="228" y="809"/>
                    </a:lnTo>
                    <a:lnTo>
                      <a:pt x="228" y="21"/>
                    </a:lnTo>
                    <a:close/>
                  </a:path>
                </a:pathLst>
              </a:custGeom>
              <a:solidFill>
                <a:srgbClr val="FFCCFF">
                  <a:alpha val="100000"/>
                </a:srgbClr>
              </a:solidFill>
              <a:ln w="9525">
                <a:noFill/>
              </a:ln>
            </p:spPr>
            <p:txBody>
              <a:bodyPr/>
              <a:p>
                <a:endParaRPr lang="zh-CN" altLang="en-US"/>
              </a:p>
            </p:txBody>
          </p:sp>
          <p:sp>
            <p:nvSpPr>
              <p:cNvPr id="150692" name="Freeform 96"/>
              <p:cNvSpPr/>
              <p:nvPr/>
            </p:nvSpPr>
            <p:spPr>
              <a:xfrm>
                <a:off x="4823" y="1872"/>
                <a:ext cx="27" cy="104"/>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92" h="729">
                    <a:moveTo>
                      <a:pt x="192" y="17"/>
                    </a:moveTo>
                    <a:lnTo>
                      <a:pt x="191" y="17"/>
                    </a:lnTo>
                    <a:lnTo>
                      <a:pt x="187" y="15"/>
                    </a:lnTo>
                    <a:lnTo>
                      <a:pt x="183" y="12"/>
                    </a:lnTo>
                    <a:lnTo>
                      <a:pt x="176" y="10"/>
                    </a:lnTo>
                    <a:lnTo>
                      <a:pt x="167" y="8"/>
                    </a:lnTo>
                    <a:lnTo>
                      <a:pt x="156" y="4"/>
                    </a:lnTo>
                    <a:lnTo>
                      <a:pt x="145" y="2"/>
                    </a:lnTo>
                    <a:lnTo>
                      <a:pt x="132" y="0"/>
                    </a:lnTo>
                    <a:lnTo>
                      <a:pt x="117" y="0"/>
                    </a:lnTo>
                    <a:lnTo>
                      <a:pt x="102" y="0"/>
                    </a:lnTo>
                    <a:lnTo>
                      <a:pt x="86" y="1"/>
                    </a:lnTo>
                    <a:lnTo>
                      <a:pt x="70" y="3"/>
                    </a:lnTo>
                    <a:lnTo>
                      <a:pt x="53" y="8"/>
                    </a:lnTo>
                    <a:lnTo>
                      <a:pt x="35" y="15"/>
                    </a:lnTo>
                    <a:lnTo>
                      <a:pt x="18" y="24"/>
                    </a:lnTo>
                    <a:lnTo>
                      <a:pt x="0" y="35"/>
                    </a:lnTo>
                    <a:lnTo>
                      <a:pt x="0" y="729"/>
                    </a:lnTo>
                    <a:lnTo>
                      <a:pt x="1" y="729"/>
                    </a:lnTo>
                    <a:lnTo>
                      <a:pt x="4" y="729"/>
                    </a:lnTo>
                    <a:lnTo>
                      <a:pt x="10" y="728"/>
                    </a:lnTo>
                    <a:lnTo>
                      <a:pt x="18" y="727"/>
                    </a:lnTo>
                    <a:lnTo>
                      <a:pt x="27" y="726"/>
                    </a:lnTo>
                    <a:lnTo>
                      <a:pt x="37" y="725"/>
                    </a:lnTo>
                    <a:lnTo>
                      <a:pt x="50" y="721"/>
                    </a:lnTo>
                    <a:lnTo>
                      <a:pt x="64" y="719"/>
                    </a:lnTo>
                    <a:lnTo>
                      <a:pt x="77" y="714"/>
                    </a:lnTo>
                    <a:lnTo>
                      <a:pt x="92" y="710"/>
                    </a:lnTo>
                    <a:lnTo>
                      <a:pt x="108" y="704"/>
                    </a:lnTo>
                    <a:lnTo>
                      <a:pt x="125" y="697"/>
                    </a:lnTo>
                    <a:lnTo>
                      <a:pt x="141" y="689"/>
                    </a:lnTo>
                    <a:lnTo>
                      <a:pt x="159" y="680"/>
                    </a:lnTo>
                    <a:lnTo>
                      <a:pt x="176" y="668"/>
                    </a:lnTo>
                    <a:lnTo>
                      <a:pt x="192" y="657"/>
                    </a:lnTo>
                    <a:lnTo>
                      <a:pt x="192" y="17"/>
                    </a:lnTo>
                    <a:close/>
                  </a:path>
                </a:pathLst>
              </a:custGeom>
              <a:solidFill>
                <a:schemeClr val="bg1">
                  <a:alpha val="100000"/>
                </a:schemeClr>
              </a:solidFill>
              <a:ln w="9525">
                <a:noFill/>
              </a:ln>
            </p:spPr>
            <p:txBody>
              <a:bodyPr/>
              <a:p>
                <a:endParaRPr lang="zh-CN" altLang="en-US"/>
              </a:p>
            </p:txBody>
          </p:sp>
          <p:sp>
            <p:nvSpPr>
              <p:cNvPr id="150693" name="Freeform 97"/>
              <p:cNvSpPr/>
              <p:nvPr/>
            </p:nvSpPr>
            <p:spPr>
              <a:xfrm>
                <a:off x="4824" y="1873"/>
                <a:ext cx="22" cy="8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56" h="564">
                    <a:moveTo>
                      <a:pt x="156" y="15"/>
                    </a:moveTo>
                    <a:lnTo>
                      <a:pt x="153" y="14"/>
                    </a:lnTo>
                    <a:lnTo>
                      <a:pt x="142" y="9"/>
                    </a:lnTo>
                    <a:lnTo>
                      <a:pt x="127" y="4"/>
                    </a:lnTo>
                    <a:lnTo>
                      <a:pt x="108" y="1"/>
                    </a:lnTo>
                    <a:lnTo>
                      <a:pt x="84" y="0"/>
                    </a:lnTo>
                    <a:lnTo>
                      <a:pt x="58" y="3"/>
                    </a:lnTo>
                    <a:lnTo>
                      <a:pt x="29" y="12"/>
                    </a:lnTo>
                    <a:lnTo>
                      <a:pt x="0" y="28"/>
                    </a:lnTo>
                    <a:lnTo>
                      <a:pt x="0" y="564"/>
                    </a:lnTo>
                    <a:lnTo>
                      <a:pt x="4" y="564"/>
                    </a:lnTo>
                    <a:lnTo>
                      <a:pt x="15" y="563"/>
                    </a:lnTo>
                    <a:lnTo>
                      <a:pt x="31" y="560"/>
                    </a:lnTo>
                    <a:lnTo>
                      <a:pt x="52" y="555"/>
                    </a:lnTo>
                    <a:lnTo>
                      <a:pt x="76" y="548"/>
                    </a:lnTo>
                    <a:lnTo>
                      <a:pt x="102" y="537"/>
                    </a:lnTo>
                    <a:lnTo>
                      <a:pt x="128" y="524"/>
                    </a:lnTo>
                    <a:lnTo>
                      <a:pt x="156" y="505"/>
                    </a:lnTo>
                    <a:lnTo>
                      <a:pt x="156" y="15"/>
                    </a:lnTo>
                    <a:close/>
                  </a:path>
                </a:pathLst>
              </a:custGeom>
              <a:solidFill>
                <a:schemeClr val="bg1">
                  <a:alpha val="100000"/>
                </a:schemeClr>
              </a:solidFill>
              <a:ln w="9525">
                <a:noFill/>
              </a:ln>
            </p:spPr>
            <p:txBody>
              <a:bodyPr/>
              <a:p>
                <a:endParaRPr lang="zh-CN" altLang="en-US"/>
              </a:p>
            </p:txBody>
          </p:sp>
          <p:sp>
            <p:nvSpPr>
              <p:cNvPr id="150694" name="Freeform 98"/>
              <p:cNvSpPr/>
              <p:nvPr/>
            </p:nvSpPr>
            <p:spPr>
              <a:xfrm>
                <a:off x="4825" y="1875"/>
                <a:ext cx="17" cy="5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7" h="396">
                    <a:moveTo>
                      <a:pt x="117" y="10"/>
                    </a:moveTo>
                    <a:lnTo>
                      <a:pt x="115" y="9"/>
                    </a:lnTo>
                    <a:lnTo>
                      <a:pt x="107" y="6"/>
                    </a:lnTo>
                    <a:lnTo>
                      <a:pt x="95" y="2"/>
                    </a:lnTo>
                    <a:lnTo>
                      <a:pt x="80" y="0"/>
                    </a:lnTo>
                    <a:lnTo>
                      <a:pt x="63" y="0"/>
                    </a:lnTo>
                    <a:lnTo>
                      <a:pt x="43" y="2"/>
                    </a:lnTo>
                    <a:lnTo>
                      <a:pt x="22" y="9"/>
                    </a:lnTo>
                    <a:lnTo>
                      <a:pt x="0" y="22"/>
                    </a:lnTo>
                    <a:lnTo>
                      <a:pt x="0" y="396"/>
                    </a:lnTo>
                    <a:lnTo>
                      <a:pt x="3" y="396"/>
                    </a:lnTo>
                    <a:lnTo>
                      <a:pt x="11" y="395"/>
                    </a:lnTo>
                    <a:lnTo>
                      <a:pt x="23" y="393"/>
                    </a:lnTo>
                    <a:lnTo>
                      <a:pt x="39" y="389"/>
                    </a:lnTo>
                    <a:lnTo>
                      <a:pt x="58" y="385"/>
                    </a:lnTo>
                    <a:lnTo>
                      <a:pt x="77" y="377"/>
                    </a:lnTo>
                    <a:lnTo>
                      <a:pt x="96" y="365"/>
                    </a:lnTo>
                    <a:lnTo>
                      <a:pt x="117" y="351"/>
                    </a:lnTo>
                    <a:lnTo>
                      <a:pt x="117" y="10"/>
                    </a:lnTo>
                    <a:close/>
                  </a:path>
                </a:pathLst>
              </a:custGeom>
              <a:solidFill>
                <a:srgbClr val="FFCCFF">
                  <a:alpha val="100000"/>
                </a:srgbClr>
              </a:solidFill>
              <a:ln w="9525">
                <a:noFill/>
              </a:ln>
            </p:spPr>
            <p:txBody>
              <a:bodyPr/>
              <a:p>
                <a:endParaRPr lang="zh-CN" altLang="en-US"/>
              </a:p>
            </p:txBody>
          </p:sp>
          <p:sp>
            <p:nvSpPr>
              <p:cNvPr id="150695" name="Freeform 99"/>
              <p:cNvSpPr/>
              <p:nvPr/>
            </p:nvSpPr>
            <p:spPr>
              <a:xfrm>
                <a:off x="4826" y="1876"/>
                <a:ext cx="11" cy="33"/>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80" h="230">
                    <a:moveTo>
                      <a:pt x="80" y="7"/>
                    </a:moveTo>
                    <a:lnTo>
                      <a:pt x="78" y="6"/>
                    </a:lnTo>
                    <a:lnTo>
                      <a:pt x="73" y="5"/>
                    </a:lnTo>
                    <a:lnTo>
                      <a:pt x="65" y="2"/>
                    </a:lnTo>
                    <a:lnTo>
                      <a:pt x="55" y="0"/>
                    </a:lnTo>
                    <a:lnTo>
                      <a:pt x="44" y="0"/>
                    </a:lnTo>
                    <a:lnTo>
                      <a:pt x="30" y="1"/>
                    </a:lnTo>
                    <a:lnTo>
                      <a:pt x="15" y="7"/>
                    </a:lnTo>
                    <a:lnTo>
                      <a:pt x="0" y="15"/>
                    </a:lnTo>
                    <a:lnTo>
                      <a:pt x="0" y="230"/>
                    </a:lnTo>
                    <a:lnTo>
                      <a:pt x="3" y="230"/>
                    </a:lnTo>
                    <a:lnTo>
                      <a:pt x="7" y="229"/>
                    </a:lnTo>
                    <a:lnTo>
                      <a:pt x="16" y="228"/>
                    </a:lnTo>
                    <a:lnTo>
                      <a:pt x="27" y="225"/>
                    </a:lnTo>
                    <a:lnTo>
                      <a:pt x="39" y="222"/>
                    </a:lnTo>
                    <a:lnTo>
                      <a:pt x="53" y="216"/>
                    </a:lnTo>
                    <a:lnTo>
                      <a:pt x="67" y="208"/>
                    </a:lnTo>
                    <a:lnTo>
                      <a:pt x="80" y="199"/>
                    </a:lnTo>
                    <a:lnTo>
                      <a:pt x="80" y="7"/>
                    </a:lnTo>
                    <a:close/>
                  </a:path>
                </a:pathLst>
              </a:custGeom>
              <a:solidFill>
                <a:srgbClr val="FFCCFF">
                  <a:alpha val="100000"/>
                </a:srgbClr>
              </a:solidFill>
              <a:ln w="9525">
                <a:noFill/>
              </a:ln>
            </p:spPr>
            <p:txBody>
              <a:bodyPr/>
              <a:p>
                <a:endParaRPr lang="zh-CN" altLang="en-US"/>
              </a:p>
            </p:txBody>
          </p:sp>
          <p:sp>
            <p:nvSpPr>
              <p:cNvPr id="150696" name="Freeform 100"/>
              <p:cNvSpPr/>
              <p:nvPr/>
            </p:nvSpPr>
            <p:spPr>
              <a:xfrm>
                <a:off x="4964" y="1970"/>
                <a:ext cx="16" cy="17"/>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7" h="117">
                    <a:moveTo>
                      <a:pt x="58" y="117"/>
                    </a:moveTo>
                    <a:lnTo>
                      <a:pt x="70" y="116"/>
                    </a:lnTo>
                    <a:lnTo>
                      <a:pt x="81" y="112"/>
                    </a:lnTo>
                    <a:lnTo>
                      <a:pt x="90" y="106"/>
                    </a:lnTo>
                    <a:lnTo>
                      <a:pt x="100" y="100"/>
                    </a:lnTo>
                    <a:lnTo>
                      <a:pt x="106" y="90"/>
                    </a:lnTo>
                    <a:lnTo>
                      <a:pt x="112" y="81"/>
                    </a:lnTo>
                    <a:lnTo>
                      <a:pt x="116" y="70"/>
                    </a:lnTo>
                    <a:lnTo>
                      <a:pt x="117" y="58"/>
                    </a:lnTo>
                    <a:lnTo>
                      <a:pt x="116" y="46"/>
                    </a:lnTo>
                    <a:lnTo>
                      <a:pt x="112" y="35"/>
                    </a:lnTo>
                    <a:lnTo>
                      <a:pt x="106" y="25"/>
                    </a:lnTo>
                    <a:lnTo>
                      <a:pt x="100" y="17"/>
                    </a:lnTo>
                    <a:lnTo>
                      <a:pt x="90" y="9"/>
                    </a:lnTo>
                    <a:lnTo>
                      <a:pt x="81" y="4"/>
                    </a:lnTo>
                    <a:lnTo>
                      <a:pt x="70" y="1"/>
                    </a:lnTo>
                    <a:lnTo>
                      <a:pt x="58" y="0"/>
                    </a:lnTo>
                    <a:lnTo>
                      <a:pt x="47" y="1"/>
                    </a:lnTo>
                    <a:lnTo>
                      <a:pt x="36" y="4"/>
                    </a:lnTo>
                    <a:lnTo>
                      <a:pt x="26" y="9"/>
                    </a:lnTo>
                    <a:lnTo>
                      <a:pt x="17" y="17"/>
                    </a:lnTo>
                    <a:lnTo>
                      <a:pt x="10" y="25"/>
                    </a:lnTo>
                    <a:lnTo>
                      <a:pt x="5" y="35"/>
                    </a:lnTo>
                    <a:lnTo>
                      <a:pt x="1" y="46"/>
                    </a:lnTo>
                    <a:lnTo>
                      <a:pt x="0" y="58"/>
                    </a:lnTo>
                    <a:lnTo>
                      <a:pt x="1" y="70"/>
                    </a:lnTo>
                    <a:lnTo>
                      <a:pt x="5" y="81"/>
                    </a:lnTo>
                    <a:lnTo>
                      <a:pt x="10" y="90"/>
                    </a:lnTo>
                    <a:lnTo>
                      <a:pt x="17" y="100"/>
                    </a:lnTo>
                    <a:lnTo>
                      <a:pt x="26" y="106"/>
                    </a:lnTo>
                    <a:lnTo>
                      <a:pt x="36" y="112"/>
                    </a:lnTo>
                    <a:lnTo>
                      <a:pt x="47" y="116"/>
                    </a:lnTo>
                    <a:lnTo>
                      <a:pt x="58" y="117"/>
                    </a:lnTo>
                    <a:close/>
                  </a:path>
                </a:pathLst>
              </a:custGeom>
              <a:solidFill>
                <a:srgbClr val="FFFFFF">
                  <a:alpha val="100000"/>
                </a:srgbClr>
              </a:solidFill>
              <a:ln w="9525">
                <a:noFill/>
              </a:ln>
            </p:spPr>
            <p:txBody>
              <a:bodyPr/>
              <a:p>
                <a:endParaRPr lang="zh-CN" altLang="en-US"/>
              </a:p>
            </p:txBody>
          </p:sp>
          <p:sp>
            <p:nvSpPr>
              <p:cNvPr id="150697" name="Freeform 101"/>
              <p:cNvSpPr/>
              <p:nvPr/>
            </p:nvSpPr>
            <p:spPr>
              <a:xfrm>
                <a:off x="4912" y="1970"/>
                <a:ext cx="9" cy="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8" h="59">
                    <a:moveTo>
                      <a:pt x="29" y="59"/>
                    </a:moveTo>
                    <a:lnTo>
                      <a:pt x="40" y="56"/>
                    </a:lnTo>
                    <a:lnTo>
                      <a:pt x="50" y="49"/>
                    </a:lnTo>
                    <a:lnTo>
                      <a:pt x="56" y="40"/>
                    </a:lnTo>
                    <a:lnTo>
                      <a:pt x="58" y="29"/>
                    </a:lnTo>
                    <a:lnTo>
                      <a:pt x="56" y="17"/>
                    </a:lnTo>
                    <a:lnTo>
                      <a:pt x="50" y="8"/>
                    </a:lnTo>
                    <a:lnTo>
                      <a:pt x="40" y="2"/>
                    </a:lnTo>
                    <a:lnTo>
                      <a:pt x="29" y="0"/>
                    </a:lnTo>
                    <a:lnTo>
                      <a:pt x="17" y="2"/>
                    </a:lnTo>
                    <a:lnTo>
                      <a:pt x="8" y="8"/>
                    </a:lnTo>
                    <a:lnTo>
                      <a:pt x="2" y="17"/>
                    </a:lnTo>
                    <a:lnTo>
                      <a:pt x="0" y="29"/>
                    </a:lnTo>
                    <a:lnTo>
                      <a:pt x="2" y="40"/>
                    </a:lnTo>
                    <a:lnTo>
                      <a:pt x="8" y="49"/>
                    </a:lnTo>
                    <a:lnTo>
                      <a:pt x="17" y="56"/>
                    </a:lnTo>
                    <a:lnTo>
                      <a:pt x="29" y="59"/>
                    </a:lnTo>
                    <a:close/>
                  </a:path>
                </a:pathLst>
              </a:custGeom>
              <a:solidFill>
                <a:srgbClr val="FFFFFF">
                  <a:alpha val="100000"/>
                </a:srgbClr>
              </a:solidFill>
              <a:ln w="9525">
                <a:noFill/>
              </a:ln>
            </p:spPr>
            <p:txBody>
              <a:bodyPr/>
              <a:p>
                <a:endParaRPr lang="zh-CN" altLang="en-US"/>
              </a:p>
            </p:txBody>
          </p:sp>
          <p:sp>
            <p:nvSpPr>
              <p:cNvPr id="150698" name="Freeform 102"/>
              <p:cNvSpPr/>
              <p:nvPr/>
            </p:nvSpPr>
            <p:spPr>
              <a:xfrm>
                <a:off x="4927" y="1971"/>
                <a:ext cx="8" cy="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8" h="59">
                    <a:moveTo>
                      <a:pt x="29" y="59"/>
                    </a:moveTo>
                    <a:lnTo>
                      <a:pt x="41" y="57"/>
                    </a:lnTo>
                    <a:lnTo>
                      <a:pt x="50" y="51"/>
                    </a:lnTo>
                    <a:lnTo>
                      <a:pt x="56" y="42"/>
                    </a:lnTo>
                    <a:lnTo>
                      <a:pt x="58" y="30"/>
                    </a:lnTo>
                    <a:lnTo>
                      <a:pt x="56" y="19"/>
                    </a:lnTo>
                    <a:lnTo>
                      <a:pt x="50" y="9"/>
                    </a:lnTo>
                    <a:lnTo>
                      <a:pt x="41" y="3"/>
                    </a:lnTo>
                    <a:lnTo>
                      <a:pt x="29" y="0"/>
                    </a:lnTo>
                    <a:lnTo>
                      <a:pt x="18" y="3"/>
                    </a:lnTo>
                    <a:lnTo>
                      <a:pt x="9" y="9"/>
                    </a:lnTo>
                    <a:lnTo>
                      <a:pt x="2" y="19"/>
                    </a:lnTo>
                    <a:lnTo>
                      <a:pt x="0" y="30"/>
                    </a:lnTo>
                    <a:lnTo>
                      <a:pt x="2" y="42"/>
                    </a:lnTo>
                    <a:lnTo>
                      <a:pt x="9" y="51"/>
                    </a:lnTo>
                    <a:lnTo>
                      <a:pt x="18" y="57"/>
                    </a:lnTo>
                    <a:lnTo>
                      <a:pt x="29" y="59"/>
                    </a:lnTo>
                    <a:close/>
                  </a:path>
                </a:pathLst>
              </a:custGeom>
              <a:solidFill>
                <a:srgbClr val="FFFFFF">
                  <a:alpha val="100000"/>
                </a:srgbClr>
              </a:solidFill>
              <a:ln w="9525">
                <a:noFill/>
              </a:ln>
            </p:spPr>
            <p:txBody>
              <a:bodyPr/>
              <a:p>
                <a:endParaRPr lang="zh-CN" altLang="en-US"/>
              </a:p>
            </p:txBody>
          </p:sp>
          <p:sp>
            <p:nvSpPr>
              <p:cNvPr id="150699" name="Freeform 103"/>
              <p:cNvSpPr/>
              <p:nvPr/>
            </p:nvSpPr>
            <p:spPr>
              <a:xfrm>
                <a:off x="4871" y="1856"/>
                <a:ext cx="23" cy="114"/>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66" h="800">
                    <a:moveTo>
                      <a:pt x="52" y="16"/>
                    </a:moveTo>
                    <a:lnTo>
                      <a:pt x="47" y="32"/>
                    </a:lnTo>
                    <a:lnTo>
                      <a:pt x="36" y="77"/>
                    </a:lnTo>
                    <a:lnTo>
                      <a:pt x="21" y="148"/>
                    </a:lnTo>
                    <a:lnTo>
                      <a:pt x="8" y="244"/>
                    </a:lnTo>
                    <a:lnTo>
                      <a:pt x="0" y="359"/>
                    </a:lnTo>
                    <a:lnTo>
                      <a:pt x="2" y="492"/>
                    </a:lnTo>
                    <a:lnTo>
                      <a:pt x="15" y="640"/>
                    </a:lnTo>
                    <a:lnTo>
                      <a:pt x="46" y="800"/>
                    </a:lnTo>
                    <a:lnTo>
                      <a:pt x="161" y="794"/>
                    </a:lnTo>
                    <a:lnTo>
                      <a:pt x="156" y="770"/>
                    </a:lnTo>
                    <a:lnTo>
                      <a:pt x="145" y="706"/>
                    </a:lnTo>
                    <a:lnTo>
                      <a:pt x="131" y="610"/>
                    </a:lnTo>
                    <a:lnTo>
                      <a:pt x="118" y="493"/>
                    </a:lnTo>
                    <a:lnTo>
                      <a:pt x="111" y="364"/>
                    </a:lnTo>
                    <a:lnTo>
                      <a:pt x="115" y="235"/>
                    </a:lnTo>
                    <a:lnTo>
                      <a:pt x="132" y="113"/>
                    </a:lnTo>
                    <a:lnTo>
                      <a:pt x="166" y="9"/>
                    </a:lnTo>
                    <a:lnTo>
                      <a:pt x="166" y="8"/>
                    </a:lnTo>
                    <a:lnTo>
                      <a:pt x="166" y="6"/>
                    </a:lnTo>
                    <a:lnTo>
                      <a:pt x="164" y="4"/>
                    </a:lnTo>
                    <a:lnTo>
                      <a:pt x="157" y="0"/>
                    </a:lnTo>
                    <a:lnTo>
                      <a:pt x="143" y="0"/>
                    </a:lnTo>
                    <a:lnTo>
                      <a:pt x="123" y="1"/>
                    </a:lnTo>
                    <a:lnTo>
                      <a:pt x="93" y="7"/>
                    </a:lnTo>
                    <a:lnTo>
                      <a:pt x="52" y="16"/>
                    </a:lnTo>
                    <a:close/>
                  </a:path>
                </a:pathLst>
              </a:custGeom>
              <a:solidFill>
                <a:schemeClr val="bg1">
                  <a:alpha val="100000"/>
                </a:schemeClr>
              </a:solidFill>
              <a:ln w="9525">
                <a:noFill/>
              </a:ln>
            </p:spPr>
            <p:txBody>
              <a:bodyPr/>
              <a:p>
                <a:endParaRPr lang="zh-CN" altLang="en-US"/>
              </a:p>
            </p:txBody>
          </p:sp>
          <p:sp>
            <p:nvSpPr>
              <p:cNvPr id="150700" name="Freeform 104"/>
              <p:cNvSpPr/>
              <p:nvPr/>
            </p:nvSpPr>
            <p:spPr>
              <a:xfrm>
                <a:off x="4993" y="1842"/>
                <a:ext cx="32" cy="12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25" h="893">
                    <a:moveTo>
                      <a:pt x="225" y="6"/>
                    </a:moveTo>
                    <a:lnTo>
                      <a:pt x="219" y="12"/>
                    </a:lnTo>
                    <a:lnTo>
                      <a:pt x="204" y="35"/>
                    </a:lnTo>
                    <a:lnTo>
                      <a:pt x="185" y="82"/>
                    </a:lnTo>
                    <a:lnTo>
                      <a:pt x="165" y="158"/>
                    </a:lnTo>
                    <a:lnTo>
                      <a:pt x="149" y="270"/>
                    </a:lnTo>
                    <a:lnTo>
                      <a:pt x="141" y="427"/>
                    </a:lnTo>
                    <a:lnTo>
                      <a:pt x="146" y="631"/>
                    </a:lnTo>
                    <a:lnTo>
                      <a:pt x="168" y="893"/>
                    </a:lnTo>
                    <a:lnTo>
                      <a:pt x="41" y="893"/>
                    </a:lnTo>
                    <a:lnTo>
                      <a:pt x="36" y="867"/>
                    </a:lnTo>
                    <a:lnTo>
                      <a:pt x="26" y="794"/>
                    </a:lnTo>
                    <a:lnTo>
                      <a:pt x="13" y="686"/>
                    </a:lnTo>
                    <a:lnTo>
                      <a:pt x="3" y="554"/>
                    </a:lnTo>
                    <a:lnTo>
                      <a:pt x="0" y="408"/>
                    </a:lnTo>
                    <a:lnTo>
                      <a:pt x="6" y="260"/>
                    </a:lnTo>
                    <a:lnTo>
                      <a:pt x="30" y="121"/>
                    </a:lnTo>
                    <a:lnTo>
                      <a:pt x="73" y="0"/>
                    </a:lnTo>
                    <a:lnTo>
                      <a:pt x="225" y="6"/>
                    </a:lnTo>
                    <a:close/>
                  </a:path>
                </a:pathLst>
              </a:custGeom>
              <a:solidFill>
                <a:schemeClr val="bg1">
                  <a:alpha val="100000"/>
                </a:schemeClr>
              </a:solidFill>
              <a:ln w="9525">
                <a:noFill/>
              </a:ln>
            </p:spPr>
            <p:txBody>
              <a:bodyPr/>
              <a:p>
                <a:endParaRPr lang="zh-CN" altLang="en-US"/>
              </a:p>
            </p:txBody>
          </p:sp>
          <p:sp>
            <p:nvSpPr>
              <p:cNvPr id="150701" name="Freeform 105"/>
              <p:cNvSpPr/>
              <p:nvPr/>
            </p:nvSpPr>
            <p:spPr>
              <a:xfrm>
                <a:off x="4871" y="1863"/>
                <a:ext cx="21" cy="10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45" h="699">
                    <a:moveTo>
                      <a:pt x="46" y="14"/>
                    </a:moveTo>
                    <a:lnTo>
                      <a:pt x="41" y="28"/>
                    </a:lnTo>
                    <a:lnTo>
                      <a:pt x="32" y="67"/>
                    </a:lnTo>
                    <a:lnTo>
                      <a:pt x="20" y="130"/>
                    </a:lnTo>
                    <a:lnTo>
                      <a:pt x="7" y="213"/>
                    </a:lnTo>
                    <a:lnTo>
                      <a:pt x="0" y="314"/>
                    </a:lnTo>
                    <a:lnTo>
                      <a:pt x="1" y="430"/>
                    </a:lnTo>
                    <a:lnTo>
                      <a:pt x="13" y="559"/>
                    </a:lnTo>
                    <a:lnTo>
                      <a:pt x="40" y="699"/>
                    </a:lnTo>
                    <a:lnTo>
                      <a:pt x="140" y="693"/>
                    </a:lnTo>
                    <a:lnTo>
                      <a:pt x="135" y="672"/>
                    </a:lnTo>
                    <a:lnTo>
                      <a:pt x="126" y="616"/>
                    </a:lnTo>
                    <a:lnTo>
                      <a:pt x="113" y="532"/>
                    </a:lnTo>
                    <a:lnTo>
                      <a:pt x="103" y="430"/>
                    </a:lnTo>
                    <a:lnTo>
                      <a:pt x="97" y="317"/>
                    </a:lnTo>
                    <a:lnTo>
                      <a:pt x="100" y="205"/>
                    </a:lnTo>
                    <a:lnTo>
                      <a:pt x="115" y="98"/>
                    </a:lnTo>
                    <a:lnTo>
                      <a:pt x="145" y="8"/>
                    </a:lnTo>
                    <a:lnTo>
                      <a:pt x="145" y="7"/>
                    </a:lnTo>
                    <a:lnTo>
                      <a:pt x="145" y="5"/>
                    </a:lnTo>
                    <a:lnTo>
                      <a:pt x="143" y="3"/>
                    </a:lnTo>
                    <a:lnTo>
                      <a:pt x="137" y="0"/>
                    </a:lnTo>
                    <a:lnTo>
                      <a:pt x="126" y="0"/>
                    </a:lnTo>
                    <a:lnTo>
                      <a:pt x="108" y="1"/>
                    </a:lnTo>
                    <a:lnTo>
                      <a:pt x="81" y="6"/>
                    </a:lnTo>
                    <a:lnTo>
                      <a:pt x="46" y="14"/>
                    </a:lnTo>
                    <a:close/>
                  </a:path>
                </a:pathLst>
              </a:custGeom>
              <a:solidFill>
                <a:schemeClr val="bg1">
                  <a:alpha val="100000"/>
                </a:schemeClr>
              </a:solidFill>
              <a:ln w="9525">
                <a:noFill/>
              </a:ln>
            </p:spPr>
            <p:txBody>
              <a:bodyPr/>
              <a:p>
                <a:endParaRPr lang="zh-CN" altLang="en-US"/>
              </a:p>
            </p:txBody>
          </p:sp>
          <p:sp>
            <p:nvSpPr>
              <p:cNvPr id="150702" name="Freeform 106"/>
              <p:cNvSpPr/>
              <p:nvPr/>
            </p:nvSpPr>
            <p:spPr>
              <a:xfrm>
                <a:off x="4872" y="1870"/>
                <a:ext cx="18" cy="85"/>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23" h="597">
                    <a:moveTo>
                      <a:pt x="39" y="12"/>
                    </a:moveTo>
                    <a:lnTo>
                      <a:pt x="35" y="23"/>
                    </a:lnTo>
                    <a:lnTo>
                      <a:pt x="26" y="57"/>
                    </a:lnTo>
                    <a:lnTo>
                      <a:pt x="16" y="111"/>
                    </a:lnTo>
                    <a:lnTo>
                      <a:pt x="6" y="181"/>
                    </a:lnTo>
                    <a:lnTo>
                      <a:pt x="0" y="267"/>
                    </a:lnTo>
                    <a:lnTo>
                      <a:pt x="1" y="367"/>
                    </a:lnTo>
                    <a:lnTo>
                      <a:pt x="11" y="477"/>
                    </a:lnTo>
                    <a:lnTo>
                      <a:pt x="34" y="597"/>
                    </a:lnTo>
                    <a:lnTo>
                      <a:pt x="119" y="591"/>
                    </a:lnTo>
                    <a:lnTo>
                      <a:pt x="115" y="574"/>
                    </a:lnTo>
                    <a:lnTo>
                      <a:pt x="107" y="526"/>
                    </a:lnTo>
                    <a:lnTo>
                      <a:pt x="97" y="454"/>
                    </a:lnTo>
                    <a:lnTo>
                      <a:pt x="88" y="367"/>
                    </a:lnTo>
                    <a:lnTo>
                      <a:pt x="82" y="272"/>
                    </a:lnTo>
                    <a:lnTo>
                      <a:pt x="84" y="175"/>
                    </a:lnTo>
                    <a:lnTo>
                      <a:pt x="97" y="84"/>
                    </a:lnTo>
                    <a:lnTo>
                      <a:pt x="123" y="7"/>
                    </a:lnTo>
                    <a:lnTo>
                      <a:pt x="123" y="6"/>
                    </a:lnTo>
                    <a:lnTo>
                      <a:pt x="123" y="5"/>
                    </a:lnTo>
                    <a:lnTo>
                      <a:pt x="121" y="3"/>
                    </a:lnTo>
                    <a:lnTo>
                      <a:pt x="117" y="0"/>
                    </a:lnTo>
                    <a:lnTo>
                      <a:pt x="106" y="0"/>
                    </a:lnTo>
                    <a:lnTo>
                      <a:pt x="91" y="2"/>
                    </a:lnTo>
                    <a:lnTo>
                      <a:pt x="70" y="5"/>
                    </a:lnTo>
                    <a:lnTo>
                      <a:pt x="39" y="12"/>
                    </a:lnTo>
                    <a:close/>
                  </a:path>
                </a:pathLst>
              </a:custGeom>
              <a:solidFill>
                <a:schemeClr val="bg1">
                  <a:alpha val="100000"/>
                </a:schemeClr>
              </a:solidFill>
              <a:ln w="9525">
                <a:noFill/>
              </a:ln>
            </p:spPr>
            <p:txBody>
              <a:bodyPr/>
              <a:p>
                <a:endParaRPr lang="zh-CN" altLang="en-US"/>
              </a:p>
            </p:txBody>
          </p:sp>
          <p:sp>
            <p:nvSpPr>
              <p:cNvPr id="150703" name="Freeform 107"/>
              <p:cNvSpPr/>
              <p:nvPr/>
            </p:nvSpPr>
            <p:spPr>
              <a:xfrm>
                <a:off x="4873" y="1876"/>
                <a:ext cx="15" cy="7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03" h="492">
                    <a:moveTo>
                      <a:pt x="32" y="9"/>
                    </a:moveTo>
                    <a:lnTo>
                      <a:pt x="28" y="18"/>
                    </a:lnTo>
                    <a:lnTo>
                      <a:pt x="21" y="47"/>
                    </a:lnTo>
                    <a:lnTo>
                      <a:pt x="12" y="90"/>
                    </a:lnTo>
                    <a:lnTo>
                      <a:pt x="4" y="149"/>
                    </a:lnTo>
                    <a:lnTo>
                      <a:pt x="0" y="220"/>
                    </a:lnTo>
                    <a:lnTo>
                      <a:pt x="0" y="303"/>
                    </a:lnTo>
                    <a:lnTo>
                      <a:pt x="9" y="394"/>
                    </a:lnTo>
                    <a:lnTo>
                      <a:pt x="27" y="492"/>
                    </a:lnTo>
                    <a:lnTo>
                      <a:pt x="98" y="489"/>
                    </a:lnTo>
                    <a:lnTo>
                      <a:pt x="95" y="474"/>
                    </a:lnTo>
                    <a:lnTo>
                      <a:pt x="88" y="434"/>
                    </a:lnTo>
                    <a:lnTo>
                      <a:pt x="80" y="375"/>
                    </a:lnTo>
                    <a:lnTo>
                      <a:pt x="72" y="303"/>
                    </a:lnTo>
                    <a:lnTo>
                      <a:pt x="68" y="224"/>
                    </a:lnTo>
                    <a:lnTo>
                      <a:pt x="70" y="144"/>
                    </a:lnTo>
                    <a:lnTo>
                      <a:pt x="81" y="68"/>
                    </a:lnTo>
                    <a:lnTo>
                      <a:pt x="103" y="5"/>
                    </a:lnTo>
                    <a:lnTo>
                      <a:pt x="103" y="4"/>
                    </a:lnTo>
                    <a:lnTo>
                      <a:pt x="103" y="3"/>
                    </a:lnTo>
                    <a:lnTo>
                      <a:pt x="100" y="1"/>
                    </a:lnTo>
                    <a:lnTo>
                      <a:pt x="97" y="0"/>
                    </a:lnTo>
                    <a:lnTo>
                      <a:pt x="89" y="0"/>
                    </a:lnTo>
                    <a:lnTo>
                      <a:pt x="75" y="0"/>
                    </a:lnTo>
                    <a:lnTo>
                      <a:pt x="57" y="3"/>
                    </a:lnTo>
                    <a:lnTo>
                      <a:pt x="32" y="9"/>
                    </a:lnTo>
                    <a:close/>
                  </a:path>
                </a:pathLst>
              </a:custGeom>
              <a:solidFill>
                <a:schemeClr val="bg1">
                  <a:alpha val="100000"/>
                </a:schemeClr>
              </a:solidFill>
              <a:ln w="9525">
                <a:noFill/>
              </a:ln>
            </p:spPr>
            <p:txBody>
              <a:bodyPr/>
              <a:p>
                <a:endParaRPr lang="zh-CN" altLang="en-US"/>
              </a:p>
            </p:txBody>
          </p:sp>
          <p:sp>
            <p:nvSpPr>
              <p:cNvPr id="150704" name="Freeform 108"/>
              <p:cNvSpPr/>
              <p:nvPr/>
            </p:nvSpPr>
            <p:spPr>
              <a:xfrm>
                <a:off x="4874" y="1883"/>
                <a:ext cx="12" cy="5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82" h="390">
                    <a:moveTo>
                      <a:pt x="25" y="8"/>
                    </a:moveTo>
                    <a:lnTo>
                      <a:pt x="23" y="16"/>
                    </a:lnTo>
                    <a:lnTo>
                      <a:pt x="17" y="38"/>
                    </a:lnTo>
                    <a:lnTo>
                      <a:pt x="11" y="72"/>
                    </a:lnTo>
                    <a:lnTo>
                      <a:pt x="4" y="118"/>
                    </a:lnTo>
                    <a:lnTo>
                      <a:pt x="0" y="174"/>
                    </a:lnTo>
                    <a:lnTo>
                      <a:pt x="0" y="240"/>
                    </a:lnTo>
                    <a:lnTo>
                      <a:pt x="7" y="312"/>
                    </a:lnTo>
                    <a:lnTo>
                      <a:pt x="22" y="390"/>
                    </a:lnTo>
                    <a:lnTo>
                      <a:pt x="78" y="387"/>
                    </a:lnTo>
                    <a:lnTo>
                      <a:pt x="76" y="375"/>
                    </a:lnTo>
                    <a:lnTo>
                      <a:pt x="70" y="343"/>
                    </a:lnTo>
                    <a:lnTo>
                      <a:pt x="63" y="297"/>
                    </a:lnTo>
                    <a:lnTo>
                      <a:pt x="57" y="240"/>
                    </a:lnTo>
                    <a:lnTo>
                      <a:pt x="54" y="178"/>
                    </a:lnTo>
                    <a:lnTo>
                      <a:pt x="56" y="113"/>
                    </a:lnTo>
                    <a:lnTo>
                      <a:pt x="64" y="55"/>
                    </a:lnTo>
                    <a:lnTo>
                      <a:pt x="82" y="4"/>
                    </a:lnTo>
                    <a:lnTo>
                      <a:pt x="82" y="2"/>
                    </a:lnTo>
                    <a:lnTo>
                      <a:pt x="80" y="1"/>
                    </a:lnTo>
                    <a:lnTo>
                      <a:pt x="77" y="0"/>
                    </a:lnTo>
                    <a:lnTo>
                      <a:pt x="70" y="0"/>
                    </a:lnTo>
                    <a:lnTo>
                      <a:pt x="60" y="1"/>
                    </a:lnTo>
                    <a:lnTo>
                      <a:pt x="46" y="3"/>
                    </a:lnTo>
                    <a:lnTo>
                      <a:pt x="25" y="8"/>
                    </a:lnTo>
                    <a:close/>
                  </a:path>
                </a:pathLst>
              </a:custGeom>
              <a:solidFill>
                <a:schemeClr val="bg1">
                  <a:alpha val="100000"/>
                </a:schemeClr>
              </a:solidFill>
              <a:ln w="9525">
                <a:noFill/>
              </a:ln>
            </p:spPr>
            <p:txBody>
              <a:bodyPr/>
              <a:p>
                <a:endParaRPr lang="zh-CN" altLang="en-US"/>
              </a:p>
            </p:txBody>
          </p:sp>
          <p:sp>
            <p:nvSpPr>
              <p:cNvPr id="150705" name="Freeform 109"/>
              <p:cNvSpPr/>
              <p:nvPr/>
            </p:nvSpPr>
            <p:spPr>
              <a:xfrm>
                <a:off x="4875" y="1890"/>
                <a:ext cx="8" cy="4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9" h="288">
                    <a:moveTo>
                      <a:pt x="18" y="6"/>
                    </a:moveTo>
                    <a:lnTo>
                      <a:pt x="17" y="11"/>
                    </a:lnTo>
                    <a:lnTo>
                      <a:pt x="13" y="27"/>
                    </a:lnTo>
                    <a:lnTo>
                      <a:pt x="7" y="53"/>
                    </a:lnTo>
                    <a:lnTo>
                      <a:pt x="2" y="87"/>
                    </a:lnTo>
                    <a:lnTo>
                      <a:pt x="0" y="130"/>
                    </a:lnTo>
                    <a:lnTo>
                      <a:pt x="0" y="177"/>
                    </a:lnTo>
                    <a:lnTo>
                      <a:pt x="5" y="231"/>
                    </a:lnTo>
                    <a:lnTo>
                      <a:pt x="16" y="288"/>
                    </a:lnTo>
                    <a:lnTo>
                      <a:pt x="57" y="286"/>
                    </a:lnTo>
                    <a:lnTo>
                      <a:pt x="56" y="278"/>
                    </a:lnTo>
                    <a:lnTo>
                      <a:pt x="51" y="254"/>
                    </a:lnTo>
                    <a:lnTo>
                      <a:pt x="47" y="219"/>
                    </a:lnTo>
                    <a:lnTo>
                      <a:pt x="42" y="177"/>
                    </a:lnTo>
                    <a:lnTo>
                      <a:pt x="40" y="131"/>
                    </a:lnTo>
                    <a:lnTo>
                      <a:pt x="41" y="84"/>
                    </a:lnTo>
                    <a:lnTo>
                      <a:pt x="47" y="40"/>
                    </a:lnTo>
                    <a:lnTo>
                      <a:pt x="59" y="3"/>
                    </a:lnTo>
                    <a:lnTo>
                      <a:pt x="59" y="2"/>
                    </a:lnTo>
                    <a:lnTo>
                      <a:pt x="58" y="1"/>
                    </a:lnTo>
                    <a:lnTo>
                      <a:pt x="56" y="0"/>
                    </a:lnTo>
                    <a:lnTo>
                      <a:pt x="51" y="0"/>
                    </a:lnTo>
                    <a:lnTo>
                      <a:pt x="45" y="0"/>
                    </a:lnTo>
                    <a:lnTo>
                      <a:pt x="33" y="2"/>
                    </a:lnTo>
                    <a:lnTo>
                      <a:pt x="18" y="6"/>
                    </a:lnTo>
                    <a:close/>
                  </a:path>
                </a:pathLst>
              </a:custGeom>
              <a:solidFill>
                <a:schemeClr val="bg1">
                  <a:alpha val="100000"/>
                </a:schemeClr>
              </a:solidFill>
              <a:ln w="9525">
                <a:noFill/>
              </a:ln>
            </p:spPr>
            <p:txBody>
              <a:bodyPr/>
              <a:p>
                <a:endParaRPr lang="zh-CN" altLang="en-US"/>
              </a:p>
            </p:txBody>
          </p:sp>
          <p:sp>
            <p:nvSpPr>
              <p:cNvPr id="150706" name="Freeform 110"/>
              <p:cNvSpPr/>
              <p:nvPr/>
            </p:nvSpPr>
            <p:spPr>
              <a:xfrm>
                <a:off x="4994" y="1850"/>
                <a:ext cx="28" cy="11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98" h="779">
                    <a:moveTo>
                      <a:pt x="198" y="6"/>
                    </a:moveTo>
                    <a:lnTo>
                      <a:pt x="194" y="12"/>
                    </a:lnTo>
                    <a:lnTo>
                      <a:pt x="180" y="31"/>
                    </a:lnTo>
                    <a:lnTo>
                      <a:pt x="163" y="72"/>
                    </a:lnTo>
                    <a:lnTo>
                      <a:pt x="146" y="138"/>
                    </a:lnTo>
                    <a:lnTo>
                      <a:pt x="132" y="236"/>
                    </a:lnTo>
                    <a:lnTo>
                      <a:pt x="125" y="373"/>
                    </a:lnTo>
                    <a:lnTo>
                      <a:pt x="130" y="551"/>
                    </a:lnTo>
                    <a:lnTo>
                      <a:pt x="148" y="779"/>
                    </a:lnTo>
                    <a:lnTo>
                      <a:pt x="37" y="779"/>
                    </a:lnTo>
                    <a:lnTo>
                      <a:pt x="34" y="756"/>
                    </a:lnTo>
                    <a:lnTo>
                      <a:pt x="23" y="693"/>
                    </a:lnTo>
                    <a:lnTo>
                      <a:pt x="13" y="599"/>
                    </a:lnTo>
                    <a:lnTo>
                      <a:pt x="4" y="483"/>
                    </a:lnTo>
                    <a:lnTo>
                      <a:pt x="0" y="357"/>
                    </a:lnTo>
                    <a:lnTo>
                      <a:pt x="7" y="227"/>
                    </a:lnTo>
                    <a:lnTo>
                      <a:pt x="27" y="105"/>
                    </a:lnTo>
                    <a:lnTo>
                      <a:pt x="65" y="0"/>
                    </a:lnTo>
                    <a:lnTo>
                      <a:pt x="198" y="6"/>
                    </a:lnTo>
                    <a:close/>
                  </a:path>
                </a:pathLst>
              </a:custGeom>
              <a:solidFill>
                <a:schemeClr val="bg1">
                  <a:alpha val="100000"/>
                </a:schemeClr>
              </a:solidFill>
              <a:ln w="9525">
                <a:noFill/>
              </a:ln>
            </p:spPr>
            <p:txBody>
              <a:bodyPr/>
              <a:p>
                <a:endParaRPr lang="zh-CN" altLang="en-US"/>
              </a:p>
            </p:txBody>
          </p:sp>
          <p:sp>
            <p:nvSpPr>
              <p:cNvPr id="150707" name="Freeform 111"/>
              <p:cNvSpPr/>
              <p:nvPr/>
            </p:nvSpPr>
            <p:spPr>
              <a:xfrm>
                <a:off x="4995" y="1857"/>
                <a:ext cx="24" cy="9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69" h="666">
                    <a:moveTo>
                      <a:pt x="169" y="5"/>
                    </a:moveTo>
                    <a:lnTo>
                      <a:pt x="164" y="10"/>
                    </a:lnTo>
                    <a:lnTo>
                      <a:pt x="154" y="27"/>
                    </a:lnTo>
                    <a:lnTo>
                      <a:pt x="139" y="61"/>
                    </a:lnTo>
                    <a:lnTo>
                      <a:pt x="124" y="118"/>
                    </a:lnTo>
                    <a:lnTo>
                      <a:pt x="113" y="201"/>
                    </a:lnTo>
                    <a:lnTo>
                      <a:pt x="107" y="318"/>
                    </a:lnTo>
                    <a:lnTo>
                      <a:pt x="110" y="470"/>
                    </a:lnTo>
                    <a:lnTo>
                      <a:pt x="126" y="666"/>
                    </a:lnTo>
                    <a:lnTo>
                      <a:pt x="31" y="666"/>
                    </a:lnTo>
                    <a:lnTo>
                      <a:pt x="28" y="646"/>
                    </a:lnTo>
                    <a:lnTo>
                      <a:pt x="20" y="592"/>
                    </a:lnTo>
                    <a:lnTo>
                      <a:pt x="11" y="512"/>
                    </a:lnTo>
                    <a:lnTo>
                      <a:pt x="3" y="413"/>
                    </a:lnTo>
                    <a:lnTo>
                      <a:pt x="0" y="305"/>
                    </a:lnTo>
                    <a:lnTo>
                      <a:pt x="6" y="195"/>
                    </a:lnTo>
                    <a:lnTo>
                      <a:pt x="23" y="90"/>
                    </a:lnTo>
                    <a:lnTo>
                      <a:pt x="55" y="0"/>
                    </a:lnTo>
                    <a:lnTo>
                      <a:pt x="169" y="5"/>
                    </a:lnTo>
                    <a:close/>
                  </a:path>
                </a:pathLst>
              </a:custGeom>
              <a:solidFill>
                <a:schemeClr val="bg1">
                  <a:alpha val="100000"/>
                </a:schemeClr>
              </a:solidFill>
              <a:ln w="9525">
                <a:noFill/>
              </a:ln>
            </p:spPr>
            <p:txBody>
              <a:bodyPr/>
              <a:p>
                <a:endParaRPr lang="zh-CN" altLang="en-US"/>
              </a:p>
            </p:txBody>
          </p:sp>
          <p:sp>
            <p:nvSpPr>
              <p:cNvPr id="150708" name="Freeform 112"/>
              <p:cNvSpPr/>
              <p:nvPr/>
            </p:nvSpPr>
            <p:spPr>
              <a:xfrm>
                <a:off x="4996" y="1865"/>
                <a:ext cx="20" cy="7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40" h="551">
                    <a:moveTo>
                      <a:pt x="140" y="5"/>
                    </a:moveTo>
                    <a:lnTo>
                      <a:pt x="136" y="8"/>
                    </a:lnTo>
                    <a:lnTo>
                      <a:pt x="127" y="23"/>
                    </a:lnTo>
                    <a:lnTo>
                      <a:pt x="116" y="51"/>
                    </a:lnTo>
                    <a:lnTo>
                      <a:pt x="103" y="98"/>
                    </a:lnTo>
                    <a:lnTo>
                      <a:pt x="94" y="167"/>
                    </a:lnTo>
                    <a:lnTo>
                      <a:pt x="90" y="264"/>
                    </a:lnTo>
                    <a:lnTo>
                      <a:pt x="92" y="390"/>
                    </a:lnTo>
                    <a:lnTo>
                      <a:pt x="106" y="551"/>
                    </a:lnTo>
                    <a:lnTo>
                      <a:pt x="27" y="551"/>
                    </a:lnTo>
                    <a:lnTo>
                      <a:pt x="24" y="535"/>
                    </a:lnTo>
                    <a:lnTo>
                      <a:pt x="17" y="490"/>
                    </a:lnTo>
                    <a:lnTo>
                      <a:pt x="9" y="423"/>
                    </a:lnTo>
                    <a:lnTo>
                      <a:pt x="3" y="342"/>
                    </a:lnTo>
                    <a:lnTo>
                      <a:pt x="0" y="252"/>
                    </a:lnTo>
                    <a:lnTo>
                      <a:pt x="5" y="161"/>
                    </a:lnTo>
                    <a:lnTo>
                      <a:pt x="20" y="75"/>
                    </a:lnTo>
                    <a:lnTo>
                      <a:pt x="46" y="0"/>
                    </a:lnTo>
                    <a:lnTo>
                      <a:pt x="140" y="5"/>
                    </a:lnTo>
                    <a:close/>
                  </a:path>
                </a:pathLst>
              </a:custGeom>
              <a:solidFill>
                <a:schemeClr val="bg1">
                  <a:alpha val="100000"/>
                </a:schemeClr>
              </a:solidFill>
              <a:ln w="9525">
                <a:noFill/>
              </a:ln>
            </p:spPr>
            <p:txBody>
              <a:bodyPr/>
              <a:p>
                <a:endParaRPr lang="zh-CN" altLang="en-US"/>
              </a:p>
            </p:txBody>
          </p:sp>
          <p:sp>
            <p:nvSpPr>
              <p:cNvPr id="150709" name="Freeform 113"/>
              <p:cNvSpPr/>
              <p:nvPr/>
            </p:nvSpPr>
            <p:spPr>
              <a:xfrm>
                <a:off x="4997" y="1873"/>
                <a:ext cx="16" cy="62"/>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1" h="437">
                    <a:moveTo>
                      <a:pt x="111" y="4"/>
                    </a:moveTo>
                    <a:lnTo>
                      <a:pt x="108" y="7"/>
                    </a:lnTo>
                    <a:lnTo>
                      <a:pt x="101" y="18"/>
                    </a:lnTo>
                    <a:lnTo>
                      <a:pt x="92" y="41"/>
                    </a:lnTo>
                    <a:lnTo>
                      <a:pt x="82" y="77"/>
                    </a:lnTo>
                    <a:lnTo>
                      <a:pt x="75" y="133"/>
                    </a:lnTo>
                    <a:lnTo>
                      <a:pt x="70" y="208"/>
                    </a:lnTo>
                    <a:lnTo>
                      <a:pt x="72" y="309"/>
                    </a:lnTo>
                    <a:lnTo>
                      <a:pt x="83" y="437"/>
                    </a:lnTo>
                    <a:lnTo>
                      <a:pt x="21" y="437"/>
                    </a:lnTo>
                    <a:lnTo>
                      <a:pt x="19" y="424"/>
                    </a:lnTo>
                    <a:lnTo>
                      <a:pt x="13" y="389"/>
                    </a:lnTo>
                    <a:lnTo>
                      <a:pt x="7" y="336"/>
                    </a:lnTo>
                    <a:lnTo>
                      <a:pt x="3" y="272"/>
                    </a:lnTo>
                    <a:lnTo>
                      <a:pt x="0" y="200"/>
                    </a:lnTo>
                    <a:lnTo>
                      <a:pt x="5" y="128"/>
                    </a:lnTo>
                    <a:lnTo>
                      <a:pt x="16" y="59"/>
                    </a:lnTo>
                    <a:lnTo>
                      <a:pt x="37" y="0"/>
                    </a:lnTo>
                    <a:lnTo>
                      <a:pt x="111" y="4"/>
                    </a:lnTo>
                    <a:close/>
                  </a:path>
                </a:pathLst>
              </a:custGeom>
              <a:solidFill>
                <a:schemeClr val="bg1">
                  <a:alpha val="100000"/>
                </a:schemeClr>
              </a:solidFill>
              <a:ln w="9525">
                <a:noFill/>
              </a:ln>
            </p:spPr>
            <p:txBody>
              <a:bodyPr/>
              <a:p>
                <a:endParaRPr lang="zh-CN" altLang="en-US"/>
              </a:p>
            </p:txBody>
          </p:sp>
          <p:sp>
            <p:nvSpPr>
              <p:cNvPr id="150710" name="Freeform 114"/>
              <p:cNvSpPr/>
              <p:nvPr/>
            </p:nvSpPr>
            <p:spPr>
              <a:xfrm>
                <a:off x="4998" y="1881"/>
                <a:ext cx="12" cy="4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82" h="322">
                    <a:moveTo>
                      <a:pt x="82" y="3"/>
                    </a:moveTo>
                    <a:lnTo>
                      <a:pt x="79" y="5"/>
                    </a:lnTo>
                    <a:lnTo>
                      <a:pt x="75" y="13"/>
                    </a:lnTo>
                    <a:lnTo>
                      <a:pt x="67" y="30"/>
                    </a:lnTo>
                    <a:lnTo>
                      <a:pt x="60" y="57"/>
                    </a:lnTo>
                    <a:lnTo>
                      <a:pt x="54" y="98"/>
                    </a:lnTo>
                    <a:lnTo>
                      <a:pt x="52" y="154"/>
                    </a:lnTo>
                    <a:lnTo>
                      <a:pt x="53" y="228"/>
                    </a:lnTo>
                    <a:lnTo>
                      <a:pt x="61" y="322"/>
                    </a:lnTo>
                    <a:lnTo>
                      <a:pt x="15" y="322"/>
                    </a:lnTo>
                    <a:lnTo>
                      <a:pt x="14" y="313"/>
                    </a:lnTo>
                    <a:lnTo>
                      <a:pt x="9" y="287"/>
                    </a:lnTo>
                    <a:lnTo>
                      <a:pt x="5" y="247"/>
                    </a:lnTo>
                    <a:lnTo>
                      <a:pt x="1" y="200"/>
                    </a:lnTo>
                    <a:lnTo>
                      <a:pt x="0" y="147"/>
                    </a:lnTo>
                    <a:lnTo>
                      <a:pt x="3" y="95"/>
                    </a:lnTo>
                    <a:lnTo>
                      <a:pt x="11" y="44"/>
                    </a:lnTo>
                    <a:lnTo>
                      <a:pt x="27" y="0"/>
                    </a:lnTo>
                    <a:lnTo>
                      <a:pt x="82" y="3"/>
                    </a:lnTo>
                    <a:close/>
                  </a:path>
                </a:pathLst>
              </a:custGeom>
              <a:solidFill>
                <a:schemeClr val="bg1">
                  <a:alpha val="100000"/>
                </a:schemeClr>
              </a:solidFill>
              <a:ln w="9525">
                <a:noFill/>
              </a:ln>
            </p:spPr>
            <p:txBody>
              <a:bodyPr/>
              <a:p>
                <a:endParaRPr lang="zh-CN" altLang="en-US"/>
              </a:p>
            </p:txBody>
          </p:sp>
          <p:sp>
            <p:nvSpPr>
              <p:cNvPr id="150711" name="Rectangle 115"/>
              <p:cNvSpPr/>
              <p:nvPr/>
            </p:nvSpPr>
            <p:spPr>
              <a:xfrm>
                <a:off x="4846" y="1869"/>
                <a:ext cx="4" cy="146"/>
              </a:xfrm>
              <a:prstGeom prst="rect">
                <a:avLst/>
              </a:prstGeom>
              <a:solidFill>
                <a:srgbClr val="FFCCFF"/>
              </a:solidFill>
              <a:ln w="9525">
                <a:noFill/>
              </a:ln>
            </p:spPr>
            <p:txBody>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50712" name="Freeform 116"/>
              <p:cNvSpPr/>
              <p:nvPr/>
            </p:nvSpPr>
            <p:spPr>
              <a:xfrm>
                <a:off x="4898" y="1867"/>
                <a:ext cx="57" cy="67"/>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398" h="469">
                    <a:moveTo>
                      <a:pt x="37" y="44"/>
                    </a:moveTo>
                    <a:lnTo>
                      <a:pt x="33" y="53"/>
                    </a:lnTo>
                    <a:lnTo>
                      <a:pt x="27" y="79"/>
                    </a:lnTo>
                    <a:lnTo>
                      <a:pt x="17" y="120"/>
                    </a:lnTo>
                    <a:lnTo>
                      <a:pt x="8" y="174"/>
                    </a:lnTo>
                    <a:lnTo>
                      <a:pt x="1" y="238"/>
                    </a:lnTo>
                    <a:lnTo>
                      <a:pt x="0" y="309"/>
                    </a:lnTo>
                    <a:lnTo>
                      <a:pt x="7" y="387"/>
                    </a:lnTo>
                    <a:lnTo>
                      <a:pt x="24" y="469"/>
                    </a:lnTo>
                    <a:lnTo>
                      <a:pt x="24" y="466"/>
                    </a:lnTo>
                    <a:lnTo>
                      <a:pt x="24" y="455"/>
                    </a:lnTo>
                    <a:lnTo>
                      <a:pt x="24" y="438"/>
                    </a:lnTo>
                    <a:lnTo>
                      <a:pt x="24" y="417"/>
                    </a:lnTo>
                    <a:lnTo>
                      <a:pt x="27" y="391"/>
                    </a:lnTo>
                    <a:lnTo>
                      <a:pt x="30" y="363"/>
                    </a:lnTo>
                    <a:lnTo>
                      <a:pt x="35" y="332"/>
                    </a:lnTo>
                    <a:lnTo>
                      <a:pt x="41" y="300"/>
                    </a:lnTo>
                    <a:lnTo>
                      <a:pt x="52" y="268"/>
                    </a:lnTo>
                    <a:lnTo>
                      <a:pt x="64" y="237"/>
                    </a:lnTo>
                    <a:lnTo>
                      <a:pt x="79" y="207"/>
                    </a:lnTo>
                    <a:lnTo>
                      <a:pt x="99" y="179"/>
                    </a:lnTo>
                    <a:lnTo>
                      <a:pt x="123" y="155"/>
                    </a:lnTo>
                    <a:lnTo>
                      <a:pt x="150" y="136"/>
                    </a:lnTo>
                    <a:lnTo>
                      <a:pt x="183" y="122"/>
                    </a:lnTo>
                    <a:lnTo>
                      <a:pt x="221" y="114"/>
                    </a:lnTo>
                    <a:lnTo>
                      <a:pt x="223" y="112"/>
                    </a:lnTo>
                    <a:lnTo>
                      <a:pt x="230" y="107"/>
                    </a:lnTo>
                    <a:lnTo>
                      <a:pt x="242" y="99"/>
                    </a:lnTo>
                    <a:lnTo>
                      <a:pt x="260" y="88"/>
                    </a:lnTo>
                    <a:lnTo>
                      <a:pt x="284" y="74"/>
                    </a:lnTo>
                    <a:lnTo>
                      <a:pt x="315" y="58"/>
                    </a:lnTo>
                    <a:lnTo>
                      <a:pt x="352" y="39"/>
                    </a:lnTo>
                    <a:lnTo>
                      <a:pt x="398" y="19"/>
                    </a:lnTo>
                    <a:lnTo>
                      <a:pt x="396" y="17"/>
                    </a:lnTo>
                    <a:lnTo>
                      <a:pt x="389" y="16"/>
                    </a:lnTo>
                    <a:lnTo>
                      <a:pt x="379" y="14"/>
                    </a:lnTo>
                    <a:lnTo>
                      <a:pt x="364" y="12"/>
                    </a:lnTo>
                    <a:lnTo>
                      <a:pt x="347" y="8"/>
                    </a:lnTo>
                    <a:lnTo>
                      <a:pt x="326" y="6"/>
                    </a:lnTo>
                    <a:lnTo>
                      <a:pt x="302" y="4"/>
                    </a:lnTo>
                    <a:lnTo>
                      <a:pt x="277" y="1"/>
                    </a:lnTo>
                    <a:lnTo>
                      <a:pt x="250" y="0"/>
                    </a:lnTo>
                    <a:lnTo>
                      <a:pt x="221" y="1"/>
                    </a:lnTo>
                    <a:lnTo>
                      <a:pt x="191" y="3"/>
                    </a:lnTo>
                    <a:lnTo>
                      <a:pt x="160" y="6"/>
                    </a:lnTo>
                    <a:lnTo>
                      <a:pt x="129" y="12"/>
                    </a:lnTo>
                    <a:lnTo>
                      <a:pt x="97" y="20"/>
                    </a:lnTo>
                    <a:lnTo>
                      <a:pt x="67" y="30"/>
                    </a:lnTo>
                    <a:lnTo>
                      <a:pt x="37" y="44"/>
                    </a:lnTo>
                    <a:close/>
                  </a:path>
                </a:pathLst>
              </a:custGeom>
              <a:solidFill>
                <a:srgbClr val="FFCCFF">
                  <a:alpha val="100000"/>
                </a:srgbClr>
              </a:solidFill>
              <a:ln w="9525">
                <a:noFill/>
              </a:ln>
            </p:spPr>
            <p:txBody>
              <a:bodyPr/>
              <a:p>
                <a:endParaRPr lang="zh-CN" altLang="en-US"/>
              </a:p>
            </p:txBody>
          </p:sp>
          <p:sp>
            <p:nvSpPr>
              <p:cNvPr id="150713" name="Freeform 117"/>
              <p:cNvSpPr/>
              <p:nvPr/>
            </p:nvSpPr>
            <p:spPr>
              <a:xfrm>
                <a:off x="4819" y="1917"/>
                <a:ext cx="46" cy="13"/>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325" h="89">
                    <a:moveTo>
                      <a:pt x="0" y="57"/>
                    </a:moveTo>
                    <a:lnTo>
                      <a:pt x="0" y="55"/>
                    </a:lnTo>
                    <a:lnTo>
                      <a:pt x="2" y="52"/>
                    </a:lnTo>
                    <a:lnTo>
                      <a:pt x="6" y="47"/>
                    </a:lnTo>
                    <a:lnTo>
                      <a:pt x="12" y="41"/>
                    </a:lnTo>
                    <a:lnTo>
                      <a:pt x="20" y="34"/>
                    </a:lnTo>
                    <a:lnTo>
                      <a:pt x="29" y="27"/>
                    </a:lnTo>
                    <a:lnTo>
                      <a:pt x="41" y="20"/>
                    </a:lnTo>
                    <a:lnTo>
                      <a:pt x="57" y="13"/>
                    </a:lnTo>
                    <a:lnTo>
                      <a:pt x="77" y="7"/>
                    </a:lnTo>
                    <a:lnTo>
                      <a:pt x="98" y="3"/>
                    </a:lnTo>
                    <a:lnTo>
                      <a:pt x="126" y="0"/>
                    </a:lnTo>
                    <a:lnTo>
                      <a:pt x="156" y="0"/>
                    </a:lnTo>
                    <a:lnTo>
                      <a:pt x="191" y="3"/>
                    </a:lnTo>
                    <a:lnTo>
                      <a:pt x="230" y="8"/>
                    </a:lnTo>
                    <a:lnTo>
                      <a:pt x="275" y="18"/>
                    </a:lnTo>
                    <a:lnTo>
                      <a:pt x="325" y="31"/>
                    </a:lnTo>
                    <a:lnTo>
                      <a:pt x="318" y="51"/>
                    </a:lnTo>
                    <a:lnTo>
                      <a:pt x="316" y="50"/>
                    </a:lnTo>
                    <a:lnTo>
                      <a:pt x="308" y="47"/>
                    </a:lnTo>
                    <a:lnTo>
                      <a:pt x="295" y="44"/>
                    </a:lnTo>
                    <a:lnTo>
                      <a:pt x="279" y="39"/>
                    </a:lnTo>
                    <a:lnTo>
                      <a:pt x="260" y="35"/>
                    </a:lnTo>
                    <a:lnTo>
                      <a:pt x="238" y="30"/>
                    </a:lnTo>
                    <a:lnTo>
                      <a:pt x="214" y="27"/>
                    </a:lnTo>
                    <a:lnTo>
                      <a:pt x="188" y="24"/>
                    </a:lnTo>
                    <a:lnTo>
                      <a:pt x="161" y="23"/>
                    </a:lnTo>
                    <a:lnTo>
                      <a:pt x="134" y="23"/>
                    </a:lnTo>
                    <a:lnTo>
                      <a:pt x="108" y="26"/>
                    </a:lnTo>
                    <a:lnTo>
                      <a:pt x="82" y="31"/>
                    </a:lnTo>
                    <a:lnTo>
                      <a:pt x="58" y="41"/>
                    </a:lnTo>
                    <a:lnTo>
                      <a:pt x="36" y="52"/>
                    </a:lnTo>
                    <a:lnTo>
                      <a:pt x="16" y="68"/>
                    </a:lnTo>
                    <a:lnTo>
                      <a:pt x="0" y="89"/>
                    </a:lnTo>
                    <a:lnTo>
                      <a:pt x="0" y="57"/>
                    </a:lnTo>
                    <a:close/>
                  </a:path>
                </a:pathLst>
              </a:custGeom>
              <a:solidFill>
                <a:srgbClr val="000000">
                  <a:alpha val="100000"/>
                </a:srgbClr>
              </a:solidFill>
              <a:ln w="9525">
                <a:noFill/>
              </a:ln>
            </p:spPr>
            <p:txBody>
              <a:bodyPr/>
              <a:p>
                <a:endParaRPr lang="zh-CN" altLang="en-US"/>
              </a:p>
            </p:txBody>
          </p:sp>
          <p:sp>
            <p:nvSpPr>
              <p:cNvPr id="150714" name="Freeform 118"/>
              <p:cNvSpPr/>
              <p:nvPr/>
            </p:nvSpPr>
            <p:spPr>
              <a:xfrm>
                <a:off x="4819" y="1887"/>
                <a:ext cx="46" cy="13"/>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325" h="89">
                    <a:moveTo>
                      <a:pt x="0" y="56"/>
                    </a:moveTo>
                    <a:lnTo>
                      <a:pt x="0" y="55"/>
                    </a:lnTo>
                    <a:lnTo>
                      <a:pt x="2" y="52"/>
                    </a:lnTo>
                    <a:lnTo>
                      <a:pt x="6" y="47"/>
                    </a:lnTo>
                    <a:lnTo>
                      <a:pt x="12" y="40"/>
                    </a:lnTo>
                    <a:lnTo>
                      <a:pt x="20" y="33"/>
                    </a:lnTo>
                    <a:lnTo>
                      <a:pt x="29" y="27"/>
                    </a:lnTo>
                    <a:lnTo>
                      <a:pt x="41" y="18"/>
                    </a:lnTo>
                    <a:lnTo>
                      <a:pt x="57" y="13"/>
                    </a:lnTo>
                    <a:lnTo>
                      <a:pt x="77" y="7"/>
                    </a:lnTo>
                    <a:lnTo>
                      <a:pt x="98" y="2"/>
                    </a:lnTo>
                    <a:lnTo>
                      <a:pt x="126" y="0"/>
                    </a:lnTo>
                    <a:lnTo>
                      <a:pt x="156" y="0"/>
                    </a:lnTo>
                    <a:lnTo>
                      <a:pt x="191" y="2"/>
                    </a:lnTo>
                    <a:lnTo>
                      <a:pt x="230" y="8"/>
                    </a:lnTo>
                    <a:lnTo>
                      <a:pt x="275" y="17"/>
                    </a:lnTo>
                    <a:lnTo>
                      <a:pt x="325" y="31"/>
                    </a:lnTo>
                    <a:lnTo>
                      <a:pt x="318" y="49"/>
                    </a:lnTo>
                    <a:lnTo>
                      <a:pt x="316" y="48"/>
                    </a:lnTo>
                    <a:lnTo>
                      <a:pt x="308" y="46"/>
                    </a:lnTo>
                    <a:lnTo>
                      <a:pt x="295" y="43"/>
                    </a:lnTo>
                    <a:lnTo>
                      <a:pt x="279" y="38"/>
                    </a:lnTo>
                    <a:lnTo>
                      <a:pt x="260" y="35"/>
                    </a:lnTo>
                    <a:lnTo>
                      <a:pt x="238" y="30"/>
                    </a:lnTo>
                    <a:lnTo>
                      <a:pt x="214" y="27"/>
                    </a:lnTo>
                    <a:lnTo>
                      <a:pt x="188" y="23"/>
                    </a:lnTo>
                    <a:lnTo>
                      <a:pt x="161" y="22"/>
                    </a:lnTo>
                    <a:lnTo>
                      <a:pt x="134" y="23"/>
                    </a:lnTo>
                    <a:lnTo>
                      <a:pt x="108" y="25"/>
                    </a:lnTo>
                    <a:lnTo>
                      <a:pt x="82" y="31"/>
                    </a:lnTo>
                    <a:lnTo>
                      <a:pt x="58" y="40"/>
                    </a:lnTo>
                    <a:lnTo>
                      <a:pt x="36" y="52"/>
                    </a:lnTo>
                    <a:lnTo>
                      <a:pt x="16" y="68"/>
                    </a:lnTo>
                    <a:lnTo>
                      <a:pt x="0" y="89"/>
                    </a:lnTo>
                    <a:lnTo>
                      <a:pt x="0" y="56"/>
                    </a:lnTo>
                    <a:close/>
                  </a:path>
                </a:pathLst>
              </a:custGeom>
              <a:solidFill>
                <a:srgbClr val="000000">
                  <a:alpha val="100000"/>
                </a:srgbClr>
              </a:solidFill>
              <a:ln w="9525">
                <a:noFill/>
              </a:ln>
            </p:spPr>
            <p:txBody>
              <a:bodyPr/>
              <a:p>
                <a:endParaRPr lang="zh-CN" altLang="en-US"/>
              </a:p>
            </p:txBody>
          </p:sp>
          <p:sp>
            <p:nvSpPr>
              <p:cNvPr id="150715" name="Freeform 119"/>
              <p:cNvSpPr/>
              <p:nvPr/>
            </p:nvSpPr>
            <p:spPr>
              <a:xfrm>
                <a:off x="4863" y="1872"/>
                <a:ext cx="75" cy="13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28" h="975">
                    <a:moveTo>
                      <a:pt x="0" y="0"/>
                    </a:moveTo>
                    <a:lnTo>
                      <a:pt x="0" y="943"/>
                    </a:lnTo>
                    <a:lnTo>
                      <a:pt x="159" y="975"/>
                    </a:lnTo>
                    <a:lnTo>
                      <a:pt x="152" y="848"/>
                    </a:lnTo>
                    <a:lnTo>
                      <a:pt x="528" y="905"/>
                    </a:lnTo>
                    <a:lnTo>
                      <a:pt x="521" y="855"/>
                    </a:lnTo>
                    <a:lnTo>
                      <a:pt x="261" y="822"/>
                    </a:lnTo>
                    <a:lnTo>
                      <a:pt x="254" y="713"/>
                    </a:lnTo>
                    <a:lnTo>
                      <a:pt x="77" y="713"/>
                    </a:lnTo>
                    <a:lnTo>
                      <a:pt x="72" y="699"/>
                    </a:lnTo>
                    <a:lnTo>
                      <a:pt x="60" y="659"/>
                    </a:lnTo>
                    <a:lnTo>
                      <a:pt x="44" y="595"/>
                    </a:lnTo>
                    <a:lnTo>
                      <a:pt x="28" y="511"/>
                    </a:lnTo>
                    <a:lnTo>
                      <a:pt x="16" y="410"/>
                    </a:lnTo>
                    <a:lnTo>
                      <a:pt x="12" y="294"/>
                    </a:lnTo>
                    <a:lnTo>
                      <a:pt x="21" y="167"/>
                    </a:lnTo>
                    <a:lnTo>
                      <a:pt x="45" y="32"/>
                    </a:lnTo>
                    <a:lnTo>
                      <a:pt x="0" y="0"/>
                    </a:lnTo>
                    <a:close/>
                  </a:path>
                </a:pathLst>
              </a:custGeom>
              <a:solidFill>
                <a:schemeClr val="bg1">
                  <a:alpha val="100000"/>
                </a:schemeClr>
              </a:solidFill>
              <a:ln w="9525">
                <a:noFill/>
              </a:ln>
            </p:spPr>
            <p:txBody>
              <a:bodyPr/>
              <a:p>
                <a:endParaRPr lang="zh-CN" altLang="en-US"/>
              </a:p>
            </p:txBody>
          </p:sp>
          <p:sp>
            <p:nvSpPr>
              <p:cNvPr id="150716" name="Freeform 120"/>
              <p:cNvSpPr/>
              <p:nvPr/>
            </p:nvSpPr>
            <p:spPr>
              <a:xfrm>
                <a:off x="4900" y="1840"/>
                <a:ext cx="97" cy="1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678" h="133">
                    <a:moveTo>
                      <a:pt x="0" y="133"/>
                    </a:moveTo>
                    <a:lnTo>
                      <a:pt x="4" y="132"/>
                    </a:lnTo>
                    <a:lnTo>
                      <a:pt x="15" y="127"/>
                    </a:lnTo>
                    <a:lnTo>
                      <a:pt x="32" y="122"/>
                    </a:lnTo>
                    <a:lnTo>
                      <a:pt x="56" y="114"/>
                    </a:lnTo>
                    <a:lnTo>
                      <a:pt x="86" y="104"/>
                    </a:lnTo>
                    <a:lnTo>
                      <a:pt x="120" y="95"/>
                    </a:lnTo>
                    <a:lnTo>
                      <a:pt x="160" y="86"/>
                    </a:lnTo>
                    <a:lnTo>
                      <a:pt x="204" y="78"/>
                    </a:lnTo>
                    <a:lnTo>
                      <a:pt x="252" y="70"/>
                    </a:lnTo>
                    <a:lnTo>
                      <a:pt x="303" y="64"/>
                    </a:lnTo>
                    <a:lnTo>
                      <a:pt x="358" y="60"/>
                    </a:lnTo>
                    <a:lnTo>
                      <a:pt x="414" y="58"/>
                    </a:lnTo>
                    <a:lnTo>
                      <a:pt x="474" y="60"/>
                    </a:lnTo>
                    <a:lnTo>
                      <a:pt x="534" y="65"/>
                    </a:lnTo>
                    <a:lnTo>
                      <a:pt x="596" y="74"/>
                    </a:lnTo>
                    <a:lnTo>
                      <a:pt x="659" y="88"/>
                    </a:lnTo>
                    <a:lnTo>
                      <a:pt x="678" y="0"/>
                    </a:lnTo>
                    <a:lnTo>
                      <a:pt x="674" y="0"/>
                    </a:lnTo>
                    <a:lnTo>
                      <a:pt x="659" y="0"/>
                    </a:lnTo>
                    <a:lnTo>
                      <a:pt x="636" y="0"/>
                    </a:lnTo>
                    <a:lnTo>
                      <a:pt x="606" y="1"/>
                    </a:lnTo>
                    <a:lnTo>
                      <a:pt x="570" y="2"/>
                    </a:lnTo>
                    <a:lnTo>
                      <a:pt x="527" y="3"/>
                    </a:lnTo>
                    <a:lnTo>
                      <a:pt x="480" y="7"/>
                    </a:lnTo>
                    <a:lnTo>
                      <a:pt x="430" y="9"/>
                    </a:lnTo>
                    <a:lnTo>
                      <a:pt x="376" y="14"/>
                    </a:lnTo>
                    <a:lnTo>
                      <a:pt x="320" y="18"/>
                    </a:lnTo>
                    <a:lnTo>
                      <a:pt x="264" y="24"/>
                    </a:lnTo>
                    <a:lnTo>
                      <a:pt x="208" y="32"/>
                    </a:lnTo>
                    <a:lnTo>
                      <a:pt x="152" y="40"/>
                    </a:lnTo>
                    <a:lnTo>
                      <a:pt x="98" y="50"/>
                    </a:lnTo>
                    <a:lnTo>
                      <a:pt x="47" y="62"/>
                    </a:lnTo>
                    <a:lnTo>
                      <a:pt x="0" y="76"/>
                    </a:lnTo>
                    <a:lnTo>
                      <a:pt x="0" y="133"/>
                    </a:lnTo>
                    <a:close/>
                  </a:path>
                </a:pathLst>
              </a:custGeom>
              <a:solidFill>
                <a:schemeClr val="bg1">
                  <a:alpha val="100000"/>
                </a:schemeClr>
              </a:solidFill>
              <a:ln w="9525">
                <a:noFill/>
              </a:ln>
            </p:spPr>
            <p:txBody>
              <a:bodyPr/>
              <a:p>
                <a:endParaRPr lang="zh-CN" altLang="en-US"/>
              </a:p>
            </p:txBody>
          </p:sp>
          <p:sp>
            <p:nvSpPr>
              <p:cNvPr id="150717" name="Freeform 121"/>
              <p:cNvSpPr/>
              <p:nvPr/>
            </p:nvSpPr>
            <p:spPr>
              <a:xfrm>
                <a:off x="4843" y="2015"/>
                <a:ext cx="163" cy="54"/>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42" h="379">
                    <a:moveTo>
                      <a:pt x="482" y="367"/>
                    </a:moveTo>
                    <a:lnTo>
                      <a:pt x="485" y="366"/>
                    </a:lnTo>
                    <a:lnTo>
                      <a:pt x="492" y="363"/>
                    </a:lnTo>
                    <a:lnTo>
                      <a:pt x="502" y="359"/>
                    </a:lnTo>
                    <a:lnTo>
                      <a:pt x="516" y="353"/>
                    </a:lnTo>
                    <a:lnTo>
                      <a:pt x="533" y="346"/>
                    </a:lnTo>
                    <a:lnTo>
                      <a:pt x="551" y="338"/>
                    </a:lnTo>
                    <a:lnTo>
                      <a:pt x="572" y="328"/>
                    </a:lnTo>
                    <a:lnTo>
                      <a:pt x="593" y="317"/>
                    </a:lnTo>
                    <a:lnTo>
                      <a:pt x="616" y="306"/>
                    </a:lnTo>
                    <a:lnTo>
                      <a:pt x="638" y="292"/>
                    </a:lnTo>
                    <a:lnTo>
                      <a:pt x="660" y="279"/>
                    </a:lnTo>
                    <a:lnTo>
                      <a:pt x="680" y="264"/>
                    </a:lnTo>
                    <a:lnTo>
                      <a:pt x="700" y="249"/>
                    </a:lnTo>
                    <a:lnTo>
                      <a:pt x="717" y="233"/>
                    </a:lnTo>
                    <a:lnTo>
                      <a:pt x="732" y="217"/>
                    </a:lnTo>
                    <a:lnTo>
                      <a:pt x="743" y="201"/>
                    </a:lnTo>
                    <a:lnTo>
                      <a:pt x="0" y="20"/>
                    </a:lnTo>
                    <a:lnTo>
                      <a:pt x="57" y="0"/>
                    </a:lnTo>
                    <a:lnTo>
                      <a:pt x="1142" y="267"/>
                    </a:lnTo>
                    <a:lnTo>
                      <a:pt x="1098" y="292"/>
                    </a:lnTo>
                    <a:lnTo>
                      <a:pt x="784" y="212"/>
                    </a:lnTo>
                    <a:lnTo>
                      <a:pt x="783" y="213"/>
                    </a:lnTo>
                    <a:lnTo>
                      <a:pt x="781" y="216"/>
                    </a:lnTo>
                    <a:lnTo>
                      <a:pt x="776" y="221"/>
                    </a:lnTo>
                    <a:lnTo>
                      <a:pt x="769" y="228"/>
                    </a:lnTo>
                    <a:lnTo>
                      <a:pt x="761" y="237"/>
                    </a:lnTo>
                    <a:lnTo>
                      <a:pt x="750" y="246"/>
                    </a:lnTo>
                    <a:lnTo>
                      <a:pt x="737" y="258"/>
                    </a:lnTo>
                    <a:lnTo>
                      <a:pt x="721" y="269"/>
                    </a:lnTo>
                    <a:lnTo>
                      <a:pt x="703" y="282"/>
                    </a:lnTo>
                    <a:lnTo>
                      <a:pt x="684" y="295"/>
                    </a:lnTo>
                    <a:lnTo>
                      <a:pt x="660" y="309"/>
                    </a:lnTo>
                    <a:lnTo>
                      <a:pt x="635" y="323"/>
                    </a:lnTo>
                    <a:lnTo>
                      <a:pt x="606" y="338"/>
                    </a:lnTo>
                    <a:lnTo>
                      <a:pt x="574" y="352"/>
                    </a:lnTo>
                    <a:lnTo>
                      <a:pt x="540" y="366"/>
                    </a:lnTo>
                    <a:lnTo>
                      <a:pt x="502" y="379"/>
                    </a:lnTo>
                    <a:lnTo>
                      <a:pt x="482" y="367"/>
                    </a:lnTo>
                    <a:close/>
                  </a:path>
                </a:pathLst>
              </a:custGeom>
              <a:solidFill>
                <a:schemeClr val="bg1">
                  <a:alpha val="100000"/>
                </a:schemeClr>
              </a:solidFill>
              <a:ln w="9525">
                <a:noFill/>
              </a:ln>
            </p:spPr>
            <p:txBody>
              <a:bodyPr/>
              <a:p>
                <a:endParaRPr lang="zh-CN" altLang="en-US"/>
              </a:p>
            </p:txBody>
          </p:sp>
          <p:sp>
            <p:nvSpPr>
              <p:cNvPr id="150718" name="Freeform 122"/>
              <p:cNvSpPr/>
              <p:nvPr/>
            </p:nvSpPr>
            <p:spPr>
              <a:xfrm>
                <a:off x="4809" y="2029"/>
                <a:ext cx="167" cy="48"/>
              </a:xfrm>
              <a:custGeom>
                <a:avLst/>
                <a:gdLst/>
                <a:ahLst/>
                <a:cxnLst>
                  <a:cxn ang="0">
                    <a:pos x="0" y="0"/>
                  </a:cxn>
                  <a:cxn ang="0">
                    <a:pos x="0" y="0"/>
                  </a:cxn>
                  <a:cxn ang="0">
                    <a:pos x="0" y="0"/>
                  </a:cxn>
                  <a:cxn ang="0">
                    <a:pos x="0" y="0"/>
                  </a:cxn>
                  <a:cxn ang="0">
                    <a:pos x="0" y="0"/>
                  </a:cxn>
                </a:cxnLst>
                <a:pathLst>
                  <a:path w="1163" h="340">
                    <a:moveTo>
                      <a:pt x="0" y="0"/>
                    </a:moveTo>
                    <a:lnTo>
                      <a:pt x="1137" y="340"/>
                    </a:lnTo>
                    <a:lnTo>
                      <a:pt x="1163" y="340"/>
                    </a:lnTo>
                    <a:lnTo>
                      <a:pt x="34" y="0"/>
                    </a:lnTo>
                    <a:lnTo>
                      <a:pt x="0" y="0"/>
                    </a:lnTo>
                    <a:close/>
                  </a:path>
                </a:pathLst>
              </a:custGeom>
              <a:solidFill>
                <a:srgbClr val="000000">
                  <a:alpha val="100000"/>
                </a:srgbClr>
              </a:solidFill>
              <a:ln w="9525">
                <a:noFill/>
              </a:ln>
            </p:spPr>
            <p:txBody>
              <a:bodyPr/>
              <a:p>
                <a:endParaRPr lang="zh-CN" altLang="en-US"/>
              </a:p>
            </p:txBody>
          </p:sp>
          <p:sp>
            <p:nvSpPr>
              <p:cNvPr id="150719" name="Freeform 123"/>
              <p:cNvSpPr/>
              <p:nvPr/>
            </p:nvSpPr>
            <p:spPr>
              <a:xfrm>
                <a:off x="4837" y="2022"/>
                <a:ext cx="164" cy="44"/>
              </a:xfrm>
              <a:custGeom>
                <a:avLst/>
                <a:gdLst/>
                <a:ahLst/>
                <a:cxnLst>
                  <a:cxn ang="0">
                    <a:pos x="0" y="0"/>
                  </a:cxn>
                  <a:cxn ang="0">
                    <a:pos x="0" y="0"/>
                  </a:cxn>
                  <a:cxn ang="0">
                    <a:pos x="0" y="0"/>
                  </a:cxn>
                  <a:cxn ang="0">
                    <a:pos x="0" y="0"/>
                  </a:cxn>
                  <a:cxn ang="0">
                    <a:pos x="0" y="0"/>
                  </a:cxn>
                </a:cxnLst>
                <a:pathLst>
                  <a:path w="1149" h="303">
                    <a:moveTo>
                      <a:pt x="0" y="1"/>
                    </a:moveTo>
                    <a:lnTo>
                      <a:pt x="1124" y="303"/>
                    </a:lnTo>
                    <a:lnTo>
                      <a:pt x="1149" y="302"/>
                    </a:lnTo>
                    <a:lnTo>
                      <a:pt x="34" y="0"/>
                    </a:lnTo>
                    <a:lnTo>
                      <a:pt x="0" y="1"/>
                    </a:lnTo>
                    <a:close/>
                  </a:path>
                </a:pathLst>
              </a:custGeom>
              <a:solidFill>
                <a:srgbClr val="000000">
                  <a:alpha val="100000"/>
                </a:srgbClr>
              </a:solidFill>
              <a:ln w="9525">
                <a:noFill/>
              </a:ln>
            </p:spPr>
            <p:txBody>
              <a:bodyPr/>
              <a:p>
                <a:endParaRPr lang="zh-CN" altLang="en-US"/>
              </a:p>
            </p:txBody>
          </p:sp>
          <p:sp>
            <p:nvSpPr>
              <p:cNvPr id="150720" name="Freeform 124"/>
              <p:cNvSpPr/>
              <p:nvPr/>
            </p:nvSpPr>
            <p:spPr>
              <a:xfrm>
                <a:off x="4824" y="2025"/>
                <a:ext cx="165" cy="48"/>
              </a:xfrm>
              <a:custGeom>
                <a:avLst/>
                <a:gdLst/>
                <a:ahLst/>
                <a:cxnLst>
                  <a:cxn ang="0">
                    <a:pos x="0" y="0"/>
                  </a:cxn>
                  <a:cxn ang="0">
                    <a:pos x="0" y="0"/>
                  </a:cxn>
                  <a:cxn ang="0">
                    <a:pos x="0" y="0"/>
                  </a:cxn>
                  <a:cxn ang="0">
                    <a:pos x="0" y="0"/>
                  </a:cxn>
                  <a:cxn ang="0">
                    <a:pos x="0" y="0"/>
                  </a:cxn>
                </a:cxnLst>
                <a:pathLst>
                  <a:path w="1155" h="336">
                    <a:moveTo>
                      <a:pt x="0" y="0"/>
                    </a:moveTo>
                    <a:lnTo>
                      <a:pt x="1134" y="336"/>
                    </a:lnTo>
                    <a:lnTo>
                      <a:pt x="1155" y="328"/>
                    </a:lnTo>
                    <a:lnTo>
                      <a:pt x="34" y="0"/>
                    </a:lnTo>
                    <a:lnTo>
                      <a:pt x="0" y="0"/>
                    </a:lnTo>
                    <a:close/>
                  </a:path>
                </a:pathLst>
              </a:custGeom>
              <a:solidFill>
                <a:srgbClr val="000000">
                  <a:alpha val="100000"/>
                </a:srgbClr>
              </a:solidFill>
              <a:ln w="9525">
                <a:noFill/>
              </a:ln>
            </p:spPr>
            <p:txBody>
              <a:bodyPr/>
              <a:p>
                <a:endParaRPr lang="zh-CN" altLang="en-US"/>
              </a:p>
            </p:txBody>
          </p:sp>
        </p:grpSp>
        <p:grpSp>
          <p:nvGrpSpPr>
            <p:cNvPr id="150624" name="Group 125"/>
            <p:cNvGrpSpPr/>
            <p:nvPr/>
          </p:nvGrpSpPr>
          <p:grpSpPr>
            <a:xfrm>
              <a:off x="1553" y="3099"/>
              <a:ext cx="176" cy="150"/>
              <a:chOff x="4765" y="1531"/>
              <a:chExt cx="312" cy="261"/>
            </a:xfrm>
          </p:grpSpPr>
          <p:sp>
            <p:nvSpPr>
              <p:cNvPr id="150642" name="AutoShape 126"/>
              <p:cNvSpPr>
                <a:spLocks noChangeAspect="1" noTextEdit="1"/>
              </p:cNvSpPr>
              <p:nvPr/>
            </p:nvSpPr>
            <p:spPr>
              <a:xfrm>
                <a:off x="4765" y="1531"/>
                <a:ext cx="312" cy="260"/>
              </a:xfrm>
              <a:prstGeom prst="rect">
                <a:avLst/>
              </a:prstGeom>
              <a:noFill/>
              <a:ln w="9525">
                <a:noFill/>
              </a:ln>
            </p:spPr>
            <p:txBody>
              <a:bodyPr/>
              <a:p>
                <a:endParaRPr lang="zh-CN" altLang="en-US"/>
              </a:p>
            </p:txBody>
          </p:sp>
          <p:sp>
            <p:nvSpPr>
              <p:cNvPr id="150643" name="Freeform 127"/>
              <p:cNvSpPr/>
              <p:nvPr/>
            </p:nvSpPr>
            <p:spPr>
              <a:xfrm>
                <a:off x="4765" y="1534"/>
                <a:ext cx="307" cy="25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150" h="1804">
                    <a:moveTo>
                      <a:pt x="582" y="239"/>
                    </a:moveTo>
                    <a:lnTo>
                      <a:pt x="606" y="129"/>
                    </a:lnTo>
                    <a:lnTo>
                      <a:pt x="607" y="129"/>
                    </a:lnTo>
                    <a:lnTo>
                      <a:pt x="611" y="128"/>
                    </a:lnTo>
                    <a:lnTo>
                      <a:pt x="616" y="125"/>
                    </a:lnTo>
                    <a:lnTo>
                      <a:pt x="623" y="123"/>
                    </a:lnTo>
                    <a:lnTo>
                      <a:pt x="633" y="120"/>
                    </a:lnTo>
                    <a:lnTo>
                      <a:pt x="645" y="115"/>
                    </a:lnTo>
                    <a:lnTo>
                      <a:pt x="659" y="112"/>
                    </a:lnTo>
                    <a:lnTo>
                      <a:pt x="676" y="107"/>
                    </a:lnTo>
                    <a:lnTo>
                      <a:pt x="694" y="101"/>
                    </a:lnTo>
                    <a:lnTo>
                      <a:pt x="715" y="95"/>
                    </a:lnTo>
                    <a:lnTo>
                      <a:pt x="738" y="90"/>
                    </a:lnTo>
                    <a:lnTo>
                      <a:pt x="763" y="84"/>
                    </a:lnTo>
                    <a:lnTo>
                      <a:pt x="790" y="78"/>
                    </a:lnTo>
                    <a:lnTo>
                      <a:pt x="820" y="71"/>
                    </a:lnTo>
                    <a:lnTo>
                      <a:pt x="852" y="64"/>
                    </a:lnTo>
                    <a:lnTo>
                      <a:pt x="886" y="59"/>
                    </a:lnTo>
                    <a:lnTo>
                      <a:pt x="922" y="52"/>
                    </a:lnTo>
                    <a:lnTo>
                      <a:pt x="961" y="46"/>
                    </a:lnTo>
                    <a:lnTo>
                      <a:pt x="1002" y="40"/>
                    </a:lnTo>
                    <a:lnTo>
                      <a:pt x="1044" y="35"/>
                    </a:lnTo>
                    <a:lnTo>
                      <a:pt x="1090" y="29"/>
                    </a:lnTo>
                    <a:lnTo>
                      <a:pt x="1138" y="23"/>
                    </a:lnTo>
                    <a:lnTo>
                      <a:pt x="1187" y="18"/>
                    </a:lnTo>
                    <a:lnTo>
                      <a:pt x="1240" y="14"/>
                    </a:lnTo>
                    <a:lnTo>
                      <a:pt x="1294" y="10"/>
                    </a:lnTo>
                    <a:lnTo>
                      <a:pt x="1350" y="7"/>
                    </a:lnTo>
                    <a:lnTo>
                      <a:pt x="1410" y="4"/>
                    </a:lnTo>
                    <a:lnTo>
                      <a:pt x="1470" y="1"/>
                    </a:lnTo>
                    <a:lnTo>
                      <a:pt x="1535" y="0"/>
                    </a:lnTo>
                    <a:lnTo>
                      <a:pt x="1601" y="0"/>
                    </a:lnTo>
                    <a:lnTo>
                      <a:pt x="1668" y="0"/>
                    </a:lnTo>
                    <a:lnTo>
                      <a:pt x="1739" y="1"/>
                    </a:lnTo>
                    <a:lnTo>
                      <a:pt x="1816" y="44"/>
                    </a:lnTo>
                    <a:lnTo>
                      <a:pt x="1799" y="248"/>
                    </a:lnTo>
                    <a:lnTo>
                      <a:pt x="1804" y="251"/>
                    </a:lnTo>
                    <a:lnTo>
                      <a:pt x="1820" y="259"/>
                    </a:lnTo>
                    <a:lnTo>
                      <a:pt x="1842" y="272"/>
                    </a:lnTo>
                    <a:lnTo>
                      <a:pt x="1868" y="292"/>
                    </a:lnTo>
                    <a:lnTo>
                      <a:pt x="1896" y="318"/>
                    </a:lnTo>
                    <a:lnTo>
                      <a:pt x="1920" y="351"/>
                    </a:lnTo>
                    <a:lnTo>
                      <a:pt x="1939" y="390"/>
                    </a:lnTo>
                    <a:lnTo>
                      <a:pt x="1951" y="436"/>
                    </a:lnTo>
                    <a:lnTo>
                      <a:pt x="2125" y="593"/>
                    </a:lnTo>
                    <a:lnTo>
                      <a:pt x="2078" y="1009"/>
                    </a:lnTo>
                    <a:lnTo>
                      <a:pt x="1799" y="1149"/>
                    </a:lnTo>
                    <a:lnTo>
                      <a:pt x="2129" y="1247"/>
                    </a:lnTo>
                    <a:lnTo>
                      <a:pt x="2131" y="1251"/>
                    </a:lnTo>
                    <a:lnTo>
                      <a:pt x="2137" y="1264"/>
                    </a:lnTo>
                    <a:lnTo>
                      <a:pt x="2143" y="1284"/>
                    </a:lnTo>
                    <a:lnTo>
                      <a:pt x="2149" y="1310"/>
                    </a:lnTo>
                    <a:lnTo>
                      <a:pt x="2150" y="1342"/>
                    </a:lnTo>
                    <a:lnTo>
                      <a:pt x="2147" y="1380"/>
                    </a:lnTo>
                    <a:lnTo>
                      <a:pt x="2136" y="1423"/>
                    </a:lnTo>
                    <a:lnTo>
                      <a:pt x="2117" y="1468"/>
                    </a:lnTo>
                    <a:lnTo>
                      <a:pt x="1244" y="1804"/>
                    </a:lnTo>
                    <a:lnTo>
                      <a:pt x="0" y="1413"/>
                    </a:lnTo>
                    <a:lnTo>
                      <a:pt x="22" y="1367"/>
                    </a:lnTo>
                    <a:lnTo>
                      <a:pt x="212" y="1302"/>
                    </a:lnTo>
                    <a:lnTo>
                      <a:pt x="212" y="248"/>
                    </a:lnTo>
                    <a:lnTo>
                      <a:pt x="213" y="247"/>
                    </a:lnTo>
                    <a:lnTo>
                      <a:pt x="217" y="244"/>
                    </a:lnTo>
                    <a:lnTo>
                      <a:pt x="223" y="240"/>
                    </a:lnTo>
                    <a:lnTo>
                      <a:pt x="232" y="234"/>
                    </a:lnTo>
                    <a:lnTo>
                      <a:pt x="245" y="228"/>
                    </a:lnTo>
                    <a:lnTo>
                      <a:pt x="258" y="221"/>
                    </a:lnTo>
                    <a:lnTo>
                      <a:pt x="276" y="214"/>
                    </a:lnTo>
                    <a:lnTo>
                      <a:pt x="294" y="207"/>
                    </a:lnTo>
                    <a:lnTo>
                      <a:pt x="316" y="201"/>
                    </a:lnTo>
                    <a:lnTo>
                      <a:pt x="340" y="197"/>
                    </a:lnTo>
                    <a:lnTo>
                      <a:pt x="366" y="194"/>
                    </a:lnTo>
                    <a:lnTo>
                      <a:pt x="393" y="192"/>
                    </a:lnTo>
                    <a:lnTo>
                      <a:pt x="424" y="193"/>
                    </a:lnTo>
                    <a:lnTo>
                      <a:pt x="457" y="197"/>
                    </a:lnTo>
                    <a:lnTo>
                      <a:pt x="493" y="203"/>
                    </a:lnTo>
                    <a:lnTo>
                      <a:pt x="529" y="214"/>
                    </a:lnTo>
                    <a:lnTo>
                      <a:pt x="582" y="239"/>
                    </a:lnTo>
                    <a:close/>
                  </a:path>
                </a:pathLst>
              </a:custGeom>
              <a:solidFill>
                <a:srgbClr val="DDDDDD">
                  <a:alpha val="100000"/>
                </a:srgbClr>
              </a:solidFill>
              <a:ln w="9525">
                <a:noFill/>
              </a:ln>
            </p:spPr>
            <p:txBody>
              <a:bodyPr/>
              <a:p>
                <a:endParaRPr lang="zh-CN" altLang="en-US"/>
              </a:p>
            </p:txBody>
          </p:sp>
          <p:sp>
            <p:nvSpPr>
              <p:cNvPr id="150644" name="Freeform 128"/>
              <p:cNvSpPr/>
              <p:nvPr/>
            </p:nvSpPr>
            <p:spPr>
              <a:xfrm>
                <a:off x="4882" y="1584"/>
                <a:ext cx="163" cy="11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39" h="778">
                    <a:moveTo>
                      <a:pt x="7" y="587"/>
                    </a:moveTo>
                    <a:lnTo>
                      <a:pt x="0" y="682"/>
                    </a:lnTo>
                    <a:lnTo>
                      <a:pt x="742" y="778"/>
                    </a:lnTo>
                    <a:lnTo>
                      <a:pt x="748" y="775"/>
                    </a:lnTo>
                    <a:lnTo>
                      <a:pt x="763" y="767"/>
                    </a:lnTo>
                    <a:lnTo>
                      <a:pt x="787" y="755"/>
                    </a:lnTo>
                    <a:lnTo>
                      <a:pt x="816" y="737"/>
                    </a:lnTo>
                    <a:lnTo>
                      <a:pt x="852" y="714"/>
                    </a:lnTo>
                    <a:lnTo>
                      <a:pt x="891" y="686"/>
                    </a:lnTo>
                    <a:lnTo>
                      <a:pt x="932" y="652"/>
                    </a:lnTo>
                    <a:lnTo>
                      <a:pt x="973" y="613"/>
                    </a:lnTo>
                    <a:lnTo>
                      <a:pt x="1013" y="570"/>
                    </a:lnTo>
                    <a:lnTo>
                      <a:pt x="1051" y="521"/>
                    </a:lnTo>
                    <a:lnTo>
                      <a:pt x="1083" y="466"/>
                    </a:lnTo>
                    <a:lnTo>
                      <a:pt x="1109" y="406"/>
                    </a:lnTo>
                    <a:lnTo>
                      <a:pt x="1129" y="342"/>
                    </a:lnTo>
                    <a:lnTo>
                      <a:pt x="1139" y="271"/>
                    </a:lnTo>
                    <a:lnTo>
                      <a:pt x="1138" y="196"/>
                    </a:lnTo>
                    <a:lnTo>
                      <a:pt x="1124" y="115"/>
                    </a:lnTo>
                    <a:lnTo>
                      <a:pt x="1122" y="110"/>
                    </a:lnTo>
                    <a:lnTo>
                      <a:pt x="1115" y="97"/>
                    </a:lnTo>
                    <a:lnTo>
                      <a:pt x="1102" y="80"/>
                    </a:lnTo>
                    <a:lnTo>
                      <a:pt x="1086" y="59"/>
                    </a:lnTo>
                    <a:lnTo>
                      <a:pt x="1066" y="39"/>
                    </a:lnTo>
                    <a:lnTo>
                      <a:pt x="1041" y="20"/>
                    </a:lnTo>
                    <a:lnTo>
                      <a:pt x="1011" y="7"/>
                    </a:lnTo>
                    <a:lnTo>
                      <a:pt x="978" y="0"/>
                    </a:lnTo>
                    <a:lnTo>
                      <a:pt x="982" y="12"/>
                    </a:lnTo>
                    <a:lnTo>
                      <a:pt x="994" y="46"/>
                    </a:lnTo>
                    <a:lnTo>
                      <a:pt x="1007" y="100"/>
                    </a:lnTo>
                    <a:lnTo>
                      <a:pt x="1019" y="169"/>
                    </a:lnTo>
                    <a:lnTo>
                      <a:pt x="1022" y="252"/>
                    </a:lnTo>
                    <a:lnTo>
                      <a:pt x="1013" y="344"/>
                    </a:lnTo>
                    <a:lnTo>
                      <a:pt x="987" y="444"/>
                    </a:lnTo>
                    <a:lnTo>
                      <a:pt x="940" y="549"/>
                    </a:lnTo>
                    <a:lnTo>
                      <a:pt x="939" y="550"/>
                    </a:lnTo>
                    <a:lnTo>
                      <a:pt x="934" y="553"/>
                    </a:lnTo>
                    <a:lnTo>
                      <a:pt x="927" y="559"/>
                    </a:lnTo>
                    <a:lnTo>
                      <a:pt x="917" y="567"/>
                    </a:lnTo>
                    <a:lnTo>
                      <a:pt x="904" y="575"/>
                    </a:lnTo>
                    <a:lnTo>
                      <a:pt x="890" y="585"/>
                    </a:lnTo>
                    <a:lnTo>
                      <a:pt x="871" y="594"/>
                    </a:lnTo>
                    <a:lnTo>
                      <a:pt x="851" y="603"/>
                    </a:lnTo>
                    <a:lnTo>
                      <a:pt x="828" y="611"/>
                    </a:lnTo>
                    <a:lnTo>
                      <a:pt x="802" y="619"/>
                    </a:lnTo>
                    <a:lnTo>
                      <a:pt x="773" y="625"/>
                    </a:lnTo>
                    <a:lnTo>
                      <a:pt x="741" y="629"/>
                    </a:lnTo>
                    <a:lnTo>
                      <a:pt x="708" y="630"/>
                    </a:lnTo>
                    <a:lnTo>
                      <a:pt x="671" y="629"/>
                    </a:lnTo>
                    <a:lnTo>
                      <a:pt x="631" y="626"/>
                    </a:lnTo>
                    <a:lnTo>
                      <a:pt x="590" y="618"/>
                    </a:lnTo>
                    <a:lnTo>
                      <a:pt x="590" y="720"/>
                    </a:lnTo>
                    <a:lnTo>
                      <a:pt x="26" y="663"/>
                    </a:lnTo>
                    <a:lnTo>
                      <a:pt x="7" y="587"/>
                    </a:lnTo>
                    <a:close/>
                  </a:path>
                </a:pathLst>
              </a:custGeom>
              <a:solidFill>
                <a:schemeClr val="bg2">
                  <a:alpha val="100000"/>
                </a:schemeClr>
              </a:solidFill>
              <a:ln w="9525">
                <a:noFill/>
              </a:ln>
            </p:spPr>
            <p:txBody>
              <a:bodyPr/>
              <a:p>
                <a:endParaRPr lang="zh-CN" altLang="en-US"/>
              </a:p>
            </p:txBody>
          </p:sp>
          <p:sp>
            <p:nvSpPr>
              <p:cNvPr id="150645" name="Freeform 129"/>
              <p:cNvSpPr/>
              <p:nvPr/>
            </p:nvSpPr>
            <p:spPr>
              <a:xfrm>
                <a:off x="4862" y="1693"/>
                <a:ext cx="119" cy="38"/>
              </a:xfrm>
              <a:custGeom>
                <a:avLst/>
                <a:gdLst/>
                <a:ahLst/>
                <a:cxnLst>
                  <a:cxn ang="0">
                    <a:pos x="0" y="0"/>
                  </a:cxn>
                  <a:cxn ang="0">
                    <a:pos x="0" y="0"/>
                  </a:cxn>
                  <a:cxn ang="0">
                    <a:pos x="0" y="0"/>
                  </a:cxn>
                  <a:cxn ang="0">
                    <a:pos x="0" y="0"/>
                  </a:cxn>
                  <a:cxn ang="0">
                    <a:pos x="0" y="0"/>
                  </a:cxn>
                </a:cxnLst>
                <a:pathLst>
                  <a:path w="837" h="269">
                    <a:moveTo>
                      <a:pt x="837" y="96"/>
                    </a:moveTo>
                    <a:lnTo>
                      <a:pt x="12" y="0"/>
                    </a:lnTo>
                    <a:lnTo>
                      <a:pt x="0" y="96"/>
                    </a:lnTo>
                    <a:lnTo>
                      <a:pt x="812" y="269"/>
                    </a:lnTo>
                    <a:lnTo>
                      <a:pt x="837" y="96"/>
                    </a:lnTo>
                    <a:close/>
                  </a:path>
                </a:pathLst>
              </a:custGeom>
              <a:solidFill>
                <a:schemeClr val="bg2">
                  <a:alpha val="100000"/>
                </a:schemeClr>
              </a:solidFill>
              <a:ln w="9525">
                <a:noFill/>
              </a:ln>
            </p:spPr>
            <p:txBody>
              <a:bodyPr/>
              <a:p>
                <a:endParaRPr lang="zh-CN" altLang="en-US"/>
              </a:p>
            </p:txBody>
          </p:sp>
          <p:sp>
            <p:nvSpPr>
              <p:cNvPr id="150646" name="Freeform 130"/>
              <p:cNvSpPr/>
              <p:nvPr/>
            </p:nvSpPr>
            <p:spPr>
              <a:xfrm>
                <a:off x="4921" y="1705"/>
                <a:ext cx="51" cy="18"/>
              </a:xfrm>
              <a:custGeom>
                <a:avLst/>
                <a:gdLst/>
                <a:ahLst/>
                <a:cxnLst>
                  <a:cxn ang="0">
                    <a:pos x="0" y="0"/>
                  </a:cxn>
                  <a:cxn ang="0">
                    <a:pos x="0" y="0"/>
                  </a:cxn>
                  <a:cxn ang="0">
                    <a:pos x="0" y="0"/>
                  </a:cxn>
                  <a:cxn ang="0">
                    <a:pos x="0" y="0"/>
                  </a:cxn>
                  <a:cxn ang="0">
                    <a:pos x="0" y="0"/>
                  </a:cxn>
                </a:cxnLst>
                <a:pathLst>
                  <a:path w="358" h="122">
                    <a:moveTo>
                      <a:pt x="358" y="53"/>
                    </a:moveTo>
                    <a:lnTo>
                      <a:pt x="5" y="0"/>
                    </a:lnTo>
                    <a:lnTo>
                      <a:pt x="0" y="51"/>
                    </a:lnTo>
                    <a:lnTo>
                      <a:pt x="348" y="122"/>
                    </a:lnTo>
                    <a:lnTo>
                      <a:pt x="358" y="53"/>
                    </a:lnTo>
                    <a:close/>
                  </a:path>
                </a:pathLst>
              </a:custGeom>
              <a:solidFill>
                <a:schemeClr val="folHlink">
                  <a:alpha val="100000"/>
                </a:schemeClr>
              </a:solidFill>
              <a:ln w="9525">
                <a:noFill/>
              </a:ln>
            </p:spPr>
            <p:txBody>
              <a:bodyPr/>
              <a:p>
                <a:endParaRPr lang="zh-CN" altLang="en-US"/>
              </a:p>
            </p:txBody>
          </p:sp>
          <p:sp>
            <p:nvSpPr>
              <p:cNvPr id="150647" name="Freeform 131"/>
              <p:cNvSpPr/>
              <p:nvPr/>
            </p:nvSpPr>
            <p:spPr>
              <a:xfrm>
                <a:off x="4869" y="1696"/>
                <a:ext cx="34" cy="13"/>
              </a:xfrm>
              <a:custGeom>
                <a:avLst/>
                <a:gdLst/>
                <a:ahLst/>
                <a:cxnLst>
                  <a:cxn ang="0">
                    <a:pos x="0" y="0"/>
                  </a:cxn>
                  <a:cxn ang="0">
                    <a:pos x="0" y="0"/>
                  </a:cxn>
                  <a:cxn ang="0">
                    <a:pos x="0" y="0"/>
                  </a:cxn>
                  <a:cxn ang="0">
                    <a:pos x="0" y="0"/>
                  </a:cxn>
                  <a:cxn ang="0">
                    <a:pos x="0" y="0"/>
                  </a:cxn>
                </a:cxnLst>
                <a:pathLst>
                  <a:path w="239" h="91">
                    <a:moveTo>
                      <a:pt x="239" y="42"/>
                    </a:moveTo>
                    <a:lnTo>
                      <a:pt x="0" y="0"/>
                    </a:lnTo>
                    <a:lnTo>
                      <a:pt x="2" y="44"/>
                    </a:lnTo>
                    <a:lnTo>
                      <a:pt x="231" y="91"/>
                    </a:lnTo>
                    <a:lnTo>
                      <a:pt x="239" y="42"/>
                    </a:lnTo>
                    <a:close/>
                  </a:path>
                </a:pathLst>
              </a:custGeom>
              <a:solidFill>
                <a:schemeClr val="folHlink">
                  <a:alpha val="100000"/>
                </a:schemeClr>
              </a:solidFill>
              <a:ln w="9525">
                <a:noFill/>
              </a:ln>
            </p:spPr>
            <p:txBody>
              <a:bodyPr/>
              <a:p>
                <a:endParaRPr lang="zh-CN" altLang="en-US"/>
              </a:p>
            </p:txBody>
          </p:sp>
          <p:sp>
            <p:nvSpPr>
              <p:cNvPr id="150648" name="Freeform 132"/>
              <p:cNvSpPr/>
              <p:nvPr/>
            </p:nvSpPr>
            <p:spPr>
              <a:xfrm>
                <a:off x="4783" y="1709"/>
                <a:ext cx="202" cy="67"/>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409" h="466">
                    <a:moveTo>
                      <a:pt x="0" y="140"/>
                    </a:moveTo>
                    <a:lnTo>
                      <a:pt x="4" y="140"/>
                    </a:lnTo>
                    <a:lnTo>
                      <a:pt x="12" y="138"/>
                    </a:lnTo>
                    <a:lnTo>
                      <a:pt x="27" y="135"/>
                    </a:lnTo>
                    <a:lnTo>
                      <a:pt x="45" y="132"/>
                    </a:lnTo>
                    <a:lnTo>
                      <a:pt x="67" y="128"/>
                    </a:lnTo>
                    <a:lnTo>
                      <a:pt x="92" y="123"/>
                    </a:lnTo>
                    <a:lnTo>
                      <a:pt x="120" y="116"/>
                    </a:lnTo>
                    <a:lnTo>
                      <a:pt x="150" y="108"/>
                    </a:lnTo>
                    <a:lnTo>
                      <a:pt x="181" y="100"/>
                    </a:lnTo>
                    <a:lnTo>
                      <a:pt x="212" y="89"/>
                    </a:lnTo>
                    <a:lnTo>
                      <a:pt x="243" y="78"/>
                    </a:lnTo>
                    <a:lnTo>
                      <a:pt x="273" y="65"/>
                    </a:lnTo>
                    <a:lnTo>
                      <a:pt x="303" y="50"/>
                    </a:lnTo>
                    <a:lnTo>
                      <a:pt x="330" y="35"/>
                    </a:lnTo>
                    <a:lnTo>
                      <a:pt x="355" y="18"/>
                    </a:lnTo>
                    <a:lnTo>
                      <a:pt x="375" y="0"/>
                    </a:lnTo>
                    <a:lnTo>
                      <a:pt x="1409" y="236"/>
                    </a:lnTo>
                    <a:lnTo>
                      <a:pt x="1407" y="239"/>
                    </a:lnTo>
                    <a:lnTo>
                      <a:pt x="1401" y="245"/>
                    </a:lnTo>
                    <a:lnTo>
                      <a:pt x="1392" y="254"/>
                    </a:lnTo>
                    <a:lnTo>
                      <a:pt x="1379" y="265"/>
                    </a:lnTo>
                    <a:lnTo>
                      <a:pt x="1363" y="279"/>
                    </a:lnTo>
                    <a:lnTo>
                      <a:pt x="1345" y="295"/>
                    </a:lnTo>
                    <a:lnTo>
                      <a:pt x="1325" y="313"/>
                    </a:lnTo>
                    <a:lnTo>
                      <a:pt x="1303" y="332"/>
                    </a:lnTo>
                    <a:lnTo>
                      <a:pt x="1279" y="351"/>
                    </a:lnTo>
                    <a:lnTo>
                      <a:pt x="1253" y="371"/>
                    </a:lnTo>
                    <a:lnTo>
                      <a:pt x="1227" y="390"/>
                    </a:lnTo>
                    <a:lnTo>
                      <a:pt x="1200" y="409"/>
                    </a:lnTo>
                    <a:lnTo>
                      <a:pt x="1172" y="426"/>
                    </a:lnTo>
                    <a:lnTo>
                      <a:pt x="1145" y="441"/>
                    </a:lnTo>
                    <a:lnTo>
                      <a:pt x="1117" y="455"/>
                    </a:lnTo>
                    <a:lnTo>
                      <a:pt x="1091" y="466"/>
                    </a:lnTo>
                    <a:lnTo>
                      <a:pt x="0" y="140"/>
                    </a:lnTo>
                    <a:close/>
                  </a:path>
                </a:pathLst>
              </a:custGeom>
              <a:solidFill>
                <a:schemeClr val="bg2">
                  <a:alpha val="100000"/>
                </a:schemeClr>
              </a:solidFill>
              <a:ln w="9525">
                <a:noFill/>
              </a:ln>
            </p:spPr>
            <p:txBody>
              <a:bodyPr/>
              <a:p>
                <a:endParaRPr lang="zh-CN" altLang="en-US"/>
              </a:p>
            </p:txBody>
          </p:sp>
          <p:sp>
            <p:nvSpPr>
              <p:cNvPr id="150649" name="Freeform 133"/>
              <p:cNvSpPr/>
              <p:nvPr/>
            </p:nvSpPr>
            <p:spPr>
              <a:xfrm>
                <a:off x="4984" y="1702"/>
                <a:ext cx="72" cy="32"/>
              </a:xfrm>
              <a:custGeom>
                <a:avLst/>
                <a:gdLst/>
                <a:ahLst/>
                <a:cxnLst>
                  <a:cxn ang="0">
                    <a:pos x="0" y="0"/>
                  </a:cxn>
                  <a:cxn ang="0">
                    <a:pos x="0" y="0"/>
                  </a:cxn>
                  <a:cxn ang="0">
                    <a:pos x="0" y="0"/>
                  </a:cxn>
                  <a:cxn ang="0">
                    <a:pos x="0" y="0"/>
                  </a:cxn>
                  <a:cxn ang="0">
                    <a:pos x="0" y="0"/>
                  </a:cxn>
                  <a:cxn ang="0">
                    <a:pos x="0" y="0"/>
                  </a:cxn>
                </a:cxnLst>
                <a:pathLst>
                  <a:path w="502" h="223">
                    <a:moveTo>
                      <a:pt x="51" y="223"/>
                    </a:moveTo>
                    <a:lnTo>
                      <a:pt x="502" y="90"/>
                    </a:lnTo>
                    <a:lnTo>
                      <a:pt x="229" y="0"/>
                    </a:lnTo>
                    <a:lnTo>
                      <a:pt x="6" y="26"/>
                    </a:lnTo>
                    <a:lnTo>
                      <a:pt x="0" y="211"/>
                    </a:lnTo>
                    <a:lnTo>
                      <a:pt x="51" y="223"/>
                    </a:lnTo>
                    <a:close/>
                  </a:path>
                </a:pathLst>
              </a:custGeom>
              <a:solidFill>
                <a:schemeClr val="bg2">
                  <a:alpha val="100000"/>
                </a:schemeClr>
              </a:solidFill>
              <a:ln w="9525">
                <a:noFill/>
              </a:ln>
            </p:spPr>
            <p:txBody>
              <a:bodyPr/>
              <a:p>
                <a:endParaRPr lang="zh-CN" altLang="en-US"/>
              </a:p>
            </p:txBody>
          </p:sp>
          <p:sp>
            <p:nvSpPr>
              <p:cNvPr id="150650" name="Freeform 134"/>
              <p:cNvSpPr/>
              <p:nvPr/>
            </p:nvSpPr>
            <p:spPr>
              <a:xfrm>
                <a:off x="4799" y="1565"/>
                <a:ext cx="38" cy="152"/>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67" h="1064">
                    <a:moveTo>
                      <a:pt x="267" y="26"/>
                    </a:moveTo>
                    <a:lnTo>
                      <a:pt x="266" y="24"/>
                    </a:lnTo>
                    <a:lnTo>
                      <a:pt x="262" y="22"/>
                    </a:lnTo>
                    <a:lnTo>
                      <a:pt x="254" y="20"/>
                    </a:lnTo>
                    <a:lnTo>
                      <a:pt x="244" y="16"/>
                    </a:lnTo>
                    <a:lnTo>
                      <a:pt x="232" y="12"/>
                    </a:lnTo>
                    <a:lnTo>
                      <a:pt x="218" y="8"/>
                    </a:lnTo>
                    <a:lnTo>
                      <a:pt x="202" y="5"/>
                    </a:lnTo>
                    <a:lnTo>
                      <a:pt x="184" y="1"/>
                    </a:lnTo>
                    <a:lnTo>
                      <a:pt x="164" y="0"/>
                    </a:lnTo>
                    <a:lnTo>
                      <a:pt x="143" y="0"/>
                    </a:lnTo>
                    <a:lnTo>
                      <a:pt x="121" y="3"/>
                    </a:lnTo>
                    <a:lnTo>
                      <a:pt x="98" y="6"/>
                    </a:lnTo>
                    <a:lnTo>
                      <a:pt x="74" y="13"/>
                    </a:lnTo>
                    <a:lnTo>
                      <a:pt x="50" y="22"/>
                    </a:lnTo>
                    <a:lnTo>
                      <a:pt x="25" y="35"/>
                    </a:lnTo>
                    <a:lnTo>
                      <a:pt x="0" y="51"/>
                    </a:lnTo>
                    <a:lnTo>
                      <a:pt x="0" y="1064"/>
                    </a:lnTo>
                    <a:lnTo>
                      <a:pt x="1" y="1064"/>
                    </a:lnTo>
                    <a:lnTo>
                      <a:pt x="7" y="1064"/>
                    </a:lnTo>
                    <a:lnTo>
                      <a:pt x="15" y="1063"/>
                    </a:lnTo>
                    <a:lnTo>
                      <a:pt x="25" y="1062"/>
                    </a:lnTo>
                    <a:lnTo>
                      <a:pt x="37" y="1060"/>
                    </a:lnTo>
                    <a:lnTo>
                      <a:pt x="52" y="1057"/>
                    </a:lnTo>
                    <a:lnTo>
                      <a:pt x="69" y="1054"/>
                    </a:lnTo>
                    <a:lnTo>
                      <a:pt x="88" y="1049"/>
                    </a:lnTo>
                    <a:lnTo>
                      <a:pt x="108" y="1044"/>
                    </a:lnTo>
                    <a:lnTo>
                      <a:pt x="129" y="1037"/>
                    </a:lnTo>
                    <a:lnTo>
                      <a:pt x="152" y="1029"/>
                    </a:lnTo>
                    <a:lnTo>
                      <a:pt x="175" y="1018"/>
                    </a:lnTo>
                    <a:lnTo>
                      <a:pt x="198" y="1007"/>
                    </a:lnTo>
                    <a:lnTo>
                      <a:pt x="222" y="994"/>
                    </a:lnTo>
                    <a:lnTo>
                      <a:pt x="244" y="979"/>
                    </a:lnTo>
                    <a:lnTo>
                      <a:pt x="267" y="962"/>
                    </a:lnTo>
                    <a:lnTo>
                      <a:pt x="267" y="26"/>
                    </a:lnTo>
                    <a:close/>
                  </a:path>
                </a:pathLst>
              </a:custGeom>
              <a:solidFill>
                <a:schemeClr val="bg2">
                  <a:alpha val="100000"/>
                </a:schemeClr>
              </a:solidFill>
              <a:ln w="9525">
                <a:noFill/>
              </a:ln>
            </p:spPr>
            <p:txBody>
              <a:bodyPr/>
              <a:p>
                <a:endParaRPr lang="zh-CN" altLang="en-US"/>
              </a:p>
            </p:txBody>
          </p:sp>
          <p:sp>
            <p:nvSpPr>
              <p:cNvPr id="150651" name="Freeform 135"/>
              <p:cNvSpPr/>
              <p:nvPr/>
            </p:nvSpPr>
            <p:spPr>
              <a:xfrm>
                <a:off x="4800" y="1567"/>
                <a:ext cx="33" cy="12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28" h="898">
                    <a:moveTo>
                      <a:pt x="228" y="21"/>
                    </a:moveTo>
                    <a:lnTo>
                      <a:pt x="227" y="20"/>
                    </a:lnTo>
                    <a:lnTo>
                      <a:pt x="224" y="19"/>
                    </a:lnTo>
                    <a:lnTo>
                      <a:pt x="217" y="17"/>
                    </a:lnTo>
                    <a:lnTo>
                      <a:pt x="209" y="13"/>
                    </a:lnTo>
                    <a:lnTo>
                      <a:pt x="199" y="10"/>
                    </a:lnTo>
                    <a:lnTo>
                      <a:pt x="186" y="6"/>
                    </a:lnTo>
                    <a:lnTo>
                      <a:pt x="172" y="4"/>
                    </a:lnTo>
                    <a:lnTo>
                      <a:pt x="157" y="2"/>
                    </a:lnTo>
                    <a:lnTo>
                      <a:pt x="140" y="0"/>
                    </a:lnTo>
                    <a:lnTo>
                      <a:pt x="122" y="0"/>
                    </a:lnTo>
                    <a:lnTo>
                      <a:pt x="104" y="2"/>
                    </a:lnTo>
                    <a:lnTo>
                      <a:pt x="83" y="5"/>
                    </a:lnTo>
                    <a:lnTo>
                      <a:pt x="64" y="11"/>
                    </a:lnTo>
                    <a:lnTo>
                      <a:pt x="42" y="19"/>
                    </a:lnTo>
                    <a:lnTo>
                      <a:pt x="21" y="29"/>
                    </a:lnTo>
                    <a:lnTo>
                      <a:pt x="0" y="43"/>
                    </a:lnTo>
                    <a:lnTo>
                      <a:pt x="0" y="898"/>
                    </a:lnTo>
                    <a:lnTo>
                      <a:pt x="1" y="898"/>
                    </a:lnTo>
                    <a:lnTo>
                      <a:pt x="5" y="898"/>
                    </a:lnTo>
                    <a:lnTo>
                      <a:pt x="12" y="897"/>
                    </a:lnTo>
                    <a:lnTo>
                      <a:pt x="21" y="896"/>
                    </a:lnTo>
                    <a:lnTo>
                      <a:pt x="32" y="894"/>
                    </a:lnTo>
                    <a:lnTo>
                      <a:pt x="45" y="892"/>
                    </a:lnTo>
                    <a:lnTo>
                      <a:pt x="59" y="889"/>
                    </a:lnTo>
                    <a:lnTo>
                      <a:pt x="75" y="884"/>
                    </a:lnTo>
                    <a:lnTo>
                      <a:pt x="92" y="879"/>
                    </a:lnTo>
                    <a:lnTo>
                      <a:pt x="111" y="874"/>
                    </a:lnTo>
                    <a:lnTo>
                      <a:pt x="130" y="867"/>
                    </a:lnTo>
                    <a:lnTo>
                      <a:pt x="149" y="858"/>
                    </a:lnTo>
                    <a:lnTo>
                      <a:pt x="169" y="848"/>
                    </a:lnTo>
                    <a:lnTo>
                      <a:pt x="190" y="837"/>
                    </a:lnTo>
                    <a:lnTo>
                      <a:pt x="209" y="824"/>
                    </a:lnTo>
                    <a:lnTo>
                      <a:pt x="228" y="809"/>
                    </a:lnTo>
                    <a:lnTo>
                      <a:pt x="228" y="21"/>
                    </a:lnTo>
                    <a:close/>
                  </a:path>
                </a:pathLst>
              </a:custGeom>
              <a:solidFill>
                <a:schemeClr val="bg2">
                  <a:alpha val="100000"/>
                </a:schemeClr>
              </a:solidFill>
              <a:ln w="9525">
                <a:noFill/>
              </a:ln>
            </p:spPr>
            <p:txBody>
              <a:bodyPr/>
              <a:p>
                <a:endParaRPr lang="zh-CN" altLang="en-US"/>
              </a:p>
            </p:txBody>
          </p:sp>
          <p:sp>
            <p:nvSpPr>
              <p:cNvPr id="150652" name="Freeform 136"/>
              <p:cNvSpPr/>
              <p:nvPr/>
            </p:nvSpPr>
            <p:spPr>
              <a:xfrm>
                <a:off x="4801" y="1568"/>
                <a:ext cx="27" cy="104"/>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92" h="729">
                    <a:moveTo>
                      <a:pt x="192" y="17"/>
                    </a:moveTo>
                    <a:lnTo>
                      <a:pt x="191" y="17"/>
                    </a:lnTo>
                    <a:lnTo>
                      <a:pt x="187" y="15"/>
                    </a:lnTo>
                    <a:lnTo>
                      <a:pt x="183" y="12"/>
                    </a:lnTo>
                    <a:lnTo>
                      <a:pt x="176" y="10"/>
                    </a:lnTo>
                    <a:lnTo>
                      <a:pt x="167" y="8"/>
                    </a:lnTo>
                    <a:lnTo>
                      <a:pt x="156" y="4"/>
                    </a:lnTo>
                    <a:lnTo>
                      <a:pt x="145" y="2"/>
                    </a:lnTo>
                    <a:lnTo>
                      <a:pt x="132" y="0"/>
                    </a:lnTo>
                    <a:lnTo>
                      <a:pt x="117" y="0"/>
                    </a:lnTo>
                    <a:lnTo>
                      <a:pt x="102" y="0"/>
                    </a:lnTo>
                    <a:lnTo>
                      <a:pt x="86" y="1"/>
                    </a:lnTo>
                    <a:lnTo>
                      <a:pt x="70" y="3"/>
                    </a:lnTo>
                    <a:lnTo>
                      <a:pt x="53" y="8"/>
                    </a:lnTo>
                    <a:lnTo>
                      <a:pt x="35" y="15"/>
                    </a:lnTo>
                    <a:lnTo>
                      <a:pt x="18" y="24"/>
                    </a:lnTo>
                    <a:lnTo>
                      <a:pt x="0" y="35"/>
                    </a:lnTo>
                    <a:lnTo>
                      <a:pt x="0" y="729"/>
                    </a:lnTo>
                    <a:lnTo>
                      <a:pt x="1" y="729"/>
                    </a:lnTo>
                    <a:lnTo>
                      <a:pt x="4" y="729"/>
                    </a:lnTo>
                    <a:lnTo>
                      <a:pt x="10" y="728"/>
                    </a:lnTo>
                    <a:lnTo>
                      <a:pt x="18" y="727"/>
                    </a:lnTo>
                    <a:lnTo>
                      <a:pt x="27" y="726"/>
                    </a:lnTo>
                    <a:lnTo>
                      <a:pt x="37" y="725"/>
                    </a:lnTo>
                    <a:lnTo>
                      <a:pt x="50" y="721"/>
                    </a:lnTo>
                    <a:lnTo>
                      <a:pt x="64" y="719"/>
                    </a:lnTo>
                    <a:lnTo>
                      <a:pt x="77" y="714"/>
                    </a:lnTo>
                    <a:lnTo>
                      <a:pt x="92" y="710"/>
                    </a:lnTo>
                    <a:lnTo>
                      <a:pt x="108" y="704"/>
                    </a:lnTo>
                    <a:lnTo>
                      <a:pt x="125" y="697"/>
                    </a:lnTo>
                    <a:lnTo>
                      <a:pt x="141" y="689"/>
                    </a:lnTo>
                    <a:lnTo>
                      <a:pt x="159" y="680"/>
                    </a:lnTo>
                    <a:lnTo>
                      <a:pt x="176" y="668"/>
                    </a:lnTo>
                    <a:lnTo>
                      <a:pt x="192" y="657"/>
                    </a:lnTo>
                    <a:lnTo>
                      <a:pt x="192" y="17"/>
                    </a:lnTo>
                    <a:close/>
                  </a:path>
                </a:pathLst>
              </a:custGeom>
              <a:solidFill>
                <a:srgbClr val="DDDDDD">
                  <a:alpha val="100000"/>
                </a:srgbClr>
              </a:solidFill>
              <a:ln w="9525">
                <a:noFill/>
              </a:ln>
            </p:spPr>
            <p:txBody>
              <a:bodyPr/>
              <a:p>
                <a:endParaRPr lang="zh-CN" altLang="en-US"/>
              </a:p>
            </p:txBody>
          </p:sp>
          <p:sp>
            <p:nvSpPr>
              <p:cNvPr id="150653" name="Freeform 137"/>
              <p:cNvSpPr/>
              <p:nvPr/>
            </p:nvSpPr>
            <p:spPr>
              <a:xfrm>
                <a:off x="4802" y="1569"/>
                <a:ext cx="22" cy="8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56" h="564">
                    <a:moveTo>
                      <a:pt x="156" y="15"/>
                    </a:moveTo>
                    <a:lnTo>
                      <a:pt x="153" y="14"/>
                    </a:lnTo>
                    <a:lnTo>
                      <a:pt x="142" y="9"/>
                    </a:lnTo>
                    <a:lnTo>
                      <a:pt x="127" y="4"/>
                    </a:lnTo>
                    <a:lnTo>
                      <a:pt x="108" y="1"/>
                    </a:lnTo>
                    <a:lnTo>
                      <a:pt x="84" y="0"/>
                    </a:lnTo>
                    <a:lnTo>
                      <a:pt x="58" y="3"/>
                    </a:lnTo>
                    <a:lnTo>
                      <a:pt x="29" y="12"/>
                    </a:lnTo>
                    <a:lnTo>
                      <a:pt x="0" y="28"/>
                    </a:lnTo>
                    <a:lnTo>
                      <a:pt x="0" y="564"/>
                    </a:lnTo>
                    <a:lnTo>
                      <a:pt x="4" y="564"/>
                    </a:lnTo>
                    <a:lnTo>
                      <a:pt x="15" y="563"/>
                    </a:lnTo>
                    <a:lnTo>
                      <a:pt x="31" y="560"/>
                    </a:lnTo>
                    <a:lnTo>
                      <a:pt x="52" y="555"/>
                    </a:lnTo>
                    <a:lnTo>
                      <a:pt x="76" y="548"/>
                    </a:lnTo>
                    <a:lnTo>
                      <a:pt x="102" y="537"/>
                    </a:lnTo>
                    <a:lnTo>
                      <a:pt x="128" y="524"/>
                    </a:lnTo>
                    <a:lnTo>
                      <a:pt x="156" y="505"/>
                    </a:lnTo>
                    <a:lnTo>
                      <a:pt x="156" y="15"/>
                    </a:lnTo>
                    <a:close/>
                  </a:path>
                </a:pathLst>
              </a:custGeom>
              <a:solidFill>
                <a:schemeClr val="bg2">
                  <a:alpha val="100000"/>
                </a:schemeClr>
              </a:solidFill>
              <a:ln w="9525">
                <a:noFill/>
              </a:ln>
            </p:spPr>
            <p:txBody>
              <a:bodyPr/>
              <a:p>
                <a:endParaRPr lang="zh-CN" altLang="en-US"/>
              </a:p>
            </p:txBody>
          </p:sp>
          <p:sp>
            <p:nvSpPr>
              <p:cNvPr id="150654" name="Freeform 138"/>
              <p:cNvSpPr/>
              <p:nvPr/>
            </p:nvSpPr>
            <p:spPr>
              <a:xfrm>
                <a:off x="4803" y="1571"/>
                <a:ext cx="17" cy="5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7" h="396">
                    <a:moveTo>
                      <a:pt x="117" y="10"/>
                    </a:moveTo>
                    <a:lnTo>
                      <a:pt x="115" y="9"/>
                    </a:lnTo>
                    <a:lnTo>
                      <a:pt x="107" y="6"/>
                    </a:lnTo>
                    <a:lnTo>
                      <a:pt x="95" y="2"/>
                    </a:lnTo>
                    <a:lnTo>
                      <a:pt x="80" y="0"/>
                    </a:lnTo>
                    <a:lnTo>
                      <a:pt x="63" y="0"/>
                    </a:lnTo>
                    <a:lnTo>
                      <a:pt x="43" y="2"/>
                    </a:lnTo>
                    <a:lnTo>
                      <a:pt x="22" y="9"/>
                    </a:lnTo>
                    <a:lnTo>
                      <a:pt x="0" y="22"/>
                    </a:lnTo>
                    <a:lnTo>
                      <a:pt x="0" y="396"/>
                    </a:lnTo>
                    <a:lnTo>
                      <a:pt x="3" y="396"/>
                    </a:lnTo>
                    <a:lnTo>
                      <a:pt x="11" y="395"/>
                    </a:lnTo>
                    <a:lnTo>
                      <a:pt x="23" y="393"/>
                    </a:lnTo>
                    <a:lnTo>
                      <a:pt x="39" y="389"/>
                    </a:lnTo>
                    <a:lnTo>
                      <a:pt x="58" y="385"/>
                    </a:lnTo>
                    <a:lnTo>
                      <a:pt x="77" y="377"/>
                    </a:lnTo>
                    <a:lnTo>
                      <a:pt x="96" y="365"/>
                    </a:lnTo>
                    <a:lnTo>
                      <a:pt x="117" y="351"/>
                    </a:lnTo>
                    <a:lnTo>
                      <a:pt x="117" y="10"/>
                    </a:lnTo>
                    <a:close/>
                  </a:path>
                </a:pathLst>
              </a:custGeom>
              <a:solidFill>
                <a:schemeClr val="bg2">
                  <a:alpha val="100000"/>
                </a:schemeClr>
              </a:solidFill>
              <a:ln w="9525">
                <a:noFill/>
              </a:ln>
            </p:spPr>
            <p:txBody>
              <a:bodyPr/>
              <a:p>
                <a:endParaRPr lang="zh-CN" altLang="en-US"/>
              </a:p>
            </p:txBody>
          </p:sp>
          <p:sp>
            <p:nvSpPr>
              <p:cNvPr id="150655" name="Freeform 139"/>
              <p:cNvSpPr/>
              <p:nvPr/>
            </p:nvSpPr>
            <p:spPr>
              <a:xfrm>
                <a:off x="4804" y="1572"/>
                <a:ext cx="11" cy="33"/>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80" h="230">
                    <a:moveTo>
                      <a:pt x="80" y="7"/>
                    </a:moveTo>
                    <a:lnTo>
                      <a:pt x="78" y="6"/>
                    </a:lnTo>
                    <a:lnTo>
                      <a:pt x="73" y="5"/>
                    </a:lnTo>
                    <a:lnTo>
                      <a:pt x="65" y="2"/>
                    </a:lnTo>
                    <a:lnTo>
                      <a:pt x="55" y="0"/>
                    </a:lnTo>
                    <a:lnTo>
                      <a:pt x="44" y="0"/>
                    </a:lnTo>
                    <a:lnTo>
                      <a:pt x="30" y="1"/>
                    </a:lnTo>
                    <a:lnTo>
                      <a:pt x="15" y="7"/>
                    </a:lnTo>
                    <a:lnTo>
                      <a:pt x="0" y="15"/>
                    </a:lnTo>
                    <a:lnTo>
                      <a:pt x="0" y="230"/>
                    </a:lnTo>
                    <a:lnTo>
                      <a:pt x="3" y="230"/>
                    </a:lnTo>
                    <a:lnTo>
                      <a:pt x="7" y="229"/>
                    </a:lnTo>
                    <a:lnTo>
                      <a:pt x="16" y="228"/>
                    </a:lnTo>
                    <a:lnTo>
                      <a:pt x="27" y="225"/>
                    </a:lnTo>
                    <a:lnTo>
                      <a:pt x="39" y="222"/>
                    </a:lnTo>
                    <a:lnTo>
                      <a:pt x="53" y="216"/>
                    </a:lnTo>
                    <a:lnTo>
                      <a:pt x="67" y="208"/>
                    </a:lnTo>
                    <a:lnTo>
                      <a:pt x="80" y="199"/>
                    </a:lnTo>
                    <a:lnTo>
                      <a:pt x="80" y="7"/>
                    </a:lnTo>
                    <a:close/>
                  </a:path>
                </a:pathLst>
              </a:custGeom>
              <a:solidFill>
                <a:schemeClr val="bg2">
                  <a:alpha val="100000"/>
                </a:schemeClr>
              </a:solidFill>
              <a:ln w="9525">
                <a:noFill/>
              </a:ln>
            </p:spPr>
            <p:txBody>
              <a:bodyPr/>
              <a:p>
                <a:endParaRPr lang="zh-CN" altLang="en-US"/>
              </a:p>
            </p:txBody>
          </p:sp>
          <p:sp>
            <p:nvSpPr>
              <p:cNvPr id="150656" name="Freeform 140"/>
              <p:cNvSpPr/>
              <p:nvPr/>
            </p:nvSpPr>
            <p:spPr>
              <a:xfrm>
                <a:off x="4942" y="1666"/>
                <a:ext cx="16" cy="17"/>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7" h="117">
                    <a:moveTo>
                      <a:pt x="58" y="117"/>
                    </a:moveTo>
                    <a:lnTo>
                      <a:pt x="70" y="116"/>
                    </a:lnTo>
                    <a:lnTo>
                      <a:pt x="81" y="112"/>
                    </a:lnTo>
                    <a:lnTo>
                      <a:pt x="90" y="106"/>
                    </a:lnTo>
                    <a:lnTo>
                      <a:pt x="100" y="100"/>
                    </a:lnTo>
                    <a:lnTo>
                      <a:pt x="106" y="90"/>
                    </a:lnTo>
                    <a:lnTo>
                      <a:pt x="112" y="81"/>
                    </a:lnTo>
                    <a:lnTo>
                      <a:pt x="116" y="70"/>
                    </a:lnTo>
                    <a:lnTo>
                      <a:pt x="117" y="58"/>
                    </a:lnTo>
                    <a:lnTo>
                      <a:pt x="116" y="46"/>
                    </a:lnTo>
                    <a:lnTo>
                      <a:pt x="112" y="35"/>
                    </a:lnTo>
                    <a:lnTo>
                      <a:pt x="106" y="25"/>
                    </a:lnTo>
                    <a:lnTo>
                      <a:pt x="100" y="17"/>
                    </a:lnTo>
                    <a:lnTo>
                      <a:pt x="90" y="9"/>
                    </a:lnTo>
                    <a:lnTo>
                      <a:pt x="81" y="4"/>
                    </a:lnTo>
                    <a:lnTo>
                      <a:pt x="70" y="1"/>
                    </a:lnTo>
                    <a:lnTo>
                      <a:pt x="58" y="0"/>
                    </a:lnTo>
                    <a:lnTo>
                      <a:pt x="47" y="1"/>
                    </a:lnTo>
                    <a:lnTo>
                      <a:pt x="36" y="4"/>
                    </a:lnTo>
                    <a:lnTo>
                      <a:pt x="26" y="9"/>
                    </a:lnTo>
                    <a:lnTo>
                      <a:pt x="17" y="17"/>
                    </a:lnTo>
                    <a:lnTo>
                      <a:pt x="10" y="25"/>
                    </a:lnTo>
                    <a:lnTo>
                      <a:pt x="5" y="35"/>
                    </a:lnTo>
                    <a:lnTo>
                      <a:pt x="1" y="46"/>
                    </a:lnTo>
                    <a:lnTo>
                      <a:pt x="0" y="58"/>
                    </a:lnTo>
                    <a:lnTo>
                      <a:pt x="1" y="70"/>
                    </a:lnTo>
                    <a:lnTo>
                      <a:pt x="5" y="81"/>
                    </a:lnTo>
                    <a:lnTo>
                      <a:pt x="10" y="90"/>
                    </a:lnTo>
                    <a:lnTo>
                      <a:pt x="17" y="100"/>
                    </a:lnTo>
                    <a:lnTo>
                      <a:pt x="26" y="106"/>
                    </a:lnTo>
                    <a:lnTo>
                      <a:pt x="36" y="112"/>
                    </a:lnTo>
                    <a:lnTo>
                      <a:pt x="47" y="116"/>
                    </a:lnTo>
                    <a:lnTo>
                      <a:pt x="58" y="117"/>
                    </a:lnTo>
                    <a:close/>
                  </a:path>
                </a:pathLst>
              </a:custGeom>
              <a:solidFill>
                <a:schemeClr val="bg2">
                  <a:alpha val="100000"/>
                </a:schemeClr>
              </a:solidFill>
              <a:ln w="9525">
                <a:noFill/>
              </a:ln>
            </p:spPr>
            <p:txBody>
              <a:bodyPr/>
              <a:p>
                <a:endParaRPr lang="zh-CN" altLang="en-US"/>
              </a:p>
            </p:txBody>
          </p:sp>
          <p:sp>
            <p:nvSpPr>
              <p:cNvPr id="150657" name="Freeform 141"/>
              <p:cNvSpPr/>
              <p:nvPr/>
            </p:nvSpPr>
            <p:spPr>
              <a:xfrm>
                <a:off x="4890" y="1666"/>
                <a:ext cx="9" cy="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8" h="59">
                    <a:moveTo>
                      <a:pt x="29" y="59"/>
                    </a:moveTo>
                    <a:lnTo>
                      <a:pt x="40" y="56"/>
                    </a:lnTo>
                    <a:lnTo>
                      <a:pt x="50" y="49"/>
                    </a:lnTo>
                    <a:lnTo>
                      <a:pt x="56" y="40"/>
                    </a:lnTo>
                    <a:lnTo>
                      <a:pt x="58" y="29"/>
                    </a:lnTo>
                    <a:lnTo>
                      <a:pt x="56" y="17"/>
                    </a:lnTo>
                    <a:lnTo>
                      <a:pt x="50" y="8"/>
                    </a:lnTo>
                    <a:lnTo>
                      <a:pt x="40" y="2"/>
                    </a:lnTo>
                    <a:lnTo>
                      <a:pt x="29" y="0"/>
                    </a:lnTo>
                    <a:lnTo>
                      <a:pt x="17" y="2"/>
                    </a:lnTo>
                    <a:lnTo>
                      <a:pt x="8" y="8"/>
                    </a:lnTo>
                    <a:lnTo>
                      <a:pt x="2" y="17"/>
                    </a:lnTo>
                    <a:lnTo>
                      <a:pt x="0" y="29"/>
                    </a:lnTo>
                    <a:lnTo>
                      <a:pt x="2" y="40"/>
                    </a:lnTo>
                    <a:lnTo>
                      <a:pt x="8" y="49"/>
                    </a:lnTo>
                    <a:lnTo>
                      <a:pt x="17" y="56"/>
                    </a:lnTo>
                    <a:lnTo>
                      <a:pt x="29" y="59"/>
                    </a:lnTo>
                    <a:close/>
                  </a:path>
                </a:pathLst>
              </a:custGeom>
              <a:solidFill>
                <a:srgbClr val="FFFFFF">
                  <a:alpha val="100000"/>
                </a:srgbClr>
              </a:solidFill>
              <a:ln w="9525">
                <a:noFill/>
              </a:ln>
            </p:spPr>
            <p:txBody>
              <a:bodyPr/>
              <a:p>
                <a:endParaRPr lang="zh-CN" altLang="en-US"/>
              </a:p>
            </p:txBody>
          </p:sp>
          <p:sp>
            <p:nvSpPr>
              <p:cNvPr id="150658" name="Freeform 142"/>
              <p:cNvSpPr/>
              <p:nvPr/>
            </p:nvSpPr>
            <p:spPr>
              <a:xfrm>
                <a:off x="4905" y="1667"/>
                <a:ext cx="8" cy="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8" h="59">
                    <a:moveTo>
                      <a:pt x="29" y="59"/>
                    </a:moveTo>
                    <a:lnTo>
                      <a:pt x="41" y="57"/>
                    </a:lnTo>
                    <a:lnTo>
                      <a:pt x="50" y="51"/>
                    </a:lnTo>
                    <a:lnTo>
                      <a:pt x="56" y="42"/>
                    </a:lnTo>
                    <a:lnTo>
                      <a:pt x="58" y="30"/>
                    </a:lnTo>
                    <a:lnTo>
                      <a:pt x="56" y="19"/>
                    </a:lnTo>
                    <a:lnTo>
                      <a:pt x="50" y="9"/>
                    </a:lnTo>
                    <a:lnTo>
                      <a:pt x="41" y="3"/>
                    </a:lnTo>
                    <a:lnTo>
                      <a:pt x="29" y="0"/>
                    </a:lnTo>
                    <a:lnTo>
                      <a:pt x="18" y="3"/>
                    </a:lnTo>
                    <a:lnTo>
                      <a:pt x="9" y="9"/>
                    </a:lnTo>
                    <a:lnTo>
                      <a:pt x="2" y="19"/>
                    </a:lnTo>
                    <a:lnTo>
                      <a:pt x="0" y="30"/>
                    </a:lnTo>
                    <a:lnTo>
                      <a:pt x="2" y="42"/>
                    </a:lnTo>
                    <a:lnTo>
                      <a:pt x="9" y="51"/>
                    </a:lnTo>
                    <a:lnTo>
                      <a:pt x="18" y="57"/>
                    </a:lnTo>
                    <a:lnTo>
                      <a:pt x="29" y="59"/>
                    </a:lnTo>
                    <a:close/>
                  </a:path>
                </a:pathLst>
              </a:custGeom>
              <a:solidFill>
                <a:srgbClr val="FFFFFF">
                  <a:alpha val="100000"/>
                </a:srgbClr>
              </a:solidFill>
              <a:ln w="9525">
                <a:noFill/>
              </a:ln>
            </p:spPr>
            <p:txBody>
              <a:bodyPr/>
              <a:p>
                <a:endParaRPr lang="zh-CN" altLang="en-US"/>
              </a:p>
            </p:txBody>
          </p:sp>
          <p:sp>
            <p:nvSpPr>
              <p:cNvPr id="150659" name="Freeform 143"/>
              <p:cNvSpPr/>
              <p:nvPr/>
            </p:nvSpPr>
            <p:spPr>
              <a:xfrm>
                <a:off x="4849" y="1552"/>
                <a:ext cx="23" cy="114"/>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66" h="800">
                    <a:moveTo>
                      <a:pt x="52" y="16"/>
                    </a:moveTo>
                    <a:lnTo>
                      <a:pt x="47" y="32"/>
                    </a:lnTo>
                    <a:lnTo>
                      <a:pt x="36" y="77"/>
                    </a:lnTo>
                    <a:lnTo>
                      <a:pt x="21" y="148"/>
                    </a:lnTo>
                    <a:lnTo>
                      <a:pt x="8" y="244"/>
                    </a:lnTo>
                    <a:lnTo>
                      <a:pt x="0" y="359"/>
                    </a:lnTo>
                    <a:lnTo>
                      <a:pt x="2" y="492"/>
                    </a:lnTo>
                    <a:lnTo>
                      <a:pt x="15" y="640"/>
                    </a:lnTo>
                    <a:lnTo>
                      <a:pt x="46" y="800"/>
                    </a:lnTo>
                    <a:lnTo>
                      <a:pt x="161" y="794"/>
                    </a:lnTo>
                    <a:lnTo>
                      <a:pt x="156" y="770"/>
                    </a:lnTo>
                    <a:lnTo>
                      <a:pt x="145" y="706"/>
                    </a:lnTo>
                    <a:lnTo>
                      <a:pt x="131" y="610"/>
                    </a:lnTo>
                    <a:lnTo>
                      <a:pt x="118" y="493"/>
                    </a:lnTo>
                    <a:lnTo>
                      <a:pt x="111" y="364"/>
                    </a:lnTo>
                    <a:lnTo>
                      <a:pt x="115" y="235"/>
                    </a:lnTo>
                    <a:lnTo>
                      <a:pt x="132" y="113"/>
                    </a:lnTo>
                    <a:lnTo>
                      <a:pt x="166" y="9"/>
                    </a:lnTo>
                    <a:lnTo>
                      <a:pt x="166" y="8"/>
                    </a:lnTo>
                    <a:lnTo>
                      <a:pt x="166" y="6"/>
                    </a:lnTo>
                    <a:lnTo>
                      <a:pt x="164" y="4"/>
                    </a:lnTo>
                    <a:lnTo>
                      <a:pt x="157" y="0"/>
                    </a:lnTo>
                    <a:lnTo>
                      <a:pt x="143" y="0"/>
                    </a:lnTo>
                    <a:lnTo>
                      <a:pt x="123" y="1"/>
                    </a:lnTo>
                    <a:lnTo>
                      <a:pt x="93" y="7"/>
                    </a:lnTo>
                    <a:lnTo>
                      <a:pt x="52" y="16"/>
                    </a:lnTo>
                    <a:close/>
                  </a:path>
                </a:pathLst>
              </a:custGeom>
              <a:solidFill>
                <a:schemeClr val="bg2">
                  <a:alpha val="100000"/>
                </a:schemeClr>
              </a:solidFill>
              <a:ln w="9525">
                <a:noFill/>
              </a:ln>
            </p:spPr>
            <p:txBody>
              <a:bodyPr/>
              <a:p>
                <a:endParaRPr lang="zh-CN" altLang="en-US"/>
              </a:p>
            </p:txBody>
          </p:sp>
          <p:sp>
            <p:nvSpPr>
              <p:cNvPr id="150660" name="Freeform 144"/>
              <p:cNvSpPr/>
              <p:nvPr/>
            </p:nvSpPr>
            <p:spPr>
              <a:xfrm>
                <a:off x="4971" y="1538"/>
                <a:ext cx="32" cy="12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25" h="893">
                    <a:moveTo>
                      <a:pt x="225" y="6"/>
                    </a:moveTo>
                    <a:lnTo>
                      <a:pt x="219" y="12"/>
                    </a:lnTo>
                    <a:lnTo>
                      <a:pt x="204" y="35"/>
                    </a:lnTo>
                    <a:lnTo>
                      <a:pt x="185" y="82"/>
                    </a:lnTo>
                    <a:lnTo>
                      <a:pt x="165" y="158"/>
                    </a:lnTo>
                    <a:lnTo>
                      <a:pt x="149" y="270"/>
                    </a:lnTo>
                    <a:lnTo>
                      <a:pt x="141" y="427"/>
                    </a:lnTo>
                    <a:lnTo>
                      <a:pt x="146" y="631"/>
                    </a:lnTo>
                    <a:lnTo>
                      <a:pt x="168" y="893"/>
                    </a:lnTo>
                    <a:lnTo>
                      <a:pt x="41" y="893"/>
                    </a:lnTo>
                    <a:lnTo>
                      <a:pt x="36" y="867"/>
                    </a:lnTo>
                    <a:lnTo>
                      <a:pt x="26" y="794"/>
                    </a:lnTo>
                    <a:lnTo>
                      <a:pt x="13" y="686"/>
                    </a:lnTo>
                    <a:lnTo>
                      <a:pt x="3" y="554"/>
                    </a:lnTo>
                    <a:lnTo>
                      <a:pt x="0" y="408"/>
                    </a:lnTo>
                    <a:lnTo>
                      <a:pt x="6" y="260"/>
                    </a:lnTo>
                    <a:lnTo>
                      <a:pt x="30" y="121"/>
                    </a:lnTo>
                    <a:lnTo>
                      <a:pt x="73" y="0"/>
                    </a:lnTo>
                    <a:lnTo>
                      <a:pt x="225" y="6"/>
                    </a:lnTo>
                    <a:close/>
                  </a:path>
                </a:pathLst>
              </a:custGeom>
              <a:solidFill>
                <a:schemeClr val="bg2">
                  <a:alpha val="100000"/>
                </a:schemeClr>
              </a:solidFill>
              <a:ln w="9525">
                <a:noFill/>
              </a:ln>
            </p:spPr>
            <p:txBody>
              <a:bodyPr/>
              <a:p>
                <a:endParaRPr lang="zh-CN" altLang="en-US"/>
              </a:p>
            </p:txBody>
          </p:sp>
          <p:sp>
            <p:nvSpPr>
              <p:cNvPr id="150661" name="Freeform 145"/>
              <p:cNvSpPr/>
              <p:nvPr/>
            </p:nvSpPr>
            <p:spPr>
              <a:xfrm>
                <a:off x="4849" y="1559"/>
                <a:ext cx="21" cy="10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45" h="699">
                    <a:moveTo>
                      <a:pt x="46" y="14"/>
                    </a:moveTo>
                    <a:lnTo>
                      <a:pt x="41" y="28"/>
                    </a:lnTo>
                    <a:lnTo>
                      <a:pt x="32" y="67"/>
                    </a:lnTo>
                    <a:lnTo>
                      <a:pt x="20" y="130"/>
                    </a:lnTo>
                    <a:lnTo>
                      <a:pt x="7" y="213"/>
                    </a:lnTo>
                    <a:lnTo>
                      <a:pt x="0" y="314"/>
                    </a:lnTo>
                    <a:lnTo>
                      <a:pt x="1" y="430"/>
                    </a:lnTo>
                    <a:lnTo>
                      <a:pt x="13" y="559"/>
                    </a:lnTo>
                    <a:lnTo>
                      <a:pt x="40" y="699"/>
                    </a:lnTo>
                    <a:lnTo>
                      <a:pt x="140" y="693"/>
                    </a:lnTo>
                    <a:lnTo>
                      <a:pt x="135" y="672"/>
                    </a:lnTo>
                    <a:lnTo>
                      <a:pt x="126" y="616"/>
                    </a:lnTo>
                    <a:lnTo>
                      <a:pt x="113" y="532"/>
                    </a:lnTo>
                    <a:lnTo>
                      <a:pt x="103" y="430"/>
                    </a:lnTo>
                    <a:lnTo>
                      <a:pt x="97" y="317"/>
                    </a:lnTo>
                    <a:lnTo>
                      <a:pt x="100" y="205"/>
                    </a:lnTo>
                    <a:lnTo>
                      <a:pt x="115" y="98"/>
                    </a:lnTo>
                    <a:lnTo>
                      <a:pt x="145" y="8"/>
                    </a:lnTo>
                    <a:lnTo>
                      <a:pt x="145" y="7"/>
                    </a:lnTo>
                    <a:lnTo>
                      <a:pt x="145" y="5"/>
                    </a:lnTo>
                    <a:lnTo>
                      <a:pt x="143" y="3"/>
                    </a:lnTo>
                    <a:lnTo>
                      <a:pt x="137" y="0"/>
                    </a:lnTo>
                    <a:lnTo>
                      <a:pt x="126" y="0"/>
                    </a:lnTo>
                    <a:lnTo>
                      <a:pt x="108" y="1"/>
                    </a:lnTo>
                    <a:lnTo>
                      <a:pt x="81" y="6"/>
                    </a:lnTo>
                    <a:lnTo>
                      <a:pt x="46" y="14"/>
                    </a:lnTo>
                    <a:close/>
                  </a:path>
                </a:pathLst>
              </a:custGeom>
              <a:solidFill>
                <a:schemeClr val="bg2">
                  <a:alpha val="100000"/>
                </a:schemeClr>
              </a:solidFill>
              <a:ln w="9525">
                <a:noFill/>
              </a:ln>
            </p:spPr>
            <p:txBody>
              <a:bodyPr/>
              <a:p>
                <a:endParaRPr lang="zh-CN" altLang="en-US"/>
              </a:p>
            </p:txBody>
          </p:sp>
          <p:sp>
            <p:nvSpPr>
              <p:cNvPr id="150662" name="Freeform 146"/>
              <p:cNvSpPr/>
              <p:nvPr/>
            </p:nvSpPr>
            <p:spPr>
              <a:xfrm>
                <a:off x="4850" y="1566"/>
                <a:ext cx="18" cy="85"/>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23" h="597">
                    <a:moveTo>
                      <a:pt x="39" y="12"/>
                    </a:moveTo>
                    <a:lnTo>
                      <a:pt x="35" y="23"/>
                    </a:lnTo>
                    <a:lnTo>
                      <a:pt x="26" y="57"/>
                    </a:lnTo>
                    <a:lnTo>
                      <a:pt x="16" y="111"/>
                    </a:lnTo>
                    <a:lnTo>
                      <a:pt x="6" y="181"/>
                    </a:lnTo>
                    <a:lnTo>
                      <a:pt x="0" y="267"/>
                    </a:lnTo>
                    <a:lnTo>
                      <a:pt x="1" y="367"/>
                    </a:lnTo>
                    <a:lnTo>
                      <a:pt x="11" y="477"/>
                    </a:lnTo>
                    <a:lnTo>
                      <a:pt x="34" y="597"/>
                    </a:lnTo>
                    <a:lnTo>
                      <a:pt x="119" y="591"/>
                    </a:lnTo>
                    <a:lnTo>
                      <a:pt x="115" y="574"/>
                    </a:lnTo>
                    <a:lnTo>
                      <a:pt x="107" y="526"/>
                    </a:lnTo>
                    <a:lnTo>
                      <a:pt x="97" y="454"/>
                    </a:lnTo>
                    <a:lnTo>
                      <a:pt x="88" y="367"/>
                    </a:lnTo>
                    <a:lnTo>
                      <a:pt x="82" y="272"/>
                    </a:lnTo>
                    <a:lnTo>
                      <a:pt x="84" y="175"/>
                    </a:lnTo>
                    <a:lnTo>
                      <a:pt x="97" y="84"/>
                    </a:lnTo>
                    <a:lnTo>
                      <a:pt x="123" y="7"/>
                    </a:lnTo>
                    <a:lnTo>
                      <a:pt x="123" y="6"/>
                    </a:lnTo>
                    <a:lnTo>
                      <a:pt x="123" y="5"/>
                    </a:lnTo>
                    <a:lnTo>
                      <a:pt x="121" y="3"/>
                    </a:lnTo>
                    <a:lnTo>
                      <a:pt x="117" y="0"/>
                    </a:lnTo>
                    <a:lnTo>
                      <a:pt x="106" y="0"/>
                    </a:lnTo>
                    <a:lnTo>
                      <a:pt x="91" y="2"/>
                    </a:lnTo>
                    <a:lnTo>
                      <a:pt x="70" y="5"/>
                    </a:lnTo>
                    <a:lnTo>
                      <a:pt x="39" y="12"/>
                    </a:lnTo>
                    <a:close/>
                  </a:path>
                </a:pathLst>
              </a:custGeom>
              <a:solidFill>
                <a:schemeClr val="bg2">
                  <a:alpha val="100000"/>
                </a:schemeClr>
              </a:solidFill>
              <a:ln w="9525">
                <a:noFill/>
              </a:ln>
            </p:spPr>
            <p:txBody>
              <a:bodyPr/>
              <a:p>
                <a:endParaRPr lang="zh-CN" altLang="en-US"/>
              </a:p>
            </p:txBody>
          </p:sp>
          <p:sp>
            <p:nvSpPr>
              <p:cNvPr id="150663" name="Freeform 147"/>
              <p:cNvSpPr/>
              <p:nvPr/>
            </p:nvSpPr>
            <p:spPr>
              <a:xfrm>
                <a:off x="4851" y="1572"/>
                <a:ext cx="15" cy="7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03" h="492">
                    <a:moveTo>
                      <a:pt x="32" y="9"/>
                    </a:moveTo>
                    <a:lnTo>
                      <a:pt x="28" y="18"/>
                    </a:lnTo>
                    <a:lnTo>
                      <a:pt x="21" y="47"/>
                    </a:lnTo>
                    <a:lnTo>
                      <a:pt x="12" y="90"/>
                    </a:lnTo>
                    <a:lnTo>
                      <a:pt x="4" y="149"/>
                    </a:lnTo>
                    <a:lnTo>
                      <a:pt x="0" y="220"/>
                    </a:lnTo>
                    <a:lnTo>
                      <a:pt x="0" y="303"/>
                    </a:lnTo>
                    <a:lnTo>
                      <a:pt x="9" y="394"/>
                    </a:lnTo>
                    <a:lnTo>
                      <a:pt x="27" y="492"/>
                    </a:lnTo>
                    <a:lnTo>
                      <a:pt x="98" y="489"/>
                    </a:lnTo>
                    <a:lnTo>
                      <a:pt x="95" y="474"/>
                    </a:lnTo>
                    <a:lnTo>
                      <a:pt x="88" y="434"/>
                    </a:lnTo>
                    <a:lnTo>
                      <a:pt x="80" y="375"/>
                    </a:lnTo>
                    <a:lnTo>
                      <a:pt x="72" y="303"/>
                    </a:lnTo>
                    <a:lnTo>
                      <a:pt x="68" y="224"/>
                    </a:lnTo>
                    <a:lnTo>
                      <a:pt x="70" y="144"/>
                    </a:lnTo>
                    <a:lnTo>
                      <a:pt x="81" y="68"/>
                    </a:lnTo>
                    <a:lnTo>
                      <a:pt x="103" y="5"/>
                    </a:lnTo>
                    <a:lnTo>
                      <a:pt x="103" y="4"/>
                    </a:lnTo>
                    <a:lnTo>
                      <a:pt x="103" y="3"/>
                    </a:lnTo>
                    <a:lnTo>
                      <a:pt x="100" y="1"/>
                    </a:lnTo>
                    <a:lnTo>
                      <a:pt x="97" y="0"/>
                    </a:lnTo>
                    <a:lnTo>
                      <a:pt x="89" y="0"/>
                    </a:lnTo>
                    <a:lnTo>
                      <a:pt x="75" y="0"/>
                    </a:lnTo>
                    <a:lnTo>
                      <a:pt x="57" y="3"/>
                    </a:lnTo>
                    <a:lnTo>
                      <a:pt x="32" y="9"/>
                    </a:lnTo>
                    <a:close/>
                  </a:path>
                </a:pathLst>
              </a:custGeom>
              <a:solidFill>
                <a:schemeClr val="bg2">
                  <a:alpha val="100000"/>
                </a:schemeClr>
              </a:solidFill>
              <a:ln w="9525">
                <a:noFill/>
              </a:ln>
            </p:spPr>
            <p:txBody>
              <a:bodyPr/>
              <a:p>
                <a:endParaRPr lang="zh-CN" altLang="en-US"/>
              </a:p>
            </p:txBody>
          </p:sp>
          <p:sp>
            <p:nvSpPr>
              <p:cNvPr id="150664" name="Freeform 148"/>
              <p:cNvSpPr/>
              <p:nvPr/>
            </p:nvSpPr>
            <p:spPr>
              <a:xfrm>
                <a:off x="4852" y="1579"/>
                <a:ext cx="12" cy="5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82" h="390">
                    <a:moveTo>
                      <a:pt x="25" y="8"/>
                    </a:moveTo>
                    <a:lnTo>
                      <a:pt x="23" y="16"/>
                    </a:lnTo>
                    <a:lnTo>
                      <a:pt x="17" y="38"/>
                    </a:lnTo>
                    <a:lnTo>
                      <a:pt x="11" y="72"/>
                    </a:lnTo>
                    <a:lnTo>
                      <a:pt x="4" y="118"/>
                    </a:lnTo>
                    <a:lnTo>
                      <a:pt x="0" y="174"/>
                    </a:lnTo>
                    <a:lnTo>
                      <a:pt x="0" y="240"/>
                    </a:lnTo>
                    <a:lnTo>
                      <a:pt x="7" y="312"/>
                    </a:lnTo>
                    <a:lnTo>
                      <a:pt x="22" y="390"/>
                    </a:lnTo>
                    <a:lnTo>
                      <a:pt x="78" y="387"/>
                    </a:lnTo>
                    <a:lnTo>
                      <a:pt x="76" y="375"/>
                    </a:lnTo>
                    <a:lnTo>
                      <a:pt x="70" y="343"/>
                    </a:lnTo>
                    <a:lnTo>
                      <a:pt x="63" y="297"/>
                    </a:lnTo>
                    <a:lnTo>
                      <a:pt x="57" y="240"/>
                    </a:lnTo>
                    <a:lnTo>
                      <a:pt x="54" y="178"/>
                    </a:lnTo>
                    <a:lnTo>
                      <a:pt x="56" y="113"/>
                    </a:lnTo>
                    <a:lnTo>
                      <a:pt x="64" y="55"/>
                    </a:lnTo>
                    <a:lnTo>
                      <a:pt x="82" y="4"/>
                    </a:lnTo>
                    <a:lnTo>
                      <a:pt x="82" y="2"/>
                    </a:lnTo>
                    <a:lnTo>
                      <a:pt x="80" y="1"/>
                    </a:lnTo>
                    <a:lnTo>
                      <a:pt x="77" y="0"/>
                    </a:lnTo>
                    <a:lnTo>
                      <a:pt x="70" y="0"/>
                    </a:lnTo>
                    <a:lnTo>
                      <a:pt x="60" y="1"/>
                    </a:lnTo>
                    <a:lnTo>
                      <a:pt x="46" y="3"/>
                    </a:lnTo>
                    <a:lnTo>
                      <a:pt x="25" y="8"/>
                    </a:lnTo>
                    <a:close/>
                  </a:path>
                </a:pathLst>
              </a:custGeom>
              <a:solidFill>
                <a:schemeClr val="bg2">
                  <a:alpha val="100000"/>
                </a:schemeClr>
              </a:solidFill>
              <a:ln w="9525">
                <a:noFill/>
              </a:ln>
            </p:spPr>
            <p:txBody>
              <a:bodyPr/>
              <a:p>
                <a:endParaRPr lang="zh-CN" altLang="en-US"/>
              </a:p>
            </p:txBody>
          </p:sp>
          <p:sp>
            <p:nvSpPr>
              <p:cNvPr id="150665" name="Freeform 149"/>
              <p:cNvSpPr/>
              <p:nvPr/>
            </p:nvSpPr>
            <p:spPr>
              <a:xfrm>
                <a:off x="4853" y="1586"/>
                <a:ext cx="8" cy="4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9" h="288">
                    <a:moveTo>
                      <a:pt x="18" y="6"/>
                    </a:moveTo>
                    <a:lnTo>
                      <a:pt x="17" y="11"/>
                    </a:lnTo>
                    <a:lnTo>
                      <a:pt x="13" y="27"/>
                    </a:lnTo>
                    <a:lnTo>
                      <a:pt x="7" y="53"/>
                    </a:lnTo>
                    <a:lnTo>
                      <a:pt x="2" y="87"/>
                    </a:lnTo>
                    <a:lnTo>
                      <a:pt x="0" y="130"/>
                    </a:lnTo>
                    <a:lnTo>
                      <a:pt x="0" y="177"/>
                    </a:lnTo>
                    <a:lnTo>
                      <a:pt x="5" y="231"/>
                    </a:lnTo>
                    <a:lnTo>
                      <a:pt x="16" y="288"/>
                    </a:lnTo>
                    <a:lnTo>
                      <a:pt x="57" y="286"/>
                    </a:lnTo>
                    <a:lnTo>
                      <a:pt x="56" y="278"/>
                    </a:lnTo>
                    <a:lnTo>
                      <a:pt x="51" y="254"/>
                    </a:lnTo>
                    <a:lnTo>
                      <a:pt x="47" y="219"/>
                    </a:lnTo>
                    <a:lnTo>
                      <a:pt x="42" y="177"/>
                    </a:lnTo>
                    <a:lnTo>
                      <a:pt x="40" y="131"/>
                    </a:lnTo>
                    <a:lnTo>
                      <a:pt x="41" y="84"/>
                    </a:lnTo>
                    <a:lnTo>
                      <a:pt x="47" y="40"/>
                    </a:lnTo>
                    <a:lnTo>
                      <a:pt x="59" y="3"/>
                    </a:lnTo>
                    <a:lnTo>
                      <a:pt x="59" y="2"/>
                    </a:lnTo>
                    <a:lnTo>
                      <a:pt x="58" y="1"/>
                    </a:lnTo>
                    <a:lnTo>
                      <a:pt x="56" y="0"/>
                    </a:lnTo>
                    <a:lnTo>
                      <a:pt x="51" y="0"/>
                    </a:lnTo>
                    <a:lnTo>
                      <a:pt x="45" y="0"/>
                    </a:lnTo>
                    <a:lnTo>
                      <a:pt x="33" y="2"/>
                    </a:lnTo>
                    <a:lnTo>
                      <a:pt x="18" y="6"/>
                    </a:lnTo>
                    <a:close/>
                  </a:path>
                </a:pathLst>
              </a:custGeom>
              <a:solidFill>
                <a:schemeClr val="bg2">
                  <a:alpha val="100000"/>
                </a:schemeClr>
              </a:solidFill>
              <a:ln w="9525">
                <a:noFill/>
              </a:ln>
            </p:spPr>
            <p:txBody>
              <a:bodyPr/>
              <a:p>
                <a:endParaRPr lang="zh-CN" altLang="en-US"/>
              </a:p>
            </p:txBody>
          </p:sp>
          <p:sp>
            <p:nvSpPr>
              <p:cNvPr id="150666" name="Freeform 150"/>
              <p:cNvSpPr/>
              <p:nvPr/>
            </p:nvSpPr>
            <p:spPr>
              <a:xfrm>
                <a:off x="4972" y="1546"/>
                <a:ext cx="28" cy="11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98" h="779">
                    <a:moveTo>
                      <a:pt x="198" y="6"/>
                    </a:moveTo>
                    <a:lnTo>
                      <a:pt x="194" y="12"/>
                    </a:lnTo>
                    <a:lnTo>
                      <a:pt x="180" y="31"/>
                    </a:lnTo>
                    <a:lnTo>
                      <a:pt x="163" y="72"/>
                    </a:lnTo>
                    <a:lnTo>
                      <a:pt x="146" y="138"/>
                    </a:lnTo>
                    <a:lnTo>
                      <a:pt x="132" y="236"/>
                    </a:lnTo>
                    <a:lnTo>
                      <a:pt x="125" y="373"/>
                    </a:lnTo>
                    <a:lnTo>
                      <a:pt x="130" y="551"/>
                    </a:lnTo>
                    <a:lnTo>
                      <a:pt x="148" y="779"/>
                    </a:lnTo>
                    <a:lnTo>
                      <a:pt x="37" y="779"/>
                    </a:lnTo>
                    <a:lnTo>
                      <a:pt x="34" y="756"/>
                    </a:lnTo>
                    <a:lnTo>
                      <a:pt x="23" y="693"/>
                    </a:lnTo>
                    <a:lnTo>
                      <a:pt x="13" y="599"/>
                    </a:lnTo>
                    <a:lnTo>
                      <a:pt x="4" y="483"/>
                    </a:lnTo>
                    <a:lnTo>
                      <a:pt x="0" y="357"/>
                    </a:lnTo>
                    <a:lnTo>
                      <a:pt x="7" y="227"/>
                    </a:lnTo>
                    <a:lnTo>
                      <a:pt x="27" y="105"/>
                    </a:lnTo>
                    <a:lnTo>
                      <a:pt x="65" y="0"/>
                    </a:lnTo>
                    <a:lnTo>
                      <a:pt x="198" y="6"/>
                    </a:lnTo>
                    <a:close/>
                  </a:path>
                </a:pathLst>
              </a:custGeom>
              <a:solidFill>
                <a:schemeClr val="bg2">
                  <a:alpha val="100000"/>
                </a:schemeClr>
              </a:solidFill>
              <a:ln w="9525">
                <a:noFill/>
              </a:ln>
            </p:spPr>
            <p:txBody>
              <a:bodyPr/>
              <a:p>
                <a:endParaRPr lang="zh-CN" altLang="en-US"/>
              </a:p>
            </p:txBody>
          </p:sp>
          <p:sp>
            <p:nvSpPr>
              <p:cNvPr id="150667" name="Freeform 151"/>
              <p:cNvSpPr/>
              <p:nvPr/>
            </p:nvSpPr>
            <p:spPr>
              <a:xfrm>
                <a:off x="4973" y="1553"/>
                <a:ext cx="24" cy="9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69" h="666">
                    <a:moveTo>
                      <a:pt x="169" y="5"/>
                    </a:moveTo>
                    <a:lnTo>
                      <a:pt x="164" y="10"/>
                    </a:lnTo>
                    <a:lnTo>
                      <a:pt x="154" y="27"/>
                    </a:lnTo>
                    <a:lnTo>
                      <a:pt x="139" y="61"/>
                    </a:lnTo>
                    <a:lnTo>
                      <a:pt x="124" y="118"/>
                    </a:lnTo>
                    <a:lnTo>
                      <a:pt x="113" y="201"/>
                    </a:lnTo>
                    <a:lnTo>
                      <a:pt x="107" y="318"/>
                    </a:lnTo>
                    <a:lnTo>
                      <a:pt x="110" y="470"/>
                    </a:lnTo>
                    <a:lnTo>
                      <a:pt x="126" y="666"/>
                    </a:lnTo>
                    <a:lnTo>
                      <a:pt x="31" y="666"/>
                    </a:lnTo>
                    <a:lnTo>
                      <a:pt x="28" y="646"/>
                    </a:lnTo>
                    <a:lnTo>
                      <a:pt x="20" y="592"/>
                    </a:lnTo>
                    <a:lnTo>
                      <a:pt x="11" y="512"/>
                    </a:lnTo>
                    <a:lnTo>
                      <a:pt x="3" y="413"/>
                    </a:lnTo>
                    <a:lnTo>
                      <a:pt x="0" y="305"/>
                    </a:lnTo>
                    <a:lnTo>
                      <a:pt x="6" y="195"/>
                    </a:lnTo>
                    <a:lnTo>
                      <a:pt x="23" y="90"/>
                    </a:lnTo>
                    <a:lnTo>
                      <a:pt x="55" y="0"/>
                    </a:lnTo>
                    <a:lnTo>
                      <a:pt x="169" y="5"/>
                    </a:lnTo>
                    <a:close/>
                  </a:path>
                </a:pathLst>
              </a:custGeom>
              <a:solidFill>
                <a:schemeClr val="bg2">
                  <a:alpha val="100000"/>
                </a:schemeClr>
              </a:solidFill>
              <a:ln w="9525">
                <a:noFill/>
              </a:ln>
            </p:spPr>
            <p:txBody>
              <a:bodyPr/>
              <a:p>
                <a:endParaRPr lang="zh-CN" altLang="en-US"/>
              </a:p>
            </p:txBody>
          </p:sp>
          <p:sp>
            <p:nvSpPr>
              <p:cNvPr id="150668" name="Freeform 152"/>
              <p:cNvSpPr/>
              <p:nvPr/>
            </p:nvSpPr>
            <p:spPr>
              <a:xfrm>
                <a:off x="4974" y="1561"/>
                <a:ext cx="20" cy="7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40" h="551">
                    <a:moveTo>
                      <a:pt x="140" y="5"/>
                    </a:moveTo>
                    <a:lnTo>
                      <a:pt x="136" y="8"/>
                    </a:lnTo>
                    <a:lnTo>
                      <a:pt x="127" y="23"/>
                    </a:lnTo>
                    <a:lnTo>
                      <a:pt x="116" y="51"/>
                    </a:lnTo>
                    <a:lnTo>
                      <a:pt x="103" y="98"/>
                    </a:lnTo>
                    <a:lnTo>
                      <a:pt x="94" y="167"/>
                    </a:lnTo>
                    <a:lnTo>
                      <a:pt x="90" y="264"/>
                    </a:lnTo>
                    <a:lnTo>
                      <a:pt x="92" y="390"/>
                    </a:lnTo>
                    <a:lnTo>
                      <a:pt x="106" y="551"/>
                    </a:lnTo>
                    <a:lnTo>
                      <a:pt x="27" y="551"/>
                    </a:lnTo>
                    <a:lnTo>
                      <a:pt x="24" y="535"/>
                    </a:lnTo>
                    <a:lnTo>
                      <a:pt x="17" y="490"/>
                    </a:lnTo>
                    <a:lnTo>
                      <a:pt x="9" y="423"/>
                    </a:lnTo>
                    <a:lnTo>
                      <a:pt x="3" y="342"/>
                    </a:lnTo>
                    <a:lnTo>
                      <a:pt x="0" y="252"/>
                    </a:lnTo>
                    <a:lnTo>
                      <a:pt x="5" y="161"/>
                    </a:lnTo>
                    <a:lnTo>
                      <a:pt x="20" y="75"/>
                    </a:lnTo>
                    <a:lnTo>
                      <a:pt x="46" y="0"/>
                    </a:lnTo>
                    <a:lnTo>
                      <a:pt x="140" y="5"/>
                    </a:lnTo>
                    <a:close/>
                  </a:path>
                </a:pathLst>
              </a:custGeom>
              <a:solidFill>
                <a:schemeClr val="bg2">
                  <a:alpha val="100000"/>
                </a:schemeClr>
              </a:solidFill>
              <a:ln w="9525">
                <a:noFill/>
              </a:ln>
            </p:spPr>
            <p:txBody>
              <a:bodyPr/>
              <a:p>
                <a:endParaRPr lang="zh-CN" altLang="en-US"/>
              </a:p>
            </p:txBody>
          </p:sp>
          <p:sp>
            <p:nvSpPr>
              <p:cNvPr id="150669" name="Freeform 153"/>
              <p:cNvSpPr/>
              <p:nvPr/>
            </p:nvSpPr>
            <p:spPr>
              <a:xfrm>
                <a:off x="4975" y="1569"/>
                <a:ext cx="16" cy="62"/>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1" h="437">
                    <a:moveTo>
                      <a:pt x="111" y="4"/>
                    </a:moveTo>
                    <a:lnTo>
                      <a:pt x="108" y="7"/>
                    </a:lnTo>
                    <a:lnTo>
                      <a:pt x="101" y="18"/>
                    </a:lnTo>
                    <a:lnTo>
                      <a:pt x="92" y="41"/>
                    </a:lnTo>
                    <a:lnTo>
                      <a:pt x="82" y="77"/>
                    </a:lnTo>
                    <a:lnTo>
                      <a:pt x="75" y="133"/>
                    </a:lnTo>
                    <a:lnTo>
                      <a:pt x="70" y="208"/>
                    </a:lnTo>
                    <a:lnTo>
                      <a:pt x="72" y="309"/>
                    </a:lnTo>
                    <a:lnTo>
                      <a:pt x="83" y="437"/>
                    </a:lnTo>
                    <a:lnTo>
                      <a:pt x="21" y="437"/>
                    </a:lnTo>
                    <a:lnTo>
                      <a:pt x="19" y="424"/>
                    </a:lnTo>
                    <a:lnTo>
                      <a:pt x="13" y="389"/>
                    </a:lnTo>
                    <a:lnTo>
                      <a:pt x="7" y="336"/>
                    </a:lnTo>
                    <a:lnTo>
                      <a:pt x="3" y="272"/>
                    </a:lnTo>
                    <a:lnTo>
                      <a:pt x="0" y="200"/>
                    </a:lnTo>
                    <a:lnTo>
                      <a:pt x="5" y="128"/>
                    </a:lnTo>
                    <a:lnTo>
                      <a:pt x="16" y="59"/>
                    </a:lnTo>
                    <a:lnTo>
                      <a:pt x="37" y="0"/>
                    </a:lnTo>
                    <a:lnTo>
                      <a:pt x="111" y="4"/>
                    </a:lnTo>
                    <a:close/>
                  </a:path>
                </a:pathLst>
              </a:custGeom>
              <a:solidFill>
                <a:schemeClr val="bg2">
                  <a:alpha val="100000"/>
                </a:schemeClr>
              </a:solidFill>
              <a:ln w="9525">
                <a:noFill/>
              </a:ln>
            </p:spPr>
            <p:txBody>
              <a:bodyPr/>
              <a:p>
                <a:endParaRPr lang="zh-CN" altLang="en-US"/>
              </a:p>
            </p:txBody>
          </p:sp>
          <p:sp>
            <p:nvSpPr>
              <p:cNvPr id="150670" name="Freeform 154"/>
              <p:cNvSpPr/>
              <p:nvPr/>
            </p:nvSpPr>
            <p:spPr>
              <a:xfrm>
                <a:off x="4976" y="1577"/>
                <a:ext cx="12" cy="4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82" h="322">
                    <a:moveTo>
                      <a:pt x="82" y="3"/>
                    </a:moveTo>
                    <a:lnTo>
                      <a:pt x="79" y="5"/>
                    </a:lnTo>
                    <a:lnTo>
                      <a:pt x="75" y="13"/>
                    </a:lnTo>
                    <a:lnTo>
                      <a:pt x="67" y="30"/>
                    </a:lnTo>
                    <a:lnTo>
                      <a:pt x="60" y="57"/>
                    </a:lnTo>
                    <a:lnTo>
                      <a:pt x="54" y="98"/>
                    </a:lnTo>
                    <a:lnTo>
                      <a:pt x="52" y="154"/>
                    </a:lnTo>
                    <a:lnTo>
                      <a:pt x="53" y="228"/>
                    </a:lnTo>
                    <a:lnTo>
                      <a:pt x="61" y="322"/>
                    </a:lnTo>
                    <a:lnTo>
                      <a:pt x="15" y="322"/>
                    </a:lnTo>
                    <a:lnTo>
                      <a:pt x="14" y="313"/>
                    </a:lnTo>
                    <a:lnTo>
                      <a:pt x="9" y="287"/>
                    </a:lnTo>
                    <a:lnTo>
                      <a:pt x="5" y="247"/>
                    </a:lnTo>
                    <a:lnTo>
                      <a:pt x="1" y="200"/>
                    </a:lnTo>
                    <a:lnTo>
                      <a:pt x="0" y="147"/>
                    </a:lnTo>
                    <a:lnTo>
                      <a:pt x="3" y="95"/>
                    </a:lnTo>
                    <a:lnTo>
                      <a:pt x="11" y="44"/>
                    </a:lnTo>
                    <a:lnTo>
                      <a:pt x="27" y="0"/>
                    </a:lnTo>
                    <a:lnTo>
                      <a:pt x="82" y="3"/>
                    </a:lnTo>
                    <a:close/>
                  </a:path>
                </a:pathLst>
              </a:custGeom>
              <a:solidFill>
                <a:schemeClr val="bg2">
                  <a:alpha val="100000"/>
                </a:schemeClr>
              </a:solidFill>
              <a:ln w="9525">
                <a:noFill/>
              </a:ln>
            </p:spPr>
            <p:txBody>
              <a:bodyPr/>
              <a:p>
                <a:endParaRPr lang="zh-CN" altLang="en-US"/>
              </a:p>
            </p:txBody>
          </p:sp>
          <p:sp>
            <p:nvSpPr>
              <p:cNvPr id="150671" name="Rectangle 155"/>
              <p:cNvSpPr/>
              <p:nvPr/>
            </p:nvSpPr>
            <p:spPr>
              <a:xfrm>
                <a:off x="4824" y="1565"/>
                <a:ext cx="4" cy="146"/>
              </a:xfrm>
              <a:prstGeom prst="rect">
                <a:avLst/>
              </a:prstGeom>
              <a:solidFill>
                <a:srgbClr val="DDDDDD"/>
              </a:solidFill>
              <a:ln w="9525">
                <a:noFill/>
              </a:ln>
            </p:spPr>
            <p:txBody>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50672" name="Freeform 156"/>
              <p:cNvSpPr/>
              <p:nvPr/>
            </p:nvSpPr>
            <p:spPr>
              <a:xfrm>
                <a:off x="4876" y="1563"/>
                <a:ext cx="57" cy="67"/>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398" h="469">
                    <a:moveTo>
                      <a:pt x="37" y="44"/>
                    </a:moveTo>
                    <a:lnTo>
                      <a:pt x="33" y="53"/>
                    </a:lnTo>
                    <a:lnTo>
                      <a:pt x="27" y="79"/>
                    </a:lnTo>
                    <a:lnTo>
                      <a:pt x="17" y="120"/>
                    </a:lnTo>
                    <a:lnTo>
                      <a:pt x="8" y="174"/>
                    </a:lnTo>
                    <a:lnTo>
                      <a:pt x="1" y="238"/>
                    </a:lnTo>
                    <a:lnTo>
                      <a:pt x="0" y="309"/>
                    </a:lnTo>
                    <a:lnTo>
                      <a:pt x="7" y="387"/>
                    </a:lnTo>
                    <a:lnTo>
                      <a:pt x="24" y="469"/>
                    </a:lnTo>
                    <a:lnTo>
                      <a:pt x="24" y="466"/>
                    </a:lnTo>
                    <a:lnTo>
                      <a:pt x="24" y="455"/>
                    </a:lnTo>
                    <a:lnTo>
                      <a:pt x="24" y="438"/>
                    </a:lnTo>
                    <a:lnTo>
                      <a:pt x="24" y="417"/>
                    </a:lnTo>
                    <a:lnTo>
                      <a:pt x="27" y="391"/>
                    </a:lnTo>
                    <a:lnTo>
                      <a:pt x="30" y="363"/>
                    </a:lnTo>
                    <a:lnTo>
                      <a:pt x="35" y="332"/>
                    </a:lnTo>
                    <a:lnTo>
                      <a:pt x="41" y="300"/>
                    </a:lnTo>
                    <a:lnTo>
                      <a:pt x="52" y="268"/>
                    </a:lnTo>
                    <a:lnTo>
                      <a:pt x="64" y="237"/>
                    </a:lnTo>
                    <a:lnTo>
                      <a:pt x="79" y="207"/>
                    </a:lnTo>
                    <a:lnTo>
                      <a:pt x="99" y="179"/>
                    </a:lnTo>
                    <a:lnTo>
                      <a:pt x="123" y="155"/>
                    </a:lnTo>
                    <a:lnTo>
                      <a:pt x="150" y="136"/>
                    </a:lnTo>
                    <a:lnTo>
                      <a:pt x="183" y="122"/>
                    </a:lnTo>
                    <a:lnTo>
                      <a:pt x="221" y="114"/>
                    </a:lnTo>
                    <a:lnTo>
                      <a:pt x="223" y="112"/>
                    </a:lnTo>
                    <a:lnTo>
                      <a:pt x="230" y="107"/>
                    </a:lnTo>
                    <a:lnTo>
                      <a:pt x="242" y="99"/>
                    </a:lnTo>
                    <a:lnTo>
                      <a:pt x="260" y="88"/>
                    </a:lnTo>
                    <a:lnTo>
                      <a:pt x="284" y="74"/>
                    </a:lnTo>
                    <a:lnTo>
                      <a:pt x="315" y="58"/>
                    </a:lnTo>
                    <a:lnTo>
                      <a:pt x="352" y="39"/>
                    </a:lnTo>
                    <a:lnTo>
                      <a:pt x="398" y="19"/>
                    </a:lnTo>
                    <a:lnTo>
                      <a:pt x="396" y="17"/>
                    </a:lnTo>
                    <a:lnTo>
                      <a:pt x="389" y="16"/>
                    </a:lnTo>
                    <a:lnTo>
                      <a:pt x="379" y="14"/>
                    </a:lnTo>
                    <a:lnTo>
                      <a:pt x="364" y="12"/>
                    </a:lnTo>
                    <a:lnTo>
                      <a:pt x="347" y="8"/>
                    </a:lnTo>
                    <a:lnTo>
                      <a:pt x="326" y="6"/>
                    </a:lnTo>
                    <a:lnTo>
                      <a:pt x="302" y="4"/>
                    </a:lnTo>
                    <a:lnTo>
                      <a:pt x="277" y="1"/>
                    </a:lnTo>
                    <a:lnTo>
                      <a:pt x="250" y="0"/>
                    </a:lnTo>
                    <a:lnTo>
                      <a:pt x="221" y="1"/>
                    </a:lnTo>
                    <a:lnTo>
                      <a:pt x="191" y="3"/>
                    </a:lnTo>
                    <a:lnTo>
                      <a:pt x="160" y="6"/>
                    </a:lnTo>
                    <a:lnTo>
                      <a:pt x="129" y="12"/>
                    </a:lnTo>
                    <a:lnTo>
                      <a:pt x="97" y="20"/>
                    </a:lnTo>
                    <a:lnTo>
                      <a:pt x="67" y="30"/>
                    </a:lnTo>
                    <a:lnTo>
                      <a:pt x="37" y="44"/>
                    </a:lnTo>
                    <a:close/>
                  </a:path>
                </a:pathLst>
              </a:custGeom>
              <a:solidFill>
                <a:srgbClr val="999999">
                  <a:alpha val="100000"/>
                </a:srgbClr>
              </a:solidFill>
              <a:ln w="9525">
                <a:noFill/>
              </a:ln>
            </p:spPr>
            <p:txBody>
              <a:bodyPr/>
              <a:p>
                <a:endParaRPr lang="zh-CN" altLang="en-US"/>
              </a:p>
            </p:txBody>
          </p:sp>
          <p:sp>
            <p:nvSpPr>
              <p:cNvPr id="150673" name="Freeform 157"/>
              <p:cNvSpPr/>
              <p:nvPr/>
            </p:nvSpPr>
            <p:spPr>
              <a:xfrm>
                <a:off x="4797" y="1613"/>
                <a:ext cx="46" cy="13"/>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325" h="89">
                    <a:moveTo>
                      <a:pt x="0" y="57"/>
                    </a:moveTo>
                    <a:lnTo>
                      <a:pt x="0" y="55"/>
                    </a:lnTo>
                    <a:lnTo>
                      <a:pt x="2" y="52"/>
                    </a:lnTo>
                    <a:lnTo>
                      <a:pt x="6" y="47"/>
                    </a:lnTo>
                    <a:lnTo>
                      <a:pt x="12" y="41"/>
                    </a:lnTo>
                    <a:lnTo>
                      <a:pt x="20" y="34"/>
                    </a:lnTo>
                    <a:lnTo>
                      <a:pt x="29" y="27"/>
                    </a:lnTo>
                    <a:lnTo>
                      <a:pt x="41" y="20"/>
                    </a:lnTo>
                    <a:lnTo>
                      <a:pt x="57" y="13"/>
                    </a:lnTo>
                    <a:lnTo>
                      <a:pt x="77" y="7"/>
                    </a:lnTo>
                    <a:lnTo>
                      <a:pt x="98" y="3"/>
                    </a:lnTo>
                    <a:lnTo>
                      <a:pt x="126" y="0"/>
                    </a:lnTo>
                    <a:lnTo>
                      <a:pt x="156" y="0"/>
                    </a:lnTo>
                    <a:lnTo>
                      <a:pt x="191" y="3"/>
                    </a:lnTo>
                    <a:lnTo>
                      <a:pt x="230" y="8"/>
                    </a:lnTo>
                    <a:lnTo>
                      <a:pt x="275" y="18"/>
                    </a:lnTo>
                    <a:lnTo>
                      <a:pt x="325" y="31"/>
                    </a:lnTo>
                    <a:lnTo>
                      <a:pt x="318" y="51"/>
                    </a:lnTo>
                    <a:lnTo>
                      <a:pt x="316" y="50"/>
                    </a:lnTo>
                    <a:lnTo>
                      <a:pt x="308" y="47"/>
                    </a:lnTo>
                    <a:lnTo>
                      <a:pt x="295" y="44"/>
                    </a:lnTo>
                    <a:lnTo>
                      <a:pt x="279" y="39"/>
                    </a:lnTo>
                    <a:lnTo>
                      <a:pt x="260" y="35"/>
                    </a:lnTo>
                    <a:lnTo>
                      <a:pt x="238" y="30"/>
                    </a:lnTo>
                    <a:lnTo>
                      <a:pt x="214" y="27"/>
                    </a:lnTo>
                    <a:lnTo>
                      <a:pt x="188" y="24"/>
                    </a:lnTo>
                    <a:lnTo>
                      <a:pt x="161" y="23"/>
                    </a:lnTo>
                    <a:lnTo>
                      <a:pt x="134" y="23"/>
                    </a:lnTo>
                    <a:lnTo>
                      <a:pt x="108" y="26"/>
                    </a:lnTo>
                    <a:lnTo>
                      <a:pt x="82" y="31"/>
                    </a:lnTo>
                    <a:lnTo>
                      <a:pt x="58" y="41"/>
                    </a:lnTo>
                    <a:lnTo>
                      <a:pt x="36" y="52"/>
                    </a:lnTo>
                    <a:lnTo>
                      <a:pt x="16" y="68"/>
                    </a:lnTo>
                    <a:lnTo>
                      <a:pt x="0" y="89"/>
                    </a:lnTo>
                    <a:lnTo>
                      <a:pt x="0" y="57"/>
                    </a:lnTo>
                    <a:close/>
                  </a:path>
                </a:pathLst>
              </a:custGeom>
              <a:solidFill>
                <a:srgbClr val="000000">
                  <a:alpha val="100000"/>
                </a:srgbClr>
              </a:solidFill>
              <a:ln w="9525">
                <a:noFill/>
              </a:ln>
            </p:spPr>
            <p:txBody>
              <a:bodyPr/>
              <a:p>
                <a:endParaRPr lang="zh-CN" altLang="en-US"/>
              </a:p>
            </p:txBody>
          </p:sp>
          <p:sp>
            <p:nvSpPr>
              <p:cNvPr id="150674" name="Freeform 158"/>
              <p:cNvSpPr/>
              <p:nvPr/>
            </p:nvSpPr>
            <p:spPr>
              <a:xfrm>
                <a:off x="4797" y="1583"/>
                <a:ext cx="46" cy="13"/>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325" h="89">
                    <a:moveTo>
                      <a:pt x="0" y="56"/>
                    </a:moveTo>
                    <a:lnTo>
                      <a:pt x="0" y="55"/>
                    </a:lnTo>
                    <a:lnTo>
                      <a:pt x="2" y="52"/>
                    </a:lnTo>
                    <a:lnTo>
                      <a:pt x="6" y="47"/>
                    </a:lnTo>
                    <a:lnTo>
                      <a:pt x="12" y="40"/>
                    </a:lnTo>
                    <a:lnTo>
                      <a:pt x="20" y="33"/>
                    </a:lnTo>
                    <a:lnTo>
                      <a:pt x="29" y="27"/>
                    </a:lnTo>
                    <a:lnTo>
                      <a:pt x="41" y="18"/>
                    </a:lnTo>
                    <a:lnTo>
                      <a:pt x="57" y="13"/>
                    </a:lnTo>
                    <a:lnTo>
                      <a:pt x="77" y="7"/>
                    </a:lnTo>
                    <a:lnTo>
                      <a:pt x="98" y="2"/>
                    </a:lnTo>
                    <a:lnTo>
                      <a:pt x="126" y="0"/>
                    </a:lnTo>
                    <a:lnTo>
                      <a:pt x="156" y="0"/>
                    </a:lnTo>
                    <a:lnTo>
                      <a:pt x="191" y="2"/>
                    </a:lnTo>
                    <a:lnTo>
                      <a:pt x="230" y="8"/>
                    </a:lnTo>
                    <a:lnTo>
                      <a:pt x="275" y="17"/>
                    </a:lnTo>
                    <a:lnTo>
                      <a:pt x="325" y="31"/>
                    </a:lnTo>
                    <a:lnTo>
                      <a:pt x="318" y="49"/>
                    </a:lnTo>
                    <a:lnTo>
                      <a:pt x="316" y="48"/>
                    </a:lnTo>
                    <a:lnTo>
                      <a:pt x="308" y="46"/>
                    </a:lnTo>
                    <a:lnTo>
                      <a:pt x="295" y="43"/>
                    </a:lnTo>
                    <a:lnTo>
                      <a:pt x="279" y="38"/>
                    </a:lnTo>
                    <a:lnTo>
                      <a:pt x="260" y="35"/>
                    </a:lnTo>
                    <a:lnTo>
                      <a:pt x="238" y="30"/>
                    </a:lnTo>
                    <a:lnTo>
                      <a:pt x="214" y="27"/>
                    </a:lnTo>
                    <a:lnTo>
                      <a:pt x="188" y="23"/>
                    </a:lnTo>
                    <a:lnTo>
                      <a:pt x="161" y="22"/>
                    </a:lnTo>
                    <a:lnTo>
                      <a:pt x="134" y="23"/>
                    </a:lnTo>
                    <a:lnTo>
                      <a:pt x="108" y="25"/>
                    </a:lnTo>
                    <a:lnTo>
                      <a:pt x="82" y="31"/>
                    </a:lnTo>
                    <a:lnTo>
                      <a:pt x="58" y="40"/>
                    </a:lnTo>
                    <a:lnTo>
                      <a:pt x="36" y="52"/>
                    </a:lnTo>
                    <a:lnTo>
                      <a:pt x="16" y="68"/>
                    </a:lnTo>
                    <a:lnTo>
                      <a:pt x="0" y="89"/>
                    </a:lnTo>
                    <a:lnTo>
                      <a:pt x="0" y="56"/>
                    </a:lnTo>
                    <a:close/>
                  </a:path>
                </a:pathLst>
              </a:custGeom>
              <a:solidFill>
                <a:srgbClr val="000000">
                  <a:alpha val="100000"/>
                </a:srgbClr>
              </a:solidFill>
              <a:ln w="9525">
                <a:noFill/>
              </a:ln>
            </p:spPr>
            <p:txBody>
              <a:bodyPr/>
              <a:p>
                <a:endParaRPr lang="zh-CN" altLang="en-US"/>
              </a:p>
            </p:txBody>
          </p:sp>
          <p:sp>
            <p:nvSpPr>
              <p:cNvPr id="150675" name="Freeform 159"/>
              <p:cNvSpPr/>
              <p:nvPr/>
            </p:nvSpPr>
            <p:spPr>
              <a:xfrm>
                <a:off x="4841" y="1568"/>
                <a:ext cx="75" cy="13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28" h="975">
                    <a:moveTo>
                      <a:pt x="0" y="0"/>
                    </a:moveTo>
                    <a:lnTo>
                      <a:pt x="0" y="943"/>
                    </a:lnTo>
                    <a:lnTo>
                      <a:pt x="159" y="975"/>
                    </a:lnTo>
                    <a:lnTo>
                      <a:pt x="152" y="848"/>
                    </a:lnTo>
                    <a:lnTo>
                      <a:pt x="528" y="905"/>
                    </a:lnTo>
                    <a:lnTo>
                      <a:pt x="521" y="855"/>
                    </a:lnTo>
                    <a:lnTo>
                      <a:pt x="261" y="822"/>
                    </a:lnTo>
                    <a:lnTo>
                      <a:pt x="254" y="713"/>
                    </a:lnTo>
                    <a:lnTo>
                      <a:pt x="77" y="713"/>
                    </a:lnTo>
                    <a:lnTo>
                      <a:pt x="72" y="699"/>
                    </a:lnTo>
                    <a:lnTo>
                      <a:pt x="60" y="659"/>
                    </a:lnTo>
                    <a:lnTo>
                      <a:pt x="44" y="595"/>
                    </a:lnTo>
                    <a:lnTo>
                      <a:pt x="28" y="511"/>
                    </a:lnTo>
                    <a:lnTo>
                      <a:pt x="16" y="410"/>
                    </a:lnTo>
                    <a:lnTo>
                      <a:pt x="12" y="294"/>
                    </a:lnTo>
                    <a:lnTo>
                      <a:pt x="21" y="167"/>
                    </a:lnTo>
                    <a:lnTo>
                      <a:pt x="45" y="32"/>
                    </a:lnTo>
                    <a:lnTo>
                      <a:pt x="0" y="0"/>
                    </a:lnTo>
                    <a:close/>
                  </a:path>
                </a:pathLst>
              </a:custGeom>
              <a:solidFill>
                <a:schemeClr val="bg2">
                  <a:alpha val="100000"/>
                </a:schemeClr>
              </a:solidFill>
              <a:ln w="9525">
                <a:noFill/>
              </a:ln>
            </p:spPr>
            <p:txBody>
              <a:bodyPr/>
              <a:p>
                <a:endParaRPr lang="zh-CN" altLang="en-US"/>
              </a:p>
            </p:txBody>
          </p:sp>
          <p:sp>
            <p:nvSpPr>
              <p:cNvPr id="150676" name="Freeform 160"/>
              <p:cNvSpPr/>
              <p:nvPr/>
            </p:nvSpPr>
            <p:spPr>
              <a:xfrm>
                <a:off x="4878" y="1536"/>
                <a:ext cx="97" cy="1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678" h="133">
                    <a:moveTo>
                      <a:pt x="0" y="133"/>
                    </a:moveTo>
                    <a:lnTo>
                      <a:pt x="4" y="132"/>
                    </a:lnTo>
                    <a:lnTo>
                      <a:pt x="15" y="127"/>
                    </a:lnTo>
                    <a:lnTo>
                      <a:pt x="32" y="122"/>
                    </a:lnTo>
                    <a:lnTo>
                      <a:pt x="56" y="114"/>
                    </a:lnTo>
                    <a:lnTo>
                      <a:pt x="86" y="104"/>
                    </a:lnTo>
                    <a:lnTo>
                      <a:pt x="120" y="95"/>
                    </a:lnTo>
                    <a:lnTo>
                      <a:pt x="160" y="86"/>
                    </a:lnTo>
                    <a:lnTo>
                      <a:pt x="204" y="78"/>
                    </a:lnTo>
                    <a:lnTo>
                      <a:pt x="252" y="70"/>
                    </a:lnTo>
                    <a:lnTo>
                      <a:pt x="303" y="64"/>
                    </a:lnTo>
                    <a:lnTo>
                      <a:pt x="358" y="60"/>
                    </a:lnTo>
                    <a:lnTo>
                      <a:pt x="414" y="58"/>
                    </a:lnTo>
                    <a:lnTo>
                      <a:pt x="474" y="60"/>
                    </a:lnTo>
                    <a:lnTo>
                      <a:pt x="534" y="65"/>
                    </a:lnTo>
                    <a:lnTo>
                      <a:pt x="596" y="74"/>
                    </a:lnTo>
                    <a:lnTo>
                      <a:pt x="659" y="88"/>
                    </a:lnTo>
                    <a:lnTo>
                      <a:pt x="678" y="0"/>
                    </a:lnTo>
                    <a:lnTo>
                      <a:pt x="674" y="0"/>
                    </a:lnTo>
                    <a:lnTo>
                      <a:pt x="659" y="0"/>
                    </a:lnTo>
                    <a:lnTo>
                      <a:pt x="636" y="0"/>
                    </a:lnTo>
                    <a:lnTo>
                      <a:pt x="606" y="1"/>
                    </a:lnTo>
                    <a:lnTo>
                      <a:pt x="570" y="2"/>
                    </a:lnTo>
                    <a:lnTo>
                      <a:pt x="527" y="3"/>
                    </a:lnTo>
                    <a:lnTo>
                      <a:pt x="480" y="7"/>
                    </a:lnTo>
                    <a:lnTo>
                      <a:pt x="430" y="9"/>
                    </a:lnTo>
                    <a:lnTo>
                      <a:pt x="376" y="14"/>
                    </a:lnTo>
                    <a:lnTo>
                      <a:pt x="320" y="18"/>
                    </a:lnTo>
                    <a:lnTo>
                      <a:pt x="264" y="24"/>
                    </a:lnTo>
                    <a:lnTo>
                      <a:pt x="208" y="32"/>
                    </a:lnTo>
                    <a:lnTo>
                      <a:pt x="152" y="40"/>
                    </a:lnTo>
                    <a:lnTo>
                      <a:pt x="98" y="50"/>
                    </a:lnTo>
                    <a:lnTo>
                      <a:pt x="47" y="62"/>
                    </a:lnTo>
                    <a:lnTo>
                      <a:pt x="0" y="76"/>
                    </a:lnTo>
                    <a:lnTo>
                      <a:pt x="0" y="133"/>
                    </a:lnTo>
                    <a:close/>
                  </a:path>
                </a:pathLst>
              </a:custGeom>
              <a:solidFill>
                <a:schemeClr val="bg2">
                  <a:alpha val="100000"/>
                </a:schemeClr>
              </a:solidFill>
              <a:ln w="9525">
                <a:noFill/>
              </a:ln>
            </p:spPr>
            <p:txBody>
              <a:bodyPr/>
              <a:p>
                <a:endParaRPr lang="zh-CN" altLang="en-US"/>
              </a:p>
            </p:txBody>
          </p:sp>
          <p:sp>
            <p:nvSpPr>
              <p:cNvPr id="150677" name="Freeform 161"/>
              <p:cNvSpPr/>
              <p:nvPr/>
            </p:nvSpPr>
            <p:spPr>
              <a:xfrm>
                <a:off x="4821" y="1711"/>
                <a:ext cx="163" cy="54"/>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42" h="379">
                    <a:moveTo>
                      <a:pt x="482" y="367"/>
                    </a:moveTo>
                    <a:lnTo>
                      <a:pt x="485" y="366"/>
                    </a:lnTo>
                    <a:lnTo>
                      <a:pt x="492" y="363"/>
                    </a:lnTo>
                    <a:lnTo>
                      <a:pt x="502" y="359"/>
                    </a:lnTo>
                    <a:lnTo>
                      <a:pt x="516" y="353"/>
                    </a:lnTo>
                    <a:lnTo>
                      <a:pt x="533" y="346"/>
                    </a:lnTo>
                    <a:lnTo>
                      <a:pt x="551" y="338"/>
                    </a:lnTo>
                    <a:lnTo>
                      <a:pt x="572" y="328"/>
                    </a:lnTo>
                    <a:lnTo>
                      <a:pt x="593" y="317"/>
                    </a:lnTo>
                    <a:lnTo>
                      <a:pt x="616" y="306"/>
                    </a:lnTo>
                    <a:lnTo>
                      <a:pt x="638" y="292"/>
                    </a:lnTo>
                    <a:lnTo>
                      <a:pt x="660" y="279"/>
                    </a:lnTo>
                    <a:lnTo>
                      <a:pt x="680" y="264"/>
                    </a:lnTo>
                    <a:lnTo>
                      <a:pt x="700" y="249"/>
                    </a:lnTo>
                    <a:lnTo>
                      <a:pt x="717" y="233"/>
                    </a:lnTo>
                    <a:lnTo>
                      <a:pt x="732" y="217"/>
                    </a:lnTo>
                    <a:lnTo>
                      <a:pt x="743" y="201"/>
                    </a:lnTo>
                    <a:lnTo>
                      <a:pt x="0" y="20"/>
                    </a:lnTo>
                    <a:lnTo>
                      <a:pt x="57" y="0"/>
                    </a:lnTo>
                    <a:lnTo>
                      <a:pt x="1142" y="267"/>
                    </a:lnTo>
                    <a:lnTo>
                      <a:pt x="1098" y="292"/>
                    </a:lnTo>
                    <a:lnTo>
                      <a:pt x="784" y="212"/>
                    </a:lnTo>
                    <a:lnTo>
                      <a:pt x="783" y="213"/>
                    </a:lnTo>
                    <a:lnTo>
                      <a:pt x="781" y="216"/>
                    </a:lnTo>
                    <a:lnTo>
                      <a:pt x="776" y="221"/>
                    </a:lnTo>
                    <a:lnTo>
                      <a:pt x="769" y="228"/>
                    </a:lnTo>
                    <a:lnTo>
                      <a:pt x="761" y="237"/>
                    </a:lnTo>
                    <a:lnTo>
                      <a:pt x="750" y="246"/>
                    </a:lnTo>
                    <a:lnTo>
                      <a:pt x="737" y="258"/>
                    </a:lnTo>
                    <a:lnTo>
                      <a:pt x="721" y="269"/>
                    </a:lnTo>
                    <a:lnTo>
                      <a:pt x="703" y="282"/>
                    </a:lnTo>
                    <a:lnTo>
                      <a:pt x="684" y="295"/>
                    </a:lnTo>
                    <a:lnTo>
                      <a:pt x="660" y="309"/>
                    </a:lnTo>
                    <a:lnTo>
                      <a:pt x="635" y="323"/>
                    </a:lnTo>
                    <a:lnTo>
                      <a:pt x="606" y="338"/>
                    </a:lnTo>
                    <a:lnTo>
                      <a:pt x="574" y="352"/>
                    </a:lnTo>
                    <a:lnTo>
                      <a:pt x="540" y="366"/>
                    </a:lnTo>
                    <a:lnTo>
                      <a:pt x="502" y="379"/>
                    </a:lnTo>
                    <a:lnTo>
                      <a:pt x="482" y="367"/>
                    </a:lnTo>
                    <a:close/>
                  </a:path>
                </a:pathLst>
              </a:custGeom>
              <a:solidFill>
                <a:srgbClr val="000000">
                  <a:alpha val="100000"/>
                </a:srgbClr>
              </a:solidFill>
              <a:ln w="9525">
                <a:noFill/>
              </a:ln>
            </p:spPr>
            <p:txBody>
              <a:bodyPr/>
              <a:p>
                <a:endParaRPr lang="zh-CN" altLang="en-US"/>
              </a:p>
            </p:txBody>
          </p:sp>
          <p:sp>
            <p:nvSpPr>
              <p:cNvPr id="150678" name="Freeform 162"/>
              <p:cNvSpPr/>
              <p:nvPr/>
            </p:nvSpPr>
            <p:spPr>
              <a:xfrm>
                <a:off x="4787" y="1725"/>
                <a:ext cx="167" cy="48"/>
              </a:xfrm>
              <a:custGeom>
                <a:avLst/>
                <a:gdLst/>
                <a:ahLst/>
                <a:cxnLst>
                  <a:cxn ang="0">
                    <a:pos x="0" y="0"/>
                  </a:cxn>
                  <a:cxn ang="0">
                    <a:pos x="0" y="0"/>
                  </a:cxn>
                  <a:cxn ang="0">
                    <a:pos x="0" y="0"/>
                  </a:cxn>
                  <a:cxn ang="0">
                    <a:pos x="0" y="0"/>
                  </a:cxn>
                  <a:cxn ang="0">
                    <a:pos x="0" y="0"/>
                  </a:cxn>
                </a:cxnLst>
                <a:pathLst>
                  <a:path w="1163" h="340">
                    <a:moveTo>
                      <a:pt x="0" y="0"/>
                    </a:moveTo>
                    <a:lnTo>
                      <a:pt x="1137" y="340"/>
                    </a:lnTo>
                    <a:lnTo>
                      <a:pt x="1163" y="340"/>
                    </a:lnTo>
                    <a:lnTo>
                      <a:pt x="34" y="0"/>
                    </a:lnTo>
                    <a:lnTo>
                      <a:pt x="0" y="0"/>
                    </a:lnTo>
                    <a:close/>
                  </a:path>
                </a:pathLst>
              </a:custGeom>
              <a:solidFill>
                <a:srgbClr val="000000">
                  <a:alpha val="100000"/>
                </a:srgbClr>
              </a:solidFill>
              <a:ln w="9525">
                <a:noFill/>
              </a:ln>
            </p:spPr>
            <p:txBody>
              <a:bodyPr/>
              <a:p>
                <a:endParaRPr lang="zh-CN" altLang="en-US"/>
              </a:p>
            </p:txBody>
          </p:sp>
          <p:sp>
            <p:nvSpPr>
              <p:cNvPr id="150679" name="Freeform 163"/>
              <p:cNvSpPr/>
              <p:nvPr/>
            </p:nvSpPr>
            <p:spPr>
              <a:xfrm>
                <a:off x="4815" y="1718"/>
                <a:ext cx="164" cy="44"/>
              </a:xfrm>
              <a:custGeom>
                <a:avLst/>
                <a:gdLst/>
                <a:ahLst/>
                <a:cxnLst>
                  <a:cxn ang="0">
                    <a:pos x="0" y="0"/>
                  </a:cxn>
                  <a:cxn ang="0">
                    <a:pos x="0" y="0"/>
                  </a:cxn>
                  <a:cxn ang="0">
                    <a:pos x="0" y="0"/>
                  </a:cxn>
                  <a:cxn ang="0">
                    <a:pos x="0" y="0"/>
                  </a:cxn>
                  <a:cxn ang="0">
                    <a:pos x="0" y="0"/>
                  </a:cxn>
                </a:cxnLst>
                <a:pathLst>
                  <a:path w="1149" h="303">
                    <a:moveTo>
                      <a:pt x="0" y="1"/>
                    </a:moveTo>
                    <a:lnTo>
                      <a:pt x="1124" y="303"/>
                    </a:lnTo>
                    <a:lnTo>
                      <a:pt x="1149" y="302"/>
                    </a:lnTo>
                    <a:lnTo>
                      <a:pt x="34" y="0"/>
                    </a:lnTo>
                    <a:lnTo>
                      <a:pt x="0" y="1"/>
                    </a:lnTo>
                    <a:close/>
                  </a:path>
                </a:pathLst>
              </a:custGeom>
              <a:solidFill>
                <a:srgbClr val="000000">
                  <a:alpha val="100000"/>
                </a:srgbClr>
              </a:solidFill>
              <a:ln w="9525">
                <a:noFill/>
              </a:ln>
            </p:spPr>
            <p:txBody>
              <a:bodyPr/>
              <a:p>
                <a:endParaRPr lang="zh-CN" altLang="en-US"/>
              </a:p>
            </p:txBody>
          </p:sp>
          <p:sp>
            <p:nvSpPr>
              <p:cNvPr id="150680" name="Freeform 164"/>
              <p:cNvSpPr/>
              <p:nvPr/>
            </p:nvSpPr>
            <p:spPr>
              <a:xfrm>
                <a:off x="4802" y="1721"/>
                <a:ext cx="165" cy="48"/>
              </a:xfrm>
              <a:custGeom>
                <a:avLst/>
                <a:gdLst/>
                <a:ahLst/>
                <a:cxnLst>
                  <a:cxn ang="0">
                    <a:pos x="0" y="0"/>
                  </a:cxn>
                  <a:cxn ang="0">
                    <a:pos x="0" y="0"/>
                  </a:cxn>
                  <a:cxn ang="0">
                    <a:pos x="0" y="0"/>
                  </a:cxn>
                  <a:cxn ang="0">
                    <a:pos x="0" y="0"/>
                  </a:cxn>
                  <a:cxn ang="0">
                    <a:pos x="0" y="0"/>
                  </a:cxn>
                </a:cxnLst>
                <a:pathLst>
                  <a:path w="1155" h="336">
                    <a:moveTo>
                      <a:pt x="0" y="0"/>
                    </a:moveTo>
                    <a:lnTo>
                      <a:pt x="1134" y="336"/>
                    </a:lnTo>
                    <a:lnTo>
                      <a:pt x="1155" y="328"/>
                    </a:lnTo>
                    <a:lnTo>
                      <a:pt x="34" y="0"/>
                    </a:lnTo>
                    <a:lnTo>
                      <a:pt x="0" y="0"/>
                    </a:lnTo>
                    <a:close/>
                  </a:path>
                </a:pathLst>
              </a:custGeom>
              <a:solidFill>
                <a:srgbClr val="000000">
                  <a:alpha val="100000"/>
                </a:srgbClr>
              </a:solidFill>
              <a:ln w="9525">
                <a:noFill/>
              </a:ln>
            </p:spPr>
            <p:txBody>
              <a:bodyPr/>
              <a:p>
                <a:endParaRPr lang="zh-CN" altLang="en-US"/>
              </a:p>
            </p:txBody>
          </p:sp>
        </p:grpSp>
        <p:grpSp>
          <p:nvGrpSpPr>
            <p:cNvPr id="150625" name="Group 165"/>
            <p:cNvGrpSpPr/>
            <p:nvPr/>
          </p:nvGrpSpPr>
          <p:grpSpPr>
            <a:xfrm rot="10800000">
              <a:off x="1234" y="3229"/>
              <a:ext cx="391" cy="88"/>
              <a:chOff x="1450" y="3513"/>
              <a:chExt cx="391" cy="88"/>
            </a:xfrm>
          </p:grpSpPr>
          <p:sp>
            <p:nvSpPr>
              <p:cNvPr id="150640" name="Freeform 166"/>
              <p:cNvSpPr/>
              <p:nvPr/>
            </p:nvSpPr>
            <p:spPr>
              <a:xfrm flipV="1">
                <a:off x="1450" y="3574"/>
                <a:ext cx="391" cy="27"/>
              </a:xfrm>
              <a:custGeom>
                <a:avLst/>
                <a:gdLst/>
                <a:ahLst/>
                <a:cxnLst>
                  <a:cxn ang="0">
                    <a:pos x="0" y="0"/>
                  </a:cxn>
                  <a:cxn ang="0">
                    <a:pos x="0" y="0"/>
                  </a:cxn>
                  <a:cxn ang="0">
                    <a:pos x="5" y="0"/>
                  </a:cxn>
                  <a:cxn ang="0">
                    <a:pos x="5" y="0"/>
                  </a:cxn>
                </a:cxnLst>
                <a:pathLst>
                  <a:path w="720" h="56">
                    <a:moveTo>
                      <a:pt x="0" y="0"/>
                    </a:moveTo>
                    <a:lnTo>
                      <a:pt x="0" y="56"/>
                    </a:lnTo>
                    <a:lnTo>
                      <a:pt x="720" y="56"/>
                    </a:lnTo>
                    <a:lnTo>
                      <a:pt x="720" y="8"/>
                    </a:lnTo>
                  </a:path>
                </a:pathLst>
              </a:custGeom>
              <a:noFill/>
              <a:ln w="12700" cap="flat" cmpd="sng">
                <a:solidFill>
                  <a:schemeClr val="tx1">
                    <a:alpha val="100000"/>
                  </a:schemeClr>
                </a:solidFill>
                <a:prstDash val="solid"/>
                <a:round/>
                <a:headEnd type="none" w="med" len="med"/>
                <a:tailEnd type="none" w="med" len="med"/>
              </a:ln>
            </p:spPr>
            <p:txBody>
              <a:bodyPr/>
              <a:p>
                <a:endParaRPr lang="zh-CN" altLang="en-US"/>
              </a:p>
            </p:txBody>
          </p:sp>
          <p:sp>
            <p:nvSpPr>
              <p:cNvPr id="150641" name="Line 167"/>
              <p:cNvSpPr/>
              <p:nvPr/>
            </p:nvSpPr>
            <p:spPr>
              <a:xfrm>
                <a:off x="1642" y="3513"/>
                <a:ext cx="0" cy="60"/>
              </a:xfrm>
              <a:prstGeom prst="line">
                <a:avLst/>
              </a:prstGeom>
              <a:ln w="19050" cap="flat" cmpd="sng">
                <a:solidFill>
                  <a:schemeClr val="tx1"/>
                </a:solidFill>
                <a:prstDash val="solid"/>
                <a:headEnd type="none" w="med" len="med"/>
                <a:tailEnd type="none" w="med" len="med"/>
              </a:ln>
            </p:spPr>
          </p:sp>
        </p:grpSp>
        <p:grpSp>
          <p:nvGrpSpPr>
            <p:cNvPr id="150626" name="Group 168"/>
            <p:cNvGrpSpPr/>
            <p:nvPr/>
          </p:nvGrpSpPr>
          <p:grpSpPr>
            <a:xfrm>
              <a:off x="1305" y="3286"/>
              <a:ext cx="275" cy="118"/>
              <a:chOff x="3600" y="219"/>
              <a:chExt cx="360" cy="175"/>
            </a:xfrm>
          </p:grpSpPr>
          <p:sp>
            <p:nvSpPr>
              <p:cNvPr id="150627" name="Oval 169"/>
              <p:cNvSpPr/>
              <p:nvPr/>
            </p:nvSpPr>
            <p:spPr>
              <a:xfrm>
                <a:off x="3603" y="297"/>
                <a:ext cx="357" cy="97"/>
              </a:xfrm>
              <a:prstGeom prst="ellipse">
                <a:avLst/>
              </a:prstGeom>
              <a:solidFill>
                <a:srgbClr val="FF0000"/>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50628" name="Line 170"/>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150629" name="Line 171"/>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150630" name="Rectangle 172"/>
              <p:cNvSpPr/>
              <p:nvPr/>
            </p:nvSpPr>
            <p:spPr>
              <a:xfrm>
                <a:off x="3603" y="289"/>
                <a:ext cx="354" cy="59"/>
              </a:xfrm>
              <a:prstGeom prst="rect">
                <a:avLst/>
              </a:prstGeom>
              <a:solidFill>
                <a:srgbClr val="FF0000"/>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50631" name="Oval 173"/>
              <p:cNvSpPr/>
              <p:nvPr/>
            </p:nvSpPr>
            <p:spPr>
              <a:xfrm>
                <a:off x="3600" y="219"/>
                <a:ext cx="357" cy="113"/>
              </a:xfrm>
              <a:prstGeom prst="ellipse">
                <a:avLst/>
              </a:prstGeom>
              <a:solidFill>
                <a:srgbClr val="FF0000"/>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50632" name="Group 174"/>
              <p:cNvGrpSpPr/>
              <p:nvPr/>
            </p:nvGrpSpPr>
            <p:grpSpPr>
              <a:xfrm>
                <a:off x="3686" y="244"/>
                <a:ext cx="177" cy="66"/>
                <a:chOff x="2848" y="848"/>
                <a:chExt cx="140" cy="98"/>
              </a:xfrm>
            </p:grpSpPr>
            <p:sp>
              <p:nvSpPr>
                <p:cNvPr id="150637" name="Line 175"/>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50638" name="Line 176"/>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50639" name="Line 177"/>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150633" name="Group 178"/>
              <p:cNvGrpSpPr/>
              <p:nvPr/>
            </p:nvGrpSpPr>
            <p:grpSpPr>
              <a:xfrm flipV="1">
                <a:off x="3686" y="243"/>
                <a:ext cx="177" cy="66"/>
                <a:chOff x="2848" y="848"/>
                <a:chExt cx="140" cy="98"/>
              </a:xfrm>
            </p:grpSpPr>
            <p:sp>
              <p:nvSpPr>
                <p:cNvPr id="150634" name="Line 179"/>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50635" name="Line 180"/>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50636" name="Line 181"/>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sp>
        <p:nvSpPr>
          <p:cNvPr id="150547" name="Text Box 182"/>
          <p:cNvSpPr txBox="1"/>
          <p:nvPr/>
        </p:nvSpPr>
        <p:spPr>
          <a:xfrm>
            <a:off x="1993900" y="3597275"/>
            <a:ext cx="430213"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R1</a:t>
            </a:r>
            <a:endParaRPr lang="en-US" altLang="zh-CN" sz="1800" dirty="0">
              <a:ea typeface="宋体" panose="02010600030101010101" pitchFamily="2" charset="-122"/>
            </a:endParaRPr>
          </a:p>
        </p:txBody>
      </p:sp>
      <p:grpSp>
        <p:nvGrpSpPr>
          <p:cNvPr id="150548" name="Group 183"/>
          <p:cNvGrpSpPr/>
          <p:nvPr/>
        </p:nvGrpSpPr>
        <p:grpSpPr>
          <a:xfrm>
            <a:off x="4114800" y="5688013"/>
            <a:ext cx="547688" cy="233362"/>
            <a:chOff x="3600" y="219"/>
            <a:chExt cx="360" cy="175"/>
          </a:xfrm>
        </p:grpSpPr>
        <p:sp>
          <p:nvSpPr>
            <p:cNvPr id="150610" name="Oval 184"/>
            <p:cNvSpPr/>
            <p:nvPr/>
          </p:nvSpPr>
          <p:spPr>
            <a:xfrm>
              <a:off x="3603" y="297"/>
              <a:ext cx="357" cy="97"/>
            </a:xfrm>
            <a:prstGeom prst="ellipse">
              <a:avLst/>
            </a:prstGeom>
            <a:solidFill>
              <a:srgbClr val="DDDDDD"/>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50611" name="Line 185"/>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150612" name="Line 186"/>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150613" name="Rectangle 187"/>
            <p:cNvSpPr/>
            <p:nvPr/>
          </p:nvSpPr>
          <p:spPr>
            <a:xfrm>
              <a:off x="3603" y="289"/>
              <a:ext cx="354" cy="59"/>
            </a:xfrm>
            <a:prstGeom prst="rect">
              <a:avLst/>
            </a:prstGeom>
            <a:solidFill>
              <a:srgbClr val="DDDDDD"/>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50614" name="Oval 188"/>
            <p:cNvSpPr/>
            <p:nvPr/>
          </p:nvSpPr>
          <p:spPr>
            <a:xfrm>
              <a:off x="3600" y="219"/>
              <a:ext cx="357" cy="113"/>
            </a:xfrm>
            <a:prstGeom prst="ellipse">
              <a:avLst/>
            </a:prstGeom>
            <a:solidFill>
              <a:srgbClr val="DDDDDD"/>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50615" name="Group 189"/>
            <p:cNvGrpSpPr/>
            <p:nvPr/>
          </p:nvGrpSpPr>
          <p:grpSpPr>
            <a:xfrm>
              <a:off x="3686" y="244"/>
              <a:ext cx="177" cy="66"/>
              <a:chOff x="2848" y="848"/>
              <a:chExt cx="140" cy="98"/>
            </a:xfrm>
          </p:grpSpPr>
          <p:sp>
            <p:nvSpPr>
              <p:cNvPr id="150620" name="Line 190"/>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50621" name="Line 191"/>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50622" name="Line 192"/>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150616" name="Group 193"/>
            <p:cNvGrpSpPr/>
            <p:nvPr/>
          </p:nvGrpSpPr>
          <p:grpSpPr>
            <a:xfrm flipV="1">
              <a:off x="3686" y="243"/>
              <a:ext cx="177" cy="66"/>
              <a:chOff x="2848" y="848"/>
              <a:chExt cx="140" cy="98"/>
            </a:xfrm>
          </p:grpSpPr>
          <p:sp>
            <p:nvSpPr>
              <p:cNvPr id="150617" name="Line 194"/>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50618" name="Line 195"/>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50619" name="Line 196"/>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sp>
        <p:nvSpPr>
          <p:cNvPr id="150549" name="Text Box 197"/>
          <p:cNvSpPr txBox="1"/>
          <p:nvPr/>
        </p:nvSpPr>
        <p:spPr>
          <a:xfrm>
            <a:off x="1604963" y="4386263"/>
            <a:ext cx="466725" cy="3667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R2</a:t>
            </a:r>
            <a:endParaRPr lang="en-US" altLang="zh-CN" sz="1800" dirty="0">
              <a:ea typeface="宋体" panose="02010600030101010101" pitchFamily="2" charset="-122"/>
            </a:endParaRPr>
          </a:p>
        </p:txBody>
      </p:sp>
      <p:sp>
        <p:nvSpPr>
          <p:cNvPr id="150550" name="Text Box 198"/>
          <p:cNvSpPr txBox="1"/>
          <p:nvPr/>
        </p:nvSpPr>
        <p:spPr>
          <a:xfrm>
            <a:off x="1092200" y="5383213"/>
            <a:ext cx="466725" cy="3667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R3</a:t>
            </a:r>
            <a:endParaRPr lang="en-US" altLang="zh-CN" sz="1800" dirty="0">
              <a:ea typeface="宋体" panose="02010600030101010101" pitchFamily="2" charset="-122"/>
            </a:endParaRPr>
          </a:p>
        </p:txBody>
      </p:sp>
      <p:sp>
        <p:nvSpPr>
          <p:cNvPr id="150551" name="Text Box 199"/>
          <p:cNvSpPr txBox="1"/>
          <p:nvPr/>
        </p:nvSpPr>
        <p:spPr>
          <a:xfrm>
            <a:off x="3738563" y="3803650"/>
            <a:ext cx="466725"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R4</a:t>
            </a:r>
            <a:endParaRPr lang="en-US" altLang="zh-CN" sz="1800" dirty="0">
              <a:ea typeface="宋体" panose="02010600030101010101" pitchFamily="2" charset="-122"/>
            </a:endParaRPr>
          </a:p>
        </p:txBody>
      </p:sp>
      <p:sp>
        <p:nvSpPr>
          <p:cNvPr id="150552" name="Text Box 200"/>
          <p:cNvSpPr txBox="1"/>
          <p:nvPr/>
        </p:nvSpPr>
        <p:spPr>
          <a:xfrm>
            <a:off x="4181475" y="4941888"/>
            <a:ext cx="466725" cy="3667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R5</a:t>
            </a:r>
            <a:endParaRPr lang="en-US" altLang="zh-CN" sz="1800" dirty="0">
              <a:ea typeface="宋体" panose="02010600030101010101" pitchFamily="2" charset="-122"/>
            </a:endParaRPr>
          </a:p>
        </p:txBody>
      </p:sp>
      <p:sp>
        <p:nvSpPr>
          <p:cNvPr id="150553" name="Text Box 201"/>
          <p:cNvSpPr txBox="1"/>
          <p:nvPr/>
        </p:nvSpPr>
        <p:spPr>
          <a:xfrm>
            <a:off x="2946400" y="5675313"/>
            <a:ext cx="466725" cy="3667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R6</a:t>
            </a:r>
            <a:endParaRPr lang="en-US" altLang="zh-CN" sz="1800" dirty="0">
              <a:ea typeface="宋体" panose="02010600030101010101" pitchFamily="2" charset="-122"/>
            </a:endParaRPr>
          </a:p>
        </p:txBody>
      </p:sp>
      <p:sp>
        <p:nvSpPr>
          <p:cNvPr id="150554" name="Text Box 202"/>
          <p:cNvSpPr txBox="1"/>
          <p:nvPr/>
        </p:nvSpPr>
        <p:spPr>
          <a:xfrm>
            <a:off x="3667125" y="5632450"/>
            <a:ext cx="466725"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R7</a:t>
            </a:r>
            <a:endParaRPr lang="en-US" altLang="zh-CN" sz="1800" dirty="0">
              <a:ea typeface="宋体" panose="02010600030101010101" pitchFamily="2" charset="-122"/>
            </a:endParaRPr>
          </a:p>
        </p:txBody>
      </p:sp>
      <p:grpSp>
        <p:nvGrpSpPr>
          <p:cNvPr id="150555" name="Group 203"/>
          <p:cNvGrpSpPr/>
          <p:nvPr/>
        </p:nvGrpSpPr>
        <p:grpSpPr>
          <a:xfrm>
            <a:off x="3279775" y="3638550"/>
            <a:ext cx="339725" cy="366713"/>
            <a:chOff x="2619" y="2443"/>
            <a:chExt cx="214" cy="231"/>
          </a:xfrm>
        </p:grpSpPr>
        <p:sp>
          <p:nvSpPr>
            <p:cNvPr id="150608" name="Text Box 204"/>
            <p:cNvSpPr txBox="1"/>
            <p:nvPr/>
          </p:nvSpPr>
          <p:spPr>
            <a:xfrm>
              <a:off x="2629" y="2443"/>
              <a:ext cx="204"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solidFill>
                    <a:srgbClr val="FF0000"/>
                  </a:solidFill>
                  <a:ea typeface="宋体" panose="02010600030101010101" pitchFamily="2" charset="-122"/>
                </a:rPr>
                <a:t>2</a:t>
              </a:r>
              <a:endParaRPr lang="en-US" altLang="zh-CN" sz="1800" dirty="0">
                <a:solidFill>
                  <a:srgbClr val="FF0000"/>
                </a:solidFill>
                <a:ea typeface="宋体" panose="02010600030101010101" pitchFamily="2" charset="-122"/>
              </a:endParaRPr>
            </a:p>
          </p:txBody>
        </p:sp>
        <p:sp>
          <p:nvSpPr>
            <p:cNvPr id="150609" name="Oval 205"/>
            <p:cNvSpPr/>
            <p:nvPr/>
          </p:nvSpPr>
          <p:spPr>
            <a:xfrm>
              <a:off x="2619" y="2461"/>
              <a:ext cx="200" cy="200"/>
            </a:xfrm>
            <a:prstGeom prst="ellipse">
              <a:avLst/>
            </a:prstGeom>
            <a:noFill/>
            <a:ln w="9525" cap="flat" cmpd="sng">
              <a:solidFill>
                <a:srgbClr val="FF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grpSp>
        <p:nvGrpSpPr>
          <p:cNvPr id="150556" name="Group 206"/>
          <p:cNvGrpSpPr/>
          <p:nvPr/>
        </p:nvGrpSpPr>
        <p:grpSpPr>
          <a:xfrm>
            <a:off x="2128838" y="3914775"/>
            <a:ext cx="317500" cy="366713"/>
            <a:chOff x="2619" y="2443"/>
            <a:chExt cx="200" cy="231"/>
          </a:xfrm>
        </p:grpSpPr>
        <p:sp>
          <p:nvSpPr>
            <p:cNvPr id="150606" name="Text Box 207"/>
            <p:cNvSpPr txBox="1"/>
            <p:nvPr/>
          </p:nvSpPr>
          <p:spPr>
            <a:xfrm>
              <a:off x="2629" y="2443"/>
              <a:ext cx="181"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solidFill>
                    <a:srgbClr val="FF0000"/>
                  </a:solidFill>
                  <a:ea typeface="宋体" panose="02010600030101010101" pitchFamily="2" charset="-122"/>
                </a:rPr>
                <a:t>1</a:t>
              </a:r>
              <a:endParaRPr lang="en-US" altLang="zh-CN" sz="1800" dirty="0">
                <a:solidFill>
                  <a:srgbClr val="FF0000"/>
                </a:solidFill>
                <a:ea typeface="宋体" panose="02010600030101010101" pitchFamily="2" charset="-122"/>
              </a:endParaRPr>
            </a:p>
          </p:txBody>
        </p:sp>
        <p:sp>
          <p:nvSpPr>
            <p:cNvPr id="150607" name="Oval 208"/>
            <p:cNvSpPr/>
            <p:nvPr/>
          </p:nvSpPr>
          <p:spPr>
            <a:xfrm>
              <a:off x="2619" y="2461"/>
              <a:ext cx="200" cy="200"/>
            </a:xfrm>
            <a:prstGeom prst="ellipse">
              <a:avLst/>
            </a:prstGeom>
            <a:noFill/>
            <a:ln w="9525" cap="flat" cmpd="sng">
              <a:solidFill>
                <a:srgbClr val="FF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grpSp>
        <p:nvGrpSpPr>
          <p:cNvPr id="150557" name="Group 209"/>
          <p:cNvGrpSpPr/>
          <p:nvPr/>
        </p:nvGrpSpPr>
        <p:grpSpPr>
          <a:xfrm>
            <a:off x="3795713" y="5300663"/>
            <a:ext cx="339725" cy="366712"/>
            <a:chOff x="2619" y="2443"/>
            <a:chExt cx="206" cy="231"/>
          </a:xfrm>
        </p:grpSpPr>
        <p:sp>
          <p:nvSpPr>
            <p:cNvPr id="150604" name="Text Box 210"/>
            <p:cNvSpPr txBox="1"/>
            <p:nvPr/>
          </p:nvSpPr>
          <p:spPr>
            <a:xfrm>
              <a:off x="2629" y="2443"/>
              <a:ext cx="196"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solidFill>
                    <a:srgbClr val="FF0000"/>
                  </a:solidFill>
                  <a:ea typeface="宋体" panose="02010600030101010101" pitchFamily="2" charset="-122"/>
                </a:rPr>
                <a:t>6</a:t>
              </a:r>
              <a:endParaRPr lang="en-US" altLang="zh-CN" sz="1800" dirty="0">
                <a:solidFill>
                  <a:srgbClr val="FF0000"/>
                </a:solidFill>
                <a:ea typeface="宋体" panose="02010600030101010101" pitchFamily="2" charset="-122"/>
              </a:endParaRPr>
            </a:p>
          </p:txBody>
        </p:sp>
        <p:sp>
          <p:nvSpPr>
            <p:cNvPr id="150605" name="Oval 211"/>
            <p:cNvSpPr/>
            <p:nvPr/>
          </p:nvSpPr>
          <p:spPr>
            <a:xfrm>
              <a:off x="2619" y="2461"/>
              <a:ext cx="200" cy="200"/>
            </a:xfrm>
            <a:prstGeom prst="ellipse">
              <a:avLst/>
            </a:prstGeom>
            <a:noFill/>
            <a:ln w="9525" cap="flat" cmpd="sng">
              <a:solidFill>
                <a:srgbClr val="FF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grpSp>
        <p:nvGrpSpPr>
          <p:cNvPr id="150558" name="Group 212"/>
          <p:cNvGrpSpPr/>
          <p:nvPr/>
        </p:nvGrpSpPr>
        <p:grpSpPr>
          <a:xfrm>
            <a:off x="1714500" y="4791075"/>
            <a:ext cx="339725" cy="366713"/>
            <a:chOff x="2619" y="2443"/>
            <a:chExt cx="214" cy="231"/>
          </a:xfrm>
        </p:grpSpPr>
        <p:sp>
          <p:nvSpPr>
            <p:cNvPr id="150602" name="Text Box 213"/>
            <p:cNvSpPr txBox="1"/>
            <p:nvPr/>
          </p:nvSpPr>
          <p:spPr>
            <a:xfrm>
              <a:off x="2629" y="2443"/>
              <a:ext cx="204"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solidFill>
                    <a:srgbClr val="FF0000"/>
                  </a:solidFill>
                  <a:ea typeface="宋体" panose="02010600030101010101" pitchFamily="2" charset="-122"/>
                </a:rPr>
                <a:t>3</a:t>
              </a:r>
              <a:endParaRPr lang="en-US" altLang="zh-CN" sz="1800" dirty="0">
                <a:solidFill>
                  <a:srgbClr val="FF0000"/>
                </a:solidFill>
                <a:ea typeface="宋体" panose="02010600030101010101" pitchFamily="2" charset="-122"/>
              </a:endParaRPr>
            </a:p>
          </p:txBody>
        </p:sp>
        <p:sp>
          <p:nvSpPr>
            <p:cNvPr id="150603" name="Oval 214"/>
            <p:cNvSpPr/>
            <p:nvPr/>
          </p:nvSpPr>
          <p:spPr>
            <a:xfrm>
              <a:off x="2619" y="2461"/>
              <a:ext cx="200" cy="200"/>
            </a:xfrm>
            <a:prstGeom prst="ellipse">
              <a:avLst/>
            </a:prstGeom>
            <a:noFill/>
            <a:ln w="9525" cap="flat" cmpd="sng">
              <a:solidFill>
                <a:srgbClr val="FF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grpSp>
        <p:nvGrpSpPr>
          <p:cNvPr id="150559" name="Group 215"/>
          <p:cNvGrpSpPr/>
          <p:nvPr/>
        </p:nvGrpSpPr>
        <p:grpSpPr>
          <a:xfrm>
            <a:off x="2836863" y="4816475"/>
            <a:ext cx="339725" cy="366713"/>
            <a:chOff x="2619" y="2443"/>
            <a:chExt cx="214" cy="231"/>
          </a:xfrm>
        </p:grpSpPr>
        <p:sp>
          <p:nvSpPr>
            <p:cNvPr id="150600" name="Text Box 216"/>
            <p:cNvSpPr txBox="1"/>
            <p:nvPr/>
          </p:nvSpPr>
          <p:spPr>
            <a:xfrm>
              <a:off x="2629" y="2443"/>
              <a:ext cx="204"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solidFill>
                    <a:srgbClr val="FF0000"/>
                  </a:solidFill>
                  <a:ea typeface="宋体" panose="02010600030101010101" pitchFamily="2" charset="-122"/>
                </a:rPr>
                <a:t>4</a:t>
              </a:r>
              <a:endParaRPr lang="en-US" altLang="zh-CN" sz="1800" dirty="0">
                <a:solidFill>
                  <a:srgbClr val="FF0000"/>
                </a:solidFill>
                <a:ea typeface="宋体" panose="02010600030101010101" pitchFamily="2" charset="-122"/>
              </a:endParaRPr>
            </a:p>
          </p:txBody>
        </p:sp>
        <p:sp>
          <p:nvSpPr>
            <p:cNvPr id="150601" name="Oval 217"/>
            <p:cNvSpPr/>
            <p:nvPr/>
          </p:nvSpPr>
          <p:spPr>
            <a:xfrm>
              <a:off x="2619" y="2461"/>
              <a:ext cx="200" cy="200"/>
            </a:xfrm>
            <a:prstGeom prst="ellipse">
              <a:avLst/>
            </a:prstGeom>
            <a:noFill/>
            <a:ln w="9525" cap="flat" cmpd="sng">
              <a:solidFill>
                <a:srgbClr val="FF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grpSp>
        <p:nvGrpSpPr>
          <p:cNvPr id="150560" name="Group 218"/>
          <p:cNvGrpSpPr/>
          <p:nvPr/>
        </p:nvGrpSpPr>
        <p:grpSpPr>
          <a:xfrm>
            <a:off x="3971925" y="4457700"/>
            <a:ext cx="339725" cy="366713"/>
            <a:chOff x="2619" y="2443"/>
            <a:chExt cx="206" cy="231"/>
          </a:xfrm>
        </p:grpSpPr>
        <p:sp>
          <p:nvSpPr>
            <p:cNvPr id="150598" name="Text Box 219"/>
            <p:cNvSpPr txBox="1"/>
            <p:nvPr/>
          </p:nvSpPr>
          <p:spPr>
            <a:xfrm>
              <a:off x="2629" y="2443"/>
              <a:ext cx="196"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solidFill>
                    <a:srgbClr val="FF0000"/>
                  </a:solidFill>
                  <a:ea typeface="宋体" panose="02010600030101010101" pitchFamily="2" charset="-122"/>
                </a:rPr>
                <a:t>5</a:t>
              </a:r>
              <a:endParaRPr lang="en-US" altLang="zh-CN" sz="1800" dirty="0">
                <a:solidFill>
                  <a:srgbClr val="FF0000"/>
                </a:solidFill>
                <a:ea typeface="宋体" panose="02010600030101010101" pitchFamily="2" charset="-122"/>
              </a:endParaRPr>
            </a:p>
          </p:txBody>
        </p:sp>
        <p:sp>
          <p:nvSpPr>
            <p:cNvPr id="150599" name="Oval 220"/>
            <p:cNvSpPr/>
            <p:nvPr/>
          </p:nvSpPr>
          <p:spPr>
            <a:xfrm>
              <a:off x="2619" y="2461"/>
              <a:ext cx="200" cy="200"/>
            </a:xfrm>
            <a:prstGeom prst="ellipse">
              <a:avLst/>
            </a:prstGeom>
            <a:noFill/>
            <a:ln w="9525" cap="flat" cmpd="sng">
              <a:solidFill>
                <a:srgbClr val="FF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grpSp>
        <p:nvGrpSpPr>
          <p:cNvPr id="150561" name="Group 221"/>
          <p:cNvGrpSpPr/>
          <p:nvPr/>
        </p:nvGrpSpPr>
        <p:grpSpPr>
          <a:xfrm>
            <a:off x="5067300" y="4046538"/>
            <a:ext cx="569913" cy="222250"/>
            <a:chOff x="3600" y="219"/>
            <a:chExt cx="360" cy="175"/>
          </a:xfrm>
        </p:grpSpPr>
        <p:sp>
          <p:nvSpPr>
            <p:cNvPr id="150585" name="Oval 222"/>
            <p:cNvSpPr/>
            <p:nvPr/>
          </p:nvSpPr>
          <p:spPr>
            <a:xfrm>
              <a:off x="3603" y="297"/>
              <a:ext cx="357" cy="97"/>
            </a:xfrm>
            <a:prstGeom prst="ellipse">
              <a:avLst/>
            </a:prstGeom>
            <a:solidFill>
              <a:srgbClr val="FF0000"/>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50586" name="Line 223"/>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150587" name="Line 224"/>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150588" name="Rectangle 225"/>
            <p:cNvSpPr/>
            <p:nvPr/>
          </p:nvSpPr>
          <p:spPr>
            <a:xfrm>
              <a:off x="3603" y="289"/>
              <a:ext cx="354" cy="59"/>
            </a:xfrm>
            <a:prstGeom prst="rect">
              <a:avLst/>
            </a:prstGeom>
            <a:solidFill>
              <a:srgbClr val="FF0000"/>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50589" name="Oval 226"/>
            <p:cNvSpPr/>
            <p:nvPr/>
          </p:nvSpPr>
          <p:spPr>
            <a:xfrm>
              <a:off x="3600" y="219"/>
              <a:ext cx="357" cy="113"/>
            </a:xfrm>
            <a:prstGeom prst="ellipse">
              <a:avLst/>
            </a:prstGeom>
            <a:solidFill>
              <a:srgbClr val="FF0000"/>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50590" name="Group 227"/>
            <p:cNvGrpSpPr/>
            <p:nvPr/>
          </p:nvGrpSpPr>
          <p:grpSpPr>
            <a:xfrm>
              <a:off x="3686" y="244"/>
              <a:ext cx="177" cy="66"/>
              <a:chOff x="2848" y="848"/>
              <a:chExt cx="140" cy="98"/>
            </a:xfrm>
          </p:grpSpPr>
          <p:sp>
            <p:nvSpPr>
              <p:cNvPr id="150595" name="Line 228"/>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50596" name="Line 229"/>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50597" name="Line 230"/>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150591" name="Group 231"/>
            <p:cNvGrpSpPr/>
            <p:nvPr/>
          </p:nvGrpSpPr>
          <p:grpSpPr>
            <a:xfrm flipV="1">
              <a:off x="3686" y="243"/>
              <a:ext cx="177" cy="66"/>
              <a:chOff x="2848" y="848"/>
              <a:chExt cx="140" cy="98"/>
            </a:xfrm>
          </p:grpSpPr>
          <p:sp>
            <p:nvSpPr>
              <p:cNvPr id="150592" name="Line 232"/>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50593" name="Line 233"/>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50594" name="Line 234"/>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150562" name="Group 235"/>
          <p:cNvGrpSpPr/>
          <p:nvPr/>
        </p:nvGrpSpPr>
        <p:grpSpPr>
          <a:xfrm>
            <a:off x="5076825" y="4840288"/>
            <a:ext cx="547688" cy="233362"/>
            <a:chOff x="3600" y="219"/>
            <a:chExt cx="360" cy="175"/>
          </a:xfrm>
        </p:grpSpPr>
        <p:sp>
          <p:nvSpPr>
            <p:cNvPr id="150572" name="Oval 236"/>
            <p:cNvSpPr/>
            <p:nvPr/>
          </p:nvSpPr>
          <p:spPr>
            <a:xfrm>
              <a:off x="3603" y="297"/>
              <a:ext cx="357" cy="97"/>
            </a:xfrm>
            <a:prstGeom prst="ellipse">
              <a:avLst/>
            </a:prstGeom>
            <a:solidFill>
              <a:srgbClr val="DDDDDD"/>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50573" name="Line 237"/>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150574" name="Line 238"/>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150575" name="Rectangle 239"/>
            <p:cNvSpPr/>
            <p:nvPr/>
          </p:nvSpPr>
          <p:spPr>
            <a:xfrm>
              <a:off x="3603" y="289"/>
              <a:ext cx="354" cy="59"/>
            </a:xfrm>
            <a:prstGeom prst="rect">
              <a:avLst/>
            </a:prstGeom>
            <a:solidFill>
              <a:srgbClr val="DDDDDD"/>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50576" name="Oval 240"/>
            <p:cNvSpPr/>
            <p:nvPr/>
          </p:nvSpPr>
          <p:spPr>
            <a:xfrm>
              <a:off x="3600" y="219"/>
              <a:ext cx="357" cy="113"/>
            </a:xfrm>
            <a:prstGeom prst="ellipse">
              <a:avLst/>
            </a:prstGeom>
            <a:solidFill>
              <a:srgbClr val="DDDDDD"/>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50577" name="Group 241"/>
            <p:cNvGrpSpPr/>
            <p:nvPr/>
          </p:nvGrpSpPr>
          <p:grpSpPr>
            <a:xfrm>
              <a:off x="3686" y="244"/>
              <a:ext cx="177" cy="66"/>
              <a:chOff x="2848" y="848"/>
              <a:chExt cx="140" cy="98"/>
            </a:xfrm>
          </p:grpSpPr>
          <p:sp>
            <p:nvSpPr>
              <p:cNvPr id="150582" name="Line 242"/>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50583" name="Line 243"/>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50584" name="Line 244"/>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150578" name="Group 245"/>
            <p:cNvGrpSpPr/>
            <p:nvPr/>
          </p:nvGrpSpPr>
          <p:grpSpPr>
            <a:xfrm flipV="1">
              <a:off x="3686" y="243"/>
              <a:ext cx="177" cy="66"/>
              <a:chOff x="2848" y="848"/>
              <a:chExt cx="140" cy="98"/>
            </a:xfrm>
          </p:grpSpPr>
          <p:sp>
            <p:nvSpPr>
              <p:cNvPr id="150579" name="Line 246"/>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50580" name="Line 247"/>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50581" name="Line 248"/>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sp>
        <p:nvSpPr>
          <p:cNvPr id="150563" name="Line 249"/>
          <p:cNvSpPr/>
          <p:nvPr/>
        </p:nvSpPr>
        <p:spPr>
          <a:xfrm>
            <a:off x="5018088" y="5783263"/>
            <a:ext cx="596900" cy="0"/>
          </a:xfrm>
          <a:prstGeom prst="line">
            <a:avLst/>
          </a:prstGeom>
          <a:ln w="28575" cap="flat" cmpd="sng">
            <a:solidFill>
              <a:srgbClr val="FF0000"/>
            </a:solidFill>
            <a:prstDash val="solid"/>
            <a:headEnd type="none" w="med" len="med"/>
            <a:tailEnd type="none" w="med" len="med"/>
          </a:ln>
        </p:spPr>
      </p:sp>
      <p:grpSp>
        <p:nvGrpSpPr>
          <p:cNvPr id="150564" name="Group 250"/>
          <p:cNvGrpSpPr/>
          <p:nvPr/>
        </p:nvGrpSpPr>
        <p:grpSpPr>
          <a:xfrm>
            <a:off x="5184775" y="5411788"/>
            <a:ext cx="317500" cy="366712"/>
            <a:chOff x="2619" y="2443"/>
            <a:chExt cx="200" cy="231"/>
          </a:xfrm>
        </p:grpSpPr>
        <p:sp>
          <p:nvSpPr>
            <p:cNvPr id="150570" name="Text Box 251"/>
            <p:cNvSpPr txBox="1"/>
            <p:nvPr/>
          </p:nvSpPr>
          <p:spPr>
            <a:xfrm>
              <a:off x="2629" y="2443"/>
              <a:ext cx="156"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solidFill>
                    <a:srgbClr val="FF0000"/>
                  </a:solidFill>
                  <a:ea typeface="宋体" panose="02010600030101010101" pitchFamily="2" charset="-122"/>
                </a:rPr>
                <a:t>i</a:t>
              </a:r>
              <a:endParaRPr lang="en-US" altLang="zh-CN" sz="1800" dirty="0">
                <a:solidFill>
                  <a:srgbClr val="FF0000"/>
                </a:solidFill>
                <a:ea typeface="宋体" panose="02010600030101010101" pitchFamily="2" charset="-122"/>
              </a:endParaRPr>
            </a:p>
          </p:txBody>
        </p:sp>
        <p:sp>
          <p:nvSpPr>
            <p:cNvPr id="150571" name="Oval 252"/>
            <p:cNvSpPr/>
            <p:nvPr/>
          </p:nvSpPr>
          <p:spPr>
            <a:xfrm>
              <a:off x="2619" y="2461"/>
              <a:ext cx="200" cy="200"/>
            </a:xfrm>
            <a:prstGeom prst="ellipse">
              <a:avLst/>
            </a:prstGeom>
            <a:noFill/>
            <a:ln w="9525" cap="flat" cmpd="sng">
              <a:solidFill>
                <a:srgbClr val="FF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sp>
        <p:nvSpPr>
          <p:cNvPr id="150565" name="Text Box 253"/>
          <p:cNvSpPr txBox="1"/>
          <p:nvPr/>
        </p:nvSpPr>
        <p:spPr>
          <a:xfrm>
            <a:off x="5668963" y="3814763"/>
            <a:ext cx="2433637" cy="6413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router with attached</a:t>
            </a:r>
            <a:endParaRPr lang="en-US" altLang="zh-CN" sz="1800" dirty="0">
              <a:ea typeface="宋体" panose="02010600030101010101" pitchFamily="2" charset="-122"/>
            </a:endParaRPr>
          </a:p>
          <a:p>
            <a:pPr marL="0" lvl="0" indent="0">
              <a:spcBef>
                <a:spcPct val="0"/>
              </a:spcBef>
              <a:buClrTx/>
              <a:buSzTx/>
              <a:buFontTx/>
              <a:buNone/>
            </a:pPr>
            <a:r>
              <a:rPr lang="en-US" altLang="zh-CN" sz="1800" dirty="0">
                <a:ea typeface="宋体" panose="02010600030101010101" pitchFamily="2" charset="-122"/>
              </a:rPr>
              <a:t>group member</a:t>
            </a:r>
            <a:endParaRPr lang="en-US" altLang="zh-CN" sz="1800" dirty="0">
              <a:ea typeface="宋体" panose="02010600030101010101" pitchFamily="2" charset="-122"/>
            </a:endParaRPr>
          </a:p>
        </p:txBody>
      </p:sp>
      <p:sp>
        <p:nvSpPr>
          <p:cNvPr id="150566" name="Text Box 254"/>
          <p:cNvSpPr txBox="1"/>
          <p:nvPr/>
        </p:nvSpPr>
        <p:spPr>
          <a:xfrm>
            <a:off x="5656263" y="4659313"/>
            <a:ext cx="2741612" cy="6413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router with no attached</a:t>
            </a:r>
            <a:endParaRPr lang="en-US" altLang="zh-CN" sz="1800" dirty="0">
              <a:ea typeface="宋体" panose="02010600030101010101" pitchFamily="2" charset="-122"/>
            </a:endParaRPr>
          </a:p>
          <a:p>
            <a:pPr marL="0" lvl="0" indent="0">
              <a:spcBef>
                <a:spcPct val="0"/>
              </a:spcBef>
              <a:buClrTx/>
              <a:buSzTx/>
              <a:buFontTx/>
              <a:buNone/>
            </a:pPr>
            <a:r>
              <a:rPr lang="en-US" altLang="zh-CN" sz="1800" dirty="0">
                <a:ea typeface="宋体" panose="02010600030101010101" pitchFamily="2" charset="-122"/>
              </a:rPr>
              <a:t>group member</a:t>
            </a:r>
            <a:endParaRPr lang="en-US" altLang="zh-CN" sz="1800" dirty="0">
              <a:ea typeface="宋体" panose="02010600030101010101" pitchFamily="2" charset="-122"/>
            </a:endParaRPr>
          </a:p>
        </p:txBody>
      </p:sp>
      <p:sp>
        <p:nvSpPr>
          <p:cNvPr id="150567" name="Text Box 255"/>
          <p:cNvSpPr txBox="1"/>
          <p:nvPr/>
        </p:nvSpPr>
        <p:spPr>
          <a:xfrm>
            <a:off x="5630863" y="5322888"/>
            <a:ext cx="2825750" cy="91598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link used for forwarding,</a:t>
            </a:r>
            <a:endParaRPr lang="en-US" altLang="zh-CN" sz="1800" dirty="0">
              <a:ea typeface="宋体" panose="02010600030101010101" pitchFamily="2" charset="-122"/>
            </a:endParaRPr>
          </a:p>
          <a:p>
            <a:pPr marL="0" lvl="0" indent="0">
              <a:spcBef>
                <a:spcPct val="0"/>
              </a:spcBef>
              <a:buClrTx/>
              <a:buSzTx/>
              <a:buFontTx/>
              <a:buNone/>
            </a:pPr>
            <a:r>
              <a:rPr lang="en-US" altLang="zh-CN" sz="1800" dirty="0">
                <a:ea typeface="宋体" panose="02010600030101010101" pitchFamily="2" charset="-122"/>
              </a:rPr>
              <a:t>i indicates order link</a:t>
            </a:r>
            <a:endParaRPr lang="en-US" altLang="zh-CN" sz="1800" dirty="0">
              <a:ea typeface="宋体" panose="02010600030101010101" pitchFamily="2" charset="-122"/>
            </a:endParaRPr>
          </a:p>
          <a:p>
            <a:pPr marL="0" lvl="0" indent="0">
              <a:spcBef>
                <a:spcPct val="0"/>
              </a:spcBef>
              <a:buClrTx/>
              <a:buSzTx/>
              <a:buFontTx/>
              <a:buNone/>
            </a:pPr>
            <a:r>
              <a:rPr lang="en-US" altLang="zh-CN" sz="1800" dirty="0">
                <a:ea typeface="宋体" panose="02010600030101010101" pitchFamily="2" charset="-122"/>
              </a:rPr>
              <a:t>added by algorithm</a:t>
            </a:r>
            <a:endParaRPr lang="en-US" altLang="zh-CN" sz="1800" dirty="0">
              <a:ea typeface="宋体" panose="02010600030101010101" pitchFamily="2" charset="-122"/>
            </a:endParaRPr>
          </a:p>
        </p:txBody>
      </p:sp>
      <p:sp>
        <p:nvSpPr>
          <p:cNvPr id="150568" name="Text Box 256"/>
          <p:cNvSpPr txBox="1"/>
          <p:nvPr/>
        </p:nvSpPr>
        <p:spPr>
          <a:xfrm>
            <a:off x="4964113" y="3300413"/>
            <a:ext cx="1098550" cy="3667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LEGEND</a:t>
            </a:r>
            <a:endParaRPr lang="en-US" altLang="zh-CN" sz="1800" dirty="0">
              <a:ea typeface="宋体" panose="02010600030101010101" pitchFamily="2" charset="-122"/>
            </a:endParaRPr>
          </a:p>
        </p:txBody>
      </p:sp>
      <p:sp>
        <p:nvSpPr>
          <p:cNvPr id="150569" name="Text Box 257"/>
          <p:cNvSpPr txBox="1"/>
          <p:nvPr/>
        </p:nvSpPr>
        <p:spPr>
          <a:xfrm>
            <a:off x="893763" y="3235325"/>
            <a:ext cx="1182687"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solidFill>
                  <a:srgbClr val="FF0000"/>
                </a:solidFill>
                <a:ea typeface="宋体" panose="02010600030101010101" pitchFamily="2" charset="-122"/>
              </a:rPr>
              <a:t>S: source</a:t>
            </a:r>
            <a:endParaRPr lang="en-US" altLang="zh-CN" sz="1800" dirty="0">
              <a:solidFill>
                <a:srgbClr val="FF0000"/>
              </a:solidFill>
              <a:ea typeface="宋体" panose="02010600030101010101" pitchFamily="2" charset="-122"/>
            </a:endParaRP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2578" name="Rectangle 2"/>
          <p:cNvSpPr>
            <a:spLocks noGrp="1"/>
          </p:cNvSpPr>
          <p:nvPr>
            <p:ph type="title"/>
          </p:nvPr>
        </p:nvSpPr>
        <p:spPr/>
        <p:txBody>
          <a:bodyPr vert="horz" wrap="square" lIns="92075" tIns="46038" rIns="92075" bIns="46038" anchor="ctr" anchorCtr="0"/>
          <a:p>
            <a:r>
              <a:rPr lang="en-US" altLang="zh-CN" dirty="0">
                <a:ea typeface="宋体" panose="02010600030101010101" pitchFamily="2" charset="-122"/>
              </a:rPr>
              <a:t>Reverse Path Forwarding</a:t>
            </a:r>
            <a:endParaRPr lang="en-US" altLang="zh-CN" dirty="0">
              <a:ea typeface="宋体" panose="02010600030101010101" pitchFamily="2" charset="-122"/>
            </a:endParaRPr>
          </a:p>
        </p:txBody>
      </p:sp>
      <p:sp>
        <p:nvSpPr>
          <p:cNvPr id="152579" name="Rectangle 3"/>
          <p:cNvSpPr>
            <a:spLocks noGrp="1"/>
          </p:cNvSpPr>
          <p:nvPr>
            <p:ph idx="1"/>
          </p:nvPr>
        </p:nvSpPr>
        <p:spPr>
          <a:xfrm>
            <a:off x="1200150" y="3657600"/>
            <a:ext cx="6683375" cy="1752600"/>
          </a:xfrm>
        </p:spPr>
        <p:txBody>
          <a:bodyPr vert="horz" wrap="square" lIns="92075" tIns="46038" rIns="92075" bIns="46038" anchor="t" anchorCtr="0"/>
          <a:p>
            <a:pPr>
              <a:buNone/>
            </a:pPr>
            <a:r>
              <a:rPr lang="en-US" altLang="zh-CN" sz="2400" b="1" i="1" dirty="0">
                <a:ea typeface="宋体" panose="02010600030101010101" pitchFamily="2" charset="-122"/>
              </a:rPr>
              <a:t>if </a:t>
            </a:r>
            <a:r>
              <a:rPr lang="en-US" altLang="zh-CN" sz="2400" dirty="0">
                <a:ea typeface="宋体" panose="02010600030101010101" pitchFamily="2" charset="-122"/>
              </a:rPr>
              <a:t>(mcast datagram received on incoming link on shortest path back to center)</a:t>
            </a:r>
            <a:endParaRPr lang="en-US" altLang="zh-CN" sz="2400" dirty="0">
              <a:ea typeface="宋体" panose="02010600030101010101" pitchFamily="2" charset="-122"/>
            </a:endParaRPr>
          </a:p>
          <a:p>
            <a:pPr>
              <a:buNone/>
            </a:pPr>
            <a:r>
              <a:rPr lang="en-US" altLang="zh-CN" sz="2400" b="1" i="1" dirty="0">
                <a:ea typeface="宋体" panose="02010600030101010101" pitchFamily="2" charset="-122"/>
              </a:rPr>
              <a:t>   then</a:t>
            </a:r>
            <a:r>
              <a:rPr lang="en-US" altLang="zh-CN" sz="2400" dirty="0">
                <a:ea typeface="宋体" panose="02010600030101010101" pitchFamily="2" charset="-122"/>
              </a:rPr>
              <a:t> flood datagram onto all outgoing links</a:t>
            </a:r>
            <a:endParaRPr lang="en-US" altLang="zh-CN" sz="2400" dirty="0">
              <a:ea typeface="宋体" panose="02010600030101010101" pitchFamily="2" charset="-122"/>
            </a:endParaRPr>
          </a:p>
          <a:p>
            <a:pPr>
              <a:buNone/>
            </a:pPr>
            <a:r>
              <a:rPr lang="en-US" altLang="zh-CN" sz="2400" dirty="0">
                <a:ea typeface="宋体" panose="02010600030101010101" pitchFamily="2" charset="-122"/>
              </a:rPr>
              <a:t>   </a:t>
            </a:r>
            <a:r>
              <a:rPr lang="en-US" altLang="zh-CN" sz="2400" b="1" i="1" dirty="0">
                <a:ea typeface="宋体" panose="02010600030101010101" pitchFamily="2" charset="-122"/>
              </a:rPr>
              <a:t>else</a:t>
            </a:r>
            <a:r>
              <a:rPr lang="en-US" altLang="zh-CN" sz="2400" dirty="0">
                <a:ea typeface="宋体" panose="02010600030101010101" pitchFamily="2" charset="-122"/>
              </a:rPr>
              <a:t> ignore datagram</a:t>
            </a:r>
            <a:endParaRPr lang="en-US" altLang="zh-CN" sz="2400" dirty="0">
              <a:ea typeface="宋体" panose="02010600030101010101" pitchFamily="2" charset="-122"/>
            </a:endParaRPr>
          </a:p>
        </p:txBody>
      </p:sp>
      <p:sp>
        <p:nvSpPr>
          <p:cNvPr id="152580" name="Rectangle 4"/>
          <p:cNvSpPr/>
          <p:nvPr/>
        </p:nvSpPr>
        <p:spPr>
          <a:xfrm>
            <a:off x="762000" y="1828800"/>
            <a:ext cx="7924800" cy="1371600"/>
          </a:xfrm>
          <a:prstGeom prst="rect">
            <a:avLst/>
          </a:prstGeom>
          <a:noFill/>
          <a:ln w="9525">
            <a:noFill/>
          </a:ln>
        </p:spPr>
        <p:txBody>
          <a:bodyPr lIns="92075" tIns="46038" rIns="92075" bIns="46038"/>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342900" lvl="0" indent="-342900">
              <a:buFont typeface="Wingdings" panose="05000000000000000000" pitchFamily="2" charset="2"/>
              <a:buChar char="q"/>
            </a:pPr>
            <a:r>
              <a:rPr lang="en-US" altLang="zh-CN" dirty="0">
                <a:ea typeface="宋体" panose="02010600030101010101" pitchFamily="2" charset="-122"/>
              </a:rPr>
              <a:t>rely on router’s knowledge of unicast shortest path from it  to sender</a:t>
            </a:r>
            <a:endParaRPr lang="en-US" altLang="zh-CN" dirty="0">
              <a:ea typeface="宋体" panose="02010600030101010101" pitchFamily="2" charset="-122"/>
            </a:endParaRPr>
          </a:p>
          <a:p>
            <a:pPr marL="342900" lvl="0" indent="-342900">
              <a:buFont typeface="Wingdings" panose="05000000000000000000" pitchFamily="2" charset="2"/>
              <a:buChar char="q"/>
            </a:pPr>
            <a:r>
              <a:rPr lang="en-US" altLang="zh-CN" dirty="0">
                <a:ea typeface="宋体" panose="02010600030101010101" pitchFamily="2" charset="-122"/>
              </a:rPr>
              <a:t>each router has simple forwarding behavior:</a:t>
            </a:r>
            <a:endParaRPr lang="en-US" altLang="zh-CN" dirty="0">
              <a:ea typeface="宋体" panose="02010600030101010101" pitchFamily="2" charset="-122"/>
            </a:endParaRPr>
          </a:p>
        </p:txBody>
      </p:sp>
      <p:sp>
        <p:nvSpPr>
          <p:cNvPr id="152581" name="Rectangle 5"/>
          <p:cNvSpPr/>
          <p:nvPr/>
        </p:nvSpPr>
        <p:spPr>
          <a:xfrm>
            <a:off x="1168400" y="3556000"/>
            <a:ext cx="6858000" cy="2032000"/>
          </a:xfrm>
          <a:prstGeom prst="rect">
            <a:avLst/>
          </a:prstGeom>
          <a:noFill/>
          <a:ln w="25400" cap="flat" cmpd="sng">
            <a:solidFill>
              <a:srgbClr val="FF0000"/>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4626" name="Rectangle 2"/>
          <p:cNvSpPr>
            <a:spLocks noGrp="1"/>
          </p:cNvSpPr>
          <p:nvPr>
            <p:ph type="title"/>
          </p:nvPr>
        </p:nvSpPr>
        <p:spPr/>
        <p:txBody>
          <a:bodyPr vert="horz" wrap="square" lIns="92075" tIns="46038" rIns="92075" bIns="46038" anchor="ctr" anchorCtr="0"/>
          <a:p>
            <a:r>
              <a:rPr lang="en-US" altLang="zh-CN" sz="3600" dirty="0">
                <a:ea typeface="宋体" panose="02010600030101010101" pitchFamily="2" charset="-122"/>
              </a:rPr>
              <a:t>Reverse Path Forwarding: example</a:t>
            </a:r>
            <a:endParaRPr lang="en-US" altLang="zh-CN" sz="3600" dirty="0">
              <a:ea typeface="宋体" panose="02010600030101010101" pitchFamily="2" charset="-122"/>
            </a:endParaRPr>
          </a:p>
        </p:txBody>
      </p:sp>
      <p:sp>
        <p:nvSpPr>
          <p:cNvPr id="154627" name="Rectangle 3"/>
          <p:cNvSpPr/>
          <p:nvPr/>
        </p:nvSpPr>
        <p:spPr>
          <a:xfrm>
            <a:off x="636588" y="4889500"/>
            <a:ext cx="8001000" cy="990600"/>
          </a:xfrm>
          <a:prstGeom prst="rect">
            <a:avLst/>
          </a:prstGeom>
          <a:noFill/>
          <a:ln w="9525">
            <a:noFill/>
          </a:ln>
        </p:spPr>
        <p:txBody>
          <a:bodyPr lIns="92075" tIns="46038" rIns="92075" bIns="46038"/>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342900" lvl="0" indent="-342900">
              <a:buClrTx/>
              <a:buSzTx/>
              <a:buFontTx/>
              <a:buChar char="•"/>
            </a:pPr>
            <a:r>
              <a:rPr lang="en-US" altLang="zh-CN" sz="2400" dirty="0">
                <a:ea typeface="宋体" panose="02010600030101010101" pitchFamily="2" charset="-122"/>
              </a:rPr>
              <a:t>result is a source-specific </a:t>
            </a:r>
            <a:r>
              <a:rPr lang="en-US" altLang="zh-CN" sz="2400" i="1" dirty="0">
                <a:ea typeface="宋体" panose="02010600030101010101" pitchFamily="2" charset="-122"/>
              </a:rPr>
              <a:t>reverse</a:t>
            </a:r>
            <a:r>
              <a:rPr lang="en-US" altLang="zh-CN" sz="2400" dirty="0">
                <a:ea typeface="宋体" panose="02010600030101010101" pitchFamily="2" charset="-122"/>
              </a:rPr>
              <a:t> SPT</a:t>
            </a:r>
            <a:endParaRPr lang="en-US" altLang="zh-CN" sz="2400" dirty="0">
              <a:ea typeface="宋体" panose="02010600030101010101" pitchFamily="2" charset="-122"/>
            </a:endParaRPr>
          </a:p>
          <a:p>
            <a:pPr marL="742950" lvl="1" indent="-285750">
              <a:buClrTx/>
              <a:buSzTx/>
              <a:buFontTx/>
              <a:buChar char="–"/>
            </a:pPr>
            <a:r>
              <a:rPr lang="en-US" altLang="zh-CN" dirty="0">
                <a:ea typeface="宋体" panose="02010600030101010101" pitchFamily="2" charset="-122"/>
              </a:rPr>
              <a:t>may be a bad choice with asymmetric links</a:t>
            </a:r>
            <a:endParaRPr lang="en-US" altLang="zh-CN" dirty="0">
              <a:ea typeface="宋体" panose="02010600030101010101" pitchFamily="2" charset="-122"/>
            </a:endParaRPr>
          </a:p>
        </p:txBody>
      </p:sp>
      <p:sp>
        <p:nvSpPr>
          <p:cNvPr id="154628" name="Line 4"/>
          <p:cNvSpPr/>
          <p:nvPr/>
        </p:nvSpPr>
        <p:spPr>
          <a:xfrm>
            <a:off x="3613150" y="3302000"/>
            <a:ext cx="401638" cy="690563"/>
          </a:xfrm>
          <a:prstGeom prst="line">
            <a:avLst/>
          </a:prstGeom>
          <a:ln w="57150" cap="flat" cmpd="sng">
            <a:solidFill>
              <a:srgbClr val="FF0000"/>
            </a:solidFill>
            <a:prstDash val="solid"/>
            <a:headEnd type="none" w="med" len="med"/>
            <a:tailEnd type="none" w="med" len="med"/>
          </a:ln>
        </p:spPr>
      </p:sp>
      <p:sp>
        <p:nvSpPr>
          <p:cNvPr id="154629" name="Line 5"/>
          <p:cNvSpPr/>
          <p:nvPr/>
        </p:nvSpPr>
        <p:spPr>
          <a:xfrm flipV="1">
            <a:off x="2211388" y="2446338"/>
            <a:ext cx="1365250" cy="347662"/>
          </a:xfrm>
          <a:prstGeom prst="line">
            <a:avLst/>
          </a:prstGeom>
          <a:ln w="19050" cap="flat" cmpd="sng">
            <a:solidFill>
              <a:schemeClr val="tx1"/>
            </a:solidFill>
            <a:prstDash val="solid"/>
            <a:headEnd type="none" w="med" len="med"/>
            <a:tailEnd type="none" w="med" len="med"/>
          </a:ln>
        </p:spPr>
      </p:sp>
      <p:sp>
        <p:nvSpPr>
          <p:cNvPr id="154630" name="Line 6"/>
          <p:cNvSpPr/>
          <p:nvPr/>
        </p:nvSpPr>
        <p:spPr>
          <a:xfrm>
            <a:off x="1946275" y="2763838"/>
            <a:ext cx="852488" cy="974725"/>
          </a:xfrm>
          <a:prstGeom prst="line">
            <a:avLst/>
          </a:prstGeom>
          <a:ln w="57150" cap="flat" cmpd="sng">
            <a:solidFill>
              <a:srgbClr val="FF0000"/>
            </a:solidFill>
            <a:prstDash val="solid"/>
            <a:headEnd type="none" w="med" len="med"/>
            <a:tailEnd type="none" w="med" len="med"/>
          </a:ln>
        </p:spPr>
      </p:sp>
      <p:sp>
        <p:nvSpPr>
          <p:cNvPr id="154631" name="Line 7"/>
          <p:cNvSpPr/>
          <p:nvPr/>
        </p:nvSpPr>
        <p:spPr>
          <a:xfrm>
            <a:off x="2533650" y="2008188"/>
            <a:ext cx="993775" cy="446087"/>
          </a:xfrm>
          <a:prstGeom prst="line">
            <a:avLst/>
          </a:prstGeom>
          <a:ln w="57150" cap="flat" cmpd="sng">
            <a:solidFill>
              <a:srgbClr val="FF0000"/>
            </a:solidFill>
            <a:prstDash val="solid"/>
            <a:headEnd type="none" w="med" len="med"/>
            <a:tailEnd type="none" w="med" len="med"/>
          </a:ln>
        </p:spPr>
      </p:sp>
      <p:sp>
        <p:nvSpPr>
          <p:cNvPr id="154632" name="Line 8"/>
          <p:cNvSpPr/>
          <p:nvPr/>
        </p:nvSpPr>
        <p:spPr>
          <a:xfrm flipV="1">
            <a:off x="3063875" y="3330575"/>
            <a:ext cx="538163" cy="468313"/>
          </a:xfrm>
          <a:prstGeom prst="line">
            <a:avLst/>
          </a:prstGeom>
          <a:ln w="19050" cap="flat" cmpd="sng">
            <a:solidFill>
              <a:schemeClr val="tx1"/>
            </a:solidFill>
            <a:prstDash val="solid"/>
            <a:headEnd type="none" w="med" len="med"/>
            <a:tailEnd type="none" w="med" len="med"/>
          </a:ln>
        </p:spPr>
      </p:sp>
      <p:sp>
        <p:nvSpPr>
          <p:cNvPr id="154633" name="Line 9"/>
          <p:cNvSpPr/>
          <p:nvPr/>
        </p:nvSpPr>
        <p:spPr>
          <a:xfrm>
            <a:off x="3586163" y="2552700"/>
            <a:ext cx="0" cy="717550"/>
          </a:xfrm>
          <a:prstGeom prst="line">
            <a:avLst/>
          </a:prstGeom>
          <a:ln w="57150" cap="flat" cmpd="sng">
            <a:solidFill>
              <a:srgbClr val="FF0000"/>
            </a:solidFill>
            <a:prstDash val="solid"/>
            <a:headEnd type="none" w="med" len="med"/>
            <a:tailEnd type="none" w="med" len="med"/>
          </a:ln>
        </p:spPr>
      </p:sp>
      <p:sp>
        <p:nvSpPr>
          <p:cNvPr id="154634" name="Line 10"/>
          <p:cNvSpPr/>
          <p:nvPr/>
        </p:nvSpPr>
        <p:spPr>
          <a:xfrm>
            <a:off x="1611313" y="3767138"/>
            <a:ext cx="1025525" cy="0"/>
          </a:xfrm>
          <a:prstGeom prst="line">
            <a:avLst/>
          </a:prstGeom>
          <a:ln w="19050" cap="flat" cmpd="sng">
            <a:solidFill>
              <a:schemeClr val="tx1"/>
            </a:solidFill>
            <a:prstDash val="solid"/>
            <a:headEnd type="none" w="med" len="med"/>
            <a:tailEnd type="none" w="med" len="med"/>
          </a:ln>
        </p:spPr>
      </p:sp>
      <p:sp>
        <p:nvSpPr>
          <p:cNvPr id="154635" name="Line 11"/>
          <p:cNvSpPr/>
          <p:nvPr/>
        </p:nvSpPr>
        <p:spPr>
          <a:xfrm flipH="1">
            <a:off x="1490663" y="2870200"/>
            <a:ext cx="373062" cy="846138"/>
          </a:xfrm>
          <a:prstGeom prst="line">
            <a:avLst/>
          </a:prstGeom>
          <a:ln w="57150" cap="flat" cmpd="sng">
            <a:solidFill>
              <a:srgbClr val="FF0000"/>
            </a:solidFill>
            <a:prstDash val="solid"/>
            <a:headEnd type="none" w="med" len="med"/>
            <a:tailEnd type="none" w="med" len="med"/>
          </a:ln>
        </p:spPr>
      </p:sp>
      <p:sp>
        <p:nvSpPr>
          <p:cNvPr id="154636" name="Line 12"/>
          <p:cNvSpPr/>
          <p:nvPr/>
        </p:nvSpPr>
        <p:spPr>
          <a:xfrm flipH="1">
            <a:off x="1938338" y="2022475"/>
            <a:ext cx="347662" cy="749300"/>
          </a:xfrm>
          <a:prstGeom prst="line">
            <a:avLst/>
          </a:prstGeom>
          <a:ln w="57150" cap="flat" cmpd="sng">
            <a:solidFill>
              <a:srgbClr val="FF0000"/>
            </a:solidFill>
            <a:prstDash val="solid"/>
            <a:headEnd type="none" w="med" len="med"/>
            <a:tailEnd type="none" w="med" len="med"/>
          </a:ln>
        </p:spPr>
      </p:sp>
      <p:grpSp>
        <p:nvGrpSpPr>
          <p:cNvPr id="154637" name="Group 13"/>
          <p:cNvGrpSpPr/>
          <p:nvPr/>
        </p:nvGrpSpPr>
        <p:grpSpPr>
          <a:xfrm>
            <a:off x="2511425" y="3679825"/>
            <a:ext cx="568325" cy="222250"/>
            <a:chOff x="3600" y="219"/>
            <a:chExt cx="360" cy="175"/>
          </a:xfrm>
        </p:grpSpPr>
        <p:sp>
          <p:nvSpPr>
            <p:cNvPr id="154871" name="Oval 14"/>
            <p:cNvSpPr/>
            <p:nvPr/>
          </p:nvSpPr>
          <p:spPr>
            <a:xfrm>
              <a:off x="3603" y="297"/>
              <a:ext cx="357" cy="97"/>
            </a:xfrm>
            <a:prstGeom prst="ellipse">
              <a:avLst/>
            </a:prstGeom>
            <a:solidFill>
              <a:srgbClr val="FF0000"/>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54872" name="Line 15"/>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154873" name="Line 16"/>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154874" name="Rectangle 17"/>
            <p:cNvSpPr/>
            <p:nvPr/>
          </p:nvSpPr>
          <p:spPr>
            <a:xfrm>
              <a:off x="3603" y="289"/>
              <a:ext cx="354" cy="59"/>
            </a:xfrm>
            <a:prstGeom prst="rect">
              <a:avLst/>
            </a:prstGeom>
            <a:solidFill>
              <a:srgbClr val="FF0000"/>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54875" name="Oval 18"/>
            <p:cNvSpPr/>
            <p:nvPr/>
          </p:nvSpPr>
          <p:spPr>
            <a:xfrm>
              <a:off x="3600" y="219"/>
              <a:ext cx="357" cy="113"/>
            </a:xfrm>
            <a:prstGeom prst="ellipse">
              <a:avLst/>
            </a:prstGeom>
            <a:solidFill>
              <a:srgbClr val="FF0000"/>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54876" name="Group 19"/>
            <p:cNvGrpSpPr/>
            <p:nvPr/>
          </p:nvGrpSpPr>
          <p:grpSpPr>
            <a:xfrm>
              <a:off x="3686" y="244"/>
              <a:ext cx="177" cy="66"/>
              <a:chOff x="2848" y="848"/>
              <a:chExt cx="140" cy="98"/>
            </a:xfrm>
          </p:grpSpPr>
          <p:sp>
            <p:nvSpPr>
              <p:cNvPr id="154881" name="Line 20"/>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54882" name="Line 21"/>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54883" name="Line 22"/>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154877" name="Group 23"/>
            <p:cNvGrpSpPr/>
            <p:nvPr/>
          </p:nvGrpSpPr>
          <p:grpSpPr>
            <a:xfrm flipV="1">
              <a:off x="3686" y="243"/>
              <a:ext cx="177" cy="66"/>
              <a:chOff x="2848" y="848"/>
              <a:chExt cx="140" cy="98"/>
            </a:xfrm>
          </p:grpSpPr>
          <p:sp>
            <p:nvSpPr>
              <p:cNvPr id="154878" name="Line 24"/>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54879" name="Line 25"/>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54880" name="Line 26"/>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154638" name="Group 27"/>
          <p:cNvGrpSpPr/>
          <p:nvPr/>
        </p:nvGrpSpPr>
        <p:grpSpPr>
          <a:xfrm>
            <a:off x="3297238" y="2360613"/>
            <a:ext cx="569912" cy="222250"/>
            <a:chOff x="3600" y="219"/>
            <a:chExt cx="360" cy="175"/>
          </a:xfrm>
        </p:grpSpPr>
        <p:sp>
          <p:nvSpPr>
            <p:cNvPr id="154858" name="Oval 28"/>
            <p:cNvSpPr/>
            <p:nvPr/>
          </p:nvSpPr>
          <p:spPr>
            <a:xfrm>
              <a:off x="3603" y="297"/>
              <a:ext cx="357" cy="97"/>
            </a:xfrm>
            <a:prstGeom prst="ellipse">
              <a:avLst/>
            </a:prstGeom>
            <a:solidFill>
              <a:srgbClr val="FF0000"/>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54859" name="Line 29"/>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154860" name="Line 30"/>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154861" name="Rectangle 31"/>
            <p:cNvSpPr/>
            <p:nvPr/>
          </p:nvSpPr>
          <p:spPr>
            <a:xfrm>
              <a:off x="3603" y="289"/>
              <a:ext cx="354" cy="59"/>
            </a:xfrm>
            <a:prstGeom prst="rect">
              <a:avLst/>
            </a:prstGeom>
            <a:solidFill>
              <a:srgbClr val="FF0000"/>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54862" name="Oval 32"/>
            <p:cNvSpPr/>
            <p:nvPr/>
          </p:nvSpPr>
          <p:spPr>
            <a:xfrm>
              <a:off x="3600" y="219"/>
              <a:ext cx="357" cy="113"/>
            </a:xfrm>
            <a:prstGeom prst="ellipse">
              <a:avLst/>
            </a:prstGeom>
            <a:solidFill>
              <a:srgbClr val="FF0000"/>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54863" name="Group 33"/>
            <p:cNvGrpSpPr/>
            <p:nvPr/>
          </p:nvGrpSpPr>
          <p:grpSpPr>
            <a:xfrm>
              <a:off x="3686" y="244"/>
              <a:ext cx="177" cy="66"/>
              <a:chOff x="2848" y="848"/>
              <a:chExt cx="140" cy="98"/>
            </a:xfrm>
          </p:grpSpPr>
          <p:sp>
            <p:nvSpPr>
              <p:cNvPr id="154868" name="Line 34"/>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54869" name="Line 35"/>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54870" name="Line 36"/>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154864" name="Group 37"/>
            <p:cNvGrpSpPr/>
            <p:nvPr/>
          </p:nvGrpSpPr>
          <p:grpSpPr>
            <a:xfrm flipV="1">
              <a:off x="3686" y="243"/>
              <a:ext cx="177" cy="66"/>
              <a:chOff x="2848" y="848"/>
              <a:chExt cx="140" cy="98"/>
            </a:xfrm>
          </p:grpSpPr>
          <p:sp>
            <p:nvSpPr>
              <p:cNvPr id="154865" name="Line 38"/>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54866" name="Line 39"/>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54867" name="Line 40"/>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154639" name="Group 41"/>
          <p:cNvGrpSpPr/>
          <p:nvPr/>
        </p:nvGrpSpPr>
        <p:grpSpPr>
          <a:xfrm>
            <a:off x="1162050" y="3659188"/>
            <a:ext cx="568325" cy="222250"/>
            <a:chOff x="3600" y="219"/>
            <a:chExt cx="360" cy="175"/>
          </a:xfrm>
        </p:grpSpPr>
        <p:sp>
          <p:nvSpPr>
            <p:cNvPr id="154845" name="Oval 42"/>
            <p:cNvSpPr/>
            <p:nvPr/>
          </p:nvSpPr>
          <p:spPr>
            <a:xfrm>
              <a:off x="3603" y="297"/>
              <a:ext cx="357" cy="97"/>
            </a:xfrm>
            <a:prstGeom prst="ellipse">
              <a:avLst/>
            </a:prstGeom>
            <a:solidFill>
              <a:srgbClr val="FF0000"/>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54846" name="Line 43"/>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154847" name="Line 44"/>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154848" name="Rectangle 45"/>
            <p:cNvSpPr/>
            <p:nvPr/>
          </p:nvSpPr>
          <p:spPr>
            <a:xfrm>
              <a:off x="3603" y="289"/>
              <a:ext cx="354" cy="59"/>
            </a:xfrm>
            <a:prstGeom prst="rect">
              <a:avLst/>
            </a:prstGeom>
            <a:solidFill>
              <a:srgbClr val="FF0000"/>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54849" name="Oval 46"/>
            <p:cNvSpPr/>
            <p:nvPr/>
          </p:nvSpPr>
          <p:spPr>
            <a:xfrm>
              <a:off x="3600" y="219"/>
              <a:ext cx="357" cy="113"/>
            </a:xfrm>
            <a:prstGeom prst="ellipse">
              <a:avLst/>
            </a:prstGeom>
            <a:solidFill>
              <a:srgbClr val="FF0000"/>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54850" name="Group 47"/>
            <p:cNvGrpSpPr/>
            <p:nvPr/>
          </p:nvGrpSpPr>
          <p:grpSpPr>
            <a:xfrm>
              <a:off x="3686" y="244"/>
              <a:ext cx="177" cy="66"/>
              <a:chOff x="2848" y="848"/>
              <a:chExt cx="140" cy="98"/>
            </a:xfrm>
          </p:grpSpPr>
          <p:sp>
            <p:nvSpPr>
              <p:cNvPr id="154855" name="Line 48"/>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54856" name="Line 49"/>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54857" name="Line 50"/>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154851" name="Group 51"/>
            <p:cNvGrpSpPr/>
            <p:nvPr/>
          </p:nvGrpSpPr>
          <p:grpSpPr>
            <a:xfrm flipV="1">
              <a:off x="3686" y="243"/>
              <a:ext cx="177" cy="66"/>
              <a:chOff x="2848" y="848"/>
              <a:chExt cx="140" cy="98"/>
            </a:xfrm>
          </p:grpSpPr>
          <p:sp>
            <p:nvSpPr>
              <p:cNvPr id="154852" name="Line 52"/>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54853" name="Line 53"/>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54854" name="Line 54"/>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154640" name="Group 55"/>
          <p:cNvGrpSpPr/>
          <p:nvPr/>
        </p:nvGrpSpPr>
        <p:grpSpPr>
          <a:xfrm>
            <a:off x="3321050" y="3195638"/>
            <a:ext cx="547688" cy="233362"/>
            <a:chOff x="3600" y="219"/>
            <a:chExt cx="360" cy="175"/>
          </a:xfrm>
        </p:grpSpPr>
        <p:sp>
          <p:nvSpPr>
            <p:cNvPr id="154832" name="Oval 56"/>
            <p:cNvSpPr/>
            <p:nvPr/>
          </p:nvSpPr>
          <p:spPr>
            <a:xfrm>
              <a:off x="3603" y="297"/>
              <a:ext cx="357" cy="97"/>
            </a:xfrm>
            <a:prstGeom prst="ellipse">
              <a:avLst/>
            </a:prstGeom>
            <a:solidFill>
              <a:srgbClr val="DDDDDD"/>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54833" name="Line 57"/>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154834" name="Line 58"/>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154835" name="Rectangle 59"/>
            <p:cNvSpPr/>
            <p:nvPr/>
          </p:nvSpPr>
          <p:spPr>
            <a:xfrm>
              <a:off x="3603" y="289"/>
              <a:ext cx="354" cy="59"/>
            </a:xfrm>
            <a:prstGeom prst="rect">
              <a:avLst/>
            </a:prstGeom>
            <a:solidFill>
              <a:srgbClr val="DDDDDD"/>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54836" name="Oval 60"/>
            <p:cNvSpPr/>
            <p:nvPr/>
          </p:nvSpPr>
          <p:spPr>
            <a:xfrm>
              <a:off x="3600" y="219"/>
              <a:ext cx="357" cy="113"/>
            </a:xfrm>
            <a:prstGeom prst="ellipse">
              <a:avLst/>
            </a:prstGeom>
            <a:solidFill>
              <a:srgbClr val="DDDDDD"/>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54837" name="Group 61"/>
            <p:cNvGrpSpPr/>
            <p:nvPr/>
          </p:nvGrpSpPr>
          <p:grpSpPr>
            <a:xfrm>
              <a:off x="3686" y="244"/>
              <a:ext cx="177" cy="66"/>
              <a:chOff x="2848" y="848"/>
              <a:chExt cx="140" cy="98"/>
            </a:xfrm>
          </p:grpSpPr>
          <p:sp>
            <p:nvSpPr>
              <p:cNvPr id="154842" name="Line 62"/>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54843" name="Line 63"/>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54844" name="Line 64"/>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154838" name="Group 65"/>
            <p:cNvGrpSpPr/>
            <p:nvPr/>
          </p:nvGrpSpPr>
          <p:grpSpPr>
            <a:xfrm flipV="1">
              <a:off x="3686" y="243"/>
              <a:ext cx="177" cy="66"/>
              <a:chOff x="2848" y="848"/>
              <a:chExt cx="140" cy="98"/>
            </a:xfrm>
          </p:grpSpPr>
          <p:sp>
            <p:nvSpPr>
              <p:cNvPr id="154839" name="Line 66"/>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54840" name="Line 67"/>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54841" name="Line 68"/>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154641" name="Group 69"/>
          <p:cNvGrpSpPr/>
          <p:nvPr/>
        </p:nvGrpSpPr>
        <p:grpSpPr>
          <a:xfrm>
            <a:off x="1665288" y="2681288"/>
            <a:ext cx="547687" cy="233362"/>
            <a:chOff x="3600" y="219"/>
            <a:chExt cx="360" cy="175"/>
          </a:xfrm>
        </p:grpSpPr>
        <p:sp>
          <p:nvSpPr>
            <p:cNvPr id="154819" name="Oval 70"/>
            <p:cNvSpPr/>
            <p:nvPr/>
          </p:nvSpPr>
          <p:spPr>
            <a:xfrm>
              <a:off x="3603" y="297"/>
              <a:ext cx="357" cy="97"/>
            </a:xfrm>
            <a:prstGeom prst="ellipse">
              <a:avLst/>
            </a:prstGeom>
            <a:solidFill>
              <a:srgbClr val="DDDDDD"/>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54820" name="Line 71"/>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154821" name="Line 72"/>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154822" name="Rectangle 73"/>
            <p:cNvSpPr/>
            <p:nvPr/>
          </p:nvSpPr>
          <p:spPr>
            <a:xfrm>
              <a:off x="3603" y="289"/>
              <a:ext cx="354" cy="59"/>
            </a:xfrm>
            <a:prstGeom prst="rect">
              <a:avLst/>
            </a:prstGeom>
            <a:solidFill>
              <a:srgbClr val="DDDDDD"/>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54823" name="Oval 74"/>
            <p:cNvSpPr/>
            <p:nvPr/>
          </p:nvSpPr>
          <p:spPr>
            <a:xfrm>
              <a:off x="3600" y="219"/>
              <a:ext cx="357" cy="113"/>
            </a:xfrm>
            <a:prstGeom prst="ellipse">
              <a:avLst/>
            </a:prstGeom>
            <a:solidFill>
              <a:srgbClr val="DDDDDD"/>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54824" name="Group 75"/>
            <p:cNvGrpSpPr/>
            <p:nvPr/>
          </p:nvGrpSpPr>
          <p:grpSpPr>
            <a:xfrm>
              <a:off x="3686" y="244"/>
              <a:ext cx="177" cy="66"/>
              <a:chOff x="2848" y="848"/>
              <a:chExt cx="140" cy="98"/>
            </a:xfrm>
          </p:grpSpPr>
          <p:sp>
            <p:nvSpPr>
              <p:cNvPr id="154829" name="Line 76"/>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54830" name="Line 77"/>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54831" name="Line 78"/>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154825" name="Group 79"/>
            <p:cNvGrpSpPr/>
            <p:nvPr/>
          </p:nvGrpSpPr>
          <p:grpSpPr>
            <a:xfrm flipV="1">
              <a:off x="3686" y="243"/>
              <a:ext cx="177" cy="66"/>
              <a:chOff x="2848" y="848"/>
              <a:chExt cx="140" cy="98"/>
            </a:xfrm>
          </p:grpSpPr>
          <p:sp>
            <p:nvSpPr>
              <p:cNvPr id="154826" name="Line 80"/>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54827" name="Line 81"/>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54828" name="Line 82"/>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154642" name="Group 83"/>
          <p:cNvGrpSpPr/>
          <p:nvPr/>
        </p:nvGrpSpPr>
        <p:grpSpPr>
          <a:xfrm>
            <a:off x="1743075" y="1492250"/>
            <a:ext cx="1157288" cy="584200"/>
            <a:chOff x="1170" y="3095"/>
            <a:chExt cx="559" cy="309"/>
          </a:xfrm>
        </p:grpSpPr>
        <p:grpSp>
          <p:nvGrpSpPr>
            <p:cNvPr id="154721" name="Group 84"/>
            <p:cNvGrpSpPr/>
            <p:nvPr/>
          </p:nvGrpSpPr>
          <p:grpSpPr>
            <a:xfrm>
              <a:off x="1170" y="3095"/>
              <a:ext cx="159" cy="146"/>
              <a:chOff x="4781" y="1833"/>
              <a:chExt cx="318" cy="262"/>
            </a:xfrm>
          </p:grpSpPr>
          <p:sp>
            <p:nvSpPr>
              <p:cNvPr id="154779" name="AutoShape 85"/>
              <p:cNvSpPr>
                <a:spLocks noChangeAspect="1" noTextEdit="1"/>
              </p:cNvSpPr>
              <p:nvPr/>
            </p:nvSpPr>
            <p:spPr>
              <a:xfrm>
                <a:off x="4787" y="1835"/>
                <a:ext cx="312" cy="260"/>
              </a:xfrm>
              <a:prstGeom prst="rect">
                <a:avLst/>
              </a:prstGeom>
              <a:noFill/>
              <a:ln w="9525">
                <a:noFill/>
              </a:ln>
            </p:spPr>
            <p:txBody>
              <a:bodyPr/>
              <a:p>
                <a:endParaRPr lang="zh-CN" altLang="en-US"/>
              </a:p>
            </p:txBody>
          </p:sp>
          <p:sp>
            <p:nvSpPr>
              <p:cNvPr id="154780" name="Freeform 86"/>
              <p:cNvSpPr/>
              <p:nvPr/>
            </p:nvSpPr>
            <p:spPr>
              <a:xfrm>
                <a:off x="4781" y="1833"/>
                <a:ext cx="307" cy="25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150" h="1804">
                    <a:moveTo>
                      <a:pt x="582" y="239"/>
                    </a:moveTo>
                    <a:lnTo>
                      <a:pt x="606" y="129"/>
                    </a:lnTo>
                    <a:lnTo>
                      <a:pt x="607" y="129"/>
                    </a:lnTo>
                    <a:lnTo>
                      <a:pt x="611" y="128"/>
                    </a:lnTo>
                    <a:lnTo>
                      <a:pt x="616" y="125"/>
                    </a:lnTo>
                    <a:lnTo>
                      <a:pt x="623" y="123"/>
                    </a:lnTo>
                    <a:lnTo>
                      <a:pt x="633" y="120"/>
                    </a:lnTo>
                    <a:lnTo>
                      <a:pt x="645" y="115"/>
                    </a:lnTo>
                    <a:lnTo>
                      <a:pt x="659" y="112"/>
                    </a:lnTo>
                    <a:lnTo>
                      <a:pt x="676" y="107"/>
                    </a:lnTo>
                    <a:lnTo>
                      <a:pt x="694" y="101"/>
                    </a:lnTo>
                    <a:lnTo>
                      <a:pt x="715" y="95"/>
                    </a:lnTo>
                    <a:lnTo>
                      <a:pt x="738" y="90"/>
                    </a:lnTo>
                    <a:lnTo>
                      <a:pt x="763" y="84"/>
                    </a:lnTo>
                    <a:lnTo>
                      <a:pt x="790" y="78"/>
                    </a:lnTo>
                    <a:lnTo>
                      <a:pt x="820" y="71"/>
                    </a:lnTo>
                    <a:lnTo>
                      <a:pt x="852" y="64"/>
                    </a:lnTo>
                    <a:lnTo>
                      <a:pt x="886" y="59"/>
                    </a:lnTo>
                    <a:lnTo>
                      <a:pt x="922" y="52"/>
                    </a:lnTo>
                    <a:lnTo>
                      <a:pt x="961" y="46"/>
                    </a:lnTo>
                    <a:lnTo>
                      <a:pt x="1002" y="40"/>
                    </a:lnTo>
                    <a:lnTo>
                      <a:pt x="1044" y="35"/>
                    </a:lnTo>
                    <a:lnTo>
                      <a:pt x="1090" y="29"/>
                    </a:lnTo>
                    <a:lnTo>
                      <a:pt x="1138" y="23"/>
                    </a:lnTo>
                    <a:lnTo>
                      <a:pt x="1187" y="18"/>
                    </a:lnTo>
                    <a:lnTo>
                      <a:pt x="1240" y="14"/>
                    </a:lnTo>
                    <a:lnTo>
                      <a:pt x="1294" y="10"/>
                    </a:lnTo>
                    <a:lnTo>
                      <a:pt x="1350" y="7"/>
                    </a:lnTo>
                    <a:lnTo>
                      <a:pt x="1410" y="4"/>
                    </a:lnTo>
                    <a:lnTo>
                      <a:pt x="1470" y="1"/>
                    </a:lnTo>
                    <a:lnTo>
                      <a:pt x="1535" y="0"/>
                    </a:lnTo>
                    <a:lnTo>
                      <a:pt x="1601" y="0"/>
                    </a:lnTo>
                    <a:lnTo>
                      <a:pt x="1668" y="0"/>
                    </a:lnTo>
                    <a:lnTo>
                      <a:pt x="1739" y="1"/>
                    </a:lnTo>
                    <a:lnTo>
                      <a:pt x="1816" y="44"/>
                    </a:lnTo>
                    <a:lnTo>
                      <a:pt x="1799" y="248"/>
                    </a:lnTo>
                    <a:lnTo>
                      <a:pt x="1804" y="251"/>
                    </a:lnTo>
                    <a:lnTo>
                      <a:pt x="1820" y="259"/>
                    </a:lnTo>
                    <a:lnTo>
                      <a:pt x="1842" y="272"/>
                    </a:lnTo>
                    <a:lnTo>
                      <a:pt x="1868" y="292"/>
                    </a:lnTo>
                    <a:lnTo>
                      <a:pt x="1896" y="318"/>
                    </a:lnTo>
                    <a:lnTo>
                      <a:pt x="1920" y="351"/>
                    </a:lnTo>
                    <a:lnTo>
                      <a:pt x="1939" y="390"/>
                    </a:lnTo>
                    <a:lnTo>
                      <a:pt x="1951" y="436"/>
                    </a:lnTo>
                    <a:lnTo>
                      <a:pt x="2125" y="593"/>
                    </a:lnTo>
                    <a:lnTo>
                      <a:pt x="2078" y="1009"/>
                    </a:lnTo>
                    <a:lnTo>
                      <a:pt x="1799" y="1149"/>
                    </a:lnTo>
                    <a:lnTo>
                      <a:pt x="2129" y="1247"/>
                    </a:lnTo>
                    <a:lnTo>
                      <a:pt x="2131" y="1251"/>
                    </a:lnTo>
                    <a:lnTo>
                      <a:pt x="2137" y="1264"/>
                    </a:lnTo>
                    <a:lnTo>
                      <a:pt x="2143" y="1284"/>
                    </a:lnTo>
                    <a:lnTo>
                      <a:pt x="2149" y="1310"/>
                    </a:lnTo>
                    <a:lnTo>
                      <a:pt x="2150" y="1342"/>
                    </a:lnTo>
                    <a:lnTo>
                      <a:pt x="2147" y="1380"/>
                    </a:lnTo>
                    <a:lnTo>
                      <a:pt x="2136" y="1423"/>
                    </a:lnTo>
                    <a:lnTo>
                      <a:pt x="2117" y="1468"/>
                    </a:lnTo>
                    <a:lnTo>
                      <a:pt x="1244" y="1804"/>
                    </a:lnTo>
                    <a:lnTo>
                      <a:pt x="0" y="1413"/>
                    </a:lnTo>
                    <a:lnTo>
                      <a:pt x="22" y="1367"/>
                    </a:lnTo>
                    <a:lnTo>
                      <a:pt x="212" y="1302"/>
                    </a:lnTo>
                    <a:lnTo>
                      <a:pt x="212" y="248"/>
                    </a:lnTo>
                    <a:lnTo>
                      <a:pt x="213" y="247"/>
                    </a:lnTo>
                    <a:lnTo>
                      <a:pt x="217" y="244"/>
                    </a:lnTo>
                    <a:lnTo>
                      <a:pt x="223" y="240"/>
                    </a:lnTo>
                    <a:lnTo>
                      <a:pt x="232" y="234"/>
                    </a:lnTo>
                    <a:lnTo>
                      <a:pt x="245" y="228"/>
                    </a:lnTo>
                    <a:lnTo>
                      <a:pt x="258" y="221"/>
                    </a:lnTo>
                    <a:lnTo>
                      <a:pt x="276" y="214"/>
                    </a:lnTo>
                    <a:lnTo>
                      <a:pt x="294" y="207"/>
                    </a:lnTo>
                    <a:lnTo>
                      <a:pt x="316" y="201"/>
                    </a:lnTo>
                    <a:lnTo>
                      <a:pt x="340" y="197"/>
                    </a:lnTo>
                    <a:lnTo>
                      <a:pt x="366" y="194"/>
                    </a:lnTo>
                    <a:lnTo>
                      <a:pt x="393" y="192"/>
                    </a:lnTo>
                    <a:lnTo>
                      <a:pt x="424" y="193"/>
                    </a:lnTo>
                    <a:lnTo>
                      <a:pt x="457" y="197"/>
                    </a:lnTo>
                    <a:lnTo>
                      <a:pt x="493" y="203"/>
                    </a:lnTo>
                    <a:lnTo>
                      <a:pt x="529" y="214"/>
                    </a:lnTo>
                    <a:lnTo>
                      <a:pt x="582" y="239"/>
                    </a:lnTo>
                    <a:close/>
                  </a:path>
                </a:pathLst>
              </a:custGeom>
              <a:solidFill>
                <a:srgbClr val="FF0000">
                  <a:alpha val="100000"/>
                </a:srgbClr>
              </a:solidFill>
              <a:ln w="9525">
                <a:noFill/>
              </a:ln>
            </p:spPr>
            <p:txBody>
              <a:bodyPr/>
              <a:p>
                <a:endParaRPr lang="zh-CN" altLang="en-US"/>
              </a:p>
            </p:txBody>
          </p:sp>
          <p:sp>
            <p:nvSpPr>
              <p:cNvPr id="154781" name="Freeform 87"/>
              <p:cNvSpPr/>
              <p:nvPr/>
            </p:nvSpPr>
            <p:spPr>
              <a:xfrm>
                <a:off x="4894" y="1857"/>
                <a:ext cx="98" cy="112"/>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690" h="782">
                    <a:moveTo>
                      <a:pt x="684" y="29"/>
                    </a:moveTo>
                    <a:lnTo>
                      <a:pt x="681" y="28"/>
                    </a:lnTo>
                    <a:lnTo>
                      <a:pt x="670" y="25"/>
                    </a:lnTo>
                    <a:lnTo>
                      <a:pt x="652" y="21"/>
                    </a:lnTo>
                    <a:lnTo>
                      <a:pt x="628" y="16"/>
                    </a:lnTo>
                    <a:lnTo>
                      <a:pt x="600" y="11"/>
                    </a:lnTo>
                    <a:lnTo>
                      <a:pt x="566" y="7"/>
                    </a:lnTo>
                    <a:lnTo>
                      <a:pt x="527" y="3"/>
                    </a:lnTo>
                    <a:lnTo>
                      <a:pt x="483" y="1"/>
                    </a:lnTo>
                    <a:lnTo>
                      <a:pt x="436" y="0"/>
                    </a:lnTo>
                    <a:lnTo>
                      <a:pt x="386" y="2"/>
                    </a:lnTo>
                    <a:lnTo>
                      <a:pt x="333" y="7"/>
                    </a:lnTo>
                    <a:lnTo>
                      <a:pt x="277" y="16"/>
                    </a:lnTo>
                    <a:lnTo>
                      <a:pt x="221" y="28"/>
                    </a:lnTo>
                    <a:lnTo>
                      <a:pt x="163" y="45"/>
                    </a:lnTo>
                    <a:lnTo>
                      <a:pt x="104" y="65"/>
                    </a:lnTo>
                    <a:lnTo>
                      <a:pt x="44" y="93"/>
                    </a:lnTo>
                    <a:lnTo>
                      <a:pt x="40" y="108"/>
                    </a:lnTo>
                    <a:lnTo>
                      <a:pt x="29" y="150"/>
                    </a:lnTo>
                    <a:lnTo>
                      <a:pt x="17" y="216"/>
                    </a:lnTo>
                    <a:lnTo>
                      <a:pt x="5" y="301"/>
                    </a:lnTo>
                    <a:lnTo>
                      <a:pt x="0" y="402"/>
                    </a:lnTo>
                    <a:lnTo>
                      <a:pt x="4" y="516"/>
                    </a:lnTo>
                    <a:lnTo>
                      <a:pt x="21" y="638"/>
                    </a:lnTo>
                    <a:lnTo>
                      <a:pt x="57" y="763"/>
                    </a:lnTo>
                    <a:lnTo>
                      <a:pt x="60" y="763"/>
                    </a:lnTo>
                    <a:lnTo>
                      <a:pt x="69" y="762"/>
                    </a:lnTo>
                    <a:lnTo>
                      <a:pt x="84" y="759"/>
                    </a:lnTo>
                    <a:lnTo>
                      <a:pt x="105" y="758"/>
                    </a:lnTo>
                    <a:lnTo>
                      <a:pt x="131" y="756"/>
                    </a:lnTo>
                    <a:lnTo>
                      <a:pt x="162" y="754"/>
                    </a:lnTo>
                    <a:lnTo>
                      <a:pt x="198" y="753"/>
                    </a:lnTo>
                    <a:lnTo>
                      <a:pt x="239" y="751"/>
                    </a:lnTo>
                    <a:lnTo>
                      <a:pt x="283" y="750"/>
                    </a:lnTo>
                    <a:lnTo>
                      <a:pt x="331" y="751"/>
                    </a:lnTo>
                    <a:lnTo>
                      <a:pt x="384" y="753"/>
                    </a:lnTo>
                    <a:lnTo>
                      <a:pt x="440" y="755"/>
                    </a:lnTo>
                    <a:lnTo>
                      <a:pt x="498" y="759"/>
                    </a:lnTo>
                    <a:lnTo>
                      <a:pt x="560" y="765"/>
                    </a:lnTo>
                    <a:lnTo>
                      <a:pt x="624" y="773"/>
                    </a:lnTo>
                    <a:lnTo>
                      <a:pt x="690" y="782"/>
                    </a:lnTo>
                    <a:lnTo>
                      <a:pt x="687" y="759"/>
                    </a:lnTo>
                    <a:lnTo>
                      <a:pt x="680" y="697"/>
                    </a:lnTo>
                    <a:lnTo>
                      <a:pt x="670" y="604"/>
                    </a:lnTo>
                    <a:lnTo>
                      <a:pt x="662" y="492"/>
                    </a:lnTo>
                    <a:lnTo>
                      <a:pt x="656" y="368"/>
                    </a:lnTo>
                    <a:lnTo>
                      <a:pt x="656" y="244"/>
                    </a:lnTo>
                    <a:lnTo>
                      <a:pt x="665" y="128"/>
                    </a:lnTo>
                    <a:lnTo>
                      <a:pt x="684" y="29"/>
                    </a:lnTo>
                    <a:close/>
                  </a:path>
                </a:pathLst>
              </a:custGeom>
              <a:solidFill>
                <a:srgbClr val="FF0000">
                  <a:alpha val="100000"/>
                </a:srgbClr>
              </a:solidFill>
              <a:ln w="9525">
                <a:noFill/>
              </a:ln>
            </p:spPr>
            <p:txBody>
              <a:bodyPr/>
              <a:p>
                <a:endParaRPr lang="zh-CN" altLang="en-US"/>
              </a:p>
            </p:txBody>
          </p:sp>
          <p:sp>
            <p:nvSpPr>
              <p:cNvPr id="154782" name="Freeform 88"/>
              <p:cNvSpPr/>
              <p:nvPr/>
            </p:nvSpPr>
            <p:spPr>
              <a:xfrm>
                <a:off x="4904" y="1888"/>
                <a:ext cx="163" cy="11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39" h="778">
                    <a:moveTo>
                      <a:pt x="7" y="587"/>
                    </a:moveTo>
                    <a:lnTo>
                      <a:pt x="0" y="682"/>
                    </a:lnTo>
                    <a:lnTo>
                      <a:pt x="742" y="778"/>
                    </a:lnTo>
                    <a:lnTo>
                      <a:pt x="748" y="775"/>
                    </a:lnTo>
                    <a:lnTo>
                      <a:pt x="763" y="767"/>
                    </a:lnTo>
                    <a:lnTo>
                      <a:pt x="787" y="755"/>
                    </a:lnTo>
                    <a:lnTo>
                      <a:pt x="816" y="737"/>
                    </a:lnTo>
                    <a:lnTo>
                      <a:pt x="852" y="714"/>
                    </a:lnTo>
                    <a:lnTo>
                      <a:pt x="891" y="686"/>
                    </a:lnTo>
                    <a:lnTo>
                      <a:pt x="932" y="652"/>
                    </a:lnTo>
                    <a:lnTo>
                      <a:pt x="973" y="613"/>
                    </a:lnTo>
                    <a:lnTo>
                      <a:pt x="1013" y="570"/>
                    </a:lnTo>
                    <a:lnTo>
                      <a:pt x="1051" y="521"/>
                    </a:lnTo>
                    <a:lnTo>
                      <a:pt x="1083" y="466"/>
                    </a:lnTo>
                    <a:lnTo>
                      <a:pt x="1109" y="406"/>
                    </a:lnTo>
                    <a:lnTo>
                      <a:pt x="1129" y="342"/>
                    </a:lnTo>
                    <a:lnTo>
                      <a:pt x="1139" y="271"/>
                    </a:lnTo>
                    <a:lnTo>
                      <a:pt x="1138" y="196"/>
                    </a:lnTo>
                    <a:lnTo>
                      <a:pt x="1124" y="115"/>
                    </a:lnTo>
                    <a:lnTo>
                      <a:pt x="1122" y="110"/>
                    </a:lnTo>
                    <a:lnTo>
                      <a:pt x="1115" y="97"/>
                    </a:lnTo>
                    <a:lnTo>
                      <a:pt x="1102" y="80"/>
                    </a:lnTo>
                    <a:lnTo>
                      <a:pt x="1086" y="59"/>
                    </a:lnTo>
                    <a:lnTo>
                      <a:pt x="1066" y="39"/>
                    </a:lnTo>
                    <a:lnTo>
                      <a:pt x="1041" y="20"/>
                    </a:lnTo>
                    <a:lnTo>
                      <a:pt x="1011" y="7"/>
                    </a:lnTo>
                    <a:lnTo>
                      <a:pt x="978" y="0"/>
                    </a:lnTo>
                    <a:lnTo>
                      <a:pt x="982" y="12"/>
                    </a:lnTo>
                    <a:lnTo>
                      <a:pt x="994" y="46"/>
                    </a:lnTo>
                    <a:lnTo>
                      <a:pt x="1007" y="100"/>
                    </a:lnTo>
                    <a:lnTo>
                      <a:pt x="1019" y="169"/>
                    </a:lnTo>
                    <a:lnTo>
                      <a:pt x="1022" y="252"/>
                    </a:lnTo>
                    <a:lnTo>
                      <a:pt x="1013" y="344"/>
                    </a:lnTo>
                    <a:lnTo>
                      <a:pt x="987" y="444"/>
                    </a:lnTo>
                    <a:lnTo>
                      <a:pt x="940" y="549"/>
                    </a:lnTo>
                    <a:lnTo>
                      <a:pt x="939" y="550"/>
                    </a:lnTo>
                    <a:lnTo>
                      <a:pt x="934" y="553"/>
                    </a:lnTo>
                    <a:lnTo>
                      <a:pt x="927" y="559"/>
                    </a:lnTo>
                    <a:lnTo>
                      <a:pt x="917" y="567"/>
                    </a:lnTo>
                    <a:lnTo>
                      <a:pt x="904" y="575"/>
                    </a:lnTo>
                    <a:lnTo>
                      <a:pt x="890" y="585"/>
                    </a:lnTo>
                    <a:lnTo>
                      <a:pt x="871" y="594"/>
                    </a:lnTo>
                    <a:lnTo>
                      <a:pt x="851" y="603"/>
                    </a:lnTo>
                    <a:lnTo>
                      <a:pt x="828" y="611"/>
                    </a:lnTo>
                    <a:lnTo>
                      <a:pt x="802" y="619"/>
                    </a:lnTo>
                    <a:lnTo>
                      <a:pt x="773" y="625"/>
                    </a:lnTo>
                    <a:lnTo>
                      <a:pt x="741" y="629"/>
                    </a:lnTo>
                    <a:lnTo>
                      <a:pt x="708" y="630"/>
                    </a:lnTo>
                    <a:lnTo>
                      <a:pt x="671" y="629"/>
                    </a:lnTo>
                    <a:lnTo>
                      <a:pt x="631" y="626"/>
                    </a:lnTo>
                    <a:lnTo>
                      <a:pt x="590" y="618"/>
                    </a:lnTo>
                    <a:lnTo>
                      <a:pt x="590" y="720"/>
                    </a:lnTo>
                    <a:lnTo>
                      <a:pt x="26" y="663"/>
                    </a:lnTo>
                    <a:lnTo>
                      <a:pt x="7" y="587"/>
                    </a:lnTo>
                    <a:close/>
                  </a:path>
                </a:pathLst>
              </a:custGeom>
              <a:solidFill>
                <a:schemeClr val="bg1">
                  <a:alpha val="100000"/>
                </a:schemeClr>
              </a:solidFill>
              <a:ln w="9525">
                <a:noFill/>
              </a:ln>
            </p:spPr>
            <p:txBody>
              <a:bodyPr/>
              <a:p>
                <a:endParaRPr lang="zh-CN" altLang="en-US"/>
              </a:p>
            </p:txBody>
          </p:sp>
          <p:sp>
            <p:nvSpPr>
              <p:cNvPr id="154783" name="Freeform 89"/>
              <p:cNvSpPr/>
              <p:nvPr/>
            </p:nvSpPr>
            <p:spPr>
              <a:xfrm>
                <a:off x="4884" y="1997"/>
                <a:ext cx="119" cy="38"/>
              </a:xfrm>
              <a:custGeom>
                <a:avLst/>
                <a:gdLst/>
                <a:ahLst/>
                <a:cxnLst>
                  <a:cxn ang="0">
                    <a:pos x="0" y="0"/>
                  </a:cxn>
                  <a:cxn ang="0">
                    <a:pos x="0" y="0"/>
                  </a:cxn>
                  <a:cxn ang="0">
                    <a:pos x="0" y="0"/>
                  </a:cxn>
                  <a:cxn ang="0">
                    <a:pos x="0" y="0"/>
                  </a:cxn>
                  <a:cxn ang="0">
                    <a:pos x="0" y="0"/>
                  </a:cxn>
                </a:cxnLst>
                <a:pathLst>
                  <a:path w="837" h="269">
                    <a:moveTo>
                      <a:pt x="837" y="96"/>
                    </a:moveTo>
                    <a:lnTo>
                      <a:pt x="12" y="0"/>
                    </a:lnTo>
                    <a:lnTo>
                      <a:pt x="0" y="96"/>
                    </a:lnTo>
                    <a:lnTo>
                      <a:pt x="812" y="269"/>
                    </a:lnTo>
                    <a:lnTo>
                      <a:pt x="837" y="96"/>
                    </a:lnTo>
                    <a:close/>
                  </a:path>
                </a:pathLst>
              </a:custGeom>
              <a:solidFill>
                <a:schemeClr val="bg1">
                  <a:alpha val="100000"/>
                </a:schemeClr>
              </a:solidFill>
              <a:ln w="9525">
                <a:noFill/>
              </a:ln>
            </p:spPr>
            <p:txBody>
              <a:bodyPr/>
              <a:p>
                <a:endParaRPr lang="zh-CN" altLang="en-US"/>
              </a:p>
            </p:txBody>
          </p:sp>
          <p:sp>
            <p:nvSpPr>
              <p:cNvPr id="154784" name="Freeform 90"/>
              <p:cNvSpPr/>
              <p:nvPr/>
            </p:nvSpPr>
            <p:spPr>
              <a:xfrm>
                <a:off x="4943" y="2009"/>
                <a:ext cx="51" cy="18"/>
              </a:xfrm>
              <a:custGeom>
                <a:avLst/>
                <a:gdLst/>
                <a:ahLst/>
                <a:cxnLst>
                  <a:cxn ang="0">
                    <a:pos x="0" y="0"/>
                  </a:cxn>
                  <a:cxn ang="0">
                    <a:pos x="0" y="0"/>
                  </a:cxn>
                  <a:cxn ang="0">
                    <a:pos x="0" y="0"/>
                  </a:cxn>
                  <a:cxn ang="0">
                    <a:pos x="0" y="0"/>
                  </a:cxn>
                  <a:cxn ang="0">
                    <a:pos x="0" y="0"/>
                  </a:cxn>
                </a:cxnLst>
                <a:pathLst>
                  <a:path w="358" h="122">
                    <a:moveTo>
                      <a:pt x="358" y="53"/>
                    </a:moveTo>
                    <a:lnTo>
                      <a:pt x="5" y="0"/>
                    </a:lnTo>
                    <a:lnTo>
                      <a:pt x="0" y="51"/>
                    </a:lnTo>
                    <a:lnTo>
                      <a:pt x="348" y="122"/>
                    </a:lnTo>
                    <a:lnTo>
                      <a:pt x="358" y="53"/>
                    </a:lnTo>
                    <a:close/>
                  </a:path>
                </a:pathLst>
              </a:custGeom>
              <a:solidFill>
                <a:srgbClr val="FFCCFF">
                  <a:alpha val="100000"/>
                </a:srgbClr>
              </a:solidFill>
              <a:ln w="9525">
                <a:noFill/>
              </a:ln>
            </p:spPr>
            <p:txBody>
              <a:bodyPr/>
              <a:p>
                <a:endParaRPr lang="zh-CN" altLang="en-US"/>
              </a:p>
            </p:txBody>
          </p:sp>
          <p:sp>
            <p:nvSpPr>
              <p:cNvPr id="154785" name="Freeform 91"/>
              <p:cNvSpPr/>
              <p:nvPr/>
            </p:nvSpPr>
            <p:spPr>
              <a:xfrm>
                <a:off x="4891" y="2000"/>
                <a:ext cx="34" cy="13"/>
              </a:xfrm>
              <a:custGeom>
                <a:avLst/>
                <a:gdLst/>
                <a:ahLst/>
                <a:cxnLst>
                  <a:cxn ang="0">
                    <a:pos x="0" y="0"/>
                  </a:cxn>
                  <a:cxn ang="0">
                    <a:pos x="0" y="0"/>
                  </a:cxn>
                  <a:cxn ang="0">
                    <a:pos x="0" y="0"/>
                  </a:cxn>
                  <a:cxn ang="0">
                    <a:pos x="0" y="0"/>
                  </a:cxn>
                  <a:cxn ang="0">
                    <a:pos x="0" y="0"/>
                  </a:cxn>
                </a:cxnLst>
                <a:pathLst>
                  <a:path w="239" h="91">
                    <a:moveTo>
                      <a:pt x="239" y="42"/>
                    </a:moveTo>
                    <a:lnTo>
                      <a:pt x="0" y="0"/>
                    </a:lnTo>
                    <a:lnTo>
                      <a:pt x="2" y="44"/>
                    </a:lnTo>
                    <a:lnTo>
                      <a:pt x="231" y="91"/>
                    </a:lnTo>
                    <a:lnTo>
                      <a:pt x="239" y="42"/>
                    </a:lnTo>
                    <a:close/>
                  </a:path>
                </a:pathLst>
              </a:custGeom>
              <a:solidFill>
                <a:srgbClr val="FFCCFF">
                  <a:alpha val="100000"/>
                </a:srgbClr>
              </a:solidFill>
              <a:ln w="9525">
                <a:noFill/>
              </a:ln>
            </p:spPr>
            <p:txBody>
              <a:bodyPr/>
              <a:p>
                <a:endParaRPr lang="zh-CN" altLang="en-US"/>
              </a:p>
            </p:txBody>
          </p:sp>
          <p:sp>
            <p:nvSpPr>
              <p:cNvPr id="154786" name="Freeform 92"/>
              <p:cNvSpPr/>
              <p:nvPr/>
            </p:nvSpPr>
            <p:spPr>
              <a:xfrm>
                <a:off x="4805" y="2013"/>
                <a:ext cx="202" cy="67"/>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409" h="466">
                    <a:moveTo>
                      <a:pt x="0" y="140"/>
                    </a:moveTo>
                    <a:lnTo>
                      <a:pt x="4" y="140"/>
                    </a:lnTo>
                    <a:lnTo>
                      <a:pt x="12" y="138"/>
                    </a:lnTo>
                    <a:lnTo>
                      <a:pt x="27" y="135"/>
                    </a:lnTo>
                    <a:lnTo>
                      <a:pt x="45" y="132"/>
                    </a:lnTo>
                    <a:lnTo>
                      <a:pt x="67" y="128"/>
                    </a:lnTo>
                    <a:lnTo>
                      <a:pt x="92" y="123"/>
                    </a:lnTo>
                    <a:lnTo>
                      <a:pt x="120" y="116"/>
                    </a:lnTo>
                    <a:lnTo>
                      <a:pt x="150" y="108"/>
                    </a:lnTo>
                    <a:lnTo>
                      <a:pt x="181" y="100"/>
                    </a:lnTo>
                    <a:lnTo>
                      <a:pt x="212" y="89"/>
                    </a:lnTo>
                    <a:lnTo>
                      <a:pt x="243" y="78"/>
                    </a:lnTo>
                    <a:lnTo>
                      <a:pt x="273" y="65"/>
                    </a:lnTo>
                    <a:lnTo>
                      <a:pt x="303" y="50"/>
                    </a:lnTo>
                    <a:lnTo>
                      <a:pt x="330" y="35"/>
                    </a:lnTo>
                    <a:lnTo>
                      <a:pt x="355" y="18"/>
                    </a:lnTo>
                    <a:lnTo>
                      <a:pt x="375" y="0"/>
                    </a:lnTo>
                    <a:lnTo>
                      <a:pt x="1409" y="236"/>
                    </a:lnTo>
                    <a:lnTo>
                      <a:pt x="1407" y="239"/>
                    </a:lnTo>
                    <a:lnTo>
                      <a:pt x="1401" y="245"/>
                    </a:lnTo>
                    <a:lnTo>
                      <a:pt x="1392" y="254"/>
                    </a:lnTo>
                    <a:lnTo>
                      <a:pt x="1379" y="265"/>
                    </a:lnTo>
                    <a:lnTo>
                      <a:pt x="1363" y="279"/>
                    </a:lnTo>
                    <a:lnTo>
                      <a:pt x="1345" y="295"/>
                    </a:lnTo>
                    <a:lnTo>
                      <a:pt x="1325" y="313"/>
                    </a:lnTo>
                    <a:lnTo>
                      <a:pt x="1303" y="332"/>
                    </a:lnTo>
                    <a:lnTo>
                      <a:pt x="1279" y="351"/>
                    </a:lnTo>
                    <a:lnTo>
                      <a:pt x="1253" y="371"/>
                    </a:lnTo>
                    <a:lnTo>
                      <a:pt x="1227" y="390"/>
                    </a:lnTo>
                    <a:lnTo>
                      <a:pt x="1200" y="409"/>
                    </a:lnTo>
                    <a:lnTo>
                      <a:pt x="1172" y="426"/>
                    </a:lnTo>
                    <a:lnTo>
                      <a:pt x="1145" y="441"/>
                    </a:lnTo>
                    <a:lnTo>
                      <a:pt x="1117" y="455"/>
                    </a:lnTo>
                    <a:lnTo>
                      <a:pt x="1091" y="466"/>
                    </a:lnTo>
                    <a:lnTo>
                      <a:pt x="0" y="140"/>
                    </a:lnTo>
                    <a:close/>
                  </a:path>
                </a:pathLst>
              </a:custGeom>
              <a:solidFill>
                <a:srgbClr val="FFCCFF">
                  <a:alpha val="100000"/>
                </a:srgbClr>
              </a:solidFill>
              <a:ln w="9525">
                <a:noFill/>
              </a:ln>
            </p:spPr>
            <p:txBody>
              <a:bodyPr/>
              <a:p>
                <a:endParaRPr lang="zh-CN" altLang="en-US"/>
              </a:p>
            </p:txBody>
          </p:sp>
          <p:sp>
            <p:nvSpPr>
              <p:cNvPr id="154787" name="Freeform 93"/>
              <p:cNvSpPr/>
              <p:nvPr/>
            </p:nvSpPr>
            <p:spPr>
              <a:xfrm>
                <a:off x="5006" y="2006"/>
                <a:ext cx="72" cy="32"/>
              </a:xfrm>
              <a:custGeom>
                <a:avLst/>
                <a:gdLst/>
                <a:ahLst/>
                <a:cxnLst>
                  <a:cxn ang="0">
                    <a:pos x="0" y="0"/>
                  </a:cxn>
                  <a:cxn ang="0">
                    <a:pos x="0" y="0"/>
                  </a:cxn>
                  <a:cxn ang="0">
                    <a:pos x="0" y="0"/>
                  </a:cxn>
                  <a:cxn ang="0">
                    <a:pos x="0" y="0"/>
                  </a:cxn>
                  <a:cxn ang="0">
                    <a:pos x="0" y="0"/>
                  </a:cxn>
                  <a:cxn ang="0">
                    <a:pos x="0" y="0"/>
                  </a:cxn>
                </a:cxnLst>
                <a:pathLst>
                  <a:path w="502" h="223">
                    <a:moveTo>
                      <a:pt x="51" y="223"/>
                    </a:moveTo>
                    <a:lnTo>
                      <a:pt x="502" y="90"/>
                    </a:lnTo>
                    <a:lnTo>
                      <a:pt x="229" y="0"/>
                    </a:lnTo>
                    <a:lnTo>
                      <a:pt x="6" y="26"/>
                    </a:lnTo>
                    <a:lnTo>
                      <a:pt x="0" y="211"/>
                    </a:lnTo>
                    <a:lnTo>
                      <a:pt x="51" y="223"/>
                    </a:lnTo>
                    <a:close/>
                  </a:path>
                </a:pathLst>
              </a:custGeom>
              <a:solidFill>
                <a:schemeClr val="bg1">
                  <a:alpha val="100000"/>
                </a:schemeClr>
              </a:solidFill>
              <a:ln w="9525">
                <a:noFill/>
              </a:ln>
            </p:spPr>
            <p:txBody>
              <a:bodyPr/>
              <a:p>
                <a:endParaRPr lang="zh-CN" altLang="en-US"/>
              </a:p>
            </p:txBody>
          </p:sp>
          <p:sp>
            <p:nvSpPr>
              <p:cNvPr id="154788" name="Freeform 94"/>
              <p:cNvSpPr/>
              <p:nvPr/>
            </p:nvSpPr>
            <p:spPr>
              <a:xfrm>
                <a:off x="4821" y="1869"/>
                <a:ext cx="38" cy="152"/>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67" h="1064">
                    <a:moveTo>
                      <a:pt x="267" y="26"/>
                    </a:moveTo>
                    <a:lnTo>
                      <a:pt x="266" y="24"/>
                    </a:lnTo>
                    <a:lnTo>
                      <a:pt x="262" y="22"/>
                    </a:lnTo>
                    <a:lnTo>
                      <a:pt x="254" y="20"/>
                    </a:lnTo>
                    <a:lnTo>
                      <a:pt x="244" y="16"/>
                    </a:lnTo>
                    <a:lnTo>
                      <a:pt x="232" y="12"/>
                    </a:lnTo>
                    <a:lnTo>
                      <a:pt x="218" y="8"/>
                    </a:lnTo>
                    <a:lnTo>
                      <a:pt x="202" y="5"/>
                    </a:lnTo>
                    <a:lnTo>
                      <a:pt x="184" y="1"/>
                    </a:lnTo>
                    <a:lnTo>
                      <a:pt x="164" y="0"/>
                    </a:lnTo>
                    <a:lnTo>
                      <a:pt x="143" y="0"/>
                    </a:lnTo>
                    <a:lnTo>
                      <a:pt x="121" y="3"/>
                    </a:lnTo>
                    <a:lnTo>
                      <a:pt x="98" y="6"/>
                    </a:lnTo>
                    <a:lnTo>
                      <a:pt x="74" y="13"/>
                    </a:lnTo>
                    <a:lnTo>
                      <a:pt x="50" y="22"/>
                    </a:lnTo>
                    <a:lnTo>
                      <a:pt x="25" y="35"/>
                    </a:lnTo>
                    <a:lnTo>
                      <a:pt x="0" y="51"/>
                    </a:lnTo>
                    <a:lnTo>
                      <a:pt x="0" y="1064"/>
                    </a:lnTo>
                    <a:lnTo>
                      <a:pt x="1" y="1064"/>
                    </a:lnTo>
                    <a:lnTo>
                      <a:pt x="7" y="1064"/>
                    </a:lnTo>
                    <a:lnTo>
                      <a:pt x="15" y="1063"/>
                    </a:lnTo>
                    <a:lnTo>
                      <a:pt x="25" y="1062"/>
                    </a:lnTo>
                    <a:lnTo>
                      <a:pt x="37" y="1060"/>
                    </a:lnTo>
                    <a:lnTo>
                      <a:pt x="52" y="1057"/>
                    </a:lnTo>
                    <a:lnTo>
                      <a:pt x="69" y="1054"/>
                    </a:lnTo>
                    <a:lnTo>
                      <a:pt x="88" y="1049"/>
                    </a:lnTo>
                    <a:lnTo>
                      <a:pt x="108" y="1044"/>
                    </a:lnTo>
                    <a:lnTo>
                      <a:pt x="129" y="1037"/>
                    </a:lnTo>
                    <a:lnTo>
                      <a:pt x="152" y="1029"/>
                    </a:lnTo>
                    <a:lnTo>
                      <a:pt x="175" y="1018"/>
                    </a:lnTo>
                    <a:lnTo>
                      <a:pt x="198" y="1007"/>
                    </a:lnTo>
                    <a:lnTo>
                      <a:pt x="222" y="994"/>
                    </a:lnTo>
                    <a:lnTo>
                      <a:pt x="244" y="979"/>
                    </a:lnTo>
                    <a:lnTo>
                      <a:pt x="267" y="962"/>
                    </a:lnTo>
                    <a:lnTo>
                      <a:pt x="267" y="26"/>
                    </a:lnTo>
                    <a:close/>
                  </a:path>
                </a:pathLst>
              </a:custGeom>
              <a:solidFill>
                <a:schemeClr val="bg1">
                  <a:alpha val="100000"/>
                </a:schemeClr>
              </a:solidFill>
              <a:ln w="9525">
                <a:noFill/>
              </a:ln>
            </p:spPr>
            <p:txBody>
              <a:bodyPr/>
              <a:p>
                <a:endParaRPr lang="zh-CN" altLang="en-US"/>
              </a:p>
            </p:txBody>
          </p:sp>
          <p:sp>
            <p:nvSpPr>
              <p:cNvPr id="154789" name="Freeform 95"/>
              <p:cNvSpPr/>
              <p:nvPr/>
            </p:nvSpPr>
            <p:spPr>
              <a:xfrm>
                <a:off x="4822" y="1871"/>
                <a:ext cx="33" cy="12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28" h="898">
                    <a:moveTo>
                      <a:pt x="228" y="21"/>
                    </a:moveTo>
                    <a:lnTo>
                      <a:pt x="227" y="20"/>
                    </a:lnTo>
                    <a:lnTo>
                      <a:pt x="224" y="19"/>
                    </a:lnTo>
                    <a:lnTo>
                      <a:pt x="217" y="17"/>
                    </a:lnTo>
                    <a:lnTo>
                      <a:pt x="209" y="13"/>
                    </a:lnTo>
                    <a:lnTo>
                      <a:pt x="199" y="10"/>
                    </a:lnTo>
                    <a:lnTo>
                      <a:pt x="186" y="6"/>
                    </a:lnTo>
                    <a:lnTo>
                      <a:pt x="172" y="4"/>
                    </a:lnTo>
                    <a:lnTo>
                      <a:pt x="157" y="2"/>
                    </a:lnTo>
                    <a:lnTo>
                      <a:pt x="140" y="0"/>
                    </a:lnTo>
                    <a:lnTo>
                      <a:pt x="122" y="0"/>
                    </a:lnTo>
                    <a:lnTo>
                      <a:pt x="104" y="2"/>
                    </a:lnTo>
                    <a:lnTo>
                      <a:pt x="83" y="5"/>
                    </a:lnTo>
                    <a:lnTo>
                      <a:pt x="64" y="11"/>
                    </a:lnTo>
                    <a:lnTo>
                      <a:pt x="42" y="19"/>
                    </a:lnTo>
                    <a:lnTo>
                      <a:pt x="21" y="29"/>
                    </a:lnTo>
                    <a:lnTo>
                      <a:pt x="0" y="43"/>
                    </a:lnTo>
                    <a:lnTo>
                      <a:pt x="0" y="898"/>
                    </a:lnTo>
                    <a:lnTo>
                      <a:pt x="1" y="898"/>
                    </a:lnTo>
                    <a:lnTo>
                      <a:pt x="5" y="898"/>
                    </a:lnTo>
                    <a:lnTo>
                      <a:pt x="12" y="897"/>
                    </a:lnTo>
                    <a:lnTo>
                      <a:pt x="21" y="896"/>
                    </a:lnTo>
                    <a:lnTo>
                      <a:pt x="32" y="894"/>
                    </a:lnTo>
                    <a:lnTo>
                      <a:pt x="45" y="892"/>
                    </a:lnTo>
                    <a:lnTo>
                      <a:pt x="59" y="889"/>
                    </a:lnTo>
                    <a:lnTo>
                      <a:pt x="75" y="884"/>
                    </a:lnTo>
                    <a:lnTo>
                      <a:pt x="92" y="879"/>
                    </a:lnTo>
                    <a:lnTo>
                      <a:pt x="111" y="874"/>
                    </a:lnTo>
                    <a:lnTo>
                      <a:pt x="130" y="867"/>
                    </a:lnTo>
                    <a:lnTo>
                      <a:pt x="149" y="858"/>
                    </a:lnTo>
                    <a:lnTo>
                      <a:pt x="169" y="848"/>
                    </a:lnTo>
                    <a:lnTo>
                      <a:pt x="190" y="837"/>
                    </a:lnTo>
                    <a:lnTo>
                      <a:pt x="209" y="824"/>
                    </a:lnTo>
                    <a:lnTo>
                      <a:pt x="228" y="809"/>
                    </a:lnTo>
                    <a:lnTo>
                      <a:pt x="228" y="21"/>
                    </a:lnTo>
                    <a:close/>
                  </a:path>
                </a:pathLst>
              </a:custGeom>
              <a:solidFill>
                <a:srgbClr val="FFCCFF">
                  <a:alpha val="100000"/>
                </a:srgbClr>
              </a:solidFill>
              <a:ln w="9525">
                <a:noFill/>
              </a:ln>
            </p:spPr>
            <p:txBody>
              <a:bodyPr/>
              <a:p>
                <a:endParaRPr lang="zh-CN" altLang="en-US"/>
              </a:p>
            </p:txBody>
          </p:sp>
          <p:sp>
            <p:nvSpPr>
              <p:cNvPr id="154790" name="Freeform 96"/>
              <p:cNvSpPr/>
              <p:nvPr/>
            </p:nvSpPr>
            <p:spPr>
              <a:xfrm>
                <a:off x="4823" y="1872"/>
                <a:ext cx="27" cy="104"/>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92" h="729">
                    <a:moveTo>
                      <a:pt x="192" y="17"/>
                    </a:moveTo>
                    <a:lnTo>
                      <a:pt x="191" y="17"/>
                    </a:lnTo>
                    <a:lnTo>
                      <a:pt x="187" y="15"/>
                    </a:lnTo>
                    <a:lnTo>
                      <a:pt x="183" y="12"/>
                    </a:lnTo>
                    <a:lnTo>
                      <a:pt x="176" y="10"/>
                    </a:lnTo>
                    <a:lnTo>
                      <a:pt x="167" y="8"/>
                    </a:lnTo>
                    <a:lnTo>
                      <a:pt x="156" y="4"/>
                    </a:lnTo>
                    <a:lnTo>
                      <a:pt x="145" y="2"/>
                    </a:lnTo>
                    <a:lnTo>
                      <a:pt x="132" y="0"/>
                    </a:lnTo>
                    <a:lnTo>
                      <a:pt x="117" y="0"/>
                    </a:lnTo>
                    <a:lnTo>
                      <a:pt x="102" y="0"/>
                    </a:lnTo>
                    <a:lnTo>
                      <a:pt x="86" y="1"/>
                    </a:lnTo>
                    <a:lnTo>
                      <a:pt x="70" y="3"/>
                    </a:lnTo>
                    <a:lnTo>
                      <a:pt x="53" y="8"/>
                    </a:lnTo>
                    <a:lnTo>
                      <a:pt x="35" y="15"/>
                    </a:lnTo>
                    <a:lnTo>
                      <a:pt x="18" y="24"/>
                    </a:lnTo>
                    <a:lnTo>
                      <a:pt x="0" y="35"/>
                    </a:lnTo>
                    <a:lnTo>
                      <a:pt x="0" y="729"/>
                    </a:lnTo>
                    <a:lnTo>
                      <a:pt x="1" y="729"/>
                    </a:lnTo>
                    <a:lnTo>
                      <a:pt x="4" y="729"/>
                    </a:lnTo>
                    <a:lnTo>
                      <a:pt x="10" y="728"/>
                    </a:lnTo>
                    <a:lnTo>
                      <a:pt x="18" y="727"/>
                    </a:lnTo>
                    <a:lnTo>
                      <a:pt x="27" y="726"/>
                    </a:lnTo>
                    <a:lnTo>
                      <a:pt x="37" y="725"/>
                    </a:lnTo>
                    <a:lnTo>
                      <a:pt x="50" y="721"/>
                    </a:lnTo>
                    <a:lnTo>
                      <a:pt x="64" y="719"/>
                    </a:lnTo>
                    <a:lnTo>
                      <a:pt x="77" y="714"/>
                    </a:lnTo>
                    <a:lnTo>
                      <a:pt x="92" y="710"/>
                    </a:lnTo>
                    <a:lnTo>
                      <a:pt x="108" y="704"/>
                    </a:lnTo>
                    <a:lnTo>
                      <a:pt x="125" y="697"/>
                    </a:lnTo>
                    <a:lnTo>
                      <a:pt x="141" y="689"/>
                    </a:lnTo>
                    <a:lnTo>
                      <a:pt x="159" y="680"/>
                    </a:lnTo>
                    <a:lnTo>
                      <a:pt x="176" y="668"/>
                    </a:lnTo>
                    <a:lnTo>
                      <a:pt x="192" y="657"/>
                    </a:lnTo>
                    <a:lnTo>
                      <a:pt x="192" y="17"/>
                    </a:lnTo>
                    <a:close/>
                  </a:path>
                </a:pathLst>
              </a:custGeom>
              <a:solidFill>
                <a:schemeClr val="bg1">
                  <a:alpha val="100000"/>
                </a:schemeClr>
              </a:solidFill>
              <a:ln w="9525">
                <a:noFill/>
              </a:ln>
            </p:spPr>
            <p:txBody>
              <a:bodyPr/>
              <a:p>
                <a:endParaRPr lang="zh-CN" altLang="en-US"/>
              </a:p>
            </p:txBody>
          </p:sp>
          <p:sp>
            <p:nvSpPr>
              <p:cNvPr id="154791" name="Freeform 97"/>
              <p:cNvSpPr/>
              <p:nvPr/>
            </p:nvSpPr>
            <p:spPr>
              <a:xfrm>
                <a:off x="4824" y="1873"/>
                <a:ext cx="22" cy="8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56" h="564">
                    <a:moveTo>
                      <a:pt x="156" y="15"/>
                    </a:moveTo>
                    <a:lnTo>
                      <a:pt x="153" y="14"/>
                    </a:lnTo>
                    <a:lnTo>
                      <a:pt x="142" y="9"/>
                    </a:lnTo>
                    <a:lnTo>
                      <a:pt x="127" y="4"/>
                    </a:lnTo>
                    <a:lnTo>
                      <a:pt x="108" y="1"/>
                    </a:lnTo>
                    <a:lnTo>
                      <a:pt x="84" y="0"/>
                    </a:lnTo>
                    <a:lnTo>
                      <a:pt x="58" y="3"/>
                    </a:lnTo>
                    <a:lnTo>
                      <a:pt x="29" y="12"/>
                    </a:lnTo>
                    <a:lnTo>
                      <a:pt x="0" y="28"/>
                    </a:lnTo>
                    <a:lnTo>
                      <a:pt x="0" y="564"/>
                    </a:lnTo>
                    <a:lnTo>
                      <a:pt x="4" y="564"/>
                    </a:lnTo>
                    <a:lnTo>
                      <a:pt x="15" y="563"/>
                    </a:lnTo>
                    <a:lnTo>
                      <a:pt x="31" y="560"/>
                    </a:lnTo>
                    <a:lnTo>
                      <a:pt x="52" y="555"/>
                    </a:lnTo>
                    <a:lnTo>
                      <a:pt x="76" y="548"/>
                    </a:lnTo>
                    <a:lnTo>
                      <a:pt x="102" y="537"/>
                    </a:lnTo>
                    <a:lnTo>
                      <a:pt x="128" y="524"/>
                    </a:lnTo>
                    <a:lnTo>
                      <a:pt x="156" y="505"/>
                    </a:lnTo>
                    <a:lnTo>
                      <a:pt x="156" y="15"/>
                    </a:lnTo>
                    <a:close/>
                  </a:path>
                </a:pathLst>
              </a:custGeom>
              <a:solidFill>
                <a:schemeClr val="bg1">
                  <a:alpha val="100000"/>
                </a:schemeClr>
              </a:solidFill>
              <a:ln w="9525">
                <a:noFill/>
              </a:ln>
            </p:spPr>
            <p:txBody>
              <a:bodyPr/>
              <a:p>
                <a:endParaRPr lang="zh-CN" altLang="en-US"/>
              </a:p>
            </p:txBody>
          </p:sp>
          <p:sp>
            <p:nvSpPr>
              <p:cNvPr id="154792" name="Freeform 98"/>
              <p:cNvSpPr/>
              <p:nvPr/>
            </p:nvSpPr>
            <p:spPr>
              <a:xfrm>
                <a:off x="4825" y="1875"/>
                <a:ext cx="17" cy="5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7" h="396">
                    <a:moveTo>
                      <a:pt x="117" y="10"/>
                    </a:moveTo>
                    <a:lnTo>
                      <a:pt x="115" y="9"/>
                    </a:lnTo>
                    <a:lnTo>
                      <a:pt x="107" y="6"/>
                    </a:lnTo>
                    <a:lnTo>
                      <a:pt x="95" y="2"/>
                    </a:lnTo>
                    <a:lnTo>
                      <a:pt x="80" y="0"/>
                    </a:lnTo>
                    <a:lnTo>
                      <a:pt x="63" y="0"/>
                    </a:lnTo>
                    <a:lnTo>
                      <a:pt x="43" y="2"/>
                    </a:lnTo>
                    <a:lnTo>
                      <a:pt x="22" y="9"/>
                    </a:lnTo>
                    <a:lnTo>
                      <a:pt x="0" y="22"/>
                    </a:lnTo>
                    <a:lnTo>
                      <a:pt x="0" y="396"/>
                    </a:lnTo>
                    <a:lnTo>
                      <a:pt x="3" y="396"/>
                    </a:lnTo>
                    <a:lnTo>
                      <a:pt x="11" y="395"/>
                    </a:lnTo>
                    <a:lnTo>
                      <a:pt x="23" y="393"/>
                    </a:lnTo>
                    <a:lnTo>
                      <a:pt x="39" y="389"/>
                    </a:lnTo>
                    <a:lnTo>
                      <a:pt x="58" y="385"/>
                    </a:lnTo>
                    <a:lnTo>
                      <a:pt x="77" y="377"/>
                    </a:lnTo>
                    <a:lnTo>
                      <a:pt x="96" y="365"/>
                    </a:lnTo>
                    <a:lnTo>
                      <a:pt x="117" y="351"/>
                    </a:lnTo>
                    <a:lnTo>
                      <a:pt x="117" y="10"/>
                    </a:lnTo>
                    <a:close/>
                  </a:path>
                </a:pathLst>
              </a:custGeom>
              <a:solidFill>
                <a:srgbClr val="FFCCFF">
                  <a:alpha val="100000"/>
                </a:srgbClr>
              </a:solidFill>
              <a:ln w="9525">
                <a:noFill/>
              </a:ln>
            </p:spPr>
            <p:txBody>
              <a:bodyPr/>
              <a:p>
                <a:endParaRPr lang="zh-CN" altLang="en-US"/>
              </a:p>
            </p:txBody>
          </p:sp>
          <p:sp>
            <p:nvSpPr>
              <p:cNvPr id="154793" name="Freeform 99"/>
              <p:cNvSpPr/>
              <p:nvPr/>
            </p:nvSpPr>
            <p:spPr>
              <a:xfrm>
                <a:off x="4826" y="1876"/>
                <a:ext cx="11" cy="33"/>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80" h="230">
                    <a:moveTo>
                      <a:pt x="80" y="7"/>
                    </a:moveTo>
                    <a:lnTo>
                      <a:pt x="78" y="6"/>
                    </a:lnTo>
                    <a:lnTo>
                      <a:pt x="73" y="5"/>
                    </a:lnTo>
                    <a:lnTo>
                      <a:pt x="65" y="2"/>
                    </a:lnTo>
                    <a:lnTo>
                      <a:pt x="55" y="0"/>
                    </a:lnTo>
                    <a:lnTo>
                      <a:pt x="44" y="0"/>
                    </a:lnTo>
                    <a:lnTo>
                      <a:pt x="30" y="1"/>
                    </a:lnTo>
                    <a:lnTo>
                      <a:pt x="15" y="7"/>
                    </a:lnTo>
                    <a:lnTo>
                      <a:pt x="0" y="15"/>
                    </a:lnTo>
                    <a:lnTo>
                      <a:pt x="0" y="230"/>
                    </a:lnTo>
                    <a:lnTo>
                      <a:pt x="3" y="230"/>
                    </a:lnTo>
                    <a:lnTo>
                      <a:pt x="7" y="229"/>
                    </a:lnTo>
                    <a:lnTo>
                      <a:pt x="16" y="228"/>
                    </a:lnTo>
                    <a:lnTo>
                      <a:pt x="27" y="225"/>
                    </a:lnTo>
                    <a:lnTo>
                      <a:pt x="39" y="222"/>
                    </a:lnTo>
                    <a:lnTo>
                      <a:pt x="53" y="216"/>
                    </a:lnTo>
                    <a:lnTo>
                      <a:pt x="67" y="208"/>
                    </a:lnTo>
                    <a:lnTo>
                      <a:pt x="80" y="199"/>
                    </a:lnTo>
                    <a:lnTo>
                      <a:pt x="80" y="7"/>
                    </a:lnTo>
                    <a:close/>
                  </a:path>
                </a:pathLst>
              </a:custGeom>
              <a:solidFill>
                <a:srgbClr val="FFCCFF">
                  <a:alpha val="100000"/>
                </a:srgbClr>
              </a:solidFill>
              <a:ln w="9525">
                <a:noFill/>
              </a:ln>
            </p:spPr>
            <p:txBody>
              <a:bodyPr/>
              <a:p>
                <a:endParaRPr lang="zh-CN" altLang="en-US"/>
              </a:p>
            </p:txBody>
          </p:sp>
          <p:sp>
            <p:nvSpPr>
              <p:cNvPr id="154794" name="Freeform 100"/>
              <p:cNvSpPr/>
              <p:nvPr/>
            </p:nvSpPr>
            <p:spPr>
              <a:xfrm>
                <a:off x="4964" y="1970"/>
                <a:ext cx="16" cy="17"/>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7" h="117">
                    <a:moveTo>
                      <a:pt x="58" y="117"/>
                    </a:moveTo>
                    <a:lnTo>
                      <a:pt x="70" y="116"/>
                    </a:lnTo>
                    <a:lnTo>
                      <a:pt x="81" y="112"/>
                    </a:lnTo>
                    <a:lnTo>
                      <a:pt x="90" y="106"/>
                    </a:lnTo>
                    <a:lnTo>
                      <a:pt x="100" y="100"/>
                    </a:lnTo>
                    <a:lnTo>
                      <a:pt x="106" y="90"/>
                    </a:lnTo>
                    <a:lnTo>
                      <a:pt x="112" y="81"/>
                    </a:lnTo>
                    <a:lnTo>
                      <a:pt x="116" y="70"/>
                    </a:lnTo>
                    <a:lnTo>
                      <a:pt x="117" y="58"/>
                    </a:lnTo>
                    <a:lnTo>
                      <a:pt x="116" y="46"/>
                    </a:lnTo>
                    <a:lnTo>
                      <a:pt x="112" y="35"/>
                    </a:lnTo>
                    <a:lnTo>
                      <a:pt x="106" y="25"/>
                    </a:lnTo>
                    <a:lnTo>
                      <a:pt x="100" y="17"/>
                    </a:lnTo>
                    <a:lnTo>
                      <a:pt x="90" y="9"/>
                    </a:lnTo>
                    <a:lnTo>
                      <a:pt x="81" y="4"/>
                    </a:lnTo>
                    <a:lnTo>
                      <a:pt x="70" y="1"/>
                    </a:lnTo>
                    <a:lnTo>
                      <a:pt x="58" y="0"/>
                    </a:lnTo>
                    <a:lnTo>
                      <a:pt x="47" y="1"/>
                    </a:lnTo>
                    <a:lnTo>
                      <a:pt x="36" y="4"/>
                    </a:lnTo>
                    <a:lnTo>
                      <a:pt x="26" y="9"/>
                    </a:lnTo>
                    <a:lnTo>
                      <a:pt x="17" y="17"/>
                    </a:lnTo>
                    <a:lnTo>
                      <a:pt x="10" y="25"/>
                    </a:lnTo>
                    <a:lnTo>
                      <a:pt x="5" y="35"/>
                    </a:lnTo>
                    <a:lnTo>
                      <a:pt x="1" y="46"/>
                    </a:lnTo>
                    <a:lnTo>
                      <a:pt x="0" y="58"/>
                    </a:lnTo>
                    <a:lnTo>
                      <a:pt x="1" y="70"/>
                    </a:lnTo>
                    <a:lnTo>
                      <a:pt x="5" y="81"/>
                    </a:lnTo>
                    <a:lnTo>
                      <a:pt x="10" y="90"/>
                    </a:lnTo>
                    <a:lnTo>
                      <a:pt x="17" y="100"/>
                    </a:lnTo>
                    <a:lnTo>
                      <a:pt x="26" y="106"/>
                    </a:lnTo>
                    <a:lnTo>
                      <a:pt x="36" y="112"/>
                    </a:lnTo>
                    <a:lnTo>
                      <a:pt x="47" y="116"/>
                    </a:lnTo>
                    <a:lnTo>
                      <a:pt x="58" y="117"/>
                    </a:lnTo>
                    <a:close/>
                  </a:path>
                </a:pathLst>
              </a:custGeom>
              <a:solidFill>
                <a:srgbClr val="FFFFFF">
                  <a:alpha val="100000"/>
                </a:srgbClr>
              </a:solidFill>
              <a:ln w="9525">
                <a:noFill/>
              </a:ln>
            </p:spPr>
            <p:txBody>
              <a:bodyPr/>
              <a:p>
                <a:endParaRPr lang="zh-CN" altLang="en-US"/>
              </a:p>
            </p:txBody>
          </p:sp>
          <p:sp>
            <p:nvSpPr>
              <p:cNvPr id="154795" name="Freeform 101"/>
              <p:cNvSpPr/>
              <p:nvPr/>
            </p:nvSpPr>
            <p:spPr>
              <a:xfrm>
                <a:off x="4912" y="1970"/>
                <a:ext cx="9" cy="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8" h="59">
                    <a:moveTo>
                      <a:pt x="29" y="59"/>
                    </a:moveTo>
                    <a:lnTo>
                      <a:pt x="40" y="56"/>
                    </a:lnTo>
                    <a:lnTo>
                      <a:pt x="50" y="49"/>
                    </a:lnTo>
                    <a:lnTo>
                      <a:pt x="56" y="40"/>
                    </a:lnTo>
                    <a:lnTo>
                      <a:pt x="58" y="29"/>
                    </a:lnTo>
                    <a:lnTo>
                      <a:pt x="56" y="17"/>
                    </a:lnTo>
                    <a:lnTo>
                      <a:pt x="50" y="8"/>
                    </a:lnTo>
                    <a:lnTo>
                      <a:pt x="40" y="2"/>
                    </a:lnTo>
                    <a:lnTo>
                      <a:pt x="29" y="0"/>
                    </a:lnTo>
                    <a:lnTo>
                      <a:pt x="17" y="2"/>
                    </a:lnTo>
                    <a:lnTo>
                      <a:pt x="8" y="8"/>
                    </a:lnTo>
                    <a:lnTo>
                      <a:pt x="2" y="17"/>
                    </a:lnTo>
                    <a:lnTo>
                      <a:pt x="0" y="29"/>
                    </a:lnTo>
                    <a:lnTo>
                      <a:pt x="2" y="40"/>
                    </a:lnTo>
                    <a:lnTo>
                      <a:pt x="8" y="49"/>
                    </a:lnTo>
                    <a:lnTo>
                      <a:pt x="17" y="56"/>
                    </a:lnTo>
                    <a:lnTo>
                      <a:pt x="29" y="59"/>
                    </a:lnTo>
                    <a:close/>
                  </a:path>
                </a:pathLst>
              </a:custGeom>
              <a:solidFill>
                <a:srgbClr val="FFFFFF">
                  <a:alpha val="100000"/>
                </a:srgbClr>
              </a:solidFill>
              <a:ln w="9525">
                <a:noFill/>
              </a:ln>
            </p:spPr>
            <p:txBody>
              <a:bodyPr/>
              <a:p>
                <a:endParaRPr lang="zh-CN" altLang="en-US"/>
              </a:p>
            </p:txBody>
          </p:sp>
          <p:sp>
            <p:nvSpPr>
              <p:cNvPr id="154796" name="Freeform 102"/>
              <p:cNvSpPr/>
              <p:nvPr/>
            </p:nvSpPr>
            <p:spPr>
              <a:xfrm>
                <a:off x="4927" y="1971"/>
                <a:ext cx="8" cy="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8" h="59">
                    <a:moveTo>
                      <a:pt x="29" y="59"/>
                    </a:moveTo>
                    <a:lnTo>
                      <a:pt x="41" y="57"/>
                    </a:lnTo>
                    <a:lnTo>
                      <a:pt x="50" y="51"/>
                    </a:lnTo>
                    <a:lnTo>
                      <a:pt x="56" y="42"/>
                    </a:lnTo>
                    <a:lnTo>
                      <a:pt x="58" y="30"/>
                    </a:lnTo>
                    <a:lnTo>
                      <a:pt x="56" y="19"/>
                    </a:lnTo>
                    <a:lnTo>
                      <a:pt x="50" y="9"/>
                    </a:lnTo>
                    <a:lnTo>
                      <a:pt x="41" y="3"/>
                    </a:lnTo>
                    <a:lnTo>
                      <a:pt x="29" y="0"/>
                    </a:lnTo>
                    <a:lnTo>
                      <a:pt x="18" y="3"/>
                    </a:lnTo>
                    <a:lnTo>
                      <a:pt x="9" y="9"/>
                    </a:lnTo>
                    <a:lnTo>
                      <a:pt x="2" y="19"/>
                    </a:lnTo>
                    <a:lnTo>
                      <a:pt x="0" y="30"/>
                    </a:lnTo>
                    <a:lnTo>
                      <a:pt x="2" y="42"/>
                    </a:lnTo>
                    <a:lnTo>
                      <a:pt x="9" y="51"/>
                    </a:lnTo>
                    <a:lnTo>
                      <a:pt x="18" y="57"/>
                    </a:lnTo>
                    <a:lnTo>
                      <a:pt x="29" y="59"/>
                    </a:lnTo>
                    <a:close/>
                  </a:path>
                </a:pathLst>
              </a:custGeom>
              <a:solidFill>
                <a:srgbClr val="FFFFFF">
                  <a:alpha val="100000"/>
                </a:srgbClr>
              </a:solidFill>
              <a:ln w="9525">
                <a:noFill/>
              </a:ln>
            </p:spPr>
            <p:txBody>
              <a:bodyPr/>
              <a:p>
                <a:endParaRPr lang="zh-CN" altLang="en-US"/>
              </a:p>
            </p:txBody>
          </p:sp>
          <p:sp>
            <p:nvSpPr>
              <p:cNvPr id="154797" name="Freeform 103"/>
              <p:cNvSpPr/>
              <p:nvPr/>
            </p:nvSpPr>
            <p:spPr>
              <a:xfrm>
                <a:off x="4871" y="1856"/>
                <a:ext cx="23" cy="114"/>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66" h="800">
                    <a:moveTo>
                      <a:pt x="52" y="16"/>
                    </a:moveTo>
                    <a:lnTo>
                      <a:pt x="47" y="32"/>
                    </a:lnTo>
                    <a:lnTo>
                      <a:pt x="36" y="77"/>
                    </a:lnTo>
                    <a:lnTo>
                      <a:pt x="21" y="148"/>
                    </a:lnTo>
                    <a:lnTo>
                      <a:pt x="8" y="244"/>
                    </a:lnTo>
                    <a:lnTo>
                      <a:pt x="0" y="359"/>
                    </a:lnTo>
                    <a:lnTo>
                      <a:pt x="2" y="492"/>
                    </a:lnTo>
                    <a:lnTo>
                      <a:pt x="15" y="640"/>
                    </a:lnTo>
                    <a:lnTo>
                      <a:pt x="46" y="800"/>
                    </a:lnTo>
                    <a:lnTo>
                      <a:pt x="161" y="794"/>
                    </a:lnTo>
                    <a:lnTo>
                      <a:pt x="156" y="770"/>
                    </a:lnTo>
                    <a:lnTo>
                      <a:pt x="145" y="706"/>
                    </a:lnTo>
                    <a:lnTo>
                      <a:pt x="131" y="610"/>
                    </a:lnTo>
                    <a:lnTo>
                      <a:pt x="118" y="493"/>
                    </a:lnTo>
                    <a:lnTo>
                      <a:pt x="111" y="364"/>
                    </a:lnTo>
                    <a:lnTo>
                      <a:pt x="115" y="235"/>
                    </a:lnTo>
                    <a:lnTo>
                      <a:pt x="132" y="113"/>
                    </a:lnTo>
                    <a:lnTo>
                      <a:pt x="166" y="9"/>
                    </a:lnTo>
                    <a:lnTo>
                      <a:pt x="166" y="8"/>
                    </a:lnTo>
                    <a:lnTo>
                      <a:pt x="166" y="6"/>
                    </a:lnTo>
                    <a:lnTo>
                      <a:pt x="164" y="4"/>
                    </a:lnTo>
                    <a:lnTo>
                      <a:pt x="157" y="0"/>
                    </a:lnTo>
                    <a:lnTo>
                      <a:pt x="143" y="0"/>
                    </a:lnTo>
                    <a:lnTo>
                      <a:pt x="123" y="1"/>
                    </a:lnTo>
                    <a:lnTo>
                      <a:pt x="93" y="7"/>
                    </a:lnTo>
                    <a:lnTo>
                      <a:pt x="52" y="16"/>
                    </a:lnTo>
                    <a:close/>
                  </a:path>
                </a:pathLst>
              </a:custGeom>
              <a:solidFill>
                <a:schemeClr val="bg1">
                  <a:alpha val="100000"/>
                </a:schemeClr>
              </a:solidFill>
              <a:ln w="9525">
                <a:noFill/>
              </a:ln>
            </p:spPr>
            <p:txBody>
              <a:bodyPr/>
              <a:p>
                <a:endParaRPr lang="zh-CN" altLang="en-US"/>
              </a:p>
            </p:txBody>
          </p:sp>
          <p:sp>
            <p:nvSpPr>
              <p:cNvPr id="154798" name="Freeform 104"/>
              <p:cNvSpPr/>
              <p:nvPr/>
            </p:nvSpPr>
            <p:spPr>
              <a:xfrm>
                <a:off x="4993" y="1842"/>
                <a:ext cx="32" cy="12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25" h="893">
                    <a:moveTo>
                      <a:pt x="225" y="6"/>
                    </a:moveTo>
                    <a:lnTo>
                      <a:pt x="219" y="12"/>
                    </a:lnTo>
                    <a:lnTo>
                      <a:pt x="204" y="35"/>
                    </a:lnTo>
                    <a:lnTo>
                      <a:pt x="185" y="82"/>
                    </a:lnTo>
                    <a:lnTo>
                      <a:pt x="165" y="158"/>
                    </a:lnTo>
                    <a:lnTo>
                      <a:pt x="149" y="270"/>
                    </a:lnTo>
                    <a:lnTo>
                      <a:pt x="141" y="427"/>
                    </a:lnTo>
                    <a:lnTo>
                      <a:pt x="146" y="631"/>
                    </a:lnTo>
                    <a:lnTo>
                      <a:pt x="168" y="893"/>
                    </a:lnTo>
                    <a:lnTo>
                      <a:pt x="41" y="893"/>
                    </a:lnTo>
                    <a:lnTo>
                      <a:pt x="36" y="867"/>
                    </a:lnTo>
                    <a:lnTo>
                      <a:pt x="26" y="794"/>
                    </a:lnTo>
                    <a:lnTo>
                      <a:pt x="13" y="686"/>
                    </a:lnTo>
                    <a:lnTo>
                      <a:pt x="3" y="554"/>
                    </a:lnTo>
                    <a:lnTo>
                      <a:pt x="0" y="408"/>
                    </a:lnTo>
                    <a:lnTo>
                      <a:pt x="6" y="260"/>
                    </a:lnTo>
                    <a:lnTo>
                      <a:pt x="30" y="121"/>
                    </a:lnTo>
                    <a:lnTo>
                      <a:pt x="73" y="0"/>
                    </a:lnTo>
                    <a:lnTo>
                      <a:pt x="225" y="6"/>
                    </a:lnTo>
                    <a:close/>
                  </a:path>
                </a:pathLst>
              </a:custGeom>
              <a:solidFill>
                <a:schemeClr val="bg1">
                  <a:alpha val="100000"/>
                </a:schemeClr>
              </a:solidFill>
              <a:ln w="9525">
                <a:noFill/>
              </a:ln>
            </p:spPr>
            <p:txBody>
              <a:bodyPr/>
              <a:p>
                <a:endParaRPr lang="zh-CN" altLang="en-US"/>
              </a:p>
            </p:txBody>
          </p:sp>
          <p:sp>
            <p:nvSpPr>
              <p:cNvPr id="154799" name="Freeform 105"/>
              <p:cNvSpPr/>
              <p:nvPr/>
            </p:nvSpPr>
            <p:spPr>
              <a:xfrm>
                <a:off x="4871" y="1863"/>
                <a:ext cx="21" cy="10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45" h="699">
                    <a:moveTo>
                      <a:pt x="46" y="14"/>
                    </a:moveTo>
                    <a:lnTo>
                      <a:pt x="41" y="28"/>
                    </a:lnTo>
                    <a:lnTo>
                      <a:pt x="32" y="67"/>
                    </a:lnTo>
                    <a:lnTo>
                      <a:pt x="20" y="130"/>
                    </a:lnTo>
                    <a:lnTo>
                      <a:pt x="7" y="213"/>
                    </a:lnTo>
                    <a:lnTo>
                      <a:pt x="0" y="314"/>
                    </a:lnTo>
                    <a:lnTo>
                      <a:pt x="1" y="430"/>
                    </a:lnTo>
                    <a:lnTo>
                      <a:pt x="13" y="559"/>
                    </a:lnTo>
                    <a:lnTo>
                      <a:pt x="40" y="699"/>
                    </a:lnTo>
                    <a:lnTo>
                      <a:pt x="140" y="693"/>
                    </a:lnTo>
                    <a:lnTo>
                      <a:pt x="135" y="672"/>
                    </a:lnTo>
                    <a:lnTo>
                      <a:pt x="126" y="616"/>
                    </a:lnTo>
                    <a:lnTo>
                      <a:pt x="113" y="532"/>
                    </a:lnTo>
                    <a:lnTo>
                      <a:pt x="103" y="430"/>
                    </a:lnTo>
                    <a:lnTo>
                      <a:pt x="97" y="317"/>
                    </a:lnTo>
                    <a:lnTo>
                      <a:pt x="100" y="205"/>
                    </a:lnTo>
                    <a:lnTo>
                      <a:pt x="115" y="98"/>
                    </a:lnTo>
                    <a:lnTo>
                      <a:pt x="145" y="8"/>
                    </a:lnTo>
                    <a:lnTo>
                      <a:pt x="145" y="7"/>
                    </a:lnTo>
                    <a:lnTo>
                      <a:pt x="145" y="5"/>
                    </a:lnTo>
                    <a:lnTo>
                      <a:pt x="143" y="3"/>
                    </a:lnTo>
                    <a:lnTo>
                      <a:pt x="137" y="0"/>
                    </a:lnTo>
                    <a:lnTo>
                      <a:pt x="126" y="0"/>
                    </a:lnTo>
                    <a:lnTo>
                      <a:pt x="108" y="1"/>
                    </a:lnTo>
                    <a:lnTo>
                      <a:pt x="81" y="6"/>
                    </a:lnTo>
                    <a:lnTo>
                      <a:pt x="46" y="14"/>
                    </a:lnTo>
                    <a:close/>
                  </a:path>
                </a:pathLst>
              </a:custGeom>
              <a:solidFill>
                <a:schemeClr val="bg1">
                  <a:alpha val="100000"/>
                </a:schemeClr>
              </a:solidFill>
              <a:ln w="9525">
                <a:noFill/>
              </a:ln>
            </p:spPr>
            <p:txBody>
              <a:bodyPr/>
              <a:p>
                <a:endParaRPr lang="zh-CN" altLang="en-US"/>
              </a:p>
            </p:txBody>
          </p:sp>
          <p:sp>
            <p:nvSpPr>
              <p:cNvPr id="154800" name="Freeform 106"/>
              <p:cNvSpPr/>
              <p:nvPr/>
            </p:nvSpPr>
            <p:spPr>
              <a:xfrm>
                <a:off x="4872" y="1870"/>
                <a:ext cx="18" cy="85"/>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23" h="597">
                    <a:moveTo>
                      <a:pt x="39" y="12"/>
                    </a:moveTo>
                    <a:lnTo>
                      <a:pt x="35" y="23"/>
                    </a:lnTo>
                    <a:lnTo>
                      <a:pt x="26" y="57"/>
                    </a:lnTo>
                    <a:lnTo>
                      <a:pt x="16" y="111"/>
                    </a:lnTo>
                    <a:lnTo>
                      <a:pt x="6" y="181"/>
                    </a:lnTo>
                    <a:lnTo>
                      <a:pt x="0" y="267"/>
                    </a:lnTo>
                    <a:lnTo>
                      <a:pt x="1" y="367"/>
                    </a:lnTo>
                    <a:lnTo>
                      <a:pt x="11" y="477"/>
                    </a:lnTo>
                    <a:lnTo>
                      <a:pt x="34" y="597"/>
                    </a:lnTo>
                    <a:lnTo>
                      <a:pt x="119" y="591"/>
                    </a:lnTo>
                    <a:lnTo>
                      <a:pt x="115" y="574"/>
                    </a:lnTo>
                    <a:lnTo>
                      <a:pt x="107" y="526"/>
                    </a:lnTo>
                    <a:lnTo>
                      <a:pt x="97" y="454"/>
                    </a:lnTo>
                    <a:lnTo>
                      <a:pt x="88" y="367"/>
                    </a:lnTo>
                    <a:lnTo>
                      <a:pt x="82" y="272"/>
                    </a:lnTo>
                    <a:lnTo>
                      <a:pt x="84" y="175"/>
                    </a:lnTo>
                    <a:lnTo>
                      <a:pt x="97" y="84"/>
                    </a:lnTo>
                    <a:lnTo>
                      <a:pt x="123" y="7"/>
                    </a:lnTo>
                    <a:lnTo>
                      <a:pt x="123" y="6"/>
                    </a:lnTo>
                    <a:lnTo>
                      <a:pt x="123" y="5"/>
                    </a:lnTo>
                    <a:lnTo>
                      <a:pt x="121" y="3"/>
                    </a:lnTo>
                    <a:lnTo>
                      <a:pt x="117" y="0"/>
                    </a:lnTo>
                    <a:lnTo>
                      <a:pt x="106" y="0"/>
                    </a:lnTo>
                    <a:lnTo>
                      <a:pt x="91" y="2"/>
                    </a:lnTo>
                    <a:lnTo>
                      <a:pt x="70" y="5"/>
                    </a:lnTo>
                    <a:lnTo>
                      <a:pt x="39" y="12"/>
                    </a:lnTo>
                    <a:close/>
                  </a:path>
                </a:pathLst>
              </a:custGeom>
              <a:solidFill>
                <a:schemeClr val="bg1">
                  <a:alpha val="100000"/>
                </a:schemeClr>
              </a:solidFill>
              <a:ln w="9525">
                <a:noFill/>
              </a:ln>
            </p:spPr>
            <p:txBody>
              <a:bodyPr/>
              <a:p>
                <a:endParaRPr lang="zh-CN" altLang="en-US"/>
              </a:p>
            </p:txBody>
          </p:sp>
          <p:sp>
            <p:nvSpPr>
              <p:cNvPr id="154801" name="Freeform 107"/>
              <p:cNvSpPr/>
              <p:nvPr/>
            </p:nvSpPr>
            <p:spPr>
              <a:xfrm>
                <a:off x="4873" y="1876"/>
                <a:ext cx="15" cy="7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03" h="492">
                    <a:moveTo>
                      <a:pt x="32" y="9"/>
                    </a:moveTo>
                    <a:lnTo>
                      <a:pt x="28" y="18"/>
                    </a:lnTo>
                    <a:lnTo>
                      <a:pt x="21" y="47"/>
                    </a:lnTo>
                    <a:lnTo>
                      <a:pt x="12" y="90"/>
                    </a:lnTo>
                    <a:lnTo>
                      <a:pt x="4" y="149"/>
                    </a:lnTo>
                    <a:lnTo>
                      <a:pt x="0" y="220"/>
                    </a:lnTo>
                    <a:lnTo>
                      <a:pt x="0" y="303"/>
                    </a:lnTo>
                    <a:lnTo>
                      <a:pt x="9" y="394"/>
                    </a:lnTo>
                    <a:lnTo>
                      <a:pt x="27" y="492"/>
                    </a:lnTo>
                    <a:lnTo>
                      <a:pt x="98" y="489"/>
                    </a:lnTo>
                    <a:lnTo>
                      <a:pt x="95" y="474"/>
                    </a:lnTo>
                    <a:lnTo>
                      <a:pt x="88" y="434"/>
                    </a:lnTo>
                    <a:lnTo>
                      <a:pt x="80" y="375"/>
                    </a:lnTo>
                    <a:lnTo>
                      <a:pt x="72" y="303"/>
                    </a:lnTo>
                    <a:lnTo>
                      <a:pt x="68" y="224"/>
                    </a:lnTo>
                    <a:lnTo>
                      <a:pt x="70" y="144"/>
                    </a:lnTo>
                    <a:lnTo>
                      <a:pt x="81" y="68"/>
                    </a:lnTo>
                    <a:lnTo>
                      <a:pt x="103" y="5"/>
                    </a:lnTo>
                    <a:lnTo>
                      <a:pt x="103" y="4"/>
                    </a:lnTo>
                    <a:lnTo>
                      <a:pt x="103" y="3"/>
                    </a:lnTo>
                    <a:lnTo>
                      <a:pt x="100" y="1"/>
                    </a:lnTo>
                    <a:lnTo>
                      <a:pt x="97" y="0"/>
                    </a:lnTo>
                    <a:lnTo>
                      <a:pt x="89" y="0"/>
                    </a:lnTo>
                    <a:lnTo>
                      <a:pt x="75" y="0"/>
                    </a:lnTo>
                    <a:lnTo>
                      <a:pt x="57" y="3"/>
                    </a:lnTo>
                    <a:lnTo>
                      <a:pt x="32" y="9"/>
                    </a:lnTo>
                    <a:close/>
                  </a:path>
                </a:pathLst>
              </a:custGeom>
              <a:solidFill>
                <a:schemeClr val="bg1">
                  <a:alpha val="100000"/>
                </a:schemeClr>
              </a:solidFill>
              <a:ln w="9525">
                <a:noFill/>
              </a:ln>
            </p:spPr>
            <p:txBody>
              <a:bodyPr/>
              <a:p>
                <a:endParaRPr lang="zh-CN" altLang="en-US"/>
              </a:p>
            </p:txBody>
          </p:sp>
          <p:sp>
            <p:nvSpPr>
              <p:cNvPr id="154802" name="Freeform 108"/>
              <p:cNvSpPr/>
              <p:nvPr/>
            </p:nvSpPr>
            <p:spPr>
              <a:xfrm>
                <a:off x="4874" y="1883"/>
                <a:ext cx="12" cy="5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82" h="390">
                    <a:moveTo>
                      <a:pt x="25" y="8"/>
                    </a:moveTo>
                    <a:lnTo>
                      <a:pt x="23" y="16"/>
                    </a:lnTo>
                    <a:lnTo>
                      <a:pt x="17" y="38"/>
                    </a:lnTo>
                    <a:lnTo>
                      <a:pt x="11" y="72"/>
                    </a:lnTo>
                    <a:lnTo>
                      <a:pt x="4" y="118"/>
                    </a:lnTo>
                    <a:lnTo>
                      <a:pt x="0" y="174"/>
                    </a:lnTo>
                    <a:lnTo>
                      <a:pt x="0" y="240"/>
                    </a:lnTo>
                    <a:lnTo>
                      <a:pt x="7" y="312"/>
                    </a:lnTo>
                    <a:lnTo>
                      <a:pt x="22" y="390"/>
                    </a:lnTo>
                    <a:lnTo>
                      <a:pt x="78" y="387"/>
                    </a:lnTo>
                    <a:lnTo>
                      <a:pt x="76" y="375"/>
                    </a:lnTo>
                    <a:lnTo>
                      <a:pt x="70" y="343"/>
                    </a:lnTo>
                    <a:lnTo>
                      <a:pt x="63" y="297"/>
                    </a:lnTo>
                    <a:lnTo>
                      <a:pt x="57" y="240"/>
                    </a:lnTo>
                    <a:lnTo>
                      <a:pt x="54" y="178"/>
                    </a:lnTo>
                    <a:lnTo>
                      <a:pt x="56" y="113"/>
                    </a:lnTo>
                    <a:lnTo>
                      <a:pt x="64" y="55"/>
                    </a:lnTo>
                    <a:lnTo>
                      <a:pt x="82" y="4"/>
                    </a:lnTo>
                    <a:lnTo>
                      <a:pt x="82" y="2"/>
                    </a:lnTo>
                    <a:lnTo>
                      <a:pt x="80" y="1"/>
                    </a:lnTo>
                    <a:lnTo>
                      <a:pt x="77" y="0"/>
                    </a:lnTo>
                    <a:lnTo>
                      <a:pt x="70" y="0"/>
                    </a:lnTo>
                    <a:lnTo>
                      <a:pt x="60" y="1"/>
                    </a:lnTo>
                    <a:lnTo>
                      <a:pt x="46" y="3"/>
                    </a:lnTo>
                    <a:lnTo>
                      <a:pt x="25" y="8"/>
                    </a:lnTo>
                    <a:close/>
                  </a:path>
                </a:pathLst>
              </a:custGeom>
              <a:solidFill>
                <a:schemeClr val="bg1">
                  <a:alpha val="100000"/>
                </a:schemeClr>
              </a:solidFill>
              <a:ln w="9525">
                <a:noFill/>
              </a:ln>
            </p:spPr>
            <p:txBody>
              <a:bodyPr/>
              <a:p>
                <a:endParaRPr lang="zh-CN" altLang="en-US"/>
              </a:p>
            </p:txBody>
          </p:sp>
          <p:sp>
            <p:nvSpPr>
              <p:cNvPr id="154803" name="Freeform 109"/>
              <p:cNvSpPr/>
              <p:nvPr/>
            </p:nvSpPr>
            <p:spPr>
              <a:xfrm>
                <a:off x="4875" y="1890"/>
                <a:ext cx="8" cy="4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9" h="288">
                    <a:moveTo>
                      <a:pt x="18" y="6"/>
                    </a:moveTo>
                    <a:lnTo>
                      <a:pt x="17" y="11"/>
                    </a:lnTo>
                    <a:lnTo>
                      <a:pt x="13" y="27"/>
                    </a:lnTo>
                    <a:lnTo>
                      <a:pt x="7" y="53"/>
                    </a:lnTo>
                    <a:lnTo>
                      <a:pt x="2" y="87"/>
                    </a:lnTo>
                    <a:lnTo>
                      <a:pt x="0" y="130"/>
                    </a:lnTo>
                    <a:lnTo>
                      <a:pt x="0" y="177"/>
                    </a:lnTo>
                    <a:lnTo>
                      <a:pt x="5" y="231"/>
                    </a:lnTo>
                    <a:lnTo>
                      <a:pt x="16" y="288"/>
                    </a:lnTo>
                    <a:lnTo>
                      <a:pt x="57" y="286"/>
                    </a:lnTo>
                    <a:lnTo>
                      <a:pt x="56" y="278"/>
                    </a:lnTo>
                    <a:lnTo>
                      <a:pt x="51" y="254"/>
                    </a:lnTo>
                    <a:lnTo>
                      <a:pt x="47" y="219"/>
                    </a:lnTo>
                    <a:lnTo>
                      <a:pt x="42" y="177"/>
                    </a:lnTo>
                    <a:lnTo>
                      <a:pt x="40" y="131"/>
                    </a:lnTo>
                    <a:lnTo>
                      <a:pt x="41" y="84"/>
                    </a:lnTo>
                    <a:lnTo>
                      <a:pt x="47" y="40"/>
                    </a:lnTo>
                    <a:lnTo>
                      <a:pt x="59" y="3"/>
                    </a:lnTo>
                    <a:lnTo>
                      <a:pt x="59" y="2"/>
                    </a:lnTo>
                    <a:lnTo>
                      <a:pt x="58" y="1"/>
                    </a:lnTo>
                    <a:lnTo>
                      <a:pt x="56" y="0"/>
                    </a:lnTo>
                    <a:lnTo>
                      <a:pt x="51" y="0"/>
                    </a:lnTo>
                    <a:lnTo>
                      <a:pt x="45" y="0"/>
                    </a:lnTo>
                    <a:lnTo>
                      <a:pt x="33" y="2"/>
                    </a:lnTo>
                    <a:lnTo>
                      <a:pt x="18" y="6"/>
                    </a:lnTo>
                    <a:close/>
                  </a:path>
                </a:pathLst>
              </a:custGeom>
              <a:solidFill>
                <a:schemeClr val="bg1">
                  <a:alpha val="100000"/>
                </a:schemeClr>
              </a:solidFill>
              <a:ln w="9525">
                <a:noFill/>
              </a:ln>
            </p:spPr>
            <p:txBody>
              <a:bodyPr/>
              <a:p>
                <a:endParaRPr lang="zh-CN" altLang="en-US"/>
              </a:p>
            </p:txBody>
          </p:sp>
          <p:sp>
            <p:nvSpPr>
              <p:cNvPr id="154804" name="Freeform 110"/>
              <p:cNvSpPr/>
              <p:nvPr/>
            </p:nvSpPr>
            <p:spPr>
              <a:xfrm>
                <a:off x="4994" y="1850"/>
                <a:ext cx="28" cy="11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98" h="779">
                    <a:moveTo>
                      <a:pt x="198" y="6"/>
                    </a:moveTo>
                    <a:lnTo>
                      <a:pt x="194" y="12"/>
                    </a:lnTo>
                    <a:lnTo>
                      <a:pt x="180" y="31"/>
                    </a:lnTo>
                    <a:lnTo>
                      <a:pt x="163" y="72"/>
                    </a:lnTo>
                    <a:lnTo>
                      <a:pt x="146" y="138"/>
                    </a:lnTo>
                    <a:lnTo>
                      <a:pt x="132" y="236"/>
                    </a:lnTo>
                    <a:lnTo>
                      <a:pt x="125" y="373"/>
                    </a:lnTo>
                    <a:lnTo>
                      <a:pt x="130" y="551"/>
                    </a:lnTo>
                    <a:lnTo>
                      <a:pt x="148" y="779"/>
                    </a:lnTo>
                    <a:lnTo>
                      <a:pt x="37" y="779"/>
                    </a:lnTo>
                    <a:lnTo>
                      <a:pt x="34" y="756"/>
                    </a:lnTo>
                    <a:lnTo>
                      <a:pt x="23" y="693"/>
                    </a:lnTo>
                    <a:lnTo>
                      <a:pt x="13" y="599"/>
                    </a:lnTo>
                    <a:lnTo>
                      <a:pt x="4" y="483"/>
                    </a:lnTo>
                    <a:lnTo>
                      <a:pt x="0" y="357"/>
                    </a:lnTo>
                    <a:lnTo>
                      <a:pt x="7" y="227"/>
                    </a:lnTo>
                    <a:lnTo>
                      <a:pt x="27" y="105"/>
                    </a:lnTo>
                    <a:lnTo>
                      <a:pt x="65" y="0"/>
                    </a:lnTo>
                    <a:lnTo>
                      <a:pt x="198" y="6"/>
                    </a:lnTo>
                    <a:close/>
                  </a:path>
                </a:pathLst>
              </a:custGeom>
              <a:solidFill>
                <a:schemeClr val="bg1">
                  <a:alpha val="100000"/>
                </a:schemeClr>
              </a:solidFill>
              <a:ln w="9525">
                <a:noFill/>
              </a:ln>
            </p:spPr>
            <p:txBody>
              <a:bodyPr/>
              <a:p>
                <a:endParaRPr lang="zh-CN" altLang="en-US"/>
              </a:p>
            </p:txBody>
          </p:sp>
          <p:sp>
            <p:nvSpPr>
              <p:cNvPr id="154805" name="Freeform 111"/>
              <p:cNvSpPr/>
              <p:nvPr/>
            </p:nvSpPr>
            <p:spPr>
              <a:xfrm>
                <a:off x="4995" y="1857"/>
                <a:ext cx="24" cy="9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69" h="666">
                    <a:moveTo>
                      <a:pt x="169" y="5"/>
                    </a:moveTo>
                    <a:lnTo>
                      <a:pt x="164" y="10"/>
                    </a:lnTo>
                    <a:lnTo>
                      <a:pt x="154" y="27"/>
                    </a:lnTo>
                    <a:lnTo>
                      <a:pt x="139" y="61"/>
                    </a:lnTo>
                    <a:lnTo>
                      <a:pt x="124" y="118"/>
                    </a:lnTo>
                    <a:lnTo>
                      <a:pt x="113" y="201"/>
                    </a:lnTo>
                    <a:lnTo>
                      <a:pt x="107" y="318"/>
                    </a:lnTo>
                    <a:lnTo>
                      <a:pt x="110" y="470"/>
                    </a:lnTo>
                    <a:lnTo>
                      <a:pt x="126" y="666"/>
                    </a:lnTo>
                    <a:lnTo>
                      <a:pt x="31" y="666"/>
                    </a:lnTo>
                    <a:lnTo>
                      <a:pt x="28" y="646"/>
                    </a:lnTo>
                    <a:lnTo>
                      <a:pt x="20" y="592"/>
                    </a:lnTo>
                    <a:lnTo>
                      <a:pt x="11" y="512"/>
                    </a:lnTo>
                    <a:lnTo>
                      <a:pt x="3" y="413"/>
                    </a:lnTo>
                    <a:lnTo>
                      <a:pt x="0" y="305"/>
                    </a:lnTo>
                    <a:lnTo>
                      <a:pt x="6" y="195"/>
                    </a:lnTo>
                    <a:lnTo>
                      <a:pt x="23" y="90"/>
                    </a:lnTo>
                    <a:lnTo>
                      <a:pt x="55" y="0"/>
                    </a:lnTo>
                    <a:lnTo>
                      <a:pt x="169" y="5"/>
                    </a:lnTo>
                    <a:close/>
                  </a:path>
                </a:pathLst>
              </a:custGeom>
              <a:solidFill>
                <a:schemeClr val="bg1">
                  <a:alpha val="100000"/>
                </a:schemeClr>
              </a:solidFill>
              <a:ln w="9525">
                <a:noFill/>
              </a:ln>
            </p:spPr>
            <p:txBody>
              <a:bodyPr/>
              <a:p>
                <a:endParaRPr lang="zh-CN" altLang="en-US"/>
              </a:p>
            </p:txBody>
          </p:sp>
          <p:sp>
            <p:nvSpPr>
              <p:cNvPr id="154806" name="Freeform 112"/>
              <p:cNvSpPr/>
              <p:nvPr/>
            </p:nvSpPr>
            <p:spPr>
              <a:xfrm>
                <a:off x="4996" y="1865"/>
                <a:ext cx="20" cy="7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40" h="551">
                    <a:moveTo>
                      <a:pt x="140" y="5"/>
                    </a:moveTo>
                    <a:lnTo>
                      <a:pt x="136" y="8"/>
                    </a:lnTo>
                    <a:lnTo>
                      <a:pt x="127" y="23"/>
                    </a:lnTo>
                    <a:lnTo>
                      <a:pt x="116" y="51"/>
                    </a:lnTo>
                    <a:lnTo>
                      <a:pt x="103" y="98"/>
                    </a:lnTo>
                    <a:lnTo>
                      <a:pt x="94" y="167"/>
                    </a:lnTo>
                    <a:lnTo>
                      <a:pt x="90" y="264"/>
                    </a:lnTo>
                    <a:lnTo>
                      <a:pt x="92" y="390"/>
                    </a:lnTo>
                    <a:lnTo>
                      <a:pt x="106" y="551"/>
                    </a:lnTo>
                    <a:lnTo>
                      <a:pt x="27" y="551"/>
                    </a:lnTo>
                    <a:lnTo>
                      <a:pt x="24" y="535"/>
                    </a:lnTo>
                    <a:lnTo>
                      <a:pt x="17" y="490"/>
                    </a:lnTo>
                    <a:lnTo>
                      <a:pt x="9" y="423"/>
                    </a:lnTo>
                    <a:lnTo>
                      <a:pt x="3" y="342"/>
                    </a:lnTo>
                    <a:lnTo>
                      <a:pt x="0" y="252"/>
                    </a:lnTo>
                    <a:lnTo>
                      <a:pt x="5" y="161"/>
                    </a:lnTo>
                    <a:lnTo>
                      <a:pt x="20" y="75"/>
                    </a:lnTo>
                    <a:lnTo>
                      <a:pt x="46" y="0"/>
                    </a:lnTo>
                    <a:lnTo>
                      <a:pt x="140" y="5"/>
                    </a:lnTo>
                    <a:close/>
                  </a:path>
                </a:pathLst>
              </a:custGeom>
              <a:solidFill>
                <a:schemeClr val="bg1">
                  <a:alpha val="100000"/>
                </a:schemeClr>
              </a:solidFill>
              <a:ln w="9525">
                <a:noFill/>
              </a:ln>
            </p:spPr>
            <p:txBody>
              <a:bodyPr/>
              <a:p>
                <a:endParaRPr lang="zh-CN" altLang="en-US"/>
              </a:p>
            </p:txBody>
          </p:sp>
          <p:sp>
            <p:nvSpPr>
              <p:cNvPr id="154807" name="Freeform 113"/>
              <p:cNvSpPr/>
              <p:nvPr/>
            </p:nvSpPr>
            <p:spPr>
              <a:xfrm>
                <a:off x="4997" y="1873"/>
                <a:ext cx="16" cy="62"/>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1" h="437">
                    <a:moveTo>
                      <a:pt x="111" y="4"/>
                    </a:moveTo>
                    <a:lnTo>
                      <a:pt x="108" y="7"/>
                    </a:lnTo>
                    <a:lnTo>
                      <a:pt x="101" y="18"/>
                    </a:lnTo>
                    <a:lnTo>
                      <a:pt x="92" y="41"/>
                    </a:lnTo>
                    <a:lnTo>
                      <a:pt x="82" y="77"/>
                    </a:lnTo>
                    <a:lnTo>
                      <a:pt x="75" y="133"/>
                    </a:lnTo>
                    <a:lnTo>
                      <a:pt x="70" y="208"/>
                    </a:lnTo>
                    <a:lnTo>
                      <a:pt x="72" y="309"/>
                    </a:lnTo>
                    <a:lnTo>
                      <a:pt x="83" y="437"/>
                    </a:lnTo>
                    <a:lnTo>
                      <a:pt x="21" y="437"/>
                    </a:lnTo>
                    <a:lnTo>
                      <a:pt x="19" y="424"/>
                    </a:lnTo>
                    <a:lnTo>
                      <a:pt x="13" y="389"/>
                    </a:lnTo>
                    <a:lnTo>
                      <a:pt x="7" y="336"/>
                    </a:lnTo>
                    <a:lnTo>
                      <a:pt x="3" y="272"/>
                    </a:lnTo>
                    <a:lnTo>
                      <a:pt x="0" y="200"/>
                    </a:lnTo>
                    <a:lnTo>
                      <a:pt x="5" y="128"/>
                    </a:lnTo>
                    <a:lnTo>
                      <a:pt x="16" y="59"/>
                    </a:lnTo>
                    <a:lnTo>
                      <a:pt x="37" y="0"/>
                    </a:lnTo>
                    <a:lnTo>
                      <a:pt x="111" y="4"/>
                    </a:lnTo>
                    <a:close/>
                  </a:path>
                </a:pathLst>
              </a:custGeom>
              <a:solidFill>
                <a:schemeClr val="bg1">
                  <a:alpha val="100000"/>
                </a:schemeClr>
              </a:solidFill>
              <a:ln w="9525">
                <a:noFill/>
              </a:ln>
            </p:spPr>
            <p:txBody>
              <a:bodyPr/>
              <a:p>
                <a:endParaRPr lang="zh-CN" altLang="en-US"/>
              </a:p>
            </p:txBody>
          </p:sp>
          <p:sp>
            <p:nvSpPr>
              <p:cNvPr id="154808" name="Freeform 114"/>
              <p:cNvSpPr/>
              <p:nvPr/>
            </p:nvSpPr>
            <p:spPr>
              <a:xfrm>
                <a:off x="4998" y="1881"/>
                <a:ext cx="12" cy="4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82" h="322">
                    <a:moveTo>
                      <a:pt x="82" y="3"/>
                    </a:moveTo>
                    <a:lnTo>
                      <a:pt x="79" y="5"/>
                    </a:lnTo>
                    <a:lnTo>
                      <a:pt x="75" y="13"/>
                    </a:lnTo>
                    <a:lnTo>
                      <a:pt x="67" y="30"/>
                    </a:lnTo>
                    <a:lnTo>
                      <a:pt x="60" y="57"/>
                    </a:lnTo>
                    <a:lnTo>
                      <a:pt x="54" y="98"/>
                    </a:lnTo>
                    <a:lnTo>
                      <a:pt x="52" y="154"/>
                    </a:lnTo>
                    <a:lnTo>
                      <a:pt x="53" y="228"/>
                    </a:lnTo>
                    <a:lnTo>
                      <a:pt x="61" y="322"/>
                    </a:lnTo>
                    <a:lnTo>
                      <a:pt x="15" y="322"/>
                    </a:lnTo>
                    <a:lnTo>
                      <a:pt x="14" y="313"/>
                    </a:lnTo>
                    <a:lnTo>
                      <a:pt x="9" y="287"/>
                    </a:lnTo>
                    <a:lnTo>
                      <a:pt x="5" y="247"/>
                    </a:lnTo>
                    <a:lnTo>
                      <a:pt x="1" y="200"/>
                    </a:lnTo>
                    <a:lnTo>
                      <a:pt x="0" y="147"/>
                    </a:lnTo>
                    <a:lnTo>
                      <a:pt x="3" y="95"/>
                    </a:lnTo>
                    <a:lnTo>
                      <a:pt x="11" y="44"/>
                    </a:lnTo>
                    <a:lnTo>
                      <a:pt x="27" y="0"/>
                    </a:lnTo>
                    <a:lnTo>
                      <a:pt x="82" y="3"/>
                    </a:lnTo>
                    <a:close/>
                  </a:path>
                </a:pathLst>
              </a:custGeom>
              <a:solidFill>
                <a:schemeClr val="bg1">
                  <a:alpha val="100000"/>
                </a:schemeClr>
              </a:solidFill>
              <a:ln w="9525">
                <a:noFill/>
              </a:ln>
            </p:spPr>
            <p:txBody>
              <a:bodyPr/>
              <a:p>
                <a:endParaRPr lang="zh-CN" altLang="en-US"/>
              </a:p>
            </p:txBody>
          </p:sp>
          <p:sp>
            <p:nvSpPr>
              <p:cNvPr id="154809" name="Rectangle 115"/>
              <p:cNvSpPr/>
              <p:nvPr/>
            </p:nvSpPr>
            <p:spPr>
              <a:xfrm>
                <a:off x="4846" y="1869"/>
                <a:ext cx="4" cy="146"/>
              </a:xfrm>
              <a:prstGeom prst="rect">
                <a:avLst/>
              </a:prstGeom>
              <a:solidFill>
                <a:srgbClr val="FFCCFF"/>
              </a:solidFill>
              <a:ln w="9525">
                <a:noFill/>
              </a:ln>
            </p:spPr>
            <p:txBody>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54810" name="Freeform 116"/>
              <p:cNvSpPr/>
              <p:nvPr/>
            </p:nvSpPr>
            <p:spPr>
              <a:xfrm>
                <a:off x="4898" y="1867"/>
                <a:ext cx="57" cy="67"/>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398" h="469">
                    <a:moveTo>
                      <a:pt x="37" y="44"/>
                    </a:moveTo>
                    <a:lnTo>
                      <a:pt x="33" y="53"/>
                    </a:lnTo>
                    <a:lnTo>
                      <a:pt x="27" y="79"/>
                    </a:lnTo>
                    <a:lnTo>
                      <a:pt x="17" y="120"/>
                    </a:lnTo>
                    <a:lnTo>
                      <a:pt x="8" y="174"/>
                    </a:lnTo>
                    <a:lnTo>
                      <a:pt x="1" y="238"/>
                    </a:lnTo>
                    <a:lnTo>
                      <a:pt x="0" y="309"/>
                    </a:lnTo>
                    <a:lnTo>
                      <a:pt x="7" y="387"/>
                    </a:lnTo>
                    <a:lnTo>
                      <a:pt x="24" y="469"/>
                    </a:lnTo>
                    <a:lnTo>
                      <a:pt x="24" y="466"/>
                    </a:lnTo>
                    <a:lnTo>
                      <a:pt x="24" y="455"/>
                    </a:lnTo>
                    <a:lnTo>
                      <a:pt x="24" y="438"/>
                    </a:lnTo>
                    <a:lnTo>
                      <a:pt x="24" y="417"/>
                    </a:lnTo>
                    <a:lnTo>
                      <a:pt x="27" y="391"/>
                    </a:lnTo>
                    <a:lnTo>
                      <a:pt x="30" y="363"/>
                    </a:lnTo>
                    <a:lnTo>
                      <a:pt x="35" y="332"/>
                    </a:lnTo>
                    <a:lnTo>
                      <a:pt x="41" y="300"/>
                    </a:lnTo>
                    <a:lnTo>
                      <a:pt x="52" y="268"/>
                    </a:lnTo>
                    <a:lnTo>
                      <a:pt x="64" y="237"/>
                    </a:lnTo>
                    <a:lnTo>
                      <a:pt x="79" y="207"/>
                    </a:lnTo>
                    <a:lnTo>
                      <a:pt x="99" y="179"/>
                    </a:lnTo>
                    <a:lnTo>
                      <a:pt x="123" y="155"/>
                    </a:lnTo>
                    <a:lnTo>
                      <a:pt x="150" y="136"/>
                    </a:lnTo>
                    <a:lnTo>
                      <a:pt x="183" y="122"/>
                    </a:lnTo>
                    <a:lnTo>
                      <a:pt x="221" y="114"/>
                    </a:lnTo>
                    <a:lnTo>
                      <a:pt x="223" y="112"/>
                    </a:lnTo>
                    <a:lnTo>
                      <a:pt x="230" y="107"/>
                    </a:lnTo>
                    <a:lnTo>
                      <a:pt x="242" y="99"/>
                    </a:lnTo>
                    <a:lnTo>
                      <a:pt x="260" y="88"/>
                    </a:lnTo>
                    <a:lnTo>
                      <a:pt x="284" y="74"/>
                    </a:lnTo>
                    <a:lnTo>
                      <a:pt x="315" y="58"/>
                    </a:lnTo>
                    <a:lnTo>
                      <a:pt x="352" y="39"/>
                    </a:lnTo>
                    <a:lnTo>
                      <a:pt x="398" y="19"/>
                    </a:lnTo>
                    <a:lnTo>
                      <a:pt x="396" y="17"/>
                    </a:lnTo>
                    <a:lnTo>
                      <a:pt x="389" y="16"/>
                    </a:lnTo>
                    <a:lnTo>
                      <a:pt x="379" y="14"/>
                    </a:lnTo>
                    <a:lnTo>
                      <a:pt x="364" y="12"/>
                    </a:lnTo>
                    <a:lnTo>
                      <a:pt x="347" y="8"/>
                    </a:lnTo>
                    <a:lnTo>
                      <a:pt x="326" y="6"/>
                    </a:lnTo>
                    <a:lnTo>
                      <a:pt x="302" y="4"/>
                    </a:lnTo>
                    <a:lnTo>
                      <a:pt x="277" y="1"/>
                    </a:lnTo>
                    <a:lnTo>
                      <a:pt x="250" y="0"/>
                    </a:lnTo>
                    <a:lnTo>
                      <a:pt x="221" y="1"/>
                    </a:lnTo>
                    <a:lnTo>
                      <a:pt x="191" y="3"/>
                    </a:lnTo>
                    <a:lnTo>
                      <a:pt x="160" y="6"/>
                    </a:lnTo>
                    <a:lnTo>
                      <a:pt x="129" y="12"/>
                    </a:lnTo>
                    <a:lnTo>
                      <a:pt x="97" y="20"/>
                    </a:lnTo>
                    <a:lnTo>
                      <a:pt x="67" y="30"/>
                    </a:lnTo>
                    <a:lnTo>
                      <a:pt x="37" y="44"/>
                    </a:lnTo>
                    <a:close/>
                  </a:path>
                </a:pathLst>
              </a:custGeom>
              <a:solidFill>
                <a:srgbClr val="FFCCFF">
                  <a:alpha val="100000"/>
                </a:srgbClr>
              </a:solidFill>
              <a:ln w="9525">
                <a:noFill/>
              </a:ln>
            </p:spPr>
            <p:txBody>
              <a:bodyPr/>
              <a:p>
                <a:endParaRPr lang="zh-CN" altLang="en-US"/>
              </a:p>
            </p:txBody>
          </p:sp>
          <p:sp>
            <p:nvSpPr>
              <p:cNvPr id="154811" name="Freeform 117"/>
              <p:cNvSpPr/>
              <p:nvPr/>
            </p:nvSpPr>
            <p:spPr>
              <a:xfrm>
                <a:off x="4819" y="1917"/>
                <a:ext cx="46" cy="13"/>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325" h="89">
                    <a:moveTo>
                      <a:pt x="0" y="57"/>
                    </a:moveTo>
                    <a:lnTo>
                      <a:pt x="0" y="55"/>
                    </a:lnTo>
                    <a:lnTo>
                      <a:pt x="2" y="52"/>
                    </a:lnTo>
                    <a:lnTo>
                      <a:pt x="6" y="47"/>
                    </a:lnTo>
                    <a:lnTo>
                      <a:pt x="12" y="41"/>
                    </a:lnTo>
                    <a:lnTo>
                      <a:pt x="20" y="34"/>
                    </a:lnTo>
                    <a:lnTo>
                      <a:pt x="29" y="27"/>
                    </a:lnTo>
                    <a:lnTo>
                      <a:pt x="41" y="20"/>
                    </a:lnTo>
                    <a:lnTo>
                      <a:pt x="57" y="13"/>
                    </a:lnTo>
                    <a:lnTo>
                      <a:pt x="77" y="7"/>
                    </a:lnTo>
                    <a:lnTo>
                      <a:pt x="98" y="3"/>
                    </a:lnTo>
                    <a:lnTo>
                      <a:pt x="126" y="0"/>
                    </a:lnTo>
                    <a:lnTo>
                      <a:pt x="156" y="0"/>
                    </a:lnTo>
                    <a:lnTo>
                      <a:pt x="191" y="3"/>
                    </a:lnTo>
                    <a:lnTo>
                      <a:pt x="230" y="8"/>
                    </a:lnTo>
                    <a:lnTo>
                      <a:pt x="275" y="18"/>
                    </a:lnTo>
                    <a:lnTo>
                      <a:pt x="325" y="31"/>
                    </a:lnTo>
                    <a:lnTo>
                      <a:pt x="318" y="51"/>
                    </a:lnTo>
                    <a:lnTo>
                      <a:pt x="316" y="50"/>
                    </a:lnTo>
                    <a:lnTo>
                      <a:pt x="308" y="47"/>
                    </a:lnTo>
                    <a:lnTo>
                      <a:pt x="295" y="44"/>
                    </a:lnTo>
                    <a:lnTo>
                      <a:pt x="279" y="39"/>
                    </a:lnTo>
                    <a:lnTo>
                      <a:pt x="260" y="35"/>
                    </a:lnTo>
                    <a:lnTo>
                      <a:pt x="238" y="30"/>
                    </a:lnTo>
                    <a:lnTo>
                      <a:pt x="214" y="27"/>
                    </a:lnTo>
                    <a:lnTo>
                      <a:pt x="188" y="24"/>
                    </a:lnTo>
                    <a:lnTo>
                      <a:pt x="161" y="23"/>
                    </a:lnTo>
                    <a:lnTo>
                      <a:pt x="134" y="23"/>
                    </a:lnTo>
                    <a:lnTo>
                      <a:pt x="108" y="26"/>
                    </a:lnTo>
                    <a:lnTo>
                      <a:pt x="82" y="31"/>
                    </a:lnTo>
                    <a:lnTo>
                      <a:pt x="58" y="41"/>
                    </a:lnTo>
                    <a:lnTo>
                      <a:pt x="36" y="52"/>
                    </a:lnTo>
                    <a:lnTo>
                      <a:pt x="16" y="68"/>
                    </a:lnTo>
                    <a:lnTo>
                      <a:pt x="0" y="89"/>
                    </a:lnTo>
                    <a:lnTo>
                      <a:pt x="0" y="57"/>
                    </a:lnTo>
                    <a:close/>
                  </a:path>
                </a:pathLst>
              </a:custGeom>
              <a:solidFill>
                <a:srgbClr val="000000">
                  <a:alpha val="100000"/>
                </a:srgbClr>
              </a:solidFill>
              <a:ln w="9525">
                <a:noFill/>
              </a:ln>
            </p:spPr>
            <p:txBody>
              <a:bodyPr/>
              <a:p>
                <a:endParaRPr lang="zh-CN" altLang="en-US"/>
              </a:p>
            </p:txBody>
          </p:sp>
          <p:sp>
            <p:nvSpPr>
              <p:cNvPr id="154812" name="Freeform 118"/>
              <p:cNvSpPr/>
              <p:nvPr/>
            </p:nvSpPr>
            <p:spPr>
              <a:xfrm>
                <a:off x="4819" y="1887"/>
                <a:ext cx="46" cy="13"/>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325" h="89">
                    <a:moveTo>
                      <a:pt x="0" y="56"/>
                    </a:moveTo>
                    <a:lnTo>
                      <a:pt x="0" y="55"/>
                    </a:lnTo>
                    <a:lnTo>
                      <a:pt x="2" y="52"/>
                    </a:lnTo>
                    <a:lnTo>
                      <a:pt x="6" y="47"/>
                    </a:lnTo>
                    <a:lnTo>
                      <a:pt x="12" y="40"/>
                    </a:lnTo>
                    <a:lnTo>
                      <a:pt x="20" y="33"/>
                    </a:lnTo>
                    <a:lnTo>
                      <a:pt x="29" y="27"/>
                    </a:lnTo>
                    <a:lnTo>
                      <a:pt x="41" y="18"/>
                    </a:lnTo>
                    <a:lnTo>
                      <a:pt x="57" y="13"/>
                    </a:lnTo>
                    <a:lnTo>
                      <a:pt x="77" y="7"/>
                    </a:lnTo>
                    <a:lnTo>
                      <a:pt x="98" y="2"/>
                    </a:lnTo>
                    <a:lnTo>
                      <a:pt x="126" y="0"/>
                    </a:lnTo>
                    <a:lnTo>
                      <a:pt x="156" y="0"/>
                    </a:lnTo>
                    <a:lnTo>
                      <a:pt x="191" y="2"/>
                    </a:lnTo>
                    <a:lnTo>
                      <a:pt x="230" y="8"/>
                    </a:lnTo>
                    <a:lnTo>
                      <a:pt x="275" y="17"/>
                    </a:lnTo>
                    <a:lnTo>
                      <a:pt x="325" y="31"/>
                    </a:lnTo>
                    <a:lnTo>
                      <a:pt x="318" y="49"/>
                    </a:lnTo>
                    <a:lnTo>
                      <a:pt x="316" y="48"/>
                    </a:lnTo>
                    <a:lnTo>
                      <a:pt x="308" y="46"/>
                    </a:lnTo>
                    <a:lnTo>
                      <a:pt x="295" y="43"/>
                    </a:lnTo>
                    <a:lnTo>
                      <a:pt x="279" y="38"/>
                    </a:lnTo>
                    <a:lnTo>
                      <a:pt x="260" y="35"/>
                    </a:lnTo>
                    <a:lnTo>
                      <a:pt x="238" y="30"/>
                    </a:lnTo>
                    <a:lnTo>
                      <a:pt x="214" y="27"/>
                    </a:lnTo>
                    <a:lnTo>
                      <a:pt x="188" y="23"/>
                    </a:lnTo>
                    <a:lnTo>
                      <a:pt x="161" y="22"/>
                    </a:lnTo>
                    <a:lnTo>
                      <a:pt x="134" y="23"/>
                    </a:lnTo>
                    <a:lnTo>
                      <a:pt x="108" y="25"/>
                    </a:lnTo>
                    <a:lnTo>
                      <a:pt x="82" y="31"/>
                    </a:lnTo>
                    <a:lnTo>
                      <a:pt x="58" y="40"/>
                    </a:lnTo>
                    <a:lnTo>
                      <a:pt x="36" y="52"/>
                    </a:lnTo>
                    <a:lnTo>
                      <a:pt x="16" y="68"/>
                    </a:lnTo>
                    <a:lnTo>
                      <a:pt x="0" y="89"/>
                    </a:lnTo>
                    <a:lnTo>
                      <a:pt x="0" y="56"/>
                    </a:lnTo>
                    <a:close/>
                  </a:path>
                </a:pathLst>
              </a:custGeom>
              <a:solidFill>
                <a:srgbClr val="000000">
                  <a:alpha val="100000"/>
                </a:srgbClr>
              </a:solidFill>
              <a:ln w="9525">
                <a:noFill/>
              </a:ln>
            </p:spPr>
            <p:txBody>
              <a:bodyPr/>
              <a:p>
                <a:endParaRPr lang="zh-CN" altLang="en-US"/>
              </a:p>
            </p:txBody>
          </p:sp>
          <p:sp>
            <p:nvSpPr>
              <p:cNvPr id="154813" name="Freeform 119"/>
              <p:cNvSpPr/>
              <p:nvPr/>
            </p:nvSpPr>
            <p:spPr>
              <a:xfrm>
                <a:off x="4863" y="1872"/>
                <a:ext cx="75" cy="13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28" h="975">
                    <a:moveTo>
                      <a:pt x="0" y="0"/>
                    </a:moveTo>
                    <a:lnTo>
                      <a:pt x="0" y="943"/>
                    </a:lnTo>
                    <a:lnTo>
                      <a:pt x="159" y="975"/>
                    </a:lnTo>
                    <a:lnTo>
                      <a:pt x="152" y="848"/>
                    </a:lnTo>
                    <a:lnTo>
                      <a:pt x="528" y="905"/>
                    </a:lnTo>
                    <a:lnTo>
                      <a:pt x="521" y="855"/>
                    </a:lnTo>
                    <a:lnTo>
                      <a:pt x="261" y="822"/>
                    </a:lnTo>
                    <a:lnTo>
                      <a:pt x="254" y="713"/>
                    </a:lnTo>
                    <a:lnTo>
                      <a:pt x="77" y="713"/>
                    </a:lnTo>
                    <a:lnTo>
                      <a:pt x="72" y="699"/>
                    </a:lnTo>
                    <a:lnTo>
                      <a:pt x="60" y="659"/>
                    </a:lnTo>
                    <a:lnTo>
                      <a:pt x="44" y="595"/>
                    </a:lnTo>
                    <a:lnTo>
                      <a:pt x="28" y="511"/>
                    </a:lnTo>
                    <a:lnTo>
                      <a:pt x="16" y="410"/>
                    </a:lnTo>
                    <a:lnTo>
                      <a:pt x="12" y="294"/>
                    </a:lnTo>
                    <a:lnTo>
                      <a:pt x="21" y="167"/>
                    </a:lnTo>
                    <a:lnTo>
                      <a:pt x="45" y="32"/>
                    </a:lnTo>
                    <a:lnTo>
                      <a:pt x="0" y="0"/>
                    </a:lnTo>
                    <a:close/>
                  </a:path>
                </a:pathLst>
              </a:custGeom>
              <a:solidFill>
                <a:schemeClr val="bg1">
                  <a:alpha val="100000"/>
                </a:schemeClr>
              </a:solidFill>
              <a:ln w="9525">
                <a:noFill/>
              </a:ln>
            </p:spPr>
            <p:txBody>
              <a:bodyPr/>
              <a:p>
                <a:endParaRPr lang="zh-CN" altLang="en-US"/>
              </a:p>
            </p:txBody>
          </p:sp>
          <p:sp>
            <p:nvSpPr>
              <p:cNvPr id="154814" name="Freeform 120"/>
              <p:cNvSpPr/>
              <p:nvPr/>
            </p:nvSpPr>
            <p:spPr>
              <a:xfrm>
                <a:off x="4900" y="1840"/>
                <a:ext cx="97" cy="1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678" h="133">
                    <a:moveTo>
                      <a:pt x="0" y="133"/>
                    </a:moveTo>
                    <a:lnTo>
                      <a:pt x="4" y="132"/>
                    </a:lnTo>
                    <a:lnTo>
                      <a:pt x="15" y="127"/>
                    </a:lnTo>
                    <a:lnTo>
                      <a:pt x="32" y="122"/>
                    </a:lnTo>
                    <a:lnTo>
                      <a:pt x="56" y="114"/>
                    </a:lnTo>
                    <a:lnTo>
                      <a:pt x="86" y="104"/>
                    </a:lnTo>
                    <a:lnTo>
                      <a:pt x="120" y="95"/>
                    </a:lnTo>
                    <a:lnTo>
                      <a:pt x="160" y="86"/>
                    </a:lnTo>
                    <a:lnTo>
                      <a:pt x="204" y="78"/>
                    </a:lnTo>
                    <a:lnTo>
                      <a:pt x="252" y="70"/>
                    </a:lnTo>
                    <a:lnTo>
                      <a:pt x="303" y="64"/>
                    </a:lnTo>
                    <a:lnTo>
                      <a:pt x="358" y="60"/>
                    </a:lnTo>
                    <a:lnTo>
                      <a:pt x="414" y="58"/>
                    </a:lnTo>
                    <a:lnTo>
                      <a:pt x="474" y="60"/>
                    </a:lnTo>
                    <a:lnTo>
                      <a:pt x="534" y="65"/>
                    </a:lnTo>
                    <a:lnTo>
                      <a:pt x="596" y="74"/>
                    </a:lnTo>
                    <a:lnTo>
                      <a:pt x="659" y="88"/>
                    </a:lnTo>
                    <a:lnTo>
                      <a:pt x="678" y="0"/>
                    </a:lnTo>
                    <a:lnTo>
                      <a:pt x="674" y="0"/>
                    </a:lnTo>
                    <a:lnTo>
                      <a:pt x="659" y="0"/>
                    </a:lnTo>
                    <a:lnTo>
                      <a:pt x="636" y="0"/>
                    </a:lnTo>
                    <a:lnTo>
                      <a:pt x="606" y="1"/>
                    </a:lnTo>
                    <a:lnTo>
                      <a:pt x="570" y="2"/>
                    </a:lnTo>
                    <a:lnTo>
                      <a:pt x="527" y="3"/>
                    </a:lnTo>
                    <a:lnTo>
                      <a:pt x="480" y="7"/>
                    </a:lnTo>
                    <a:lnTo>
                      <a:pt x="430" y="9"/>
                    </a:lnTo>
                    <a:lnTo>
                      <a:pt x="376" y="14"/>
                    </a:lnTo>
                    <a:lnTo>
                      <a:pt x="320" y="18"/>
                    </a:lnTo>
                    <a:lnTo>
                      <a:pt x="264" y="24"/>
                    </a:lnTo>
                    <a:lnTo>
                      <a:pt x="208" y="32"/>
                    </a:lnTo>
                    <a:lnTo>
                      <a:pt x="152" y="40"/>
                    </a:lnTo>
                    <a:lnTo>
                      <a:pt x="98" y="50"/>
                    </a:lnTo>
                    <a:lnTo>
                      <a:pt x="47" y="62"/>
                    </a:lnTo>
                    <a:lnTo>
                      <a:pt x="0" y="76"/>
                    </a:lnTo>
                    <a:lnTo>
                      <a:pt x="0" y="133"/>
                    </a:lnTo>
                    <a:close/>
                  </a:path>
                </a:pathLst>
              </a:custGeom>
              <a:solidFill>
                <a:schemeClr val="bg1">
                  <a:alpha val="100000"/>
                </a:schemeClr>
              </a:solidFill>
              <a:ln w="9525">
                <a:noFill/>
              </a:ln>
            </p:spPr>
            <p:txBody>
              <a:bodyPr/>
              <a:p>
                <a:endParaRPr lang="zh-CN" altLang="en-US"/>
              </a:p>
            </p:txBody>
          </p:sp>
          <p:sp>
            <p:nvSpPr>
              <p:cNvPr id="154815" name="Freeform 121"/>
              <p:cNvSpPr/>
              <p:nvPr/>
            </p:nvSpPr>
            <p:spPr>
              <a:xfrm>
                <a:off x="4843" y="2015"/>
                <a:ext cx="163" cy="54"/>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42" h="379">
                    <a:moveTo>
                      <a:pt x="482" y="367"/>
                    </a:moveTo>
                    <a:lnTo>
                      <a:pt x="485" y="366"/>
                    </a:lnTo>
                    <a:lnTo>
                      <a:pt x="492" y="363"/>
                    </a:lnTo>
                    <a:lnTo>
                      <a:pt x="502" y="359"/>
                    </a:lnTo>
                    <a:lnTo>
                      <a:pt x="516" y="353"/>
                    </a:lnTo>
                    <a:lnTo>
                      <a:pt x="533" y="346"/>
                    </a:lnTo>
                    <a:lnTo>
                      <a:pt x="551" y="338"/>
                    </a:lnTo>
                    <a:lnTo>
                      <a:pt x="572" y="328"/>
                    </a:lnTo>
                    <a:lnTo>
                      <a:pt x="593" y="317"/>
                    </a:lnTo>
                    <a:lnTo>
                      <a:pt x="616" y="306"/>
                    </a:lnTo>
                    <a:lnTo>
                      <a:pt x="638" y="292"/>
                    </a:lnTo>
                    <a:lnTo>
                      <a:pt x="660" y="279"/>
                    </a:lnTo>
                    <a:lnTo>
                      <a:pt x="680" y="264"/>
                    </a:lnTo>
                    <a:lnTo>
                      <a:pt x="700" y="249"/>
                    </a:lnTo>
                    <a:lnTo>
                      <a:pt x="717" y="233"/>
                    </a:lnTo>
                    <a:lnTo>
                      <a:pt x="732" y="217"/>
                    </a:lnTo>
                    <a:lnTo>
                      <a:pt x="743" y="201"/>
                    </a:lnTo>
                    <a:lnTo>
                      <a:pt x="0" y="20"/>
                    </a:lnTo>
                    <a:lnTo>
                      <a:pt x="57" y="0"/>
                    </a:lnTo>
                    <a:lnTo>
                      <a:pt x="1142" y="267"/>
                    </a:lnTo>
                    <a:lnTo>
                      <a:pt x="1098" y="292"/>
                    </a:lnTo>
                    <a:lnTo>
                      <a:pt x="784" y="212"/>
                    </a:lnTo>
                    <a:lnTo>
                      <a:pt x="783" y="213"/>
                    </a:lnTo>
                    <a:lnTo>
                      <a:pt x="781" y="216"/>
                    </a:lnTo>
                    <a:lnTo>
                      <a:pt x="776" y="221"/>
                    </a:lnTo>
                    <a:lnTo>
                      <a:pt x="769" y="228"/>
                    </a:lnTo>
                    <a:lnTo>
                      <a:pt x="761" y="237"/>
                    </a:lnTo>
                    <a:lnTo>
                      <a:pt x="750" y="246"/>
                    </a:lnTo>
                    <a:lnTo>
                      <a:pt x="737" y="258"/>
                    </a:lnTo>
                    <a:lnTo>
                      <a:pt x="721" y="269"/>
                    </a:lnTo>
                    <a:lnTo>
                      <a:pt x="703" y="282"/>
                    </a:lnTo>
                    <a:lnTo>
                      <a:pt x="684" y="295"/>
                    </a:lnTo>
                    <a:lnTo>
                      <a:pt x="660" y="309"/>
                    </a:lnTo>
                    <a:lnTo>
                      <a:pt x="635" y="323"/>
                    </a:lnTo>
                    <a:lnTo>
                      <a:pt x="606" y="338"/>
                    </a:lnTo>
                    <a:lnTo>
                      <a:pt x="574" y="352"/>
                    </a:lnTo>
                    <a:lnTo>
                      <a:pt x="540" y="366"/>
                    </a:lnTo>
                    <a:lnTo>
                      <a:pt x="502" y="379"/>
                    </a:lnTo>
                    <a:lnTo>
                      <a:pt x="482" y="367"/>
                    </a:lnTo>
                    <a:close/>
                  </a:path>
                </a:pathLst>
              </a:custGeom>
              <a:solidFill>
                <a:schemeClr val="bg1">
                  <a:alpha val="100000"/>
                </a:schemeClr>
              </a:solidFill>
              <a:ln w="9525">
                <a:noFill/>
              </a:ln>
            </p:spPr>
            <p:txBody>
              <a:bodyPr/>
              <a:p>
                <a:endParaRPr lang="zh-CN" altLang="en-US"/>
              </a:p>
            </p:txBody>
          </p:sp>
          <p:sp>
            <p:nvSpPr>
              <p:cNvPr id="154816" name="Freeform 122"/>
              <p:cNvSpPr/>
              <p:nvPr/>
            </p:nvSpPr>
            <p:spPr>
              <a:xfrm>
                <a:off x="4809" y="2029"/>
                <a:ext cx="167" cy="48"/>
              </a:xfrm>
              <a:custGeom>
                <a:avLst/>
                <a:gdLst/>
                <a:ahLst/>
                <a:cxnLst>
                  <a:cxn ang="0">
                    <a:pos x="0" y="0"/>
                  </a:cxn>
                  <a:cxn ang="0">
                    <a:pos x="0" y="0"/>
                  </a:cxn>
                  <a:cxn ang="0">
                    <a:pos x="0" y="0"/>
                  </a:cxn>
                  <a:cxn ang="0">
                    <a:pos x="0" y="0"/>
                  </a:cxn>
                  <a:cxn ang="0">
                    <a:pos x="0" y="0"/>
                  </a:cxn>
                </a:cxnLst>
                <a:pathLst>
                  <a:path w="1163" h="340">
                    <a:moveTo>
                      <a:pt x="0" y="0"/>
                    </a:moveTo>
                    <a:lnTo>
                      <a:pt x="1137" y="340"/>
                    </a:lnTo>
                    <a:lnTo>
                      <a:pt x="1163" y="340"/>
                    </a:lnTo>
                    <a:lnTo>
                      <a:pt x="34" y="0"/>
                    </a:lnTo>
                    <a:lnTo>
                      <a:pt x="0" y="0"/>
                    </a:lnTo>
                    <a:close/>
                  </a:path>
                </a:pathLst>
              </a:custGeom>
              <a:solidFill>
                <a:srgbClr val="000000">
                  <a:alpha val="100000"/>
                </a:srgbClr>
              </a:solidFill>
              <a:ln w="9525">
                <a:noFill/>
              </a:ln>
            </p:spPr>
            <p:txBody>
              <a:bodyPr/>
              <a:p>
                <a:endParaRPr lang="zh-CN" altLang="en-US"/>
              </a:p>
            </p:txBody>
          </p:sp>
          <p:sp>
            <p:nvSpPr>
              <p:cNvPr id="154817" name="Freeform 123"/>
              <p:cNvSpPr/>
              <p:nvPr/>
            </p:nvSpPr>
            <p:spPr>
              <a:xfrm>
                <a:off x="4837" y="2022"/>
                <a:ext cx="164" cy="44"/>
              </a:xfrm>
              <a:custGeom>
                <a:avLst/>
                <a:gdLst/>
                <a:ahLst/>
                <a:cxnLst>
                  <a:cxn ang="0">
                    <a:pos x="0" y="0"/>
                  </a:cxn>
                  <a:cxn ang="0">
                    <a:pos x="0" y="0"/>
                  </a:cxn>
                  <a:cxn ang="0">
                    <a:pos x="0" y="0"/>
                  </a:cxn>
                  <a:cxn ang="0">
                    <a:pos x="0" y="0"/>
                  </a:cxn>
                  <a:cxn ang="0">
                    <a:pos x="0" y="0"/>
                  </a:cxn>
                </a:cxnLst>
                <a:pathLst>
                  <a:path w="1149" h="303">
                    <a:moveTo>
                      <a:pt x="0" y="1"/>
                    </a:moveTo>
                    <a:lnTo>
                      <a:pt x="1124" y="303"/>
                    </a:lnTo>
                    <a:lnTo>
                      <a:pt x="1149" y="302"/>
                    </a:lnTo>
                    <a:lnTo>
                      <a:pt x="34" y="0"/>
                    </a:lnTo>
                    <a:lnTo>
                      <a:pt x="0" y="1"/>
                    </a:lnTo>
                    <a:close/>
                  </a:path>
                </a:pathLst>
              </a:custGeom>
              <a:solidFill>
                <a:srgbClr val="000000">
                  <a:alpha val="100000"/>
                </a:srgbClr>
              </a:solidFill>
              <a:ln w="9525">
                <a:noFill/>
              </a:ln>
            </p:spPr>
            <p:txBody>
              <a:bodyPr/>
              <a:p>
                <a:endParaRPr lang="zh-CN" altLang="en-US"/>
              </a:p>
            </p:txBody>
          </p:sp>
          <p:sp>
            <p:nvSpPr>
              <p:cNvPr id="154818" name="Freeform 124"/>
              <p:cNvSpPr/>
              <p:nvPr/>
            </p:nvSpPr>
            <p:spPr>
              <a:xfrm>
                <a:off x="4824" y="2025"/>
                <a:ext cx="165" cy="48"/>
              </a:xfrm>
              <a:custGeom>
                <a:avLst/>
                <a:gdLst/>
                <a:ahLst/>
                <a:cxnLst>
                  <a:cxn ang="0">
                    <a:pos x="0" y="0"/>
                  </a:cxn>
                  <a:cxn ang="0">
                    <a:pos x="0" y="0"/>
                  </a:cxn>
                  <a:cxn ang="0">
                    <a:pos x="0" y="0"/>
                  </a:cxn>
                  <a:cxn ang="0">
                    <a:pos x="0" y="0"/>
                  </a:cxn>
                  <a:cxn ang="0">
                    <a:pos x="0" y="0"/>
                  </a:cxn>
                </a:cxnLst>
                <a:pathLst>
                  <a:path w="1155" h="336">
                    <a:moveTo>
                      <a:pt x="0" y="0"/>
                    </a:moveTo>
                    <a:lnTo>
                      <a:pt x="1134" y="336"/>
                    </a:lnTo>
                    <a:lnTo>
                      <a:pt x="1155" y="328"/>
                    </a:lnTo>
                    <a:lnTo>
                      <a:pt x="34" y="0"/>
                    </a:lnTo>
                    <a:lnTo>
                      <a:pt x="0" y="0"/>
                    </a:lnTo>
                    <a:close/>
                  </a:path>
                </a:pathLst>
              </a:custGeom>
              <a:solidFill>
                <a:srgbClr val="000000">
                  <a:alpha val="100000"/>
                </a:srgbClr>
              </a:solidFill>
              <a:ln w="9525">
                <a:noFill/>
              </a:ln>
            </p:spPr>
            <p:txBody>
              <a:bodyPr/>
              <a:p>
                <a:endParaRPr lang="zh-CN" altLang="en-US"/>
              </a:p>
            </p:txBody>
          </p:sp>
        </p:grpSp>
        <p:grpSp>
          <p:nvGrpSpPr>
            <p:cNvPr id="154722" name="Group 125"/>
            <p:cNvGrpSpPr/>
            <p:nvPr/>
          </p:nvGrpSpPr>
          <p:grpSpPr>
            <a:xfrm>
              <a:off x="1553" y="3099"/>
              <a:ext cx="176" cy="150"/>
              <a:chOff x="4765" y="1531"/>
              <a:chExt cx="312" cy="261"/>
            </a:xfrm>
          </p:grpSpPr>
          <p:sp>
            <p:nvSpPr>
              <p:cNvPr id="154740" name="AutoShape 126"/>
              <p:cNvSpPr>
                <a:spLocks noChangeAspect="1" noTextEdit="1"/>
              </p:cNvSpPr>
              <p:nvPr/>
            </p:nvSpPr>
            <p:spPr>
              <a:xfrm>
                <a:off x="4765" y="1531"/>
                <a:ext cx="312" cy="260"/>
              </a:xfrm>
              <a:prstGeom prst="rect">
                <a:avLst/>
              </a:prstGeom>
              <a:noFill/>
              <a:ln w="9525">
                <a:noFill/>
              </a:ln>
            </p:spPr>
            <p:txBody>
              <a:bodyPr/>
              <a:p>
                <a:endParaRPr lang="zh-CN" altLang="en-US"/>
              </a:p>
            </p:txBody>
          </p:sp>
          <p:sp>
            <p:nvSpPr>
              <p:cNvPr id="154741" name="Freeform 127"/>
              <p:cNvSpPr/>
              <p:nvPr/>
            </p:nvSpPr>
            <p:spPr>
              <a:xfrm>
                <a:off x="4765" y="1534"/>
                <a:ext cx="307" cy="25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150" h="1804">
                    <a:moveTo>
                      <a:pt x="582" y="239"/>
                    </a:moveTo>
                    <a:lnTo>
                      <a:pt x="606" y="129"/>
                    </a:lnTo>
                    <a:lnTo>
                      <a:pt x="607" y="129"/>
                    </a:lnTo>
                    <a:lnTo>
                      <a:pt x="611" y="128"/>
                    </a:lnTo>
                    <a:lnTo>
                      <a:pt x="616" y="125"/>
                    </a:lnTo>
                    <a:lnTo>
                      <a:pt x="623" y="123"/>
                    </a:lnTo>
                    <a:lnTo>
                      <a:pt x="633" y="120"/>
                    </a:lnTo>
                    <a:lnTo>
                      <a:pt x="645" y="115"/>
                    </a:lnTo>
                    <a:lnTo>
                      <a:pt x="659" y="112"/>
                    </a:lnTo>
                    <a:lnTo>
                      <a:pt x="676" y="107"/>
                    </a:lnTo>
                    <a:lnTo>
                      <a:pt x="694" y="101"/>
                    </a:lnTo>
                    <a:lnTo>
                      <a:pt x="715" y="95"/>
                    </a:lnTo>
                    <a:lnTo>
                      <a:pt x="738" y="90"/>
                    </a:lnTo>
                    <a:lnTo>
                      <a:pt x="763" y="84"/>
                    </a:lnTo>
                    <a:lnTo>
                      <a:pt x="790" y="78"/>
                    </a:lnTo>
                    <a:lnTo>
                      <a:pt x="820" y="71"/>
                    </a:lnTo>
                    <a:lnTo>
                      <a:pt x="852" y="64"/>
                    </a:lnTo>
                    <a:lnTo>
                      <a:pt x="886" y="59"/>
                    </a:lnTo>
                    <a:lnTo>
                      <a:pt x="922" y="52"/>
                    </a:lnTo>
                    <a:lnTo>
                      <a:pt x="961" y="46"/>
                    </a:lnTo>
                    <a:lnTo>
                      <a:pt x="1002" y="40"/>
                    </a:lnTo>
                    <a:lnTo>
                      <a:pt x="1044" y="35"/>
                    </a:lnTo>
                    <a:lnTo>
                      <a:pt x="1090" y="29"/>
                    </a:lnTo>
                    <a:lnTo>
                      <a:pt x="1138" y="23"/>
                    </a:lnTo>
                    <a:lnTo>
                      <a:pt x="1187" y="18"/>
                    </a:lnTo>
                    <a:lnTo>
                      <a:pt x="1240" y="14"/>
                    </a:lnTo>
                    <a:lnTo>
                      <a:pt x="1294" y="10"/>
                    </a:lnTo>
                    <a:lnTo>
                      <a:pt x="1350" y="7"/>
                    </a:lnTo>
                    <a:lnTo>
                      <a:pt x="1410" y="4"/>
                    </a:lnTo>
                    <a:lnTo>
                      <a:pt x="1470" y="1"/>
                    </a:lnTo>
                    <a:lnTo>
                      <a:pt x="1535" y="0"/>
                    </a:lnTo>
                    <a:lnTo>
                      <a:pt x="1601" y="0"/>
                    </a:lnTo>
                    <a:lnTo>
                      <a:pt x="1668" y="0"/>
                    </a:lnTo>
                    <a:lnTo>
                      <a:pt x="1739" y="1"/>
                    </a:lnTo>
                    <a:lnTo>
                      <a:pt x="1816" y="44"/>
                    </a:lnTo>
                    <a:lnTo>
                      <a:pt x="1799" y="248"/>
                    </a:lnTo>
                    <a:lnTo>
                      <a:pt x="1804" y="251"/>
                    </a:lnTo>
                    <a:lnTo>
                      <a:pt x="1820" y="259"/>
                    </a:lnTo>
                    <a:lnTo>
                      <a:pt x="1842" y="272"/>
                    </a:lnTo>
                    <a:lnTo>
                      <a:pt x="1868" y="292"/>
                    </a:lnTo>
                    <a:lnTo>
                      <a:pt x="1896" y="318"/>
                    </a:lnTo>
                    <a:lnTo>
                      <a:pt x="1920" y="351"/>
                    </a:lnTo>
                    <a:lnTo>
                      <a:pt x="1939" y="390"/>
                    </a:lnTo>
                    <a:lnTo>
                      <a:pt x="1951" y="436"/>
                    </a:lnTo>
                    <a:lnTo>
                      <a:pt x="2125" y="593"/>
                    </a:lnTo>
                    <a:lnTo>
                      <a:pt x="2078" y="1009"/>
                    </a:lnTo>
                    <a:lnTo>
                      <a:pt x="1799" y="1149"/>
                    </a:lnTo>
                    <a:lnTo>
                      <a:pt x="2129" y="1247"/>
                    </a:lnTo>
                    <a:lnTo>
                      <a:pt x="2131" y="1251"/>
                    </a:lnTo>
                    <a:lnTo>
                      <a:pt x="2137" y="1264"/>
                    </a:lnTo>
                    <a:lnTo>
                      <a:pt x="2143" y="1284"/>
                    </a:lnTo>
                    <a:lnTo>
                      <a:pt x="2149" y="1310"/>
                    </a:lnTo>
                    <a:lnTo>
                      <a:pt x="2150" y="1342"/>
                    </a:lnTo>
                    <a:lnTo>
                      <a:pt x="2147" y="1380"/>
                    </a:lnTo>
                    <a:lnTo>
                      <a:pt x="2136" y="1423"/>
                    </a:lnTo>
                    <a:lnTo>
                      <a:pt x="2117" y="1468"/>
                    </a:lnTo>
                    <a:lnTo>
                      <a:pt x="1244" y="1804"/>
                    </a:lnTo>
                    <a:lnTo>
                      <a:pt x="0" y="1413"/>
                    </a:lnTo>
                    <a:lnTo>
                      <a:pt x="22" y="1367"/>
                    </a:lnTo>
                    <a:lnTo>
                      <a:pt x="212" y="1302"/>
                    </a:lnTo>
                    <a:lnTo>
                      <a:pt x="212" y="248"/>
                    </a:lnTo>
                    <a:lnTo>
                      <a:pt x="213" y="247"/>
                    </a:lnTo>
                    <a:lnTo>
                      <a:pt x="217" y="244"/>
                    </a:lnTo>
                    <a:lnTo>
                      <a:pt x="223" y="240"/>
                    </a:lnTo>
                    <a:lnTo>
                      <a:pt x="232" y="234"/>
                    </a:lnTo>
                    <a:lnTo>
                      <a:pt x="245" y="228"/>
                    </a:lnTo>
                    <a:lnTo>
                      <a:pt x="258" y="221"/>
                    </a:lnTo>
                    <a:lnTo>
                      <a:pt x="276" y="214"/>
                    </a:lnTo>
                    <a:lnTo>
                      <a:pt x="294" y="207"/>
                    </a:lnTo>
                    <a:lnTo>
                      <a:pt x="316" y="201"/>
                    </a:lnTo>
                    <a:lnTo>
                      <a:pt x="340" y="197"/>
                    </a:lnTo>
                    <a:lnTo>
                      <a:pt x="366" y="194"/>
                    </a:lnTo>
                    <a:lnTo>
                      <a:pt x="393" y="192"/>
                    </a:lnTo>
                    <a:lnTo>
                      <a:pt x="424" y="193"/>
                    </a:lnTo>
                    <a:lnTo>
                      <a:pt x="457" y="197"/>
                    </a:lnTo>
                    <a:lnTo>
                      <a:pt x="493" y="203"/>
                    </a:lnTo>
                    <a:lnTo>
                      <a:pt x="529" y="214"/>
                    </a:lnTo>
                    <a:lnTo>
                      <a:pt x="582" y="239"/>
                    </a:lnTo>
                    <a:close/>
                  </a:path>
                </a:pathLst>
              </a:custGeom>
              <a:solidFill>
                <a:srgbClr val="DDDDDD">
                  <a:alpha val="100000"/>
                </a:srgbClr>
              </a:solidFill>
              <a:ln w="9525">
                <a:noFill/>
              </a:ln>
            </p:spPr>
            <p:txBody>
              <a:bodyPr/>
              <a:p>
                <a:endParaRPr lang="zh-CN" altLang="en-US"/>
              </a:p>
            </p:txBody>
          </p:sp>
          <p:sp>
            <p:nvSpPr>
              <p:cNvPr id="154742" name="Freeform 128"/>
              <p:cNvSpPr/>
              <p:nvPr/>
            </p:nvSpPr>
            <p:spPr>
              <a:xfrm>
                <a:off x="4882" y="1584"/>
                <a:ext cx="163" cy="11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39" h="778">
                    <a:moveTo>
                      <a:pt x="7" y="587"/>
                    </a:moveTo>
                    <a:lnTo>
                      <a:pt x="0" y="682"/>
                    </a:lnTo>
                    <a:lnTo>
                      <a:pt x="742" y="778"/>
                    </a:lnTo>
                    <a:lnTo>
                      <a:pt x="748" y="775"/>
                    </a:lnTo>
                    <a:lnTo>
                      <a:pt x="763" y="767"/>
                    </a:lnTo>
                    <a:lnTo>
                      <a:pt x="787" y="755"/>
                    </a:lnTo>
                    <a:lnTo>
                      <a:pt x="816" y="737"/>
                    </a:lnTo>
                    <a:lnTo>
                      <a:pt x="852" y="714"/>
                    </a:lnTo>
                    <a:lnTo>
                      <a:pt x="891" y="686"/>
                    </a:lnTo>
                    <a:lnTo>
                      <a:pt x="932" y="652"/>
                    </a:lnTo>
                    <a:lnTo>
                      <a:pt x="973" y="613"/>
                    </a:lnTo>
                    <a:lnTo>
                      <a:pt x="1013" y="570"/>
                    </a:lnTo>
                    <a:lnTo>
                      <a:pt x="1051" y="521"/>
                    </a:lnTo>
                    <a:lnTo>
                      <a:pt x="1083" y="466"/>
                    </a:lnTo>
                    <a:lnTo>
                      <a:pt x="1109" y="406"/>
                    </a:lnTo>
                    <a:lnTo>
                      <a:pt x="1129" y="342"/>
                    </a:lnTo>
                    <a:lnTo>
                      <a:pt x="1139" y="271"/>
                    </a:lnTo>
                    <a:lnTo>
                      <a:pt x="1138" y="196"/>
                    </a:lnTo>
                    <a:lnTo>
                      <a:pt x="1124" y="115"/>
                    </a:lnTo>
                    <a:lnTo>
                      <a:pt x="1122" y="110"/>
                    </a:lnTo>
                    <a:lnTo>
                      <a:pt x="1115" y="97"/>
                    </a:lnTo>
                    <a:lnTo>
                      <a:pt x="1102" y="80"/>
                    </a:lnTo>
                    <a:lnTo>
                      <a:pt x="1086" y="59"/>
                    </a:lnTo>
                    <a:lnTo>
                      <a:pt x="1066" y="39"/>
                    </a:lnTo>
                    <a:lnTo>
                      <a:pt x="1041" y="20"/>
                    </a:lnTo>
                    <a:lnTo>
                      <a:pt x="1011" y="7"/>
                    </a:lnTo>
                    <a:lnTo>
                      <a:pt x="978" y="0"/>
                    </a:lnTo>
                    <a:lnTo>
                      <a:pt x="982" y="12"/>
                    </a:lnTo>
                    <a:lnTo>
                      <a:pt x="994" y="46"/>
                    </a:lnTo>
                    <a:lnTo>
                      <a:pt x="1007" y="100"/>
                    </a:lnTo>
                    <a:lnTo>
                      <a:pt x="1019" y="169"/>
                    </a:lnTo>
                    <a:lnTo>
                      <a:pt x="1022" y="252"/>
                    </a:lnTo>
                    <a:lnTo>
                      <a:pt x="1013" y="344"/>
                    </a:lnTo>
                    <a:lnTo>
                      <a:pt x="987" y="444"/>
                    </a:lnTo>
                    <a:lnTo>
                      <a:pt x="940" y="549"/>
                    </a:lnTo>
                    <a:lnTo>
                      <a:pt x="939" y="550"/>
                    </a:lnTo>
                    <a:lnTo>
                      <a:pt x="934" y="553"/>
                    </a:lnTo>
                    <a:lnTo>
                      <a:pt x="927" y="559"/>
                    </a:lnTo>
                    <a:lnTo>
                      <a:pt x="917" y="567"/>
                    </a:lnTo>
                    <a:lnTo>
                      <a:pt x="904" y="575"/>
                    </a:lnTo>
                    <a:lnTo>
                      <a:pt x="890" y="585"/>
                    </a:lnTo>
                    <a:lnTo>
                      <a:pt x="871" y="594"/>
                    </a:lnTo>
                    <a:lnTo>
                      <a:pt x="851" y="603"/>
                    </a:lnTo>
                    <a:lnTo>
                      <a:pt x="828" y="611"/>
                    </a:lnTo>
                    <a:lnTo>
                      <a:pt x="802" y="619"/>
                    </a:lnTo>
                    <a:lnTo>
                      <a:pt x="773" y="625"/>
                    </a:lnTo>
                    <a:lnTo>
                      <a:pt x="741" y="629"/>
                    </a:lnTo>
                    <a:lnTo>
                      <a:pt x="708" y="630"/>
                    </a:lnTo>
                    <a:lnTo>
                      <a:pt x="671" y="629"/>
                    </a:lnTo>
                    <a:lnTo>
                      <a:pt x="631" y="626"/>
                    </a:lnTo>
                    <a:lnTo>
                      <a:pt x="590" y="618"/>
                    </a:lnTo>
                    <a:lnTo>
                      <a:pt x="590" y="720"/>
                    </a:lnTo>
                    <a:lnTo>
                      <a:pt x="26" y="663"/>
                    </a:lnTo>
                    <a:lnTo>
                      <a:pt x="7" y="587"/>
                    </a:lnTo>
                    <a:close/>
                  </a:path>
                </a:pathLst>
              </a:custGeom>
              <a:solidFill>
                <a:schemeClr val="bg2">
                  <a:alpha val="100000"/>
                </a:schemeClr>
              </a:solidFill>
              <a:ln w="9525">
                <a:noFill/>
              </a:ln>
            </p:spPr>
            <p:txBody>
              <a:bodyPr/>
              <a:p>
                <a:endParaRPr lang="zh-CN" altLang="en-US"/>
              </a:p>
            </p:txBody>
          </p:sp>
          <p:sp>
            <p:nvSpPr>
              <p:cNvPr id="154743" name="Freeform 129"/>
              <p:cNvSpPr/>
              <p:nvPr/>
            </p:nvSpPr>
            <p:spPr>
              <a:xfrm>
                <a:off x="4862" y="1693"/>
                <a:ext cx="119" cy="38"/>
              </a:xfrm>
              <a:custGeom>
                <a:avLst/>
                <a:gdLst/>
                <a:ahLst/>
                <a:cxnLst>
                  <a:cxn ang="0">
                    <a:pos x="0" y="0"/>
                  </a:cxn>
                  <a:cxn ang="0">
                    <a:pos x="0" y="0"/>
                  </a:cxn>
                  <a:cxn ang="0">
                    <a:pos x="0" y="0"/>
                  </a:cxn>
                  <a:cxn ang="0">
                    <a:pos x="0" y="0"/>
                  </a:cxn>
                  <a:cxn ang="0">
                    <a:pos x="0" y="0"/>
                  </a:cxn>
                </a:cxnLst>
                <a:pathLst>
                  <a:path w="837" h="269">
                    <a:moveTo>
                      <a:pt x="837" y="96"/>
                    </a:moveTo>
                    <a:lnTo>
                      <a:pt x="12" y="0"/>
                    </a:lnTo>
                    <a:lnTo>
                      <a:pt x="0" y="96"/>
                    </a:lnTo>
                    <a:lnTo>
                      <a:pt x="812" y="269"/>
                    </a:lnTo>
                    <a:lnTo>
                      <a:pt x="837" y="96"/>
                    </a:lnTo>
                    <a:close/>
                  </a:path>
                </a:pathLst>
              </a:custGeom>
              <a:solidFill>
                <a:schemeClr val="bg2">
                  <a:alpha val="100000"/>
                </a:schemeClr>
              </a:solidFill>
              <a:ln w="9525">
                <a:noFill/>
              </a:ln>
            </p:spPr>
            <p:txBody>
              <a:bodyPr/>
              <a:p>
                <a:endParaRPr lang="zh-CN" altLang="en-US"/>
              </a:p>
            </p:txBody>
          </p:sp>
          <p:sp>
            <p:nvSpPr>
              <p:cNvPr id="154744" name="Freeform 130"/>
              <p:cNvSpPr/>
              <p:nvPr/>
            </p:nvSpPr>
            <p:spPr>
              <a:xfrm>
                <a:off x="4921" y="1705"/>
                <a:ext cx="51" cy="18"/>
              </a:xfrm>
              <a:custGeom>
                <a:avLst/>
                <a:gdLst/>
                <a:ahLst/>
                <a:cxnLst>
                  <a:cxn ang="0">
                    <a:pos x="0" y="0"/>
                  </a:cxn>
                  <a:cxn ang="0">
                    <a:pos x="0" y="0"/>
                  </a:cxn>
                  <a:cxn ang="0">
                    <a:pos x="0" y="0"/>
                  </a:cxn>
                  <a:cxn ang="0">
                    <a:pos x="0" y="0"/>
                  </a:cxn>
                  <a:cxn ang="0">
                    <a:pos x="0" y="0"/>
                  </a:cxn>
                </a:cxnLst>
                <a:pathLst>
                  <a:path w="358" h="122">
                    <a:moveTo>
                      <a:pt x="358" y="53"/>
                    </a:moveTo>
                    <a:lnTo>
                      <a:pt x="5" y="0"/>
                    </a:lnTo>
                    <a:lnTo>
                      <a:pt x="0" y="51"/>
                    </a:lnTo>
                    <a:lnTo>
                      <a:pt x="348" y="122"/>
                    </a:lnTo>
                    <a:lnTo>
                      <a:pt x="358" y="53"/>
                    </a:lnTo>
                    <a:close/>
                  </a:path>
                </a:pathLst>
              </a:custGeom>
              <a:solidFill>
                <a:schemeClr val="folHlink">
                  <a:alpha val="100000"/>
                </a:schemeClr>
              </a:solidFill>
              <a:ln w="9525">
                <a:noFill/>
              </a:ln>
            </p:spPr>
            <p:txBody>
              <a:bodyPr/>
              <a:p>
                <a:endParaRPr lang="zh-CN" altLang="en-US"/>
              </a:p>
            </p:txBody>
          </p:sp>
          <p:sp>
            <p:nvSpPr>
              <p:cNvPr id="154745" name="Freeform 131"/>
              <p:cNvSpPr/>
              <p:nvPr/>
            </p:nvSpPr>
            <p:spPr>
              <a:xfrm>
                <a:off x="4869" y="1696"/>
                <a:ext cx="34" cy="13"/>
              </a:xfrm>
              <a:custGeom>
                <a:avLst/>
                <a:gdLst/>
                <a:ahLst/>
                <a:cxnLst>
                  <a:cxn ang="0">
                    <a:pos x="0" y="0"/>
                  </a:cxn>
                  <a:cxn ang="0">
                    <a:pos x="0" y="0"/>
                  </a:cxn>
                  <a:cxn ang="0">
                    <a:pos x="0" y="0"/>
                  </a:cxn>
                  <a:cxn ang="0">
                    <a:pos x="0" y="0"/>
                  </a:cxn>
                  <a:cxn ang="0">
                    <a:pos x="0" y="0"/>
                  </a:cxn>
                </a:cxnLst>
                <a:pathLst>
                  <a:path w="239" h="91">
                    <a:moveTo>
                      <a:pt x="239" y="42"/>
                    </a:moveTo>
                    <a:lnTo>
                      <a:pt x="0" y="0"/>
                    </a:lnTo>
                    <a:lnTo>
                      <a:pt x="2" y="44"/>
                    </a:lnTo>
                    <a:lnTo>
                      <a:pt x="231" y="91"/>
                    </a:lnTo>
                    <a:lnTo>
                      <a:pt x="239" y="42"/>
                    </a:lnTo>
                    <a:close/>
                  </a:path>
                </a:pathLst>
              </a:custGeom>
              <a:solidFill>
                <a:schemeClr val="folHlink">
                  <a:alpha val="100000"/>
                </a:schemeClr>
              </a:solidFill>
              <a:ln w="9525">
                <a:noFill/>
              </a:ln>
            </p:spPr>
            <p:txBody>
              <a:bodyPr/>
              <a:p>
                <a:endParaRPr lang="zh-CN" altLang="en-US"/>
              </a:p>
            </p:txBody>
          </p:sp>
          <p:sp>
            <p:nvSpPr>
              <p:cNvPr id="154746" name="Freeform 132"/>
              <p:cNvSpPr/>
              <p:nvPr/>
            </p:nvSpPr>
            <p:spPr>
              <a:xfrm>
                <a:off x="4783" y="1709"/>
                <a:ext cx="202" cy="67"/>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409" h="466">
                    <a:moveTo>
                      <a:pt x="0" y="140"/>
                    </a:moveTo>
                    <a:lnTo>
                      <a:pt x="4" y="140"/>
                    </a:lnTo>
                    <a:lnTo>
                      <a:pt x="12" y="138"/>
                    </a:lnTo>
                    <a:lnTo>
                      <a:pt x="27" y="135"/>
                    </a:lnTo>
                    <a:lnTo>
                      <a:pt x="45" y="132"/>
                    </a:lnTo>
                    <a:lnTo>
                      <a:pt x="67" y="128"/>
                    </a:lnTo>
                    <a:lnTo>
                      <a:pt x="92" y="123"/>
                    </a:lnTo>
                    <a:lnTo>
                      <a:pt x="120" y="116"/>
                    </a:lnTo>
                    <a:lnTo>
                      <a:pt x="150" y="108"/>
                    </a:lnTo>
                    <a:lnTo>
                      <a:pt x="181" y="100"/>
                    </a:lnTo>
                    <a:lnTo>
                      <a:pt x="212" y="89"/>
                    </a:lnTo>
                    <a:lnTo>
                      <a:pt x="243" y="78"/>
                    </a:lnTo>
                    <a:lnTo>
                      <a:pt x="273" y="65"/>
                    </a:lnTo>
                    <a:lnTo>
                      <a:pt x="303" y="50"/>
                    </a:lnTo>
                    <a:lnTo>
                      <a:pt x="330" y="35"/>
                    </a:lnTo>
                    <a:lnTo>
                      <a:pt x="355" y="18"/>
                    </a:lnTo>
                    <a:lnTo>
                      <a:pt x="375" y="0"/>
                    </a:lnTo>
                    <a:lnTo>
                      <a:pt x="1409" y="236"/>
                    </a:lnTo>
                    <a:lnTo>
                      <a:pt x="1407" y="239"/>
                    </a:lnTo>
                    <a:lnTo>
                      <a:pt x="1401" y="245"/>
                    </a:lnTo>
                    <a:lnTo>
                      <a:pt x="1392" y="254"/>
                    </a:lnTo>
                    <a:lnTo>
                      <a:pt x="1379" y="265"/>
                    </a:lnTo>
                    <a:lnTo>
                      <a:pt x="1363" y="279"/>
                    </a:lnTo>
                    <a:lnTo>
                      <a:pt x="1345" y="295"/>
                    </a:lnTo>
                    <a:lnTo>
                      <a:pt x="1325" y="313"/>
                    </a:lnTo>
                    <a:lnTo>
                      <a:pt x="1303" y="332"/>
                    </a:lnTo>
                    <a:lnTo>
                      <a:pt x="1279" y="351"/>
                    </a:lnTo>
                    <a:lnTo>
                      <a:pt x="1253" y="371"/>
                    </a:lnTo>
                    <a:lnTo>
                      <a:pt x="1227" y="390"/>
                    </a:lnTo>
                    <a:lnTo>
                      <a:pt x="1200" y="409"/>
                    </a:lnTo>
                    <a:lnTo>
                      <a:pt x="1172" y="426"/>
                    </a:lnTo>
                    <a:lnTo>
                      <a:pt x="1145" y="441"/>
                    </a:lnTo>
                    <a:lnTo>
                      <a:pt x="1117" y="455"/>
                    </a:lnTo>
                    <a:lnTo>
                      <a:pt x="1091" y="466"/>
                    </a:lnTo>
                    <a:lnTo>
                      <a:pt x="0" y="140"/>
                    </a:lnTo>
                    <a:close/>
                  </a:path>
                </a:pathLst>
              </a:custGeom>
              <a:solidFill>
                <a:schemeClr val="bg2">
                  <a:alpha val="100000"/>
                </a:schemeClr>
              </a:solidFill>
              <a:ln w="9525">
                <a:noFill/>
              </a:ln>
            </p:spPr>
            <p:txBody>
              <a:bodyPr/>
              <a:p>
                <a:endParaRPr lang="zh-CN" altLang="en-US"/>
              </a:p>
            </p:txBody>
          </p:sp>
          <p:sp>
            <p:nvSpPr>
              <p:cNvPr id="154747" name="Freeform 133"/>
              <p:cNvSpPr/>
              <p:nvPr/>
            </p:nvSpPr>
            <p:spPr>
              <a:xfrm>
                <a:off x="4984" y="1702"/>
                <a:ext cx="72" cy="32"/>
              </a:xfrm>
              <a:custGeom>
                <a:avLst/>
                <a:gdLst/>
                <a:ahLst/>
                <a:cxnLst>
                  <a:cxn ang="0">
                    <a:pos x="0" y="0"/>
                  </a:cxn>
                  <a:cxn ang="0">
                    <a:pos x="0" y="0"/>
                  </a:cxn>
                  <a:cxn ang="0">
                    <a:pos x="0" y="0"/>
                  </a:cxn>
                  <a:cxn ang="0">
                    <a:pos x="0" y="0"/>
                  </a:cxn>
                  <a:cxn ang="0">
                    <a:pos x="0" y="0"/>
                  </a:cxn>
                  <a:cxn ang="0">
                    <a:pos x="0" y="0"/>
                  </a:cxn>
                </a:cxnLst>
                <a:pathLst>
                  <a:path w="502" h="223">
                    <a:moveTo>
                      <a:pt x="51" y="223"/>
                    </a:moveTo>
                    <a:lnTo>
                      <a:pt x="502" y="90"/>
                    </a:lnTo>
                    <a:lnTo>
                      <a:pt x="229" y="0"/>
                    </a:lnTo>
                    <a:lnTo>
                      <a:pt x="6" y="26"/>
                    </a:lnTo>
                    <a:lnTo>
                      <a:pt x="0" y="211"/>
                    </a:lnTo>
                    <a:lnTo>
                      <a:pt x="51" y="223"/>
                    </a:lnTo>
                    <a:close/>
                  </a:path>
                </a:pathLst>
              </a:custGeom>
              <a:solidFill>
                <a:schemeClr val="bg2">
                  <a:alpha val="100000"/>
                </a:schemeClr>
              </a:solidFill>
              <a:ln w="9525">
                <a:noFill/>
              </a:ln>
            </p:spPr>
            <p:txBody>
              <a:bodyPr/>
              <a:p>
                <a:endParaRPr lang="zh-CN" altLang="en-US"/>
              </a:p>
            </p:txBody>
          </p:sp>
          <p:sp>
            <p:nvSpPr>
              <p:cNvPr id="154748" name="Freeform 134"/>
              <p:cNvSpPr/>
              <p:nvPr/>
            </p:nvSpPr>
            <p:spPr>
              <a:xfrm>
                <a:off x="4799" y="1565"/>
                <a:ext cx="38" cy="152"/>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67" h="1064">
                    <a:moveTo>
                      <a:pt x="267" y="26"/>
                    </a:moveTo>
                    <a:lnTo>
                      <a:pt x="266" y="24"/>
                    </a:lnTo>
                    <a:lnTo>
                      <a:pt x="262" y="22"/>
                    </a:lnTo>
                    <a:lnTo>
                      <a:pt x="254" y="20"/>
                    </a:lnTo>
                    <a:lnTo>
                      <a:pt x="244" y="16"/>
                    </a:lnTo>
                    <a:lnTo>
                      <a:pt x="232" y="12"/>
                    </a:lnTo>
                    <a:lnTo>
                      <a:pt x="218" y="8"/>
                    </a:lnTo>
                    <a:lnTo>
                      <a:pt x="202" y="5"/>
                    </a:lnTo>
                    <a:lnTo>
                      <a:pt x="184" y="1"/>
                    </a:lnTo>
                    <a:lnTo>
                      <a:pt x="164" y="0"/>
                    </a:lnTo>
                    <a:lnTo>
                      <a:pt x="143" y="0"/>
                    </a:lnTo>
                    <a:lnTo>
                      <a:pt x="121" y="3"/>
                    </a:lnTo>
                    <a:lnTo>
                      <a:pt x="98" y="6"/>
                    </a:lnTo>
                    <a:lnTo>
                      <a:pt x="74" y="13"/>
                    </a:lnTo>
                    <a:lnTo>
                      <a:pt x="50" y="22"/>
                    </a:lnTo>
                    <a:lnTo>
                      <a:pt x="25" y="35"/>
                    </a:lnTo>
                    <a:lnTo>
                      <a:pt x="0" y="51"/>
                    </a:lnTo>
                    <a:lnTo>
                      <a:pt x="0" y="1064"/>
                    </a:lnTo>
                    <a:lnTo>
                      <a:pt x="1" y="1064"/>
                    </a:lnTo>
                    <a:lnTo>
                      <a:pt x="7" y="1064"/>
                    </a:lnTo>
                    <a:lnTo>
                      <a:pt x="15" y="1063"/>
                    </a:lnTo>
                    <a:lnTo>
                      <a:pt x="25" y="1062"/>
                    </a:lnTo>
                    <a:lnTo>
                      <a:pt x="37" y="1060"/>
                    </a:lnTo>
                    <a:lnTo>
                      <a:pt x="52" y="1057"/>
                    </a:lnTo>
                    <a:lnTo>
                      <a:pt x="69" y="1054"/>
                    </a:lnTo>
                    <a:lnTo>
                      <a:pt x="88" y="1049"/>
                    </a:lnTo>
                    <a:lnTo>
                      <a:pt x="108" y="1044"/>
                    </a:lnTo>
                    <a:lnTo>
                      <a:pt x="129" y="1037"/>
                    </a:lnTo>
                    <a:lnTo>
                      <a:pt x="152" y="1029"/>
                    </a:lnTo>
                    <a:lnTo>
                      <a:pt x="175" y="1018"/>
                    </a:lnTo>
                    <a:lnTo>
                      <a:pt x="198" y="1007"/>
                    </a:lnTo>
                    <a:lnTo>
                      <a:pt x="222" y="994"/>
                    </a:lnTo>
                    <a:lnTo>
                      <a:pt x="244" y="979"/>
                    </a:lnTo>
                    <a:lnTo>
                      <a:pt x="267" y="962"/>
                    </a:lnTo>
                    <a:lnTo>
                      <a:pt x="267" y="26"/>
                    </a:lnTo>
                    <a:close/>
                  </a:path>
                </a:pathLst>
              </a:custGeom>
              <a:solidFill>
                <a:schemeClr val="bg2">
                  <a:alpha val="100000"/>
                </a:schemeClr>
              </a:solidFill>
              <a:ln w="9525">
                <a:noFill/>
              </a:ln>
            </p:spPr>
            <p:txBody>
              <a:bodyPr/>
              <a:p>
                <a:endParaRPr lang="zh-CN" altLang="en-US"/>
              </a:p>
            </p:txBody>
          </p:sp>
          <p:sp>
            <p:nvSpPr>
              <p:cNvPr id="154749" name="Freeform 135"/>
              <p:cNvSpPr/>
              <p:nvPr/>
            </p:nvSpPr>
            <p:spPr>
              <a:xfrm>
                <a:off x="4800" y="1567"/>
                <a:ext cx="33" cy="12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28" h="898">
                    <a:moveTo>
                      <a:pt x="228" y="21"/>
                    </a:moveTo>
                    <a:lnTo>
                      <a:pt x="227" y="20"/>
                    </a:lnTo>
                    <a:lnTo>
                      <a:pt x="224" y="19"/>
                    </a:lnTo>
                    <a:lnTo>
                      <a:pt x="217" y="17"/>
                    </a:lnTo>
                    <a:lnTo>
                      <a:pt x="209" y="13"/>
                    </a:lnTo>
                    <a:lnTo>
                      <a:pt x="199" y="10"/>
                    </a:lnTo>
                    <a:lnTo>
                      <a:pt x="186" y="6"/>
                    </a:lnTo>
                    <a:lnTo>
                      <a:pt x="172" y="4"/>
                    </a:lnTo>
                    <a:lnTo>
                      <a:pt x="157" y="2"/>
                    </a:lnTo>
                    <a:lnTo>
                      <a:pt x="140" y="0"/>
                    </a:lnTo>
                    <a:lnTo>
                      <a:pt x="122" y="0"/>
                    </a:lnTo>
                    <a:lnTo>
                      <a:pt x="104" y="2"/>
                    </a:lnTo>
                    <a:lnTo>
                      <a:pt x="83" y="5"/>
                    </a:lnTo>
                    <a:lnTo>
                      <a:pt x="64" y="11"/>
                    </a:lnTo>
                    <a:lnTo>
                      <a:pt x="42" y="19"/>
                    </a:lnTo>
                    <a:lnTo>
                      <a:pt x="21" y="29"/>
                    </a:lnTo>
                    <a:lnTo>
                      <a:pt x="0" y="43"/>
                    </a:lnTo>
                    <a:lnTo>
                      <a:pt x="0" y="898"/>
                    </a:lnTo>
                    <a:lnTo>
                      <a:pt x="1" y="898"/>
                    </a:lnTo>
                    <a:lnTo>
                      <a:pt x="5" y="898"/>
                    </a:lnTo>
                    <a:lnTo>
                      <a:pt x="12" y="897"/>
                    </a:lnTo>
                    <a:lnTo>
                      <a:pt x="21" y="896"/>
                    </a:lnTo>
                    <a:lnTo>
                      <a:pt x="32" y="894"/>
                    </a:lnTo>
                    <a:lnTo>
                      <a:pt x="45" y="892"/>
                    </a:lnTo>
                    <a:lnTo>
                      <a:pt x="59" y="889"/>
                    </a:lnTo>
                    <a:lnTo>
                      <a:pt x="75" y="884"/>
                    </a:lnTo>
                    <a:lnTo>
                      <a:pt x="92" y="879"/>
                    </a:lnTo>
                    <a:lnTo>
                      <a:pt x="111" y="874"/>
                    </a:lnTo>
                    <a:lnTo>
                      <a:pt x="130" y="867"/>
                    </a:lnTo>
                    <a:lnTo>
                      <a:pt x="149" y="858"/>
                    </a:lnTo>
                    <a:lnTo>
                      <a:pt x="169" y="848"/>
                    </a:lnTo>
                    <a:lnTo>
                      <a:pt x="190" y="837"/>
                    </a:lnTo>
                    <a:lnTo>
                      <a:pt x="209" y="824"/>
                    </a:lnTo>
                    <a:lnTo>
                      <a:pt x="228" y="809"/>
                    </a:lnTo>
                    <a:lnTo>
                      <a:pt x="228" y="21"/>
                    </a:lnTo>
                    <a:close/>
                  </a:path>
                </a:pathLst>
              </a:custGeom>
              <a:solidFill>
                <a:schemeClr val="bg2">
                  <a:alpha val="100000"/>
                </a:schemeClr>
              </a:solidFill>
              <a:ln w="9525">
                <a:noFill/>
              </a:ln>
            </p:spPr>
            <p:txBody>
              <a:bodyPr/>
              <a:p>
                <a:endParaRPr lang="zh-CN" altLang="en-US"/>
              </a:p>
            </p:txBody>
          </p:sp>
          <p:sp>
            <p:nvSpPr>
              <p:cNvPr id="154750" name="Freeform 136"/>
              <p:cNvSpPr/>
              <p:nvPr/>
            </p:nvSpPr>
            <p:spPr>
              <a:xfrm>
                <a:off x="4801" y="1568"/>
                <a:ext cx="27" cy="104"/>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92" h="729">
                    <a:moveTo>
                      <a:pt x="192" y="17"/>
                    </a:moveTo>
                    <a:lnTo>
                      <a:pt x="191" y="17"/>
                    </a:lnTo>
                    <a:lnTo>
                      <a:pt x="187" y="15"/>
                    </a:lnTo>
                    <a:lnTo>
                      <a:pt x="183" y="12"/>
                    </a:lnTo>
                    <a:lnTo>
                      <a:pt x="176" y="10"/>
                    </a:lnTo>
                    <a:lnTo>
                      <a:pt x="167" y="8"/>
                    </a:lnTo>
                    <a:lnTo>
                      <a:pt x="156" y="4"/>
                    </a:lnTo>
                    <a:lnTo>
                      <a:pt x="145" y="2"/>
                    </a:lnTo>
                    <a:lnTo>
                      <a:pt x="132" y="0"/>
                    </a:lnTo>
                    <a:lnTo>
                      <a:pt x="117" y="0"/>
                    </a:lnTo>
                    <a:lnTo>
                      <a:pt x="102" y="0"/>
                    </a:lnTo>
                    <a:lnTo>
                      <a:pt x="86" y="1"/>
                    </a:lnTo>
                    <a:lnTo>
                      <a:pt x="70" y="3"/>
                    </a:lnTo>
                    <a:lnTo>
                      <a:pt x="53" y="8"/>
                    </a:lnTo>
                    <a:lnTo>
                      <a:pt x="35" y="15"/>
                    </a:lnTo>
                    <a:lnTo>
                      <a:pt x="18" y="24"/>
                    </a:lnTo>
                    <a:lnTo>
                      <a:pt x="0" y="35"/>
                    </a:lnTo>
                    <a:lnTo>
                      <a:pt x="0" y="729"/>
                    </a:lnTo>
                    <a:lnTo>
                      <a:pt x="1" y="729"/>
                    </a:lnTo>
                    <a:lnTo>
                      <a:pt x="4" y="729"/>
                    </a:lnTo>
                    <a:lnTo>
                      <a:pt x="10" y="728"/>
                    </a:lnTo>
                    <a:lnTo>
                      <a:pt x="18" y="727"/>
                    </a:lnTo>
                    <a:lnTo>
                      <a:pt x="27" y="726"/>
                    </a:lnTo>
                    <a:lnTo>
                      <a:pt x="37" y="725"/>
                    </a:lnTo>
                    <a:lnTo>
                      <a:pt x="50" y="721"/>
                    </a:lnTo>
                    <a:lnTo>
                      <a:pt x="64" y="719"/>
                    </a:lnTo>
                    <a:lnTo>
                      <a:pt x="77" y="714"/>
                    </a:lnTo>
                    <a:lnTo>
                      <a:pt x="92" y="710"/>
                    </a:lnTo>
                    <a:lnTo>
                      <a:pt x="108" y="704"/>
                    </a:lnTo>
                    <a:lnTo>
                      <a:pt x="125" y="697"/>
                    </a:lnTo>
                    <a:lnTo>
                      <a:pt x="141" y="689"/>
                    </a:lnTo>
                    <a:lnTo>
                      <a:pt x="159" y="680"/>
                    </a:lnTo>
                    <a:lnTo>
                      <a:pt x="176" y="668"/>
                    </a:lnTo>
                    <a:lnTo>
                      <a:pt x="192" y="657"/>
                    </a:lnTo>
                    <a:lnTo>
                      <a:pt x="192" y="17"/>
                    </a:lnTo>
                    <a:close/>
                  </a:path>
                </a:pathLst>
              </a:custGeom>
              <a:solidFill>
                <a:srgbClr val="DDDDDD">
                  <a:alpha val="100000"/>
                </a:srgbClr>
              </a:solidFill>
              <a:ln w="9525">
                <a:noFill/>
              </a:ln>
            </p:spPr>
            <p:txBody>
              <a:bodyPr/>
              <a:p>
                <a:endParaRPr lang="zh-CN" altLang="en-US"/>
              </a:p>
            </p:txBody>
          </p:sp>
          <p:sp>
            <p:nvSpPr>
              <p:cNvPr id="154751" name="Freeform 137"/>
              <p:cNvSpPr/>
              <p:nvPr/>
            </p:nvSpPr>
            <p:spPr>
              <a:xfrm>
                <a:off x="4802" y="1569"/>
                <a:ext cx="22" cy="8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56" h="564">
                    <a:moveTo>
                      <a:pt x="156" y="15"/>
                    </a:moveTo>
                    <a:lnTo>
                      <a:pt x="153" y="14"/>
                    </a:lnTo>
                    <a:lnTo>
                      <a:pt x="142" y="9"/>
                    </a:lnTo>
                    <a:lnTo>
                      <a:pt x="127" y="4"/>
                    </a:lnTo>
                    <a:lnTo>
                      <a:pt x="108" y="1"/>
                    </a:lnTo>
                    <a:lnTo>
                      <a:pt x="84" y="0"/>
                    </a:lnTo>
                    <a:lnTo>
                      <a:pt x="58" y="3"/>
                    </a:lnTo>
                    <a:lnTo>
                      <a:pt x="29" y="12"/>
                    </a:lnTo>
                    <a:lnTo>
                      <a:pt x="0" y="28"/>
                    </a:lnTo>
                    <a:lnTo>
                      <a:pt x="0" y="564"/>
                    </a:lnTo>
                    <a:lnTo>
                      <a:pt x="4" y="564"/>
                    </a:lnTo>
                    <a:lnTo>
                      <a:pt x="15" y="563"/>
                    </a:lnTo>
                    <a:lnTo>
                      <a:pt x="31" y="560"/>
                    </a:lnTo>
                    <a:lnTo>
                      <a:pt x="52" y="555"/>
                    </a:lnTo>
                    <a:lnTo>
                      <a:pt x="76" y="548"/>
                    </a:lnTo>
                    <a:lnTo>
                      <a:pt x="102" y="537"/>
                    </a:lnTo>
                    <a:lnTo>
                      <a:pt x="128" y="524"/>
                    </a:lnTo>
                    <a:lnTo>
                      <a:pt x="156" y="505"/>
                    </a:lnTo>
                    <a:lnTo>
                      <a:pt x="156" y="15"/>
                    </a:lnTo>
                    <a:close/>
                  </a:path>
                </a:pathLst>
              </a:custGeom>
              <a:solidFill>
                <a:schemeClr val="bg2">
                  <a:alpha val="100000"/>
                </a:schemeClr>
              </a:solidFill>
              <a:ln w="9525">
                <a:noFill/>
              </a:ln>
            </p:spPr>
            <p:txBody>
              <a:bodyPr/>
              <a:p>
                <a:endParaRPr lang="zh-CN" altLang="en-US"/>
              </a:p>
            </p:txBody>
          </p:sp>
          <p:sp>
            <p:nvSpPr>
              <p:cNvPr id="154752" name="Freeform 138"/>
              <p:cNvSpPr/>
              <p:nvPr/>
            </p:nvSpPr>
            <p:spPr>
              <a:xfrm>
                <a:off x="4803" y="1571"/>
                <a:ext cx="17" cy="5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7" h="396">
                    <a:moveTo>
                      <a:pt x="117" y="10"/>
                    </a:moveTo>
                    <a:lnTo>
                      <a:pt x="115" y="9"/>
                    </a:lnTo>
                    <a:lnTo>
                      <a:pt x="107" y="6"/>
                    </a:lnTo>
                    <a:lnTo>
                      <a:pt x="95" y="2"/>
                    </a:lnTo>
                    <a:lnTo>
                      <a:pt x="80" y="0"/>
                    </a:lnTo>
                    <a:lnTo>
                      <a:pt x="63" y="0"/>
                    </a:lnTo>
                    <a:lnTo>
                      <a:pt x="43" y="2"/>
                    </a:lnTo>
                    <a:lnTo>
                      <a:pt x="22" y="9"/>
                    </a:lnTo>
                    <a:lnTo>
                      <a:pt x="0" y="22"/>
                    </a:lnTo>
                    <a:lnTo>
                      <a:pt x="0" y="396"/>
                    </a:lnTo>
                    <a:lnTo>
                      <a:pt x="3" y="396"/>
                    </a:lnTo>
                    <a:lnTo>
                      <a:pt x="11" y="395"/>
                    </a:lnTo>
                    <a:lnTo>
                      <a:pt x="23" y="393"/>
                    </a:lnTo>
                    <a:lnTo>
                      <a:pt x="39" y="389"/>
                    </a:lnTo>
                    <a:lnTo>
                      <a:pt x="58" y="385"/>
                    </a:lnTo>
                    <a:lnTo>
                      <a:pt x="77" y="377"/>
                    </a:lnTo>
                    <a:lnTo>
                      <a:pt x="96" y="365"/>
                    </a:lnTo>
                    <a:lnTo>
                      <a:pt x="117" y="351"/>
                    </a:lnTo>
                    <a:lnTo>
                      <a:pt x="117" y="10"/>
                    </a:lnTo>
                    <a:close/>
                  </a:path>
                </a:pathLst>
              </a:custGeom>
              <a:solidFill>
                <a:schemeClr val="bg2">
                  <a:alpha val="100000"/>
                </a:schemeClr>
              </a:solidFill>
              <a:ln w="9525">
                <a:noFill/>
              </a:ln>
            </p:spPr>
            <p:txBody>
              <a:bodyPr/>
              <a:p>
                <a:endParaRPr lang="zh-CN" altLang="en-US"/>
              </a:p>
            </p:txBody>
          </p:sp>
          <p:sp>
            <p:nvSpPr>
              <p:cNvPr id="154753" name="Freeform 139"/>
              <p:cNvSpPr/>
              <p:nvPr/>
            </p:nvSpPr>
            <p:spPr>
              <a:xfrm>
                <a:off x="4804" y="1572"/>
                <a:ext cx="11" cy="33"/>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80" h="230">
                    <a:moveTo>
                      <a:pt x="80" y="7"/>
                    </a:moveTo>
                    <a:lnTo>
                      <a:pt x="78" y="6"/>
                    </a:lnTo>
                    <a:lnTo>
                      <a:pt x="73" y="5"/>
                    </a:lnTo>
                    <a:lnTo>
                      <a:pt x="65" y="2"/>
                    </a:lnTo>
                    <a:lnTo>
                      <a:pt x="55" y="0"/>
                    </a:lnTo>
                    <a:lnTo>
                      <a:pt x="44" y="0"/>
                    </a:lnTo>
                    <a:lnTo>
                      <a:pt x="30" y="1"/>
                    </a:lnTo>
                    <a:lnTo>
                      <a:pt x="15" y="7"/>
                    </a:lnTo>
                    <a:lnTo>
                      <a:pt x="0" y="15"/>
                    </a:lnTo>
                    <a:lnTo>
                      <a:pt x="0" y="230"/>
                    </a:lnTo>
                    <a:lnTo>
                      <a:pt x="3" y="230"/>
                    </a:lnTo>
                    <a:lnTo>
                      <a:pt x="7" y="229"/>
                    </a:lnTo>
                    <a:lnTo>
                      <a:pt x="16" y="228"/>
                    </a:lnTo>
                    <a:lnTo>
                      <a:pt x="27" y="225"/>
                    </a:lnTo>
                    <a:lnTo>
                      <a:pt x="39" y="222"/>
                    </a:lnTo>
                    <a:lnTo>
                      <a:pt x="53" y="216"/>
                    </a:lnTo>
                    <a:lnTo>
                      <a:pt x="67" y="208"/>
                    </a:lnTo>
                    <a:lnTo>
                      <a:pt x="80" y="199"/>
                    </a:lnTo>
                    <a:lnTo>
                      <a:pt x="80" y="7"/>
                    </a:lnTo>
                    <a:close/>
                  </a:path>
                </a:pathLst>
              </a:custGeom>
              <a:solidFill>
                <a:schemeClr val="bg2">
                  <a:alpha val="100000"/>
                </a:schemeClr>
              </a:solidFill>
              <a:ln w="9525">
                <a:noFill/>
              </a:ln>
            </p:spPr>
            <p:txBody>
              <a:bodyPr/>
              <a:p>
                <a:endParaRPr lang="zh-CN" altLang="en-US"/>
              </a:p>
            </p:txBody>
          </p:sp>
          <p:sp>
            <p:nvSpPr>
              <p:cNvPr id="154754" name="Freeform 140"/>
              <p:cNvSpPr/>
              <p:nvPr/>
            </p:nvSpPr>
            <p:spPr>
              <a:xfrm>
                <a:off x="4942" y="1666"/>
                <a:ext cx="16" cy="17"/>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7" h="117">
                    <a:moveTo>
                      <a:pt x="58" y="117"/>
                    </a:moveTo>
                    <a:lnTo>
                      <a:pt x="70" y="116"/>
                    </a:lnTo>
                    <a:lnTo>
                      <a:pt x="81" y="112"/>
                    </a:lnTo>
                    <a:lnTo>
                      <a:pt x="90" y="106"/>
                    </a:lnTo>
                    <a:lnTo>
                      <a:pt x="100" y="100"/>
                    </a:lnTo>
                    <a:lnTo>
                      <a:pt x="106" y="90"/>
                    </a:lnTo>
                    <a:lnTo>
                      <a:pt x="112" y="81"/>
                    </a:lnTo>
                    <a:lnTo>
                      <a:pt x="116" y="70"/>
                    </a:lnTo>
                    <a:lnTo>
                      <a:pt x="117" y="58"/>
                    </a:lnTo>
                    <a:lnTo>
                      <a:pt x="116" y="46"/>
                    </a:lnTo>
                    <a:lnTo>
                      <a:pt x="112" y="35"/>
                    </a:lnTo>
                    <a:lnTo>
                      <a:pt x="106" y="25"/>
                    </a:lnTo>
                    <a:lnTo>
                      <a:pt x="100" y="17"/>
                    </a:lnTo>
                    <a:lnTo>
                      <a:pt x="90" y="9"/>
                    </a:lnTo>
                    <a:lnTo>
                      <a:pt x="81" y="4"/>
                    </a:lnTo>
                    <a:lnTo>
                      <a:pt x="70" y="1"/>
                    </a:lnTo>
                    <a:lnTo>
                      <a:pt x="58" y="0"/>
                    </a:lnTo>
                    <a:lnTo>
                      <a:pt x="47" y="1"/>
                    </a:lnTo>
                    <a:lnTo>
                      <a:pt x="36" y="4"/>
                    </a:lnTo>
                    <a:lnTo>
                      <a:pt x="26" y="9"/>
                    </a:lnTo>
                    <a:lnTo>
                      <a:pt x="17" y="17"/>
                    </a:lnTo>
                    <a:lnTo>
                      <a:pt x="10" y="25"/>
                    </a:lnTo>
                    <a:lnTo>
                      <a:pt x="5" y="35"/>
                    </a:lnTo>
                    <a:lnTo>
                      <a:pt x="1" y="46"/>
                    </a:lnTo>
                    <a:lnTo>
                      <a:pt x="0" y="58"/>
                    </a:lnTo>
                    <a:lnTo>
                      <a:pt x="1" y="70"/>
                    </a:lnTo>
                    <a:lnTo>
                      <a:pt x="5" y="81"/>
                    </a:lnTo>
                    <a:lnTo>
                      <a:pt x="10" y="90"/>
                    </a:lnTo>
                    <a:lnTo>
                      <a:pt x="17" y="100"/>
                    </a:lnTo>
                    <a:lnTo>
                      <a:pt x="26" y="106"/>
                    </a:lnTo>
                    <a:lnTo>
                      <a:pt x="36" y="112"/>
                    </a:lnTo>
                    <a:lnTo>
                      <a:pt x="47" y="116"/>
                    </a:lnTo>
                    <a:lnTo>
                      <a:pt x="58" y="117"/>
                    </a:lnTo>
                    <a:close/>
                  </a:path>
                </a:pathLst>
              </a:custGeom>
              <a:solidFill>
                <a:schemeClr val="bg2">
                  <a:alpha val="100000"/>
                </a:schemeClr>
              </a:solidFill>
              <a:ln w="9525">
                <a:noFill/>
              </a:ln>
            </p:spPr>
            <p:txBody>
              <a:bodyPr/>
              <a:p>
                <a:endParaRPr lang="zh-CN" altLang="en-US"/>
              </a:p>
            </p:txBody>
          </p:sp>
          <p:sp>
            <p:nvSpPr>
              <p:cNvPr id="154755" name="Freeform 141"/>
              <p:cNvSpPr/>
              <p:nvPr/>
            </p:nvSpPr>
            <p:spPr>
              <a:xfrm>
                <a:off x="4890" y="1666"/>
                <a:ext cx="9" cy="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8" h="59">
                    <a:moveTo>
                      <a:pt x="29" y="59"/>
                    </a:moveTo>
                    <a:lnTo>
                      <a:pt x="40" y="56"/>
                    </a:lnTo>
                    <a:lnTo>
                      <a:pt x="50" y="49"/>
                    </a:lnTo>
                    <a:lnTo>
                      <a:pt x="56" y="40"/>
                    </a:lnTo>
                    <a:lnTo>
                      <a:pt x="58" y="29"/>
                    </a:lnTo>
                    <a:lnTo>
                      <a:pt x="56" y="17"/>
                    </a:lnTo>
                    <a:lnTo>
                      <a:pt x="50" y="8"/>
                    </a:lnTo>
                    <a:lnTo>
                      <a:pt x="40" y="2"/>
                    </a:lnTo>
                    <a:lnTo>
                      <a:pt x="29" y="0"/>
                    </a:lnTo>
                    <a:lnTo>
                      <a:pt x="17" y="2"/>
                    </a:lnTo>
                    <a:lnTo>
                      <a:pt x="8" y="8"/>
                    </a:lnTo>
                    <a:lnTo>
                      <a:pt x="2" y="17"/>
                    </a:lnTo>
                    <a:lnTo>
                      <a:pt x="0" y="29"/>
                    </a:lnTo>
                    <a:lnTo>
                      <a:pt x="2" y="40"/>
                    </a:lnTo>
                    <a:lnTo>
                      <a:pt x="8" y="49"/>
                    </a:lnTo>
                    <a:lnTo>
                      <a:pt x="17" y="56"/>
                    </a:lnTo>
                    <a:lnTo>
                      <a:pt x="29" y="59"/>
                    </a:lnTo>
                    <a:close/>
                  </a:path>
                </a:pathLst>
              </a:custGeom>
              <a:solidFill>
                <a:srgbClr val="FFFFFF">
                  <a:alpha val="100000"/>
                </a:srgbClr>
              </a:solidFill>
              <a:ln w="9525">
                <a:noFill/>
              </a:ln>
            </p:spPr>
            <p:txBody>
              <a:bodyPr/>
              <a:p>
                <a:endParaRPr lang="zh-CN" altLang="en-US"/>
              </a:p>
            </p:txBody>
          </p:sp>
          <p:sp>
            <p:nvSpPr>
              <p:cNvPr id="154756" name="Freeform 142"/>
              <p:cNvSpPr/>
              <p:nvPr/>
            </p:nvSpPr>
            <p:spPr>
              <a:xfrm>
                <a:off x="4905" y="1667"/>
                <a:ext cx="8" cy="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8" h="59">
                    <a:moveTo>
                      <a:pt x="29" y="59"/>
                    </a:moveTo>
                    <a:lnTo>
                      <a:pt x="41" y="57"/>
                    </a:lnTo>
                    <a:lnTo>
                      <a:pt x="50" y="51"/>
                    </a:lnTo>
                    <a:lnTo>
                      <a:pt x="56" y="42"/>
                    </a:lnTo>
                    <a:lnTo>
                      <a:pt x="58" y="30"/>
                    </a:lnTo>
                    <a:lnTo>
                      <a:pt x="56" y="19"/>
                    </a:lnTo>
                    <a:lnTo>
                      <a:pt x="50" y="9"/>
                    </a:lnTo>
                    <a:lnTo>
                      <a:pt x="41" y="3"/>
                    </a:lnTo>
                    <a:lnTo>
                      <a:pt x="29" y="0"/>
                    </a:lnTo>
                    <a:lnTo>
                      <a:pt x="18" y="3"/>
                    </a:lnTo>
                    <a:lnTo>
                      <a:pt x="9" y="9"/>
                    </a:lnTo>
                    <a:lnTo>
                      <a:pt x="2" y="19"/>
                    </a:lnTo>
                    <a:lnTo>
                      <a:pt x="0" y="30"/>
                    </a:lnTo>
                    <a:lnTo>
                      <a:pt x="2" y="42"/>
                    </a:lnTo>
                    <a:lnTo>
                      <a:pt x="9" y="51"/>
                    </a:lnTo>
                    <a:lnTo>
                      <a:pt x="18" y="57"/>
                    </a:lnTo>
                    <a:lnTo>
                      <a:pt x="29" y="59"/>
                    </a:lnTo>
                    <a:close/>
                  </a:path>
                </a:pathLst>
              </a:custGeom>
              <a:solidFill>
                <a:srgbClr val="FFFFFF">
                  <a:alpha val="100000"/>
                </a:srgbClr>
              </a:solidFill>
              <a:ln w="9525">
                <a:noFill/>
              </a:ln>
            </p:spPr>
            <p:txBody>
              <a:bodyPr/>
              <a:p>
                <a:endParaRPr lang="zh-CN" altLang="en-US"/>
              </a:p>
            </p:txBody>
          </p:sp>
          <p:sp>
            <p:nvSpPr>
              <p:cNvPr id="154757" name="Freeform 143"/>
              <p:cNvSpPr/>
              <p:nvPr/>
            </p:nvSpPr>
            <p:spPr>
              <a:xfrm>
                <a:off x="4849" y="1552"/>
                <a:ext cx="23" cy="114"/>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66" h="800">
                    <a:moveTo>
                      <a:pt x="52" y="16"/>
                    </a:moveTo>
                    <a:lnTo>
                      <a:pt x="47" y="32"/>
                    </a:lnTo>
                    <a:lnTo>
                      <a:pt x="36" y="77"/>
                    </a:lnTo>
                    <a:lnTo>
                      <a:pt x="21" y="148"/>
                    </a:lnTo>
                    <a:lnTo>
                      <a:pt x="8" y="244"/>
                    </a:lnTo>
                    <a:lnTo>
                      <a:pt x="0" y="359"/>
                    </a:lnTo>
                    <a:lnTo>
                      <a:pt x="2" y="492"/>
                    </a:lnTo>
                    <a:lnTo>
                      <a:pt x="15" y="640"/>
                    </a:lnTo>
                    <a:lnTo>
                      <a:pt x="46" y="800"/>
                    </a:lnTo>
                    <a:lnTo>
                      <a:pt x="161" y="794"/>
                    </a:lnTo>
                    <a:lnTo>
                      <a:pt x="156" y="770"/>
                    </a:lnTo>
                    <a:lnTo>
                      <a:pt x="145" y="706"/>
                    </a:lnTo>
                    <a:lnTo>
                      <a:pt x="131" y="610"/>
                    </a:lnTo>
                    <a:lnTo>
                      <a:pt x="118" y="493"/>
                    </a:lnTo>
                    <a:lnTo>
                      <a:pt x="111" y="364"/>
                    </a:lnTo>
                    <a:lnTo>
                      <a:pt x="115" y="235"/>
                    </a:lnTo>
                    <a:lnTo>
                      <a:pt x="132" y="113"/>
                    </a:lnTo>
                    <a:lnTo>
                      <a:pt x="166" y="9"/>
                    </a:lnTo>
                    <a:lnTo>
                      <a:pt x="166" y="8"/>
                    </a:lnTo>
                    <a:lnTo>
                      <a:pt x="166" y="6"/>
                    </a:lnTo>
                    <a:lnTo>
                      <a:pt x="164" y="4"/>
                    </a:lnTo>
                    <a:lnTo>
                      <a:pt x="157" y="0"/>
                    </a:lnTo>
                    <a:lnTo>
                      <a:pt x="143" y="0"/>
                    </a:lnTo>
                    <a:lnTo>
                      <a:pt x="123" y="1"/>
                    </a:lnTo>
                    <a:lnTo>
                      <a:pt x="93" y="7"/>
                    </a:lnTo>
                    <a:lnTo>
                      <a:pt x="52" y="16"/>
                    </a:lnTo>
                    <a:close/>
                  </a:path>
                </a:pathLst>
              </a:custGeom>
              <a:solidFill>
                <a:schemeClr val="bg2">
                  <a:alpha val="100000"/>
                </a:schemeClr>
              </a:solidFill>
              <a:ln w="9525">
                <a:noFill/>
              </a:ln>
            </p:spPr>
            <p:txBody>
              <a:bodyPr/>
              <a:p>
                <a:endParaRPr lang="zh-CN" altLang="en-US"/>
              </a:p>
            </p:txBody>
          </p:sp>
          <p:sp>
            <p:nvSpPr>
              <p:cNvPr id="154758" name="Freeform 144"/>
              <p:cNvSpPr/>
              <p:nvPr/>
            </p:nvSpPr>
            <p:spPr>
              <a:xfrm>
                <a:off x="4971" y="1538"/>
                <a:ext cx="32" cy="12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25" h="893">
                    <a:moveTo>
                      <a:pt x="225" y="6"/>
                    </a:moveTo>
                    <a:lnTo>
                      <a:pt x="219" y="12"/>
                    </a:lnTo>
                    <a:lnTo>
                      <a:pt x="204" y="35"/>
                    </a:lnTo>
                    <a:lnTo>
                      <a:pt x="185" y="82"/>
                    </a:lnTo>
                    <a:lnTo>
                      <a:pt x="165" y="158"/>
                    </a:lnTo>
                    <a:lnTo>
                      <a:pt x="149" y="270"/>
                    </a:lnTo>
                    <a:lnTo>
                      <a:pt x="141" y="427"/>
                    </a:lnTo>
                    <a:lnTo>
                      <a:pt x="146" y="631"/>
                    </a:lnTo>
                    <a:lnTo>
                      <a:pt x="168" y="893"/>
                    </a:lnTo>
                    <a:lnTo>
                      <a:pt x="41" y="893"/>
                    </a:lnTo>
                    <a:lnTo>
                      <a:pt x="36" y="867"/>
                    </a:lnTo>
                    <a:lnTo>
                      <a:pt x="26" y="794"/>
                    </a:lnTo>
                    <a:lnTo>
                      <a:pt x="13" y="686"/>
                    </a:lnTo>
                    <a:lnTo>
                      <a:pt x="3" y="554"/>
                    </a:lnTo>
                    <a:lnTo>
                      <a:pt x="0" y="408"/>
                    </a:lnTo>
                    <a:lnTo>
                      <a:pt x="6" y="260"/>
                    </a:lnTo>
                    <a:lnTo>
                      <a:pt x="30" y="121"/>
                    </a:lnTo>
                    <a:lnTo>
                      <a:pt x="73" y="0"/>
                    </a:lnTo>
                    <a:lnTo>
                      <a:pt x="225" y="6"/>
                    </a:lnTo>
                    <a:close/>
                  </a:path>
                </a:pathLst>
              </a:custGeom>
              <a:solidFill>
                <a:schemeClr val="bg2">
                  <a:alpha val="100000"/>
                </a:schemeClr>
              </a:solidFill>
              <a:ln w="9525">
                <a:noFill/>
              </a:ln>
            </p:spPr>
            <p:txBody>
              <a:bodyPr/>
              <a:p>
                <a:endParaRPr lang="zh-CN" altLang="en-US"/>
              </a:p>
            </p:txBody>
          </p:sp>
          <p:sp>
            <p:nvSpPr>
              <p:cNvPr id="154759" name="Freeform 145"/>
              <p:cNvSpPr/>
              <p:nvPr/>
            </p:nvSpPr>
            <p:spPr>
              <a:xfrm>
                <a:off x="4849" y="1559"/>
                <a:ext cx="21" cy="10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45" h="699">
                    <a:moveTo>
                      <a:pt x="46" y="14"/>
                    </a:moveTo>
                    <a:lnTo>
                      <a:pt x="41" y="28"/>
                    </a:lnTo>
                    <a:lnTo>
                      <a:pt x="32" y="67"/>
                    </a:lnTo>
                    <a:lnTo>
                      <a:pt x="20" y="130"/>
                    </a:lnTo>
                    <a:lnTo>
                      <a:pt x="7" y="213"/>
                    </a:lnTo>
                    <a:lnTo>
                      <a:pt x="0" y="314"/>
                    </a:lnTo>
                    <a:lnTo>
                      <a:pt x="1" y="430"/>
                    </a:lnTo>
                    <a:lnTo>
                      <a:pt x="13" y="559"/>
                    </a:lnTo>
                    <a:lnTo>
                      <a:pt x="40" y="699"/>
                    </a:lnTo>
                    <a:lnTo>
                      <a:pt x="140" y="693"/>
                    </a:lnTo>
                    <a:lnTo>
                      <a:pt x="135" y="672"/>
                    </a:lnTo>
                    <a:lnTo>
                      <a:pt x="126" y="616"/>
                    </a:lnTo>
                    <a:lnTo>
                      <a:pt x="113" y="532"/>
                    </a:lnTo>
                    <a:lnTo>
                      <a:pt x="103" y="430"/>
                    </a:lnTo>
                    <a:lnTo>
                      <a:pt x="97" y="317"/>
                    </a:lnTo>
                    <a:lnTo>
                      <a:pt x="100" y="205"/>
                    </a:lnTo>
                    <a:lnTo>
                      <a:pt x="115" y="98"/>
                    </a:lnTo>
                    <a:lnTo>
                      <a:pt x="145" y="8"/>
                    </a:lnTo>
                    <a:lnTo>
                      <a:pt x="145" y="7"/>
                    </a:lnTo>
                    <a:lnTo>
                      <a:pt x="145" y="5"/>
                    </a:lnTo>
                    <a:lnTo>
                      <a:pt x="143" y="3"/>
                    </a:lnTo>
                    <a:lnTo>
                      <a:pt x="137" y="0"/>
                    </a:lnTo>
                    <a:lnTo>
                      <a:pt x="126" y="0"/>
                    </a:lnTo>
                    <a:lnTo>
                      <a:pt x="108" y="1"/>
                    </a:lnTo>
                    <a:lnTo>
                      <a:pt x="81" y="6"/>
                    </a:lnTo>
                    <a:lnTo>
                      <a:pt x="46" y="14"/>
                    </a:lnTo>
                    <a:close/>
                  </a:path>
                </a:pathLst>
              </a:custGeom>
              <a:solidFill>
                <a:schemeClr val="bg2">
                  <a:alpha val="100000"/>
                </a:schemeClr>
              </a:solidFill>
              <a:ln w="9525">
                <a:noFill/>
              </a:ln>
            </p:spPr>
            <p:txBody>
              <a:bodyPr/>
              <a:p>
                <a:endParaRPr lang="zh-CN" altLang="en-US"/>
              </a:p>
            </p:txBody>
          </p:sp>
          <p:sp>
            <p:nvSpPr>
              <p:cNvPr id="154760" name="Freeform 146"/>
              <p:cNvSpPr/>
              <p:nvPr/>
            </p:nvSpPr>
            <p:spPr>
              <a:xfrm>
                <a:off x="4850" y="1566"/>
                <a:ext cx="18" cy="85"/>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23" h="597">
                    <a:moveTo>
                      <a:pt x="39" y="12"/>
                    </a:moveTo>
                    <a:lnTo>
                      <a:pt x="35" y="23"/>
                    </a:lnTo>
                    <a:lnTo>
                      <a:pt x="26" y="57"/>
                    </a:lnTo>
                    <a:lnTo>
                      <a:pt x="16" y="111"/>
                    </a:lnTo>
                    <a:lnTo>
                      <a:pt x="6" y="181"/>
                    </a:lnTo>
                    <a:lnTo>
                      <a:pt x="0" y="267"/>
                    </a:lnTo>
                    <a:lnTo>
                      <a:pt x="1" y="367"/>
                    </a:lnTo>
                    <a:lnTo>
                      <a:pt x="11" y="477"/>
                    </a:lnTo>
                    <a:lnTo>
                      <a:pt x="34" y="597"/>
                    </a:lnTo>
                    <a:lnTo>
                      <a:pt x="119" y="591"/>
                    </a:lnTo>
                    <a:lnTo>
                      <a:pt x="115" y="574"/>
                    </a:lnTo>
                    <a:lnTo>
                      <a:pt x="107" y="526"/>
                    </a:lnTo>
                    <a:lnTo>
                      <a:pt x="97" y="454"/>
                    </a:lnTo>
                    <a:lnTo>
                      <a:pt x="88" y="367"/>
                    </a:lnTo>
                    <a:lnTo>
                      <a:pt x="82" y="272"/>
                    </a:lnTo>
                    <a:lnTo>
                      <a:pt x="84" y="175"/>
                    </a:lnTo>
                    <a:lnTo>
                      <a:pt x="97" y="84"/>
                    </a:lnTo>
                    <a:lnTo>
                      <a:pt x="123" y="7"/>
                    </a:lnTo>
                    <a:lnTo>
                      <a:pt x="123" y="6"/>
                    </a:lnTo>
                    <a:lnTo>
                      <a:pt x="123" y="5"/>
                    </a:lnTo>
                    <a:lnTo>
                      <a:pt x="121" y="3"/>
                    </a:lnTo>
                    <a:lnTo>
                      <a:pt x="117" y="0"/>
                    </a:lnTo>
                    <a:lnTo>
                      <a:pt x="106" y="0"/>
                    </a:lnTo>
                    <a:lnTo>
                      <a:pt x="91" y="2"/>
                    </a:lnTo>
                    <a:lnTo>
                      <a:pt x="70" y="5"/>
                    </a:lnTo>
                    <a:lnTo>
                      <a:pt x="39" y="12"/>
                    </a:lnTo>
                    <a:close/>
                  </a:path>
                </a:pathLst>
              </a:custGeom>
              <a:solidFill>
                <a:schemeClr val="bg2">
                  <a:alpha val="100000"/>
                </a:schemeClr>
              </a:solidFill>
              <a:ln w="9525">
                <a:noFill/>
              </a:ln>
            </p:spPr>
            <p:txBody>
              <a:bodyPr/>
              <a:p>
                <a:endParaRPr lang="zh-CN" altLang="en-US"/>
              </a:p>
            </p:txBody>
          </p:sp>
          <p:sp>
            <p:nvSpPr>
              <p:cNvPr id="154761" name="Freeform 147"/>
              <p:cNvSpPr/>
              <p:nvPr/>
            </p:nvSpPr>
            <p:spPr>
              <a:xfrm>
                <a:off x="4851" y="1572"/>
                <a:ext cx="15" cy="7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03" h="492">
                    <a:moveTo>
                      <a:pt x="32" y="9"/>
                    </a:moveTo>
                    <a:lnTo>
                      <a:pt x="28" y="18"/>
                    </a:lnTo>
                    <a:lnTo>
                      <a:pt x="21" y="47"/>
                    </a:lnTo>
                    <a:lnTo>
                      <a:pt x="12" y="90"/>
                    </a:lnTo>
                    <a:lnTo>
                      <a:pt x="4" y="149"/>
                    </a:lnTo>
                    <a:lnTo>
                      <a:pt x="0" y="220"/>
                    </a:lnTo>
                    <a:lnTo>
                      <a:pt x="0" y="303"/>
                    </a:lnTo>
                    <a:lnTo>
                      <a:pt x="9" y="394"/>
                    </a:lnTo>
                    <a:lnTo>
                      <a:pt x="27" y="492"/>
                    </a:lnTo>
                    <a:lnTo>
                      <a:pt x="98" y="489"/>
                    </a:lnTo>
                    <a:lnTo>
                      <a:pt x="95" y="474"/>
                    </a:lnTo>
                    <a:lnTo>
                      <a:pt x="88" y="434"/>
                    </a:lnTo>
                    <a:lnTo>
                      <a:pt x="80" y="375"/>
                    </a:lnTo>
                    <a:lnTo>
                      <a:pt x="72" y="303"/>
                    </a:lnTo>
                    <a:lnTo>
                      <a:pt x="68" y="224"/>
                    </a:lnTo>
                    <a:lnTo>
                      <a:pt x="70" y="144"/>
                    </a:lnTo>
                    <a:lnTo>
                      <a:pt x="81" y="68"/>
                    </a:lnTo>
                    <a:lnTo>
                      <a:pt x="103" y="5"/>
                    </a:lnTo>
                    <a:lnTo>
                      <a:pt x="103" y="4"/>
                    </a:lnTo>
                    <a:lnTo>
                      <a:pt x="103" y="3"/>
                    </a:lnTo>
                    <a:lnTo>
                      <a:pt x="100" y="1"/>
                    </a:lnTo>
                    <a:lnTo>
                      <a:pt x="97" y="0"/>
                    </a:lnTo>
                    <a:lnTo>
                      <a:pt x="89" y="0"/>
                    </a:lnTo>
                    <a:lnTo>
                      <a:pt x="75" y="0"/>
                    </a:lnTo>
                    <a:lnTo>
                      <a:pt x="57" y="3"/>
                    </a:lnTo>
                    <a:lnTo>
                      <a:pt x="32" y="9"/>
                    </a:lnTo>
                    <a:close/>
                  </a:path>
                </a:pathLst>
              </a:custGeom>
              <a:solidFill>
                <a:schemeClr val="bg2">
                  <a:alpha val="100000"/>
                </a:schemeClr>
              </a:solidFill>
              <a:ln w="9525">
                <a:noFill/>
              </a:ln>
            </p:spPr>
            <p:txBody>
              <a:bodyPr/>
              <a:p>
                <a:endParaRPr lang="zh-CN" altLang="en-US"/>
              </a:p>
            </p:txBody>
          </p:sp>
          <p:sp>
            <p:nvSpPr>
              <p:cNvPr id="154762" name="Freeform 148"/>
              <p:cNvSpPr/>
              <p:nvPr/>
            </p:nvSpPr>
            <p:spPr>
              <a:xfrm>
                <a:off x="4852" y="1579"/>
                <a:ext cx="12" cy="5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82" h="390">
                    <a:moveTo>
                      <a:pt x="25" y="8"/>
                    </a:moveTo>
                    <a:lnTo>
                      <a:pt x="23" y="16"/>
                    </a:lnTo>
                    <a:lnTo>
                      <a:pt x="17" y="38"/>
                    </a:lnTo>
                    <a:lnTo>
                      <a:pt x="11" y="72"/>
                    </a:lnTo>
                    <a:lnTo>
                      <a:pt x="4" y="118"/>
                    </a:lnTo>
                    <a:lnTo>
                      <a:pt x="0" y="174"/>
                    </a:lnTo>
                    <a:lnTo>
                      <a:pt x="0" y="240"/>
                    </a:lnTo>
                    <a:lnTo>
                      <a:pt x="7" y="312"/>
                    </a:lnTo>
                    <a:lnTo>
                      <a:pt x="22" y="390"/>
                    </a:lnTo>
                    <a:lnTo>
                      <a:pt x="78" y="387"/>
                    </a:lnTo>
                    <a:lnTo>
                      <a:pt x="76" y="375"/>
                    </a:lnTo>
                    <a:lnTo>
                      <a:pt x="70" y="343"/>
                    </a:lnTo>
                    <a:lnTo>
                      <a:pt x="63" y="297"/>
                    </a:lnTo>
                    <a:lnTo>
                      <a:pt x="57" y="240"/>
                    </a:lnTo>
                    <a:lnTo>
                      <a:pt x="54" y="178"/>
                    </a:lnTo>
                    <a:lnTo>
                      <a:pt x="56" y="113"/>
                    </a:lnTo>
                    <a:lnTo>
                      <a:pt x="64" y="55"/>
                    </a:lnTo>
                    <a:lnTo>
                      <a:pt x="82" y="4"/>
                    </a:lnTo>
                    <a:lnTo>
                      <a:pt x="82" y="2"/>
                    </a:lnTo>
                    <a:lnTo>
                      <a:pt x="80" y="1"/>
                    </a:lnTo>
                    <a:lnTo>
                      <a:pt x="77" y="0"/>
                    </a:lnTo>
                    <a:lnTo>
                      <a:pt x="70" y="0"/>
                    </a:lnTo>
                    <a:lnTo>
                      <a:pt x="60" y="1"/>
                    </a:lnTo>
                    <a:lnTo>
                      <a:pt x="46" y="3"/>
                    </a:lnTo>
                    <a:lnTo>
                      <a:pt x="25" y="8"/>
                    </a:lnTo>
                    <a:close/>
                  </a:path>
                </a:pathLst>
              </a:custGeom>
              <a:solidFill>
                <a:schemeClr val="bg2">
                  <a:alpha val="100000"/>
                </a:schemeClr>
              </a:solidFill>
              <a:ln w="9525">
                <a:noFill/>
              </a:ln>
            </p:spPr>
            <p:txBody>
              <a:bodyPr/>
              <a:p>
                <a:endParaRPr lang="zh-CN" altLang="en-US"/>
              </a:p>
            </p:txBody>
          </p:sp>
          <p:sp>
            <p:nvSpPr>
              <p:cNvPr id="154763" name="Freeform 149"/>
              <p:cNvSpPr/>
              <p:nvPr/>
            </p:nvSpPr>
            <p:spPr>
              <a:xfrm>
                <a:off x="4853" y="1586"/>
                <a:ext cx="8" cy="4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9" h="288">
                    <a:moveTo>
                      <a:pt x="18" y="6"/>
                    </a:moveTo>
                    <a:lnTo>
                      <a:pt x="17" y="11"/>
                    </a:lnTo>
                    <a:lnTo>
                      <a:pt x="13" y="27"/>
                    </a:lnTo>
                    <a:lnTo>
                      <a:pt x="7" y="53"/>
                    </a:lnTo>
                    <a:lnTo>
                      <a:pt x="2" y="87"/>
                    </a:lnTo>
                    <a:lnTo>
                      <a:pt x="0" y="130"/>
                    </a:lnTo>
                    <a:lnTo>
                      <a:pt x="0" y="177"/>
                    </a:lnTo>
                    <a:lnTo>
                      <a:pt x="5" y="231"/>
                    </a:lnTo>
                    <a:lnTo>
                      <a:pt x="16" y="288"/>
                    </a:lnTo>
                    <a:lnTo>
                      <a:pt x="57" y="286"/>
                    </a:lnTo>
                    <a:lnTo>
                      <a:pt x="56" y="278"/>
                    </a:lnTo>
                    <a:lnTo>
                      <a:pt x="51" y="254"/>
                    </a:lnTo>
                    <a:lnTo>
                      <a:pt x="47" y="219"/>
                    </a:lnTo>
                    <a:lnTo>
                      <a:pt x="42" y="177"/>
                    </a:lnTo>
                    <a:lnTo>
                      <a:pt x="40" y="131"/>
                    </a:lnTo>
                    <a:lnTo>
                      <a:pt x="41" y="84"/>
                    </a:lnTo>
                    <a:lnTo>
                      <a:pt x="47" y="40"/>
                    </a:lnTo>
                    <a:lnTo>
                      <a:pt x="59" y="3"/>
                    </a:lnTo>
                    <a:lnTo>
                      <a:pt x="59" y="2"/>
                    </a:lnTo>
                    <a:lnTo>
                      <a:pt x="58" y="1"/>
                    </a:lnTo>
                    <a:lnTo>
                      <a:pt x="56" y="0"/>
                    </a:lnTo>
                    <a:lnTo>
                      <a:pt x="51" y="0"/>
                    </a:lnTo>
                    <a:lnTo>
                      <a:pt x="45" y="0"/>
                    </a:lnTo>
                    <a:lnTo>
                      <a:pt x="33" y="2"/>
                    </a:lnTo>
                    <a:lnTo>
                      <a:pt x="18" y="6"/>
                    </a:lnTo>
                    <a:close/>
                  </a:path>
                </a:pathLst>
              </a:custGeom>
              <a:solidFill>
                <a:schemeClr val="bg2">
                  <a:alpha val="100000"/>
                </a:schemeClr>
              </a:solidFill>
              <a:ln w="9525">
                <a:noFill/>
              </a:ln>
            </p:spPr>
            <p:txBody>
              <a:bodyPr/>
              <a:p>
                <a:endParaRPr lang="zh-CN" altLang="en-US"/>
              </a:p>
            </p:txBody>
          </p:sp>
          <p:sp>
            <p:nvSpPr>
              <p:cNvPr id="154764" name="Freeform 150"/>
              <p:cNvSpPr/>
              <p:nvPr/>
            </p:nvSpPr>
            <p:spPr>
              <a:xfrm>
                <a:off x="4972" y="1546"/>
                <a:ext cx="28" cy="11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98" h="779">
                    <a:moveTo>
                      <a:pt x="198" y="6"/>
                    </a:moveTo>
                    <a:lnTo>
                      <a:pt x="194" y="12"/>
                    </a:lnTo>
                    <a:lnTo>
                      <a:pt x="180" y="31"/>
                    </a:lnTo>
                    <a:lnTo>
                      <a:pt x="163" y="72"/>
                    </a:lnTo>
                    <a:lnTo>
                      <a:pt x="146" y="138"/>
                    </a:lnTo>
                    <a:lnTo>
                      <a:pt x="132" y="236"/>
                    </a:lnTo>
                    <a:lnTo>
                      <a:pt x="125" y="373"/>
                    </a:lnTo>
                    <a:lnTo>
                      <a:pt x="130" y="551"/>
                    </a:lnTo>
                    <a:lnTo>
                      <a:pt x="148" y="779"/>
                    </a:lnTo>
                    <a:lnTo>
                      <a:pt x="37" y="779"/>
                    </a:lnTo>
                    <a:lnTo>
                      <a:pt x="34" y="756"/>
                    </a:lnTo>
                    <a:lnTo>
                      <a:pt x="23" y="693"/>
                    </a:lnTo>
                    <a:lnTo>
                      <a:pt x="13" y="599"/>
                    </a:lnTo>
                    <a:lnTo>
                      <a:pt x="4" y="483"/>
                    </a:lnTo>
                    <a:lnTo>
                      <a:pt x="0" y="357"/>
                    </a:lnTo>
                    <a:lnTo>
                      <a:pt x="7" y="227"/>
                    </a:lnTo>
                    <a:lnTo>
                      <a:pt x="27" y="105"/>
                    </a:lnTo>
                    <a:lnTo>
                      <a:pt x="65" y="0"/>
                    </a:lnTo>
                    <a:lnTo>
                      <a:pt x="198" y="6"/>
                    </a:lnTo>
                    <a:close/>
                  </a:path>
                </a:pathLst>
              </a:custGeom>
              <a:solidFill>
                <a:schemeClr val="bg2">
                  <a:alpha val="100000"/>
                </a:schemeClr>
              </a:solidFill>
              <a:ln w="9525">
                <a:noFill/>
              </a:ln>
            </p:spPr>
            <p:txBody>
              <a:bodyPr/>
              <a:p>
                <a:endParaRPr lang="zh-CN" altLang="en-US"/>
              </a:p>
            </p:txBody>
          </p:sp>
          <p:sp>
            <p:nvSpPr>
              <p:cNvPr id="154765" name="Freeform 151"/>
              <p:cNvSpPr/>
              <p:nvPr/>
            </p:nvSpPr>
            <p:spPr>
              <a:xfrm>
                <a:off x="4973" y="1553"/>
                <a:ext cx="24" cy="9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69" h="666">
                    <a:moveTo>
                      <a:pt x="169" y="5"/>
                    </a:moveTo>
                    <a:lnTo>
                      <a:pt x="164" y="10"/>
                    </a:lnTo>
                    <a:lnTo>
                      <a:pt x="154" y="27"/>
                    </a:lnTo>
                    <a:lnTo>
                      <a:pt x="139" y="61"/>
                    </a:lnTo>
                    <a:lnTo>
                      <a:pt x="124" y="118"/>
                    </a:lnTo>
                    <a:lnTo>
                      <a:pt x="113" y="201"/>
                    </a:lnTo>
                    <a:lnTo>
                      <a:pt x="107" y="318"/>
                    </a:lnTo>
                    <a:lnTo>
                      <a:pt x="110" y="470"/>
                    </a:lnTo>
                    <a:lnTo>
                      <a:pt x="126" y="666"/>
                    </a:lnTo>
                    <a:lnTo>
                      <a:pt x="31" y="666"/>
                    </a:lnTo>
                    <a:lnTo>
                      <a:pt x="28" y="646"/>
                    </a:lnTo>
                    <a:lnTo>
                      <a:pt x="20" y="592"/>
                    </a:lnTo>
                    <a:lnTo>
                      <a:pt x="11" y="512"/>
                    </a:lnTo>
                    <a:lnTo>
                      <a:pt x="3" y="413"/>
                    </a:lnTo>
                    <a:lnTo>
                      <a:pt x="0" y="305"/>
                    </a:lnTo>
                    <a:lnTo>
                      <a:pt x="6" y="195"/>
                    </a:lnTo>
                    <a:lnTo>
                      <a:pt x="23" y="90"/>
                    </a:lnTo>
                    <a:lnTo>
                      <a:pt x="55" y="0"/>
                    </a:lnTo>
                    <a:lnTo>
                      <a:pt x="169" y="5"/>
                    </a:lnTo>
                    <a:close/>
                  </a:path>
                </a:pathLst>
              </a:custGeom>
              <a:solidFill>
                <a:schemeClr val="bg2">
                  <a:alpha val="100000"/>
                </a:schemeClr>
              </a:solidFill>
              <a:ln w="9525">
                <a:noFill/>
              </a:ln>
            </p:spPr>
            <p:txBody>
              <a:bodyPr/>
              <a:p>
                <a:endParaRPr lang="zh-CN" altLang="en-US"/>
              </a:p>
            </p:txBody>
          </p:sp>
          <p:sp>
            <p:nvSpPr>
              <p:cNvPr id="154766" name="Freeform 152"/>
              <p:cNvSpPr/>
              <p:nvPr/>
            </p:nvSpPr>
            <p:spPr>
              <a:xfrm>
                <a:off x="4974" y="1561"/>
                <a:ext cx="20" cy="7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40" h="551">
                    <a:moveTo>
                      <a:pt x="140" y="5"/>
                    </a:moveTo>
                    <a:lnTo>
                      <a:pt x="136" y="8"/>
                    </a:lnTo>
                    <a:lnTo>
                      <a:pt x="127" y="23"/>
                    </a:lnTo>
                    <a:lnTo>
                      <a:pt x="116" y="51"/>
                    </a:lnTo>
                    <a:lnTo>
                      <a:pt x="103" y="98"/>
                    </a:lnTo>
                    <a:lnTo>
                      <a:pt x="94" y="167"/>
                    </a:lnTo>
                    <a:lnTo>
                      <a:pt x="90" y="264"/>
                    </a:lnTo>
                    <a:lnTo>
                      <a:pt x="92" y="390"/>
                    </a:lnTo>
                    <a:lnTo>
                      <a:pt x="106" y="551"/>
                    </a:lnTo>
                    <a:lnTo>
                      <a:pt x="27" y="551"/>
                    </a:lnTo>
                    <a:lnTo>
                      <a:pt x="24" y="535"/>
                    </a:lnTo>
                    <a:lnTo>
                      <a:pt x="17" y="490"/>
                    </a:lnTo>
                    <a:lnTo>
                      <a:pt x="9" y="423"/>
                    </a:lnTo>
                    <a:lnTo>
                      <a:pt x="3" y="342"/>
                    </a:lnTo>
                    <a:lnTo>
                      <a:pt x="0" y="252"/>
                    </a:lnTo>
                    <a:lnTo>
                      <a:pt x="5" y="161"/>
                    </a:lnTo>
                    <a:lnTo>
                      <a:pt x="20" y="75"/>
                    </a:lnTo>
                    <a:lnTo>
                      <a:pt x="46" y="0"/>
                    </a:lnTo>
                    <a:lnTo>
                      <a:pt x="140" y="5"/>
                    </a:lnTo>
                    <a:close/>
                  </a:path>
                </a:pathLst>
              </a:custGeom>
              <a:solidFill>
                <a:schemeClr val="bg2">
                  <a:alpha val="100000"/>
                </a:schemeClr>
              </a:solidFill>
              <a:ln w="9525">
                <a:noFill/>
              </a:ln>
            </p:spPr>
            <p:txBody>
              <a:bodyPr/>
              <a:p>
                <a:endParaRPr lang="zh-CN" altLang="en-US"/>
              </a:p>
            </p:txBody>
          </p:sp>
          <p:sp>
            <p:nvSpPr>
              <p:cNvPr id="154767" name="Freeform 153"/>
              <p:cNvSpPr/>
              <p:nvPr/>
            </p:nvSpPr>
            <p:spPr>
              <a:xfrm>
                <a:off x="4975" y="1569"/>
                <a:ext cx="16" cy="62"/>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1" h="437">
                    <a:moveTo>
                      <a:pt x="111" y="4"/>
                    </a:moveTo>
                    <a:lnTo>
                      <a:pt x="108" y="7"/>
                    </a:lnTo>
                    <a:lnTo>
                      <a:pt x="101" y="18"/>
                    </a:lnTo>
                    <a:lnTo>
                      <a:pt x="92" y="41"/>
                    </a:lnTo>
                    <a:lnTo>
                      <a:pt x="82" y="77"/>
                    </a:lnTo>
                    <a:lnTo>
                      <a:pt x="75" y="133"/>
                    </a:lnTo>
                    <a:lnTo>
                      <a:pt x="70" y="208"/>
                    </a:lnTo>
                    <a:lnTo>
                      <a:pt x="72" y="309"/>
                    </a:lnTo>
                    <a:lnTo>
                      <a:pt x="83" y="437"/>
                    </a:lnTo>
                    <a:lnTo>
                      <a:pt x="21" y="437"/>
                    </a:lnTo>
                    <a:lnTo>
                      <a:pt x="19" y="424"/>
                    </a:lnTo>
                    <a:lnTo>
                      <a:pt x="13" y="389"/>
                    </a:lnTo>
                    <a:lnTo>
                      <a:pt x="7" y="336"/>
                    </a:lnTo>
                    <a:lnTo>
                      <a:pt x="3" y="272"/>
                    </a:lnTo>
                    <a:lnTo>
                      <a:pt x="0" y="200"/>
                    </a:lnTo>
                    <a:lnTo>
                      <a:pt x="5" y="128"/>
                    </a:lnTo>
                    <a:lnTo>
                      <a:pt x="16" y="59"/>
                    </a:lnTo>
                    <a:lnTo>
                      <a:pt x="37" y="0"/>
                    </a:lnTo>
                    <a:lnTo>
                      <a:pt x="111" y="4"/>
                    </a:lnTo>
                    <a:close/>
                  </a:path>
                </a:pathLst>
              </a:custGeom>
              <a:solidFill>
                <a:schemeClr val="bg2">
                  <a:alpha val="100000"/>
                </a:schemeClr>
              </a:solidFill>
              <a:ln w="9525">
                <a:noFill/>
              </a:ln>
            </p:spPr>
            <p:txBody>
              <a:bodyPr/>
              <a:p>
                <a:endParaRPr lang="zh-CN" altLang="en-US"/>
              </a:p>
            </p:txBody>
          </p:sp>
          <p:sp>
            <p:nvSpPr>
              <p:cNvPr id="154768" name="Freeform 154"/>
              <p:cNvSpPr/>
              <p:nvPr/>
            </p:nvSpPr>
            <p:spPr>
              <a:xfrm>
                <a:off x="4976" y="1577"/>
                <a:ext cx="12" cy="4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82" h="322">
                    <a:moveTo>
                      <a:pt x="82" y="3"/>
                    </a:moveTo>
                    <a:lnTo>
                      <a:pt x="79" y="5"/>
                    </a:lnTo>
                    <a:lnTo>
                      <a:pt x="75" y="13"/>
                    </a:lnTo>
                    <a:lnTo>
                      <a:pt x="67" y="30"/>
                    </a:lnTo>
                    <a:lnTo>
                      <a:pt x="60" y="57"/>
                    </a:lnTo>
                    <a:lnTo>
                      <a:pt x="54" y="98"/>
                    </a:lnTo>
                    <a:lnTo>
                      <a:pt x="52" y="154"/>
                    </a:lnTo>
                    <a:lnTo>
                      <a:pt x="53" y="228"/>
                    </a:lnTo>
                    <a:lnTo>
                      <a:pt x="61" y="322"/>
                    </a:lnTo>
                    <a:lnTo>
                      <a:pt x="15" y="322"/>
                    </a:lnTo>
                    <a:lnTo>
                      <a:pt x="14" y="313"/>
                    </a:lnTo>
                    <a:lnTo>
                      <a:pt x="9" y="287"/>
                    </a:lnTo>
                    <a:lnTo>
                      <a:pt x="5" y="247"/>
                    </a:lnTo>
                    <a:lnTo>
                      <a:pt x="1" y="200"/>
                    </a:lnTo>
                    <a:lnTo>
                      <a:pt x="0" y="147"/>
                    </a:lnTo>
                    <a:lnTo>
                      <a:pt x="3" y="95"/>
                    </a:lnTo>
                    <a:lnTo>
                      <a:pt x="11" y="44"/>
                    </a:lnTo>
                    <a:lnTo>
                      <a:pt x="27" y="0"/>
                    </a:lnTo>
                    <a:lnTo>
                      <a:pt x="82" y="3"/>
                    </a:lnTo>
                    <a:close/>
                  </a:path>
                </a:pathLst>
              </a:custGeom>
              <a:solidFill>
                <a:schemeClr val="bg2">
                  <a:alpha val="100000"/>
                </a:schemeClr>
              </a:solidFill>
              <a:ln w="9525">
                <a:noFill/>
              </a:ln>
            </p:spPr>
            <p:txBody>
              <a:bodyPr/>
              <a:p>
                <a:endParaRPr lang="zh-CN" altLang="en-US"/>
              </a:p>
            </p:txBody>
          </p:sp>
          <p:sp>
            <p:nvSpPr>
              <p:cNvPr id="154769" name="Rectangle 155"/>
              <p:cNvSpPr/>
              <p:nvPr/>
            </p:nvSpPr>
            <p:spPr>
              <a:xfrm>
                <a:off x="4824" y="1565"/>
                <a:ext cx="4" cy="146"/>
              </a:xfrm>
              <a:prstGeom prst="rect">
                <a:avLst/>
              </a:prstGeom>
              <a:solidFill>
                <a:srgbClr val="DDDDDD"/>
              </a:solidFill>
              <a:ln w="9525">
                <a:noFill/>
              </a:ln>
            </p:spPr>
            <p:txBody>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54770" name="Freeform 156"/>
              <p:cNvSpPr/>
              <p:nvPr/>
            </p:nvSpPr>
            <p:spPr>
              <a:xfrm>
                <a:off x="4876" y="1563"/>
                <a:ext cx="57" cy="67"/>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398" h="469">
                    <a:moveTo>
                      <a:pt x="37" y="44"/>
                    </a:moveTo>
                    <a:lnTo>
                      <a:pt x="33" y="53"/>
                    </a:lnTo>
                    <a:lnTo>
                      <a:pt x="27" y="79"/>
                    </a:lnTo>
                    <a:lnTo>
                      <a:pt x="17" y="120"/>
                    </a:lnTo>
                    <a:lnTo>
                      <a:pt x="8" y="174"/>
                    </a:lnTo>
                    <a:lnTo>
                      <a:pt x="1" y="238"/>
                    </a:lnTo>
                    <a:lnTo>
                      <a:pt x="0" y="309"/>
                    </a:lnTo>
                    <a:lnTo>
                      <a:pt x="7" y="387"/>
                    </a:lnTo>
                    <a:lnTo>
                      <a:pt x="24" y="469"/>
                    </a:lnTo>
                    <a:lnTo>
                      <a:pt x="24" y="466"/>
                    </a:lnTo>
                    <a:lnTo>
                      <a:pt x="24" y="455"/>
                    </a:lnTo>
                    <a:lnTo>
                      <a:pt x="24" y="438"/>
                    </a:lnTo>
                    <a:lnTo>
                      <a:pt x="24" y="417"/>
                    </a:lnTo>
                    <a:lnTo>
                      <a:pt x="27" y="391"/>
                    </a:lnTo>
                    <a:lnTo>
                      <a:pt x="30" y="363"/>
                    </a:lnTo>
                    <a:lnTo>
                      <a:pt x="35" y="332"/>
                    </a:lnTo>
                    <a:lnTo>
                      <a:pt x="41" y="300"/>
                    </a:lnTo>
                    <a:lnTo>
                      <a:pt x="52" y="268"/>
                    </a:lnTo>
                    <a:lnTo>
                      <a:pt x="64" y="237"/>
                    </a:lnTo>
                    <a:lnTo>
                      <a:pt x="79" y="207"/>
                    </a:lnTo>
                    <a:lnTo>
                      <a:pt x="99" y="179"/>
                    </a:lnTo>
                    <a:lnTo>
                      <a:pt x="123" y="155"/>
                    </a:lnTo>
                    <a:lnTo>
                      <a:pt x="150" y="136"/>
                    </a:lnTo>
                    <a:lnTo>
                      <a:pt x="183" y="122"/>
                    </a:lnTo>
                    <a:lnTo>
                      <a:pt x="221" y="114"/>
                    </a:lnTo>
                    <a:lnTo>
                      <a:pt x="223" y="112"/>
                    </a:lnTo>
                    <a:lnTo>
                      <a:pt x="230" y="107"/>
                    </a:lnTo>
                    <a:lnTo>
                      <a:pt x="242" y="99"/>
                    </a:lnTo>
                    <a:lnTo>
                      <a:pt x="260" y="88"/>
                    </a:lnTo>
                    <a:lnTo>
                      <a:pt x="284" y="74"/>
                    </a:lnTo>
                    <a:lnTo>
                      <a:pt x="315" y="58"/>
                    </a:lnTo>
                    <a:lnTo>
                      <a:pt x="352" y="39"/>
                    </a:lnTo>
                    <a:lnTo>
                      <a:pt x="398" y="19"/>
                    </a:lnTo>
                    <a:lnTo>
                      <a:pt x="396" y="17"/>
                    </a:lnTo>
                    <a:lnTo>
                      <a:pt x="389" y="16"/>
                    </a:lnTo>
                    <a:lnTo>
                      <a:pt x="379" y="14"/>
                    </a:lnTo>
                    <a:lnTo>
                      <a:pt x="364" y="12"/>
                    </a:lnTo>
                    <a:lnTo>
                      <a:pt x="347" y="8"/>
                    </a:lnTo>
                    <a:lnTo>
                      <a:pt x="326" y="6"/>
                    </a:lnTo>
                    <a:lnTo>
                      <a:pt x="302" y="4"/>
                    </a:lnTo>
                    <a:lnTo>
                      <a:pt x="277" y="1"/>
                    </a:lnTo>
                    <a:lnTo>
                      <a:pt x="250" y="0"/>
                    </a:lnTo>
                    <a:lnTo>
                      <a:pt x="221" y="1"/>
                    </a:lnTo>
                    <a:lnTo>
                      <a:pt x="191" y="3"/>
                    </a:lnTo>
                    <a:lnTo>
                      <a:pt x="160" y="6"/>
                    </a:lnTo>
                    <a:lnTo>
                      <a:pt x="129" y="12"/>
                    </a:lnTo>
                    <a:lnTo>
                      <a:pt x="97" y="20"/>
                    </a:lnTo>
                    <a:lnTo>
                      <a:pt x="67" y="30"/>
                    </a:lnTo>
                    <a:lnTo>
                      <a:pt x="37" y="44"/>
                    </a:lnTo>
                    <a:close/>
                  </a:path>
                </a:pathLst>
              </a:custGeom>
              <a:solidFill>
                <a:srgbClr val="999999">
                  <a:alpha val="100000"/>
                </a:srgbClr>
              </a:solidFill>
              <a:ln w="9525">
                <a:noFill/>
              </a:ln>
            </p:spPr>
            <p:txBody>
              <a:bodyPr/>
              <a:p>
                <a:endParaRPr lang="zh-CN" altLang="en-US"/>
              </a:p>
            </p:txBody>
          </p:sp>
          <p:sp>
            <p:nvSpPr>
              <p:cNvPr id="154771" name="Freeform 157"/>
              <p:cNvSpPr/>
              <p:nvPr/>
            </p:nvSpPr>
            <p:spPr>
              <a:xfrm>
                <a:off x="4797" y="1613"/>
                <a:ext cx="46" cy="13"/>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325" h="89">
                    <a:moveTo>
                      <a:pt x="0" y="57"/>
                    </a:moveTo>
                    <a:lnTo>
                      <a:pt x="0" y="55"/>
                    </a:lnTo>
                    <a:lnTo>
                      <a:pt x="2" y="52"/>
                    </a:lnTo>
                    <a:lnTo>
                      <a:pt x="6" y="47"/>
                    </a:lnTo>
                    <a:lnTo>
                      <a:pt x="12" y="41"/>
                    </a:lnTo>
                    <a:lnTo>
                      <a:pt x="20" y="34"/>
                    </a:lnTo>
                    <a:lnTo>
                      <a:pt x="29" y="27"/>
                    </a:lnTo>
                    <a:lnTo>
                      <a:pt x="41" y="20"/>
                    </a:lnTo>
                    <a:lnTo>
                      <a:pt x="57" y="13"/>
                    </a:lnTo>
                    <a:lnTo>
                      <a:pt x="77" y="7"/>
                    </a:lnTo>
                    <a:lnTo>
                      <a:pt x="98" y="3"/>
                    </a:lnTo>
                    <a:lnTo>
                      <a:pt x="126" y="0"/>
                    </a:lnTo>
                    <a:lnTo>
                      <a:pt x="156" y="0"/>
                    </a:lnTo>
                    <a:lnTo>
                      <a:pt x="191" y="3"/>
                    </a:lnTo>
                    <a:lnTo>
                      <a:pt x="230" y="8"/>
                    </a:lnTo>
                    <a:lnTo>
                      <a:pt x="275" y="18"/>
                    </a:lnTo>
                    <a:lnTo>
                      <a:pt x="325" y="31"/>
                    </a:lnTo>
                    <a:lnTo>
                      <a:pt x="318" y="51"/>
                    </a:lnTo>
                    <a:lnTo>
                      <a:pt x="316" y="50"/>
                    </a:lnTo>
                    <a:lnTo>
                      <a:pt x="308" y="47"/>
                    </a:lnTo>
                    <a:lnTo>
                      <a:pt x="295" y="44"/>
                    </a:lnTo>
                    <a:lnTo>
                      <a:pt x="279" y="39"/>
                    </a:lnTo>
                    <a:lnTo>
                      <a:pt x="260" y="35"/>
                    </a:lnTo>
                    <a:lnTo>
                      <a:pt x="238" y="30"/>
                    </a:lnTo>
                    <a:lnTo>
                      <a:pt x="214" y="27"/>
                    </a:lnTo>
                    <a:lnTo>
                      <a:pt x="188" y="24"/>
                    </a:lnTo>
                    <a:lnTo>
                      <a:pt x="161" y="23"/>
                    </a:lnTo>
                    <a:lnTo>
                      <a:pt x="134" y="23"/>
                    </a:lnTo>
                    <a:lnTo>
                      <a:pt x="108" y="26"/>
                    </a:lnTo>
                    <a:lnTo>
                      <a:pt x="82" y="31"/>
                    </a:lnTo>
                    <a:lnTo>
                      <a:pt x="58" y="41"/>
                    </a:lnTo>
                    <a:lnTo>
                      <a:pt x="36" y="52"/>
                    </a:lnTo>
                    <a:lnTo>
                      <a:pt x="16" y="68"/>
                    </a:lnTo>
                    <a:lnTo>
                      <a:pt x="0" y="89"/>
                    </a:lnTo>
                    <a:lnTo>
                      <a:pt x="0" y="57"/>
                    </a:lnTo>
                    <a:close/>
                  </a:path>
                </a:pathLst>
              </a:custGeom>
              <a:solidFill>
                <a:srgbClr val="000000">
                  <a:alpha val="100000"/>
                </a:srgbClr>
              </a:solidFill>
              <a:ln w="9525">
                <a:noFill/>
              </a:ln>
            </p:spPr>
            <p:txBody>
              <a:bodyPr/>
              <a:p>
                <a:endParaRPr lang="zh-CN" altLang="en-US"/>
              </a:p>
            </p:txBody>
          </p:sp>
          <p:sp>
            <p:nvSpPr>
              <p:cNvPr id="154772" name="Freeform 158"/>
              <p:cNvSpPr/>
              <p:nvPr/>
            </p:nvSpPr>
            <p:spPr>
              <a:xfrm>
                <a:off x="4797" y="1583"/>
                <a:ext cx="46" cy="13"/>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325" h="89">
                    <a:moveTo>
                      <a:pt x="0" y="56"/>
                    </a:moveTo>
                    <a:lnTo>
                      <a:pt x="0" y="55"/>
                    </a:lnTo>
                    <a:lnTo>
                      <a:pt x="2" y="52"/>
                    </a:lnTo>
                    <a:lnTo>
                      <a:pt x="6" y="47"/>
                    </a:lnTo>
                    <a:lnTo>
                      <a:pt x="12" y="40"/>
                    </a:lnTo>
                    <a:lnTo>
                      <a:pt x="20" y="33"/>
                    </a:lnTo>
                    <a:lnTo>
                      <a:pt x="29" y="27"/>
                    </a:lnTo>
                    <a:lnTo>
                      <a:pt x="41" y="18"/>
                    </a:lnTo>
                    <a:lnTo>
                      <a:pt x="57" y="13"/>
                    </a:lnTo>
                    <a:lnTo>
                      <a:pt x="77" y="7"/>
                    </a:lnTo>
                    <a:lnTo>
                      <a:pt x="98" y="2"/>
                    </a:lnTo>
                    <a:lnTo>
                      <a:pt x="126" y="0"/>
                    </a:lnTo>
                    <a:lnTo>
                      <a:pt x="156" y="0"/>
                    </a:lnTo>
                    <a:lnTo>
                      <a:pt x="191" y="2"/>
                    </a:lnTo>
                    <a:lnTo>
                      <a:pt x="230" y="8"/>
                    </a:lnTo>
                    <a:lnTo>
                      <a:pt x="275" y="17"/>
                    </a:lnTo>
                    <a:lnTo>
                      <a:pt x="325" y="31"/>
                    </a:lnTo>
                    <a:lnTo>
                      <a:pt x="318" y="49"/>
                    </a:lnTo>
                    <a:lnTo>
                      <a:pt x="316" y="48"/>
                    </a:lnTo>
                    <a:lnTo>
                      <a:pt x="308" y="46"/>
                    </a:lnTo>
                    <a:lnTo>
                      <a:pt x="295" y="43"/>
                    </a:lnTo>
                    <a:lnTo>
                      <a:pt x="279" y="38"/>
                    </a:lnTo>
                    <a:lnTo>
                      <a:pt x="260" y="35"/>
                    </a:lnTo>
                    <a:lnTo>
                      <a:pt x="238" y="30"/>
                    </a:lnTo>
                    <a:lnTo>
                      <a:pt x="214" y="27"/>
                    </a:lnTo>
                    <a:lnTo>
                      <a:pt x="188" y="23"/>
                    </a:lnTo>
                    <a:lnTo>
                      <a:pt x="161" y="22"/>
                    </a:lnTo>
                    <a:lnTo>
                      <a:pt x="134" y="23"/>
                    </a:lnTo>
                    <a:lnTo>
                      <a:pt x="108" y="25"/>
                    </a:lnTo>
                    <a:lnTo>
                      <a:pt x="82" y="31"/>
                    </a:lnTo>
                    <a:lnTo>
                      <a:pt x="58" y="40"/>
                    </a:lnTo>
                    <a:lnTo>
                      <a:pt x="36" y="52"/>
                    </a:lnTo>
                    <a:lnTo>
                      <a:pt x="16" y="68"/>
                    </a:lnTo>
                    <a:lnTo>
                      <a:pt x="0" y="89"/>
                    </a:lnTo>
                    <a:lnTo>
                      <a:pt x="0" y="56"/>
                    </a:lnTo>
                    <a:close/>
                  </a:path>
                </a:pathLst>
              </a:custGeom>
              <a:solidFill>
                <a:srgbClr val="000000">
                  <a:alpha val="100000"/>
                </a:srgbClr>
              </a:solidFill>
              <a:ln w="9525">
                <a:noFill/>
              </a:ln>
            </p:spPr>
            <p:txBody>
              <a:bodyPr/>
              <a:p>
                <a:endParaRPr lang="zh-CN" altLang="en-US"/>
              </a:p>
            </p:txBody>
          </p:sp>
          <p:sp>
            <p:nvSpPr>
              <p:cNvPr id="154773" name="Freeform 159"/>
              <p:cNvSpPr/>
              <p:nvPr/>
            </p:nvSpPr>
            <p:spPr>
              <a:xfrm>
                <a:off x="4841" y="1568"/>
                <a:ext cx="75" cy="13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28" h="975">
                    <a:moveTo>
                      <a:pt x="0" y="0"/>
                    </a:moveTo>
                    <a:lnTo>
                      <a:pt x="0" y="943"/>
                    </a:lnTo>
                    <a:lnTo>
                      <a:pt x="159" y="975"/>
                    </a:lnTo>
                    <a:lnTo>
                      <a:pt x="152" y="848"/>
                    </a:lnTo>
                    <a:lnTo>
                      <a:pt x="528" y="905"/>
                    </a:lnTo>
                    <a:lnTo>
                      <a:pt x="521" y="855"/>
                    </a:lnTo>
                    <a:lnTo>
                      <a:pt x="261" y="822"/>
                    </a:lnTo>
                    <a:lnTo>
                      <a:pt x="254" y="713"/>
                    </a:lnTo>
                    <a:lnTo>
                      <a:pt x="77" y="713"/>
                    </a:lnTo>
                    <a:lnTo>
                      <a:pt x="72" y="699"/>
                    </a:lnTo>
                    <a:lnTo>
                      <a:pt x="60" y="659"/>
                    </a:lnTo>
                    <a:lnTo>
                      <a:pt x="44" y="595"/>
                    </a:lnTo>
                    <a:lnTo>
                      <a:pt x="28" y="511"/>
                    </a:lnTo>
                    <a:lnTo>
                      <a:pt x="16" y="410"/>
                    </a:lnTo>
                    <a:lnTo>
                      <a:pt x="12" y="294"/>
                    </a:lnTo>
                    <a:lnTo>
                      <a:pt x="21" y="167"/>
                    </a:lnTo>
                    <a:lnTo>
                      <a:pt x="45" y="32"/>
                    </a:lnTo>
                    <a:lnTo>
                      <a:pt x="0" y="0"/>
                    </a:lnTo>
                    <a:close/>
                  </a:path>
                </a:pathLst>
              </a:custGeom>
              <a:solidFill>
                <a:schemeClr val="bg2">
                  <a:alpha val="100000"/>
                </a:schemeClr>
              </a:solidFill>
              <a:ln w="9525">
                <a:noFill/>
              </a:ln>
            </p:spPr>
            <p:txBody>
              <a:bodyPr/>
              <a:p>
                <a:endParaRPr lang="zh-CN" altLang="en-US"/>
              </a:p>
            </p:txBody>
          </p:sp>
          <p:sp>
            <p:nvSpPr>
              <p:cNvPr id="154774" name="Freeform 160"/>
              <p:cNvSpPr/>
              <p:nvPr/>
            </p:nvSpPr>
            <p:spPr>
              <a:xfrm>
                <a:off x="4878" y="1536"/>
                <a:ext cx="97" cy="1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678" h="133">
                    <a:moveTo>
                      <a:pt x="0" y="133"/>
                    </a:moveTo>
                    <a:lnTo>
                      <a:pt x="4" y="132"/>
                    </a:lnTo>
                    <a:lnTo>
                      <a:pt x="15" y="127"/>
                    </a:lnTo>
                    <a:lnTo>
                      <a:pt x="32" y="122"/>
                    </a:lnTo>
                    <a:lnTo>
                      <a:pt x="56" y="114"/>
                    </a:lnTo>
                    <a:lnTo>
                      <a:pt x="86" y="104"/>
                    </a:lnTo>
                    <a:lnTo>
                      <a:pt x="120" y="95"/>
                    </a:lnTo>
                    <a:lnTo>
                      <a:pt x="160" y="86"/>
                    </a:lnTo>
                    <a:lnTo>
                      <a:pt x="204" y="78"/>
                    </a:lnTo>
                    <a:lnTo>
                      <a:pt x="252" y="70"/>
                    </a:lnTo>
                    <a:lnTo>
                      <a:pt x="303" y="64"/>
                    </a:lnTo>
                    <a:lnTo>
                      <a:pt x="358" y="60"/>
                    </a:lnTo>
                    <a:lnTo>
                      <a:pt x="414" y="58"/>
                    </a:lnTo>
                    <a:lnTo>
                      <a:pt x="474" y="60"/>
                    </a:lnTo>
                    <a:lnTo>
                      <a:pt x="534" y="65"/>
                    </a:lnTo>
                    <a:lnTo>
                      <a:pt x="596" y="74"/>
                    </a:lnTo>
                    <a:lnTo>
                      <a:pt x="659" y="88"/>
                    </a:lnTo>
                    <a:lnTo>
                      <a:pt x="678" y="0"/>
                    </a:lnTo>
                    <a:lnTo>
                      <a:pt x="674" y="0"/>
                    </a:lnTo>
                    <a:lnTo>
                      <a:pt x="659" y="0"/>
                    </a:lnTo>
                    <a:lnTo>
                      <a:pt x="636" y="0"/>
                    </a:lnTo>
                    <a:lnTo>
                      <a:pt x="606" y="1"/>
                    </a:lnTo>
                    <a:lnTo>
                      <a:pt x="570" y="2"/>
                    </a:lnTo>
                    <a:lnTo>
                      <a:pt x="527" y="3"/>
                    </a:lnTo>
                    <a:lnTo>
                      <a:pt x="480" y="7"/>
                    </a:lnTo>
                    <a:lnTo>
                      <a:pt x="430" y="9"/>
                    </a:lnTo>
                    <a:lnTo>
                      <a:pt x="376" y="14"/>
                    </a:lnTo>
                    <a:lnTo>
                      <a:pt x="320" y="18"/>
                    </a:lnTo>
                    <a:lnTo>
                      <a:pt x="264" y="24"/>
                    </a:lnTo>
                    <a:lnTo>
                      <a:pt x="208" y="32"/>
                    </a:lnTo>
                    <a:lnTo>
                      <a:pt x="152" y="40"/>
                    </a:lnTo>
                    <a:lnTo>
                      <a:pt x="98" y="50"/>
                    </a:lnTo>
                    <a:lnTo>
                      <a:pt x="47" y="62"/>
                    </a:lnTo>
                    <a:lnTo>
                      <a:pt x="0" y="76"/>
                    </a:lnTo>
                    <a:lnTo>
                      <a:pt x="0" y="133"/>
                    </a:lnTo>
                    <a:close/>
                  </a:path>
                </a:pathLst>
              </a:custGeom>
              <a:solidFill>
                <a:schemeClr val="bg2">
                  <a:alpha val="100000"/>
                </a:schemeClr>
              </a:solidFill>
              <a:ln w="9525">
                <a:noFill/>
              </a:ln>
            </p:spPr>
            <p:txBody>
              <a:bodyPr/>
              <a:p>
                <a:endParaRPr lang="zh-CN" altLang="en-US"/>
              </a:p>
            </p:txBody>
          </p:sp>
          <p:sp>
            <p:nvSpPr>
              <p:cNvPr id="154775" name="Freeform 161"/>
              <p:cNvSpPr/>
              <p:nvPr/>
            </p:nvSpPr>
            <p:spPr>
              <a:xfrm>
                <a:off x="4821" y="1711"/>
                <a:ext cx="163" cy="54"/>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42" h="379">
                    <a:moveTo>
                      <a:pt x="482" y="367"/>
                    </a:moveTo>
                    <a:lnTo>
                      <a:pt x="485" y="366"/>
                    </a:lnTo>
                    <a:lnTo>
                      <a:pt x="492" y="363"/>
                    </a:lnTo>
                    <a:lnTo>
                      <a:pt x="502" y="359"/>
                    </a:lnTo>
                    <a:lnTo>
                      <a:pt x="516" y="353"/>
                    </a:lnTo>
                    <a:lnTo>
                      <a:pt x="533" y="346"/>
                    </a:lnTo>
                    <a:lnTo>
                      <a:pt x="551" y="338"/>
                    </a:lnTo>
                    <a:lnTo>
                      <a:pt x="572" y="328"/>
                    </a:lnTo>
                    <a:lnTo>
                      <a:pt x="593" y="317"/>
                    </a:lnTo>
                    <a:lnTo>
                      <a:pt x="616" y="306"/>
                    </a:lnTo>
                    <a:lnTo>
                      <a:pt x="638" y="292"/>
                    </a:lnTo>
                    <a:lnTo>
                      <a:pt x="660" y="279"/>
                    </a:lnTo>
                    <a:lnTo>
                      <a:pt x="680" y="264"/>
                    </a:lnTo>
                    <a:lnTo>
                      <a:pt x="700" y="249"/>
                    </a:lnTo>
                    <a:lnTo>
                      <a:pt x="717" y="233"/>
                    </a:lnTo>
                    <a:lnTo>
                      <a:pt x="732" y="217"/>
                    </a:lnTo>
                    <a:lnTo>
                      <a:pt x="743" y="201"/>
                    </a:lnTo>
                    <a:lnTo>
                      <a:pt x="0" y="20"/>
                    </a:lnTo>
                    <a:lnTo>
                      <a:pt x="57" y="0"/>
                    </a:lnTo>
                    <a:lnTo>
                      <a:pt x="1142" y="267"/>
                    </a:lnTo>
                    <a:lnTo>
                      <a:pt x="1098" y="292"/>
                    </a:lnTo>
                    <a:lnTo>
                      <a:pt x="784" y="212"/>
                    </a:lnTo>
                    <a:lnTo>
                      <a:pt x="783" y="213"/>
                    </a:lnTo>
                    <a:lnTo>
                      <a:pt x="781" y="216"/>
                    </a:lnTo>
                    <a:lnTo>
                      <a:pt x="776" y="221"/>
                    </a:lnTo>
                    <a:lnTo>
                      <a:pt x="769" y="228"/>
                    </a:lnTo>
                    <a:lnTo>
                      <a:pt x="761" y="237"/>
                    </a:lnTo>
                    <a:lnTo>
                      <a:pt x="750" y="246"/>
                    </a:lnTo>
                    <a:lnTo>
                      <a:pt x="737" y="258"/>
                    </a:lnTo>
                    <a:lnTo>
                      <a:pt x="721" y="269"/>
                    </a:lnTo>
                    <a:lnTo>
                      <a:pt x="703" y="282"/>
                    </a:lnTo>
                    <a:lnTo>
                      <a:pt x="684" y="295"/>
                    </a:lnTo>
                    <a:lnTo>
                      <a:pt x="660" y="309"/>
                    </a:lnTo>
                    <a:lnTo>
                      <a:pt x="635" y="323"/>
                    </a:lnTo>
                    <a:lnTo>
                      <a:pt x="606" y="338"/>
                    </a:lnTo>
                    <a:lnTo>
                      <a:pt x="574" y="352"/>
                    </a:lnTo>
                    <a:lnTo>
                      <a:pt x="540" y="366"/>
                    </a:lnTo>
                    <a:lnTo>
                      <a:pt x="502" y="379"/>
                    </a:lnTo>
                    <a:lnTo>
                      <a:pt x="482" y="367"/>
                    </a:lnTo>
                    <a:close/>
                  </a:path>
                </a:pathLst>
              </a:custGeom>
              <a:solidFill>
                <a:srgbClr val="000000">
                  <a:alpha val="100000"/>
                </a:srgbClr>
              </a:solidFill>
              <a:ln w="9525">
                <a:noFill/>
              </a:ln>
            </p:spPr>
            <p:txBody>
              <a:bodyPr/>
              <a:p>
                <a:endParaRPr lang="zh-CN" altLang="en-US"/>
              </a:p>
            </p:txBody>
          </p:sp>
          <p:sp>
            <p:nvSpPr>
              <p:cNvPr id="154776" name="Freeform 162"/>
              <p:cNvSpPr/>
              <p:nvPr/>
            </p:nvSpPr>
            <p:spPr>
              <a:xfrm>
                <a:off x="4787" y="1725"/>
                <a:ext cx="167" cy="48"/>
              </a:xfrm>
              <a:custGeom>
                <a:avLst/>
                <a:gdLst/>
                <a:ahLst/>
                <a:cxnLst>
                  <a:cxn ang="0">
                    <a:pos x="0" y="0"/>
                  </a:cxn>
                  <a:cxn ang="0">
                    <a:pos x="0" y="0"/>
                  </a:cxn>
                  <a:cxn ang="0">
                    <a:pos x="0" y="0"/>
                  </a:cxn>
                  <a:cxn ang="0">
                    <a:pos x="0" y="0"/>
                  </a:cxn>
                  <a:cxn ang="0">
                    <a:pos x="0" y="0"/>
                  </a:cxn>
                </a:cxnLst>
                <a:pathLst>
                  <a:path w="1163" h="340">
                    <a:moveTo>
                      <a:pt x="0" y="0"/>
                    </a:moveTo>
                    <a:lnTo>
                      <a:pt x="1137" y="340"/>
                    </a:lnTo>
                    <a:lnTo>
                      <a:pt x="1163" y="340"/>
                    </a:lnTo>
                    <a:lnTo>
                      <a:pt x="34" y="0"/>
                    </a:lnTo>
                    <a:lnTo>
                      <a:pt x="0" y="0"/>
                    </a:lnTo>
                    <a:close/>
                  </a:path>
                </a:pathLst>
              </a:custGeom>
              <a:solidFill>
                <a:srgbClr val="000000">
                  <a:alpha val="100000"/>
                </a:srgbClr>
              </a:solidFill>
              <a:ln w="9525">
                <a:noFill/>
              </a:ln>
            </p:spPr>
            <p:txBody>
              <a:bodyPr/>
              <a:p>
                <a:endParaRPr lang="zh-CN" altLang="en-US"/>
              </a:p>
            </p:txBody>
          </p:sp>
          <p:sp>
            <p:nvSpPr>
              <p:cNvPr id="154777" name="Freeform 163"/>
              <p:cNvSpPr/>
              <p:nvPr/>
            </p:nvSpPr>
            <p:spPr>
              <a:xfrm>
                <a:off x="4815" y="1718"/>
                <a:ext cx="164" cy="44"/>
              </a:xfrm>
              <a:custGeom>
                <a:avLst/>
                <a:gdLst/>
                <a:ahLst/>
                <a:cxnLst>
                  <a:cxn ang="0">
                    <a:pos x="0" y="0"/>
                  </a:cxn>
                  <a:cxn ang="0">
                    <a:pos x="0" y="0"/>
                  </a:cxn>
                  <a:cxn ang="0">
                    <a:pos x="0" y="0"/>
                  </a:cxn>
                  <a:cxn ang="0">
                    <a:pos x="0" y="0"/>
                  </a:cxn>
                  <a:cxn ang="0">
                    <a:pos x="0" y="0"/>
                  </a:cxn>
                </a:cxnLst>
                <a:pathLst>
                  <a:path w="1149" h="303">
                    <a:moveTo>
                      <a:pt x="0" y="1"/>
                    </a:moveTo>
                    <a:lnTo>
                      <a:pt x="1124" y="303"/>
                    </a:lnTo>
                    <a:lnTo>
                      <a:pt x="1149" y="302"/>
                    </a:lnTo>
                    <a:lnTo>
                      <a:pt x="34" y="0"/>
                    </a:lnTo>
                    <a:lnTo>
                      <a:pt x="0" y="1"/>
                    </a:lnTo>
                    <a:close/>
                  </a:path>
                </a:pathLst>
              </a:custGeom>
              <a:solidFill>
                <a:srgbClr val="000000">
                  <a:alpha val="100000"/>
                </a:srgbClr>
              </a:solidFill>
              <a:ln w="9525">
                <a:noFill/>
              </a:ln>
            </p:spPr>
            <p:txBody>
              <a:bodyPr/>
              <a:p>
                <a:endParaRPr lang="zh-CN" altLang="en-US"/>
              </a:p>
            </p:txBody>
          </p:sp>
          <p:sp>
            <p:nvSpPr>
              <p:cNvPr id="154778" name="Freeform 164"/>
              <p:cNvSpPr/>
              <p:nvPr/>
            </p:nvSpPr>
            <p:spPr>
              <a:xfrm>
                <a:off x="4802" y="1721"/>
                <a:ext cx="165" cy="48"/>
              </a:xfrm>
              <a:custGeom>
                <a:avLst/>
                <a:gdLst/>
                <a:ahLst/>
                <a:cxnLst>
                  <a:cxn ang="0">
                    <a:pos x="0" y="0"/>
                  </a:cxn>
                  <a:cxn ang="0">
                    <a:pos x="0" y="0"/>
                  </a:cxn>
                  <a:cxn ang="0">
                    <a:pos x="0" y="0"/>
                  </a:cxn>
                  <a:cxn ang="0">
                    <a:pos x="0" y="0"/>
                  </a:cxn>
                  <a:cxn ang="0">
                    <a:pos x="0" y="0"/>
                  </a:cxn>
                </a:cxnLst>
                <a:pathLst>
                  <a:path w="1155" h="336">
                    <a:moveTo>
                      <a:pt x="0" y="0"/>
                    </a:moveTo>
                    <a:lnTo>
                      <a:pt x="1134" y="336"/>
                    </a:lnTo>
                    <a:lnTo>
                      <a:pt x="1155" y="328"/>
                    </a:lnTo>
                    <a:lnTo>
                      <a:pt x="34" y="0"/>
                    </a:lnTo>
                    <a:lnTo>
                      <a:pt x="0" y="0"/>
                    </a:lnTo>
                    <a:close/>
                  </a:path>
                </a:pathLst>
              </a:custGeom>
              <a:solidFill>
                <a:srgbClr val="000000">
                  <a:alpha val="100000"/>
                </a:srgbClr>
              </a:solidFill>
              <a:ln w="9525">
                <a:noFill/>
              </a:ln>
            </p:spPr>
            <p:txBody>
              <a:bodyPr/>
              <a:p>
                <a:endParaRPr lang="zh-CN" altLang="en-US"/>
              </a:p>
            </p:txBody>
          </p:sp>
        </p:grpSp>
        <p:grpSp>
          <p:nvGrpSpPr>
            <p:cNvPr id="154723" name="Group 165"/>
            <p:cNvGrpSpPr/>
            <p:nvPr/>
          </p:nvGrpSpPr>
          <p:grpSpPr>
            <a:xfrm rot="10800000">
              <a:off x="1234" y="3229"/>
              <a:ext cx="391" cy="88"/>
              <a:chOff x="1450" y="3513"/>
              <a:chExt cx="391" cy="88"/>
            </a:xfrm>
          </p:grpSpPr>
          <p:sp>
            <p:nvSpPr>
              <p:cNvPr id="154738" name="Freeform 166"/>
              <p:cNvSpPr/>
              <p:nvPr/>
            </p:nvSpPr>
            <p:spPr>
              <a:xfrm flipV="1">
                <a:off x="1450" y="3574"/>
                <a:ext cx="391" cy="27"/>
              </a:xfrm>
              <a:custGeom>
                <a:avLst/>
                <a:gdLst/>
                <a:ahLst/>
                <a:cxnLst>
                  <a:cxn ang="0">
                    <a:pos x="0" y="0"/>
                  </a:cxn>
                  <a:cxn ang="0">
                    <a:pos x="0" y="0"/>
                  </a:cxn>
                  <a:cxn ang="0">
                    <a:pos x="5" y="0"/>
                  </a:cxn>
                  <a:cxn ang="0">
                    <a:pos x="5" y="0"/>
                  </a:cxn>
                </a:cxnLst>
                <a:pathLst>
                  <a:path w="720" h="56">
                    <a:moveTo>
                      <a:pt x="0" y="0"/>
                    </a:moveTo>
                    <a:lnTo>
                      <a:pt x="0" y="56"/>
                    </a:lnTo>
                    <a:lnTo>
                      <a:pt x="720" y="56"/>
                    </a:lnTo>
                    <a:lnTo>
                      <a:pt x="720" y="8"/>
                    </a:lnTo>
                  </a:path>
                </a:pathLst>
              </a:custGeom>
              <a:noFill/>
              <a:ln w="12700" cap="flat" cmpd="sng">
                <a:solidFill>
                  <a:schemeClr val="tx1">
                    <a:alpha val="100000"/>
                  </a:schemeClr>
                </a:solidFill>
                <a:prstDash val="solid"/>
                <a:round/>
                <a:headEnd type="none" w="med" len="med"/>
                <a:tailEnd type="none" w="med" len="med"/>
              </a:ln>
            </p:spPr>
            <p:txBody>
              <a:bodyPr/>
              <a:p>
                <a:endParaRPr lang="zh-CN" altLang="en-US"/>
              </a:p>
            </p:txBody>
          </p:sp>
          <p:sp>
            <p:nvSpPr>
              <p:cNvPr id="154739" name="Line 167"/>
              <p:cNvSpPr/>
              <p:nvPr/>
            </p:nvSpPr>
            <p:spPr>
              <a:xfrm>
                <a:off x="1642" y="3513"/>
                <a:ext cx="0" cy="60"/>
              </a:xfrm>
              <a:prstGeom prst="line">
                <a:avLst/>
              </a:prstGeom>
              <a:ln w="19050" cap="flat" cmpd="sng">
                <a:solidFill>
                  <a:schemeClr val="tx1"/>
                </a:solidFill>
                <a:prstDash val="solid"/>
                <a:headEnd type="none" w="med" len="med"/>
                <a:tailEnd type="none" w="med" len="med"/>
              </a:ln>
            </p:spPr>
          </p:sp>
        </p:grpSp>
        <p:grpSp>
          <p:nvGrpSpPr>
            <p:cNvPr id="154724" name="Group 168"/>
            <p:cNvGrpSpPr/>
            <p:nvPr/>
          </p:nvGrpSpPr>
          <p:grpSpPr>
            <a:xfrm>
              <a:off x="1305" y="3286"/>
              <a:ext cx="275" cy="118"/>
              <a:chOff x="3600" y="219"/>
              <a:chExt cx="360" cy="175"/>
            </a:xfrm>
          </p:grpSpPr>
          <p:sp>
            <p:nvSpPr>
              <p:cNvPr id="154725" name="Oval 169"/>
              <p:cNvSpPr/>
              <p:nvPr/>
            </p:nvSpPr>
            <p:spPr>
              <a:xfrm>
                <a:off x="3603" y="297"/>
                <a:ext cx="357" cy="97"/>
              </a:xfrm>
              <a:prstGeom prst="ellipse">
                <a:avLst/>
              </a:prstGeom>
              <a:solidFill>
                <a:srgbClr val="FF0000"/>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54726" name="Line 170"/>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154727" name="Line 171"/>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154728" name="Rectangle 172"/>
              <p:cNvSpPr/>
              <p:nvPr/>
            </p:nvSpPr>
            <p:spPr>
              <a:xfrm>
                <a:off x="3603" y="289"/>
                <a:ext cx="354" cy="59"/>
              </a:xfrm>
              <a:prstGeom prst="rect">
                <a:avLst/>
              </a:prstGeom>
              <a:solidFill>
                <a:srgbClr val="FF0000"/>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54729" name="Oval 173"/>
              <p:cNvSpPr/>
              <p:nvPr/>
            </p:nvSpPr>
            <p:spPr>
              <a:xfrm>
                <a:off x="3600" y="219"/>
                <a:ext cx="357" cy="113"/>
              </a:xfrm>
              <a:prstGeom prst="ellipse">
                <a:avLst/>
              </a:prstGeom>
              <a:solidFill>
                <a:srgbClr val="FF0000"/>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54730" name="Group 174"/>
              <p:cNvGrpSpPr/>
              <p:nvPr/>
            </p:nvGrpSpPr>
            <p:grpSpPr>
              <a:xfrm>
                <a:off x="3686" y="244"/>
                <a:ext cx="177" cy="66"/>
                <a:chOff x="2848" y="848"/>
                <a:chExt cx="140" cy="98"/>
              </a:xfrm>
            </p:grpSpPr>
            <p:sp>
              <p:nvSpPr>
                <p:cNvPr id="154735" name="Line 175"/>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54736" name="Line 176"/>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54737" name="Line 177"/>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154731" name="Group 178"/>
              <p:cNvGrpSpPr/>
              <p:nvPr/>
            </p:nvGrpSpPr>
            <p:grpSpPr>
              <a:xfrm flipV="1">
                <a:off x="3686" y="243"/>
                <a:ext cx="177" cy="66"/>
                <a:chOff x="2848" y="848"/>
                <a:chExt cx="140" cy="98"/>
              </a:xfrm>
            </p:grpSpPr>
            <p:sp>
              <p:nvSpPr>
                <p:cNvPr id="154732" name="Line 179"/>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54733" name="Line 180"/>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54734" name="Line 181"/>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sp>
        <p:nvSpPr>
          <p:cNvPr id="154643" name="Text Box 182"/>
          <p:cNvSpPr txBox="1"/>
          <p:nvPr/>
        </p:nvSpPr>
        <p:spPr>
          <a:xfrm>
            <a:off x="1643063" y="1811338"/>
            <a:ext cx="430212" cy="3667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R1</a:t>
            </a:r>
            <a:endParaRPr lang="en-US" altLang="zh-CN" sz="1800" dirty="0">
              <a:ea typeface="宋体" panose="02010600030101010101" pitchFamily="2" charset="-122"/>
            </a:endParaRPr>
          </a:p>
        </p:txBody>
      </p:sp>
      <p:grpSp>
        <p:nvGrpSpPr>
          <p:cNvPr id="154644" name="Group 183"/>
          <p:cNvGrpSpPr/>
          <p:nvPr/>
        </p:nvGrpSpPr>
        <p:grpSpPr>
          <a:xfrm>
            <a:off x="3763963" y="3902075"/>
            <a:ext cx="547687" cy="233363"/>
            <a:chOff x="3600" y="219"/>
            <a:chExt cx="360" cy="175"/>
          </a:xfrm>
        </p:grpSpPr>
        <p:sp>
          <p:nvSpPr>
            <p:cNvPr id="154708" name="Oval 184"/>
            <p:cNvSpPr/>
            <p:nvPr/>
          </p:nvSpPr>
          <p:spPr>
            <a:xfrm>
              <a:off x="3603" y="297"/>
              <a:ext cx="357" cy="97"/>
            </a:xfrm>
            <a:prstGeom prst="ellipse">
              <a:avLst/>
            </a:prstGeom>
            <a:solidFill>
              <a:srgbClr val="DDDDDD"/>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54709" name="Line 185"/>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154710" name="Line 186"/>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154711" name="Rectangle 187"/>
            <p:cNvSpPr/>
            <p:nvPr/>
          </p:nvSpPr>
          <p:spPr>
            <a:xfrm>
              <a:off x="3603" y="289"/>
              <a:ext cx="354" cy="59"/>
            </a:xfrm>
            <a:prstGeom prst="rect">
              <a:avLst/>
            </a:prstGeom>
            <a:solidFill>
              <a:srgbClr val="DDDDDD"/>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54712" name="Oval 188"/>
            <p:cNvSpPr/>
            <p:nvPr/>
          </p:nvSpPr>
          <p:spPr>
            <a:xfrm>
              <a:off x="3600" y="219"/>
              <a:ext cx="357" cy="113"/>
            </a:xfrm>
            <a:prstGeom prst="ellipse">
              <a:avLst/>
            </a:prstGeom>
            <a:solidFill>
              <a:srgbClr val="DDDDDD"/>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54713" name="Group 189"/>
            <p:cNvGrpSpPr/>
            <p:nvPr/>
          </p:nvGrpSpPr>
          <p:grpSpPr>
            <a:xfrm>
              <a:off x="3686" y="244"/>
              <a:ext cx="177" cy="66"/>
              <a:chOff x="2848" y="848"/>
              <a:chExt cx="140" cy="98"/>
            </a:xfrm>
          </p:grpSpPr>
          <p:sp>
            <p:nvSpPr>
              <p:cNvPr id="154718" name="Line 190"/>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54719" name="Line 191"/>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54720" name="Line 192"/>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154714" name="Group 193"/>
            <p:cNvGrpSpPr/>
            <p:nvPr/>
          </p:nvGrpSpPr>
          <p:grpSpPr>
            <a:xfrm flipV="1">
              <a:off x="3686" y="243"/>
              <a:ext cx="177" cy="66"/>
              <a:chOff x="2848" y="848"/>
              <a:chExt cx="140" cy="98"/>
            </a:xfrm>
          </p:grpSpPr>
          <p:sp>
            <p:nvSpPr>
              <p:cNvPr id="154715" name="Line 194"/>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54716" name="Line 195"/>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54717" name="Line 196"/>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sp>
        <p:nvSpPr>
          <p:cNvPr id="154645" name="Text Box 197"/>
          <p:cNvSpPr txBox="1"/>
          <p:nvPr/>
        </p:nvSpPr>
        <p:spPr>
          <a:xfrm>
            <a:off x="1254125" y="2600325"/>
            <a:ext cx="466725"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R2</a:t>
            </a:r>
            <a:endParaRPr lang="en-US" altLang="zh-CN" sz="1800" dirty="0">
              <a:ea typeface="宋体" panose="02010600030101010101" pitchFamily="2" charset="-122"/>
            </a:endParaRPr>
          </a:p>
        </p:txBody>
      </p:sp>
      <p:sp>
        <p:nvSpPr>
          <p:cNvPr id="154646" name="Text Box 198"/>
          <p:cNvSpPr txBox="1"/>
          <p:nvPr/>
        </p:nvSpPr>
        <p:spPr>
          <a:xfrm>
            <a:off x="741363" y="3597275"/>
            <a:ext cx="466725"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R3</a:t>
            </a:r>
            <a:endParaRPr lang="en-US" altLang="zh-CN" sz="1800" dirty="0">
              <a:ea typeface="宋体" panose="02010600030101010101" pitchFamily="2" charset="-122"/>
            </a:endParaRPr>
          </a:p>
        </p:txBody>
      </p:sp>
      <p:sp>
        <p:nvSpPr>
          <p:cNvPr id="154647" name="Text Box 199"/>
          <p:cNvSpPr txBox="1"/>
          <p:nvPr/>
        </p:nvSpPr>
        <p:spPr>
          <a:xfrm>
            <a:off x="3387725" y="2017713"/>
            <a:ext cx="466725" cy="3667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R4</a:t>
            </a:r>
            <a:endParaRPr lang="en-US" altLang="zh-CN" sz="1800" dirty="0">
              <a:ea typeface="宋体" panose="02010600030101010101" pitchFamily="2" charset="-122"/>
            </a:endParaRPr>
          </a:p>
        </p:txBody>
      </p:sp>
      <p:sp>
        <p:nvSpPr>
          <p:cNvPr id="154648" name="Text Box 200"/>
          <p:cNvSpPr txBox="1"/>
          <p:nvPr/>
        </p:nvSpPr>
        <p:spPr>
          <a:xfrm>
            <a:off x="3830638" y="3155950"/>
            <a:ext cx="466725"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R5</a:t>
            </a:r>
            <a:endParaRPr lang="en-US" altLang="zh-CN" sz="1800" dirty="0">
              <a:ea typeface="宋体" panose="02010600030101010101" pitchFamily="2" charset="-122"/>
            </a:endParaRPr>
          </a:p>
        </p:txBody>
      </p:sp>
      <p:sp>
        <p:nvSpPr>
          <p:cNvPr id="154649" name="Text Box 201"/>
          <p:cNvSpPr txBox="1"/>
          <p:nvPr/>
        </p:nvSpPr>
        <p:spPr>
          <a:xfrm>
            <a:off x="2595563" y="3889375"/>
            <a:ext cx="466725"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R6</a:t>
            </a:r>
            <a:endParaRPr lang="en-US" altLang="zh-CN" sz="1800" dirty="0">
              <a:ea typeface="宋体" panose="02010600030101010101" pitchFamily="2" charset="-122"/>
            </a:endParaRPr>
          </a:p>
        </p:txBody>
      </p:sp>
      <p:sp>
        <p:nvSpPr>
          <p:cNvPr id="154650" name="Text Box 202"/>
          <p:cNvSpPr txBox="1"/>
          <p:nvPr/>
        </p:nvSpPr>
        <p:spPr>
          <a:xfrm>
            <a:off x="3316288" y="3846513"/>
            <a:ext cx="466725" cy="3667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R7</a:t>
            </a:r>
            <a:endParaRPr lang="en-US" altLang="zh-CN" sz="1800" dirty="0">
              <a:ea typeface="宋体" panose="02010600030101010101" pitchFamily="2" charset="-122"/>
            </a:endParaRPr>
          </a:p>
        </p:txBody>
      </p:sp>
      <p:grpSp>
        <p:nvGrpSpPr>
          <p:cNvPr id="154651" name="Group 203"/>
          <p:cNvGrpSpPr/>
          <p:nvPr/>
        </p:nvGrpSpPr>
        <p:grpSpPr>
          <a:xfrm>
            <a:off x="5389563" y="2311400"/>
            <a:ext cx="569912" cy="222250"/>
            <a:chOff x="3600" y="219"/>
            <a:chExt cx="360" cy="175"/>
          </a:xfrm>
        </p:grpSpPr>
        <p:sp>
          <p:nvSpPr>
            <p:cNvPr id="154695" name="Oval 204"/>
            <p:cNvSpPr/>
            <p:nvPr/>
          </p:nvSpPr>
          <p:spPr>
            <a:xfrm>
              <a:off x="3603" y="297"/>
              <a:ext cx="357" cy="97"/>
            </a:xfrm>
            <a:prstGeom prst="ellipse">
              <a:avLst/>
            </a:prstGeom>
            <a:solidFill>
              <a:srgbClr val="FF0000"/>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54696" name="Line 205"/>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154697" name="Line 206"/>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154698" name="Rectangle 207"/>
            <p:cNvSpPr/>
            <p:nvPr/>
          </p:nvSpPr>
          <p:spPr>
            <a:xfrm>
              <a:off x="3603" y="289"/>
              <a:ext cx="354" cy="59"/>
            </a:xfrm>
            <a:prstGeom prst="rect">
              <a:avLst/>
            </a:prstGeom>
            <a:solidFill>
              <a:srgbClr val="FF0000"/>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54699" name="Oval 208"/>
            <p:cNvSpPr/>
            <p:nvPr/>
          </p:nvSpPr>
          <p:spPr>
            <a:xfrm>
              <a:off x="3600" y="219"/>
              <a:ext cx="357" cy="113"/>
            </a:xfrm>
            <a:prstGeom prst="ellipse">
              <a:avLst/>
            </a:prstGeom>
            <a:solidFill>
              <a:srgbClr val="FF0000"/>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54700" name="Group 209"/>
            <p:cNvGrpSpPr/>
            <p:nvPr/>
          </p:nvGrpSpPr>
          <p:grpSpPr>
            <a:xfrm>
              <a:off x="3686" y="244"/>
              <a:ext cx="177" cy="66"/>
              <a:chOff x="2848" y="848"/>
              <a:chExt cx="140" cy="98"/>
            </a:xfrm>
          </p:grpSpPr>
          <p:sp>
            <p:nvSpPr>
              <p:cNvPr id="154705" name="Line 210"/>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54706" name="Line 211"/>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54707" name="Line 212"/>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154701" name="Group 213"/>
            <p:cNvGrpSpPr/>
            <p:nvPr/>
          </p:nvGrpSpPr>
          <p:grpSpPr>
            <a:xfrm flipV="1">
              <a:off x="3686" y="243"/>
              <a:ext cx="177" cy="66"/>
              <a:chOff x="2848" y="848"/>
              <a:chExt cx="140" cy="98"/>
            </a:xfrm>
          </p:grpSpPr>
          <p:sp>
            <p:nvSpPr>
              <p:cNvPr id="154702" name="Line 214"/>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54703" name="Line 215"/>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54704" name="Line 216"/>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154652" name="Group 217"/>
          <p:cNvGrpSpPr/>
          <p:nvPr/>
        </p:nvGrpSpPr>
        <p:grpSpPr>
          <a:xfrm>
            <a:off x="5399088" y="3105150"/>
            <a:ext cx="547687" cy="233363"/>
            <a:chOff x="3600" y="219"/>
            <a:chExt cx="360" cy="175"/>
          </a:xfrm>
        </p:grpSpPr>
        <p:sp>
          <p:nvSpPr>
            <p:cNvPr id="154682" name="Oval 218"/>
            <p:cNvSpPr/>
            <p:nvPr/>
          </p:nvSpPr>
          <p:spPr>
            <a:xfrm>
              <a:off x="3603" y="297"/>
              <a:ext cx="357" cy="97"/>
            </a:xfrm>
            <a:prstGeom prst="ellipse">
              <a:avLst/>
            </a:prstGeom>
            <a:solidFill>
              <a:srgbClr val="DDDDDD"/>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54683" name="Line 219"/>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154684" name="Line 220"/>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154685" name="Rectangle 221"/>
            <p:cNvSpPr/>
            <p:nvPr/>
          </p:nvSpPr>
          <p:spPr>
            <a:xfrm>
              <a:off x="3603" y="289"/>
              <a:ext cx="354" cy="59"/>
            </a:xfrm>
            <a:prstGeom prst="rect">
              <a:avLst/>
            </a:prstGeom>
            <a:solidFill>
              <a:srgbClr val="DDDDDD"/>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54686" name="Oval 222"/>
            <p:cNvSpPr/>
            <p:nvPr/>
          </p:nvSpPr>
          <p:spPr>
            <a:xfrm>
              <a:off x="3600" y="219"/>
              <a:ext cx="357" cy="113"/>
            </a:xfrm>
            <a:prstGeom prst="ellipse">
              <a:avLst/>
            </a:prstGeom>
            <a:solidFill>
              <a:srgbClr val="DDDDDD"/>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54687" name="Group 223"/>
            <p:cNvGrpSpPr/>
            <p:nvPr/>
          </p:nvGrpSpPr>
          <p:grpSpPr>
            <a:xfrm>
              <a:off x="3686" y="244"/>
              <a:ext cx="177" cy="66"/>
              <a:chOff x="2848" y="848"/>
              <a:chExt cx="140" cy="98"/>
            </a:xfrm>
          </p:grpSpPr>
          <p:sp>
            <p:nvSpPr>
              <p:cNvPr id="154692" name="Line 224"/>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54693" name="Line 225"/>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54694" name="Line 226"/>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154688" name="Group 227"/>
            <p:cNvGrpSpPr/>
            <p:nvPr/>
          </p:nvGrpSpPr>
          <p:grpSpPr>
            <a:xfrm flipV="1">
              <a:off x="3686" y="243"/>
              <a:ext cx="177" cy="66"/>
              <a:chOff x="2848" y="848"/>
              <a:chExt cx="140" cy="98"/>
            </a:xfrm>
          </p:grpSpPr>
          <p:sp>
            <p:nvSpPr>
              <p:cNvPr id="154689" name="Line 228"/>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54690" name="Line 229"/>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54691" name="Line 230"/>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sp>
        <p:nvSpPr>
          <p:cNvPr id="154653" name="Line 231"/>
          <p:cNvSpPr/>
          <p:nvPr/>
        </p:nvSpPr>
        <p:spPr>
          <a:xfrm>
            <a:off x="5365750" y="3781425"/>
            <a:ext cx="596900" cy="0"/>
          </a:xfrm>
          <a:prstGeom prst="line">
            <a:avLst/>
          </a:prstGeom>
          <a:ln w="28575" cap="flat" cmpd="sng">
            <a:solidFill>
              <a:srgbClr val="FF0000"/>
            </a:solidFill>
            <a:prstDash val="solid"/>
            <a:headEnd type="none" w="med" len="med"/>
            <a:tailEnd type="triangle" w="med" len="med"/>
          </a:ln>
        </p:spPr>
      </p:sp>
      <p:sp>
        <p:nvSpPr>
          <p:cNvPr id="154654" name="Text Box 232"/>
          <p:cNvSpPr txBox="1"/>
          <p:nvPr/>
        </p:nvSpPr>
        <p:spPr>
          <a:xfrm>
            <a:off x="5991225" y="2079625"/>
            <a:ext cx="2433638" cy="6413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router with attached</a:t>
            </a:r>
            <a:endParaRPr lang="en-US" altLang="zh-CN" sz="1800" dirty="0">
              <a:ea typeface="宋体" panose="02010600030101010101" pitchFamily="2" charset="-122"/>
            </a:endParaRPr>
          </a:p>
          <a:p>
            <a:pPr marL="0" lvl="0" indent="0">
              <a:spcBef>
                <a:spcPct val="0"/>
              </a:spcBef>
              <a:buClrTx/>
              <a:buSzTx/>
              <a:buFontTx/>
              <a:buNone/>
            </a:pPr>
            <a:r>
              <a:rPr lang="en-US" altLang="zh-CN" sz="1800" dirty="0">
                <a:ea typeface="宋体" panose="02010600030101010101" pitchFamily="2" charset="-122"/>
              </a:rPr>
              <a:t>group member</a:t>
            </a:r>
            <a:endParaRPr lang="en-US" altLang="zh-CN" sz="1800" dirty="0">
              <a:ea typeface="宋体" panose="02010600030101010101" pitchFamily="2" charset="-122"/>
            </a:endParaRPr>
          </a:p>
        </p:txBody>
      </p:sp>
      <p:sp>
        <p:nvSpPr>
          <p:cNvPr id="154655" name="Text Box 233"/>
          <p:cNvSpPr txBox="1"/>
          <p:nvPr/>
        </p:nvSpPr>
        <p:spPr>
          <a:xfrm>
            <a:off x="5978525" y="2924175"/>
            <a:ext cx="2741613" cy="6413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router with no attached</a:t>
            </a:r>
            <a:endParaRPr lang="en-US" altLang="zh-CN" sz="1800" dirty="0">
              <a:ea typeface="宋体" panose="02010600030101010101" pitchFamily="2" charset="-122"/>
            </a:endParaRPr>
          </a:p>
          <a:p>
            <a:pPr marL="0" lvl="0" indent="0">
              <a:spcBef>
                <a:spcPct val="0"/>
              </a:spcBef>
              <a:buClrTx/>
              <a:buSzTx/>
              <a:buFontTx/>
              <a:buNone/>
            </a:pPr>
            <a:r>
              <a:rPr lang="en-US" altLang="zh-CN" sz="1800" dirty="0">
                <a:ea typeface="宋体" panose="02010600030101010101" pitchFamily="2" charset="-122"/>
              </a:rPr>
              <a:t>group member</a:t>
            </a:r>
            <a:endParaRPr lang="en-US" altLang="zh-CN" sz="1800" dirty="0">
              <a:ea typeface="宋体" panose="02010600030101010101" pitchFamily="2" charset="-122"/>
            </a:endParaRPr>
          </a:p>
        </p:txBody>
      </p:sp>
      <p:sp>
        <p:nvSpPr>
          <p:cNvPr id="154656" name="Text Box 234"/>
          <p:cNvSpPr txBox="1"/>
          <p:nvPr/>
        </p:nvSpPr>
        <p:spPr>
          <a:xfrm>
            <a:off x="5953125" y="3587750"/>
            <a:ext cx="3028950" cy="6413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datagram will be  forwarded</a:t>
            </a:r>
            <a:endParaRPr lang="en-US" altLang="zh-CN" sz="1800" dirty="0">
              <a:ea typeface="宋体" panose="02010600030101010101" pitchFamily="2" charset="-122"/>
            </a:endParaRPr>
          </a:p>
        </p:txBody>
      </p:sp>
      <p:sp>
        <p:nvSpPr>
          <p:cNvPr id="154657" name="Text Box 235"/>
          <p:cNvSpPr txBox="1"/>
          <p:nvPr/>
        </p:nvSpPr>
        <p:spPr>
          <a:xfrm>
            <a:off x="5286375" y="1565275"/>
            <a:ext cx="1098550"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LEGEND</a:t>
            </a:r>
            <a:endParaRPr lang="en-US" altLang="zh-CN" sz="1800" dirty="0">
              <a:ea typeface="宋体" panose="02010600030101010101" pitchFamily="2" charset="-122"/>
            </a:endParaRPr>
          </a:p>
        </p:txBody>
      </p:sp>
      <p:sp>
        <p:nvSpPr>
          <p:cNvPr id="154658" name="Text Box 236"/>
          <p:cNvSpPr txBox="1"/>
          <p:nvPr/>
        </p:nvSpPr>
        <p:spPr>
          <a:xfrm>
            <a:off x="542925" y="1449388"/>
            <a:ext cx="1182688" cy="3667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solidFill>
                  <a:srgbClr val="FF0000"/>
                </a:solidFill>
                <a:ea typeface="宋体" panose="02010600030101010101" pitchFamily="2" charset="-122"/>
              </a:rPr>
              <a:t>S: source</a:t>
            </a:r>
            <a:endParaRPr lang="en-US" altLang="zh-CN" sz="1800" dirty="0">
              <a:solidFill>
                <a:srgbClr val="FF0000"/>
              </a:solidFill>
              <a:ea typeface="宋体" panose="02010600030101010101" pitchFamily="2" charset="-122"/>
            </a:endParaRPr>
          </a:p>
        </p:txBody>
      </p:sp>
      <p:sp>
        <p:nvSpPr>
          <p:cNvPr id="154659" name="Line 237"/>
          <p:cNvSpPr/>
          <p:nvPr/>
        </p:nvSpPr>
        <p:spPr>
          <a:xfrm flipH="1">
            <a:off x="1868488" y="2138363"/>
            <a:ext cx="228600" cy="511175"/>
          </a:xfrm>
          <a:prstGeom prst="line">
            <a:avLst/>
          </a:prstGeom>
          <a:ln w="19050" cap="flat" cmpd="sng">
            <a:solidFill>
              <a:srgbClr val="FF0000"/>
            </a:solidFill>
            <a:prstDash val="solid"/>
            <a:headEnd type="none" w="med" len="med"/>
            <a:tailEnd type="triangle" w="med" len="med"/>
          </a:ln>
        </p:spPr>
      </p:sp>
      <p:sp>
        <p:nvSpPr>
          <p:cNvPr id="154660" name="Line 238"/>
          <p:cNvSpPr/>
          <p:nvPr/>
        </p:nvSpPr>
        <p:spPr>
          <a:xfrm flipH="1">
            <a:off x="1455738" y="3030538"/>
            <a:ext cx="228600" cy="511175"/>
          </a:xfrm>
          <a:prstGeom prst="line">
            <a:avLst/>
          </a:prstGeom>
          <a:ln w="19050" cap="flat" cmpd="sng">
            <a:solidFill>
              <a:srgbClr val="FF0000"/>
            </a:solidFill>
            <a:prstDash val="solid"/>
            <a:headEnd type="none" w="med" len="med"/>
            <a:tailEnd type="triangle" w="med" len="med"/>
          </a:ln>
        </p:spPr>
      </p:sp>
      <p:sp>
        <p:nvSpPr>
          <p:cNvPr id="154661" name="Line 239"/>
          <p:cNvSpPr/>
          <p:nvPr/>
        </p:nvSpPr>
        <p:spPr>
          <a:xfrm>
            <a:off x="2025650" y="2995613"/>
            <a:ext cx="511175" cy="592137"/>
          </a:xfrm>
          <a:prstGeom prst="line">
            <a:avLst/>
          </a:prstGeom>
          <a:ln w="19050" cap="flat" cmpd="sng">
            <a:solidFill>
              <a:srgbClr val="FF0000"/>
            </a:solidFill>
            <a:prstDash val="solid"/>
            <a:headEnd type="none" w="med" len="med"/>
            <a:tailEnd type="triangle" w="med" len="med"/>
          </a:ln>
        </p:spPr>
      </p:sp>
      <p:sp>
        <p:nvSpPr>
          <p:cNvPr id="154662" name="Line 240"/>
          <p:cNvSpPr/>
          <p:nvPr/>
        </p:nvSpPr>
        <p:spPr>
          <a:xfrm>
            <a:off x="2527300" y="2100263"/>
            <a:ext cx="698500" cy="336550"/>
          </a:xfrm>
          <a:prstGeom prst="line">
            <a:avLst/>
          </a:prstGeom>
          <a:ln w="19050" cap="flat" cmpd="sng">
            <a:solidFill>
              <a:srgbClr val="FF0000"/>
            </a:solidFill>
            <a:prstDash val="solid"/>
            <a:headEnd type="none" w="med" len="med"/>
            <a:tailEnd type="triangle" w="med" len="med"/>
          </a:ln>
        </p:spPr>
      </p:sp>
      <p:sp>
        <p:nvSpPr>
          <p:cNvPr id="154663" name="Line 241"/>
          <p:cNvSpPr/>
          <p:nvPr/>
        </p:nvSpPr>
        <p:spPr>
          <a:xfrm>
            <a:off x="3473450" y="2630488"/>
            <a:ext cx="12700" cy="498475"/>
          </a:xfrm>
          <a:prstGeom prst="line">
            <a:avLst/>
          </a:prstGeom>
          <a:ln w="19050" cap="flat" cmpd="sng">
            <a:solidFill>
              <a:srgbClr val="FF0000"/>
            </a:solidFill>
            <a:prstDash val="solid"/>
            <a:headEnd type="none" w="med" len="med"/>
            <a:tailEnd type="triangle" w="med" len="med"/>
          </a:ln>
        </p:spPr>
      </p:sp>
      <p:sp>
        <p:nvSpPr>
          <p:cNvPr id="154664" name="Line 242"/>
          <p:cNvSpPr/>
          <p:nvPr/>
        </p:nvSpPr>
        <p:spPr>
          <a:xfrm>
            <a:off x="3600450" y="3455988"/>
            <a:ext cx="241300" cy="419100"/>
          </a:xfrm>
          <a:prstGeom prst="line">
            <a:avLst/>
          </a:prstGeom>
          <a:ln w="19050" cap="flat" cmpd="sng">
            <a:solidFill>
              <a:srgbClr val="FF0000"/>
            </a:solidFill>
            <a:prstDash val="solid"/>
            <a:headEnd type="none" w="med" len="med"/>
            <a:tailEnd type="triangle" w="med" len="med"/>
          </a:ln>
        </p:spPr>
      </p:sp>
      <p:grpSp>
        <p:nvGrpSpPr>
          <p:cNvPr id="154665" name="Group 243"/>
          <p:cNvGrpSpPr/>
          <p:nvPr/>
        </p:nvGrpSpPr>
        <p:grpSpPr>
          <a:xfrm rot="4749582">
            <a:off x="3074988" y="3409950"/>
            <a:ext cx="254000" cy="344488"/>
            <a:chOff x="2356" y="2709"/>
            <a:chExt cx="200" cy="287"/>
          </a:xfrm>
        </p:grpSpPr>
        <p:sp>
          <p:nvSpPr>
            <p:cNvPr id="154680" name="Line 244"/>
            <p:cNvSpPr/>
            <p:nvPr/>
          </p:nvSpPr>
          <p:spPr>
            <a:xfrm>
              <a:off x="2356" y="2709"/>
              <a:ext cx="152" cy="264"/>
            </a:xfrm>
            <a:prstGeom prst="line">
              <a:avLst/>
            </a:prstGeom>
            <a:ln w="19050" cap="flat" cmpd="sng">
              <a:solidFill>
                <a:schemeClr val="bg2"/>
              </a:solidFill>
              <a:prstDash val="solid"/>
              <a:headEnd type="none" w="med" len="med"/>
              <a:tailEnd type="triangle" w="med" len="med"/>
            </a:ln>
          </p:spPr>
        </p:sp>
        <p:sp>
          <p:nvSpPr>
            <p:cNvPr id="154681" name="Line 245"/>
            <p:cNvSpPr/>
            <p:nvPr/>
          </p:nvSpPr>
          <p:spPr>
            <a:xfrm flipV="1">
              <a:off x="2464" y="2944"/>
              <a:ext cx="92" cy="52"/>
            </a:xfrm>
            <a:prstGeom prst="line">
              <a:avLst/>
            </a:prstGeom>
            <a:ln w="38100" cap="flat" cmpd="sng">
              <a:solidFill>
                <a:schemeClr val="bg2"/>
              </a:solidFill>
              <a:prstDash val="solid"/>
              <a:headEnd type="none" w="med" len="med"/>
              <a:tailEnd type="none" w="med" len="med"/>
            </a:ln>
          </p:spPr>
        </p:sp>
      </p:grpSp>
      <p:grpSp>
        <p:nvGrpSpPr>
          <p:cNvPr id="154666" name="Group 246"/>
          <p:cNvGrpSpPr/>
          <p:nvPr/>
        </p:nvGrpSpPr>
        <p:grpSpPr>
          <a:xfrm rot="-6022826">
            <a:off x="3252788" y="3435350"/>
            <a:ext cx="254000" cy="344488"/>
            <a:chOff x="2356" y="2709"/>
            <a:chExt cx="200" cy="287"/>
          </a:xfrm>
        </p:grpSpPr>
        <p:sp>
          <p:nvSpPr>
            <p:cNvPr id="154678" name="Line 247"/>
            <p:cNvSpPr/>
            <p:nvPr/>
          </p:nvSpPr>
          <p:spPr>
            <a:xfrm>
              <a:off x="2356" y="2709"/>
              <a:ext cx="152" cy="264"/>
            </a:xfrm>
            <a:prstGeom prst="line">
              <a:avLst/>
            </a:prstGeom>
            <a:ln w="19050" cap="flat" cmpd="sng">
              <a:solidFill>
                <a:schemeClr val="bg2"/>
              </a:solidFill>
              <a:prstDash val="solid"/>
              <a:headEnd type="none" w="med" len="med"/>
              <a:tailEnd type="triangle" w="med" len="med"/>
            </a:ln>
          </p:spPr>
        </p:sp>
        <p:sp>
          <p:nvSpPr>
            <p:cNvPr id="154679" name="Line 248"/>
            <p:cNvSpPr/>
            <p:nvPr/>
          </p:nvSpPr>
          <p:spPr>
            <a:xfrm flipV="1">
              <a:off x="2464" y="2944"/>
              <a:ext cx="92" cy="52"/>
            </a:xfrm>
            <a:prstGeom prst="line">
              <a:avLst/>
            </a:prstGeom>
            <a:ln w="38100" cap="flat" cmpd="sng">
              <a:solidFill>
                <a:schemeClr val="bg2"/>
              </a:solidFill>
              <a:prstDash val="solid"/>
              <a:headEnd type="none" w="med" len="med"/>
              <a:tailEnd type="none" w="med" len="med"/>
            </a:ln>
          </p:spPr>
        </p:sp>
      </p:grpSp>
      <p:sp>
        <p:nvSpPr>
          <p:cNvPr id="154667" name="Line 249"/>
          <p:cNvSpPr/>
          <p:nvPr/>
        </p:nvSpPr>
        <p:spPr>
          <a:xfrm rot="-4663823">
            <a:off x="2568575" y="2255838"/>
            <a:ext cx="466725" cy="941387"/>
          </a:xfrm>
          <a:prstGeom prst="line">
            <a:avLst/>
          </a:prstGeom>
          <a:ln w="19050" cap="flat" cmpd="sng">
            <a:solidFill>
              <a:schemeClr val="bg2"/>
            </a:solidFill>
            <a:prstDash val="solid"/>
            <a:headEnd type="none" w="med" len="med"/>
            <a:tailEnd type="triangle" w="med" len="med"/>
          </a:ln>
        </p:spPr>
      </p:sp>
      <p:sp>
        <p:nvSpPr>
          <p:cNvPr id="154668" name="Line 250"/>
          <p:cNvSpPr/>
          <p:nvPr/>
        </p:nvSpPr>
        <p:spPr>
          <a:xfrm rot="-4663823" flipV="1">
            <a:off x="3235325" y="2582863"/>
            <a:ext cx="119063" cy="60325"/>
          </a:xfrm>
          <a:prstGeom prst="line">
            <a:avLst/>
          </a:prstGeom>
          <a:ln w="38100" cap="flat" cmpd="sng">
            <a:solidFill>
              <a:schemeClr val="bg2"/>
            </a:solidFill>
            <a:prstDash val="solid"/>
            <a:headEnd type="none" w="med" len="med"/>
            <a:tailEnd type="none" w="med" len="med"/>
          </a:ln>
        </p:spPr>
      </p:sp>
      <p:sp>
        <p:nvSpPr>
          <p:cNvPr id="154669" name="Line 251"/>
          <p:cNvSpPr/>
          <p:nvPr/>
        </p:nvSpPr>
        <p:spPr>
          <a:xfrm rot="-4663823">
            <a:off x="2525713" y="2124075"/>
            <a:ext cx="452437" cy="904875"/>
          </a:xfrm>
          <a:prstGeom prst="line">
            <a:avLst/>
          </a:prstGeom>
          <a:ln w="19050" cap="flat" cmpd="sng">
            <a:solidFill>
              <a:schemeClr val="bg2"/>
            </a:solidFill>
            <a:prstDash val="solid"/>
            <a:headEnd type="triangle" w="med" len="med"/>
            <a:tailEnd type="none" w="med" len="med"/>
          </a:ln>
        </p:spPr>
      </p:sp>
      <p:sp>
        <p:nvSpPr>
          <p:cNvPr id="154670" name="Line 252"/>
          <p:cNvSpPr/>
          <p:nvPr/>
        </p:nvSpPr>
        <p:spPr>
          <a:xfrm rot="-4663823" flipV="1">
            <a:off x="2200275" y="2659063"/>
            <a:ext cx="119063" cy="60325"/>
          </a:xfrm>
          <a:prstGeom prst="line">
            <a:avLst/>
          </a:prstGeom>
          <a:ln w="38100" cap="flat" cmpd="sng">
            <a:solidFill>
              <a:schemeClr val="bg2"/>
            </a:solidFill>
            <a:prstDash val="solid"/>
            <a:headEnd type="none" w="med" len="med"/>
            <a:tailEnd type="none" w="med" len="med"/>
          </a:ln>
        </p:spPr>
      </p:sp>
      <p:sp>
        <p:nvSpPr>
          <p:cNvPr id="154671" name="Line 253"/>
          <p:cNvSpPr/>
          <p:nvPr/>
        </p:nvSpPr>
        <p:spPr>
          <a:xfrm rot="-4663823">
            <a:off x="2044700" y="3382963"/>
            <a:ext cx="130175" cy="619125"/>
          </a:xfrm>
          <a:prstGeom prst="line">
            <a:avLst/>
          </a:prstGeom>
          <a:ln w="19050" cap="flat" cmpd="sng">
            <a:solidFill>
              <a:schemeClr val="bg2"/>
            </a:solidFill>
            <a:prstDash val="solid"/>
            <a:headEnd type="none" w="med" len="med"/>
            <a:tailEnd type="triangle" w="med" len="med"/>
          </a:ln>
        </p:spPr>
      </p:sp>
      <p:sp>
        <p:nvSpPr>
          <p:cNvPr id="154672" name="Line 254"/>
          <p:cNvSpPr/>
          <p:nvPr/>
        </p:nvSpPr>
        <p:spPr>
          <a:xfrm rot="-4663823" flipV="1">
            <a:off x="2371725" y="3668713"/>
            <a:ext cx="144463" cy="39687"/>
          </a:xfrm>
          <a:prstGeom prst="line">
            <a:avLst/>
          </a:prstGeom>
          <a:ln w="38100" cap="flat" cmpd="sng">
            <a:solidFill>
              <a:schemeClr val="bg2"/>
            </a:solidFill>
            <a:prstDash val="solid"/>
            <a:headEnd type="none" w="med" len="med"/>
            <a:tailEnd type="none" w="med" len="med"/>
          </a:ln>
        </p:spPr>
      </p:sp>
      <p:sp>
        <p:nvSpPr>
          <p:cNvPr id="154673" name="Line 255"/>
          <p:cNvSpPr/>
          <p:nvPr/>
        </p:nvSpPr>
        <p:spPr>
          <a:xfrm rot="-4663823">
            <a:off x="2093913" y="3573463"/>
            <a:ext cx="138112" cy="623887"/>
          </a:xfrm>
          <a:prstGeom prst="line">
            <a:avLst/>
          </a:prstGeom>
          <a:ln w="19050" cap="flat" cmpd="sng">
            <a:solidFill>
              <a:schemeClr val="bg2"/>
            </a:solidFill>
            <a:prstDash val="solid"/>
            <a:headEnd type="triangle" w="med" len="med"/>
            <a:tailEnd type="none" w="med" len="med"/>
          </a:ln>
        </p:spPr>
      </p:sp>
      <p:sp>
        <p:nvSpPr>
          <p:cNvPr id="154674" name="Line 256"/>
          <p:cNvSpPr/>
          <p:nvPr/>
        </p:nvSpPr>
        <p:spPr>
          <a:xfrm rot="-4663823" flipV="1">
            <a:off x="1755775" y="3871913"/>
            <a:ext cx="144463" cy="39687"/>
          </a:xfrm>
          <a:prstGeom prst="line">
            <a:avLst/>
          </a:prstGeom>
          <a:ln w="38100" cap="flat" cmpd="sng">
            <a:solidFill>
              <a:schemeClr val="bg2"/>
            </a:solidFill>
            <a:prstDash val="solid"/>
            <a:headEnd type="none" w="med" len="med"/>
            <a:tailEnd type="none" w="med" len="med"/>
          </a:ln>
        </p:spPr>
      </p:sp>
      <p:sp>
        <p:nvSpPr>
          <p:cNvPr id="154675" name="Text Box 257"/>
          <p:cNvSpPr txBox="1"/>
          <p:nvPr/>
        </p:nvSpPr>
        <p:spPr>
          <a:xfrm>
            <a:off x="5953125" y="4133850"/>
            <a:ext cx="2413000" cy="6413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datagram will not be </a:t>
            </a:r>
            <a:endParaRPr lang="en-US" altLang="zh-CN" sz="1800" dirty="0">
              <a:ea typeface="宋体" panose="02010600030101010101" pitchFamily="2" charset="-122"/>
            </a:endParaRPr>
          </a:p>
          <a:p>
            <a:pPr marL="0" lvl="0" indent="0">
              <a:spcBef>
                <a:spcPct val="0"/>
              </a:spcBef>
              <a:buClrTx/>
              <a:buSzTx/>
              <a:buFontTx/>
              <a:buNone/>
            </a:pPr>
            <a:r>
              <a:rPr lang="en-US" altLang="zh-CN" sz="1800" dirty="0">
                <a:ea typeface="宋体" panose="02010600030101010101" pitchFamily="2" charset="-122"/>
              </a:rPr>
              <a:t>forwarded</a:t>
            </a:r>
            <a:endParaRPr lang="en-US" altLang="zh-CN" sz="1800" dirty="0">
              <a:ea typeface="宋体" panose="02010600030101010101" pitchFamily="2" charset="-122"/>
            </a:endParaRPr>
          </a:p>
        </p:txBody>
      </p:sp>
      <p:sp>
        <p:nvSpPr>
          <p:cNvPr id="154676" name="Line 258"/>
          <p:cNvSpPr/>
          <p:nvPr/>
        </p:nvSpPr>
        <p:spPr>
          <a:xfrm rot="-4663823">
            <a:off x="5562600" y="4030663"/>
            <a:ext cx="130175" cy="619125"/>
          </a:xfrm>
          <a:prstGeom prst="line">
            <a:avLst/>
          </a:prstGeom>
          <a:ln w="19050" cap="flat" cmpd="sng">
            <a:solidFill>
              <a:schemeClr val="bg2"/>
            </a:solidFill>
            <a:prstDash val="solid"/>
            <a:headEnd type="none" w="med" len="med"/>
            <a:tailEnd type="triangle" w="med" len="med"/>
          </a:ln>
        </p:spPr>
      </p:sp>
      <p:sp>
        <p:nvSpPr>
          <p:cNvPr id="154677" name="Line 259"/>
          <p:cNvSpPr/>
          <p:nvPr/>
        </p:nvSpPr>
        <p:spPr>
          <a:xfrm rot="-4663823" flipV="1">
            <a:off x="5889625" y="4303713"/>
            <a:ext cx="144463" cy="39687"/>
          </a:xfrm>
          <a:prstGeom prst="line">
            <a:avLst/>
          </a:prstGeom>
          <a:ln w="38100" cap="flat" cmpd="sng">
            <a:solidFill>
              <a:schemeClr val="bg2"/>
            </a:solidFill>
            <a:prstDash val="solid"/>
            <a:headEnd type="none" w="med" len="med"/>
            <a:tailEnd type="none" w="med" len="med"/>
          </a:ln>
        </p:spPr>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6674" name="Rectangle 2"/>
          <p:cNvSpPr>
            <a:spLocks noGrp="1"/>
          </p:cNvSpPr>
          <p:nvPr>
            <p:ph type="title"/>
          </p:nvPr>
        </p:nvSpPr>
        <p:spPr>
          <a:xfrm>
            <a:off x="469900" y="304800"/>
            <a:ext cx="7620000" cy="685800"/>
          </a:xfrm>
        </p:spPr>
        <p:txBody>
          <a:bodyPr vert="horz" wrap="square" lIns="92075" tIns="46038" rIns="92075" bIns="46038" anchor="ctr" anchorCtr="0"/>
          <a:p>
            <a:r>
              <a:rPr lang="en-US" altLang="zh-CN" sz="3600" dirty="0">
                <a:ea typeface="宋体" panose="02010600030101010101" pitchFamily="2" charset="-122"/>
              </a:rPr>
              <a:t>Reverse Path Forwarding: pruning</a:t>
            </a:r>
            <a:endParaRPr lang="en-US" altLang="zh-CN" sz="3600" dirty="0">
              <a:ea typeface="宋体" panose="02010600030101010101" pitchFamily="2" charset="-122"/>
            </a:endParaRPr>
          </a:p>
        </p:txBody>
      </p:sp>
      <p:sp>
        <p:nvSpPr>
          <p:cNvPr id="156675" name="Rectangle 3"/>
          <p:cNvSpPr>
            <a:spLocks noGrp="1"/>
          </p:cNvSpPr>
          <p:nvPr>
            <p:ph idx="1"/>
          </p:nvPr>
        </p:nvSpPr>
        <p:spPr>
          <a:xfrm>
            <a:off x="520700" y="1155700"/>
            <a:ext cx="8077200" cy="2438400"/>
          </a:xfrm>
        </p:spPr>
        <p:txBody>
          <a:bodyPr vert="horz" wrap="square" lIns="92075" tIns="46038" rIns="92075" bIns="46038" anchor="t" anchorCtr="0"/>
          <a:p>
            <a:r>
              <a:rPr lang="en-US" altLang="zh-CN" sz="2400" dirty="0">
                <a:ea typeface="宋体" panose="02010600030101010101" pitchFamily="2" charset="-122"/>
              </a:rPr>
              <a:t>forwarding tree contains subtrees with no mcast group members</a:t>
            </a:r>
            <a:endParaRPr lang="en-US" altLang="zh-CN" sz="2400" dirty="0">
              <a:ea typeface="宋体" panose="02010600030101010101" pitchFamily="2" charset="-122"/>
            </a:endParaRPr>
          </a:p>
          <a:p>
            <a:pPr lvl="1"/>
            <a:r>
              <a:rPr lang="en-US" altLang="zh-CN" dirty="0">
                <a:ea typeface="宋体" panose="02010600030101010101" pitchFamily="2" charset="-122"/>
              </a:rPr>
              <a:t>no need to forward datagrams down subtree</a:t>
            </a:r>
            <a:endParaRPr lang="en-US" altLang="zh-CN" dirty="0">
              <a:ea typeface="宋体" panose="02010600030101010101" pitchFamily="2" charset="-122"/>
            </a:endParaRPr>
          </a:p>
          <a:p>
            <a:pPr lvl="1"/>
            <a:r>
              <a:rPr lang="en-US" altLang="zh-CN" dirty="0">
                <a:ea typeface="宋体" panose="02010600030101010101" pitchFamily="2" charset="-122"/>
              </a:rPr>
              <a:t>“prune” msgs sent upstream by router with no downstream group members</a:t>
            </a:r>
            <a:endParaRPr lang="en-US" altLang="zh-CN" dirty="0">
              <a:ea typeface="宋体" panose="02010600030101010101" pitchFamily="2" charset="-122"/>
            </a:endParaRPr>
          </a:p>
        </p:txBody>
      </p:sp>
      <p:sp>
        <p:nvSpPr>
          <p:cNvPr id="156676" name="Line 4"/>
          <p:cNvSpPr/>
          <p:nvPr/>
        </p:nvSpPr>
        <p:spPr>
          <a:xfrm>
            <a:off x="3549650" y="5321300"/>
            <a:ext cx="401638" cy="690563"/>
          </a:xfrm>
          <a:prstGeom prst="line">
            <a:avLst/>
          </a:prstGeom>
          <a:ln w="19050" cap="flat" cmpd="sng">
            <a:solidFill>
              <a:schemeClr val="tx1"/>
            </a:solidFill>
            <a:prstDash val="solid"/>
            <a:headEnd type="none" w="med" len="med"/>
            <a:tailEnd type="none" w="med" len="med"/>
          </a:ln>
        </p:spPr>
      </p:sp>
      <p:sp>
        <p:nvSpPr>
          <p:cNvPr id="156677" name="Line 5"/>
          <p:cNvSpPr/>
          <p:nvPr/>
        </p:nvSpPr>
        <p:spPr>
          <a:xfrm flipV="1">
            <a:off x="2147888" y="4465638"/>
            <a:ext cx="1365250" cy="347662"/>
          </a:xfrm>
          <a:prstGeom prst="line">
            <a:avLst/>
          </a:prstGeom>
          <a:ln w="19050" cap="flat" cmpd="sng">
            <a:solidFill>
              <a:schemeClr val="tx1"/>
            </a:solidFill>
            <a:prstDash val="solid"/>
            <a:headEnd type="none" w="med" len="med"/>
            <a:tailEnd type="none" w="med" len="med"/>
          </a:ln>
        </p:spPr>
      </p:sp>
      <p:sp>
        <p:nvSpPr>
          <p:cNvPr id="156678" name="Line 6"/>
          <p:cNvSpPr/>
          <p:nvPr/>
        </p:nvSpPr>
        <p:spPr>
          <a:xfrm>
            <a:off x="1882775" y="4783138"/>
            <a:ext cx="852488" cy="974725"/>
          </a:xfrm>
          <a:prstGeom prst="line">
            <a:avLst/>
          </a:prstGeom>
          <a:ln w="57150" cap="flat" cmpd="sng">
            <a:solidFill>
              <a:srgbClr val="FF0000"/>
            </a:solidFill>
            <a:prstDash val="solid"/>
            <a:headEnd type="none" w="med" len="med"/>
            <a:tailEnd type="none" w="med" len="med"/>
          </a:ln>
        </p:spPr>
      </p:sp>
      <p:sp>
        <p:nvSpPr>
          <p:cNvPr id="156679" name="Line 7"/>
          <p:cNvSpPr/>
          <p:nvPr/>
        </p:nvSpPr>
        <p:spPr>
          <a:xfrm>
            <a:off x="2470150" y="4027488"/>
            <a:ext cx="993775" cy="446087"/>
          </a:xfrm>
          <a:prstGeom prst="line">
            <a:avLst/>
          </a:prstGeom>
          <a:ln w="57150" cap="flat" cmpd="sng">
            <a:solidFill>
              <a:srgbClr val="FF0000"/>
            </a:solidFill>
            <a:prstDash val="solid"/>
            <a:headEnd type="none" w="med" len="med"/>
            <a:tailEnd type="none" w="med" len="med"/>
          </a:ln>
        </p:spPr>
      </p:sp>
      <p:sp>
        <p:nvSpPr>
          <p:cNvPr id="156680" name="Line 8"/>
          <p:cNvSpPr/>
          <p:nvPr/>
        </p:nvSpPr>
        <p:spPr>
          <a:xfrm flipV="1">
            <a:off x="3000375" y="5349875"/>
            <a:ext cx="538163" cy="468313"/>
          </a:xfrm>
          <a:prstGeom prst="line">
            <a:avLst/>
          </a:prstGeom>
          <a:ln w="19050" cap="flat" cmpd="sng">
            <a:solidFill>
              <a:schemeClr val="tx1"/>
            </a:solidFill>
            <a:prstDash val="solid"/>
            <a:headEnd type="none" w="med" len="med"/>
            <a:tailEnd type="none" w="med" len="med"/>
          </a:ln>
        </p:spPr>
      </p:sp>
      <p:sp>
        <p:nvSpPr>
          <p:cNvPr id="156681" name="Line 9"/>
          <p:cNvSpPr/>
          <p:nvPr/>
        </p:nvSpPr>
        <p:spPr>
          <a:xfrm>
            <a:off x="3522663" y="4572000"/>
            <a:ext cx="0" cy="717550"/>
          </a:xfrm>
          <a:prstGeom prst="line">
            <a:avLst/>
          </a:prstGeom>
          <a:ln w="19050" cap="flat" cmpd="sng">
            <a:solidFill>
              <a:schemeClr val="tx1"/>
            </a:solidFill>
            <a:prstDash val="solid"/>
            <a:headEnd type="none" w="med" len="med"/>
            <a:tailEnd type="none" w="med" len="med"/>
          </a:ln>
        </p:spPr>
      </p:sp>
      <p:sp>
        <p:nvSpPr>
          <p:cNvPr id="156682" name="Line 10"/>
          <p:cNvSpPr/>
          <p:nvPr/>
        </p:nvSpPr>
        <p:spPr>
          <a:xfrm>
            <a:off x="1547813" y="5786438"/>
            <a:ext cx="1025525" cy="0"/>
          </a:xfrm>
          <a:prstGeom prst="line">
            <a:avLst/>
          </a:prstGeom>
          <a:ln w="19050" cap="flat" cmpd="sng">
            <a:solidFill>
              <a:schemeClr val="tx1"/>
            </a:solidFill>
            <a:prstDash val="solid"/>
            <a:headEnd type="none" w="med" len="med"/>
            <a:tailEnd type="none" w="med" len="med"/>
          </a:ln>
        </p:spPr>
      </p:sp>
      <p:sp>
        <p:nvSpPr>
          <p:cNvPr id="156683" name="Line 11"/>
          <p:cNvSpPr/>
          <p:nvPr/>
        </p:nvSpPr>
        <p:spPr>
          <a:xfrm flipH="1">
            <a:off x="1427163" y="4889500"/>
            <a:ext cx="373062" cy="846138"/>
          </a:xfrm>
          <a:prstGeom prst="line">
            <a:avLst/>
          </a:prstGeom>
          <a:ln w="57150" cap="flat" cmpd="sng">
            <a:solidFill>
              <a:srgbClr val="FF0000"/>
            </a:solidFill>
            <a:prstDash val="solid"/>
            <a:headEnd type="none" w="med" len="med"/>
            <a:tailEnd type="none" w="med" len="med"/>
          </a:ln>
        </p:spPr>
      </p:sp>
      <p:sp>
        <p:nvSpPr>
          <p:cNvPr id="156684" name="Line 12"/>
          <p:cNvSpPr/>
          <p:nvPr/>
        </p:nvSpPr>
        <p:spPr>
          <a:xfrm flipH="1">
            <a:off x="1874838" y="4041775"/>
            <a:ext cx="347662" cy="749300"/>
          </a:xfrm>
          <a:prstGeom prst="line">
            <a:avLst/>
          </a:prstGeom>
          <a:ln w="57150" cap="flat" cmpd="sng">
            <a:solidFill>
              <a:srgbClr val="FF0000"/>
            </a:solidFill>
            <a:prstDash val="solid"/>
            <a:headEnd type="none" w="med" len="med"/>
            <a:tailEnd type="none" w="med" len="med"/>
          </a:ln>
        </p:spPr>
      </p:sp>
      <p:grpSp>
        <p:nvGrpSpPr>
          <p:cNvPr id="156685" name="Group 13"/>
          <p:cNvGrpSpPr/>
          <p:nvPr/>
        </p:nvGrpSpPr>
        <p:grpSpPr>
          <a:xfrm>
            <a:off x="2447925" y="5699125"/>
            <a:ext cx="568325" cy="222250"/>
            <a:chOff x="3600" y="219"/>
            <a:chExt cx="360" cy="175"/>
          </a:xfrm>
        </p:grpSpPr>
        <p:sp>
          <p:nvSpPr>
            <p:cNvPr id="156903" name="Oval 14"/>
            <p:cNvSpPr/>
            <p:nvPr/>
          </p:nvSpPr>
          <p:spPr>
            <a:xfrm>
              <a:off x="3603" y="297"/>
              <a:ext cx="357" cy="97"/>
            </a:xfrm>
            <a:prstGeom prst="ellipse">
              <a:avLst/>
            </a:prstGeom>
            <a:solidFill>
              <a:srgbClr val="FF0000"/>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56904" name="Line 15"/>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156905" name="Line 16"/>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156906" name="Rectangle 17"/>
            <p:cNvSpPr/>
            <p:nvPr/>
          </p:nvSpPr>
          <p:spPr>
            <a:xfrm>
              <a:off x="3603" y="289"/>
              <a:ext cx="354" cy="59"/>
            </a:xfrm>
            <a:prstGeom prst="rect">
              <a:avLst/>
            </a:prstGeom>
            <a:solidFill>
              <a:srgbClr val="FF0000"/>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56907" name="Oval 18"/>
            <p:cNvSpPr/>
            <p:nvPr/>
          </p:nvSpPr>
          <p:spPr>
            <a:xfrm>
              <a:off x="3600" y="219"/>
              <a:ext cx="357" cy="113"/>
            </a:xfrm>
            <a:prstGeom prst="ellipse">
              <a:avLst/>
            </a:prstGeom>
            <a:solidFill>
              <a:srgbClr val="FF0000"/>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56908" name="Group 19"/>
            <p:cNvGrpSpPr/>
            <p:nvPr/>
          </p:nvGrpSpPr>
          <p:grpSpPr>
            <a:xfrm>
              <a:off x="3686" y="244"/>
              <a:ext cx="177" cy="66"/>
              <a:chOff x="2848" y="848"/>
              <a:chExt cx="140" cy="98"/>
            </a:xfrm>
          </p:grpSpPr>
          <p:sp>
            <p:nvSpPr>
              <p:cNvPr id="156913" name="Line 20"/>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56914" name="Line 21"/>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56915" name="Line 22"/>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156909" name="Group 23"/>
            <p:cNvGrpSpPr/>
            <p:nvPr/>
          </p:nvGrpSpPr>
          <p:grpSpPr>
            <a:xfrm flipV="1">
              <a:off x="3686" y="243"/>
              <a:ext cx="177" cy="66"/>
              <a:chOff x="2848" y="848"/>
              <a:chExt cx="140" cy="98"/>
            </a:xfrm>
          </p:grpSpPr>
          <p:sp>
            <p:nvSpPr>
              <p:cNvPr id="156910" name="Line 24"/>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56911" name="Line 25"/>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56912" name="Line 26"/>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156686" name="Group 27"/>
          <p:cNvGrpSpPr/>
          <p:nvPr/>
        </p:nvGrpSpPr>
        <p:grpSpPr>
          <a:xfrm>
            <a:off x="3233738" y="4379913"/>
            <a:ext cx="569912" cy="222250"/>
            <a:chOff x="3600" y="219"/>
            <a:chExt cx="360" cy="175"/>
          </a:xfrm>
        </p:grpSpPr>
        <p:sp>
          <p:nvSpPr>
            <p:cNvPr id="156890" name="Oval 28"/>
            <p:cNvSpPr/>
            <p:nvPr/>
          </p:nvSpPr>
          <p:spPr>
            <a:xfrm>
              <a:off x="3603" y="297"/>
              <a:ext cx="357" cy="97"/>
            </a:xfrm>
            <a:prstGeom prst="ellipse">
              <a:avLst/>
            </a:prstGeom>
            <a:solidFill>
              <a:srgbClr val="FF0000"/>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56891" name="Line 29"/>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156892" name="Line 30"/>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156893" name="Rectangle 31"/>
            <p:cNvSpPr/>
            <p:nvPr/>
          </p:nvSpPr>
          <p:spPr>
            <a:xfrm>
              <a:off x="3603" y="289"/>
              <a:ext cx="354" cy="59"/>
            </a:xfrm>
            <a:prstGeom prst="rect">
              <a:avLst/>
            </a:prstGeom>
            <a:solidFill>
              <a:srgbClr val="FF0000"/>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56894" name="Oval 32"/>
            <p:cNvSpPr/>
            <p:nvPr/>
          </p:nvSpPr>
          <p:spPr>
            <a:xfrm>
              <a:off x="3600" y="219"/>
              <a:ext cx="357" cy="113"/>
            </a:xfrm>
            <a:prstGeom prst="ellipse">
              <a:avLst/>
            </a:prstGeom>
            <a:solidFill>
              <a:srgbClr val="FF0000"/>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56895" name="Group 33"/>
            <p:cNvGrpSpPr/>
            <p:nvPr/>
          </p:nvGrpSpPr>
          <p:grpSpPr>
            <a:xfrm>
              <a:off x="3686" y="244"/>
              <a:ext cx="177" cy="66"/>
              <a:chOff x="2848" y="848"/>
              <a:chExt cx="140" cy="98"/>
            </a:xfrm>
          </p:grpSpPr>
          <p:sp>
            <p:nvSpPr>
              <p:cNvPr id="156900" name="Line 34"/>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56901" name="Line 35"/>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56902" name="Line 36"/>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156896" name="Group 37"/>
            <p:cNvGrpSpPr/>
            <p:nvPr/>
          </p:nvGrpSpPr>
          <p:grpSpPr>
            <a:xfrm flipV="1">
              <a:off x="3686" y="243"/>
              <a:ext cx="177" cy="66"/>
              <a:chOff x="2848" y="848"/>
              <a:chExt cx="140" cy="98"/>
            </a:xfrm>
          </p:grpSpPr>
          <p:sp>
            <p:nvSpPr>
              <p:cNvPr id="156897" name="Line 38"/>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56898" name="Line 39"/>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56899" name="Line 40"/>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156687" name="Group 41"/>
          <p:cNvGrpSpPr/>
          <p:nvPr/>
        </p:nvGrpSpPr>
        <p:grpSpPr>
          <a:xfrm>
            <a:off x="1098550" y="5678488"/>
            <a:ext cx="568325" cy="222250"/>
            <a:chOff x="3600" y="219"/>
            <a:chExt cx="360" cy="175"/>
          </a:xfrm>
        </p:grpSpPr>
        <p:sp>
          <p:nvSpPr>
            <p:cNvPr id="156877" name="Oval 42"/>
            <p:cNvSpPr/>
            <p:nvPr/>
          </p:nvSpPr>
          <p:spPr>
            <a:xfrm>
              <a:off x="3603" y="297"/>
              <a:ext cx="357" cy="97"/>
            </a:xfrm>
            <a:prstGeom prst="ellipse">
              <a:avLst/>
            </a:prstGeom>
            <a:solidFill>
              <a:srgbClr val="FF0000"/>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56878" name="Line 43"/>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156879" name="Line 44"/>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156880" name="Rectangle 45"/>
            <p:cNvSpPr/>
            <p:nvPr/>
          </p:nvSpPr>
          <p:spPr>
            <a:xfrm>
              <a:off x="3603" y="289"/>
              <a:ext cx="354" cy="59"/>
            </a:xfrm>
            <a:prstGeom prst="rect">
              <a:avLst/>
            </a:prstGeom>
            <a:solidFill>
              <a:srgbClr val="FF0000"/>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56881" name="Oval 46"/>
            <p:cNvSpPr/>
            <p:nvPr/>
          </p:nvSpPr>
          <p:spPr>
            <a:xfrm>
              <a:off x="3600" y="219"/>
              <a:ext cx="357" cy="113"/>
            </a:xfrm>
            <a:prstGeom prst="ellipse">
              <a:avLst/>
            </a:prstGeom>
            <a:solidFill>
              <a:srgbClr val="FF0000"/>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56882" name="Group 47"/>
            <p:cNvGrpSpPr/>
            <p:nvPr/>
          </p:nvGrpSpPr>
          <p:grpSpPr>
            <a:xfrm>
              <a:off x="3686" y="244"/>
              <a:ext cx="177" cy="66"/>
              <a:chOff x="2848" y="848"/>
              <a:chExt cx="140" cy="98"/>
            </a:xfrm>
          </p:grpSpPr>
          <p:sp>
            <p:nvSpPr>
              <p:cNvPr id="156887" name="Line 48"/>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56888" name="Line 49"/>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56889" name="Line 50"/>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156883" name="Group 51"/>
            <p:cNvGrpSpPr/>
            <p:nvPr/>
          </p:nvGrpSpPr>
          <p:grpSpPr>
            <a:xfrm flipV="1">
              <a:off x="3686" y="243"/>
              <a:ext cx="177" cy="66"/>
              <a:chOff x="2848" y="848"/>
              <a:chExt cx="140" cy="98"/>
            </a:xfrm>
          </p:grpSpPr>
          <p:sp>
            <p:nvSpPr>
              <p:cNvPr id="156884" name="Line 52"/>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56885" name="Line 53"/>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56886" name="Line 54"/>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156688" name="Group 55"/>
          <p:cNvGrpSpPr/>
          <p:nvPr/>
        </p:nvGrpSpPr>
        <p:grpSpPr>
          <a:xfrm>
            <a:off x="3257550" y="5214938"/>
            <a:ext cx="547688" cy="233362"/>
            <a:chOff x="3600" y="219"/>
            <a:chExt cx="360" cy="175"/>
          </a:xfrm>
        </p:grpSpPr>
        <p:sp>
          <p:nvSpPr>
            <p:cNvPr id="156864" name="Oval 56"/>
            <p:cNvSpPr/>
            <p:nvPr/>
          </p:nvSpPr>
          <p:spPr>
            <a:xfrm>
              <a:off x="3603" y="297"/>
              <a:ext cx="357" cy="97"/>
            </a:xfrm>
            <a:prstGeom prst="ellipse">
              <a:avLst/>
            </a:prstGeom>
            <a:solidFill>
              <a:srgbClr val="DDDDDD"/>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56865" name="Line 57"/>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156866" name="Line 58"/>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156867" name="Rectangle 59"/>
            <p:cNvSpPr/>
            <p:nvPr/>
          </p:nvSpPr>
          <p:spPr>
            <a:xfrm>
              <a:off x="3603" y="289"/>
              <a:ext cx="354" cy="59"/>
            </a:xfrm>
            <a:prstGeom prst="rect">
              <a:avLst/>
            </a:prstGeom>
            <a:solidFill>
              <a:srgbClr val="DDDDDD"/>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56868" name="Oval 60"/>
            <p:cNvSpPr/>
            <p:nvPr/>
          </p:nvSpPr>
          <p:spPr>
            <a:xfrm>
              <a:off x="3600" y="219"/>
              <a:ext cx="357" cy="113"/>
            </a:xfrm>
            <a:prstGeom prst="ellipse">
              <a:avLst/>
            </a:prstGeom>
            <a:solidFill>
              <a:srgbClr val="DDDDDD"/>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56869" name="Group 61"/>
            <p:cNvGrpSpPr/>
            <p:nvPr/>
          </p:nvGrpSpPr>
          <p:grpSpPr>
            <a:xfrm>
              <a:off x="3686" y="244"/>
              <a:ext cx="177" cy="66"/>
              <a:chOff x="2848" y="848"/>
              <a:chExt cx="140" cy="98"/>
            </a:xfrm>
          </p:grpSpPr>
          <p:sp>
            <p:nvSpPr>
              <p:cNvPr id="156874" name="Line 62"/>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56875" name="Line 63"/>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56876" name="Line 64"/>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156870" name="Group 65"/>
            <p:cNvGrpSpPr/>
            <p:nvPr/>
          </p:nvGrpSpPr>
          <p:grpSpPr>
            <a:xfrm flipV="1">
              <a:off x="3686" y="243"/>
              <a:ext cx="177" cy="66"/>
              <a:chOff x="2848" y="848"/>
              <a:chExt cx="140" cy="98"/>
            </a:xfrm>
          </p:grpSpPr>
          <p:sp>
            <p:nvSpPr>
              <p:cNvPr id="156871" name="Line 66"/>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56872" name="Line 67"/>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56873" name="Line 68"/>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156689" name="Group 69"/>
          <p:cNvGrpSpPr/>
          <p:nvPr/>
        </p:nvGrpSpPr>
        <p:grpSpPr>
          <a:xfrm>
            <a:off x="1601788" y="4700588"/>
            <a:ext cx="547687" cy="233362"/>
            <a:chOff x="3600" y="219"/>
            <a:chExt cx="360" cy="175"/>
          </a:xfrm>
        </p:grpSpPr>
        <p:sp>
          <p:nvSpPr>
            <p:cNvPr id="156851" name="Oval 70"/>
            <p:cNvSpPr/>
            <p:nvPr/>
          </p:nvSpPr>
          <p:spPr>
            <a:xfrm>
              <a:off x="3603" y="297"/>
              <a:ext cx="357" cy="97"/>
            </a:xfrm>
            <a:prstGeom prst="ellipse">
              <a:avLst/>
            </a:prstGeom>
            <a:solidFill>
              <a:srgbClr val="DDDDDD"/>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56852" name="Line 71"/>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156853" name="Line 72"/>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156854" name="Rectangle 73"/>
            <p:cNvSpPr/>
            <p:nvPr/>
          </p:nvSpPr>
          <p:spPr>
            <a:xfrm>
              <a:off x="3603" y="289"/>
              <a:ext cx="354" cy="59"/>
            </a:xfrm>
            <a:prstGeom prst="rect">
              <a:avLst/>
            </a:prstGeom>
            <a:solidFill>
              <a:srgbClr val="DDDDDD"/>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56855" name="Oval 74"/>
            <p:cNvSpPr/>
            <p:nvPr/>
          </p:nvSpPr>
          <p:spPr>
            <a:xfrm>
              <a:off x="3600" y="219"/>
              <a:ext cx="357" cy="113"/>
            </a:xfrm>
            <a:prstGeom prst="ellipse">
              <a:avLst/>
            </a:prstGeom>
            <a:solidFill>
              <a:srgbClr val="DDDDDD"/>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56856" name="Group 75"/>
            <p:cNvGrpSpPr/>
            <p:nvPr/>
          </p:nvGrpSpPr>
          <p:grpSpPr>
            <a:xfrm>
              <a:off x="3686" y="244"/>
              <a:ext cx="177" cy="66"/>
              <a:chOff x="2848" y="848"/>
              <a:chExt cx="140" cy="98"/>
            </a:xfrm>
          </p:grpSpPr>
          <p:sp>
            <p:nvSpPr>
              <p:cNvPr id="156861" name="Line 76"/>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56862" name="Line 77"/>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56863" name="Line 78"/>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156857" name="Group 79"/>
            <p:cNvGrpSpPr/>
            <p:nvPr/>
          </p:nvGrpSpPr>
          <p:grpSpPr>
            <a:xfrm flipV="1">
              <a:off x="3686" y="243"/>
              <a:ext cx="177" cy="66"/>
              <a:chOff x="2848" y="848"/>
              <a:chExt cx="140" cy="98"/>
            </a:xfrm>
          </p:grpSpPr>
          <p:sp>
            <p:nvSpPr>
              <p:cNvPr id="156858" name="Line 80"/>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56859" name="Line 81"/>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56860" name="Line 82"/>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156690" name="Group 83"/>
          <p:cNvGrpSpPr/>
          <p:nvPr/>
        </p:nvGrpSpPr>
        <p:grpSpPr>
          <a:xfrm>
            <a:off x="1679575" y="3511550"/>
            <a:ext cx="1157288" cy="584200"/>
            <a:chOff x="1170" y="3095"/>
            <a:chExt cx="559" cy="309"/>
          </a:xfrm>
        </p:grpSpPr>
        <p:grpSp>
          <p:nvGrpSpPr>
            <p:cNvPr id="156753" name="Group 84"/>
            <p:cNvGrpSpPr/>
            <p:nvPr/>
          </p:nvGrpSpPr>
          <p:grpSpPr>
            <a:xfrm>
              <a:off x="1170" y="3095"/>
              <a:ext cx="159" cy="146"/>
              <a:chOff x="4781" y="1833"/>
              <a:chExt cx="318" cy="262"/>
            </a:xfrm>
          </p:grpSpPr>
          <p:sp>
            <p:nvSpPr>
              <p:cNvPr id="156811" name="AutoShape 85"/>
              <p:cNvSpPr>
                <a:spLocks noChangeAspect="1" noTextEdit="1"/>
              </p:cNvSpPr>
              <p:nvPr/>
            </p:nvSpPr>
            <p:spPr>
              <a:xfrm>
                <a:off x="4787" y="1835"/>
                <a:ext cx="312" cy="260"/>
              </a:xfrm>
              <a:prstGeom prst="rect">
                <a:avLst/>
              </a:prstGeom>
              <a:noFill/>
              <a:ln w="9525">
                <a:noFill/>
              </a:ln>
            </p:spPr>
            <p:txBody>
              <a:bodyPr/>
              <a:p>
                <a:endParaRPr lang="zh-CN" altLang="en-US"/>
              </a:p>
            </p:txBody>
          </p:sp>
          <p:sp>
            <p:nvSpPr>
              <p:cNvPr id="156812" name="Freeform 86"/>
              <p:cNvSpPr/>
              <p:nvPr/>
            </p:nvSpPr>
            <p:spPr>
              <a:xfrm>
                <a:off x="4781" y="1833"/>
                <a:ext cx="307" cy="25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150" h="1804">
                    <a:moveTo>
                      <a:pt x="582" y="239"/>
                    </a:moveTo>
                    <a:lnTo>
                      <a:pt x="606" y="129"/>
                    </a:lnTo>
                    <a:lnTo>
                      <a:pt x="607" y="129"/>
                    </a:lnTo>
                    <a:lnTo>
                      <a:pt x="611" y="128"/>
                    </a:lnTo>
                    <a:lnTo>
                      <a:pt x="616" y="125"/>
                    </a:lnTo>
                    <a:lnTo>
                      <a:pt x="623" y="123"/>
                    </a:lnTo>
                    <a:lnTo>
                      <a:pt x="633" y="120"/>
                    </a:lnTo>
                    <a:lnTo>
                      <a:pt x="645" y="115"/>
                    </a:lnTo>
                    <a:lnTo>
                      <a:pt x="659" y="112"/>
                    </a:lnTo>
                    <a:lnTo>
                      <a:pt x="676" y="107"/>
                    </a:lnTo>
                    <a:lnTo>
                      <a:pt x="694" y="101"/>
                    </a:lnTo>
                    <a:lnTo>
                      <a:pt x="715" y="95"/>
                    </a:lnTo>
                    <a:lnTo>
                      <a:pt x="738" y="90"/>
                    </a:lnTo>
                    <a:lnTo>
                      <a:pt x="763" y="84"/>
                    </a:lnTo>
                    <a:lnTo>
                      <a:pt x="790" y="78"/>
                    </a:lnTo>
                    <a:lnTo>
                      <a:pt x="820" y="71"/>
                    </a:lnTo>
                    <a:lnTo>
                      <a:pt x="852" y="64"/>
                    </a:lnTo>
                    <a:lnTo>
                      <a:pt x="886" y="59"/>
                    </a:lnTo>
                    <a:lnTo>
                      <a:pt x="922" y="52"/>
                    </a:lnTo>
                    <a:lnTo>
                      <a:pt x="961" y="46"/>
                    </a:lnTo>
                    <a:lnTo>
                      <a:pt x="1002" y="40"/>
                    </a:lnTo>
                    <a:lnTo>
                      <a:pt x="1044" y="35"/>
                    </a:lnTo>
                    <a:lnTo>
                      <a:pt x="1090" y="29"/>
                    </a:lnTo>
                    <a:lnTo>
                      <a:pt x="1138" y="23"/>
                    </a:lnTo>
                    <a:lnTo>
                      <a:pt x="1187" y="18"/>
                    </a:lnTo>
                    <a:lnTo>
                      <a:pt x="1240" y="14"/>
                    </a:lnTo>
                    <a:lnTo>
                      <a:pt x="1294" y="10"/>
                    </a:lnTo>
                    <a:lnTo>
                      <a:pt x="1350" y="7"/>
                    </a:lnTo>
                    <a:lnTo>
                      <a:pt x="1410" y="4"/>
                    </a:lnTo>
                    <a:lnTo>
                      <a:pt x="1470" y="1"/>
                    </a:lnTo>
                    <a:lnTo>
                      <a:pt x="1535" y="0"/>
                    </a:lnTo>
                    <a:lnTo>
                      <a:pt x="1601" y="0"/>
                    </a:lnTo>
                    <a:lnTo>
                      <a:pt x="1668" y="0"/>
                    </a:lnTo>
                    <a:lnTo>
                      <a:pt x="1739" y="1"/>
                    </a:lnTo>
                    <a:lnTo>
                      <a:pt x="1816" y="44"/>
                    </a:lnTo>
                    <a:lnTo>
                      <a:pt x="1799" y="248"/>
                    </a:lnTo>
                    <a:lnTo>
                      <a:pt x="1804" y="251"/>
                    </a:lnTo>
                    <a:lnTo>
                      <a:pt x="1820" y="259"/>
                    </a:lnTo>
                    <a:lnTo>
                      <a:pt x="1842" y="272"/>
                    </a:lnTo>
                    <a:lnTo>
                      <a:pt x="1868" y="292"/>
                    </a:lnTo>
                    <a:lnTo>
                      <a:pt x="1896" y="318"/>
                    </a:lnTo>
                    <a:lnTo>
                      <a:pt x="1920" y="351"/>
                    </a:lnTo>
                    <a:lnTo>
                      <a:pt x="1939" y="390"/>
                    </a:lnTo>
                    <a:lnTo>
                      <a:pt x="1951" y="436"/>
                    </a:lnTo>
                    <a:lnTo>
                      <a:pt x="2125" y="593"/>
                    </a:lnTo>
                    <a:lnTo>
                      <a:pt x="2078" y="1009"/>
                    </a:lnTo>
                    <a:lnTo>
                      <a:pt x="1799" y="1149"/>
                    </a:lnTo>
                    <a:lnTo>
                      <a:pt x="2129" y="1247"/>
                    </a:lnTo>
                    <a:lnTo>
                      <a:pt x="2131" y="1251"/>
                    </a:lnTo>
                    <a:lnTo>
                      <a:pt x="2137" y="1264"/>
                    </a:lnTo>
                    <a:lnTo>
                      <a:pt x="2143" y="1284"/>
                    </a:lnTo>
                    <a:lnTo>
                      <a:pt x="2149" y="1310"/>
                    </a:lnTo>
                    <a:lnTo>
                      <a:pt x="2150" y="1342"/>
                    </a:lnTo>
                    <a:lnTo>
                      <a:pt x="2147" y="1380"/>
                    </a:lnTo>
                    <a:lnTo>
                      <a:pt x="2136" y="1423"/>
                    </a:lnTo>
                    <a:lnTo>
                      <a:pt x="2117" y="1468"/>
                    </a:lnTo>
                    <a:lnTo>
                      <a:pt x="1244" y="1804"/>
                    </a:lnTo>
                    <a:lnTo>
                      <a:pt x="0" y="1413"/>
                    </a:lnTo>
                    <a:lnTo>
                      <a:pt x="22" y="1367"/>
                    </a:lnTo>
                    <a:lnTo>
                      <a:pt x="212" y="1302"/>
                    </a:lnTo>
                    <a:lnTo>
                      <a:pt x="212" y="248"/>
                    </a:lnTo>
                    <a:lnTo>
                      <a:pt x="213" y="247"/>
                    </a:lnTo>
                    <a:lnTo>
                      <a:pt x="217" y="244"/>
                    </a:lnTo>
                    <a:lnTo>
                      <a:pt x="223" y="240"/>
                    </a:lnTo>
                    <a:lnTo>
                      <a:pt x="232" y="234"/>
                    </a:lnTo>
                    <a:lnTo>
                      <a:pt x="245" y="228"/>
                    </a:lnTo>
                    <a:lnTo>
                      <a:pt x="258" y="221"/>
                    </a:lnTo>
                    <a:lnTo>
                      <a:pt x="276" y="214"/>
                    </a:lnTo>
                    <a:lnTo>
                      <a:pt x="294" y="207"/>
                    </a:lnTo>
                    <a:lnTo>
                      <a:pt x="316" y="201"/>
                    </a:lnTo>
                    <a:lnTo>
                      <a:pt x="340" y="197"/>
                    </a:lnTo>
                    <a:lnTo>
                      <a:pt x="366" y="194"/>
                    </a:lnTo>
                    <a:lnTo>
                      <a:pt x="393" y="192"/>
                    </a:lnTo>
                    <a:lnTo>
                      <a:pt x="424" y="193"/>
                    </a:lnTo>
                    <a:lnTo>
                      <a:pt x="457" y="197"/>
                    </a:lnTo>
                    <a:lnTo>
                      <a:pt x="493" y="203"/>
                    </a:lnTo>
                    <a:lnTo>
                      <a:pt x="529" y="214"/>
                    </a:lnTo>
                    <a:lnTo>
                      <a:pt x="582" y="239"/>
                    </a:lnTo>
                    <a:close/>
                  </a:path>
                </a:pathLst>
              </a:custGeom>
              <a:solidFill>
                <a:srgbClr val="FF0000">
                  <a:alpha val="100000"/>
                </a:srgbClr>
              </a:solidFill>
              <a:ln w="9525">
                <a:noFill/>
              </a:ln>
            </p:spPr>
            <p:txBody>
              <a:bodyPr/>
              <a:p>
                <a:endParaRPr lang="zh-CN" altLang="en-US"/>
              </a:p>
            </p:txBody>
          </p:sp>
          <p:sp>
            <p:nvSpPr>
              <p:cNvPr id="156813" name="Freeform 87"/>
              <p:cNvSpPr/>
              <p:nvPr/>
            </p:nvSpPr>
            <p:spPr>
              <a:xfrm>
                <a:off x="4894" y="1857"/>
                <a:ext cx="98" cy="112"/>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690" h="782">
                    <a:moveTo>
                      <a:pt x="684" y="29"/>
                    </a:moveTo>
                    <a:lnTo>
                      <a:pt x="681" y="28"/>
                    </a:lnTo>
                    <a:lnTo>
                      <a:pt x="670" y="25"/>
                    </a:lnTo>
                    <a:lnTo>
                      <a:pt x="652" y="21"/>
                    </a:lnTo>
                    <a:lnTo>
                      <a:pt x="628" y="16"/>
                    </a:lnTo>
                    <a:lnTo>
                      <a:pt x="600" y="11"/>
                    </a:lnTo>
                    <a:lnTo>
                      <a:pt x="566" y="7"/>
                    </a:lnTo>
                    <a:lnTo>
                      <a:pt x="527" y="3"/>
                    </a:lnTo>
                    <a:lnTo>
                      <a:pt x="483" y="1"/>
                    </a:lnTo>
                    <a:lnTo>
                      <a:pt x="436" y="0"/>
                    </a:lnTo>
                    <a:lnTo>
                      <a:pt x="386" y="2"/>
                    </a:lnTo>
                    <a:lnTo>
                      <a:pt x="333" y="7"/>
                    </a:lnTo>
                    <a:lnTo>
                      <a:pt x="277" y="16"/>
                    </a:lnTo>
                    <a:lnTo>
                      <a:pt x="221" y="28"/>
                    </a:lnTo>
                    <a:lnTo>
                      <a:pt x="163" y="45"/>
                    </a:lnTo>
                    <a:lnTo>
                      <a:pt x="104" y="65"/>
                    </a:lnTo>
                    <a:lnTo>
                      <a:pt x="44" y="93"/>
                    </a:lnTo>
                    <a:lnTo>
                      <a:pt x="40" y="108"/>
                    </a:lnTo>
                    <a:lnTo>
                      <a:pt x="29" y="150"/>
                    </a:lnTo>
                    <a:lnTo>
                      <a:pt x="17" y="216"/>
                    </a:lnTo>
                    <a:lnTo>
                      <a:pt x="5" y="301"/>
                    </a:lnTo>
                    <a:lnTo>
                      <a:pt x="0" y="402"/>
                    </a:lnTo>
                    <a:lnTo>
                      <a:pt x="4" y="516"/>
                    </a:lnTo>
                    <a:lnTo>
                      <a:pt x="21" y="638"/>
                    </a:lnTo>
                    <a:lnTo>
                      <a:pt x="57" y="763"/>
                    </a:lnTo>
                    <a:lnTo>
                      <a:pt x="60" y="763"/>
                    </a:lnTo>
                    <a:lnTo>
                      <a:pt x="69" y="762"/>
                    </a:lnTo>
                    <a:lnTo>
                      <a:pt x="84" y="759"/>
                    </a:lnTo>
                    <a:lnTo>
                      <a:pt x="105" y="758"/>
                    </a:lnTo>
                    <a:lnTo>
                      <a:pt x="131" y="756"/>
                    </a:lnTo>
                    <a:lnTo>
                      <a:pt x="162" y="754"/>
                    </a:lnTo>
                    <a:lnTo>
                      <a:pt x="198" y="753"/>
                    </a:lnTo>
                    <a:lnTo>
                      <a:pt x="239" y="751"/>
                    </a:lnTo>
                    <a:lnTo>
                      <a:pt x="283" y="750"/>
                    </a:lnTo>
                    <a:lnTo>
                      <a:pt x="331" y="751"/>
                    </a:lnTo>
                    <a:lnTo>
                      <a:pt x="384" y="753"/>
                    </a:lnTo>
                    <a:lnTo>
                      <a:pt x="440" y="755"/>
                    </a:lnTo>
                    <a:lnTo>
                      <a:pt x="498" y="759"/>
                    </a:lnTo>
                    <a:lnTo>
                      <a:pt x="560" y="765"/>
                    </a:lnTo>
                    <a:lnTo>
                      <a:pt x="624" y="773"/>
                    </a:lnTo>
                    <a:lnTo>
                      <a:pt x="690" y="782"/>
                    </a:lnTo>
                    <a:lnTo>
                      <a:pt x="687" y="759"/>
                    </a:lnTo>
                    <a:lnTo>
                      <a:pt x="680" y="697"/>
                    </a:lnTo>
                    <a:lnTo>
                      <a:pt x="670" y="604"/>
                    </a:lnTo>
                    <a:lnTo>
                      <a:pt x="662" y="492"/>
                    </a:lnTo>
                    <a:lnTo>
                      <a:pt x="656" y="368"/>
                    </a:lnTo>
                    <a:lnTo>
                      <a:pt x="656" y="244"/>
                    </a:lnTo>
                    <a:lnTo>
                      <a:pt x="665" y="128"/>
                    </a:lnTo>
                    <a:lnTo>
                      <a:pt x="684" y="29"/>
                    </a:lnTo>
                    <a:close/>
                  </a:path>
                </a:pathLst>
              </a:custGeom>
              <a:solidFill>
                <a:srgbClr val="FF0000">
                  <a:alpha val="100000"/>
                </a:srgbClr>
              </a:solidFill>
              <a:ln w="9525">
                <a:noFill/>
              </a:ln>
            </p:spPr>
            <p:txBody>
              <a:bodyPr/>
              <a:p>
                <a:endParaRPr lang="zh-CN" altLang="en-US"/>
              </a:p>
            </p:txBody>
          </p:sp>
          <p:sp>
            <p:nvSpPr>
              <p:cNvPr id="156814" name="Freeform 88"/>
              <p:cNvSpPr/>
              <p:nvPr/>
            </p:nvSpPr>
            <p:spPr>
              <a:xfrm>
                <a:off x="4904" y="1888"/>
                <a:ext cx="163" cy="11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39" h="778">
                    <a:moveTo>
                      <a:pt x="7" y="587"/>
                    </a:moveTo>
                    <a:lnTo>
                      <a:pt x="0" y="682"/>
                    </a:lnTo>
                    <a:lnTo>
                      <a:pt x="742" y="778"/>
                    </a:lnTo>
                    <a:lnTo>
                      <a:pt x="748" y="775"/>
                    </a:lnTo>
                    <a:lnTo>
                      <a:pt x="763" y="767"/>
                    </a:lnTo>
                    <a:lnTo>
                      <a:pt x="787" y="755"/>
                    </a:lnTo>
                    <a:lnTo>
                      <a:pt x="816" y="737"/>
                    </a:lnTo>
                    <a:lnTo>
                      <a:pt x="852" y="714"/>
                    </a:lnTo>
                    <a:lnTo>
                      <a:pt x="891" y="686"/>
                    </a:lnTo>
                    <a:lnTo>
                      <a:pt x="932" y="652"/>
                    </a:lnTo>
                    <a:lnTo>
                      <a:pt x="973" y="613"/>
                    </a:lnTo>
                    <a:lnTo>
                      <a:pt x="1013" y="570"/>
                    </a:lnTo>
                    <a:lnTo>
                      <a:pt x="1051" y="521"/>
                    </a:lnTo>
                    <a:lnTo>
                      <a:pt x="1083" y="466"/>
                    </a:lnTo>
                    <a:lnTo>
                      <a:pt x="1109" y="406"/>
                    </a:lnTo>
                    <a:lnTo>
                      <a:pt x="1129" y="342"/>
                    </a:lnTo>
                    <a:lnTo>
                      <a:pt x="1139" y="271"/>
                    </a:lnTo>
                    <a:lnTo>
                      <a:pt x="1138" y="196"/>
                    </a:lnTo>
                    <a:lnTo>
                      <a:pt x="1124" y="115"/>
                    </a:lnTo>
                    <a:lnTo>
                      <a:pt x="1122" y="110"/>
                    </a:lnTo>
                    <a:lnTo>
                      <a:pt x="1115" y="97"/>
                    </a:lnTo>
                    <a:lnTo>
                      <a:pt x="1102" y="80"/>
                    </a:lnTo>
                    <a:lnTo>
                      <a:pt x="1086" y="59"/>
                    </a:lnTo>
                    <a:lnTo>
                      <a:pt x="1066" y="39"/>
                    </a:lnTo>
                    <a:lnTo>
                      <a:pt x="1041" y="20"/>
                    </a:lnTo>
                    <a:lnTo>
                      <a:pt x="1011" y="7"/>
                    </a:lnTo>
                    <a:lnTo>
                      <a:pt x="978" y="0"/>
                    </a:lnTo>
                    <a:lnTo>
                      <a:pt x="982" y="12"/>
                    </a:lnTo>
                    <a:lnTo>
                      <a:pt x="994" y="46"/>
                    </a:lnTo>
                    <a:lnTo>
                      <a:pt x="1007" y="100"/>
                    </a:lnTo>
                    <a:lnTo>
                      <a:pt x="1019" y="169"/>
                    </a:lnTo>
                    <a:lnTo>
                      <a:pt x="1022" y="252"/>
                    </a:lnTo>
                    <a:lnTo>
                      <a:pt x="1013" y="344"/>
                    </a:lnTo>
                    <a:lnTo>
                      <a:pt x="987" y="444"/>
                    </a:lnTo>
                    <a:lnTo>
                      <a:pt x="940" y="549"/>
                    </a:lnTo>
                    <a:lnTo>
                      <a:pt x="939" y="550"/>
                    </a:lnTo>
                    <a:lnTo>
                      <a:pt x="934" y="553"/>
                    </a:lnTo>
                    <a:lnTo>
                      <a:pt x="927" y="559"/>
                    </a:lnTo>
                    <a:lnTo>
                      <a:pt x="917" y="567"/>
                    </a:lnTo>
                    <a:lnTo>
                      <a:pt x="904" y="575"/>
                    </a:lnTo>
                    <a:lnTo>
                      <a:pt x="890" y="585"/>
                    </a:lnTo>
                    <a:lnTo>
                      <a:pt x="871" y="594"/>
                    </a:lnTo>
                    <a:lnTo>
                      <a:pt x="851" y="603"/>
                    </a:lnTo>
                    <a:lnTo>
                      <a:pt x="828" y="611"/>
                    </a:lnTo>
                    <a:lnTo>
                      <a:pt x="802" y="619"/>
                    </a:lnTo>
                    <a:lnTo>
                      <a:pt x="773" y="625"/>
                    </a:lnTo>
                    <a:lnTo>
                      <a:pt x="741" y="629"/>
                    </a:lnTo>
                    <a:lnTo>
                      <a:pt x="708" y="630"/>
                    </a:lnTo>
                    <a:lnTo>
                      <a:pt x="671" y="629"/>
                    </a:lnTo>
                    <a:lnTo>
                      <a:pt x="631" y="626"/>
                    </a:lnTo>
                    <a:lnTo>
                      <a:pt x="590" y="618"/>
                    </a:lnTo>
                    <a:lnTo>
                      <a:pt x="590" y="720"/>
                    </a:lnTo>
                    <a:lnTo>
                      <a:pt x="26" y="663"/>
                    </a:lnTo>
                    <a:lnTo>
                      <a:pt x="7" y="587"/>
                    </a:lnTo>
                    <a:close/>
                  </a:path>
                </a:pathLst>
              </a:custGeom>
              <a:solidFill>
                <a:schemeClr val="bg1">
                  <a:alpha val="100000"/>
                </a:schemeClr>
              </a:solidFill>
              <a:ln w="9525">
                <a:noFill/>
              </a:ln>
            </p:spPr>
            <p:txBody>
              <a:bodyPr/>
              <a:p>
                <a:endParaRPr lang="zh-CN" altLang="en-US"/>
              </a:p>
            </p:txBody>
          </p:sp>
          <p:sp>
            <p:nvSpPr>
              <p:cNvPr id="156815" name="Freeform 89"/>
              <p:cNvSpPr/>
              <p:nvPr/>
            </p:nvSpPr>
            <p:spPr>
              <a:xfrm>
                <a:off x="4884" y="1997"/>
                <a:ext cx="119" cy="38"/>
              </a:xfrm>
              <a:custGeom>
                <a:avLst/>
                <a:gdLst/>
                <a:ahLst/>
                <a:cxnLst>
                  <a:cxn ang="0">
                    <a:pos x="0" y="0"/>
                  </a:cxn>
                  <a:cxn ang="0">
                    <a:pos x="0" y="0"/>
                  </a:cxn>
                  <a:cxn ang="0">
                    <a:pos x="0" y="0"/>
                  </a:cxn>
                  <a:cxn ang="0">
                    <a:pos x="0" y="0"/>
                  </a:cxn>
                  <a:cxn ang="0">
                    <a:pos x="0" y="0"/>
                  </a:cxn>
                </a:cxnLst>
                <a:pathLst>
                  <a:path w="837" h="269">
                    <a:moveTo>
                      <a:pt x="837" y="96"/>
                    </a:moveTo>
                    <a:lnTo>
                      <a:pt x="12" y="0"/>
                    </a:lnTo>
                    <a:lnTo>
                      <a:pt x="0" y="96"/>
                    </a:lnTo>
                    <a:lnTo>
                      <a:pt x="812" y="269"/>
                    </a:lnTo>
                    <a:lnTo>
                      <a:pt x="837" y="96"/>
                    </a:lnTo>
                    <a:close/>
                  </a:path>
                </a:pathLst>
              </a:custGeom>
              <a:solidFill>
                <a:schemeClr val="bg1">
                  <a:alpha val="100000"/>
                </a:schemeClr>
              </a:solidFill>
              <a:ln w="9525">
                <a:noFill/>
              </a:ln>
            </p:spPr>
            <p:txBody>
              <a:bodyPr/>
              <a:p>
                <a:endParaRPr lang="zh-CN" altLang="en-US"/>
              </a:p>
            </p:txBody>
          </p:sp>
          <p:sp>
            <p:nvSpPr>
              <p:cNvPr id="156816" name="Freeform 90"/>
              <p:cNvSpPr/>
              <p:nvPr/>
            </p:nvSpPr>
            <p:spPr>
              <a:xfrm>
                <a:off x="4943" y="2009"/>
                <a:ext cx="51" cy="18"/>
              </a:xfrm>
              <a:custGeom>
                <a:avLst/>
                <a:gdLst/>
                <a:ahLst/>
                <a:cxnLst>
                  <a:cxn ang="0">
                    <a:pos x="0" y="0"/>
                  </a:cxn>
                  <a:cxn ang="0">
                    <a:pos x="0" y="0"/>
                  </a:cxn>
                  <a:cxn ang="0">
                    <a:pos x="0" y="0"/>
                  </a:cxn>
                  <a:cxn ang="0">
                    <a:pos x="0" y="0"/>
                  </a:cxn>
                  <a:cxn ang="0">
                    <a:pos x="0" y="0"/>
                  </a:cxn>
                </a:cxnLst>
                <a:pathLst>
                  <a:path w="358" h="122">
                    <a:moveTo>
                      <a:pt x="358" y="53"/>
                    </a:moveTo>
                    <a:lnTo>
                      <a:pt x="5" y="0"/>
                    </a:lnTo>
                    <a:lnTo>
                      <a:pt x="0" y="51"/>
                    </a:lnTo>
                    <a:lnTo>
                      <a:pt x="348" y="122"/>
                    </a:lnTo>
                    <a:lnTo>
                      <a:pt x="358" y="53"/>
                    </a:lnTo>
                    <a:close/>
                  </a:path>
                </a:pathLst>
              </a:custGeom>
              <a:solidFill>
                <a:srgbClr val="FFCCFF">
                  <a:alpha val="100000"/>
                </a:srgbClr>
              </a:solidFill>
              <a:ln w="9525">
                <a:noFill/>
              </a:ln>
            </p:spPr>
            <p:txBody>
              <a:bodyPr/>
              <a:p>
                <a:endParaRPr lang="zh-CN" altLang="en-US"/>
              </a:p>
            </p:txBody>
          </p:sp>
          <p:sp>
            <p:nvSpPr>
              <p:cNvPr id="156817" name="Freeform 91"/>
              <p:cNvSpPr/>
              <p:nvPr/>
            </p:nvSpPr>
            <p:spPr>
              <a:xfrm>
                <a:off x="4891" y="2000"/>
                <a:ext cx="34" cy="13"/>
              </a:xfrm>
              <a:custGeom>
                <a:avLst/>
                <a:gdLst/>
                <a:ahLst/>
                <a:cxnLst>
                  <a:cxn ang="0">
                    <a:pos x="0" y="0"/>
                  </a:cxn>
                  <a:cxn ang="0">
                    <a:pos x="0" y="0"/>
                  </a:cxn>
                  <a:cxn ang="0">
                    <a:pos x="0" y="0"/>
                  </a:cxn>
                  <a:cxn ang="0">
                    <a:pos x="0" y="0"/>
                  </a:cxn>
                  <a:cxn ang="0">
                    <a:pos x="0" y="0"/>
                  </a:cxn>
                </a:cxnLst>
                <a:pathLst>
                  <a:path w="239" h="91">
                    <a:moveTo>
                      <a:pt x="239" y="42"/>
                    </a:moveTo>
                    <a:lnTo>
                      <a:pt x="0" y="0"/>
                    </a:lnTo>
                    <a:lnTo>
                      <a:pt x="2" y="44"/>
                    </a:lnTo>
                    <a:lnTo>
                      <a:pt x="231" y="91"/>
                    </a:lnTo>
                    <a:lnTo>
                      <a:pt x="239" y="42"/>
                    </a:lnTo>
                    <a:close/>
                  </a:path>
                </a:pathLst>
              </a:custGeom>
              <a:solidFill>
                <a:srgbClr val="FFCCFF">
                  <a:alpha val="100000"/>
                </a:srgbClr>
              </a:solidFill>
              <a:ln w="9525">
                <a:noFill/>
              </a:ln>
            </p:spPr>
            <p:txBody>
              <a:bodyPr/>
              <a:p>
                <a:endParaRPr lang="zh-CN" altLang="en-US"/>
              </a:p>
            </p:txBody>
          </p:sp>
          <p:sp>
            <p:nvSpPr>
              <p:cNvPr id="156818" name="Freeform 92"/>
              <p:cNvSpPr/>
              <p:nvPr/>
            </p:nvSpPr>
            <p:spPr>
              <a:xfrm>
                <a:off x="4805" y="2013"/>
                <a:ext cx="202" cy="67"/>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409" h="466">
                    <a:moveTo>
                      <a:pt x="0" y="140"/>
                    </a:moveTo>
                    <a:lnTo>
                      <a:pt x="4" y="140"/>
                    </a:lnTo>
                    <a:lnTo>
                      <a:pt x="12" y="138"/>
                    </a:lnTo>
                    <a:lnTo>
                      <a:pt x="27" y="135"/>
                    </a:lnTo>
                    <a:lnTo>
                      <a:pt x="45" y="132"/>
                    </a:lnTo>
                    <a:lnTo>
                      <a:pt x="67" y="128"/>
                    </a:lnTo>
                    <a:lnTo>
                      <a:pt x="92" y="123"/>
                    </a:lnTo>
                    <a:lnTo>
                      <a:pt x="120" y="116"/>
                    </a:lnTo>
                    <a:lnTo>
                      <a:pt x="150" y="108"/>
                    </a:lnTo>
                    <a:lnTo>
                      <a:pt x="181" y="100"/>
                    </a:lnTo>
                    <a:lnTo>
                      <a:pt x="212" y="89"/>
                    </a:lnTo>
                    <a:lnTo>
                      <a:pt x="243" y="78"/>
                    </a:lnTo>
                    <a:lnTo>
                      <a:pt x="273" y="65"/>
                    </a:lnTo>
                    <a:lnTo>
                      <a:pt x="303" y="50"/>
                    </a:lnTo>
                    <a:lnTo>
                      <a:pt x="330" y="35"/>
                    </a:lnTo>
                    <a:lnTo>
                      <a:pt x="355" y="18"/>
                    </a:lnTo>
                    <a:lnTo>
                      <a:pt x="375" y="0"/>
                    </a:lnTo>
                    <a:lnTo>
                      <a:pt x="1409" y="236"/>
                    </a:lnTo>
                    <a:lnTo>
                      <a:pt x="1407" y="239"/>
                    </a:lnTo>
                    <a:lnTo>
                      <a:pt x="1401" y="245"/>
                    </a:lnTo>
                    <a:lnTo>
                      <a:pt x="1392" y="254"/>
                    </a:lnTo>
                    <a:lnTo>
                      <a:pt x="1379" y="265"/>
                    </a:lnTo>
                    <a:lnTo>
                      <a:pt x="1363" y="279"/>
                    </a:lnTo>
                    <a:lnTo>
                      <a:pt x="1345" y="295"/>
                    </a:lnTo>
                    <a:lnTo>
                      <a:pt x="1325" y="313"/>
                    </a:lnTo>
                    <a:lnTo>
                      <a:pt x="1303" y="332"/>
                    </a:lnTo>
                    <a:lnTo>
                      <a:pt x="1279" y="351"/>
                    </a:lnTo>
                    <a:lnTo>
                      <a:pt x="1253" y="371"/>
                    </a:lnTo>
                    <a:lnTo>
                      <a:pt x="1227" y="390"/>
                    </a:lnTo>
                    <a:lnTo>
                      <a:pt x="1200" y="409"/>
                    </a:lnTo>
                    <a:lnTo>
                      <a:pt x="1172" y="426"/>
                    </a:lnTo>
                    <a:lnTo>
                      <a:pt x="1145" y="441"/>
                    </a:lnTo>
                    <a:lnTo>
                      <a:pt x="1117" y="455"/>
                    </a:lnTo>
                    <a:lnTo>
                      <a:pt x="1091" y="466"/>
                    </a:lnTo>
                    <a:lnTo>
                      <a:pt x="0" y="140"/>
                    </a:lnTo>
                    <a:close/>
                  </a:path>
                </a:pathLst>
              </a:custGeom>
              <a:solidFill>
                <a:srgbClr val="FFCCFF">
                  <a:alpha val="100000"/>
                </a:srgbClr>
              </a:solidFill>
              <a:ln w="9525">
                <a:noFill/>
              </a:ln>
            </p:spPr>
            <p:txBody>
              <a:bodyPr/>
              <a:p>
                <a:endParaRPr lang="zh-CN" altLang="en-US"/>
              </a:p>
            </p:txBody>
          </p:sp>
          <p:sp>
            <p:nvSpPr>
              <p:cNvPr id="156819" name="Freeform 93"/>
              <p:cNvSpPr/>
              <p:nvPr/>
            </p:nvSpPr>
            <p:spPr>
              <a:xfrm>
                <a:off x="5006" y="2006"/>
                <a:ext cx="72" cy="32"/>
              </a:xfrm>
              <a:custGeom>
                <a:avLst/>
                <a:gdLst/>
                <a:ahLst/>
                <a:cxnLst>
                  <a:cxn ang="0">
                    <a:pos x="0" y="0"/>
                  </a:cxn>
                  <a:cxn ang="0">
                    <a:pos x="0" y="0"/>
                  </a:cxn>
                  <a:cxn ang="0">
                    <a:pos x="0" y="0"/>
                  </a:cxn>
                  <a:cxn ang="0">
                    <a:pos x="0" y="0"/>
                  </a:cxn>
                  <a:cxn ang="0">
                    <a:pos x="0" y="0"/>
                  </a:cxn>
                  <a:cxn ang="0">
                    <a:pos x="0" y="0"/>
                  </a:cxn>
                </a:cxnLst>
                <a:pathLst>
                  <a:path w="502" h="223">
                    <a:moveTo>
                      <a:pt x="51" y="223"/>
                    </a:moveTo>
                    <a:lnTo>
                      <a:pt x="502" y="90"/>
                    </a:lnTo>
                    <a:lnTo>
                      <a:pt x="229" y="0"/>
                    </a:lnTo>
                    <a:lnTo>
                      <a:pt x="6" y="26"/>
                    </a:lnTo>
                    <a:lnTo>
                      <a:pt x="0" y="211"/>
                    </a:lnTo>
                    <a:lnTo>
                      <a:pt x="51" y="223"/>
                    </a:lnTo>
                    <a:close/>
                  </a:path>
                </a:pathLst>
              </a:custGeom>
              <a:solidFill>
                <a:schemeClr val="bg1">
                  <a:alpha val="100000"/>
                </a:schemeClr>
              </a:solidFill>
              <a:ln w="9525">
                <a:noFill/>
              </a:ln>
            </p:spPr>
            <p:txBody>
              <a:bodyPr/>
              <a:p>
                <a:endParaRPr lang="zh-CN" altLang="en-US"/>
              </a:p>
            </p:txBody>
          </p:sp>
          <p:sp>
            <p:nvSpPr>
              <p:cNvPr id="156820" name="Freeform 94"/>
              <p:cNvSpPr/>
              <p:nvPr/>
            </p:nvSpPr>
            <p:spPr>
              <a:xfrm>
                <a:off x="4821" y="1869"/>
                <a:ext cx="38" cy="152"/>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67" h="1064">
                    <a:moveTo>
                      <a:pt x="267" y="26"/>
                    </a:moveTo>
                    <a:lnTo>
                      <a:pt x="266" y="24"/>
                    </a:lnTo>
                    <a:lnTo>
                      <a:pt x="262" y="22"/>
                    </a:lnTo>
                    <a:lnTo>
                      <a:pt x="254" y="20"/>
                    </a:lnTo>
                    <a:lnTo>
                      <a:pt x="244" y="16"/>
                    </a:lnTo>
                    <a:lnTo>
                      <a:pt x="232" y="12"/>
                    </a:lnTo>
                    <a:lnTo>
                      <a:pt x="218" y="8"/>
                    </a:lnTo>
                    <a:lnTo>
                      <a:pt x="202" y="5"/>
                    </a:lnTo>
                    <a:lnTo>
                      <a:pt x="184" y="1"/>
                    </a:lnTo>
                    <a:lnTo>
                      <a:pt x="164" y="0"/>
                    </a:lnTo>
                    <a:lnTo>
                      <a:pt x="143" y="0"/>
                    </a:lnTo>
                    <a:lnTo>
                      <a:pt x="121" y="3"/>
                    </a:lnTo>
                    <a:lnTo>
                      <a:pt x="98" y="6"/>
                    </a:lnTo>
                    <a:lnTo>
                      <a:pt x="74" y="13"/>
                    </a:lnTo>
                    <a:lnTo>
                      <a:pt x="50" y="22"/>
                    </a:lnTo>
                    <a:lnTo>
                      <a:pt x="25" y="35"/>
                    </a:lnTo>
                    <a:lnTo>
                      <a:pt x="0" y="51"/>
                    </a:lnTo>
                    <a:lnTo>
                      <a:pt x="0" y="1064"/>
                    </a:lnTo>
                    <a:lnTo>
                      <a:pt x="1" y="1064"/>
                    </a:lnTo>
                    <a:lnTo>
                      <a:pt x="7" y="1064"/>
                    </a:lnTo>
                    <a:lnTo>
                      <a:pt x="15" y="1063"/>
                    </a:lnTo>
                    <a:lnTo>
                      <a:pt x="25" y="1062"/>
                    </a:lnTo>
                    <a:lnTo>
                      <a:pt x="37" y="1060"/>
                    </a:lnTo>
                    <a:lnTo>
                      <a:pt x="52" y="1057"/>
                    </a:lnTo>
                    <a:lnTo>
                      <a:pt x="69" y="1054"/>
                    </a:lnTo>
                    <a:lnTo>
                      <a:pt x="88" y="1049"/>
                    </a:lnTo>
                    <a:lnTo>
                      <a:pt x="108" y="1044"/>
                    </a:lnTo>
                    <a:lnTo>
                      <a:pt x="129" y="1037"/>
                    </a:lnTo>
                    <a:lnTo>
                      <a:pt x="152" y="1029"/>
                    </a:lnTo>
                    <a:lnTo>
                      <a:pt x="175" y="1018"/>
                    </a:lnTo>
                    <a:lnTo>
                      <a:pt x="198" y="1007"/>
                    </a:lnTo>
                    <a:lnTo>
                      <a:pt x="222" y="994"/>
                    </a:lnTo>
                    <a:lnTo>
                      <a:pt x="244" y="979"/>
                    </a:lnTo>
                    <a:lnTo>
                      <a:pt x="267" y="962"/>
                    </a:lnTo>
                    <a:lnTo>
                      <a:pt x="267" y="26"/>
                    </a:lnTo>
                    <a:close/>
                  </a:path>
                </a:pathLst>
              </a:custGeom>
              <a:solidFill>
                <a:schemeClr val="bg1">
                  <a:alpha val="100000"/>
                </a:schemeClr>
              </a:solidFill>
              <a:ln w="9525">
                <a:noFill/>
              </a:ln>
            </p:spPr>
            <p:txBody>
              <a:bodyPr/>
              <a:p>
                <a:endParaRPr lang="zh-CN" altLang="en-US"/>
              </a:p>
            </p:txBody>
          </p:sp>
          <p:sp>
            <p:nvSpPr>
              <p:cNvPr id="156821" name="Freeform 95"/>
              <p:cNvSpPr/>
              <p:nvPr/>
            </p:nvSpPr>
            <p:spPr>
              <a:xfrm>
                <a:off x="4822" y="1871"/>
                <a:ext cx="33" cy="12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28" h="898">
                    <a:moveTo>
                      <a:pt x="228" y="21"/>
                    </a:moveTo>
                    <a:lnTo>
                      <a:pt x="227" y="20"/>
                    </a:lnTo>
                    <a:lnTo>
                      <a:pt x="224" y="19"/>
                    </a:lnTo>
                    <a:lnTo>
                      <a:pt x="217" y="17"/>
                    </a:lnTo>
                    <a:lnTo>
                      <a:pt x="209" y="13"/>
                    </a:lnTo>
                    <a:lnTo>
                      <a:pt x="199" y="10"/>
                    </a:lnTo>
                    <a:lnTo>
                      <a:pt x="186" y="6"/>
                    </a:lnTo>
                    <a:lnTo>
                      <a:pt x="172" y="4"/>
                    </a:lnTo>
                    <a:lnTo>
                      <a:pt x="157" y="2"/>
                    </a:lnTo>
                    <a:lnTo>
                      <a:pt x="140" y="0"/>
                    </a:lnTo>
                    <a:lnTo>
                      <a:pt x="122" y="0"/>
                    </a:lnTo>
                    <a:lnTo>
                      <a:pt x="104" y="2"/>
                    </a:lnTo>
                    <a:lnTo>
                      <a:pt x="83" y="5"/>
                    </a:lnTo>
                    <a:lnTo>
                      <a:pt x="64" y="11"/>
                    </a:lnTo>
                    <a:lnTo>
                      <a:pt x="42" y="19"/>
                    </a:lnTo>
                    <a:lnTo>
                      <a:pt x="21" y="29"/>
                    </a:lnTo>
                    <a:lnTo>
                      <a:pt x="0" y="43"/>
                    </a:lnTo>
                    <a:lnTo>
                      <a:pt x="0" y="898"/>
                    </a:lnTo>
                    <a:lnTo>
                      <a:pt x="1" y="898"/>
                    </a:lnTo>
                    <a:lnTo>
                      <a:pt x="5" y="898"/>
                    </a:lnTo>
                    <a:lnTo>
                      <a:pt x="12" y="897"/>
                    </a:lnTo>
                    <a:lnTo>
                      <a:pt x="21" y="896"/>
                    </a:lnTo>
                    <a:lnTo>
                      <a:pt x="32" y="894"/>
                    </a:lnTo>
                    <a:lnTo>
                      <a:pt x="45" y="892"/>
                    </a:lnTo>
                    <a:lnTo>
                      <a:pt x="59" y="889"/>
                    </a:lnTo>
                    <a:lnTo>
                      <a:pt x="75" y="884"/>
                    </a:lnTo>
                    <a:lnTo>
                      <a:pt x="92" y="879"/>
                    </a:lnTo>
                    <a:lnTo>
                      <a:pt x="111" y="874"/>
                    </a:lnTo>
                    <a:lnTo>
                      <a:pt x="130" y="867"/>
                    </a:lnTo>
                    <a:lnTo>
                      <a:pt x="149" y="858"/>
                    </a:lnTo>
                    <a:lnTo>
                      <a:pt x="169" y="848"/>
                    </a:lnTo>
                    <a:lnTo>
                      <a:pt x="190" y="837"/>
                    </a:lnTo>
                    <a:lnTo>
                      <a:pt x="209" y="824"/>
                    </a:lnTo>
                    <a:lnTo>
                      <a:pt x="228" y="809"/>
                    </a:lnTo>
                    <a:lnTo>
                      <a:pt x="228" y="21"/>
                    </a:lnTo>
                    <a:close/>
                  </a:path>
                </a:pathLst>
              </a:custGeom>
              <a:solidFill>
                <a:srgbClr val="FFCCFF">
                  <a:alpha val="100000"/>
                </a:srgbClr>
              </a:solidFill>
              <a:ln w="9525">
                <a:noFill/>
              </a:ln>
            </p:spPr>
            <p:txBody>
              <a:bodyPr/>
              <a:p>
                <a:endParaRPr lang="zh-CN" altLang="en-US"/>
              </a:p>
            </p:txBody>
          </p:sp>
          <p:sp>
            <p:nvSpPr>
              <p:cNvPr id="156822" name="Freeform 96"/>
              <p:cNvSpPr/>
              <p:nvPr/>
            </p:nvSpPr>
            <p:spPr>
              <a:xfrm>
                <a:off x="4823" y="1872"/>
                <a:ext cx="27" cy="104"/>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92" h="729">
                    <a:moveTo>
                      <a:pt x="192" y="17"/>
                    </a:moveTo>
                    <a:lnTo>
                      <a:pt x="191" y="17"/>
                    </a:lnTo>
                    <a:lnTo>
                      <a:pt x="187" y="15"/>
                    </a:lnTo>
                    <a:lnTo>
                      <a:pt x="183" y="12"/>
                    </a:lnTo>
                    <a:lnTo>
                      <a:pt x="176" y="10"/>
                    </a:lnTo>
                    <a:lnTo>
                      <a:pt x="167" y="8"/>
                    </a:lnTo>
                    <a:lnTo>
                      <a:pt x="156" y="4"/>
                    </a:lnTo>
                    <a:lnTo>
                      <a:pt x="145" y="2"/>
                    </a:lnTo>
                    <a:lnTo>
                      <a:pt x="132" y="0"/>
                    </a:lnTo>
                    <a:lnTo>
                      <a:pt x="117" y="0"/>
                    </a:lnTo>
                    <a:lnTo>
                      <a:pt x="102" y="0"/>
                    </a:lnTo>
                    <a:lnTo>
                      <a:pt x="86" y="1"/>
                    </a:lnTo>
                    <a:lnTo>
                      <a:pt x="70" y="3"/>
                    </a:lnTo>
                    <a:lnTo>
                      <a:pt x="53" y="8"/>
                    </a:lnTo>
                    <a:lnTo>
                      <a:pt x="35" y="15"/>
                    </a:lnTo>
                    <a:lnTo>
                      <a:pt x="18" y="24"/>
                    </a:lnTo>
                    <a:lnTo>
                      <a:pt x="0" y="35"/>
                    </a:lnTo>
                    <a:lnTo>
                      <a:pt x="0" y="729"/>
                    </a:lnTo>
                    <a:lnTo>
                      <a:pt x="1" y="729"/>
                    </a:lnTo>
                    <a:lnTo>
                      <a:pt x="4" y="729"/>
                    </a:lnTo>
                    <a:lnTo>
                      <a:pt x="10" y="728"/>
                    </a:lnTo>
                    <a:lnTo>
                      <a:pt x="18" y="727"/>
                    </a:lnTo>
                    <a:lnTo>
                      <a:pt x="27" y="726"/>
                    </a:lnTo>
                    <a:lnTo>
                      <a:pt x="37" y="725"/>
                    </a:lnTo>
                    <a:lnTo>
                      <a:pt x="50" y="721"/>
                    </a:lnTo>
                    <a:lnTo>
                      <a:pt x="64" y="719"/>
                    </a:lnTo>
                    <a:lnTo>
                      <a:pt x="77" y="714"/>
                    </a:lnTo>
                    <a:lnTo>
                      <a:pt x="92" y="710"/>
                    </a:lnTo>
                    <a:lnTo>
                      <a:pt x="108" y="704"/>
                    </a:lnTo>
                    <a:lnTo>
                      <a:pt x="125" y="697"/>
                    </a:lnTo>
                    <a:lnTo>
                      <a:pt x="141" y="689"/>
                    </a:lnTo>
                    <a:lnTo>
                      <a:pt x="159" y="680"/>
                    </a:lnTo>
                    <a:lnTo>
                      <a:pt x="176" y="668"/>
                    </a:lnTo>
                    <a:lnTo>
                      <a:pt x="192" y="657"/>
                    </a:lnTo>
                    <a:lnTo>
                      <a:pt x="192" y="17"/>
                    </a:lnTo>
                    <a:close/>
                  </a:path>
                </a:pathLst>
              </a:custGeom>
              <a:solidFill>
                <a:schemeClr val="bg1">
                  <a:alpha val="100000"/>
                </a:schemeClr>
              </a:solidFill>
              <a:ln w="9525">
                <a:noFill/>
              </a:ln>
            </p:spPr>
            <p:txBody>
              <a:bodyPr/>
              <a:p>
                <a:endParaRPr lang="zh-CN" altLang="en-US"/>
              </a:p>
            </p:txBody>
          </p:sp>
          <p:sp>
            <p:nvSpPr>
              <p:cNvPr id="156823" name="Freeform 97"/>
              <p:cNvSpPr/>
              <p:nvPr/>
            </p:nvSpPr>
            <p:spPr>
              <a:xfrm>
                <a:off x="4824" y="1873"/>
                <a:ext cx="22" cy="8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56" h="564">
                    <a:moveTo>
                      <a:pt x="156" y="15"/>
                    </a:moveTo>
                    <a:lnTo>
                      <a:pt x="153" y="14"/>
                    </a:lnTo>
                    <a:lnTo>
                      <a:pt x="142" y="9"/>
                    </a:lnTo>
                    <a:lnTo>
                      <a:pt x="127" y="4"/>
                    </a:lnTo>
                    <a:lnTo>
                      <a:pt x="108" y="1"/>
                    </a:lnTo>
                    <a:lnTo>
                      <a:pt x="84" y="0"/>
                    </a:lnTo>
                    <a:lnTo>
                      <a:pt x="58" y="3"/>
                    </a:lnTo>
                    <a:lnTo>
                      <a:pt x="29" y="12"/>
                    </a:lnTo>
                    <a:lnTo>
                      <a:pt x="0" y="28"/>
                    </a:lnTo>
                    <a:lnTo>
                      <a:pt x="0" y="564"/>
                    </a:lnTo>
                    <a:lnTo>
                      <a:pt x="4" y="564"/>
                    </a:lnTo>
                    <a:lnTo>
                      <a:pt x="15" y="563"/>
                    </a:lnTo>
                    <a:lnTo>
                      <a:pt x="31" y="560"/>
                    </a:lnTo>
                    <a:lnTo>
                      <a:pt x="52" y="555"/>
                    </a:lnTo>
                    <a:lnTo>
                      <a:pt x="76" y="548"/>
                    </a:lnTo>
                    <a:lnTo>
                      <a:pt x="102" y="537"/>
                    </a:lnTo>
                    <a:lnTo>
                      <a:pt x="128" y="524"/>
                    </a:lnTo>
                    <a:lnTo>
                      <a:pt x="156" y="505"/>
                    </a:lnTo>
                    <a:lnTo>
                      <a:pt x="156" y="15"/>
                    </a:lnTo>
                    <a:close/>
                  </a:path>
                </a:pathLst>
              </a:custGeom>
              <a:solidFill>
                <a:schemeClr val="bg1">
                  <a:alpha val="100000"/>
                </a:schemeClr>
              </a:solidFill>
              <a:ln w="9525">
                <a:noFill/>
              </a:ln>
            </p:spPr>
            <p:txBody>
              <a:bodyPr/>
              <a:p>
                <a:endParaRPr lang="zh-CN" altLang="en-US"/>
              </a:p>
            </p:txBody>
          </p:sp>
          <p:sp>
            <p:nvSpPr>
              <p:cNvPr id="156824" name="Freeform 98"/>
              <p:cNvSpPr/>
              <p:nvPr/>
            </p:nvSpPr>
            <p:spPr>
              <a:xfrm>
                <a:off x="4825" y="1875"/>
                <a:ext cx="17" cy="5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7" h="396">
                    <a:moveTo>
                      <a:pt x="117" y="10"/>
                    </a:moveTo>
                    <a:lnTo>
                      <a:pt x="115" y="9"/>
                    </a:lnTo>
                    <a:lnTo>
                      <a:pt x="107" y="6"/>
                    </a:lnTo>
                    <a:lnTo>
                      <a:pt x="95" y="2"/>
                    </a:lnTo>
                    <a:lnTo>
                      <a:pt x="80" y="0"/>
                    </a:lnTo>
                    <a:lnTo>
                      <a:pt x="63" y="0"/>
                    </a:lnTo>
                    <a:lnTo>
                      <a:pt x="43" y="2"/>
                    </a:lnTo>
                    <a:lnTo>
                      <a:pt x="22" y="9"/>
                    </a:lnTo>
                    <a:lnTo>
                      <a:pt x="0" y="22"/>
                    </a:lnTo>
                    <a:lnTo>
                      <a:pt x="0" y="396"/>
                    </a:lnTo>
                    <a:lnTo>
                      <a:pt x="3" y="396"/>
                    </a:lnTo>
                    <a:lnTo>
                      <a:pt x="11" y="395"/>
                    </a:lnTo>
                    <a:lnTo>
                      <a:pt x="23" y="393"/>
                    </a:lnTo>
                    <a:lnTo>
                      <a:pt x="39" y="389"/>
                    </a:lnTo>
                    <a:lnTo>
                      <a:pt x="58" y="385"/>
                    </a:lnTo>
                    <a:lnTo>
                      <a:pt x="77" y="377"/>
                    </a:lnTo>
                    <a:lnTo>
                      <a:pt x="96" y="365"/>
                    </a:lnTo>
                    <a:lnTo>
                      <a:pt x="117" y="351"/>
                    </a:lnTo>
                    <a:lnTo>
                      <a:pt x="117" y="10"/>
                    </a:lnTo>
                    <a:close/>
                  </a:path>
                </a:pathLst>
              </a:custGeom>
              <a:solidFill>
                <a:srgbClr val="FFCCFF">
                  <a:alpha val="100000"/>
                </a:srgbClr>
              </a:solidFill>
              <a:ln w="9525">
                <a:noFill/>
              </a:ln>
            </p:spPr>
            <p:txBody>
              <a:bodyPr/>
              <a:p>
                <a:endParaRPr lang="zh-CN" altLang="en-US"/>
              </a:p>
            </p:txBody>
          </p:sp>
          <p:sp>
            <p:nvSpPr>
              <p:cNvPr id="156825" name="Freeform 99"/>
              <p:cNvSpPr/>
              <p:nvPr/>
            </p:nvSpPr>
            <p:spPr>
              <a:xfrm>
                <a:off x="4826" y="1876"/>
                <a:ext cx="11" cy="33"/>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80" h="230">
                    <a:moveTo>
                      <a:pt x="80" y="7"/>
                    </a:moveTo>
                    <a:lnTo>
                      <a:pt x="78" y="6"/>
                    </a:lnTo>
                    <a:lnTo>
                      <a:pt x="73" y="5"/>
                    </a:lnTo>
                    <a:lnTo>
                      <a:pt x="65" y="2"/>
                    </a:lnTo>
                    <a:lnTo>
                      <a:pt x="55" y="0"/>
                    </a:lnTo>
                    <a:lnTo>
                      <a:pt x="44" y="0"/>
                    </a:lnTo>
                    <a:lnTo>
                      <a:pt x="30" y="1"/>
                    </a:lnTo>
                    <a:lnTo>
                      <a:pt x="15" y="7"/>
                    </a:lnTo>
                    <a:lnTo>
                      <a:pt x="0" y="15"/>
                    </a:lnTo>
                    <a:lnTo>
                      <a:pt x="0" y="230"/>
                    </a:lnTo>
                    <a:lnTo>
                      <a:pt x="3" y="230"/>
                    </a:lnTo>
                    <a:lnTo>
                      <a:pt x="7" y="229"/>
                    </a:lnTo>
                    <a:lnTo>
                      <a:pt x="16" y="228"/>
                    </a:lnTo>
                    <a:lnTo>
                      <a:pt x="27" y="225"/>
                    </a:lnTo>
                    <a:lnTo>
                      <a:pt x="39" y="222"/>
                    </a:lnTo>
                    <a:lnTo>
                      <a:pt x="53" y="216"/>
                    </a:lnTo>
                    <a:lnTo>
                      <a:pt x="67" y="208"/>
                    </a:lnTo>
                    <a:lnTo>
                      <a:pt x="80" y="199"/>
                    </a:lnTo>
                    <a:lnTo>
                      <a:pt x="80" y="7"/>
                    </a:lnTo>
                    <a:close/>
                  </a:path>
                </a:pathLst>
              </a:custGeom>
              <a:solidFill>
                <a:srgbClr val="FFCCFF">
                  <a:alpha val="100000"/>
                </a:srgbClr>
              </a:solidFill>
              <a:ln w="9525">
                <a:noFill/>
              </a:ln>
            </p:spPr>
            <p:txBody>
              <a:bodyPr/>
              <a:p>
                <a:endParaRPr lang="zh-CN" altLang="en-US"/>
              </a:p>
            </p:txBody>
          </p:sp>
          <p:sp>
            <p:nvSpPr>
              <p:cNvPr id="156826" name="Freeform 100"/>
              <p:cNvSpPr/>
              <p:nvPr/>
            </p:nvSpPr>
            <p:spPr>
              <a:xfrm>
                <a:off x="4964" y="1970"/>
                <a:ext cx="16" cy="17"/>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7" h="117">
                    <a:moveTo>
                      <a:pt x="58" y="117"/>
                    </a:moveTo>
                    <a:lnTo>
                      <a:pt x="70" y="116"/>
                    </a:lnTo>
                    <a:lnTo>
                      <a:pt x="81" y="112"/>
                    </a:lnTo>
                    <a:lnTo>
                      <a:pt x="90" y="106"/>
                    </a:lnTo>
                    <a:lnTo>
                      <a:pt x="100" y="100"/>
                    </a:lnTo>
                    <a:lnTo>
                      <a:pt x="106" y="90"/>
                    </a:lnTo>
                    <a:lnTo>
                      <a:pt x="112" y="81"/>
                    </a:lnTo>
                    <a:lnTo>
                      <a:pt x="116" y="70"/>
                    </a:lnTo>
                    <a:lnTo>
                      <a:pt x="117" y="58"/>
                    </a:lnTo>
                    <a:lnTo>
                      <a:pt x="116" y="46"/>
                    </a:lnTo>
                    <a:lnTo>
                      <a:pt x="112" y="35"/>
                    </a:lnTo>
                    <a:lnTo>
                      <a:pt x="106" y="25"/>
                    </a:lnTo>
                    <a:lnTo>
                      <a:pt x="100" y="17"/>
                    </a:lnTo>
                    <a:lnTo>
                      <a:pt x="90" y="9"/>
                    </a:lnTo>
                    <a:lnTo>
                      <a:pt x="81" y="4"/>
                    </a:lnTo>
                    <a:lnTo>
                      <a:pt x="70" y="1"/>
                    </a:lnTo>
                    <a:lnTo>
                      <a:pt x="58" y="0"/>
                    </a:lnTo>
                    <a:lnTo>
                      <a:pt x="47" y="1"/>
                    </a:lnTo>
                    <a:lnTo>
                      <a:pt x="36" y="4"/>
                    </a:lnTo>
                    <a:lnTo>
                      <a:pt x="26" y="9"/>
                    </a:lnTo>
                    <a:lnTo>
                      <a:pt x="17" y="17"/>
                    </a:lnTo>
                    <a:lnTo>
                      <a:pt x="10" y="25"/>
                    </a:lnTo>
                    <a:lnTo>
                      <a:pt x="5" y="35"/>
                    </a:lnTo>
                    <a:lnTo>
                      <a:pt x="1" y="46"/>
                    </a:lnTo>
                    <a:lnTo>
                      <a:pt x="0" y="58"/>
                    </a:lnTo>
                    <a:lnTo>
                      <a:pt x="1" y="70"/>
                    </a:lnTo>
                    <a:lnTo>
                      <a:pt x="5" y="81"/>
                    </a:lnTo>
                    <a:lnTo>
                      <a:pt x="10" y="90"/>
                    </a:lnTo>
                    <a:lnTo>
                      <a:pt x="17" y="100"/>
                    </a:lnTo>
                    <a:lnTo>
                      <a:pt x="26" y="106"/>
                    </a:lnTo>
                    <a:lnTo>
                      <a:pt x="36" y="112"/>
                    </a:lnTo>
                    <a:lnTo>
                      <a:pt x="47" y="116"/>
                    </a:lnTo>
                    <a:lnTo>
                      <a:pt x="58" y="117"/>
                    </a:lnTo>
                    <a:close/>
                  </a:path>
                </a:pathLst>
              </a:custGeom>
              <a:solidFill>
                <a:srgbClr val="FFFFFF">
                  <a:alpha val="100000"/>
                </a:srgbClr>
              </a:solidFill>
              <a:ln w="9525">
                <a:noFill/>
              </a:ln>
            </p:spPr>
            <p:txBody>
              <a:bodyPr/>
              <a:p>
                <a:endParaRPr lang="zh-CN" altLang="en-US"/>
              </a:p>
            </p:txBody>
          </p:sp>
          <p:sp>
            <p:nvSpPr>
              <p:cNvPr id="156827" name="Freeform 101"/>
              <p:cNvSpPr/>
              <p:nvPr/>
            </p:nvSpPr>
            <p:spPr>
              <a:xfrm>
                <a:off x="4912" y="1970"/>
                <a:ext cx="9" cy="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8" h="59">
                    <a:moveTo>
                      <a:pt x="29" y="59"/>
                    </a:moveTo>
                    <a:lnTo>
                      <a:pt x="40" y="56"/>
                    </a:lnTo>
                    <a:lnTo>
                      <a:pt x="50" y="49"/>
                    </a:lnTo>
                    <a:lnTo>
                      <a:pt x="56" y="40"/>
                    </a:lnTo>
                    <a:lnTo>
                      <a:pt x="58" y="29"/>
                    </a:lnTo>
                    <a:lnTo>
                      <a:pt x="56" y="17"/>
                    </a:lnTo>
                    <a:lnTo>
                      <a:pt x="50" y="8"/>
                    </a:lnTo>
                    <a:lnTo>
                      <a:pt x="40" y="2"/>
                    </a:lnTo>
                    <a:lnTo>
                      <a:pt x="29" y="0"/>
                    </a:lnTo>
                    <a:lnTo>
                      <a:pt x="17" y="2"/>
                    </a:lnTo>
                    <a:lnTo>
                      <a:pt x="8" y="8"/>
                    </a:lnTo>
                    <a:lnTo>
                      <a:pt x="2" y="17"/>
                    </a:lnTo>
                    <a:lnTo>
                      <a:pt x="0" y="29"/>
                    </a:lnTo>
                    <a:lnTo>
                      <a:pt x="2" y="40"/>
                    </a:lnTo>
                    <a:lnTo>
                      <a:pt x="8" y="49"/>
                    </a:lnTo>
                    <a:lnTo>
                      <a:pt x="17" y="56"/>
                    </a:lnTo>
                    <a:lnTo>
                      <a:pt x="29" y="59"/>
                    </a:lnTo>
                    <a:close/>
                  </a:path>
                </a:pathLst>
              </a:custGeom>
              <a:solidFill>
                <a:srgbClr val="FFFFFF">
                  <a:alpha val="100000"/>
                </a:srgbClr>
              </a:solidFill>
              <a:ln w="9525">
                <a:noFill/>
              </a:ln>
            </p:spPr>
            <p:txBody>
              <a:bodyPr/>
              <a:p>
                <a:endParaRPr lang="zh-CN" altLang="en-US"/>
              </a:p>
            </p:txBody>
          </p:sp>
          <p:sp>
            <p:nvSpPr>
              <p:cNvPr id="156828" name="Freeform 102"/>
              <p:cNvSpPr/>
              <p:nvPr/>
            </p:nvSpPr>
            <p:spPr>
              <a:xfrm>
                <a:off x="4927" y="1971"/>
                <a:ext cx="8" cy="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8" h="59">
                    <a:moveTo>
                      <a:pt x="29" y="59"/>
                    </a:moveTo>
                    <a:lnTo>
                      <a:pt x="41" y="57"/>
                    </a:lnTo>
                    <a:lnTo>
                      <a:pt x="50" y="51"/>
                    </a:lnTo>
                    <a:lnTo>
                      <a:pt x="56" y="42"/>
                    </a:lnTo>
                    <a:lnTo>
                      <a:pt x="58" y="30"/>
                    </a:lnTo>
                    <a:lnTo>
                      <a:pt x="56" y="19"/>
                    </a:lnTo>
                    <a:lnTo>
                      <a:pt x="50" y="9"/>
                    </a:lnTo>
                    <a:lnTo>
                      <a:pt x="41" y="3"/>
                    </a:lnTo>
                    <a:lnTo>
                      <a:pt x="29" y="0"/>
                    </a:lnTo>
                    <a:lnTo>
                      <a:pt x="18" y="3"/>
                    </a:lnTo>
                    <a:lnTo>
                      <a:pt x="9" y="9"/>
                    </a:lnTo>
                    <a:lnTo>
                      <a:pt x="2" y="19"/>
                    </a:lnTo>
                    <a:lnTo>
                      <a:pt x="0" y="30"/>
                    </a:lnTo>
                    <a:lnTo>
                      <a:pt x="2" y="42"/>
                    </a:lnTo>
                    <a:lnTo>
                      <a:pt x="9" y="51"/>
                    </a:lnTo>
                    <a:lnTo>
                      <a:pt x="18" y="57"/>
                    </a:lnTo>
                    <a:lnTo>
                      <a:pt x="29" y="59"/>
                    </a:lnTo>
                    <a:close/>
                  </a:path>
                </a:pathLst>
              </a:custGeom>
              <a:solidFill>
                <a:srgbClr val="FFFFFF">
                  <a:alpha val="100000"/>
                </a:srgbClr>
              </a:solidFill>
              <a:ln w="9525">
                <a:noFill/>
              </a:ln>
            </p:spPr>
            <p:txBody>
              <a:bodyPr/>
              <a:p>
                <a:endParaRPr lang="zh-CN" altLang="en-US"/>
              </a:p>
            </p:txBody>
          </p:sp>
          <p:sp>
            <p:nvSpPr>
              <p:cNvPr id="156829" name="Freeform 103"/>
              <p:cNvSpPr/>
              <p:nvPr/>
            </p:nvSpPr>
            <p:spPr>
              <a:xfrm>
                <a:off x="4871" y="1856"/>
                <a:ext cx="23" cy="114"/>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66" h="800">
                    <a:moveTo>
                      <a:pt x="52" y="16"/>
                    </a:moveTo>
                    <a:lnTo>
                      <a:pt x="47" y="32"/>
                    </a:lnTo>
                    <a:lnTo>
                      <a:pt x="36" y="77"/>
                    </a:lnTo>
                    <a:lnTo>
                      <a:pt x="21" y="148"/>
                    </a:lnTo>
                    <a:lnTo>
                      <a:pt x="8" y="244"/>
                    </a:lnTo>
                    <a:lnTo>
                      <a:pt x="0" y="359"/>
                    </a:lnTo>
                    <a:lnTo>
                      <a:pt x="2" y="492"/>
                    </a:lnTo>
                    <a:lnTo>
                      <a:pt x="15" y="640"/>
                    </a:lnTo>
                    <a:lnTo>
                      <a:pt x="46" y="800"/>
                    </a:lnTo>
                    <a:lnTo>
                      <a:pt x="161" y="794"/>
                    </a:lnTo>
                    <a:lnTo>
                      <a:pt x="156" y="770"/>
                    </a:lnTo>
                    <a:lnTo>
                      <a:pt x="145" y="706"/>
                    </a:lnTo>
                    <a:lnTo>
                      <a:pt x="131" y="610"/>
                    </a:lnTo>
                    <a:lnTo>
                      <a:pt x="118" y="493"/>
                    </a:lnTo>
                    <a:lnTo>
                      <a:pt x="111" y="364"/>
                    </a:lnTo>
                    <a:lnTo>
                      <a:pt x="115" y="235"/>
                    </a:lnTo>
                    <a:lnTo>
                      <a:pt x="132" y="113"/>
                    </a:lnTo>
                    <a:lnTo>
                      <a:pt x="166" y="9"/>
                    </a:lnTo>
                    <a:lnTo>
                      <a:pt x="166" y="8"/>
                    </a:lnTo>
                    <a:lnTo>
                      <a:pt x="166" y="6"/>
                    </a:lnTo>
                    <a:lnTo>
                      <a:pt x="164" y="4"/>
                    </a:lnTo>
                    <a:lnTo>
                      <a:pt x="157" y="0"/>
                    </a:lnTo>
                    <a:lnTo>
                      <a:pt x="143" y="0"/>
                    </a:lnTo>
                    <a:lnTo>
                      <a:pt x="123" y="1"/>
                    </a:lnTo>
                    <a:lnTo>
                      <a:pt x="93" y="7"/>
                    </a:lnTo>
                    <a:lnTo>
                      <a:pt x="52" y="16"/>
                    </a:lnTo>
                    <a:close/>
                  </a:path>
                </a:pathLst>
              </a:custGeom>
              <a:solidFill>
                <a:schemeClr val="bg1">
                  <a:alpha val="100000"/>
                </a:schemeClr>
              </a:solidFill>
              <a:ln w="9525">
                <a:noFill/>
              </a:ln>
            </p:spPr>
            <p:txBody>
              <a:bodyPr/>
              <a:p>
                <a:endParaRPr lang="zh-CN" altLang="en-US"/>
              </a:p>
            </p:txBody>
          </p:sp>
          <p:sp>
            <p:nvSpPr>
              <p:cNvPr id="156830" name="Freeform 104"/>
              <p:cNvSpPr/>
              <p:nvPr/>
            </p:nvSpPr>
            <p:spPr>
              <a:xfrm>
                <a:off x="4993" y="1842"/>
                <a:ext cx="32" cy="12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25" h="893">
                    <a:moveTo>
                      <a:pt x="225" y="6"/>
                    </a:moveTo>
                    <a:lnTo>
                      <a:pt x="219" y="12"/>
                    </a:lnTo>
                    <a:lnTo>
                      <a:pt x="204" y="35"/>
                    </a:lnTo>
                    <a:lnTo>
                      <a:pt x="185" y="82"/>
                    </a:lnTo>
                    <a:lnTo>
                      <a:pt x="165" y="158"/>
                    </a:lnTo>
                    <a:lnTo>
                      <a:pt x="149" y="270"/>
                    </a:lnTo>
                    <a:lnTo>
                      <a:pt x="141" y="427"/>
                    </a:lnTo>
                    <a:lnTo>
                      <a:pt x="146" y="631"/>
                    </a:lnTo>
                    <a:lnTo>
                      <a:pt x="168" y="893"/>
                    </a:lnTo>
                    <a:lnTo>
                      <a:pt x="41" y="893"/>
                    </a:lnTo>
                    <a:lnTo>
                      <a:pt x="36" y="867"/>
                    </a:lnTo>
                    <a:lnTo>
                      <a:pt x="26" y="794"/>
                    </a:lnTo>
                    <a:lnTo>
                      <a:pt x="13" y="686"/>
                    </a:lnTo>
                    <a:lnTo>
                      <a:pt x="3" y="554"/>
                    </a:lnTo>
                    <a:lnTo>
                      <a:pt x="0" y="408"/>
                    </a:lnTo>
                    <a:lnTo>
                      <a:pt x="6" y="260"/>
                    </a:lnTo>
                    <a:lnTo>
                      <a:pt x="30" y="121"/>
                    </a:lnTo>
                    <a:lnTo>
                      <a:pt x="73" y="0"/>
                    </a:lnTo>
                    <a:lnTo>
                      <a:pt x="225" y="6"/>
                    </a:lnTo>
                    <a:close/>
                  </a:path>
                </a:pathLst>
              </a:custGeom>
              <a:solidFill>
                <a:schemeClr val="bg1">
                  <a:alpha val="100000"/>
                </a:schemeClr>
              </a:solidFill>
              <a:ln w="9525">
                <a:noFill/>
              </a:ln>
            </p:spPr>
            <p:txBody>
              <a:bodyPr/>
              <a:p>
                <a:endParaRPr lang="zh-CN" altLang="en-US"/>
              </a:p>
            </p:txBody>
          </p:sp>
          <p:sp>
            <p:nvSpPr>
              <p:cNvPr id="156831" name="Freeform 105"/>
              <p:cNvSpPr/>
              <p:nvPr/>
            </p:nvSpPr>
            <p:spPr>
              <a:xfrm>
                <a:off x="4871" y="1863"/>
                <a:ext cx="21" cy="10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45" h="699">
                    <a:moveTo>
                      <a:pt x="46" y="14"/>
                    </a:moveTo>
                    <a:lnTo>
                      <a:pt x="41" y="28"/>
                    </a:lnTo>
                    <a:lnTo>
                      <a:pt x="32" y="67"/>
                    </a:lnTo>
                    <a:lnTo>
                      <a:pt x="20" y="130"/>
                    </a:lnTo>
                    <a:lnTo>
                      <a:pt x="7" y="213"/>
                    </a:lnTo>
                    <a:lnTo>
                      <a:pt x="0" y="314"/>
                    </a:lnTo>
                    <a:lnTo>
                      <a:pt x="1" y="430"/>
                    </a:lnTo>
                    <a:lnTo>
                      <a:pt x="13" y="559"/>
                    </a:lnTo>
                    <a:lnTo>
                      <a:pt x="40" y="699"/>
                    </a:lnTo>
                    <a:lnTo>
                      <a:pt x="140" y="693"/>
                    </a:lnTo>
                    <a:lnTo>
                      <a:pt x="135" y="672"/>
                    </a:lnTo>
                    <a:lnTo>
                      <a:pt x="126" y="616"/>
                    </a:lnTo>
                    <a:lnTo>
                      <a:pt x="113" y="532"/>
                    </a:lnTo>
                    <a:lnTo>
                      <a:pt x="103" y="430"/>
                    </a:lnTo>
                    <a:lnTo>
                      <a:pt x="97" y="317"/>
                    </a:lnTo>
                    <a:lnTo>
                      <a:pt x="100" y="205"/>
                    </a:lnTo>
                    <a:lnTo>
                      <a:pt x="115" y="98"/>
                    </a:lnTo>
                    <a:lnTo>
                      <a:pt x="145" y="8"/>
                    </a:lnTo>
                    <a:lnTo>
                      <a:pt x="145" y="7"/>
                    </a:lnTo>
                    <a:lnTo>
                      <a:pt x="145" y="5"/>
                    </a:lnTo>
                    <a:lnTo>
                      <a:pt x="143" y="3"/>
                    </a:lnTo>
                    <a:lnTo>
                      <a:pt x="137" y="0"/>
                    </a:lnTo>
                    <a:lnTo>
                      <a:pt x="126" y="0"/>
                    </a:lnTo>
                    <a:lnTo>
                      <a:pt x="108" y="1"/>
                    </a:lnTo>
                    <a:lnTo>
                      <a:pt x="81" y="6"/>
                    </a:lnTo>
                    <a:lnTo>
                      <a:pt x="46" y="14"/>
                    </a:lnTo>
                    <a:close/>
                  </a:path>
                </a:pathLst>
              </a:custGeom>
              <a:solidFill>
                <a:schemeClr val="bg1">
                  <a:alpha val="100000"/>
                </a:schemeClr>
              </a:solidFill>
              <a:ln w="9525">
                <a:noFill/>
              </a:ln>
            </p:spPr>
            <p:txBody>
              <a:bodyPr/>
              <a:p>
                <a:endParaRPr lang="zh-CN" altLang="en-US"/>
              </a:p>
            </p:txBody>
          </p:sp>
          <p:sp>
            <p:nvSpPr>
              <p:cNvPr id="156832" name="Freeform 106"/>
              <p:cNvSpPr/>
              <p:nvPr/>
            </p:nvSpPr>
            <p:spPr>
              <a:xfrm>
                <a:off x="4872" y="1870"/>
                <a:ext cx="18" cy="85"/>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23" h="597">
                    <a:moveTo>
                      <a:pt x="39" y="12"/>
                    </a:moveTo>
                    <a:lnTo>
                      <a:pt x="35" y="23"/>
                    </a:lnTo>
                    <a:lnTo>
                      <a:pt x="26" y="57"/>
                    </a:lnTo>
                    <a:lnTo>
                      <a:pt x="16" y="111"/>
                    </a:lnTo>
                    <a:lnTo>
                      <a:pt x="6" y="181"/>
                    </a:lnTo>
                    <a:lnTo>
                      <a:pt x="0" y="267"/>
                    </a:lnTo>
                    <a:lnTo>
                      <a:pt x="1" y="367"/>
                    </a:lnTo>
                    <a:lnTo>
                      <a:pt x="11" y="477"/>
                    </a:lnTo>
                    <a:lnTo>
                      <a:pt x="34" y="597"/>
                    </a:lnTo>
                    <a:lnTo>
                      <a:pt x="119" y="591"/>
                    </a:lnTo>
                    <a:lnTo>
                      <a:pt x="115" y="574"/>
                    </a:lnTo>
                    <a:lnTo>
                      <a:pt x="107" y="526"/>
                    </a:lnTo>
                    <a:lnTo>
                      <a:pt x="97" y="454"/>
                    </a:lnTo>
                    <a:lnTo>
                      <a:pt x="88" y="367"/>
                    </a:lnTo>
                    <a:lnTo>
                      <a:pt x="82" y="272"/>
                    </a:lnTo>
                    <a:lnTo>
                      <a:pt x="84" y="175"/>
                    </a:lnTo>
                    <a:lnTo>
                      <a:pt x="97" y="84"/>
                    </a:lnTo>
                    <a:lnTo>
                      <a:pt x="123" y="7"/>
                    </a:lnTo>
                    <a:lnTo>
                      <a:pt x="123" y="6"/>
                    </a:lnTo>
                    <a:lnTo>
                      <a:pt x="123" y="5"/>
                    </a:lnTo>
                    <a:lnTo>
                      <a:pt x="121" y="3"/>
                    </a:lnTo>
                    <a:lnTo>
                      <a:pt x="117" y="0"/>
                    </a:lnTo>
                    <a:lnTo>
                      <a:pt x="106" y="0"/>
                    </a:lnTo>
                    <a:lnTo>
                      <a:pt x="91" y="2"/>
                    </a:lnTo>
                    <a:lnTo>
                      <a:pt x="70" y="5"/>
                    </a:lnTo>
                    <a:lnTo>
                      <a:pt x="39" y="12"/>
                    </a:lnTo>
                    <a:close/>
                  </a:path>
                </a:pathLst>
              </a:custGeom>
              <a:solidFill>
                <a:schemeClr val="bg1">
                  <a:alpha val="100000"/>
                </a:schemeClr>
              </a:solidFill>
              <a:ln w="9525">
                <a:noFill/>
              </a:ln>
            </p:spPr>
            <p:txBody>
              <a:bodyPr/>
              <a:p>
                <a:endParaRPr lang="zh-CN" altLang="en-US"/>
              </a:p>
            </p:txBody>
          </p:sp>
          <p:sp>
            <p:nvSpPr>
              <p:cNvPr id="156833" name="Freeform 107"/>
              <p:cNvSpPr/>
              <p:nvPr/>
            </p:nvSpPr>
            <p:spPr>
              <a:xfrm>
                <a:off x="4873" y="1876"/>
                <a:ext cx="15" cy="7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03" h="492">
                    <a:moveTo>
                      <a:pt x="32" y="9"/>
                    </a:moveTo>
                    <a:lnTo>
                      <a:pt x="28" y="18"/>
                    </a:lnTo>
                    <a:lnTo>
                      <a:pt x="21" y="47"/>
                    </a:lnTo>
                    <a:lnTo>
                      <a:pt x="12" y="90"/>
                    </a:lnTo>
                    <a:lnTo>
                      <a:pt x="4" y="149"/>
                    </a:lnTo>
                    <a:lnTo>
                      <a:pt x="0" y="220"/>
                    </a:lnTo>
                    <a:lnTo>
                      <a:pt x="0" y="303"/>
                    </a:lnTo>
                    <a:lnTo>
                      <a:pt x="9" y="394"/>
                    </a:lnTo>
                    <a:lnTo>
                      <a:pt x="27" y="492"/>
                    </a:lnTo>
                    <a:lnTo>
                      <a:pt x="98" y="489"/>
                    </a:lnTo>
                    <a:lnTo>
                      <a:pt x="95" y="474"/>
                    </a:lnTo>
                    <a:lnTo>
                      <a:pt x="88" y="434"/>
                    </a:lnTo>
                    <a:lnTo>
                      <a:pt x="80" y="375"/>
                    </a:lnTo>
                    <a:lnTo>
                      <a:pt x="72" y="303"/>
                    </a:lnTo>
                    <a:lnTo>
                      <a:pt x="68" y="224"/>
                    </a:lnTo>
                    <a:lnTo>
                      <a:pt x="70" y="144"/>
                    </a:lnTo>
                    <a:lnTo>
                      <a:pt x="81" y="68"/>
                    </a:lnTo>
                    <a:lnTo>
                      <a:pt x="103" y="5"/>
                    </a:lnTo>
                    <a:lnTo>
                      <a:pt x="103" y="4"/>
                    </a:lnTo>
                    <a:lnTo>
                      <a:pt x="103" y="3"/>
                    </a:lnTo>
                    <a:lnTo>
                      <a:pt x="100" y="1"/>
                    </a:lnTo>
                    <a:lnTo>
                      <a:pt x="97" y="0"/>
                    </a:lnTo>
                    <a:lnTo>
                      <a:pt x="89" y="0"/>
                    </a:lnTo>
                    <a:lnTo>
                      <a:pt x="75" y="0"/>
                    </a:lnTo>
                    <a:lnTo>
                      <a:pt x="57" y="3"/>
                    </a:lnTo>
                    <a:lnTo>
                      <a:pt x="32" y="9"/>
                    </a:lnTo>
                    <a:close/>
                  </a:path>
                </a:pathLst>
              </a:custGeom>
              <a:solidFill>
                <a:schemeClr val="bg1">
                  <a:alpha val="100000"/>
                </a:schemeClr>
              </a:solidFill>
              <a:ln w="9525">
                <a:noFill/>
              </a:ln>
            </p:spPr>
            <p:txBody>
              <a:bodyPr/>
              <a:p>
                <a:endParaRPr lang="zh-CN" altLang="en-US"/>
              </a:p>
            </p:txBody>
          </p:sp>
          <p:sp>
            <p:nvSpPr>
              <p:cNvPr id="156834" name="Freeform 108"/>
              <p:cNvSpPr/>
              <p:nvPr/>
            </p:nvSpPr>
            <p:spPr>
              <a:xfrm>
                <a:off x="4874" y="1883"/>
                <a:ext cx="12" cy="5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82" h="390">
                    <a:moveTo>
                      <a:pt x="25" y="8"/>
                    </a:moveTo>
                    <a:lnTo>
                      <a:pt x="23" y="16"/>
                    </a:lnTo>
                    <a:lnTo>
                      <a:pt x="17" y="38"/>
                    </a:lnTo>
                    <a:lnTo>
                      <a:pt x="11" y="72"/>
                    </a:lnTo>
                    <a:lnTo>
                      <a:pt x="4" y="118"/>
                    </a:lnTo>
                    <a:lnTo>
                      <a:pt x="0" y="174"/>
                    </a:lnTo>
                    <a:lnTo>
                      <a:pt x="0" y="240"/>
                    </a:lnTo>
                    <a:lnTo>
                      <a:pt x="7" y="312"/>
                    </a:lnTo>
                    <a:lnTo>
                      <a:pt x="22" y="390"/>
                    </a:lnTo>
                    <a:lnTo>
                      <a:pt x="78" y="387"/>
                    </a:lnTo>
                    <a:lnTo>
                      <a:pt x="76" y="375"/>
                    </a:lnTo>
                    <a:lnTo>
                      <a:pt x="70" y="343"/>
                    </a:lnTo>
                    <a:lnTo>
                      <a:pt x="63" y="297"/>
                    </a:lnTo>
                    <a:lnTo>
                      <a:pt x="57" y="240"/>
                    </a:lnTo>
                    <a:lnTo>
                      <a:pt x="54" y="178"/>
                    </a:lnTo>
                    <a:lnTo>
                      <a:pt x="56" y="113"/>
                    </a:lnTo>
                    <a:lnTo>
                      <a:pt x="64" y="55"/>
                    </a:lnTo>
                    <a:lnTo>
                      <a:pt x="82" y="4"/>
                    </a:lnTo>
                    <a:lnTo>
                      <a:pt x="82" y="2"/>
                    </a:lnTo>
                    <a:lnTo>
                      <a:pt x="80" y="1"/>
                    </a:lnTo>
                    <a:lnTo>
                      <a:pt x="77" y="0"/>
                    </a:lnTo>
                    <a:lnTo>
                      <a:pt x="70" y="0"/>
                    </a:lnTo>
                    <a:lnTo>
                      <a:pt x="60" y="1"/>
                    </a:lnTo>
                    <a:lnTo>
                      <a:pt x="46" y="3"/>
                    </a:lnTo>
                    <a:lnTo>
                      <a:pt x="25" y="8"/>
                    </a:lnTo>
                    <a:close/>
                  </a:path>
                </a:pathLst>
              </a:custGeom>
              <a:solidFill>
                <a:schemeClr val="bg1">
                  <a:alpha val="100000"/>
                </a:schemeClr>
              </a:solidFill>
              <a:ln w="9525">
                <a:noFill/>
              </a:ln>
            </p:spPr>
            <p:txBody>
              <a:bodyPr/>
              <a:p>
                <a:endParaRPr lang="zh-CN" altLang="en-US"/>
              </a:p>
            </p:txBody>
          </p:sp>
          <p:sp>
            <p:nvSpPr>
              <p:cNvPr id="156835" name="Freeform 109"/>
              <p:cNvSpPr/>
              <p:nvPr/>
            </p:nvSpPr>
            <p:spPr>
              <a:xfrm>
                <a:off x="4875" y="1890"/>
                <a:ext cx="8" cy="4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9" h="288">
                    <a:moveTo>
                      <a:pt x="18" y="6"/>
                    </a:moveTo>
                    <a:lnTo>
                      <a:pt x="17" y="11"/>
                    </a:lnTo>
                    <a:lnTo>
                      <a:pt x="13" y="27"/>
                    </a:lnTo>
                    <a:lnTo>
                      <a:pt x="7" y="53"/>
                    </a:lnTo>
                    <a:lnTo>
                      <a:pt x="2" y="87"/>
                    </a:lnTo>
                    <a:lnTo>
                      <a:pt x="0" y="130"/>
                    </a:lnTo>
                    <a:lnTo>
                      <a:pt x="0" y="177"/>
                    </a:lnTo>
                    <a:lnTo>
                      <a:pt x="5" y="231"/>
                    </a:lnTo>
                    <a:lnTo>
                      <a:pt x="16" y="288"/>
                    </a:lnTo>
                    <a:lnTo>
                      <a:pt x="57" y="286"/>
                    </a:lnTo>
                    <a:lnTo>
                      <a:pt x="56" y="278"/>
                    </a:lnTo>
                    <a:lnTo>
                      <a:pt x="51" y="254"/>
                    </a:lnTo>
                    <a:lnTo>
                      <a:pt x="47" y="219"/>
                    </a:lnTo>
                    <a:lnTo>
                      <a:pt x="42" y="177"/>
                    </a:lnTo>
                    <a:lnTo>
                      <a:pt x="40" y="131"/>
                    </a:lnTo>
                    <a:lnTo>
                      <a:pt x="41" y="84"/>
                    </a:lnTo>
                    <a:lnTo>
                      <a:pt x="47" y="40"/>
                    </a:lnTo>
                    <a:lnTo>
                      <a:pt x="59" y="3"/>
                    </a:lnTo>
                    <a:lnTo>
                      <a:pt x="59" y="2"/>
                    </a:lnTo>
                    <a:lnTo>
                      <a:pt x="58" y="1"/>
                    </a:lnTo>
                    <a:lnTo>
                      <a:pt x="56" y="0"/>
                    </a:lnTo>
                    <a:lnTo>
                      <a:pt x="51" y="0"/>
                    </a:lnTo>
                    <a:lnTo>
                      <a:pt x="45" y="0"/>
                    </a:lnTo>
                    <a:lnTo>
                      <a:pt x="33" y="2"/>
                    </a:lnTo>
                    <a:lnTo>
                      <a:pt x="18" y="6"/>
                    </a:lnTo>
                    <a:close/>
                  </a:path>
                </a:pathLst>
              </a:custGeom>
              <a:solidFill>
                <a:schemeClr val="bg1">
                  <a:alpha val="100000"/>
                </a:schemeClr>
              </a:solidFill>
              <a:ln w="9525">
                <a:noFill/>
              </a:ln>
            </p:spPr>
            <p:txBody>
              <a:bodyPr/>
              <a:p>
                <a:endParaRPr lang="zh-CN" altLang="en-US"/>
              </a:p>
            </p:txBody>
          </p:sp>
          <p:sp>
            <p:nvSpPr>
              <p:cNvPr id="156836" name="Freeform 110"/>
              <p:cNvSpPr/>
              <p:nvPr/>
            </p:nvSpPr>
            <p:spPr>
              <a:xfrm>
                <a:off x="4994" y="1850"/>
                <a:ext cx="28" cy="11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98" h="779">
                    <a:moveTo>
                      <a:pt x="198" y="6"/>
                    </a:moveTo>
                    <a:lnTo>
                      <a:pt x="194" y="12"/>
                    </a:lnTo>
                    <a:lnTo>
                      <a:pt x="180" y="31"/>
                    </a:lnTo>
                    <a:lnTo>
                      <a:pt x="163" y="72"/>
                    </a:lnTo>
                    <a:lnTo>
                      <a:pt x="146" y="138"/>
                    </a:lnTo>
                    <a:lnTo>
                      <a:pt x="132" y="236"/>
                    </a:lnTo>
                    <a:lnTo>
                      <a:pt x="125" y="373"/>
                    </a:lnTo>
                    <a:lnTo>
                      <a:pt x="130" y="551"/>
                    </a:lnTo>
                    <a:lnTo>
                      <a:pt x="148" y="779"/>
                    </a:lnTo>
                    <a:lnTo>
                      <a:pt x="37" y="779"/>
                    </a:lnTo>
                    <a:lnTo>
                      <a:pt x="34" y="756"/>
                    </a:lnTo>
                    <a:lnTo>
                      <a:pt x="23" y="693"/>
                    </a:lnTo>
                    <a:lnTo>
                      <a:pt x="13" y="599"/>
                    </a:lnTo>
                    <a:lnTo>
                      <a:pt x="4" y="483"/>
                    </a:lnTo>
                    <a:lnTo>
                      <a:pt x="0" y="357"/>
                    </a:lnTo>
                    <a:lnTo>
                      <a:pt x="7" y="227"/>
                    </a:lnTo>
                    <a:lnTo>
                      <a:pt x="27" y="105"/>
                    </a:lnTo>
                    <a:lnTo>
                      <a:pt x="65" y="0"/>
                    </a:lnTo>
                    <a:lnTo>
                      <a:pt x="198" y="6"/>
                    </a:lnTo>
                    <a:close/>
                  </a:path>
                </a:pathLst>
              </a:custGeom>
              <a:solidFill>
                <a:schemeClr val="bg1">
                  <a:alpha val="100000"/>
                </a:schemeClr>
              </a:solidFill>
              <a:ln w="9525">
                <a:noFill/>
              </a:ln>
            </p:spPr>
            <p:txBody>
              <a:bodyPr/>
              <a:p>
                <a:endParaRPr lang="zh-CN" altLang="en-US"/>
              </a:p>
            </p:txBody>
          </p:sp>
          <p:sp>
            <p:nvSpPr>
              <p:cNvPr id="156837" name="Freeform 111"/>
              <p:cNvSpPr/>
              <p:nvPr/>
            </p:nvSpPr>
            <p:spPr>
              <a:xfrm>
                <a:off x="4995" y="1857"/>
                <a:ext cx="24" cy="9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69" h="666">
                    <a:moveTo>
                      <a:pt x="169" y="5"/>
                    </a:moveTo>
                    <a:lnTo>
                      <a:pt x="164" y="10"/>
                    </a:lnTo>
                    <a:lnTo>
                      <a:pt x="154" y="27"/>
                    </a:lnTo>
                    <a:lnTo>
                      <a:pt x="139" y="61"/>
                    </a:lnTo>
                    <a:lnTo>
                      <a:pt x="124" y="118"/>
                    </a:lnTo>
                    <a:lnTo>
                      <a:pt x="113" y="201"/>
                    </a:lnTo>
                    <a:lnTo>
                      <a:pt x="107" y="318"/>
                    </a:lnTo>
                    <a:lnTo>
                      <a:pt x="110" y="470"/>
                    </a:lnTo>
                    <a:lnTo>
                      <a:pt x="126" y="666"/>
                    </a:lnTo>
                    <a:lnTo>
                      <a:pt x="31" y="666"/>
                    </a:lnTo>
                    <a:lnTo>
                      <a:pt x="28" y="646"/>
                    </a:lnTo>
                    <a:lnTo>
                      <a:pt x="20" y="592"/>
                    </a:lnTo>
                    <a:lnTo>
                      <a:pt x="11" y="512"/>
                    </a:lnTo>
                    <a:lnTo>
                      <a:pt x="3" y="413"/>
                    </a:lnTo>
                    <a:lnTo>
                      <a:pt x="0" y="305"/>
                    </a:lnTo>
                    <a:lnTo>
                      <a:pt x="6" y="195"/>
                    </a:lnTo>
                    <a:lnTo>
                      <a:pt x="23" y="90"/>
                    </a:lnTo>
                    <a:lnTo>
                      <a:pt x="55" y="0"/>
                    </a:lnTo>
                    <a:lnTo>
                      <a:pt x="169" y="5"/>
                    </a:lnTo>
                    <a:close/>
                  </a:path>
                </a:pathLst>
              </a:custGeom>
              <a:solidFill>
                <a:schemeClr val="bg1">
                  <a:alpha val="100000"/>
                </a:schemeClr>
              </a:solidFill>
              <a:ln w="9525">
                <a:noFill/>
              </a:ln>
            </p:spPr>
            <p:txBody>
              <a:bodyPr/>
              <a:p>
                <a:endParaRPr lang="zh-CN" altLang="en-US"/>
              </a:p>
            </p:txBody>
          </p:sp>
          <p:sp>
            <p:nvSpPr>
              <p:cNvPr id="156838" name="Freeform 112"/>
              <p:cNvSpPr/>
              <p:nvPr/>
            </p:nvSpPr>
            <p:spPr>
              <a:xfrm>
                <a:off x="4996" y="1865"/>
                <a:ext cx="20" cy="7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40" h="551">
                    <a:moveTo>
                      <a:pt x="140" y="5"/>
                    </a:moveTo>
                    <a:lnTo>
                      <a:pt x="136" y="8"/>
                    </a:lnTo>
                    <a:lnTo>
                      <a:pt x="127" y="23"/>
                    </a:lnTo>
                    <a:lnTo>
                      <a:pt x="116" y="51"/>
                    </a:lnTo>
                    <a:lnTo>
                      <a:pt x="103" y="98"/>
                    </a:lnTo>
                    <a:lnTo>
                      <a:pt x="94" y="167"/>
                    </a:lnTo>
                    <a:lnTo>
                      <a:pt x="90" y="264"/>
                    </a:lnTo>
                    <a:lnTo>
                      <a:pt x="92" y="390"/>
                    </a:lnTo>
                    <a:lnTo>
                      <a:pt x="106" y="551"/>
                    </a:lnTo>
                    <a:lnTo>
                      <a:pt x="27" y="551"/>
                    </a:lnTo>
                    <a:lnTo>
                      <a:pt x="24" y="535"/>
                    </a:lnTo>
                    <a:lnTo>
                      <a:pt x="17" y="490"/>
                    </a:lnTo>
                    <a:lnTo>
                      <a:pt x="9" y="423"/>
                    </a:lnTo>
                    <a:lnTo>
                      <a:pt x="3" y="342"/>
                    </a:lnTo>
                    <a:lnTo>
                      <a:pt x="0" y="252"/>
                    </a:lnTo>
                    <a:lnTo>
                      <a:pt x="5" y="161"/>
                    </a:lnTo>
                    <a:lnTo>
                      <a:pt x="20" y="75"/>
                    </a:lnTo>
                    <a:lnTo>
                      <a:pt x="46" y="0"/>
                    </a:lnTo>
                    <a:lnTo>
                      <a:pt x="140" y="5"/>
                    </a:lnTo>
                    <a:close/>
                  </a:path>
                </a:pathLst>
              </a:custGeom>
              <a:solidFill>
                <a:schemeClr val="bg1">
                  <a:alpha val="100000"/>
                </a:schemeClr>
              </a:solidFill>
              <a:ln w="9525">
                <a:noFill/>
              </a:ln>
            </p:spPr>
            <p:txBody>
              <a:bodyPr/>
              <a:p>
                <a:endParaRPr lang="zh-CN" altLang="en-US"/>
              </a:p>
            </p:txBody>
          </p:sp>
          <p:sp>
            <p:nvSpPr>
              <p:cNvPr id="156839" name="Freeform 113"/>
              <p:cNvSpPr/>
              <p:nvPr/>
            </p:nvSpPr>
            <p:spPr>
              <a:xfrm>
                <a:off x="4997" y="1873"/>
                <a:ext cx="16" cy="62"/>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1" h="437">
                    <a:moveTo>
                      <a:pt x="111" y="4"/>
                    </a:moveTo>
                    <a:lnTo>
                      <a:pt x="108" y="7"/>
                    </a:lnTo>
                    <a:lnTo>
                      <a:pt x="101" y="18"/>
                    </a:lnTo>
                    <a:lnTo>
                      <a:pt x="92" y="41"/>
                    </a:lnTo>
                    <a:lnTo>
                      <a:pt x="82" y="77"/>
                    </a:lnTo>
                    <a:lnTo>
                      <a:pt x="75" y="133"/>
                    </a:lnTo>
                    <a:lnTo>
                      <a:pt x="70" y="208"/>
                    </a:lnTo>
                    <a:lnTo>
                      <a:pt x="72" y="309"/>
                    </a:lnTo>
                    <a:lnTo>
                      <a:pt x="83" y="437"/>
                    </a:lnTo>
                    <a:lnTo>
                      <a:pt x="21" y="437"/>
                    </a:lnTo>
                    <a:lnTo>
                      <a:pt x="19" y="424"/>
                    </a:lnTo>
                    <a:lnTo>
                      <a:pt x="13" y="389"/>
                    </a:lnTo>
                    <a:lnTo>
                      <a:pt x="7" y="336"/>
                    </a:lnTo>
                    <a:lnTo>
                      <a:pt x="3" y="272"/>
                    </a:lnTo>
                    <a:lnTo>
                      <a:pt x="0" y="200"/>
                    </a:lnTo>
                    <a:lnTo>
                      <a:pt x="5" y="128"/>
                    </a:lnTo>
                    <a:lnTo>
                      <a:pt x="16" y="59"/>
                    </a:lnTo>
                    <a:lnTo>
                      <a:pt x="37" y="0"/>
                    </a:lnTo>
                    <a:lnTo>
                      <a:pt x="111" y="4"/>
                    </a:lnTo>
                    <a:close/>
                  </a:path>
                </a:pathLst>
              </a:custGeom>
              <a:solidFill>
                <a:schemeClr val="bg1">
                  <a:alpha val="100000"/>
                </a:schemeClr>
              </a:solidFill>
              <a:ln w="9525">
                <a:noFill/>
              </a:ln>
            </p:spPr>
            <p:txBody>
              <a:bodyPr/>
              <a:p>
                <a:endParaRPr lang="zh-CN" altLang="en-US"/>
              </a:p>
            </p:txBody>
          </p:sp>
          <p:sp>
            <p:nvSpPr>
              <p:cNvPr id="156840" name="Freeform 114"/>
              <p:cNvSpPr/>
              <p:nvPr/>
            </p:nvSpPr>
            <p:spPr>
              <a:xfrm>
                <a:off x="4998" y="1881"/>
                <a:ext cx="12" cy="4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82" h="322">
                    <a:moveTo>
                      <a:pt x="82" y="3"/>
                    </a:moveTo>
                    <a:lnTo>
                      <a:pt x="79" y="5"/>
                    </a:lnTo>
                    <a:lnTo>
                      <a:pt x="75" y="13"/>
                    </a:lnTo>
                    <a:lnTo>
                      <a:pt x="67" y="30"/>
                    </a:lnTo>
                    <a:lnTo>
                      <a:pt x="60" y="57"/>
                    </a:lnTo>
                    <a:lnTo>
                      <a:pt x="54" y="98"/>
                    </a:lnTo>
                    <a:lnTo>
                      <a:pt x="52" y="154"/>
                    </a:lnTo>
                    <a:lnTo>
                      <a:pt x="53" y="228"/>
                    </a:lnTo>
                    <a:lnTo>
                      <a:pt x="61" y="322"/>
                    </a:lnTo>
                    <a:lnTo>
                      <a:pt x="15" y="322"/>
                    </a:lnTo>
                    <a:lnTo>
                      <a:pt x="14" y="313"/>
                    </a:lnTo>
                    <a:lnTo>
                      <a:pt x="9" y="287"/>
                    </a:lnTo>
                    <a:lnTo>
                      <a:pt x="5" y="247"/>
                    </a:lnTo>
                    <a:lnTo>
                      <a:pt x="1" y="200"/>
                    </a:lnTo>
                    <a:lnTo>
                      <a:pt x="0" y="147"/>
                    </a:lnTo>
                    <a:lnTo>
                      <a:pt x="3" y="95"/>
                    </a:lnTo>
                    <a:lnTo>
                      <a:pt x="11" y="44"/>
                    </a:lnTo>
                    <a:lnTo>
                      <a:pt x="27" y="0"/>
                    </a:lnTo>
                    <a:lnTo>
                      <a:pt x="82" y="3"/>
                    </a:lnTo>
                    <a:close/>
                  </a:path>
                </a:pathLst>
              </a:custGeom>
              <a:solidFill>
                <a:schemeClr val="bg1">
                  <a:alpha val="100000"/>
                </a:schemeClr>
              </a:solidFill>
              <a:ln w="9525">
                <a:noFill/>
              </a:ln>
            </p:spPr>
            <p:txBody>
              <a:bodyPr/>
              <a:p>
                <a:endParaRPr lang="zh-CN" altLang="en-US"/>
              </a:p>
            </p:txBody>
          </p:sp>
          <p:sp>
            <p:nvSpPr>
              <p:cNvPr id="156841" name="Rectangle 115"/>
              <p:cNvSpPr/>
              <p:nvPr/>
            </p:nvSpPr>
            <p:spPr>
              <a:xfrm>
                <a:off x="4846" y="1869"/>
                <a:ext cx="4" cy="146"/>
              </a:xfrm>
              <a:prstGeom prst="rect">
                <a:avLst/>
              </a:prstGeom>
              <a:solidFill>
                <a:srgbClr val="FFCCFF"/>
              </a:solidFill>
              <a:ln w="9525">
                <a:noFill/>
              </a:ln>
            </p:spPr>
            <p:txBody>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56842" name="Freeform 116"/>
              <p:cNvSpPr/>
              <p:nvPr/>
            </p:nvSpPr>
            <p:spPr>
              <a:xfrm>
                <a:off x="4898" y="1867"/>
                <a:ext cx="57" cy="67"/>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398" h="469">
                    <a:moveTo>
                      <a:pt x="37" y="44"/>
                    </a:moveTo>
                    <a:lnTo>
                      <a:pt x="33" y="53"/>
                    </a:lnTo>
                    <a:lnTo>
                      <a:pt x="27" y="79"/>
                    </a:lnTo>
                    <a:lnTo>
                      <a:pt x="17" y="120"/>
                    </a:lnTo>
                    <a:lnTo>
                      <a:pt x="8" y="174"/>
                    </a:lnTo>
                    <a:lnTo>
                      <a:pt x="1" y="238"/>
                    </a:lnTo>
                    <a:lnTo>
                      <a:pt x="0" y="309"/>
                    </a:lnTo>
                    <a:lnTo>
                      <a:pt x="7" y="387"/>
                    </a:lnTo>
                    <a:lnTo>
                      <a:pt x="24" y="469"/>
                    </a:lnTo>
                    <a:lnTo>
                      <a:pt x="24" y="466"/>
                    </a:lnTo>
                    <a:lnTo>
                      <a:pt x="24" y="455"/>
                    </a:lnTo>
                    <a:lnTo>
                      <a:pt x="24" y="438"/>
                    </a:lnTo>
                    <a:lnTo>
                      <a:pt x="24" y="417"/>
                    </a:lnTo>
                    <a:lnTo>
                      <a:pt x="27" y="391"/>
                    </a:lnTo>
                    <a:lnTo>
                      <a:pt x="30" y="363"/>
                    </a:lnTo>
                    <a:lnTo>
                      <a:pt x="35" y="332"/>
                    </a:lnTo>
                    <a:lnTo>
                      <a:pt x="41" y="300"/>
                    </a:lnTo>
                    <a:lnTo>
                      <a:pt x="52" y="268"/>
                    </a:lnTo>
                    <a:lnTo>
                      <a:pt x="64" y="237"/>
                    </a:lnTo>
                    <a:lnTo>
                      <a:pt x="79" y="207"/>
                    </a:lnTo>
                    <a:lnTo>
                      <a:pt x="99" y="179"/>
                    </a:lnTo>
                    <a:lnTo>
                      <a:pt x="123" y="155"/>
                    </a:lnTo>
                    <a:lnTo>
                      <a:pt x="150" y="136"/>
                    </a:lnTo>
                    <a:lnTo>
                      <a:pt x="183" y="122"/>
                    </a:lnTo>
                    <a:lnTo>
                      <a:pt x="221" y="114"/>
                    </a:lnTo>
                    <a:lnTo>
                      <a:pt x="223" y="112"/>
                    </a:lnTo>
                    <a:lnTo>
                      <a:pt x="230" y="107"/>
                    </a:lnTo>
                    <a:lnTo>
                      <a:pt x="242" y="99"/>
                    </a:lnTo>
                    <a:lnTo>
                      <a:pt x="260" y="88"/>
                    </a:lnTo>
                    <a:lnTo>
                      <a:pt x="284" y="74"/>
                    </a:lnTo>
                    <a:lnTo>
                      <a:pt x="315" y="58"/>
                    </a:lnTo>
                    <a:lnTo>
                      <a:pt x="352" y="39"/>
                    </a:lnTo>
                    <a:lnTo>
                      <a:pt x="398" y="19"/>
                    </a:lnTo>
                    <a:lnTo>
                      <a:pt x="396" y="17"/>
                    </a:lnTo>
                    <a:lnTo>
                      <a:pt x="389" y="16"/>
                    </a:lnTo>
                    <a:lnTo>
                      <a:pt x="379" y="14"/>
                    </a:lnTo>
                    <a:lnTo>
                      <a:pt x="364" y="12"/>
                    </a:lnTo>
                    <a:lnTo>
                      <a:pt x="347" y="8"/>
                    </a:lnTo>
                    <a:lnTo>
                      <a:pt x="326" y="6"/>
                    </a:lnTo>
                    <a:lnTo>
                      <a:pt x="302" y="4"/>
                    </a:lnTo>
                    <a:lnTo>
                      <a:pt x="277" y="1"/>
                    </a:lnTo>
                    <a:lnTo>
                      <a:pt x="250" y="0"/>
                    </a:lnTo>
                    <a:lnTo>
                      <a:pt x="221" y="1"/>
                    </a:lnTo>
                    <a:lnTo>
                      <a:pt x="191" y="3"/>
                    </a:lnTo>
                    <a:lnTo>
                      <a:pt x="160" y="6"/>
                    </a:lnTo>
                    <a:lnTo>
                      <a:pt x="129" y="12"/>
                    </a:lnTo>
                    <a:lnTo>
                      <a:pt x="97" y="20"/>
                    </a:lnTo>
                    <a:lnTo>
                      <a:pt x="67" y="30"/>
                    </a:lnTo>
                    <a:lnTo>
                      <a:pt x="37" y="44"/>
                    </a:lnTo>
                    <a:close/>
                  </a:path>
                </a:pathLst>
              </a:custGeom>
              <a:solidFill>
                <a:srgbClr val="FFCCFF">
                  <a:alpha val="100000"/>
                </a:srgbClr>
              </a:solidFill>
              <a:ln w="9525">
                <a:noFill/>
              </a:ln>
            </p:spPr>
            <p:txBody>
              <a:bodyPr/>
              <a:p>
                <a:endParaRPr lang="zh-CN" altLang="en-US"/>
              </a:p>
            </p:txBody>
          </p:sp>
          <p:sp>
            <p:nvSpPr>
              <p:cNvPr id="156843" name="Freeform 117"/>
              <p:cNvSpPr/>
              <p:nvPr/>
            </p:nvSpPr>
            <p:spPr>
              <a:xfrm>
                <a:off x="4819" y="1917"/>
                <a:ext cx="46" cy="13"/>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325" h="89">
                    <a:moveTo>
                      <a:pt x="0" y="57"/>
                    </a:moveTo>
                    <a:lnTo>
                      <a:pt x="0" y="55"/>
                    </a:lnTo>
                    <a:lnTo>
                      <a:pt x="2" y="52"/>
                    </a:lnTo>
                    <a:lnTo>
                      <a:pt x="6" y="47"/>
                    </a:lnTo>
                    <a:lnTo>
                      <a:pt x="12" y="41"/>
                    </a:lnTo>
                    <a:lnTo>
                      <a:pt x="20" y="34"/>
                    </a:lnTo>
                    <a:lnTo>
                      <a:pt x="29" y="27"/>
                    </a:lnTo>
                    <a:lnTo>
                      <a:pt x="41" y="20"/>
                    </a:lnTo>
                    <a:lnTo>
                      <a:pt x="57" y="13"/>
                    </a:lnTo>
                    <a:lnTo>
                      <a:pt x="77" y="7"/>
                    </a:lnTo>
                    <a:lnTo>
                      <a:pt x="98" y="3"/>
                    </a:lnTo>
                    <a:lnTo>
                      <a:pt x="126" y="0"/>
                    </a:lnTo>
                    <a:lnTo>
                      <a:pt x="156" y="0"/>
                    </a:lnTo>
                    <a:lnTo>
                      <a:pt x="191" y="3"/>
                    </a:lnTo>
                    <a:lnTo>
                      <a:pt x="230" y="8"/>
                    </a:lnTo>
                    <a:lnTo>
                      <a:pt x="275" y="18"/>
                    </a:lnTo>
                    <a:lnTo>
                      <a:pt x="325" y="31"/>
                    </a:lnTo>
                    <a:lnTo>
                      <a:pt x="318" y="51"/>
                    </a:lnTo>
                    <a:lnTo>
                      <a:pt x="316" y="50"/>
                    </a:lnTo>
                    <a:lnTo>
                      <a:pt x="308" y="47"/>
                    </a:lnTo>
                    <a:lnTo>
                      <a:pt x="295" y="44"/>
                    </a:lnTo>
                    <a:lnTo>
                      <a:pt x="279" y="39"/>
                    </a:lnTo>
                    <a:lnTo>
                      <a:pt x="260" y="35"/>
                    </a:lnTo>
                    <a:lnTo>
                      <a:pt x="238" y="30"/>
                    </a:lnTo>
                    <a:lnTo>
                      <a:pt x="214" y="27"/>
                    </a:lnTo>
                    <a:lnTo>
                      <a:pt x="188" y="24"/>
                    </a:lnTo>
                    <a:lnTo>
                      <a:pt x="161" y="23"/>
                    </a:lnTo>
                    <a:lnTo>
                      <a:pt x="134" y="23"/>
                    </a:lnTo>
                    <a:lnTo>
                      <a:pt x="108" y="26"/>
                    </a:lnTo>
                    <a:lnTo>
                      <a:pt x="82" y="31"/>
                    </a:lnTo>
                    <a:lnTo>
                      <a:pt x="58" y="41"/>
                    </a:lnTo>
                    <a:lnTo>
                      <a:pt x="36" y="52"/>
                    </a:lnTo>
                    <a:lnTo>
                      <a:pt x="16" y="68"/>
                    </a:lnTo>
                    <a:lnTo>
                      <a:pt x="0" y="89"/>
                    </a:lnTo>
                    <a:lnTo>
                      <a:pt x="0" y="57"/>
                    </a:lnTo>
                    <a:close/>
                  </a:path>
                </a:pathLst>
              </a:custGeom>
              <a:solidFill>
                <a:srgbClr val="000000">
                  <a:alpha val="100000"/>
                </a:srgbClr>
              </a:solidFill>
              <a:ln w="9525">
                <a:noFill/>
              </a:ln>
            </p:spPr>
            <p:txBody>
              <a:bodyPr/>
              <a:p>
                <a:endParaRPr lang="zh-CN" altLang="en-US"/>
              </a:p>
            </p:txBody>
          </p:sp>
          <p:sp>
            <p:nvSpPr>
              <p:cNvPr id="156844" name="Freeform 118"/>
              <p:cNvSpPr/>
              <p:nvPr/>
            </p:nvSpPr>
            <p:spPr>
              <a:xfrm>
                <a:off x="4819" y="1887"/>
                <a:ext cx="46" cy="13"/>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325" h="89">
                    <a:moveTo>
                      <a:pt x="0" y="56"/>
                    </a:moveTo>
                    <a:lnTo>
                      <a:pt x="0" y="55"/>
                    </a:lnTo>
                    <a:lnTo>
                      <a:pt x="2" y="52"/>
                    </a:lnTo>
                    <a:lnTo>
                      <a:pt x="6" y="47"/>
                    </a:lnTo>
                    <a:lnTo>
                      <a:pt x="12" y="40"/>
                    </a:lnTo>
                    <a:lnTo>
                      <a:pt x="20" y="33"/>
                    </a:lnTo>
                    <a:lnTo>
                      <a:pt x="29" y="27"/>
                    </a:lnTo>
                    <a:lnTo>
                      <a:pt x="41" y="18"/>
                    </a:lnTo>
                    <a:lnTo>
                      <a:pt x="57" y="13"/>
                    </a:lnTo>
                    <a:lnTo>
                      <a:pt x="77" y="7"/>
                    </a:lnTo>
                    <a:lnTo>
                      <a:pt x="98" y="2"/>
                    </a:lnTo>
                    <a:lnTo>
                      <a:pt x="126" y="0"/>
                    </a:lnTo>
                    <a:lnTo>
                      <a:pt x="156" y="0"/>
                    </a:lnTo>
                    <a:lnTo>
                      <a:pt x="191" y="2"/>
                    </a:lnTo>
                    <a:lnTo>
                      <a:pt x="230" y="8"/>
                    </a:lnTo>
                    <a:lnTo>
                      <a:pt x="275" y="17"/>
                    </a:lnTo>
                    <a:lnTo>
                      <a:pt x="325" y="31"/>
                    </a:lnTo>
                    <a:lnTo>
                      <a:pt x="318" y="49"/>
                    </a:lnTo>
                    <a:lnTo>
                      <a:pt x="316" y="48"/>
                    </a:lnTo>
                    <a:lnTo>
                      <a:pt x="308" y="46"/>
                    </a:lnTo>
                    <a:lnTo>
                      <a:pt x="295" y="43"/>
                    </a:lnTo>
                    <a:lnTo>
                      <a:pt x="279" y="38"/>
                    </a:lnTo>
                    <a:lnTo>
                      <a:pt x="260" y="35"/>
                    </a:lnTo>
                    <a:lnTo>
                      <a:pt x="238" y="30"/>
                    </a:lnTo>
                    <a:lnTo>
                      <a:pt x="214" y="27"/>
                    </a:lnTo>
                    <a:lnTo>
                      <a:pt x="188" y="23"/>
                    </a:lnTo>
                    <a:lnTo>
                      <a:pt x="161" y="22"/>
                    </a:lnTo>
                    <a:lnTo>
                      <a:pt x="134" y="23"/>
                    </a:lnTo>
                    <a:lnTo>
                      <a:pt x="108" y="25"/>
                    </a:lnTo>
                    <a:lnTo>
                      <a:pt x="82" y="31"/>
                    </a:lnTo>
                    <a:lnTo>
                      <a:pt x="58" y="40"/>
                    </a:lnTo>
                    <a:lnTo>
                      <a:pt x="36" y="52"/>
                    </a:lnTo>
                    <a:lnTo>
                      <a:pt x="16" y="68"/>
                    </a:lnTo>
                    <a:lnTo>
                      <a:pt x="0" y="89"/>
                    </a:lnTo>
                    <a:lnTo>
                      <a:pt x="0" y="56"/>
                    </a:lnTo>
                    <a:close/>
                  </a:path>
                </a:pathLst>
              </a:custGeom>
              <a:solidFill>
                <a:srgbClr val="000000">
                  <a:alpha val="100000"/>
                </a:srgbClr>
              </a:solidFill>
              <a:ln w="9525">
                <a:noFill/>
              </a:ln>
            </p:spPr>
            <p:txBody>
              <a:bodyPr/>
              <a:p>
                <a:endParaRPr lang="zh-CN" altLang="en-US"/>
              </a:p>
            </p:txBody>
          </p:sp>
          <p:sp>
            <p:nvSpPr>
              <p:cNvPr id="156845" name="Freeform 119"/>
              <p:cNvSpPr/>
              <p:nvPr/>
            </p:nvSpPr>
            <p:spPr>
              <a:xfrm>
                <a:off x="4863" y="1872"/>
                <a:ext cx="75" cy="13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28" h="975">
                    <a:moveTo>
                      <a:pt x="0" y="0"/>
                    </a:moveTo>
                    <a:lnTo>
                      <a:pt x="0" y="943"/>
                    </a:lnTo>
                    <a:lnTo>
                      <a:pt x="159" y="975"/>
                    </a:lnTo>
                    <a:lnTo>
                      <a:pt x="152" y="848"/>
                    </a:lnTo>
                    <a:lnTo>
                      <a:pt x="528" y="905"/>
                    </a:lnTo>
                    <a:lnTo>
                      <a:pt x="521" y="855"/>
                    </a:lnTo>
                    <a:lnTo>
                      <a:pt x="261" y="822"/>
                    </a:lnTo>
                    <a:lnTo>
                      <a:pt x="254" y="713"/>
                    </a:lnTo>
                    <a:lnTo>
                      <a:pt x="77" y="713"/>
                    </a:lnTo>
                    <a:lnTo>
                      <a:pt x="72" y="699"/>
                    </a:lnTo>
                    <a:lnTo>
                      <a:pt x="60" y="659"/>
                    </a:lnTo>
                    <a:lnTo>
                      <a:pt x="44" y="595"/>
                    </a:lnTo>
                    <a:lnTo>
                      <a:pt x="28" y="511"/>
                    </a:lnTo>
                    <a:lnTo>
                      <a:pt x="16" y="410"/>
                    </a:lnTo>
                    <a:lnTo>
                      <a:pt x="12" y="294"/>
                    </a:lnTo>
                    <a:lnTo>
                      <a:pt x="21" y="167"/>
                    </a:lnTo>
                    <a:lnTo>
                      <a:pt x="45" y="32"/>
                    </a:lnTo>
                    <a:lnTo>
                      <a:pt x="0" y="0"/>
                    </a:lnTo>
                    <a:close/>
                  </a:path>
                </a:pathLst>
              </a:custGeom>
              <a:solidFill>
                <a:schemeClr val="bg1">
                  <a:alpha val="100000"/>
                </a:schemeClr>
              </a:solidFill>
              <a:ln w="9525">
                <a:noFill/>
              </a:ln>
            </p:spPr>
            <p:txBody>
              <a:bodyPr/>
              <a:p>
                <a:endParaRPr lang="zh-CN" altLang="en-US"/>
              </a:p>
            </p:txBody>
          </p:sp>
          <p:sp>
            <p:nvSpPr>
              <p:cNvPr id="156846" name="Freeform 120"/>
              <p:cNvSpPr/>
              <p:nvPr/>
            </p:nvSpPr>
            <p:spPr>
              <a:xfrm>
                <a:off x="4900" y="1840"/>
                <a:ext cx="97" cy="1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678" h="133">
                    <a:moveTo>
                      <a:pt x="0" y="133"/>
                    </a:moveTo>
                    <a:lnTo>
                      <a:pt x="4" y="132"/>
                    </a:lnTo>
                    <a:lnTo>
                      <a:pt x="15" y="127"/>
                    </a:lnTo>
                    <a:lnTo>
                      <a:pt x="32" y="122"/>
                    </a:lnTo>
                    <a:lnTo>
                      <a:pt x="56" y="114"/>
                    </a:lnTo>
                    <a:lnTo>
                      <a:pt x="86" y="104"/>
                    </a:lnTo>
                    <a:lnTo>
                      <a:pt x="120" y="95"/>
                    </a:lnTo>
                    <a:lnTo>
                      <a:pt x="160" y="86"/>
                    </a:lnTo>
                    <a:lnTo>
                      <a:pt x="204" y="78"/>
                    </a:lnTo>
                    <a:lnTo>
                      <a:pt x="252" y="70"/>
                    </a:lnTo>
                    <a:lnTo>
                      <a:pt x="303" y="64"/>
                    </a:lnTo>
                    <a:lnTo>
                      <a:pt x="358" y="60"/>
                    </a:lnTo>
                    <a:lnTo>
                      <a:pt x="414" y="58"/>
                    </a:lnTo>
                    <a:lnTo>
                      <a:pt x="474" y="60"/>
                    </a:lnTo>
                    <a:lnTo>
                      <a:pt x="534" y="65"/>
                    </a:lnTo>
                    <a:lnTo>
                      <a:pt x="596" y="74"/>
                    </a:lnTo>
                    <a:lnTo>
                      <a:pt x="659" y="88"/>
                    </a:lnTo>
                    <a:lnTo>
                      <a:pt x="678" y="0"/>
                    </a:lnTo>
                    <a:lnTo>
                      <a:pt x="674" y="0"/>
                    </a:lnTo>
                    <a:lnTo>
                      <a:pt x="659" y="0"/>
                    </a:lnTo>
                    <a:lnTo>
                      <a:pt x="636" y="0"/>
                    </a:lnTo>
                    <a:lnTo>
                      <a:pt x="606" y="1"/>
                    </a:lnTo>
                    <a:lnTo>
                      <a:pt x="570" y="2"/>
                    </a:lnTo>
                    <a:lnTo>
                      <a:pt x="527" y="3"/>
                    </a:lnTo>
                    <a:lnTo>
                      <a:pt x="480" y="7"/>
                    </a:lnTo>
                    <a:lnTo>
                      <a:pt x="430" y="9"/>
                    </a:lnTo>
                    <a:lnTo>
                      <a:pt x="376" y="14"/>
                    </a:lnTo>
                    <a:lnTo>
                      <a:pt x="320" y="18"/>
                    </a:lnTo>
                    <a:lnTo>
                      <a:pt x="264" y="24"/>
                    </a:lnTo>
                    <a:lnTo>
                      <a:pt x="208" y="32"/>
                    </a:lnTo>
                    <a:lnTo>
                      <a:pt x="152" y="40"/>
                    </a:lnTo>
                    <a:lnTo>
                      <a:pt x="98" y="50"/>
                    </a:lnTo>
                    <a:lnTo>
                      <a:pt x="47" y="62"/>
                    </a:lnTo>
                    <a:lnTo>
                      <a:pt x="0" y="76"/>
                    </a:lnTo>
                    <a:lnTo>
                      <a:pt x="0" y="133"/>
                    </a:lnTo>
                    <a:close/>
                  </a:path>
                </a:pathLst>
              </a:custGeom>
              <a:solidFill>
                <a:schemeClr val="bg1">
                  <a:alpha val="100000"/>
                </a:schemeClr>
              </a:solidFill>
              <a:ln w="9525">
                <a:noFill/>
              </a:ln>
            </p:spPr>
            <p:txBody>
              <a:bodyPr/>
              <a:p>
                <a:endParaRPr lang="zh-CN" altLang="en-US"/>
              </a:p>
            </p:txBody>
          </p:sp>
          <p:sp>
            <p:nvSpPr>
              <p:cNvPr id="156847" name="Freeform 121"/>
              <p:cNvSpPr/>
              <p:nvPr/>
            </p:nvSpPr>
            <p:spPr>
              <a:xfrm>
                <a:off x="4843" y="2015"/>
                <a:ext cx="163" cy="54"/>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42" h="379">
                    <a:moveTo>
                      <a:pt x="482" y="367"/>
                    </a:moveTo>
                    <a:lnTo>
                      <a:pt x="485" y="366"/>
                    </a:lnTo>
                    <a:lnTo>
                      <a:pt x="492" y="363"/>
                    </a:lnTo>
                    <a:lnTo>
                      <a:pt x="502" y="359"/>
                    </a:lnTo>
                    <a:lnTo>
                      <a:pt x="516" y="353"/>
                    </a:lnTo>
                    <a:lnTo>
                      <a:pt x="533" y="346"/>
                    </a:lnTo>
                    <a:lnTo>
                      <a:pt x="551" y="338"/>
                    </a:lnTo>
                    <a:lnTo>
                      <a:pt x="572" y="328"/>
                    </a:lnTo>
                    <a:lnTo>
                      <a:pt x="593" y="317"/>
                    </a:lnTo>
                    <a:lnTo>
                      <a:pt x="616" y="306"/>
                    </a:lnTo>
                    <a:lnTo>
                      <a:pt x="638" y="292"/>
                    </a:lnTo>
                    <a:lnTo>
                      <a:pt x="660" y="279"/>
                    </a:lnTo>
                    <a:lnTo>
                      <a:pt x="680" y="264"/>
                    </a:lnTo>
                    <a:lnTo>
                      <a:pt x="700" y="249"/>
                    </a:lnTo>
                    <a:lnTo>
                      <a:pt x="717" y="233"/>
                    </a:lnTo>
                    <a:lnTo>
                      <a:pt x="732" y="217"/>
                    </a:lnTo>
                    <a:lnTo>
                      <a:pt x="743" y="201"/>
                    </a:lnTo>
                    <a:lnTo>
                      <a:pt x="0" y="20"/>
                    </a:lnTo>
                    <a:lnTo>
                      <a:pt x="57" y="0"/>
                    </a:lnTo>
                    <a:lnTo>
                      <a:pt x="1142" y="267"/>
                    </a:lnTo>
                    <a:lnTo>
                      <a:pt x="1098" y="292"/>
                    </a:lnTo>
                    <a:lnTo>
                      <a:pt x="784" y="212"/>
                    </a:lnTo>
                    <a:lnTo>
                      <a:pt x="783" y="213"/>
                    </a:lnTo>
                    <a:lnTo>
                      <a:pt x="781" y="216"/>
                    </a:lnTo>
                    <a:lnTo>
                      <a:pt x="776" y="221"/>
                    </a:lnTo>
                    <a:lnTo>
                      <a:pt x="769" y="228"/>
                    </a:lnTo>
                    <a:lnTo>
                      <a:pt x="761" y="237"/>
                    </a:lnTo>
                    <a:lnTo>
                      <a:pt x="750" y="246"/>
                    </a:lnTo>
                    <a:lnTo>
                      <a:pt x="737" y="258"/>
                    </a:lnTo>
                    <a:lnTo>
                      <a:pt x="721" y="269"/>
                    </a:lnTo>
                    <a:lnTo>
                      <a:pt x="703" y="282"/>
                    </a:lnTo>
                    <a:lnTo>
                      <a:pt x="684" y="295"/>
                    </a:lnTo>
                    <a:lnTo>
                      <a:pt x="660" y="309"/>
                    </a:lnTo>
                    <a:lnTo>
                      <a:pt x="635" y="323"/>
                    </a:lnTo>
                    <a:lnTo>
                      <a:pt x="606" y="338"/>
                    </a:lnTo>
                    <a:lnTo>
                      <a:pt x="574" y="352"/>
                    </a:lnTo>
                    <a:lnTo>
                      <a:pt x="540" y="366"/>
                    </a:lnTo>
                    <a:lnTo>
                      <a:pt x="502" y="379"/>
                    </a:lnTo>
                    <a:lnTo>
                      <a:pt x="482" y="367"/>
                    </a:lnTo>
                    <a:close/>
                  </a:path>
                </a:pathLst>
              </a:custGeom>
              <a:solidFill>
                <a:schemeClr val="bg1">
                  <a:alpha val="100000"/>
                </a:schemeClr>
              </a:solidFill>
              <a:ln w="9525">
                <a:noFill/>
              </a:ln>
            </p:spPr>
            <p:txBody>
              <a:bodyPr/>
              <a:p>
                <a:endParaRPr lang="zh-CN" altLang="en-US"/>
              </a:p>
            </p:txBody>
          </p:sp>
          <p:sp>
            <p:nvSpPr>
              <p:cNvPr id="156848" name="Freeform 122"/>
              <p:cNvSpPr/>
              <p:nvPr/>
            </p:nvSpPr>
            <p:spPr>
              <a:xfrm>
                <a:off x="4809" y="2029"/>
                <a:ext cx="167" cy="48"/>
              </a:xfrm>
              <a:custGeom>
                <a:avLst/>
                <a:gdLst/>
                <a:ahLst/>
                <a:cxnLst>
                  <a:cxn ang="0">
                    <a:pos x="0" y="0"/>
                  </a:cxn>
                  <a:cxn ang="0">
                    <a:pos x="0" y="0"/>
                  </a:cxn>
                  <a:cxn ang="0">
                    <a:pos x="0" y="0"/>
                  </a:cxn>
                  <a:cxn ang="0">
                    <a:pos x="0" y="0"/>
                  </a:cxn>
                  <a:cxn ang="0">
                    <a:pos x="0" y="0"/>
                  </a:cxn>
                </a:cxnLst>
                <a:pathLst>
                  <a:path w="1163" h="340">
                    <a:moveTo>
                      <a:pt x="0" y="0"/>
                    </a:moveTo>
                    <a:lnTo>
                      <a:pt x="1137" y="340"/>
                    </a:lnTo>
                    <a:lnTo>
                      <a:pt x="1163" y="340"/>
                    </a:lnTo>
                    <a:lnTo>
                      <a:pt x="34" y="0"/>
                    </a:lnTo>
                    <a:lnTo>
                      <a:pt x="0" y="0"/>
                    </a:lnTo>
                    <a:close/>
                  </a:path>
                </a:pathLst>
              </a:custGeom>
              <a:solidFill>
                <a:srgbClr val="000000">
                  <a:alpha val="100000"/>
                </a:srgbClr>
              </a:solidFill>
              <a:ln w="9525">
                <a:noFill/>
              </a:ln>
            </p:spPr>
            <p:txBody>
              <a:bodyPr/>
              <a:p>
                <a:endParaRPr lang="zh-CN" altLang="en-US"/>
              </a:p>
            </p:txBody>
          </p:sp>
          <p:sp>
            <p:nvSpPr>
              <p:cNvPr id="156849" name="Freeform 123"/>
              <p:cNvSpPr/>
              <p:nvPr/>
            </p:nvSpPr>
            <p:spPr>
              <a:xfrm>
                <a:off x="4837" y="2022"/>
                <a:ext cx="164" cy="44"/>
              </a:xfrm>
              <a:custGeom>
                <a:avLst/>
                <a:gdLst/>
                <a:ahLst/>
                <a:cxnLst>
                  <a:cxn ang="0">
                    <a:pos x="0" y="0"/>
                  </a:cxn>
                  <a:cxn ang="0">
                    <a:pos x="0" y="0"/>
                  </a:cxn>
                  <a:cxn ang="0">
                    <a:pos x="0" y="0"/>
                  </a:cxn>
                  <a:cxn ang="0">
                    <a:pos x="0" y="0"/>
                  </a:cxn>
                  <a:cxn ang="0">
                    <a:pos x="0" y="0"/>
                  </a:cxn>
                </a:cxnLst>
                <a:pathLst>
                  <a:path w="1149" h="303">
                    <a:moveTo>
                      <a:pt x="0" y="1"/>
                    </a:moveTo>
                    <a:lnTo>
                      <a:pt x="1124" y="303"/>
                    </a:lnTo>
                    <a:lnTo>
                      <a:pt x="1149" y="302"/>
                    </a:lnTo>
                    <a:lnTo>
                      <a:pt x="34" y="0"/>
                    </a:lnTo>
                    <a:lnTo>
                      <a:pt x="0" y="1"/>
                    </a:lnTo>
                    <a:close/>
                  </a:path>
                </a:pathLst>
              </a:custGeom>
              <a:solidFill>
                <a:srgbClr val="000000">
                  <a:alpha val="100000"/>
                </a:srgbClr>
              </a:solidFill>
              <a:ln w="9525">
                <a:noFill/>
              </a:ln>
            </p:spPr>
            <p:txBody>
              <a:bodyPr/>
              <a:p>
                <a:endParaRPr lang="zh-CN" altLang="en-US"/>
              </a:p>
            </p:txBody>
          </p:sp>
          <p:sp>
            <p:nvSpPr>
              <p:cNvPr id="156850" name="Freeform 124"/>
              <p:cNvSpPr/>
              <p:nvPr/>
            </p:nvSpPr>
            <p:spPr>
              <a:xfrm>
                <a:off x="4824" y="2025"/>
                <a:ext cx="165" cy="48"/>
              </a:xfrm>
              <a:custGeom>
                <a:avLst/>
                <a:gdLst/>
                <a:ahLst/>
                <a:cxnLst>
                  <a:cxn ang="0">
                    <a:pos x="0" y="0"/>
                  </a:cxn>
                  <a:cxn ang="0">
                    <a:pos x="0" y="0"/>
                  </a:cxn>
                  <a:cxn ang="0">
                    <a:pos x="0" y="0"/>
                  </a:cxn>
                  <a:cxn ang="0">
                    <a:pos x="0" y="0"/>
                  </a:cxn>
                  <a:cxn ang="0">
                    <a:pos x="0" y="0"/>
                  </a:cxn>
                </a:cxnLst>
                <a:pathLst>
                  <a:path w="1155" h="336">
                    <a:moveTo>
                      <a:pt x="0" y="0"/>
                    </a:moveTo>
                    <a:lnTo>
                      <a:pt x="1134" y="336"/>
                    </a:lnTo>
                    <a:lnTo>
                      <a:pt x="1155" y="328"/>
                    </a:lnTo>
                    <a:lnTo>
                      <a:pt x="34" y="0"/>
                    </a:lnTo>
                    <a:lnTo>
                      <a:pt x="0" y="0"/>
                    </a:lnTo>
                    <a:close/>
                  </a:path>
                </a:pathLst>
              </a:custGeom>
              <a:solidFill>
                <a:srgbClr val="000000">
                  <a:alpha val="100000"/>
                </a:srgbClr>
              </a:solidFill>
              <a:ln w="9525">
                <a:noFill/>
              </a:ln>
            </p:spPr>
            <p:txBody>
              <a:bodyPr/>
              <a:p>
                <a:endParaRPr lang="zh-CN" altLang="en-US"/>
              </a:p>
            </p:txBody>
          </p:sp>
        </p:grpSp>
        <p:grpSp>
          <p:nvGrpSpPr>
            <p:cNvPr id="156754" name="Group 125"/>
            <p:cNvGrpSpPr/>
            <p:nvPr/>
          </p:nvGrpSpPr>
          <p:grpSpPr>
            <a:xfrm>
              <a:off x="1553" y="3099"/>
              <a:ext cx="176" cy="150"/>
              <a:chOff x="4765" y="1531"/>
              <a:chExt cx="312" cy="261"/>
            </a:xfrm>
          </p:grpSpPr>
          <p:sp>
            <p:nvSpPr>
              <p:cNvPr id="156772" name="AutoShape 126"/>
              <p:cNvSpPr>
                <a:spLocks noChangeAspect="1" noTextEdit="1"/>
              </p:cNvSpPr>
              <p:nvPr/>
            </p:nvSpPr>
            <p:spPr>
              <a:xfrm>
                <a:off x="4765" y="1531"/>
                <a:ext cx="312" cy="260"/>
              </a:xfrm>
              <a:prstGeom prst="rect">
                <a:avLst/>
              </a:prstGeom>
              <a:noFill/>
              <a:ln w="9525">
                <a:noFill/>
              </a:ln>
            </p:spPr>
            <p:txBody>
              <a:bodyPr/>
              <a:p>
                <a:endParaRPr lang="zh-CN" altLang="en-US"/>
              </a:p>
            </p:txBody>
          </p:sp>
          <p:sp>
            <p:nvSpPr>
              <p:cNvPr id="156773" name="Freeform 127"/>
              <p:cNvSpPr/>
              <p:nvPr/>
            </p:nvSpPr>
            <p:spPr>
              <a:xfrm>
                <a:off x="4765" y="1534"/>
                <a:ext cx="307" cy="25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150" h="1804">
                    <a:moveTo>
                      <a:pt x="582" y="239"/>
                    </a:moveTo>
                    <a:lnTo>
                      <a:pt x="606" y="129"/>
                    </a:lnTo>
                    <a:lnTo>
                      <a:pt x="607" y="129"/>
                    </a:lnTo>
                    <a:lnTo>
                      <a:pt x="611" y="128"/>
                    </a:lnTo>
                    <a:lnTo>
                      <a:pt x="616" y="125"/>
                    </a:lnTo>
                    <a:lnTo>
                      <a:pt x="623" y="123"/>
                    </a:lnTo>
                    <a:lnTo>
                      <a:pt x="633" y="120"/>
                    </a:lnTo>
                    <a:lnTo>
                      <a:pt x="645" y="115"/>
                    </a:lnTo>
                    <a:lnTo>
                      <a:pt x="659" y="112"/>
                    </a:lnTo>
                    <a:lnTo>
                      <a:pt x="676" y="107"/>
                    </a:lnTo>
                    <a:lnTo>
                      <a:pt x="694" y="101"/>
                    </a:lnTo>
                    <a:lnTo>
                      <a:pt x="715" y="95"/>
                    </a:lnTo>
                    <a:lnTo>
                      <a:pt x="738" y="90"/>
                    </a:lnTo>
                    <a:lnTo>
                      <a:pt x="763" y="84"/>
                    </a:lnTo>
                    <a:lnTo>
                      <a:pt x="790" y="78"/>
                    </a:lnTo>
                    <a:lnTo>
                      <a:pt x="820" y="71"/>
                    </a:lnTo>
                    <a:lnTo>
                      <a:pt x="852" y="64"/>
                    </a:lnTo>
                    <a:lnTo>
                      <a:pt x="886" y="59"/>
                    </a:lnTo>
                    <a:lnTo>
                      <a:pt x="922" y="52"/>
                    </a:lnTo>
                    <a:lnTo>
                      <a:pt x="961" y="46"/>
                    </a:lnTo>
                    <a:lnTo>
                      <a:pt x="1002" y="40"/>
                    </a:lnTo>
                    <a:lnTo>
                      <a:pt x="1044" y="35"/>
                    </a:lnTo>
                    <a:lnTo>
                      <a:pt x="1090" y="29"/>
                    </a:lnTo>
                    <a:lnTo>
                      <a:pt x="1138" y="23"/>
                    </a:lnTo>
                    <a:lnTo>
                      <a:pt x="1187" y="18"/>
                    </a:lnTo>
                    <a:lnTo>
                      <a:pt x="1240" y="14"/>
                    </a:lnTo>
                    <a:lnTo>
                      <a:pt x="1294" y="10"/>
                    </a:lnTo>
                    <a:lnTo>
                      <a:pt x="1350" y="7"/>
                    </a:lnTo>
                    <a:lnTo>
                      <a:pt x="1410" y="4"/>
                    </a:lnTo>
                    <a:lnTo>
                      <a:pt x="1470" y="1"/>
                    </a:lnTo>
                    <a:lnTo>
                      <a:pt x="1535" y="0"/>
                    </a:lnTo>
                    <a:lnTo>
                      <a:pt x="1601" y="0"/>
                    </a:lnTo>
                    <a:lnTo>
                      <a:pt x="1668" y="0"/>
                    </a:lnTo>
                    <a:lnTo>
                      <a:pt x="1739" y="1"/>
                    </a:lnTo>
                    <a:lnTo>
                      <a:pt x="1816" y="44"/>
                    </a:lnTo>
                    <a:lnTo>
                      <a:pt x="1799" y="248"/>
                    </a:lnTo>
                    <a:lnTo>
                      <a:pt x="1804" y="251"/>
                    </a:lnTo>
                    <a:lnTo>
                      <a:pt x="1820" y="259"/>
                    </a:lnTo>
                    <a:lnTo>
                      <a:pt x="1842" y="272"/>
                    </a:lnTo>
                    <a:lnTo>
                      <a:pt x="1868" y="292"/>
                    </a:lnTo>
                    <a:lnTo>
                      <a:pt x="1896" y="318"/>
                    </a:lnTo>
                    <a:lnTo>
                      <a:pt x="1920" y="351"/>
                    </a:lnTo>
                    <a:lnTo>
                      <a:pt x="1939" y="390"/>
                    </a:lnTo>
                    <a:lnTo>
                      <a:pt x="1951" y="436"/>
                    </a:lnTo>
                    <a:lnTo>
                      <a:pt x="2125" y="593"/>
                    </a:lnTo>
                    <a:lnTo>
                      <a:pt x="2078" y="1009"/>
                    </a:lnTo>
                    <a:lnTo>
                      <a:pt x="1799" y="1149"/>
                    </a:lnTo>
                    <a:lnTo>
                      <a:pt x="2129" y="1247"/>
                    </a:lnTo>
                    <a:lnTo>
                      <a:pt x="2131" y="1251"/>
                    </a:lnTo>
                    <a:lnTo>
                      <a:pt x="2137" y="1264"/>
                    </a:lnTo>
                    <a:lnTo>
                      <a:pt x="2143" y="1284"/>
                    </a:lnTo>
                    <a:lnTo>
                      <a:pt x="2149" y="1310"/>
                    </a:lnTo>
                    <a:lnTo>
                      <a:pt x="2150" y="1342"/>
                    </a:lnTo>
                    <a:lnTo>
                      <a:pt x="2147" y="1380"/>
                    </a:lnTo>
                    <a:lnTo>
                      <a:pt x="2136" y="1423"/>
                    </a:lnTo>
                    <a:lnTo>
                      <a:pt x="2117" y="1468"/>
                    </a:lnTo>
                    <a:lnTo>
                      <a:pt x="1244" y="1804"/>
                    </a:lnTo>
                    <a:lnTo>
                      <a:pt x="0" y="1413"/>
                    </a:lnTo>
                    <a:lnTo>
                      <a:pt x="22" y="1367"/>
                    </a:lnTo>
                    <a:lnTo>
                      <a:pt x="212" y="1302"/>
                    </a:lnTo>
                    <a:lnTo>
                      <a:pt x="212" y="248"/>
                    </a:lnTo>
                    <a:lnTo>
                      <a:pt x="213" y="247"/>
                    </a:lnTo>
                    <a:lnTo>
                      <a:pt x="217" y="244"/>
                    </a:lnTo>
                    <a:lnTo>
                      <a:pt x="223" y="240"/>
                    </a:lnTo>
                    <a:lnTo>
                      <a:pt x="232" y="234"/>
                    </a:lnTo>
                    <a:lnTo>
                      <a:pt x="245" y="228"/>
                    </a:lnTo>
                    <a:lnTo>
                      <a:pt x="258" y="221"/>
                    </a:lnTo>
                    <a:lnTo>
                      <a:pt x="276" y="214"/>
                    </a:lnTo>
                    <a:lnTo>
                      <a:pt x="294" y="207"/>
                    </a:lnTo>
                    <a:lnTo>
                      <a:pt x="316" y="201"/>
                    </a:lnTo>
                    <a:lnTo>
                      <a:pt x="340" y="197"/>
                    </a:lnTo>
                    <a:lnTo>
                      <a:pt x="366" y="194"/>
                    </a:lnTo>
                    <a:lnTo>
                      <a:pt x="393" y="192"/>
                    </a:lnTo>
                    <a:lnTo>
                      <a:pt x="424" y="193"/>
                    </a:lnTo>
                    <a:lnTo>
                      <a:pt x="457" y="197"/>
                    </a:lnTo>
                    <a:lnTo>
                      <a:pt x="493" y="203"/>
                    </a:lnTo>
                    <a:lnTo>
                      <a:pt x="529" y="214"/>
                    </a:lnTo>
                    <a:lnTo>
                      <a:pt x="582" y="239"/>
                    </a:lnTo>
                    <a:close/>
                  </a:path>
                </a:pathLst>
              </a:custGeom>
              <a:solidFill>
                <a:srgbClr val="DDDDDD">
                  <a:alpha val="100000"/>
                </a:srgbClr>
              </a:solidFill>
              <a:ln w="9525">
                <a:noFill/>
              </a:ln>
            </p:spPr>
            <p:txBody>
              <a:bodyPr/>
              <a:p>
                <a:endParaRPr lang="zh-CN" altLang="en-US"/>
              </a:p>
            </p:txBody>
          </p:sp>
          <p:sp>
            <p:nvSpPr>
              <p:cNvPr id="156774" name="Freeform 128"/>
              <p:cNvSpPr/>
              <p:nvPr/>
            </p:nvSpPr>
            <p:spPr>
              <a:xfrm>
                <a:off x="4882" y="1584"/>
                <a:ext cx="163" cy="11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39" h="778">
                    <a:moveTo>
                      <a:pt x="7" y="587"/>
                    </a:moveTo>
                    <a:lnTo>
                      <a:pt x="0" y="682"/>
                    </a:lnTo>
                    <a:lnTo>
                      <a:pt x="742" y="778"/>
                    </a:lnTo>
                    <a:lnTo>
                      <a:pt x="748" y="775"/>
                    </a:lnTo>
                    <a:lnTo>
                      <a:pt x="763" y="767"/>
                    </a:lnTo>
                    <a:lnTo>
                      <a:pt x="787" y="755"/>
                    </a:lnTo>
                    <a:lnTo>
                      <a:pt x="816" y="737"/>
                    </a:lnTo>
                    <a:lnTo>
                      <a:pt x="852" y="714"/>
                    </a:lnTo>
                    <a:lnTo>
                      <a:pt x="891" y="686"/>
                    </a:lnTo>
                    <a:lnTo>
                      <a:pt x="932" y="652"/>
                    </a:lnTo>
                    <a:lnTo>
                      <a:pt x="973" y="613"/>
                    </a:lnTo>
                    <a:lnTo>
                      <a:pt x="1013" y="570"/>
                    </a:lnTo>
                    <a:lnTo>
                      <a:pt x="1051" y="521"/>
                    </a:lnTo>
                    <a:lnTo>
                      <a:pt x="1083" y="466"/>
                    </a:lnTo>
                    <a:lnTo>
                      <a:pt x="1109" y="406"/>
                    </a:lnTo>
                    <a:lnTo>
                      <a:pt x="1129" y="342"/>
                    </a:lnTo>
                    <a:lnTo>
                      <a:pt x="1139" y="271"/>
                    </a:lnTo>
                    <a:lnTo>
                      <a:pt x="1138" y="196"/>
                    </a:lnTo>
                    <a:lnTo>
                      <a:pt x="1124" y="115"/>
                    </a:lnTo>
                    <a:lnTo>
                      <a:pt x="1122" y="110"/>
                    </a:lnTo>
                    <a:lnTo>
                      <a:pt x="1115" y="97"/>
                    </a:lnTo>
                    <a:lnTo>
                      <a:pt x="1102" y="80"/>
                    </a:lnTo>
                    <a:lnTo>
                      <a:pt x="1086" y="59"/>
                    </a:lnTo>
                    <a:lnTo>
                      <a:pt x="1066" y="39"/>
                    </a:lnTo>
                    <a:lnTo>
                      <a:pt x="1041" y="20"/>
                    </a:lnTo>
                    <a:lnTo>
                      <a:pt x="1011" y="7"/>
                    </a:lnTo>
                    <a:lnTo>
                      <a:pt x="978" y="0"/>
                    </a:lnTo>
                    <a:lnTo>
                      <a:pt x="982" y="12"/>
                    </a:lnTo>
                    <a:lnTo>
                      <a:pt x="994" y="46"/>
                    </a:lnTo>
                    <a:lnTo>
                      <a:pt x="1007" y="100"/>
                    </a:lnTo>
                    <a:lnTo>
                      <a:pt x="1019" y="169"/>
                    </a:lnTo>
                    <a:lnTo>
                      <a:pt x="1022" y="252"/>
                    </a:lnTo>
                    <a:lnTo>
                      <a:pt x="1013" y="344"/>
                    </a:lnTo>
                    <a:lnTo>
                      <a:pt x="987" y="444"/>
                    </a:lnTo>
                    <a:lnTo>
                      <a:pt x="940" y="549"/>
                    </a:lnTo>
                    <a:lnTo>
                      <a:pt x="939" y="550"/>
                    </a:lnTo>
                    <a:lnTo>
                      <a:pt x="934" y="553"/>
                    </a:lnTo>
                    <a:lnTo>
                      <a:pt x="927" y="559"/>
                    </a:lnTo>
                    <a:lnTo>
                      <a:pt x="917" y="567"/>
                    </a:lnTo>
                    <a:lnTo>
                      <a:pt x="904" y="575"/>
                    </a:lnTo>
                    <a:lnTo>
                      <a:pt x="890" y="585"/>
                    </a:lnTo>
                    <a:lnTo>
                      <a:pt x="871" y="594"/>
                    </a:lnTo>
                    <a:lnTo>
                      <a:pt x="851" y="603"/>
                    </a:lnTo>
                    <a:lnTo>
                      <a:pt x="828" y="611"/>
                    </a:lnTo>
                    <a:lnTo>
                      <a:pt x="802" y="619"/>
                    </a:lnTo>
                    <a:lnTo>
                      <a:pt x="773" y="625"/>
                    </a:lnTo>
                    <a:lnTo>
                      <a:pt x="741" y="629"/>
                    </a:lnTo>
                    <a:lnTo>
                      <a:pt x="708" y="630"/>
                    </a:lnTo>
                    <a:lnTo>
                      <a:pt x="671" y="629"/>
                    </a:lnTo>
                    <a:lnTo>
                      <a:pt x="631" y="626"/>
                    </a:lnTo>
                    <a:lnTo>
                      <a:pt x="590" y="618"/>
                    </a:lnTo>
                    <a:lnTo>
                      <a:pt x="590" y="720"/>
                    </a:lnTo>
                    <a:lnTo>
                      <a:pt x="26" y="663"/>
                    </a:lnTo>
                    <a:lnTo>
                      <a:pt x="7" y="587"/>
                    </a:lnTo>
                    <a:close/>
                  </a:path>
                </a:pathLst>
              </a:custGeom>
              <a:solidFill>
                <a:schemeClr val="bg2">
                  <a:alpha val="100000"/>
                </a:schemeClr>
              </a:solidFill>
              <a:ln w="9525">
                <a:noFill/>
              </a:ln>
            </p:spPr>
            <p:txBody>
              <a:bodyPr/>
              <a:p>
                <a:endParaRPr lang="zh-CN" altLang="en-US"/>
              </a:p>
            </p:txBody>
          </p:sp>
          <p:sp>
            <p:nvSpPr>
              <p:cNvPr id="156775" name="Freeform 129"/>
              <p:cNvSpPr/>
              <p:nvPr/>
            </p:nvSpPr>
            <p:spPr>
              <a:xfrm>
                <a:off x="4862" y="1693"/>
                <a:ext cx="119" cy="38"/>
              </a:xfrm>
              <a:custGeom>
                <a:avLst/>
                <a:gdLst/>
                <a:ahLst/>
                <a:cxnLst>
                  <a:cxn ang="0">
                    <a:pos x="0" y="0"/>
                  </a:cxn>
                  <a:cxn ang="0">
                    <a:pos x="0" y="0"/>
                  </a:cxn>
                  <a:cxn ang="0">
                    <a:pos x="0" y="0"/>
                  </a:cxn>
                  <a:cxn ang="0">
                    <a:pos x="0" y="0"/>
                  </a:cxn>
                  <a:cxn ang="0">
                    <a:pos x="0" y="0"/>
                  </a:cxn>
                </a:cxnLst>
                <a:pathLst>
                  <a:path w="837" h="269">
                    <a:moveTo>
                      <a:pt x="837" y="96"/>
                    </a:moveTo>
                    <a:lnTo>
                      <a:pt x="12" y="0"/>
                    </a:lnTo>
                    <a:lnTo>
                      <a:pt x="0" y="96"/>
                    </a:lnTo>
                    <a:lnTo>
                      <a:pt x="812" y="269"/>
                    </a:lnTo>
                    <a:lnTo>
                      <a:pt x="837" y="96"/>
                    </a:lnTo>
                    <a:close/>
                  </a:path>
                </a:pathLst>
              </a:custGeom>
              <a:solidFill>
                <a:schemeClr val="bg2">
                  <a:alpha val="100000"/>
                </a:schemeClr>
              </a:solidFill>
              <a:ln w="9525">
                <a:noFill/>
              </a:ln>
            </p:spPr>
            <p:txBody>
              <a:bodyPr/>
              <a:p>
                <a:endParaRPr lang="zh-CN" altLang="en-US"/>
              </a:p>
            </p:txBody>
          </p:sp>
          <p:sp>
            <p:nvSpPr>
              <p:cNvPr id="156776" name="Freeform 130"/>
              <p:cNvSpPr/>
              <p:nvPr/>
            </p:nvSpPr>
            <p:spPr>
              <a:xfrm>
                <a:off x="4921" y="1705"/>
                <a:ext cx="51" cy="18"/>
              </a:xfrm>
              <a:custGeom>
                <a:avLst/>
                <a:gdLst/>
                <a:ahLst/>
                <a:cxnLst>
                  <a:cxn ang="0">
                    <a:pos x="0" y="0"/>
                  </a:cxn>
                  <a:cxn ang="0">
                    <a:pos x="0" y="0"/>
                  </a:cxn>
                  <a:cxn ang="0">
                    <a:pos x="0" y="0"/>
                  </a:cxn>
                  <a:cxn ang="0">
                    <a:pos x="0" y="0"/>
                  </a:cxn>
                  <a:cxn ang="0">
                    <a:pos x="0" y="0"/>
                  </a:cxn>
                </a:cxnLst>
                <a:pathLst>
                  <a:path w="358" h="122">
                    <a:moveTo>
                      <a:pt x="358" y="53"/>
                    </a:moveTo>
                    <a:lnTo>
                      <a:pt x="5" y="0"/>
                    </a:lnTo>
                    <a:lnTo>
                      <a:pt x="0" y="51"/>
                    </a:lnTo>
                    <a:lnTo>
                      <a:pt x="348" y="122"/>
                    </a:lnTo>
                    <a:lnTo>
                      <a:pt x="358" y="53"/>
                    </a:lnTo>
                    <a:close/>
                  </a:path>
                </a:pathLst>
              </a:custGeom>
              <a:solidFill>
                <a:schemeClr val="folHlink">
                  <a:alpha val="100000"/>
                </a:schemeClr>
              </a:solidFill>
              <a:ln w="9525">
                <a:noFill/>
              </a:ln>
            </p:spPr>
            <p:txBody>
              <a:bodyPr/>
              <a:p>
                <a:endParaRPr lang="zh-CN" altLang="en-US"/>
              </a:p>
            </p:txBody>
          </p:sp>
          <p:sp>
            <p:nvSpPr>
              <p:cNvPr id="156777" name="Freeform 131"/>
              <p:cNvSpPr/>
              <p:nvPr/>
            </p:nvSpPr>
            <p:spPr>
              <a:xfrm>
                <a:off x="4869" y="1696"/>
                <a:ext cx="34" cy="13"/>
              </a:xfrm>
              <a:custGeom>
                <a:avLst/>
                <a:gdLst/>
                <a:ahLst/>
                <a:cxnLst>
                  <a:cxn ang="0">
                    <a:pos x="0" y="0"/>
                  </a:cxn>
                  <a:cxn ang="0">
                    <a:pos x="0" y="0"/>
                  </a:cxn>
                  <a:cxn ang="0">
                    <a:pos x="0" y="0"/>
                  </a:cxn>
                  <a:cxn ang="0">
                    <a:pos x="0" y="0"/>
                  </a:cxn>
                  <a:cxn ang="0">
                    <a:pos x="0" y="0"/>
                  </a:cxn>
                </a:cxnLst>
                <a:pathLst>
                  <a:path w="239" h="91">
                    <a:moveTo>
                      <a:pt x="239" y="42"/>
                    </a:moveTo>
                    <a:lnTo>
                      <a:pt x="0" y="0"/>
                    </a:lnTo>
                    <a:lnTo>
                      <a:pt x="2" y="44"/>
                    </a:lnTo>
                    <a:lnTo>
                      <a:pt x="231" y="91"/>
                    </a:lnTo>
                    <a:lnTo>
                      <a:pt x="239" y="42"/>
                    </a:lnTo>
                    <a:close/>
                  </a:path>
                </a:pathLst>
              </a:custGeom>
              <a:solidFill>
                <a:schemeClr val="folHlink">
                  <a:alpha val="100000"/>
                </a:schemeClr>
              </a:solidFill>
              <a:ln w="9525">
                <a:noFill/>
              </a:ln>
            </p:spPr>
            <p:txBody>
              <a:bodyPr/>
              <a:p>
                <a:endParaRPr lang="zh-CN" altLang="en-US"/>
              </a:p>
            </p:txBody>
          </p:sp>
          <p:sp>
            <p:nvSpPr>
              <p:cNvPr id="156778" name="Freeform 132"/>
              <p:cNvSpPr/>
              <p:nvPr/>
            </p:nvSpPr>
            <p:spPr>
              <a:xfrm>
                <a:off x="4783" y="1709"/>
                <a:ext cx="202" cy="67"/>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409" h="466">
                    <a:moveTo>
                      <a:pt x="0" y="140"/>
                    </a:moveTo>
                    <a:lnTo>
                      <a:pt x="4" y="140"/>
                    </a:lnTo>
                    <a:lnTo>
                      <a:pt x="12" y="138"/>
                    </a:lnTo>
                    <a:lnTo>
                      <a:pt x="27" y="135"/>
                    </a:lnTo>
                    <a:lnTo>
                      <a:pt x="45" y="132"/>
                    </a:lnTo>
                    <a:lnTo>
                      <a:pt x="67" y="128"/>
                    </a:lnTo>
                    <a:lnTo>
                      <a:pt x="92" y="123"/>
                    </a:lnTo>
                    <a:lnTo>
                      <a:pt x="120" y="116"/>
                    </a:lnTo>
                    <a:lnTo>
                      <a:pt x="150" y="108"/>
                    </a:lnTo>
                    <a:lnTo>
                      <a:pt x="181" y="100"/>
                    </a:lnTo>
                    <a:lnTo>
                      <a:pt x="212" y="89"/>
                    </a:lnTo>
                    <a:lnTo>
                      <a:pt x="243" y="78"/>
                    </a:lnTo>
                    <a:lnTo>
                      <a:pt x="273" y="65"/>
                    </a:lnTo>
                    <a:lnTo>
                      <a:pt x="303" y="50"/>
                    </a:lnTo>
                    <a:lnTo>
                      <a:pt x="330" y="35"/>
                    </a:lnTo>
                    <a:lnTo>
                      <a:pt x="355" y="18"/>
                    </a:lnTo>
                    <a:lnTo>
                      <a:pt x="375" y="0"/>
                    </a:lnTo>
                    <a:lnTo>
                      <a:pt x="1409" y="236"/>
                    </a:lnTo>
                    <a:lnTo>
                      <a:pt x="1407" y="239"/>
                    </a:lnTo>
                    <a:lnTo>
                      <a:pt x="1401" y="245"/>
                    </a:lnTo>
                    <a:lnTo>
                      <a:pt x="1392" y="254"/>
                    </a:lnTo>
                    <a:lnTo>
                      <a:pt x="1379" y="265"/>
                    </a:lnTo>
                    <a:lnTo>
                      <a:pt x="1363" y="279"/>
                    </a:lnTo>
                    <a:lnTo>
                      <a:pt x="1345" y="295"/>
                    </a:lnTo>
                    <a:lnTo>
                      <a:pt x="1325" y="313"/>
                    </a:lnTo>
                    <a:lnTo>
                      <a:pt x="1303" y="332"/>
                    </a:lnTo>
                    <a:lnTo>
                      <a:pt x="1279" y="351"/>
                    </a:lnTo>
                    <a:lnTo>
                      <a:pt x="1253" y="371"/>
                    </a:lnTo>
                    <a:lnTo>
                      <a:pt x="1227" y="390"/>
                    </a:lnTo>
                    <a:lnTo>
                      <a:pt x="1200" y="409"/>
                    </a:lnTo>
                    <a:lnTo>
                      <a:pt x="1172" y="426"/>
                    </a:lnTo>
                    <a:lnTo>
                      <a:pt x="1145" y="441"/>
                    </a:lnTo>
                    <a:lnTo>
                      <a:pt x="1117" y="455"/>
                    </a:lnTo>
                    <a:lnTo>
                      <a:pt x="1091" y="466"/>
                    </a:lnTo>
                    <a:lnTo>
                      <a:pt x="0" y="140"/>
                    </a:lnTo>
                    <a:close/>
                  </a:path>
                </a:pathLst>
              </a:custGeom>
              <a:solidFill>
                <a:schemeClr val="bg2">
                  <a:alpha val="100000"/>
                </a:schemeClr>
              </a:solidFill>
              <a:ln w="9525">
                <a:noFill/>
              </a:ln>
            </p:spPr>
            <p:txBody>
              <a:bodyPr/>
              <a:p>
                <a:endParaRPr lang="zh-CN" altLang="en-US"/>
              </a:p>
            </p:txBody>
          </p:sp>
          <p:sp>
            <p:nvSpPr>
              <p:cNvPr id="156779" name="Freeform 133"/>
              <p:cNvSpPr/>
              <p:nvPr/>
            </p:nvSpPr>
            <p:spPr>
              <a:xfrm>
                <a:off x="4984" y="1702"/>
                <a:ext cx="72" cy="32"/>
              </a:xfrm>
              <a:custGeom>
                <a:avLst/>
                <a:gdLst/>
                <a:ahLst/>
                <a:cxnLst>
                  <a:cxn ang="0">
                    <a:pos x="0" y="0"/>
                  </a:cxn>
                  <a:cxn ang="0">
                    <a:pos x="0" y="0"/>
                  </a:cxn>
                  <a:cxn ang="0">
                    <a:pos x="0" y="0"/>
                  </a:cxn>
                  <a:cxn ang="0">
                    <a:pos x="0" y="0"/>
                  </a:cxn>
                  <a:cxn ang="0">
                    <a:pos x="0" y="0"/>
                  </a:cxn>
                  <a:cxn ang="0">
                    <a:pos x="0" y="0"/>
                  </a:cxn>
                </a:cxnLst>
                <a:pathLst>
                  <a:path w="502" h="223">
                    <a:moveTo>
                      <a:pt x="51" y="223"/>
                    </a:moveTo>
                    <a:lnTo>
                      <a:pt x="502" y="90"/>
                    </a:lnTo>
                    <a:lnTo>
                      <a:pt x="229" y="0"/>
                    </a:lnTo>
                    <a:lnTo>
                      <a:pt x="6" y="26"/>
                    </a:lnTo>
                    <a:lnTo>
                      <a:pt x="0" y="211"/>
                    </a:lnTo>
                    <a:lnTo>
                      <a:pt x="51" y="223"/>
                    </a:lnTo>
                    <a:close/>
                  </a:path>
                </a:pathLst>
              </a:custGeom>
              <a:solidFill>
                <a:schemeClr val="bg2">
                  <a:alpha val="100000"/>
                </a:schemeClr>
              </a:solidFill>
              <a:ln w="9525">
                <a:noFill/>
              </a:ln>
            </p:spPr>
            <p:txBody>
              <a:bodyPr/>
              <a:p>
                <a:endParaRPr lang="zh-CN" altLang="en-US"/>
              </a:p>
            </p:txBody>
          </p:sp>
          <p:sp>
            <p:nvSpPr>
              <p:cNvPr id="156780" name="Freeform 134"/>
              <p:cNvSpPr/>
              <p:nvPr/>
            </p:nvSpPr>
            <p:spPr>
              <a:xfrm>
                <a:off x="4799" y="1565"/>
                <a:ext cx="38" cy="152"/>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67" h="1064">
                    <a:moveTo>
                      <a:pt x="267" y="26"/>
                    </a:moveTo>
                    <a:lnTo>
                      <a:pt x="266" y="24"/>
                    </a:lnTo>
                    <a:lnTo>
                      <a:pt x="262" y="22"/>
                    </a:lnTo>
                    <a:lnTo>
                      <a:pt x="254" y="20"/>
                    </a:lnTo>
                    <a:lnTo>
                      <a:pt x="244" y="16"/>
                    </a:lnTo>
                    <a:lnTo>
                      <a:pt x="232" y="12"/>
                    </a:lnTo>
                    <a:lnTo>
                      <a:pt x="218" y="8"/>
                    </a:lnTo>
                    <a:lnTo>
                      <a:pt x="202" y="5"/>
                    </a:lnTo>
                    <a:lnTo>
                      <a:pt x="184" y="1"/>
                    </a:lnTo>
                    <a:lnTo>
                      <a:pt x="164" y="0"/>
                    </a:lnTo>
                    <a:lnTo>
                      <a:pt x="143" y="0"/>
                    </a:lnTo>
                    <a:lnTo>
                      <a:pt x="121" y="3"/>
                    </a:lnTo>
                    <a:lnTo>
                      <a:pt x="98" y="6"/>
                    </a:lnTo>
                    <a:lnTo>
                      <a:pt x="74" y="13"/>
                    </a:lnTo>
                    <a:lnTo>
                      <a:pt x="50" y="22"/>
                    </a:lnTo>
                    <a:lnTo>
                      <a:pt x="25" y="35"/>
                    </a:lnTo>
                    <a:lnTo>
                      <a:pt x="0" y="51"/>
                    </a:lnTo>
                    <a:lnTo>
                      <a:pt x="0" y="1064"/>
                    </a:lnTo>
                    <a:lnTo>
                      <a:pt x="1" y="1064"/>
                    </a:lnTo>
                    <a:lnTo>
                      <a:pt x="7" y="1064"/>
                    </a:lnTo>
                    <a:lnTo>
                      <a:pt x="15" y="1063"/>
                    </a:lnTo>
                    <a:lnTo>
                      <a:pt x="25" y="1062"/>
                    </a:lnTo>
                    <a:lnTo>
                      <a:pt x="37" y="1060"/>
                    </a:lnTo>
                    <a:lnTo>
                      <a:pt x="52" y="1057"/>
                    </a:lnTo>
                    <a:lnTo>
                      <a:pt x="69" y="1054"/>
                    </a:lnTo>
                    <a:lnTo>
                      <a:pt x="88" y="1049"/>
                    </a:lnTo>
                    <a:lnTo>
                      <a:pt x="108" y="1044"/>
                    </a:lnTo>
                    <a:lnTo>
                      <a:pt x="129" y="1037"/>
                    </a:lnTo>
                    <a:lnTo>
                      <a:pt x="152" y="1029"/>
                    </a:lnTo>
                    <a:lnTo>
                      <a:pt x="175" y="1018"/>
                    </a:lnTo>
                    <a:lnTo>
                      <a:pt x="198" y="1007"/>
                    </a:lnTo>
                    <a:lnTo>
                      <a:pt x="222" y="994"/>
                    </a:lnTo>
                    <a:lnTo>
                      <a:pt x="244" y="979"/>
                    </a:lnTo>
                    <a:lnTo>
                      <a:pt x="267" y="962"/>
                    </a:lnTo>
                    <a:lnTo>
                      <a:pt x="267" y="26"/>
                    </a:lnTo>
                    <a:close/>
                  </a:path>
                </a:pathLst>
              </a:custGeom>
              <a:solidFill>
                <a:schemeClr val="bg2">
                  <a:alpha val="100000"/>
                </a:schemeClr>
              </a:solidFill>
              <a:ln w="9525">
                <a:noFill/>
              </a:ln>
            </p:spPr>
            <p:txBody>
              <a:bodyPr/>
              <a:p>
                <a:endParaRPr lang="zh-CN" altLang="en-US"/>
              </a:p>
            </p:txBody>
          </p:sp>
          <p:sp>
            <p:nvSpPr>
              <p:cNvPr id="156781" name="Freeform 135"/>
              <p:cNvSpPr/>
              <p:nvPr/>
            </p:nvSpPr>
            <p:spPr>
              <a:xfrm>
                <a:off x="4800" y="1567"/>
                <a:ext cx="33" cy="12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28" h="898">
                    <a:moveTo>
                      <a:pt x="228" y="21"/>
                    </a:moveTo>
                    <a:lnTo>
                      <a:pt x="227" y="20"/>
                    </a:lnTo>
                    <a:lnTo>
                      <a:pt x="224" y="19"/>
                    </a:lnTo>
                    <a:lnTo>
                      <a:pt x="217" y="17"/>
                    </a:lnTo>
                    <a:lnTo>
                      <a:pt x="209" y="13"/>
                    </a:lnTo>
                    <a:lnTo>
                      <a:pt x="199" y="10"/>
                    </a:lnTo>
                    <a:lnTo>
                      <a:pt x="186" y="6"/>
                    </a:lnTo>
                    <a:lnTo>
                      <a:pt x="172" y="4"/>
                    </a:lnTo>
                    <a:lnTo>
                      <a:pt x="157" y="2"/>
                    </a:lnTo>
                    <a:lnTo>
                      <a:pt x="140" y="0"/>
                    </a:lnTo>
                    <a:lnTo>
                      <a:pt x="122" y="0"/>
                    </a:lnTo>
                    <a:lnTo>
                      <a:pt x="104" y="2"/>
                    </a:lnTo>
                    <a:lnTo>
                      <a:pt x="83" y="5"/>
                    </a:lnTo>
                    <a:lnTo>
                      <a:pt x="64" y="11"/>
                    </a:lnTo>
                    <a:lnTo>
                      <a:pt x="42" y="19"/>
                    </a:lnTo>
                    <a:lnTo>
                      <a:pt x="21" y="29"/>
                    </a:lnTo>
                    <a:lnTo>
                      <a:pt x="0" y="43"/>
                    </a:lnTo>
                    <a:lnTo>
                      <a:pt x="0" y="898"/>
                    </a:lnTo>
                    <a:lnTo>
                      <a:pt x="1" y="898"/>
                    </a:lnTo>
                    <a:lnTo>
                      <a:pt x="5" y="898"/>
                    </a:lnTo>
                    <a:lnTo>
                      <a:pt x="12" y="897"/>
                    </a:lnTo>
                    <a:lnTo>
                      <a:pt x="21" y="896"/>
                    </a:lnTo>
                    <a:lnTo>
                      <a:pt x="32" y="894"/>
                    </a:lnTo>
                    <a:lnTo>
                      <a:pt x="45" y="892"/>
                    </a:lnTo>
                    <a:lnTo>
                      <a:pt x="59" y="889"/>
                    </a:lnTo>
                    <a:lnTo>
                      <a:pt x="75" y="884"/>
                    </a:lnTo>
                    <a:lnTo>
                      <a:pt x="92" y="879"/>
                    </a:lnTo>
                    <a:lnTo>
                      <a:pt x="111" y="874"/>
                    </a:lnTo>
                    <a:lnTo>
                      <a:pt x="130" y="867"/>
                    </a:lnTo>
                    <a:lnTo>
                      <a:pt x="149" y="858"/>
                    </a:lnTo>
                    <a:lnTo>
                      <a:pt x="169" y="848"/>
                    </a:lnTo>
                    <a:lnTo>
                      <a:pt x="190" y="837"/>
                    </a:lnTo>
                    <a:lnTo>
                      <a:pt x="209" y="824"/>
                    </a:lnTo>
                    <a:lnTo>
                      <a:pt x="228" y="809"/>
                    </a:lnTo>
                    <a:lnTo>
                      <a:pt x="228" y="21"/>
                    </a:lnTo>
                    <a:close/>
                  </a:path>
                </a:pathLst>
              </a:custGeom>
              <a:solidFill>
                <a:schemeClr val="bg2">
                  <a:alpha val="100000"/>
                </a:schemeClr>
              </a:solidFill>
              <a:ln w="9525">
                <a:noFill/>
              </a:ln>
            </p:spPr>
            <p:txBody>
              <a:bodyPr/>
              <a:p>
                <a:endParaRPr lang="zh-CN" altLang="en-US"/>
              </a:p>
            </p:txBody>
          </p:sp>
          <p:sp>
            <p:nvSpPr>
              <p:cNvPr id="156782" name="Freeform 136"/>
              <p:cNvSpPr/>
              <p:nvPr/>
            </p:nvSpPr>
            <p:spPr>
              <a:xfrm>
                <a:off x="4801" y="1568"/>
                <a:ext cx="27" cy="104"/>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92" h="729">
                    <a:moveTo>
                      <a:pt x="192" y="17"/>
                    </a:moveTo>
                    <a:lnTo>
                      <a:pt x="191" y="17"/>
                    </a:lnTo>
                    <a:lnTo>
                      <a:pt x="187" y="15"/>
                    </a:lnTo>
                    <a:lnTo>
                      <a:pt x="183" y="12"/>
                    </a:lnTo>
                    <a:lnTo>
                      <a:pt x="176" y="10"/>
                    </a:lnTo>
                    <a:lnTo>
                      <a:pt x="167" y="8"/>
                    </a:lnTo>
                    <a:lnTo>
                      <a:pt x="156" y="4"/>
                    </a:lnTo>
                    <a:lnTo>
                      <a:pt x="145" y="2"/>
                    </a:lnTo>
                    <a:lnTo>
                      <a:pt x="132" y="0"/>
                    </a:lnTo>
                    <a:lnTo>
                      <a:pt x="117" y="0"/>
                    </a:lnTo>
                    <a:lnTo>
                      <a:pt x="102" y="0"/>
                    </a:lnTo>
                    <a:lnTo>
                      <a:pt x="86" y="1"/>
                    </a:lnTo>
                    <a:lnTo>
                      <a:pt x="70" y="3"/>
                    </a:lnTo>
                    <a:lnTo>
                      <a:pt x="53" y="8"/>
                    </a:lnTo>
                    <a:lnTo>
                      <a:pt x="35" y="15"/>
                    </a:lnTo>
                    <a:lnTo>
                      <a:pt x="18" y="24"/>
                    </a:lnTo>
                    <a:lnTo>
                      <a:pt x="0" y="35"/>
                    </a:lnTo>
                    <a:lnTo>
                      <a:pt x="0" y="729"/>
                    </a:lnTo>
                    <a:lnTo>
                      <a:pt x="1" y="729"/>
                    </a:lnTo>
                    <a:lnTo>
                      <a:pt x="4" y="729"/>
                    </a:lnTo>
                    <a:lnTo>
                      <a:pt x="10" y="728"/>
                    </a:lnTo>
                    <a:lnTo>
                      <a:pt x="18" y="727"/>
                    </a:lnTo>
                    <a:lnTo>
                      <a:pt x="27" y="726"/>
                    </a:lnTo>
                    <a:lnTo>
                      <a:pt x="37" y="725"/>
                    </a:lnTo>
                    <a:lnTo>
                      <a:pt x="50" y="721"/>
                    </a:lnTo>
                    <a:lnTo>
                      <a:pt x="64" y="719"/>
                    </a:lnTo>
                    <a:lnTo>
                      <a:pt x="77" y="714"/>
                    </a:lnTo>
                    <a:lnTo>
                      <a:pt x="92" y="710"/>
                    </a:lnTo>
                    <a:lnTo>
                      <a:pt x="108" y="704"/>
                    </a:lnTo>
                    <a:lnTo>
                      <a:pt x="125" y="697"/>
                    </a:lnTo>
                    <a:lnTo>
                      <a:pt x="141" y="689"/>
                    </a:lnTo>
                    <a:lnTo>
                      <a:pt x="159" y="680"/>
                    </a:lnTo>
                    <a:lnTo>
                      <a:pt x="176" y="668"/>
                    </a:lnTo>
                    <a:lnTo>
                      <a:pt x="192" y="657"/>
                    </a:lnTo>
                    <a:lnTo>
                      <a:pt x="192" y="17"/>
                    </a:lnTo>
                    <a:close/>
                  </a:path>
                </a:pathLst>
              </a:custGeom>
              <a:solidFill>
                <a:srgbClr val="DDDDDD">
                  <a:alpha val="100000"/>
                </a:srgbClr>
              </a:solidFill>
              <a:ln w="9525">
                <a:noFill/>
              </a:ln>
            </p:spPr>
            <p:txBody>
              <a:bodyPr/>
              <a:p>
                <a:endParaRPr lang="zh-CN" altLang="en-US"/>
              </a:p>
            </p:txBody>
          </p:sp>
          <p:sp>
            <p:nvSpPr>
              <p:cNvPr id="156783" name="Freeform 137"/>
              <p:cNvSpPr/>
              <p:nvPr/>
            </p:nvSpPr>
            <p:spPr>
              <a:xfrm>
                <a:off x="4802" y="1569"/>
                <a:ext cx="22" cy="8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56" h="564">
                    <a:moveTo>
                      <a:pt x="156" y="15"/>
                    </a:moveTo>
                    <a:lnTo>
                      <a:pt x="153" y="14"/>
                    </a:lnTo>
                    <a:lnTo>
                      <a:pt x="142" y="9"/>
                    </a:lnTo>
                    <a:lnTo>
                      <a:pt x="127" y="4"/>
                    </a:lnTo>
                    <a:lnTo>
                      <a:pt x="108" y="1"/>
                    </a:lnTo>
                    <a:lnTo>
                      <a:pt x="84" y="0"/>
                    </a:lnTo>
                    <a:lnTo>
                      <a:pt x="58" y="3"/>
                    </a:lnTo>
                    <a:lnTo>
                      <a:pt x="29" y="12"/>
                    </a:lnTo>
                    <a:lnTo>
                      <a:pt x="0" y="28"/>
                    </a:lnTo>
                    <a:lnTo>
                      <a:pt x="0" y="564"/>
                    </a:lnTo>
                    <a:lnTo>
                      <a:pt x="4" y="564"/>
                    </a:lnTo>
                    <a:lnTo>
                      <a:pt x="15" y="563"/>
                    </a:lnTo>
                    <a:lnTo>
                      <a:pt x="31" y="560"/>
                    </a:lnTo>
                    <a:lnTo>
                      <a:pt x="52" y="555"/>
                    </a:lnTo>
                    <a:lnTo>
                      <a:pt x="76" y="548"/>
                    </a:lnTo>
                    <a:lnTo>
                      <a:pt x="102" y="537"/>
                    </a:lnTo>
                    <a:lnTo>
                      <a:pt x="128" y="524"/>
                    </a:lnTo>
                    <a:lnTo>
                      <a:pt x="156" y="505"/>
                    </a:lnTo>
                    <a:lnTo>
                      <a:pt x="156" y="15"/>
                    </a:lnTo>
                    <a:close/>
                  </a:path>
                </a:pathLst>
              </a:custGeom>
              <a:solidFill>
                <a:schemeClr val="bg2">
                  <a:alpha val="100000"/>
                </a:schemeClr>
              </a:solidFill>
              <a:ln w="9525">
                <a:noFill/>
              </a:ln>
            </p:spPr>
            <p:txBody>
              <a:bodyPr/>
              <a:p>
                <a:endParaRPr lang="zh-CN" altLang="en-US"/>
              </a:p>
            </p:txBody>
          </p:sp>
          <p:sp>
            <p:nvSpPr>
              <p:cNvPr id="156784" name="Freeform 138"/>
              <p:cNvSpPr/>
              <p:nvPr/>
            </p:nvSpPr>
            <p:spPr>
              <a:xfrm>
                <a:off x="4803" y="1571"/>
                <a:ext cx="17" cy="5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7" h="396">
                    <a:moveTo>
                      <a:pt x="117" y="10"/>
                    </a:moveTo>
                    <a:lnTo>
                      <a:pt x="115" y="9"/>
                    </a:lnTo>
                    <a:lnTo>
                      <a:pt x="107" y="6"/>
                    </a:lnTo>
                    <a:lnTo>
                      <a:pt x="95" y="2"/>
                    </a:lnTo>
                    <a:lnTo>
                      <a:pt x="80" y="0"/>
                    </a:lnTo>
                    <a:lnTo>
                      <a:pt x="63" y="0"/>
                    </a:lnTo>
                    <a:lnTo>
                      <a:pt x="43" y="2"/>
                    </a:lnTo>
                    <a:lnTo>
                      <a:pt x="22" y="9"/>
                    </a:lnTo>
                    <a:lnTo>
                      <a:pt x="0" y="22"/>
                    </a:lnTo>
                    <a:lnTo>
                      <a:pt x="0" y="396"/>
                    </a:lnTo>
                    <a:lnTo>
                      <a:pt x="3" y="396"/>
                    </a:lnTo>
                    <a:lnTo>
                      <a:pt x="11" y="395"/>
                    </a:lnTo>
                    <a:lnTo>
                      <a:pt x="23" y="393"/>
                    </a:lnTo>
                    <a:lnTo>
                      <a:pt x="39" y="389"/>
                    </a:lnTo>
                    <a:lnTo>
                      <a:pt x="58" y="385"/>
                    </a:lnTo>
                    <a:lnTo>
                      <a:pt x="77" y="377"/>
                    </a:lnTo>
                    <a:lnTo>
                      <a:pt x="96" y="365"/>
                    </a:lnTo>
                    <a:lnTo>
                      <a:pt x="117" y="351"/>
                    </a:lnTo>
                    <a:lnTo>
                      <a:pt x="117" y="10"/>
                    </a:lnTo>
                    <a:close/>
                  </a:path>
                </a:pathLst>
              </a:custGeom>
              <a:solidFill>
                <a:schemeClr val="bg2">
                  <a:alpha val="100000"/>
                </a:schemeClr>
              </a:solidFill>
              <a:ln w="9525">
                <a:noFill/>
              </a:ln>
            </p:spPr>
            <p:txBody>
              <a:bodyPr/>
              <a:p>
                <a:endParaRPr lang="zh-CN" altLang="en-US"/>
              </a:p>
            </p:txBody>
          </p:sp>
          <p:sp>
            <p:nvSpPr>
              <p:cNvPr id="156785" name="Freeform 139"/>
              <p:cNvSpPr/>
              <p:nvPr/>
            </p:nvSpPr>
            <p:spPr>
              <a:xfrm>
                <a:off x="4804" y="1572"/>
                <a:ext cx="11" cy="33"/>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80" h="230">
                    <a:moveTo>
                      <a:pt x="80" y="7"/>
                    </a:moveTo>
                    <a:lnTo>
                      <a:pt x="78" y="6"/>
                    </a:lnTo>
                    <a:lnTo>
                      <a:pt x="73" y="5"/>
                    </a:lnTo>
                    <a:lnTo>
                      <a:pt x="65" y="2"/>
                    </a:lnTo>
                    <a:lnTo>
                      <a:pt x="55" y="0"/>
                    </a:lnTo>
                    <a:lnTo>
                      <a:pt x="44" y="0"/>
                    </a:lnTo>
                    <a:lnTo>
                      <a:pt x="30" y="1"/>
                    </a:lnTo>
                    <a:lnTo>
                      <a:pt x="15" y="7"/>
                    </a:lnTo>
                    <a:lnTo>
                      <a:pt x="0" y="15"/>
                    </a:lnTo>
                    <a:lnTo>
                      <a:pt x="0" y="230"/>
                    </a:lnTo>
                    <a:lnTo>
                      <a:pt x="3" y="230"/>
                    </a:lnTo>
                    <a:lnTo>
                      <a:pt x="7" y="229"/>
                    </a:lnTo>
                    <a:lnTo>
                      <a:pt x="16" y="228"/>
                    </a:lnTo>
                    <a:lnTo>
                      <a:pt x="27" y="225"/>
                    </a:lnTo>
                    <a:lnTo>
                      <a:pt x="39" y="222"/>
                    </a:lnTo>
                    <a:lnTo>
                      <a:pt x="53" y="216"/>
                    </a:lnTo>
                    <a:lnTo>
                      <a:pt x="67" y="208"/>
                    </a:lnTo>
                    <a:lnTo>
                      <a:pt x="80" y="199"/>
                    </a:lnTo>
                    <a:lnTo>
                      <a:pt x="80" y="7"/>
                    </a:lnTo>
                    <a:close/>
                  </a:path>
                </a:pathLst>
              </a:custGeom>
              <a:solidFill>
                <a:schemeClr val="bg2">
                  <a:alpha val="100000"/>
                </a:schemeClr>
              </a:solidFill>
              <a:ln w="9525">
                <a:noFill/>
              </a:ln>
            </p:spPr>
            <p:txBody>
              <a:bodyPr/>
              <a:p>
                <a:endParaRPr lang="zh-CN" altLang="en-US"/>
              </a:p>
            </p:txBody>
          </p:sp>
          <p:sp>
            <p:nvSpPr>
              <p:cNvPr id="156786" name="Freeform 140"/>
              <p:cNvSpPr/>
              <p:nvPr/>
            </p:nvSpPr>
            <p:spPr>
              <a:xfrm>
                <a:off x="4942" y="1666"/>
                <a:ext cx="16" cy="17"/>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7" h="117">
                    <a:moveTo>
                      <a:pt x="58" y="117"/>
                    </a:moveTo>
                    <a:lnTo>
                      <a:pt x="70" y="116"/>
                    </a:lnTo>
                    <a:lnTo>
                      <a:pt x="81" y="112"/>
                    </a:lnTo>
                    <a:lnTo>
                      <a:pt x="90" y="106"/>
                    </a:lnTo>
                    <a:lnTo>
                      <a:pt x="100" y="100"/>
                    </a:lnTo>
                    <a:lnTo>
                      <a:pt x="106" y="90"/>
                    </a:lnTo>
                    <a:lnTo>
                      <a:pt x="112" y="81"/>
                    </a:lnTo>
                    <a:lnTo>
                      <a:pt x="116" y="70"/>
                    </a:lnTo>
                    <a:lnTo>
                      <a:pt x="117" y="58"/>
                    </a:lnTo>
                    <a:lnTo>
                      <a:pt x="116" y="46"/>
                    </a:lnTo>
                    <a:lnTo>
                      <a:pt x="112" y="35"/>
                    </a:lnTo>
                    <a:lnTo>
                      <a:pt x="106" y="25"/>
                    </a:lnTo>
                    <a:lnTo>
                      <a:pt x="100" y="17"/>
                    </a:lnTo>
                    <a:lnTo>
                      <a:pt x="90" y="9"/>
                    </a:lnTo>
                    <a:lnTo>
                      <a:pt x="81" y="4"/>
                    </a:lnTo>
                    <a:lnTo>
                      <a:pt x="70" y="1"/>
                    </a:lnTo>
                    <a:lnTo>
                      <a:pt x="58" y="0"/>
                    </a:lnTo>
                    <a:lnTo>
                      <a:pt x="47" y="1"/>
                    </a:lnTo>
                    <a:lnTo>
                      <a:pt x="36" y="4"/>
                    </a:lnTo>
                    <a:lnTo>
                      <a:pt x="26" y="9"/>
                    </a:lnTo>
                    <a:lnTo>
                      <a:pt x="17" y="17"/>
                    </a:lnTo>
                    <a:lnTo>
                      <a:pt x="10" y="25"/>
                    </a:lnTo>
                    <a:lnTo>
                      <a:pt x="5" y="35"/>
                    </a:lnTo>
                    <a:lnTo>
                      <a:pt x="1" y="46"/>
                    </a:lnTo>
                    <a:lnTo>
                      <a:pt x="0" y="58"/>
                    </a:lnTo>
                    <a:lnTo>
                      <a:pt x="1" y="70"/>
                    </a:lnTo>
                    <a:lnTo>
                      <a:pt x="5" y="81"/>
                    </a:lnTo>
                    <a:lnTo>
                      <a:pt x="10" y="90"/>
                    </a:lnTo>
                    <a:lnTo>
                      <a:pt x="17" y="100"/>
                    </a:lnTo>
                    <a:lnTo>
                      <a:pt x="26" y="106"/>
                    </a:lnTo>
                    <a:lnTo>
                      <a:pt x="36" y="112"/>
                    </a:lnTo>
                    <a:lnTo>
                      <a:pt x="47" y="116"/>
                    </a:lnTo>
                    <a:lnTo>
                      <a:pt x="58" y="117"/>
                    </a:lnTo>
                    <a:close/>
                  </a:path>
                </a:pathLst>
              </a:custGeom>
              <a:solidFill>
                <a:schemeClr val="bg2">
                  <a:alpha val="100000"/>
                </a:schemeClr>
              </a:solidFill>
              <a:ln w="9525">
                <a:noFill/>
              </a:ln>
            </p:spPr>
            <p:txBody>
              <a:bodyPr/>
              <a:p>
                <a:endParaRPr lang="zh-CN" altLang="en-US"/>
              </a:p>
            </p:txBody>
          </p:sp>
          <p:sp>
            <p:nvSpPr>
              <p:cNvPr id="156787" name="Freeform 141"/>
              <p:cNvSpPr/>
              <p:nvPr/>
            </p:nvSpPr>
            <p:spPr>
              <a:xfrm>
                <a:off x="4890" y="1666"/>
                <a:ext cx="9" cy="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8" h="59">
                    <a:moveTo>
                      <a:pt x="29" y="59"/>
                    </a:moveTo>
                    <a:lnTo>
                      <a:pt x="40" y="56"/>
                    </a:lnTo>
                    <a:lnTo>
                      <a:pt x="50" y="49"/>
                    </a:lnTo>
                    <a:lnTo>
                      <a:pt x="56" y="40"/>
                    </a:lnTo>
                    <a:lnTo>
                      <a:pt x="58" y="29"/>
                    </a:lnTo>
                    <a:lnTo>
                      <a:pt x="56" y="17"/>
                    </a:lnTo>
                    <a:lnTo>
                      <a:pt x="50" y="8"/>
                    </a:lnTo>
                    <a:lnTo>
                      <a:pt x="40" y="2"/>
                    </a:lnTo>
                    <a:lnTo>
                      <a:pt x="29" y="0"/>
                    </a:lnTo>
                    <a:lnTo>
                      <a:pt x="17" y="2"/>
                    </a:lnTo>
                    <a:lnTo>
                      <a:pt x="8" y="8"/>
                    </a:lnTo>
                    <a:lnTo>
                      <a:pt x="2" y="17"/>
                    </a:lnTo>
                    <a:lnTo>
                      <a:pt x="0" y="29"/>
                    </a:lnTo>
                    <a:lnTo>
                      <a:pt x="2" y="40"/>
                    </a:lnTo>
                    <a:lnTo>
                      <a:pt x="8" y="49"/>
                    </a:lnTo>
                    <a:lnTo>
                      <a:pt x="17" y="56"/>
                    </a:lnTo>
                    <a:lnTo>
                      <a:pt x="29" y="59"/>
                    </a:lnTo>
                    <a:close/>
                  </a:path>
                </a:pathLst>
              </a:custGeom>
              <a:solidFill>
                <a:srgbClr val="FFFFFF">
                  <a:alpha val="100000"/>
                </a:srgbClr>
              </a:solidFill>
              <a:ln w="9525">
                <a:noFill/>
              </a:ln>
            </p:spPr>
            <p:txBody>
              <a:bodyPr/>
              <a:p>
                <a:endParaRPr lang="zh-CN" altLang="en-US"/>
              </a:p>
            </p:txBody>
          </p:sp>
          <p:sp>
            <p:nvSpPr>
              <p:cNvPr id="156788" name="Freeform 142"/>
              <p:cNvSpPr/>
              <p:nvPr/>
            </p:nvSpPr>
            <p:spPr>
              <a:xfrm>
                <a:off x="4905" y="1667"/>
                <a:ext cx="8" cy="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8" h="59">
                    <a:moveTo>
                      <a:pt x="29" y="59"/>
                    </a:moveTo>
                    <a:lnTo>
                      <a:pt x="41" y="57"/>
                    </a:lnTo>
                    <a:lnTo>
                      <a:pt x="50" y="51"/>
                    </a:lnTo>
                    <a:lnTo>
                      <a:pt x="56" y="42"/>
                    </a:lnTo>
                    <a:lnTo>
                      <a:pt x="58" y="30"/>
                    </a:lnTo>
                    <a:lnTo>
                      <a:pt x="56" y="19"/>
                    </a:lnTo>
                    <a:lnTo>
                      <a:pt x="50" y="9"/>
                    </a:lnTo>
                    <a:lnTo>
                      <a:pt x="41" y="3"/>
                    </a:lnTo>
                    <a:lnTo>
                      <a:pt x="29" y="0"/>
                    </a:lnTo>
                    <a:lnTo>
                      <a:pt x="18" y="3"/>
                    </a:lnTo>
                    <a:lnTo>
                      <a:pt x="9" y="9"/>
                    </a:lnTo>
                    <a:lnTo>
                      <a:pt x="2" y="19"/>
                    </a:lnTo>
                    <a:lnTo>
                      <a:pt x="0" y="30"/>
                    </a:lnTo>
                    <a:lnTo>
                      <a:pt x="2" y="42"/>
                    </a:lnTo>
                    <a:lnTo>
                      <a:pt x="9" y="51"/>
                    </a:lnTo>
                    <a:lnTo>
                      <a:pt x="18" y="57"/>
                    </a:lnTo>
                    <a:lnTo>
                      <a:pt x="29" y="59"/>
                    </a:lnTo>
                    <a:close/>
                  </a:path>
                </a:pathLst>
              </a:custGeom>
              <a:solidFill>
                <a:srgbClr val="FFFFFF">
                  <a:alpha val="100000"/>
                </a:srgbClr>
              </a:solidFill>
              <a:ln w="9525">
                <a:noFill/>
              </a:ln>
            </p:spPr>
            <p:txBody>
              <a:bodyPr/>
              <a:p>
                <a:endParaRPr lang="zh-CN" altLang="en-US"/>
              </a:p>
            </p:txBody>
          </p:sp>
          <p:sp>
            <p:nvSpPr>
              <p:cNvPr id="156789" name="Freeform 143"/>
              <p:cNvSpPr/>
              <p:nvPr/>
            </p:nvSpPr>
            <p:spPr>
              <a:xfrm>
                <a:off x="4849" y="1552"/>
                <a:ext cx="23" cy="114"/>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66" h="800">
                    <a:moveTo>
                      <a:pt x="52" y="16"/>
                    </a:moveTo>
                    <a:lnTo>
                      <a:pt x="47" y="32"/>
                    </a:lnTo>
                    <a:lnTo>
                      <a:pt x="36" y="77"/>
                    </a:lnTo>
                    <a:lnTo>
                      <a:pt x="21" y="148"/>
                    </a:lnTo>
                    <a:lnTo>
                      <a:pt x="8" y="244"/>
                    </a:lnTo>
                    <a:lnTo>
                      <a:pt x="0" y="359"/>
                    </a:lnTo>
                    <a:lnTo>
                      <a:pt x="2" y="492"/>
                    </a:lnTo>
                    <a:lnTo>
                      <a:pt x="15" y="640"/>
                    </a:lnTo>
                    <a:lnTo>
                      <a:pt x="46" y="800"/>
                    </a:lnTo>
                    <a:lnTo>
                      <a:pt x="161" y="794"/>
                    </a:lnTo>
                    <a:lnTo>
                      <a:pt x="156" y="770"/>
                    </a:lnTo>
                    <a:lnTo>
                      <a:pt x="145" y="706"/>
                    </a:lnTo>
                    <a:lnTo>
                      <a:pt x="131" y="610"/>
                    </a:lnTo>
                    <a:lnTo>
                      <a:pt x="118" y="493"/>
                    </a:lnTo>
                    <a:lnTo>
                      <a:pt x="111" y="364"/>
                    </a:lnTo>
                    <a:lnTo>
                      <a:pt x="115" y="235"/>
                    </a:lnTo>
                    <a:lnTo>
                      <a:pt x="132" y="113"/>
                    </a:lnTo>
                    <a:lnTo>
                      <a:pt x="166" y="9"/>
                    </a:lnTo>
                    <a:lnTo>
                      <a:pt x="166" y="8"/>
                    </a:lnTo>
                    <a:lnTo>
                      <a:pt x="166" y="6"/>
                    </a:lnTo>
                    <a:lnTo>
                      <a:pt x="164" y="4"/>
                    </a:lnTo>
                    <a:lnTo>
                      <a:pt x="157" y="0"/>
                    </a:lnTo>
                    <a:lnTo>
                      <a:pt x="143" y="0"/>
                    </a:lnTo>
                    <a:lnTo>
                      <a:pt x="123" y="1"/>
                    </a:lnTo>
                    <a:lnTo>
                      <a:pt x="93" y="7"/>
                    </a:lnTo>
                    <a:lnTo>
                      <a:pt x="52" y="16"/>
                    </a:lnTo>
                    <a:close/>
                  </a:path>
                </a:pathLst>
              </a:custGeom>
              <a:solidFill>
                <a:schemeClr val="bg2">
                  <a:alpha val="100000"/>
                </a:schemeClr>
              </a:solidFill>
              <a:ln w="9525">
                <a:noFill/>
              </a:ln>
            </p:spPr>
            <p:txBody>
              <a:bodyPr/>
              <a:p>
                <a:endParaRPr lang="zh-CN" altLang="en-US"/>
              </a:p>
            </p:txBody>
          </p:sp>
          <p:sp>
            <p:nvSpPr>
              <p:cNvPr id="156790" name="Freeform 144"/>
              <p:cNvSpPr/>
              <p:nvPr/>
            </p:nvSpPr>
            <p:spPr>
              <a:xfrm>
                <a:off x="4971" y="1538"/>
                <a:ext cx="32" cy="12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25" h="893">
                    <a:moveTo>
                      <a:pt x="225" y="6"/>
                    </a:moveTo>
                    <a:lnTo>
                      <a:pt x="219" y="12"/>
                    </a:lnTo>
                    <a:lnTo>
                      <a:pt x="204" y="35"/>
                    </a:lnTo>
                    <a:lnTo>
                      <a:pt x="185" y="82"/>
                    </a:lnTo>
                    <a:lnTo>
                      <a:pt x="165" y="158"/>
                    </a:lnTo>
                    <a:lnTo>
                      <a:pt x="149" y="270"/>
                    </a:lnTo>
                    <a:lnTo>
                      <a:pt x="141" y="427"/>
                    </a:lnTo>
                    <a:lnTo>
                      <a:pt x="146" y="631"/>
                    </a:lnTo>
                    <a:lnTo>
                      <a:pt x="168" y="893"/>
                    </a:lnTo>
                    <a:lnTo>
                      <a:pt x="41" y="893"/>
                    </a:lnTo>
                    <a:lnTo>
                      <a:pt x="36" y="867"/>
                    </a:lnTo>
                    <a:lnTo>
                      <a:pt x="26" y="794"/>
                    </a:lnTo>
                    <a:lnTo>
                      <a:pt x="13" y="686"/>
                    </a:lnTo>
                    <a:lnTo>
                      <a:pt x="3" y="554"/>
                    </a:lnTo>
                    <a:lnTo>
                      <a:pt x="0" y="408"/>
                    </a:lnTo>
                    <a:lnTo>
                      <a:pt x="6" y="260"/>
                    </a:lnTo>
                    <a:lnTo>
                      <a:pt x="30" y="121"/>
                    </a:lnTo>
                    <a:lnTo>
                      <a:pt x="73" y="0"/>
                    </a:lnTo>
                    <a:lnTo>
                      <a:pt x="225" y="6"/>
                    </a:lnTo>
                    <a:close/>
                  </a:path>
                </a:pathLst>
              </a:custGeom>
              <a:solidFill>
                <a:schemeClr val="bg2">
                  <a:alpha val="100000"/>
                </a:schemeClr>
              </a:solidFill>
              <a:ln w="9525">
                <a:noFill/>
              </a:ln>
            </p:spPr>
            <p:txBody>
              <a:bodyPr/>
              <a:p>
                <a:endParaRPr lang="zh-CN" altLang="en-US"/>
              </a:p>
            </p:txBody>
          </p:sp>
          <p:sp>
            <p:nvSpPr>
              <p:cNvPr id="156791" name="Freeform 145"/>
              <p:cNvSpPr/>
              <p:nvPr/>
            </p:nvSpPr>
            <p:spPr>
              <a:xfrm>
                <a:off x="4849" y="1559"/>
                <a:ext cx="21" cy="10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45" h="699">
                    <a:moveTo>
                      <a:pt x="46" y="14"/>
                    </a:moveTo>
                    <a:lnTo>
                      <a:pt x="41" y="28"/>
                    </a:lnTo>
                    <a:lnTo>
                      <a:pt x="32" y="67"/>
                    </a:lnTo>
                    <a:lnTo>
                      <a:pt x="20" y="130"/>
                    </a:lnTo>
                    <a:lnTo>
                      <a:pt x="7" y="213"/>
                    </a:lnTo>
                    <a:lnTo>
                      <a:pt x="0" y="314"/>
                    </a:lnTo>
                    <a:lnTo>
                      <a:pt x="1" y="430"/>
                    </a:lnTo>
                    <a:lnTo>
                      <a:pt x="13" y="559"/>
                    </a:lnTo>
                    <a:lnTo>
                      <a:pt x="40" y="699"/>
                    </a:lnTo>
                    <a:lnTo>
                      <a:pt x="140" y="693"/>
                    </a:lnTo>
                    <a:lnTo>
                      <a:pt x="135" y="672"/>
                    </a:lnTo>
                    <a:lnTo>
                      <a:pt x="126" y="616"/>
                    </a:lnTo>
                    <a:lnTo>
                      <a:pt x="113" y="532"/>
                    </a:lnTo>
                    <a:lnTo>
                      <a:pt x="103" y="430"/>
                    </a:lnTo>
                    <a:lnTo>
                      <a:pt x="97" y="317"/>
                    </a:lnTo>
                    <a:lnTo>
                      <a:pt x="100" y="205"/>
                    </a:lnTo>
                    <a:lnTo>
                      <a:pt x="115" y="98"/>
                    </a:lnTo>
                    <a:lnTo>
                      <a:pt x="145" y="8"/>
                    </a:lnTo>
                    <a:lnTo>
                      <a:pt x="145" y="7"/>
                    </a:lnTo>
                    <a:lnTo>
                      <a:pt x="145" y="5"/>
                    </a:lnTo>
                    <a:lnTo>
                      <a:pt x="143" y="3"/>
                    </a:lnTo>
                    <a:lnTo>
                      <a:pt x="137" y="0"/>
                    </a:lnTo>
                    <a:lnTo>
                      <a:pt x="126" y="0"/>
                    </a:lnTo>
                    <a:lnTo>
                      <a:pt x="108" y="1"/>
                    </a:lnTo>
                    <a:lnTo>
                      <a:pt x="81" y="6"/>
                    </a:lnTo>
                    <a:lnTo>
                      <a:pt x="46" y="14"/>
                    </a:lnTo>
                    <a:close/>
                  </a:path>
                </a:pathLst>
              </a:custGeom>
              <a:solidFill>
                <a:schemeClr val="bg2">
                  <a:alpha val="100000"/>
                </a:schemeClr>
              </a:solidFill>
              <a:ln w="9525">
                <a:noFill/>
              </a:ln>
            </p:spPr>
            <p:txBody>
              <a:bodyPr/>
              <a:p>
                <a:endParaRPr lang="zh-CN" altLang="en-US"/>
              </a:p>
            </p:txBody>
          </p:sp>
          <p:sp>
            <p:nvSpPr>
              <p:cNvPr id="156792" name="Freeform 146"/>
              <p:cNvSpPr/>
              <p:nvPr/>
            </p:nvSpPr>
            <p:spPr>
              <a:xfrm>
                <a:off x="4850" y="1566"/>
                <a:ext cx="18" cy="85"/>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23" h="597">
                    <a:moveTo>
                      <a:pt x="39" y="12"/>
                    </a:moveTo>
                    <a:lnTo>
                      <a:pt x="35" y="23"/>
                    </a:lnTo>
                    <a:lnTo>
                      <a:pt x="26" y="57"/>
                    </a:lnTo>
                    <a:lnTo>
                      <a:pt x="16" y="111"/>
                    </a:lnTo>
                    <a:lnTo>
                      <a:pt x="6" y="181"/>
                    </a:lnTo>
                    <a:lnTo>
                      <a:pt x="0" y="267"/>
                    </a:lnTo>
                    <a:lnTo>
                      <a:pt x="1" y="367"/>
                    </a:lnTo>
                    <a:lnTo>
                      <a:pt x="11" y="477"/>
                    </a:lnTo>
                    <a:lnTo>
                      <a:pt x="34" y="597"/>
                    </a:lnTo>
                    <a:lnTo>
                      <a:pt x="119" y="591"/>
                    </a:lnTo>
                    <a:lnTo>
                      <a:pt x="115" y="574"/>
                    </a:lnTo>
                    <a:lnTo>
                      <a:pt x="107" y="526"/>
                    </a:lnTo>
                    <a:lnTo>
                      <a:pt x="97" y="454"/>
                    </a:lnTo>
                    <a:lnTo>
                      <a:pt x="88" y="367"/>
                    </a:lnTo>
                    <a:lnTo>
                      <a:pt x="82" y="272"/>
                    </a:lnTo>
                    <a:lnTo>
                      <a:pt x="84" y="175"/>
                    </a:lnTo>
                    <a:lnTo>
                      <a:pt x="97" y="84"/>
                    </a:lnTo>
                    <a:lnTo>
                      <a:pt x="123" y="7"/>
                    </a:lnTo>
                    <a:lnTo>
                      <a:pt x="123" y="6"/>
                    </a:lnTo>
                    <a:lnTo>
                      <a:pt x="123" y="5"/>
                    </a:lnTo>
                    <a:lnTo>
                      <a:pt x="121" y="3"/>
                    </a:lnTo>
                    <a:lnTo>
                      <a:pt x="117" y="0"/>
                    </a:lnTo>
                    <a:lnTo>
                      <a:pt x="106" y="0"/>
                    </a:lnTo>
                    <a:lnTo>
                      <a:pt x="91" y="2"/>
                    </a:lnTo>
                    <a:lnTo>
                      <a:pt x="70" y="5"/>
                    </a:lnTo>
                    <a:lnTo>
                      <a:pt x="39" y="12"/>
                    </a:lnTo>
                    <a:close/>
                  </a:path>
                </a:pathLst>
              </a:custGeom>
              <a:solidFill>
                <a:schemeClr val="bg2">
                  <a:alpha val="100000"/>
                </a:schemeClr>
              </a:solidFill>
              <a:ln w="9525">
                <a:noFill/>
              </a:ln>
            </p:spPr>
            <p:txBody>
              <a:bodyPr/>
              <a:p>
                <a:endParaRPr lang="zh-CN" altLang="en-US"/>
              </a:p>
            </p:txBody>
          </p:sp>
          <p:sp>
            <p:nvSpPr>
              <p:cNvPr id="156793" name="Freeform 147"/>
              <p:cNvSpPr/>
              <p:nvPr/>
            </p:nvSpPr>
            <p:spPr>
              <a:xfrm>
                <a:off x="4851" y="1572"/>
                <a:ext cx="15" cy="7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03" h="492">
                    <a:moveTo>
                      <a:pt x="32" y="9"/>
                    </a:moveTo>
                    <a:lnTo>
                      <a:pt x="28" y="18"/>
                    </a:lnTo>
                    <a:lnTo>
                      <a:pt x="21" y="47"/>
                    </a:lnTo>
                    <a:lnTo>
                      <a:pt x="12" y="90"/>
                    </a:lnTo>
                    <a:lnTo>
                      <a:pt x="4" y="149"/>
                    </a:lnTo>
                    <a:lnTo>
                      <a:pt x="0" y="220"/>
                    </a:lnTo>
                    <a:lnTo>
                      <a:pt x="0" y="303"/>
                    </a:lnTo>
                    <a:lnTo>
                      <a:pt x="9" y="394"/>
                    </a:lnTo>
                    <a:lnTo>
                      <a:pt x="27" y="492"/>
                    </a:lnTo>
                    <a:lnTo>
                      <a:pt x="98" y="489"/>
                    </a:lnTo>
                    <a:lnTo>
                      <a:pt x="95" y="474"/>
                    </a:lnTo>
                    <a:lnTo>
                      <a:pt x="88" y="434"/>
                    </a:lnTo>
                    <a:lnTo>
                      <a:pt x="80" y="375"/>
                    </a:lnTo>
                    <a:lnTo>
                      <a:pt x="72" y="303"/>
                    </a:lnTo>
                    <a:lnTo>
                      <a:pt x="68" y="224"/>
                    </a:lnTo>
                    <a:lnTo>
                      <a:pt x="70" y="144"/>
                    </a:lnTo>
                    <a:lnTo>
                      <a:pt x="81" y="68"/>
                    </a:lnTo>
                    <a:lnTo>
                      <a:pt x="103" y="5"/>
                    </a:lnTo>
                    <a:lnTo>
                      <a:pt x="103" y="4"/>
                    </a:lnTo>
                    <a:lnTo>
                      <a:pt x="103" y="3"/>
                    </a:lnTo>
                    <a:lnTo>
                      <a:pt x="100" y="1"/>
                    </a:lnTo>
                    <a:lnTo>
                      <a:pt x="97" y="0"/>
                    </a:lnTo>
                    <a:lnTo>
                      <a:pt x="89" y="0"/>
                    </a:lnTo>
                    <a:lnTo>
                      <a:pt x="75" y="0"/>
                    </a:lnTo>
                    <a:lnTo>
                      <a:pt x="57" y="3"/>
                    </a:lnTo>
                    <a:lnTo>
                      <a:pt x="32" y="9"/>
                    </a:lnTo>
                    <a:close/>
                  </a:path>
                </a:pathLst>
              </a:custGeom>
              <a:solidFill>
                <a:schemeClr val="bg2">
                  <a:alpha val="100000"/>
                </a:schemeClr>
              </a:solidFill>
              <a:ln w="9525">
                <a:noFill/>
              </a:ln>
            </p:spPr>
            <p:txBody>
              <a:bodyPr/>
              <a:p>
                <a:endParaRPr lang="zh-CN" altLang="en-US"/>
              </a:p>
            </p:txBody>
          </p:sp>
          <p:sp>
            <p:nvSpPr>
              <p:cNvPr id="156794" name="Freeform 148"/>
              <p:cNvSpPr/>
              <p:nvPr/>
            </p:nvSpPr>
            <p:spPr>
              <a:xfrm>
                <a:off x="4852" y="1579"/>
                <a:ext cx="12" cy="5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82" h="390">
                    <a:moveTo>
                      <a:pt x="25" y="8"/>
                    </a:moveTo>
                    <a:lnTo>
                      <a:pt x="23" y="16"/>
                    </a:lnTo>
                    <a:lnTo>
                      <a:pt x="17" y="38"/>
                    </a:lnTo>
                    <a:lnTo>
                      <a:pt x="11" y="72"/>
                    </a:lnTo>
                    <a:lnTo>
                      <a:pt x="4" y="118"/>
                    </a:lnTo>
                    <a:lnTo>
                      <a:pt x="0" y="174"/>
                    </a:lnTo>
                    <a:lnTo>
                      <a:pt x="0" y="240"/>
                    </a:lnTo>
                    <a:lnTo>
                      <a:pt x="7" y="312"/>
                    </a:lnTo>
                    <a:lnTo>
                      <a:pt x="22" y="390"/>
                    </a:lnTo>
                    <a:lnTo>
                      <a:pt x="78" y="387"/>
                    </a:lnTo>
                    <a:lnTo>
                      <a:pt x="76" y="375"/>
                    </a:lnTo>
                    <a:lnTo>
                      <a:pt x="70" y="343"/>
                    </a:lnTo>
                    <a:lnTo>
                      <a:pt x="63" y="297"/>
                    </a:lnTo>
                    <a:lnTo>
                      <a:pt x="57" y="240"/>
                    </a:lnTo>
                    <a:lnTo>
                      <a:pt x="54" y="178"/>
                    </a:lnTo>
                    <a:lnTo>
                      <a:pt x="56" y="113"/>
                    </a:lnTo>
                    <a:lnTo>
                      <a:pt x="64" y="55"/>
                    </a:lnTo>
                    <a:lnTo>
                      <a:pt x="82" y="4"/>
                    </a:lnTo>
                    <a:lnTo>
                      <a:pt x="82" y="2"/>
                    </a:lnTo>
                    <a:lnTo>
                      <a:pt x="80" y="1"/>
                    </a:lnTo>
                    <a:lnTo>
                      <a:pt x="77" y="0"/>
                    </a:lnTo>
                    <a:lnTo>
                      <a:pt x="70" y="0"/>
                    </a:lnTo>
                    <a:lnTo>
                      <a:pt x="60" y="1"/>
                    </a:lnTo>
                    <a:lnTo>
                      <a:pt x="46" y="3"/>
                    </a:lnTo>
                    <a:lnTo>
                      <a:pt x="25" y="8"/>
                    </a:lnTo>
                    <a:close/>
                  </a:path>
                </a:pathLst>
              </a:custGeom>
              <a:solidFill>
                <a:schemeClr val="bg2">
                  <a:alpha val="100000"/>
                </a:schemeClr>
              </a:solidFill>
              <a:ln w="9525">
                <a:noFill/>
              </a:ln>
            </p:spPr>
            <p:txBody>
              <a:bodyPr/>
              <a:p>
                <a:endParaRPr lang="zh-CN" altLang="en-US"/>
              </a:p>
            </p:txBody>
          </p:sp>
          <p:sp>
            <p:nvSpPr>
              <p:cNvPr id="156795" name="Freeform 149"/>
              <p:cNvSpPr/>
              <p:nvPr/>
            </p:nvSpPr>
            <p:spPr>
              <a:xfrm>
                <a:off x="4853" y="1586"/>
                <a:ext cx="8" cy="4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9" h="288">
                    <a:moveTo>
                      <a:pt x="18" y="6"/>
                    </a:moveTo>
                    <a:lnTo>
                      <a:pt x="17" y="11"/>
                    </a:lnTo>
                    <a:lnTo>
                      <a:pt x="13" y="27"/>
                    </a:lnTo>
                    <a:lnTo>
                      <a:pt x="7" y="53"/>
                    </a:lnTo>
                    <a:lnTo>
                      <a:pt x="2" y="87"/>
                    </a:lnTo>
                    <a:lnTo>
                      <a:pt x="0" y="130"/>
                    </a:lnTo>
                    <a:lnTo>
                      <a:pt x="0" y="177"/>
                    </a:lnTo>
                    <a:lnTo>
                      <a:pt x="5" y="231"/>
                    </a:lnTo>
                    <a:lnTo>
                      <a:pt x="16" y="288"/>
                    </a:lnTo>
                    <a:lnTo>
                      <a:pt x="57" y="286"/>
                    </a:lnTo>
                    <a:lnTo>
                      <a:pt x="56" y="278"/>
                    </a:lnTo>
                    <a:lnTo>
                      <a:pt x="51" y="254"/>
                    </a:lnTo>
                    <a:lnTo>
                      <a:pt x="47" y="219"/>
                    </a:lnTo>
                    <a:lnTo>
                      <a:pt x="42" y="177"/>
                    </a:lnTo>
                    <a:lnTo>
                      <a:pt x="40" y="131"/>
                    </a:lnTo>
                    <a:lnTo>
                      <a:pt x="41" y="84"/>
                    </a:lnTo>
                    <a:lnTo>
                      <a:pt x="47" y="40"/>
                    </a:lnTo>
                    <a:lnTo>
                      <a:pt x="59" y="3"/>
                    </a:lnTo>
                    <a:lnTo>
                      <a:pt x="59" y="2"/>
                    </a:lnTo>
                    <a:lnTo>
                      <a:pt x="58" y="1"/>
                    </a:lnTo>
                    <a:lnTo>
                      <a:pt x="56" y="0"/>
                    </a:lnTo>
                    <a:lnTo>
                      <a:pt x="51" y="0"/>
                    </a:lnTo>
                    <a:lnTo>
                      <a:pt x="45" y="0"/>
                    </a:lnTo>
                    <a:lnTo>
                      <a:pt x="33" y="2"/>
                    </a:lnTo>
                    <a:lnTo>
                      <a:pt x="18" y="6"/>
                    </a:lnTo>
                    <a:close/>
                  </a:path>
                </a:pathLst>
              </a:custGeom>
              <a:solidFill>
                <a:schemeClr val="bg2">
                  <a:alpha val="100000"/>
                </a:schemeClr>
              </a:solidFill>
              <a:ln w="9525">
                <a:noFill/>
              </a:ln>
            </p:spPr>
            <p:txBody>
              <a:bodyPr/>
              <a:p>
                <a:endParaRPr lang="zh-CN" altLang="en-US"/>
              </a:p>
            </p:txBody>
          </p:sp>
          <p:sp>
            <p:nvSpPr>
              <p:cNvPr id="156796" name="Freeform 150"/>
              <p:cNvSpPr/>
              <p:nvPr/>
            </p:nvSpPr>
            <p:spPr>
              <a:xfrm>
                <a:off x="4972" y="1546"/>
                <a:ext cx="28" cy="11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98" h="779">
                    <a:moveTo>
                      <a:pt x="198" y="6"/>
                    </a:moveTo>
                    <a:lnTo>
                      <a:pt x="194" y="12"/>
                    </a:lnTo>
                    <a:lnTo>
                      <a:pt x="180" y="31"/>
                    </a:lnTo>
                    <a:lnTo>
                      <a:pt x="163" y="72"/>
                    </a:lnTo>
                    <a:lnTo>
                      <a:pt x="146" y="138"/>
                    </a:lnTo>
                    <a:lnTo>
                      <a:pt x="132" y="236"/>
                    </a:lnTo>
                    <a:lnTo>
                      <a:pt x="125" y="373"/>
                    </a:lnTo>
                    <a:lnTo>
                      <a:pt x="130" y="551"/>
                    </a:lnTo>
                    <a:lnTo>
                      <a:pt x="148" y="779"/>
                    </a:lnTo>
                    <a:lnTo>
                      <a:pt x="37" y="779"/>
                    </a:lnTo>
                    <a:lnTo>
                      <a:pt x="34" y="756"/>
                    </a:lnTo>
                    <a:lnTo>
                      <a:pt x="23" y="693"/>
                    </a:lnTo>
                    <a:lnTo>
                      <a:pt x="13" y="599"/>
                    </a:lnTo>
                    <a:lnTo>
                      <a:pt x="4" y="483"/>
                    </a:lnTo>
                    <a:lnTo>
                      <a:pt x="0" y="357"/>
                    </a:lnTo>
                    <a:lnTo>
                      <a:pt x="7" y="227"/>
                    </a:lnTo>
                    <a:lnTo>
                      <a:pt x="27" y="105"/>
                    </a:lnTo>
                    <a:lnTo>
                      <a:pt x="65" y="0"/>
                    </a:lnTo>
                    <a:lnTo>
                      <a:pt x="198" y="6"/>
                    </a:lnTo>
                    <a:close/>
                  </a:path>
                </a:pathLst>
              </a:custGeom>
              <a:solidFill>
                <a:schemeClr val="bg2">
                  <a:alpha val="100000"/>
                </a:schemeClr>
              </a:solidFill>
              <a:ln w="9525">
                <a:noFill/>
              </a:ln>
            </p:spPr>
            <p:txBody>
              <a:bodyPr/>
              <a:p>
                <a:endParaRPr lang="zh-CN" altLang="en-US"/>
              </a:p>
            </p:txBody>
          </p:sp>
          <p:sp>
            <p:nvSpPr>
              <p:cNvPr id="156797" name="Freeform 151"/>
              <p:cNvSpPr/>
              <p:nvPr/>
            </p:nvSpPr>
            <p:spPr>
              <a:xfrm>
                <a:off x="4973" y="1553"/>
                <a:ext cx="24" cy="9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69" h="666">
                    <a:moveTo>
                      <a:pt x="169" y="5"/>
                    </a:moveTo>
                    <a:lnTo>
                      <a:pt x="164" y="10"/>
                    </a:lnTo>
                    <a:lnTo>
                      <a:pt x="154" y="27"/>
                    </a:lnTo>
                    <a:lnTo>
                      <a:pt x="139" y="61"/>
                    </a:lnTo>
                    <a:lnTo>
                      <a:pt x="124" y="118"/>
                    </a:lnTo>
                    <a:lnTo>
                      <a:pt x="113" y="201"/>
                    </a:lnTo>
                    <a:lnTo>
                      <a:pt x="107" y="318"/>
                    </a:lnTo>
                    <a:lnTo>
                      <a:pt x="110" y="470"/>
                    </a:lnTo>
                    <a:lnTo>
                      <a:pt x="126" y="666"/>
                    </a:lnTo>
                    <a:lnTo>
                      <a:pt x="31" y="666"/>
                    </a:lnTo>
                    <a:lnTo>
                      <a:pt x="28" y="646"/>
                    </a:lnTo>
                    <a:lnTo>
                      <a:pt x="20" y="592"/>
                    </a:lnTo>
                    <a:lnTo>
                      <a:pt x="11" y="512"/>
                    </a:lnTo>
                    <a:lnTo>
                      <a:pt x="3" y="413"/>
                    </a:lnTo>
                    <a:lnTo>
                      <a:pt x="0" y="305"/>
                    </a:lnTo>
                    <a:lnTo>
                      <a:pt x="6" y="195"/>
                    </a:lnTo>
                    <a:lnTo>
                      <a:pt x="23" y="90"/>
                    </a:lnTo>
                    <a:lnTo>
                      <a:pt x="55" y="0"/>
                    </a:lnTo>
                    <a:lnTo>
                      <a:pt x="169" y="5"/>
                    </a:lnTo>
                    <a:close/>
                  </a:path>
                </a:pathLst>
              </a:custGeom>
              <a:solidFill>
                <a:schemeClr val="bg2">
                  <a:alpha val="100000"/>
                </a:schemeClr>
              </a:solidFill>
              <a:ln w="9525">
                <a:noFill/>
              </a:ln>
            </p:spPr>
            <p:txBody>
              <a:bodyPr/>
              <a:p>
                <a:endParaRPr lang="zh-CN" altLang="en-US"/>
              </a:p>
            </p:txBody>
          </p:sp>
          <p:sp>
            <p:nvSpPr>
              <p:cNvPr id="156798" name="Freeform 152"/>
              <p:cNvSpPr/>
              <p:nvPr/>
            </p:nvSpPr>
            <p:spPr>
              <a:xfrm>
                <a:off x="4974" y="1561"/>
                <a:ext cx="20" cy="7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40" h="551">
                    <a:moveTo>
                      <a:pt x="140" y="5"/>
                    </a:moveTo>
                    <a:lnTo>
                      <a:pt x="136" y="8"/>
                    </a:lnTo>
                    <a:lnTo>
                      <a:pt x="127" y="23"/>
                    </a:lnTo>
                    <a:lnTo>
                      <a:pt x="116" y="51"/>
                    </a:lnTo>
                    <a:lnTo>
                      <a:pt x="103" y="98"/>
                    </a:lnTo>
                    <a:lnTo>
                      <a:pt x="94" y="167"/>
                    </a:lnTo>
                    <a:lnTo>
                      <a:pt x="90" y="264"/>
                    </a:lnTo>
                    <a:lnTo>
                      <a:pt x="92" y="390"/>
                    </a:lnTo>
                    <a:lnTo>
                      <a:pt x="106" y="551"/>
                    </a:lnTo>
                    <a:lnTo>
                      <a:pt x="27" y="551"/>
                    </a:lnTo>
                    <a:lnTo>
                      <a:pt x="24" y="535"/>
                    </a:lnTo>
                    <a:lnTo>
                      <a:pt x="17" y="490"/>
                    </a:lnTo>
                    <a:lnTo>
                      <a:pt x="9" y="423"/>
                    </a:lnTo>
                    <a:lnTo>
                      <a:pt x="3" y="342"/>
                    </a:lnTo>
                    <a:lnTo>
                      <a:pt x="0" y="252"/>
                    </a:lnTo>
                    <a:lnTo>
                      <a:pt x="5" y="161"/>
                    </a:lnTo>
                    <a:lnTo>
                      <a:pt x="20" y="75"/>
                    </a:lnTo>
                    <a:lnTo>
                      <a:pt x="46" y="0"/>
                    </a:lnTo>
                    <a:lnTo>
                      <a:pt x="140" y="5"/>
                    </a:lnTo>
                    <a:close/>
                  </a:path>
                </a:pathLst>
              </a:custGeom>
              <a:solidFill>
                <a:schemeClr val="bg2">
                  <a:alpha val="100000"/>
                </a:schemeClr>
              </a:solidFill>
              <a:ln w="9525">
                <a:noFill/>
              </a:ln>
            </p:spPr>
            <p:txBody>
              <a:bodyPr/>
              <a:p>
                <a:endParaRPr lang="zh-CN" altLang="en-US"/>
              </a:p>
            </p:txBody>
          </p:sp>
          <p:sp>
            <p:nvSpPr>
              <p:cNvPr id="156799" name="Freeform 153"/>
              <p:cNvSpPr/>
              <p:nvPr/>
            </p:nvSpPr>
            <p:spPr>
              <a:xfrm>
                <a:off x="4975" y="1569"/>
                <a:ext cx="16" cy="62"/>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1" h="437">
                    <a:moveTo>
                      <a:pt x="111" y="4"/>
                    </a:moveTo>
                    <a:lnTo>
                      <a:pt x="108" y="7"/>
                    </a:lnTo>
                    <a:lnTo>
                      <a:pt x="101" y="18"/>
                    </a:lnTo>
                    <a:lnTo>
                      <a:pt x="92" y="41"/>
                    </a:lnTo>
                    <a:lnTo>
                      <a:pt x="82" y="77"/>
                    </a:lnTo>
                    <a:lnTo>
                      <a:pt x="75" y="133"/>
                    </a:lnTo>
                    <a:lnTo>
                      <a:pt x="70" y="208"/>
                    </a:lnTo>
                    <a:lnTo>
                      <a:pt x="72" y="309"/>
                    </a:lnTo>
                    <a:lnTo>
                      <a:pt x="83" y="437"/>
                    </a:lnTo>
                    <a:lnTo>
                      <a:pt x="21" y="437"/>
                    </a:lnTo>
                    <a:lnTo>
                      <a:pt x="19" y="424"/>
                    </a:lnTo>
                    <a:lnTo>
                      <a:pt x="13" y="389"/>
                    </a:lnTo>
                    <a:lnTo>
                      <a:pt x="7" y="336"/>
                    </a:lnTo>
                    <a:lnTo>
                      <a:pt x="3" y="272"/>
                    </a:lnTo>
                    <a:lnTo>
                      <a:pt x="0" y="200"/>
                    </a:lnTo>
                    <a:lnTo>
                      <a:pt x="5" y="128"/>
                    </a:lnTo>
                    <a:lnTo>
                      <a:pt x="16" y="59"/>
                    </a:lnTo>
                    <a:lnTo>
                      <a:pt x="37" y="0"/>
                    </a:lnTo>
                    <a:lnTo>
                      <a:pt x="111" y="4"/>
                    </a:lnTo>
                    <a:close/>
                  </a:path>
                </a:pathLst>
              </a:custGeom>
              <a:solidFill>
                <a:schemeClr val="bg2">
                  <a:alpha val="100000"/>
                </a:schemeClr>
              </a:solidFill>
              <a:ln w="9525">
                <a:noFill/>
              </a:ln>
            </p:spPr>
            <p:txBody>
              <a:bodyPr/>
              <a:p>
                <a:endParaRPr lang="zh-CN" altLang="en-US"/>
              </a:p>
            </p:txBody>
          </p:sp>
          <p:sp>
            <p:nvSpPr>
              <p:cNvPr id="156800" name="Freeform 154"/>
              <p:cNvSpPr/>
              <p:nvPr/>
            </p:nvSpPr>
            <p:spPr>
              <a:xfrm>
                <a:off x="4976" y="1577"/>
                <a:ext cx="12" cy="46"/>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82" h="322">
                    <a:moveTo>
                      <a:pt x="82" y="3"/>
                    </a:moveTo>
                    <a:lnTo>
                      <a:pt x="79" y="5"/>
                    </a:lnTo>
                    <a:lnTo>
                      <a:pt x="75" y="13"/>
                    </a:lnTo>
                    <a:lnTo>
                      <a:pt x="67" y="30"/>
                    </a:lnTo>
                    <a:lnTo>
                      <a:pt x="60" y="57"/>
                    </a:lnTo>
                    <a:lnTo>
                      <a:pt x="54" y="98"/>
                    </a:lnTo>
                    <a:lnTo>
                      <a:pt x="52" y="154"/>
                    </a:lnTo>
                    <a:lnTo>
                      <a:pt x="53" y="228"/>
                    </a:lnTo>
                    <a:lnTo>
                      <a:pt x="61" y="322"/>
                    </a:lnTo>
                    <a:lnTo>
                      <a:pt x="15" y="322"/>
                    </a:lnTo>
                    <a:lnTo>
                      <a:pt x="14" y="313"/>
                    </a:lnTo>
                    <a:lnTo>
                      <a:pt x="9" y="287"/>
                    </a:lnTo>
                    <a:lnTo>
                      <a:pt x="5" y="247"/>
                    </a:lnTo>
                    <a:lnTo>
                      <a:pt x="1" y="200"/>
                    </a:lnTo>
                    <a:lnTo>
                      <a:pt x="0" y="147"/>
                    </a:lnTo>
                    <a:lnTo>
                      <a:pt x="3" y="95"/>
                    </a:lnTo>
                    <a:lnTo>
                      <a:pt x="11" y="44"/>
                    </a:lnTo>
                    <a:lnTo>
                      <a:pt x="27" y="0"/>
                    </a:lnTo>
                    <a:lnTo>
                      <a:pt x="82" y="3"/>
                    </a:lnTo>
                    <a:close/>
                  </a:path>
                </a:pathLst>
              </a:custGeom>
              <a:solidFill>
                <a:schemeClr val="bg2">
                  <a:alpha val="100000"/>
                </a:schemeClr>
              </a:solidFill>
              <a:ln w="9525">
                <a:noFill/>
              </a:ln>
            </p:spPr>
            <p:txBody>
              <a:bodyPr/>
              <a:p>
                <a:endParaRPr lang="zh-CN" altLang="en-US"/>
              </a:p>
            </p:txBody>
          </p:sp>
          <p:sp>
            <p:nvSpPr>
              <p:cNvPr id="156801" name="Rectangle 155"/>
              <p:cNvSpPr/>
              <p:nvPr/>
            </p:nvSpPr>
            <p:spPr>
              <a:xfrm>
                <a:off x="4824" y="1565"/>
                <a:ext cx="4" cy="146"/>
              </a:xfrm>
              <a:prstGeom prst="rect">
                <a:avLst/>
              </a:prstGeom>
              <a:solidFill>
                <a:srgbClr val="DDDDDD"/>
              </a:solidFill>
              <a:ln w="9525">
                <a:noFill/>
              </a:ln>
            </p:spPr>
            <p:txBody>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56802" name="Freeform 156"/>
              <p:cNvSpPr/>
              <p:nvPr/>
            </p:nvSpPr>
            <p:spPr>
              <a:xfrm>
                <a:off x="4876" y="1563"/>
                <a:ext cx="57" cy="67"/>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398" h="469">
                    <a:moveTo>
                      <a:pt x="37" y="44"/>
                    </a:moveTo>
                    <a:lnTo>
                      <a:pt x="33" y="53"/>
                    </a:lnTo>
                    <a:lnTo>
                      <a:pt x="27" y="79"/>
                    </a:lnTo>
                    <a:lnTo>
                      <a:pt x="17" y="120"/>
                    </a:lnTo>
                    <a:lnTo>
                      <a:pt x="8" y="174"/>
                    </a:lnTo>
                    <a:lnTo>
                      <a:pt x="1" y="238"/>
                    </a:lnTo>
                    <a:lnTo>
                      <a:pt x="0" y="309"/>
                    </a:lnTo>
                    <a:lnTo>
                      <a:pt x="7" y="387"/>
                    </a:lnTo>
                    <a:lnTo>
                      <a:pt x="24" y="469"/>
                    </a:lnTo>
                    <a:lnTo>
                      <a:pt x="24" y="466"/>
                    </a:lnTo>
                    <a:lnTo>
                      <a:pt x="24" y="455"/>
                    </a:lnTo>
                    <a:lnTo>
                      <a:pt x="24" y="438"/>
                    </a:lnTo>
                    <a:lnTo>
                      <a:pt x="24" y="417"/>
                    </a:lnTo>
                    <a:lnTo>
                      <a:pt x="27" y="391"/>
                    </a:lnTo>
                    <a:lnTo>
                      <a:pt x="30" y="363"/>
                    </a:lnTo>
                    <a:lnTo>
                      <a:pt x="35" y="332"/>
                    </a:lnTo>
                    <a:lnTo>
                      <a:pt x="41" y="300"/>
                    </a:lnTo>
                    <a:lnTo>
                      <a:pt x="52" y="268"/>
                    </a:lnTo>
                    <a:lnTo>
                      <a:pt x="64" y="237"/>
                    </a:lnTo>
                    <a:lnTo>
                      <a:pt x="79" y="207"/>
                    </a:lnTo>
                    <a:lnTo>
                      <a:pt x="99" y="179"/>
                    </a:lnTo>
                    <a:lnTo>
                      <a:pt x="123" y="155"/>
                    </a:lnTo>
                    <a:lnTo>
                      <a:pt x="150" y="136"/>
                    </a:lnTo>
                    <a:lnTo>
                      <a:pt x="183" y="122"/>
                    </a:lnTo>
                    <a:lnTo>
                      <a:pt x="221" y="114"/>
                    </a:lnTo>
                    <a:lnTo>
                      <a:pt x="223" y="112"/>
                    </a:lnTo>
                    <a:lnTo>
                      <a:pt x="230" y="107"/>
                    </a:lnTo>
                    <a:lnTo>
                      <a:pt x="242" y="99"/>
                    </a:lnTo>
                    <a:lnTo>
                      <a:pt x="260" y="88"/>
                    </a:lnTo>
                    <a:lnTo>
                      <a:pt x="284" y="74"/>
                    </a:lnTo>
                    <a:lnTo>
                      <a:pt x="315" y="58"/>
                    </a:lnTo>
                    <a:lnTo>
                      <a:pt x="352" y="39"/>
                    </a:lnTo>
                    <a:lnTo>
                      <a:pt x="398" y="19"/>
                    </a:lnTo>
                    <a:lnTo>
                      <a:pt x="396" y="17"/>
                    </a:lnTo>
                    <a:lnTo>
                      <a:pt x="389" y="16"/>
                    </a:lnTo>
                    <a:lnTo>
                      <a:pt x="379" y="14"/>
                    </a:lnTo>
                    <a:lnTo>
                      <a:pt x="364" y="12"/>
                    </a:lnTo>
                    <a:lnTo>
                      <a:pt x="347" y="8"/>
                    </a:lnTo>
                    <a:lnTo>
                      <a:pt x="326" y="6"/>
                    </a:lnTo>
                    <a:lnTo>
                      <a:pt x="302" y="4"/>
                    </a:lnTo>
                    <a:lnTo>
                      <a:pt x="277" y="1"/>
                    </a:lnTo>
                    <a:lnTo>
                      <a:pt x="250" y="0"/>
                    </a:lnTo>
                    <a:lnTo>
                      <a:pt x="221" y="1"/>
                    </a:lnTo>
                    <a:lnTo>
                      <a:pt x="191" y="3"/>
                    </a:lnTo>
                    <a:lnTo>
                      <a:pt x="160" y="6"/>
                    </a:lnTo>
                    <a:lnTo>
                      <a:pt x="129" y="12"/>
                    </a:lnTo>
                    <a:lnTo>
                      <a:pt x="97" y="20"/>
                    </a:lnTo>
                    <a:lnTo>
                      <a:pt x="67" y="30"/>
                    </a:lnTo>
                    <a:lnTo>
                      <a:pt x="37" y="44"/>
                    </a:lnTo>
                    <a:close/>
                  </a:path>
                </a:pathLst>
              </a:custGeom>
              <a:solidFill>
                <a:srgbClr val="999999">
                  <a:alpha val="100000"/>
                </a:srgbClr>
              </a:solidFill>
              <a:ln w="9525">
                <a:noFill/>
              </a:ln>
            </p:spPr>
            <p:txBody>
              <a:bodyPr/>
              <a:p>
                <a:endParaRPr lang="zh-CN" altLang="en-US"/>
              </a:p>
            </p:txBody>
          </p:sp>
          <p:sp>
            <p:nvSpPr>
              <p:cNvPr id="156803" name="Freeform 157"/>
              <p:cNvSpPr/>
              <p:nvPr/>
            </p:nvSpPr>
            <p:spPr>
              <a:xfrm>
                <a:off x="4797" y="1613"/>
                <a:ext cx="46" cy="13"/>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325" h="89">
                    <a:moveTo>
                      <a:pt x="0" y="57"/>
                    </a:moveTo>
                    <a:lnTo>
                      <a:pt x="0" y="55"/>
                    </a:lnTo>
                    <a:lnTo>
                      <a:pt x="2" y="52"/>
                    </a:lnTo>
                    <a:lnTo>
                      <a:pt x="6" y="47"/>
                    </a:lnTo>
                    <a:lnTo>
                      <a:pt x="12" y="41"/>
                    </a:lnTo>
                    <a:lnTo>
                      <a:pt x="20" y="34"/>
                    </a:lnTo>
                    <a:lnTo>
                      <a:pt x="29" y="27"/>
                    </a:lnTo>
                    <a:lnTo>
                      <a:pt x="41" y="20"/>
                    </a:lnTo>
                    <a:lnTo>
                      <a:pt x="57" y="13"/>
                    </a:lnTo>
                    <a:lnTo>
                      <a:pt x="77" y="7"/>
                    </a:lnTo>
                    <a:lnTo>
                      <a:pt x="98" y="3"/>
                    </a:lnTo>
                    <a:lnTo>
                      <a:pt x="126" y="0"/>
                    </a:lnTo>
                    <a:lnTo>
                      <a:pt x="156" y="0"/>
                    </a:lnTo>
                    <a:lnTo>
                      <a:pt x="191" y="3"/>
                    </a:lnTo>
                    <a:lnTo>
                      <a:pt x="230" y="8"/>
                    </a:lnTo>
                    <a:lnTo>
                      <a:pt x="275" y="18"/>
                    </a:lnTo>
                    <a:lnTo>
                      <a:pt x="325" y="31"/>
                    </a:lnTo>
                    <a:lnTo>
                      <a:pt x="318" y="51"/>
                    </a:lnTo>
                    <a:lnTo>
                      <a:pt x="316" y="50"/>
                    </a:lnTo>
                    <a:lnTo>
                      <a:pt x="308" y="47"/>
                    </a:lnTo>
                    <a:lnTo>
                      <a:pt x="295" y="44"/>
                    </a:lnTo>
                    <a:lnTo>
                      <a:pt x="279" y="39"/>
                    </a:lnTo>
                    <a:lnTo>
                      <a:pt x="260" y="35"/>
                    </a:lnTo>
                    <a:lnTo>
                      <a:pt x="238" y="30"/>
                    </a:lnTo>
                    <a:lnTo>
                      <a:pt x="214" y="27"/>
                    </a:lnTo>
                    <a:lnTo>
                      <a:pt x="188" y="24"/>
                    </a:lnTo>
                    <a:lnTo>
                      <a:pt x="161" y="23"/>
                    </a:lnTo>
                    <a:lnTo>
                      <a:pt x="134" y="23"/>
                    </a:lnTo>
                    <a:lnTo>
                      <a:pt x="108" y="26"/>
                    </a:lnTo>
                    <a:lnTo>
                      <a:pt x="82" y="31"/>
                    </a:lnTo>
                    <a:lnTo>
                      <a:pt x="58" y="41"/>
                    </a:lnTo>
                    <a:lnTo>
                      <a:pt x="36" y="52"/>
                    </a:lnTo>
                    <a:lnTo>
                      <a:pt x="16" y="68"/>
                    </a:lnTo>
                    <a:lnTo>
                      <a:pt x="0" y="89"/>
                    </a:lnTo>
                    <a:lnTo>
                      <a:pt x="0" y="57"/>
                    </a:lnTo>
                    <a:close/>
                  </a:path>
                </a:pathLst>
              </a:custGeom>
              <a:solidFill>
                <a:srgbClr val="000000">
                  <a:alpha val="100000"/>
                </a:srgbClr>
              </a:solidFill>
              <a:ln w="9525">
                <a:noFill/>
              </a:ln>
            </p:spPr>
            <p:txBody>
              <a:bodyPr/>
              <a:p>
                <a:endParaRPr lang="zh-CN" altLang="en-US"/>
              </a:p>
            </p:txBody>
          </p:sp>
          <p:sp>
            <p:nvSpPr>
              <p:cNvPr id="156804" name="Freeform 158"/>
              <p:cNvSpPr/>
              <p:nvPr/>
            </p:nvSpPr>
            <p:spPr>
              <a:xfrm>
                <a:off x="4797" y="1583"/>
                <a:ext cx="46" cy="13"/>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325" h="89">
                    <a:moveTo>
                      <a:pt x="0" y="56"/>
                    </a:moveTo>
                    <a:lnTo>
                      <a:pt x="0" y="55"/>
                    </a:lnTo>
                    <a:lnTo>
                      <a:pt x="2" y="52"/>
                    </a:lnTo>
                    <a:lnTo>
                      <a:pt x="6" y="47"/>
                    </a:lnTo>
                    <a:lnTo>
                      <a:pt x="12" y="40"/>
                    </a:lnTo>
                    <a:lnTo>
                      <a:pt x="20" y="33"/>
                    </a:lnTo>
                    <a:lnTo>
                      <a:pt x="29" y="27"/>
                    </a:lnTo>
                    <a:lnTo>
                      <a:pt x="41" y="18"/>
                    </a:lnTo>
                    <a:lnTo>
                      <a:pt x="57" y="13"/>
                    </a:lnTo>
                    <a:lnTo>
                      <a:pt x="77" y="7"/>
                    </a:lnTo>
                    <a:lnTo>
                      <a:pt x="98" y="2"/>
                    </a:lnTo>
                    <a:lnTo>
                      <a:pt x="126" y="0"/>
                    </a:lnTo>
                    <a:lnTo>
                      <a:pt x="156" y="0"/>
                    </a:lnTo>
                    <a:lnTo>
                      <a:pt x="191" y="2"/>
                    </a:lnTo>
                    <a:lnTo>
                      <a:pt x="230" y="8"/>
                    </a:lnTo>
                    <a:lnTo>
                      <a:pt x="275" y="17"/>
                    </a:lnTo>
                    <a:lnTo>
                      <a:pt x="325" y="31"/>
                    </a:lnTo>
                    <a:lnTo>
                      <a:pt x="318" y="49"/>
                    </a:lnTo>
                    <a:lnTo>
                      <a:pt x="316" y="48"/>
                    </a:lnTo>
                    <a:lnTo>
                      <a:pt x="308" y="46"/>
                    </a:lnTo>
                    <a:lnTo>
                      <a:pt x="295" y="43"/>
                    </a:lnTo>
                    <a:lnTo>
                      <a:pt x="279" y="38"/>
                    </a:lnTo>
                    <a:lnTo>
                      <a:pt x="260" y="35"/>
                    </a:lnTo>
                    <a:lnTo>
                      <a:pt x="238" y="30"/>
                    </a:lnTo>
                    <a:lnTo>
                      <a:pt x="214" y="27"/>
                    </a:lnTo>
                    <a:lnTo>
                      <a:pt x="188" y="23"/>
                    </a:lnTo>
                    <a:lnTo>
                      <a:pt x="161" y="22"/>
                    </a:lnTo>
                    <a:lnTo>
                      <a:pt x="134" y="23"/>
                    </a:lnTo>
                    <a:lnTo>
                      <a:pt x="108" y="25"/>
                    </a:lnTo>
                    <a:lnTo>
                      <a:pt x="82" y="31"/>
                    </a:lnTo>
                    <a:lnTo>
                      <a:pt x="58" y="40"/>
                    </a:lnTo>
                    <a:lnTo>
                      <a:pt x="36" y="52"/>
                    </a:lnTo>
                    <a:lnTo>
                      <a:pt x="16" y="68"/>
                    </a:lnTo>
                    <a:lnTo>
                      <a:pt x="0" y="89"/>
                    </a:lnTo>
                    <a:lnTo>
                      <a:pt x="0" y="56"/>
                    </a:lnTo>
                    <a:close/>
                  </a:path>
                </a:pathLst>
              </a:custGeom>
              <a:solidFill>
                <a:srgbClr val="000000">
                  <a:alpha val="100000"/>
                </a:srgbClr>
              </a:solidFill>
              <a:ln w="9525">
                <a:noFill/>
              </a:ln>
            </p:spPr>
            <p:txBody>
              <a:bodyPr/>
              <a:p>
                <a:endParaRPr lang="zh-CN" altLang="en-US"/>
              </a:p>
            </p:txBody>
          </p:sp>
          <p:sp>
            <p:nvSpPr>
              <p:cNvPr id="156805" name="Freeform 159"/>
              <p:cNvSpPr/>
              <p:nvPr/>
            </p:nvSpPr>
            <p:spPr>
              <a:xfrm>
                <a:off x="4841" y="1568"/>
                <a:ext cx="75" cy="13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28" h="975">
                    <a:moveTo>
                      <a:pt x="0" y="0"/>
                    </a:moveTo>
                    <a:lnTo>
                      <a:pt x="0" y="943"/>
                    </a:lnTo>
                    <a:lnTo>
                      <a:pt x="159" y="975"/>
                    </a:lnTo>
                    <a:lnTo>
                      <a:pt x="152" y="848"/>
                    </a:lnTo>
                    <a:lnTo>
                      <a:pt x="528" y="905"/>
                    </a:lnTo>
                    <a:lnTo>
                      <a:pt x="521" y="855"/>
                    </a:lnTo>
                    <a:lnTo>
                      <a:pt x="261" y="822"/>
                    </a:lnTo>
                    <a:lnTo>
                      <a:pt x="254" y="713"/>
                    </a:lnTo>
                    <a:lnTo>
                      <a:pt x="77" y="713"/>
                    </a:lnTo>
                    <a:lnTo>
                      <a:pt x="72" y="699"/>
                    </a:lnTo>
                    <a:lnTo>
                      <a:pt x="60" y="659"/>
                    </a:lnTo>
                    <a:lnTo>
                      <a:pt x="44" y="595"/>
                    </a:lnTo>
                    <a:lnTo>
                      <a:pt x="28" y="511"/>
                    </a:lnTo>
                    <a:lnTo>
                      <a:pt x="16" y="410"/>
                    </a:lnTo>
                    <a:lnTo>
                      <a:pt x="12" y="294"/>
                    </a:lnTo>
                    <a:lnTo>
                      <a:pt x="21" y="167"/>
                    </a:lnTo>
                    <a:lnTo>
                      <a:pt x="45" y="32"/>
                    </a:lnTo>
                    <a:lnTo>
                      <a:pt x="0" y="0"/>
                    </a:lnTo>
                    <a:close/>
                  </a:path>
                </a:pathLst>
              </a:custGeom>
              <a:solidFill>
                <a:schemeClr val="bg2">
                  <a:alpha val="100000"/>
                </a:schemeClr>
              </a:solidFill>
              <a:ln w="9525">
                <a:noFill/>
              </a:ln>
            </p:spPr>
            <p:txBody>
              <a:bodyPr/>
              <a:p>
                <a:endParaRPr lang="zh-CN" altLang="en-US"/>
              </a:p>
            </p:txBody>
          </p:sp>
          <p:sp>
            <p:nvSpPr>
              <p:cNvPr id="156806" name="Freeform 160"/>
              <p:cNvSpPr/>
              <p:nvPr/>
            </p:nvSpPr>
            <p:spPr>
              <a:xfrm>
                <a:off x="4878" y="1536"/>
                <a:ext cx="97" cy="1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678" h="133">
                    <a:moveTo>
                      <a:pt x="0" y="133"/>
                    </a:moveTo>
                    <a:lnTo>
                      <a:pt x="4" y="132"/>
                    </a:lnTo>
                    <a:lnTo>
                      <a:pt x="15" y="127"/>
                    </a:lnTo>
                    <a:lnTo>
                      <a:pt x="32" y="122"/>
                    </a:lnTo>
                    <a:lnTo>
                      <a:pt x="56" y="114"/>
                    </a:lnTo>
                    <a:lnTo>
                      <a:pt x="86" y="104"/>
                    </a:lnTo>
                    <a:lnTo>
                      <a:pt x="120" y="95"/>
                    </a:lnTo>
                    <a:lnTo>
                      <a:pt x="160" y="86"/>
                    </a:lnTo>
                    <a:lnTo>
                      <a:pt x="204" y="78"/>
                    </a:lnTo>
                    <a:lnTo>
                      <a:pt x="252" y="70"/>
                    </a:lnTo>
                    <a:lnTo>
                      <a:pt x="303" y="64"/>
                    </a:lnTo>
                    <a:lnTo>
                      <a:pt x="358" y="60"/>
                    </a:lnTo>
                    <a:lnTo>
                      <a:pt x="414" y="58"/>
                    </a:lnTo>
                    <a:lnTo>
                      <a:pt x="474" y="60"/>
                    </a:lnTo>
                    <a:lnTo>
                      <a:pt x="534" y="65"/>
                    </a:lnTo>
                    <a:lnTo>
                      <a:pt x="596" y="74"/>
                    </a:lnTo>
                    <a:lnTo>
                      <a:pt x="659" y="88"/>
                    </a:lnTo>
                    <a:lnTo>
                      <a:pt x="678" y="0"/>
                    </a:lnTo>
                    <a:lnTo>
                      <a:pt x="674" y="0"/>
                    </a:lnTo>
                    <a:lnTo>
                      <a:pt x="659" y="0"/>
                    </a:lnTo>
                    <a:lnTo>
                      <a:pt x="636" y="0"/>
                    </a:lnTo>
                    <a:lnTo>
                      <a:pt x="606" y="1"/>
                    </a:lnTo>
                    <a:lnTo>
                      <a:pt x="570" y="2"/>
                    </a:lnTo>
                    <a:lnTo>
                      <a:pt x="527" y="3"/>
                    </a:lnTo>
                    <a:lnTo>
                      <a:pt x="480" y="7"/>
                    </a:lnTo>
                    <a:lnTo>
                      <a:pt x="430" y="9"/>
                    </a:lnTo>
                    <a:lnTo>
                      <a:pt x="376" y="14"/>
                    </a:lnTo>
                    <a:lnTo>
                      <a:pt x="320" y="18"/>
                    </a:lnTo>
                    <a:lnTo>
                      <a:pt x="264" y="24"/>
                    </a:lnTo>
                    <a:lnTo>
                      <a:pt x="208" y="32"/>
                    </a:lnTo>
                    <a:lnTo>
                      <a:pt x="152" y="40"/>
                    </a:lnTo>
                    <a:lnTo>
                      <a:pt x="98" y="50"/>
                    </a:lnTo>
                    <a:lnTo>
                      <a:pt x="47" y="62"/>
                    </a:lnTo>
                    <a:lnTo>
                      <a:pt x="0" y="76"/>
                    </a:lnTo>
                    <a:lnTo>
                      <a:pt x="0" y="133"/>
                    </a:lnTo>
                    <a:close/>
                  </a:path>
                </a:pathLst>
              </a:custGeom>
              <a:solidFill>
                <a:schemeClr val="bg2">
                  <a:alpha val="100000"/>
                </a:schemeClr>
              </a:solidFill>
              <a:ln w="9525">
                <a:noFill/>
              </a:ln>
            </p:spPr>
            <p:txBody>
              <a:bodyPr/>
              <a:p>
                <a:endParaRPr lang="zh-CN" altLang="en-US"/>
              </a:p>
            </p:txBody>
          </p:sp>
          <p:sp>
            <p:nvSpPr>
              <p:cNvPr id="156807" name="Freeform 161"/>
              <p:cNvSpPr/>
              <p:nvPr/>
            </p:nvSpPr>
            <p:spPr>
              <a:xfrm>
                <a:off x="4821" y="1711"/>
                <a:ext cx="163" cy="54"/>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142" h="379">
                    <a:moveTo>
                      <a:pt x="482" y="367"/>
                    </a:moveTo>
                    <a:lnTo>
                      <a:pt x="485" y="366"/>
                    </a:lnTo>
                    <a:lnTo>
                      <a:pt x="492" y="363"/>
                    </a:lnTo>
                    <a:lnTo>
                      <a:pt x="502" y="359"/>
                    </a:lnTo>
                    <a:lnTo>
                      <a:pt x="516" y="353"/>
                    </a:lnTo>
                    <a:lnTo>
                      <a:pt x="533" y="346"/>
                    </a:lnTo>
                    <a:lnTo>
                      <a:pt x="551" y="338"/>
                    </a:lnTo>
                    <a:lnTo>
                      <a:pt x="572" y="328"/>
                    </a:lnTo>
                    <a:lnTo>
                      <a:pt x="593" y="317"/>
                    </a:lnTo>
                    <a:lnTo>
                      <a:pt x="616" y="306"/>
                    </a:lnTo>
                    <a:lnTo>
                      <a:pt x="638" y="292"/>
                    </a:lnTo>
                    <a:lnTo>
                      <a:pt x="660" y="279"/>
                    </a:lnTo>
                    <a:lnTo>
                      <a:pt x="680" y="264"/>
                    </a:lnTo>
                    <a:lnTo>
                      <a:pt x="700" y="249"/>
                    </a:lnTo>
                    <a:lnTo>
                      <a:pt x="717" y="233"/>
                    </a:lnTo>
                    <a:lnTo>
                      <a:pt x="732" y="217"/>
                    </a:lnTo>
                    <a:lnTo>
                      <a:pt x="743" y="201"/>
                    </a:lnTo>
                    <a:lnTo>
                      <a:pt x="0" y="20"/>
                    </a:lnTo>
                    <a:lnTo>
                      <a:pt x="57" y="0"/>
                    </a:lnTo>
                    <a:lnTo>
                      <a:pt x="1142" y="267"/>
                    </a:lnTo>
                    <a:lnTo>
                      <a:pt x="1098" y="292"/>
                    </a:lnTo>
                    <a:lnTo>
                      <a:pt x="784" y="212"/>
                    </a:lnTo>
                    <a:lnTo>
                      <a:pt x="783" y="213"/>
                    </a:lnTo>
                    <a:lnTo>
                      <a:pt x="781" y="216"/>
                    </a:lnTo>
                    <a:lnTo>
                      <a:pt x="776" y="221"/>
                    </a:lnTo>
                    <a:lnTo>
                      <a:pt x="769" y="228"/>
                    </a:lnTo>
                    <a:lnTo>
                      <a:pt x="761" y="237"/>
                    </a:lnTo>
                    <a:lnTo>
                      <a:pt x="750" y="246"/>
                    </a:lnTo>
                    <a:lnTo>
                      <a:pt x="737" y="258"/>
                    </a:lnTo>
                    <a:lnTo>
                      <a:pt x="721" y="269"/>
                    </a:lnTo>
                    <a:lnTo>
                      <a:pt x="703" y="282"/>
                    </a:lnTo>
                    <a:lnTo>
                      <a:pt x="684" y="295"/>
                    </a:lnTo>
                    <a:lnTo>
                      <a:pt x="660" y="309"/>
                    </a:lnTo>
                    <a:lnTo>
                      <a:pt x="635" y="323"/>
                    </a:lnTo>
                    <a:lnTo>
                      <a:pt x="606" y="338"/>
                    </a:lnTo>
                    <a:lnTo>
                      <a:pt x="574" y="352"/>
                    </a:lnTo>
                    <a:lnTo>
                      <a:pt x="540" y="366"/>
                    </a:lnTo>
                    <a:lnTo>
                      <a:pt x="502" y="379"/>
                    </a:lnTo>
                    <a:lnTo>
                      <a:pt x="482" y="367"/>
                    </a:lnTo>
                    <a:close/>
                  </a:path>
                </a:pathLst>
              </a:custGeom>
              <a:solidFill>
                <a:srgbClr val="000000">
                  <a:alpha val="100000"/>
                </a:srgbClr>
              </a:solidFill>
              <a:ln w="9525">
                <a:noFill/>
              </a:ln>
            </p:spPr>
            <p:txBody>
              <a:bodyPr/>
              <a:p>
                <a:endParaRPr lang="zh-CN" altLang="en-US"/>
              </a:p>
            </p:txBody>
          </p:sp>
          <p:sp>
            <p:nvSpPr>
              <p:cNvPr id="156808" name="Freeform 162"/>
              <p:cNvSpPr/>
              <p:nvPr/>
            </p:nvSpPr>
            <p:spPr>
              <a:xfrm>
                <a:off x="4787" y="1725"/>
                <a:ext cx="167" cy="48"/>
              </a:xfrm>
              <a:custGeom>
                <a:avLst/>
                <a:gdLst/>
                <a:ahLst/>
                <a:cxnLst>
                  <a:cxn ang="0">
                    <a:pos x="0" y="0"/>
                  </a:cxn>
                  <a:cxn ang="0">
                    <a:pos x="0" y="0"/>
                  </a:cxn>
                  <a:cxn ang="0">
                    <a:pos x="0" y="0"/>
                  </a:cxn>
                  <a:cxn ang="0">
                    <a:pos x="0" y="0"/>
                  </a:cxn>
                  <a:cxn ang="0">
                    <a:pos x="0" y="0"/>
                  </a:cxn>
                </a:cxnLst>
                <a:pathLst>
                  <a:path w="1163" h="340">
                    <a:moveTo>
                      <a:pt x="0" y="0"/>
                    </a:moveTo>
                    <a:lnTo>
                      <a:pt x="1137" y="340"/>
                    </a:lnTo>
                    <a:lnTo>
                      <a:pt x="1163" y="340"/>
                    </a:lnTo>
                    <a:lnTo>
                      <a:pt x="34" y="0"/>
                    </a:lnTo>
                    <a:lnTo>
                      <a:pt x="0" y="0"/>
                    </a:lnTo>
                    <a:close/>
                  </a:path>
                </a:pathLst>
              </a:custGeom>
              <a:solidFill>
                <a:srgbClr val="000000">
                  <a:alpha val="100000"/>
                </a:srgbClr>
              </a:solidFill>
              <a:ln w="9525">
                <a:noFill/>
              </a:ln>
            </p:spPr>
            <p:txBody>
              <a:bodyPr/>
              <a:p>
                <a:endParaRPr lang="zh-CN" altLang="en-US"/>
              </a:p>
            </p:txBody>
          </p:sp>
          <p:sp>
            <p:nvSpPr>
              <p:cNvPr id="156809" name="Freeform 163"/>
              <p:cNvSpPr/>
              <p:nvPr/>
            </p:nvSpPr>
            <p:spPr>
              <a:xfrm>
                <a:off x="4815" y="1718"/>
                <a:ext cx="164" cy="44"/>
              </a:xfrm>
              <a:custGeom>
                <a:avLst/>
                <a:gdLst/>
                <a:ahLst/>
                <a:cxnLst>
                  <a:cxn ang="0">
                    <a:pos x="0" y="0"/>
                  </a:cxn>
                  <a:cxn ang="0">
                    <a:pos x="0" y="0"/>
                  </a:cxn>
                  <a:cxn ang="0">
                    <a:pos x="0" y="0"/>
                  </a:cxn>
                  <a:cxn ang="0">
                    <a:pos x="0" y="0"/>
                  </a:cxn>
                  <a:cxn ang="0">
                    <a:pos x="0" y="0"/>
                  </a:cxn>
                </a:cxnLst>
                <a:pathLst>
                  <a:path w="1149" h="303">
                    <a:moveTo>
                      <a:pt x="0" y="1"/>
                    </a:moveTo>
                    <a:lnTo>
                      <a:pt x="1124" y="303"/>
                    </a:lnTo>
                    <a:lnTo>
                      <a:pt x="1149" y="302"/>
                    </a:lnTo>
                    <a:lnTo>
                      <a:pt x="34" y="0"/>
                    </a:lnTo>
                    <a:lnTo>
                      <a:pt x="0" y="1"/>
                    </a:lnTo>
                    <a:close/>
                  </a:path>
                </a:pathLst>
              </a:custGeom>
              <a:solidFill>
                <a:srgbClr val="000000">
                  <a:alpha val="100000"/>
                </a:srgbClr>
              </a:solidFill>
              <a:ln w="9525">
                <a:noFill/>
              </a:ln>
            </p:spPr>
            <p:txBody>
              <a:bodyPr/>
              <a:p>
                <a:endParaRPr lang="zh-CN" altLang="en-US"/>
              </a:p>
            </p:txBody>
          </p:sp>
          <p:sp>
            <p:nvSpPr>
              <p:cNvPr id="156810" name="Freeform 164"/>
              <p:cNvSpPr/>
              <p:nvPr/>
            </p:nvSpPr>
            <p:spPr>
              <a:xfrm>
                <a:off x="4802" y="1721"/>
                <a:ext cx="165" cy="48"/>
              </a:xfrm>
              <a:custGeom>
                <a:avLst/>
                <a:gdLst/>
                <a:ahLst/>
                <a:cxnLst>
                  <a:cxn ang="0">
                    <a:pos x="0" y="0"/>
                  </a:cxn>
                  <a:cxn ang="0">
                    <a:pos x="0" y="0"/>
                  </a:cxn>
                  <a:cxn ang="0">
                    <a:pos x="0" y="0"/>
                  </a:cxn>
                  <a:cxn ang="0">
                    <a:pos x="0" y="0"/>
                  </a:cxn>
                  <a:cxn ang="0">
                    <a:pos x="0" y="0"/>
                  </a:cxn>
                </a:cxnLst>
                <a:pathLst>
                  <a:path w="1155" h="336">
                    <a:moveTo>
                      <a:pt x="0" y="0"/>
                    </a:moveTo>
                    <a:lnTo>
                      <a:pt x="1134" y="336"/>
                    </a:lnTo>
                    <a:lnTo>
                      <a:pt x="1155" y="328"/>
                    </a:lnTo>
                    <a:lnTo>
                      <a:pt x="34" y="0"/>
                    </a:lnTo>
                    <a:lnTo>
                      <a:pt x="0" y="0"/>
                    </a:lnTo>
                    <a:close/>
                  </a:path>
                </a:pathLst>
              </a:custGeom>
              <a:solidFill>
                <a:srgbClr val="000000">
                  <a:alpha val="100000"/>
                </a:srgbClr>
              </a:solidFill>
              <a:ln w="9525">
                <a:noFill/>
              </a:ln>
            </p:spPr>
            <p:txBody>
              <a:bodyPr/>
              <a:p>
                <a:endParaRPr lang="zh-CN" altLang="en-US"/>
              </a:p>
            </p:txBody>
          </p:sp>
        </p:grpSp>
        <p:grpSp>
          <p:nvGrpSpPr>
            <p:cNvPr id="156755" name="Group 165"/>
            <p:cNvGrpSpPr/>
            <p:nvPr/>
          </p:nvGrpSpPr>
          <p:grpSpPr>
            <a:xfrm rot="10800000">
              <a:off x="1234" y="3229"/>
              <a:ext cx="391" cy="88"/>
              <a:chOff x="1450" y="3513"/>
              <a:chExt cx="391" cy="88"/>
            </a:xfrm>
          </p:grpSpPr>
          <p:sp>
            <p:nvSpPr>
              <p:cNvPr id="156770" name="Freeform 166"/>
              <p:cNvSpPr/>
              <p:nvPr/>
            </p:nvSpPr>
            <p:spPr>
              <a:xfrm flipV="1">
                <a:off x="1450" y="3574"/>
                <a:ext cx="391" cy="27"/>
              </a:xfrm>
              <a:custGeom>
                <a:avLst/>
                <a:gdLst/>
                <a:ahLst/>
                <a:cxnLst>
                  <a:cxn ang="0">
                    <a:pos x="0" y="0"/>
                  </a:cxn>
                  <a:cxn ang="0">
                    <a:pos x="0" y="0"/>
                  </a:cxn>
                  <a:cxn ang="0">
                    <a:pos x="5" y="0"/>
                  </a:cxn>
                  <a:cxn ang="0">
                    <a:pos x="5" y="0"/>
                  </a:cxn>
                </a:cxnLst>
                <a:pathLst>
                  <a:path w="720" h="56">
                    <a:moveTo>
                      <a:pt x="0" y="0"/>
                    </a:moveTo>
                    <a:lnTo>
                      <a:pt x="0" y="56"/>
                    </a:lnTo>
                    <a:lnTo>
                      <a:pt x="720" y="56"/>
                    </a:lnTo>
                    <a:lnTo>
                      <a:pt x="720" y="8"/>
                    </a:lnTo>
                  </a:path>
                </a:pathLst>
              </a:custGeom>
              <a:noFill/>
              <a:ln w="12700" cap="flat" cmpd="sng">
                <a:solidFill>
                  <a:schemeClr val="tx1">
                    <a:alpha val="100000"/>
                  </a:schemeClr>
                </a:solidFill>
                <a:prstDash val="solid"/>
                <a:round/>
                <a:headEnd type="none" w="med" len="med"/>
                <a:tailEnd type="none" w="med" len="med"/>
              </a:ln>
            </p:spPr>
            <p:txBody>
              <a:bodyPr/>
              <a:p>
                <a:endParaRPr lang="zh-CN" altLang="en-US"/>
              </a:p>
            </p:txBody>
          </p:sp>
          <p:sp>
            <p:nvSpPr>
              <p:cNvPr id="156771" name="Line 167"/>
              <p:cNvSpPr/>
              <p:nvPr/>
            </p:nvSpPr>
            <p:spPr>
              <a:xfrm>
                <a:off x="1642" y="3513"/>
                <a:ext cx="0" cy="60"/>
              </a:xfrm>
              <a:prstGeom prst="line">
                <a:avLst/>
              </a:prstGeom>
              <a:ln w="19050" cap="flat" cmpd="sng">
                <a:solidFill>
                  <a:schemeClr val="tx1"/>
                </a:solidFill>
                <a:prstDash val="solid"/>
                <a:headEnd type="none" w="med" len="med"/>
                <a:tailEnd type="none" w="med" len="med"/>
              </a:ln>
            </p:spPr>
          </p:sp>
        </p:grpSp>
        <p:grpSp>
          <p:nvGrpSpPr>
            <p:cNvPr id="156756" name="Group 168"/>
            <p:cNvGrpSpPr/>
            <p:nvPr/>
          </p:nvGrpSpPr>
          <p:grpSpPr>
            <a:xfrm>
              <a:off x="1305" y="3286"/>
              <a:ext cx="275" cy="118"/>
              <a:chOff x="3600" y="219"/>
              <a:chExt cx="360" cy="175"/>
            </a:xfrm>
          </p:grpSpPr>
          <p:sp>
            <p:nvSpPr>
              <p:cNvPr id="156757" name="Oval 169"/>
              <p:cNvSpPr/>
              <p:nvPr/>
            </p:nvSpPr>
            <p:spPr>
              <a:xfrm>
                <a:off x="3603" y="297"/>
                <a:ext cx="357" cy="97"/>
              </a:xfrm>
              <a:prstGeom prst="ellipse">
                <a:avLst/>
              </a:prstGeom>
              <a:solidFill>
                <a:srgbClr val="FF0000"/>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56758" name="Line 170"/>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156759" name="Line 171"/>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156760" name="Rectangle 172"/>
              <p:cNvSpPr/>
              <p:nvPr/>
            </p:nvSpPr>
            <p:spPr>
              <a:xfrm>
                <a:off x="3603" y="289"/>
                <a:ext cx="354" cy="59"/>
              </a:xfrm>
              <a:prstGeom prst="rect">
                <a:avLst/>
              </a:prstGeom>
              <a:solidFill>
                <a:srgbClr val="FF0000"/>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56761" name="Oval 173"/>
              <p:cNvSpPr/>
              <p:nvPr/>
            </p:nvSpPr>
            <p:spPr>
              <a:xfrm>
                <a:off x="3600" y="219"/>
                <a:ext cx="357" cy="113"/>
              </a:xfrm>
              <a:prstGeom prst="ellipse">
                <a:avLst/>
              </a:prstGeom>
              <a:solidFill>
                <a:srgbClr val="FF0000"/>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56762" name="Group 174"/>
              <p:cNvGrpSpPr/>
              <p:nvPr/>
            </p:nvGrpSpPr>
            <p:grpSpPr>
              <a:xfrm>
                <a:off x="3686" y="244"/>
                <a:ext cx="177" cy="66"/>
                <a:chOff x="2848" y="848"/>
                <a:chExt cx="140" cy="98"/>
              </a:xfrm>
            </p:grpSpPr>
            <p:sp>
              <p:nvSpPr>
                <p:cNvPr id="156767" name="Line 175"/>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56768" name="Line 176"/>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56769" name="Line 177"/>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156763" name="Group 178"/>
              <p:cNvGrpSpPr/>
              <p:nvPr/>
            </p:nvGrpSpPr>
            <p:grpSpPr>
              <a:xfrm flipV="1">
                <a:off x="3686" y="243"/>
                <a:ext cx="177" cy="66"/>
                <a:chOff x="2848" y="848"/>
                <a:chExt cx="140" cy="98"/>
              </a:xfrm>
            </p:grpSpPr>
            <p:sp>
              <p:nvSpPr>
                <p:cNvPr id="156764" name="Line 179"/>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56765" name="Line 180"/>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56766" name="Line 181"/>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sp>
        <p:nvSpPr>
          <p:cNvPr id="156691" name="Text Box 182"/>
          <p:cNvSpPr txBox="1"/>
          <p:nvPr/>
        </p:nvSpPr>
        <p:spPr>
          <a:xfrm>
            <a:off x="1579563" y="3830638"/>
            <a:ext cx="430212" cy="3667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R1</a:t>
            </a:r>
            <a:endParaRPr lang="en-US" altLang="zh-CN" sz="1800" dirty="0">
              <a:ea typeface="宋体" panose="02010600030101010101" pitchFamily="2" charset="-122"/>
            </a:endParaRPr>
          </a:p>
        </p:txBody>
      </p:sp>
      <p:grpSp>
        <p:nvGrpSpPr>
          <p:cNvPr id="156692" name="Group 183"/>
          <p:cNvGrpSpPr/>
          <p:nvPr/>
        </p:nvGrpSpPr>
        <p:grpSpPr>
          <a:xfrm>
            <a:off x="3700463" y="5921375"/>
            <a:ext cx="547687" cy="233363"/>
            <a:chOff x="3600" y="219"/>
            <a:chExt cx="360" cy="175"/>
          </a:xfrm>
        </p:grpSpPr>
        <p:sp>
          <p:nvSpPr>
            <p:cNvPr id="156740" name="Oval 184"/>
            <p:cNvSpPr/>
            <p:nvPr/>
          </p:nvSpPr>
          <p:spPr>
            <a:xfrm>
              <a:off x="3603" y="297"/>
              <a:ext cx="357" cy="97"/>
            </a:xfrm>
            <a:prstGeom prst="ellipse">
              <a:avLst/>
            </a:prstGeom>
            <a:solidFill>
              <a:srgbClr val="DDDDDD"/>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56741" name="Line 185"/>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156742" name="Line 186"/>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156743" name="Rectangle 187"/>
            <p:cNvSpPr/>
            <p:nvPr/>
          </p:nvSpPr>
          <p:spPr>
            <a:xfrm>
              <a:off x="3603" y="289"/>
              <a:ext cx="354" cy="59"/>
            </a:xfrm>
            <a:prstGeom prst="rect">
              <a:avLst/>
            </a:prstGeom>
            <a:solidFill>
              <a:srgbClr val="DDDDDD"/>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56744" name="Oval 188"/>
            <p:cNvSpPr/>
            <p:nvPr/>
          </p:nvSpPr>
          <p:spPr>
            <a:xfrm>
              <a:off x="3600" y="219"/>
              <a:ext cx="357" cy="113"/>
            </a:xfrm>
            <a:prstGeom prst="ellipse">
              <a:avLst/>
            </a:prstGeom>
            <a:solidFill>
              <a:srgbClr val="DDDDDD"/>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56745" name="Group 189"/>
            <p:cNvGrpSpPr/>
            <p:nvPr/>
          </p:nvGrpSpPr>
          <p:grpSpPr>
            <a:xfrm>
              <a:off x="3686" y="244"/>
              <a:ext cx="177" cy="66"/>
              <a:chOff x="2848" y="848"/>
              <a:chExt cx="140" cy="98"/>
            </a:xfrm>
          </p:grpSpPr>
          <p:sp>
            <p:nvSpPr>
              <p:cNvPr id="156750" name="Line 190"/>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56751" name="Line 191"/>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56752" name="Line 192"/>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156746" name="Group 193"/>
            <p:cNvGrpSpPr/>
            <p:nvPr/>
          </p:nvGrpSpPr>
          <p:grpSpPr>
            <a:xfrm flipV="1">
              <a:off x="3686" y="243"/>
              <a:ext cx="177" cy="66"/>
              <a:chOff x="2848" y="848"/>
              <a:chExt cx="140" cy="98"/>
            </a:xfrm>
          </p:grpSpPr>
          <p:sp>
            <p:nvSpPr>
              <p:cNvPr id="156747" name="Line 194"/>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56748" name="Line 195"/>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56749" name="Line 196"/>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sp>
        <p:nvSpPr>
          <p:cNvPr id="156693" name="Text Box 197"/>
          <p:cNvSpPr txBox="1"/>
          <p:nvPr/>
        </p:nvSpPr>
        <p:spPr>
          <a:xfrm>
            <a:off x="1190625" y="4619625"/>
            <a:ext cx="466725"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R2</a:t>
            </a:r>
            <a:endParaRPr lang="en-US" altLang="zh-CN" sz="1800" dirty="0">
              <a:ea typeface="宋体" panose="02010600030101010101" pitchFamily="2" charset="-122"/>
            </a:endParaRPr>
          </a:p>
        </p:txBody>
      </p:sp>
      <p:sp>
        <p:nvSpPr>
          <p:cNvPr id="156694" name="Text Box 198"/>
          <p:cNvSpPr txBox="1"/>
          <p:nvPr/>
        </p:nvSpPr>
        <p:spPr>
          <a:xfrm>
            <a:off x="677863" y="5616575"/>
            <a:ext cx="466725"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R3</a:t>
            </a:r>
            <a:endParaRPr lang="en-US" altLang="zh-CN" sz="1800" dirty="0">
              <a:ea typeface="宋体" panose="02010600030101010101" pitchFamily="2" charset="-122"/>
            </a:endParaRPr>
          </a:p>
        </p:txBody>
      </p:sp>
      <p:sp>
        <p:nvSpPr>
          <p:cNvPr id="156695" name="Text Box 199"/>
          <p:cNvSpPr txBox="1"/>
          <p:nvPr/>
        </p:nvSpPr>
        <p:spPr>
          <a:xfrm>
            <a:off x="3324225" y="4037013"/>
            <a:ext cx="466725" cy="3667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R4</a:t>
            </a:r>
            <a:endParaRPr lang="en-US" altLang="zh-CN" sz="1800" dirty="0">
              <a:ea typeface="宋体" panose="02010600030101010101" pitchFamily="2" charset="-122"/>
            </a:endParaRPr>
          </a:p>
        </p:txBody>
      </p:sp>
      <p:sp>
        <p:nvSpPr>
          <p:cNvPr id="156696" name="Text Box 200"/>
          <p:cNvSpPr txBox="1"/>
          <p:nvPr/>
        </p:nvSpPr>
        <p:spPr>
          <a:xfrm>
            <a:off x="3767138" y="5175250"/>
            <a:ext cx="466725"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R5</a:t>
            </a:r>
            <a:endParaRPr lang="en-US" altLang="zh-CN" sz="1800" dirty="0">
              <a:ea typeface="宋体" panose="02010600030101010101" pitchFamily="2" charset="-122"/>
            </a:endParaRPr>
          </a:p>
        </p:txBody>
      </p:sp>
      <p:sp>
        <p:nvSpPr>
          <p:cNvPr id="156697" name="Text Box 201"/>
          <p:cNvSpPr txBox="1"/>
          <p:nvPr/>
        </p:nvSpPr>
        <p:spPr>
          <a:xfrm>
            <a:off x="2532063" y="5908675"/>
            <a:ext cx="466725"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R6</a:t>
            </a:r>
            <a:endParaRPr lang="en-US" altLang="zh-CN" sz="1800" dirty="0">
              <a:ea typeface="宋体" panose="02010600030101010101" pitchFamily="2" charset="-122"/>
            </a:endParaRPr>
          </a:p>
        </p:txBody>
      </p:sp>
      <p:sp>
        <p:nvSpPr>
          <p:cNvPr id="156698" name="Text Box 202"/>
          <p:cNvSpPr txBox="1"/>
          <p:nvPr/>
        </p:nvSpPr>
        <p:spPr>
          <a:xfrm>
            <a:off x="3252788" y="5865813"/>
            <a:ext cx="466725" cy="3667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R7</a:t>
            </a:r>
            <a:endParaRPr lang="en-US" altLang="zh-CN" sz="1800" dirty="0">
              <a:ea typeface="宋体" panose="02010600030101010101" pitchFamily="2" charset="-122"/>
            </a:endParaRPr>
          </a:p>
        </p:txBody>
      </p:sp>
      <p:grpSp>
        <p:nvGrpSpPr>
          <p:cNvPr id="156699" name="Group 203"/>
          <p:cNvGrpSpPr/>
          <p:nvPr/>
        </p:nvGrpSpPr>
        <p:grpSpPr>
          <a:xfrm>
            <a:off x="4767263" y="4114800"/>
            <a:ext cx="569912" cy="222250"/>
            <a:chOff x="3600" y="219"/>
            <a:chExt cx="360" cy="175"/>
          </a:xfrm>
        </p:grpSpPr>
        <p:sp>
          <p:nvSpPr>
            <p:cNvPr id="156727" name="Oval 204"/>
            <p:cNvSpPr/>
            <p:nvPr/>
          </p:nvSpPr>
          <p:spPr>
            <a:xfrm>
              <a:off x="3603" y="297"/>
              <a:ext cx="357" cy="97"/>
            </a:xfrm>
            <a:prstGeom prst="ellipse">
              <a:avLst/>
            </a:prstGeom>
            <a:solidFill>
              <a:srgbClr val="FF0000"/>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56728" name="Line 205"/>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156729" name="Line 206"/>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156730" name="Rectangle 207"/>
            <p:cNvSpPr/>
            <p:nvPr/>
          </p:nvSpPr>
          <p:spPr>
            <a:xfrm>
              <a:off x="3603" y="289"/>
              <a:ext cx="354" cy="59"/>
            </a:xfrm>
            <a:prstGeom prst="rect">
              <a:avLst/>
            </a:prstGeom>
            <a:solidFill>
              <a:srgbClr val="FF0000"/>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56731" name="Oval 208"/>
            <p:cNvSpPr/>
            <p:nvPr/>
          </p:nvSpPr>
          <p:spPr>
            <a:xfrm>
              <a:off x="3600" y="219"/>
              <a:ext cx="357" cy="113"/>
            </a:xfrm>
            <a:prstGeom prst="ellipse">
              <a:avLst/>
            </a:prstGeom>
            <a:solidFill>
              <a:srgbClr val="FF0000"/>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56732" name="Group 209"/>
            <p:cNvGrpSpPr/>
            <p:nvPr/>
          </p:nvGrpSpPr>
          <p:grpSpPr>
            <a:xfrm>
              <a:off x="3686" y="244"/>
              <a:ext cx="177" cy="66"/>
              <a:chOff x="2848" y="848"/>
              <a:chExt cx="140" cy="98"/>
            </a:xfrm>
          </p:grpSpPr>
          <p:sp>
            <p:nvSpPr>
              <p:cNvPr id="156737" name="Line 210"/>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56738" name="Line 211"/>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56739" name="Line 212"/>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156733" name="Group 213"/>
            <p:cNvGrpSpPr/>
            <p:nvPr/>
          </p:nvGrpSpPr>
          <p:grpSpPr>
            <a:xfrm flipV="1">
              <a:off x="3686" y="243"/>
              <a:ext cx="177" cy="66"/>
              <a:chOff x="2848" y="848"/>
              <a:chExt cx="140" cy="98"/>
            </a:xfrm>
          </p:grpSpPr>
          <p:sp>
            <p:nvSpPr>
              <p:cNvPr id="156734" name="Line 214"/>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56735" name="Line 215"/>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56736" name="Line 216"/>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156700" name="Group 217"/>
          <p:cNvGrpSpPr/>
          <p:nvPr/>
        </p:nvGrpSpPr>
        <p:grpSpPr>
          <a:xfrm>
            <a:off x="4789488" y="4679950"/>
            <a:ext cx="547687" cy="233363"/>
            <a:chOff x="3600" y="219"/>
            <a:chExt cx="360" cy="175"/>
          </a:xfrm>
        </p:grpSpPr>
        <p:sp>
          <p:nvSpPr>
            <p:cNvPr id="156714" name="Oval 218"/>
            <p:cNvSpPr/>
            <p:nvPr/>
          </p:nvSpPr>
          <p:spPr>
            <a:xfrm>
              <a:off x="3603" y="297"/>
              <a:ext cx="357" cy="97"/>
            </a:xfrm>
            <a:prstGeom prst="ellipse">
              <a:avLst/>
            </a:prstGeom>
            <a:solidFill>
              <a:srgbClr val="DDDDDD"/>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56715" name="Line 219"/>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156716" name="Line 220"/>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156717" name="Rectangle 221"/>
            <p:cNvSpPr/>
            <p:nvPr/>
          </p:nvSpPr>
          <p:spPr>
            <a:xfrm>
              <a:off x="3603" y="289"/>
              <a:ext cx="354" cy="59"/>
            </a:xfrm>
            <a:prstGeom prst="rect">
              <a:avLst/>
            </a:prstGeom>
            <a:solidFill>
              <a:srgbClr val="DDDDDD"/>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56718" name="Oval 222"/>
            <p:cNvSpPr/>
            <p:nvPr/>
          </p:nvSpPr>
          <p:spPr>
            <a:xfrm>
              <a:off x="3600" y="219"/>
              <a:ext cx="357" cy="113"/>
            </a:xfrm>
            <a:prstGeom prst="ellipse">
              <a:avLst/>
            </a:prstGeom>
            <a:solidFill>
              <a:srgbClr val="DDDDDD"/>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56719" name="Group 223"/>
            <p:cNvGrpSpPr/>
            <p:nvPr/>
          </p:nvGrpSpPr>
          <p:grpSpPr>
            <a:xfrm>
              <a:off x="3686" y="244"/>
              <a:ext cx="177" cy="66"/>
              <a:chOff x="2848" y="848"/>
              <a:chExt cx="140" cy="98"/>
            </a:xfrm>
          </p:grpSpPr>
          <p:sp>
            <p:nvSpPr>
              <p:cNvPr id="156724" name="Line 224"/>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56725" name="Line 225"/>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56726" name="Line 226"/>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156720" name="Group 227"/>
            <p:cNvGrpSpPr/>
            <p:nvPr/>
          </p:nvGrpSpPr>
          <p:grpSpPr>
            <a:xfrm flipV="1">
              <a:off x="3686" y="243"/>
              <a:ext cx="177" cy="66"/>
              <a:chOff x="2848" y="848"/>
              <a:chExt cx="140" cy="98"/>
            </a:xfrm>
          </p:grpSpPr>
          <p:sp>
            <p:nvSpPr>
              <p:cNvPr id="156721" name="Line 228"/>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56722" name="Line 229"/>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56723" name="Line 230"/>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sp>
        <p:nvSpPr>
          <p:cNvPr id="156701" name="Line 231"/>
          <p:cNvSpPr/>
          <p:nvPr/>
        </p:nvSpPr>
        <p:spPr>
          <a:xfrm>
            <a:off x="4756150" y="5356225"/>
            <a:ext cx="596900" cy="0"/>
          </a:xfrm>
          <a:prstGeom prst="line">
            <a:avLst/>
          </a:prstGeom>
          <a:ln w="28575" cap="flat" cmpd="sng">
            <a:solidFill>
              <a:srgbClr val="FF0000"/>
            </a:solidFill>
            <a:prstDash val="solid"/>
            <a:headEnd type="none" w="med" len="med"/>
            <a:tailEnd type="triangle" w="med" len="med"/>
          </a:ln>
        </p:spPr>
      </p:sp>
      <p:sp>
        <p:nvSpPr>
          <p:cNvPr id="156702" name="Text Box 232"/>
          <p:cNvSpPr txBox="1"/>
          <p:nvPr/>
        </p:nvSpPr>
        <p:spPr>
          <a:xfrm>
            <a:off x="5368925" y="3883025"/>
            <a:ext cx="2433638" cy="6413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router with attached</a:t>
            </a:r>
            <a:endParaRPr lang="en-US" altLang="zh-CN" sz="1800" dirty="0">
              <a:ea typeface="宋体" panose="02010600030101010101" pitchFamily="2" charset="-122"/>
            </a:endParaRPr>
          </a:p>
          <a:p>
            <a:pPr marL="0" lvl="0" indent="0">
              <a:spcBef>
                <a:spcPct val="0"/>
              </a:spcBef>
              <a:buClrTx/>
              <a:buSzTx/>
              <a:buFontTx/>
              <a:buNone/>
            </a:pPr>
            <a:r>
              <a:rPr lang="en-US" altLang="zh-CN" sz="1800" dirty="0">
                <a:ea typeface="宋体" panose="02010600030101010101" pitchFamily="2" charset="-122"/>
              </a:rPr>
              <a:t>group member</a:t>
            </a:r>
            <a:endParaRPr lang="en-US" altLang="zh-CN" sz="1800" dirty="0">
              <a:ea typeface="宋体" panose="02010600030101010101" pitchFamily="2" charset="-122"/>
            </a:endParaRPr>
          </a:p>
        </p:txBody>
      </p:sp>
      <p:sp>
        <p:nvSpPr>
          <p:cNvPr id="156703" name="Text Box 233"/>
          <p:cNvSpPr txBox="1"/>
          <p:nvPr/>
        </p:nvSpPr>
        <p:spPr>
          <a:xfrm>
            <a:off x="5470525" y="4549775"/>
            <a:ext cx="2741613" cy="6413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router with no attached</a:t>
            </a:r>
            <a:endParaRPr lang="en-US" altLang="zh-CN" sz="1800" dirty="0">
              <a:ea typeface="宋体" panose="02010600030101010101" pitchFamily="2" charset="-122"/>
            </a:endParaRPr>
          </a:p>
          <a:p>
            <a:pPr marL="0" lvl="0" indent="0">
              <a:spcBef>
                <a:spcPct val="0"/>
              </a:spcBef>
              <a:buClrTx/>
              <a:buSzTx/>
              <a:buFontTx/>
              <a:buNone/>
            </a:pPr>
            <a:r>
              <a:rPr lang="en-US" altLang="zh-CN" sz="1800" dirty="0">
                <a:ea typeface="宋体" panose="02010600030101010101" pitchFamily="2" charset="-122"/>
              </a:rPr>
              <a:t>group member</a:t>
            </a:r>
            <a:endParaRPr lang="en-US" altLang="zh-CN" sz="1800" dirty="0">
              <a:ea typeface="宋体" panose="02010600030101010101" pitchFamily="2" charset="-122"/>
            </a:endParaRPr>
          </a:p>
        </p:txBody>
      </p:sp>
      <p:sp>
        <p:nvSpPr>
          <p:cNvPr id="156704" name="Text Box 234"/>
          <p:cNvSpPr txBox="1"/>
          <p:nvPr/>
        </p:nvSpPr>
        <p:spPr>
          <a:xfrm>
            <a:off x="5445125" y="5213350"/>
            <a:ext cx="3028950" cy="3667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prune message</a:t>
            </a:r>
            <a:endParaRPr lang="en-US" altLang="zh-CN" sz="1800" dirty="0">
              <a:ea typeface="宋体" panose="02010600030101010101" pitchFamily="2" charset="-122"/>
            </a:endParaRPr>
          </a:p>
        </p:txBody>
      </p:sp>
      <p:sp>
        <p:nvSpPr>
          <p:cNvPr id="156705" name="Text Box 235"/>
          <p:cNvSpPr txBox="1"/>
          <p:nvPr/>
        </p:nvSpPr>
        <p:spPr>
          <a:xfrm>
            <a:off x="4664075" y="3368675"/>
            <a:ext cx="1098550"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LEGEND</a:t>
            </a:r>
            <a:endParaRPr lang="en-US" altLang="zh-CN" sz="1800" dirty="0">
              <a:ea typeface="宋体" panose="02010600030101010101" pitchFamily="2" charset="-122"/>
            </a:endParaRPr>
          </a:p>
        </p:txBody>
      </p:sp>
      <p:sp>
        <p:nvSpPr>
          <p:cNvPr id="156706" name="Text Box 236"/>
          <p:cNvSpPr txBox="1"/>
          <p:nvPr/>
        </p:nvSpPr>
        <p:spPr>
          <a:xfrm>
            <a:off x="479425" y="3468688"/>
            <a:ext cx="1182688" cy="3667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solidFill>
                  <a:srgbClr val="FF0000"/>
                </a:solidFill>
                <a:ea typeface="宋体" panose="02010600030101010101" pitchFamily="2" charset="-122"/>
              </a:rPr>
              <a:t>S: source</a:t>
            </a:r>
            <a:endParaRPr lang="en-US" altLang="zh-CN" sz="1800" dirty="0">
              <a:solidFill>
                <a:srgbClr val="FF0000"/>
              </a:solidFill>
              <a:ea typeface="宋体" panose="02010600030101010101" pitchFamily="2" charset="-122"/>
            </a:endParaRPr>
          </a:p>
        </p:txBody>
      </p:sp>
      <p:sp>
        <p:nvSpPr>
          <p:cNvPr id="156707" name="Line 237"/>
          <p:cNvSpPr/>
          <p:nvPr/>
        </p:nvSpPr>
        <p:spPr>
          <a:xfrm>
            <a:off x="3422650" y="4637088"/>
            <a:ext cx="0" cy="511175"/>
          </a:xfrm>
          <a:prstGeom prst="line">
            <a:avLst/>
          </a:prstGeom>
          <a:ln w="19050" cap="flat" cmpd="sng">
            <a:solidFill>
              <a:srgbClr val="FF0000"/>
            </a:solidFill>
            <a:prstDash val="solid"/>
            <a:headEnd type="triangle" w="med" len="med"/>
            <a:tailEnd type="none" w="med" len="med"/>
          </a:ln>
        </p:spPr>
      </p:sp>
      <p:sp>
        <p:nvSpPr>
          <p:cNvPr id="156708" name="Line 238"/>
          <p:cNvSpPr/>
          <p:nvPr/>
        </p:nvSpPr>
        <p:spPr>
          <a:xfrm>
            <a:off x="3536950" y="5475288"/>
            <a:ext cx="241300" cy="419100"/>
          </a:xfrm>
          <a:prstGeom prst="line">
            <a:avLst/>
          </a:prstGeom>
          <a:ln w="19050" cap="flat" cmpd="sng">
            <a:solidFill>
              <a:srgbClr val="FF0000"/>
            </a:solidFill>
            <a:prstDash val="solid"/>
            <a:headEnd type="triangle" w="med" len="med"/>
            <a:tailEnd type="none" w="med" len="med"/>
          </a:ln>
        </p:spPr>
      </p:sp>
      <p:sp>
        <p:nvSpPr>
          <p:cNvPr id="156709" name="Text Box 239"/>
          <p:cNvSpPr txBox="1"/>
          <p:nvPr/>
        </p:nvSpPr>
        <p:spPr>
          <a:xfrm>
            <a:off x="5368925" y="5530850"/>
            <a:ext cx="2244725" cy="6413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links with multicast</a:t>
            </a:r>
            <a:endParaRPr lang="en-US" altLang="zh-CN" sz="1800" dirty="0">
              <a:ea typeface="宋体" panose="02010600030101010101" pitchFamily="2" charset="-122"/>
            </a:endParaRPr>
          </a:p>
          <a:p>
            <a:pPr marL="0" lvl="0" indent="0">
              <a:spcBef>
                <a:spcPct val="0"/>
              </a:spcBef>
              <a:buClrTx/>
              <a:buSzTx/>
              <a:buFontTx/>
              <a:buNone/>
            </a:pPr>
            <a:r>
              <a:rPr lang="en-US" altLang="zh-CN" sz="1800" dirty="0">
                <a:ea typeface="宋体" panose="02010600030101010101" pitchFamily="2" charset="-122"/>
              </a:rPr>
              <a:t>forwarding</a:t>
            </a:r>
            <a:endParaRPr lang="en-US" altLang="zh-CN" sz="1800" dirty="0">
              <a:ea typeface="宋体" panose="02010600030101010101" pitchFamily="2" charset="-122"/>
            </a:endParaRPr>
          </a:p>
        </p:txBody>
      </p:sp>
      <p:sp>
        <p:nvSpPr>
          <p:cNvPr id="156710" name="Line 240"/>
          <p:cNvSpPr/>
          <p:nvPr/>
        </p:nvSpPr>
        <p:spPr>
          <a:xfrm rot="-4663823">
            <a:off x="4964113" y="5427663"/>
            <a:ext cx="144462" cy="630237"/>
          </a:xfrm>
          <a:prstGeom prst="line">
            <a:avLst/>
          </a:prstGeom>
          <a:ln w="57150" cap="flat" cmpd="sng">
            <a:solidFill>
              <a:srgbClr val="FF0000"/>
            </a:solidFill>
            <a:prstDash val="solid"/>
            <a:headEnd type="none" w="med" len="med"/>
            <a:tailEnd type="none" w="med" len="med"/>
          </a:ln>
        </p:spPr>
      </p:sp>
      <p:sp>
        <p:nvSpPr>
          <p:cNvPr id="156711" name="Text Box 241"/>
          <p:cNvSpPr txBox="1"/>
          <p:nvPr/>
        </p:nvSpPr>
        <p:spPr>
          <a:xfrm>
            <a:off x="3170238" y="4718050"/>
            <a:ext cx="303212"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solidFill>
                  <a:srgbClr val="FF0000"/>
                </a:solidFill>
                <a:ea typeface="宋体" panose="02010600030101010101" pitchFamily="2" charset="-122"/>
              </a:rPr>
              <a:t>P</a:t>
            </a:r>
            <a:endParaRPr lang="en-US" altLang="zh-CN" sz="1800" dirty="0">
              <a:solidFill>
                <a:srgbClr val="FF0000"/>
              </a:solidFill>
              <a:ea typeface="宋体" panose="02010600030101010101" pitchFamily="2" charset="-122"/>
            </a:endParaRPr>
          </a:p>
        </p:txBody>
      </p:sp>
      <p:sp>
        <p:nvSpPr>
          <p:cNvPr id="156712" name="Text Box 242"/>
          <p:cNvSpPr txBox="1"/>
          <p:nvPr/>
        </p:nvSpPr>
        <p:spPr>
          <a:xfrm>
            <a:off x="3398838" y="5543550"/>
            <a:ext cx="303212"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solidFill>
                  <a:srgbClr val="FF0000"/>
                </a:solidFill>
                <a:ea typeface="宋体" panose="02010600030101010101" pitchFamily="2" charset="-122"/>
              </a:rPr>
              <a:t>P</a:t>
            </a:r>
            <a:endParaRPr lang="en-US" altLang="zh-CN" sz="1800" dirty="0">
              <a:solidFill>
                <a:srgbClr val="FF0000"/>
              </a:solidFill>
              <a:ea typeface="宋体" panose="02010600030101010101" pitchFamily="2" charset="-122"/>
            </a:endParaRPr>
          </a:p>
        </p:txBody>
      </p:sp>
      <p:sp>
        <p:nvSpPr>
          <p:cNvPr id="156713" name="Text Box 243"/>
          <p:cNvSpPr txBox="1"/>
          <p:nvPr/>
        </p:nvSpPr>
        <p:spPr>
          <a:xfrm>
            <a:off x="4872038" y="5048250"/>
            <a:ext cx="303212"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solidFill>
                  <a:srgbClr val="FF0000"/>
                </a:solidFill>
                <a:ea typeface="宋体" panose="02010600030101010101" pitchFamily="2" charset="-122"/>
              </a:rPr>
              <a:t>P</a:t>
            </a:r>
            <a:endParaRPr lang="en-US" altLang="zh-CN" sz="1800" dirty="0">
              <a:solidFill>
                <a:srgbClr val="FF0000"/>
              </a:solidFill>
              <a:ea typeface="宋体" panose="02010600030101010101" pitchFamily="2" charset="-122"/>
            </a:endParaRP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8722" name="Rectangle 2"/>
          <p:cNvSpPr>
            <a:spLocks noGrp="1"/>
          </p:cNvSpPr>
          <p:nvPr>
            <p:ph type="title"/>
          </p:nvPr>
        </p:nvSpPr>
        <p:spPr/>
        <p:txBody>
          <a:bodyPr vert="horz" wrap="square" lIns="92075" tIns="46038" rIns="92075" bIns="46038" anchor="ctr" anchorCtr="0"/>
          <a:p>
            <a:r>
              <a:rPr lang="en-US" altLang="zh-CN" sz="3200" dirty="0">
                <a:ea typeface="宋体" panose="02010600030101010101" pitchFamily="2" charset="-122"/>
              </a:rPr>
              <a:t>Shared-Tree: Steiner Tree</a:t>
            </a:r>
            <a:endParaRPr lang="en-US" altLang="zh-CN" sz="3200" dirty="0">
              <a:ea typeface="宋体" panose="02010600030101010101" pitchFamily="2" charset="-122"/>
            </a:endParaRPr>
          </a:p>
        </p:txBody>
      </p:sp>
      <p:sp>
        <p:nvSpPr>
          <p:cNvPr id="158723" name="Rectangle 3"/>
          <p:cNvSpPr>
            <a:spLocks noGrp="1"/>
          </p:cNvSpPr>
          <p:nvPr>
            <p:ph idx="1"/>
          </p:nvPr>
        </p:nvSpPr>
        <p:spPr/>
        <p:txBody>
          <a:bodyPr vert="horz" wrap="square" lIns="92075" tIns="46038" rIns="92075" bIns="46038" anchor="t" anchorCtr="0"/>
          <a:p>
            <a:r>
              <a:rPr lang="en-US" altLang="zh-CN" dirty="0">
                <a:solidFill>
                  <a:srgbClr val="FF0000"/>
                </a:solidFill>
                <a:ea typeface="宋体" panose="02010600030101010101" pitchFamily="2" charset="-122"/>
              </a:rPr>
              <a:t>Steiner Tree:</a:t>
            </a:r>
            <a:r>
              <a:rPr lang="en-US" altLang="zh-CN" dirty="0">
                <a:ea typeface="宋体" panose="02010600030101010101" pitchFamily="2" charset="-122"/>
              </a:rPr>
              <a:t> minimum cost tree connecting all routers with attached group members</a:t>
            </a:r>
            <a:endParaRPr lang="en-US" altLang="zh-CN" dirty="0">
              <a:ea typeface="宋体" panose="02010600030101010101" pitchFamily="2" charset="-122"/>
            </a:endParaRPr>
          </a:p>
          <a:p>
            <a:r>
              <a:rPr lang="en-US" altLang="zh-CN" dirty="0">
                <a:ea typeface="宋体" panose="02010600030101010101" pitchFamily="2" charset="-122"/>
              </a:rPr>
              <a:t>problem is NP-complete</a:t>
            </a:r>
            <a:endParaRPr lang="en-US" altLang="zh-CN" dirty="0">
              <a:ea typeface="宋体" panose="02010600030101010101" pitchFamily="2" charset="-122"/>
            </a:endParaRPr>
          </a:p>
          <a:p>
            <a:r>
              <a:rPr lang="en-US" altLang="zh-CN" dirty="0">
                <a:ea typeface="宋体" panose="02010600030101010101" pitchFamily="2" charset="-122"/>
              </a:rPr>
              <a:t>excellent heuristics exists</a:t>
            </a:r>
            <a:endParaRPr lang="en-US" altLang="zh-CN" dirty="0">
              <a:ea typeface="宋体" panose="02010600030101010101" pitchFamily="2" charset="-122"/>
            </a:endParaRPr>
          </a:p>
          <a:p>
            <a:r>
              <a:rPr lang="en-US" altLang="zh-CN" dirty="0">
                <a:ea typeface="宋体" panose="02010600030101010101" pitchFamily="2" charset="-122"/>
              </a:rPr>
              <a:t>not used in practice:</a:t>
            </a:r>
            <a:endParaRPr lang="en-US" altLang="zh-CN" dirty="0">
              <a:ea typeface="宋体" panose="02010600030101010101" pitchFamily="2" charset="-122"/>
            </a:endParaRPr>
          </a:p>
          <a:p>
            <a:pPr lvl="1"/>
            <a:r>
              <a:rPr lang="en-US" altLang="zh-CN" dirty="0">
                <a:ea typeface="宋体" panose="02010600030101010101" pitchFamily="2" charset="-122"/>
              </a:rPr>
              <a:t>computational complexity</a:t>
            </a:r>
            <a:endParaRPr lang="en-US" altLang="zh-CN" dirty="0">
              <a:ea typeface="宋体" panose="02010600030101010101" pitchFamily="2" charset="-122"/>
            </a:endParaRPr>
          </a:p>
          <a:p>
            <a:pPr lvl="1"/>
            <a:r>
              <a:rPr lang="en-US" altLang="zh-CN" dirty="0">
                <a:ea typeface="宋体" panose="02010600030101010101" pitchFamily="2" charset="-122"/>
              </a:rPr>
              <a:t>information about entire network needed</a:t>
            </a:r>
            <a:endParaRPr lang="en-US" altLang="zh-CN" dirty="0">
              <a:ea typeface="宋体" panose="02010600030101010101" pitchFamily="2" charset="-122"/>
            </a:endParaRPr>
          </a:p>
          <a:p>
            <a:pPr lvl="1"/>
            <a:r>
              <a:rPr lang="en-US" altLang="zh-CN" dirty="0">
                <a:ea typeface="宋体" panose="02010600030101010101" pitchFamily="2" charset="-122"/>
              </a:rPr>
              <a:t>monolithic: rerun whenever a router needs to join/leave</a:t>
            </a:r>
            <a:endParaRPr lang="en-US" altLang="zh-CN" dirty="0">
              <a:ea typeface="宋体" panose="02010600030101010101" pitchFamily="2" charset="-122"/>
            </a:endParaRPr>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0770" name="Rectangle 2"/>
          <p:cNvSpPr>
            <a:spLocks noGrp="1"/>
          </p:cNvSpPr>
          <p:nvPr>
            <p:ph type="title"/>
          </p:nvPr>
        </p:nvSpPr>
        <p:spPr/>
        <p:txBody>
          <a:bodyPr vert="horz" wrap="square" lIns="92075" tIns="46038" rIns="92075" bIns="46038" anchor="ctr" anchorCtr="0"/>
          <a:p>
            <a:r>
              <a:rPr lang="en-US" altLang="zh-CN" dirty="0">
                <a:ea typeface="宋体" panose="02010600030101010101" pitchFamily="2" charset="-122"/>
              </a:rPr>
              <a:t>Center-based trees</a:t>
            </a:r>
            <a:endParaRPr lang="en-US" altLang="zh-CN" dirty="0">
              <a:ea typeface="宋体" panose="02010600030101010101" pitchFamily="2" charset="-122"/>
            </a:endParaRPr>
          </a:p>
        </p:txBody>
      </p:sp>
      <p:sp>
        <p:nvSpPr>
          <p:cNvPr id="160771" name="Rectangle 3"/>
          <p:cNvSpPr>
            <a:spLocks noGrp="1"/>
          </p:cNvSpPr>
          <p:nvPr>
            <p:ph idx="1"/>
          </p:nvPr>
        </p:nvSpPr>
        <p:spPr/>
        <p:txBody>
          <a:bodyPr vert="horz" wrap="square" lIns="92075" tIns="46038" rIns="92075" bIns="46038" anchor="t" anchorCtr="0"/>
          <a:p>
            <a:r>
              <a:rPr lang="en-US" altLang="zh-CN" dirty="0">
                <a:ea typeface="宋体" panose="02010600030101010101" pitchFamily="2" charset="-122"/>
              </a:rPr>
              <a:t>single delivery tree shared by all</a:t>
            </a:r>
            <a:endParaRPr lang="en-US" altLang="zh-CN" dirty="0">
              <a:ea typeface="宋体" panose="02010600030101010101" pitchFamily="2" charset="-122"/>
            </a:endParaRPr>
          </a:p>
          <a:p>
            <a:r>
              <a:rPr lang="en-US" altLang="zh-CN" dirty="0">
                <a:ea typeface="宋体" panose="02010600030101010101" pitchFamily="2" charset="-122"/>
              </a:rPr>
              <a:t>one router identified as </a:t>
            </a:r>
            <a:r>
              <a:rPr lang="en-US" altLang="zh-CN" i="1" dirty="0">
                <a:solidFill>
                  <a:srgbClr val="FF0000"/>
                </a:solidFill>
                <a:ea typeface="宋体" panose="02010600030101010101" pitchFamily="2" charset="-122"/>
              </a:rPr>
              <a:t>“center”</a:t>
            </a:r>
            <a:r>
              <a:rPr lang="en-US" altLang="zh-CN" dirty="0">
                <a:ea typeface="宋体" panose="02010600030101010101" pitchFamily="2" charset="-122"/>
              </a:rPr>
              <a:t> of tree</a:t>
            </a:r>
            <a:endParaRPr lang="en-US" altLang="zh-CN" dirty="0">
              <a:ea typeface="宋体" panose="02010600030101010101" pitchFamily="2" charset="-122"/>
            </a:endParaRPr>
          </a:p>
          <a:p>
            <a:r>
              <a:rPr lang="en-US" altLang="zh-CN" dirty="0">
                <a:ea typeface="宋体" panose="02010600030101010101" pitchFamily="2" charset="-122"/>
              </a:rPr>
              <a:t>to join:</a:t>
            </a:r>
            <a:endParaRPr lang="en-US" altLang="zh-CN" dirty="0">
              <a:ea typeface="宋体" panose="02010600030101010101" pitchFamily="2" charset="-122"/>
            </a:endParaRPr>
          </a:p>
          <a:p>
            <a:pPr lvl="1"/>
            <a:r>
              <a:rPr lang="en-US" altLang="zh-CN" dirty="0">
                <a:ea typeface="宋体" panose="02010600030101010101" pitchFamily="2" charset="-122"/>
              </a:rPr>
              <a:t>edge router sends unicast </a:t>
            </a:r>
            <a:r>
              <a:rPr lang="en-US" altLang="zh-CN" i="1" dirty="0">
                <a:ea typeface="宋体" panose="02010600030101010101" pitchFamily="2" charset="-122"/>
              </a:rPr>
              <a:t>join-msg</a:t>
            </a:r>
            <a:r>
              <a:rPr lang="en-US" altLang="zh-CN" dirty="0">
                <a:ea typeface="宋体" panose="02010600030101010101" pitchFamily="2" charset="-122"/>
              </a:rPr>
              <a:t> addressed to center router</a:t>
            </a:r>
            <a:endParaRPr lang="en-US" altLang="zh-CN" dirty="0">
              <a:ea typeface="宋体" panose="02010600030101010101" pitchFamily="2" charset="-122"/>
            </a:endParaRPr>
          </a:p>
          <a:p>
            <a:pPr lvl="1"/>
            <a:r>
              <a:rPr lang="en-US" altLang="zh-CN" i="1" dirty="0">
                <a:ea typeface="宋体" panose="02010600030101010101" pitchFamily="2" charset="-122"/>
              </a:rPr>
              <a:t>join-msg </a:t>
            </a:r>
            <a:r>
              <a:rPr lang="en-US" altLang="zh-CN" dirty="0">
                <a:ea typeface="宋体" panose="02010600030101010101" pitchFamily="2" charset="-122"/>
              </a:rPr>
              <a:t>“processed” by intermediate routers and forwarded towards center</a:t>
            </a:r>
            <a:endParaRPr lang="en-US" altLang="zh-CN" dirty="0">
              <a:ea typeface="宋体" panose="02010600030101010101" pitchFamily="2" charset="-122"/>
            </a:endParaRPr>
          </a:p>
          <a:p>
            <a:pPr lvl="1"/>
            <a:r>
              <a:rPr lang="en-US" altLang="zh-CN" i="1" dirty="0">
                <a:ea typeface="宋体" panose="02010600030101010101" pitchFamily="2" charset="-122"/>
              </a:rPr>
              <a:t>join-msg</a:t>
            </a:r>
            <a:r>
              <a:rPr lang="en-US" altLang="zh-CN" dirty="0">
                <a:ea typeface="宋体" panose="02010600030101010101" pitchFamily="2" charset="-122"/>
              </a:rPr>
              <a:t> either hits existing tree branch for this center, or arrives at center</a:t>
            </a:r>
            <a:endParaRPr lang="en-US" altLang="zh-CN" dirty="0">
              <a:ea typeface="宋体" panose="02010600030101010101" pitchFamily="2" charset="-122"/>
            </a:endParaRPr>
          </a:p>
          <a:p>
            <a:pPr lvl="1"/>
            <a:r>
              <a:rPr lang="en-US" altLang="zh-CN" dirty="0">
                <a:ea typeface="宋体" panose="02010600030101010101" pitchFamily="2" charset="-122"/>
              </a:rPr>
              <a:t>path taken by </a:t>
            </a:r>
            <a:r>
              <a:rPr lang="en-US" altLang="zh-CN" i="1" dirty="0">
                <a:ea typeface="宋体" panose="02010600030101010101" pitchFamily="2" charset="-122"/>
              </a:rPr>
              <a:t>join-msg</a:t>
            </a:r>
            <a:r>
              <a:rPr lang="en-US" altLang="zh-CN" dirty="0">
                <a:ea typeface="宋体" panose="02010600030101010101" pitchFamily="2" charset="-122"/>
              </a:rPr>
              <a:t> becomes new branch of tree for this router</a:t>
            </a:r>
            <a:endParaRPr lang="en-US" altLang="zh-CN" dirty="0">
              <a:ea typeface="宋体" panose="02010600030101010101" pitchFamily="2" charset="-122"/>
            </a:endParaRPr>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2818" name="Rectangle 2"/>
          <p:cNvSpPr>
            <a:spLocks noGrp="1"/>
          </p:cNvSpPr>
          <p:nvPr>
            <p:ph type="title"/>
          </p:nvPr>
        </p:nvSpPr>
        <p:spPr/>
        <p:txBody>
          <a:bodyPr vert="horz" wrap="square" lIns="92075" tIns="46038" rIns="92075" bIns="46038" anchor="ctr" anchorCtr="0"/>
          <a:p>
            <a:r>
              <a:rPr lang="en-US" altLang="zh-CN" dirty="0">
                <a:ea typeface="宋体" panose="02010600030101010101" pitchFamily="2" charset="-122"/>
              </a:rPr>
              <a:t>Center-based trees: an example</a:t>
            </a:r>
            <a:endParaRPr lang="en-US" altLang="zh-CN" dirty="0">
              <a:ea typeface="宋体" panose="02010600030101010101" pitchFamily="2" charset="-122"/>
            </a:endParaRPr>
          </a:p>
        </p:txBody>
      </p:sp>
      <p:sp>
        <p:nvSpPr>
          <p:cNvPr id="162819" name="Rectangle 3"/>
          <p:cNvSpPr/>
          <p:nvPr/>
        </p:nvSpPr>
        <p:spPr>
          <a:xfrm>
            <a:off x="609600" y="1676400"/>
            <a:ext cx="8001000" cy="4648200"/>
          </a:xfrm>
          <a:prstGeom prst="rect">
            <a:avLst/>
          </a:prstGeom>
          <a:noFill/>
          <a:ln w="9525">
            <a:noFill/>
          </a:ln>
        </p:spPr>
        <p:txBody>
          <a:bodyPr lIns="92075" tIns="46038" rIns="92075" bIns="46038"/>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342900" lvl="0" indent="-342900">
              <a:buClrTx/>
              <a:buSzTx/>
              <a:buFontTx/>
              <a:buNone/>
            </a:pPr>
            <a:r>
              <a:rPr lang="en-US" altLang="zh-CN" dirty="0">
                <a:ea typeface="宋体" panose="02010600030101010101" pitchFamily="2" charset="-122"/>
              </a:rPr>
              <a:t>Suppose R6 chosen as center:</a:t>
            </a:r>
            <a:endParaRPr lang="en-US" altLang="zh-CN" dirty="0">
              <a:ea typeface="宋体" panose="02010600030101010101" pitchFamily="2" charset="-122"/>
            </a:endParaRPr>
          </a:p>
        </p:txBody>
      </p:sp>
      <p:sp>
        <p:nvSpPr>
          <p:cNvPr id="162820" name="Line 4"/>
          <p:cNvSpPr/>
          <p:nvPr/>
        </p:nvSpPr>
        <p:spPr>
          <a:xfrm>
            <a:off x="3727450" y="4533900"/>
            <a:ext cx="401638" cy="690563"/>
          </a:xfrm>
          <a:prstGeom prst="line">
            <a:avLst/>
          </a:prstGeom>
          <a:ln w="19050" cap="flat" cmpd="sng">
            <a:solidFill>
              <a:schemeClr val="tx1"/>
            </a:solidFill>
            <a:prstDash val="solid"/>
            <a:headEnd type="none" w="med" len="med"/>
            <a:tailEnd type="none" w="med" len="med"/>
          </a:ln>
        </p:spPr>
      </p:sp>
      <p:sp>
        <p:nvSpPr>
          <p:cNvPr id="162821" name="Line 5"/>
          <p:cNvSpPr/>
          <p:nvPr/>
        </p:nvSpPr>
        <p:spPr>
          <a:xfrm flipV="1">
            <a:off x="2325688" y="3678238"/>
            <a:ext cx="1365250" cy="347662"/>
          </a:xfrm>
          <a:prstGeom prst="line">
            <a:avLst/>
          </a:prstGeom>
          <a:ln w="19050" cap="flat" cmpd="sng">
            <a:solidFill>
              <a:schemeClr val="tx1"/>
            </a:solidFill>
            <a:prstDash val="solid"/>
            <a:headEnd type="none" w="med" len="med"/>
            <a:tailEnd type="none" w="med" len="med"/>
          </a:ln>
        </p:spPr>
      </p:sp>
      <p:sp>
        <p:nvSpPr>
          <p:cNvPr id="162822" name="Line 6"/>
          <p:cNvSpPr/>
          <p:nvPr/>
        </p:nvSpPr>
        <p:spPr>
          <a:xfrm>
            <a:off x="2060575" y="3995738"/>
            <a:ext cx="852488" cy="974725"/>
          </a:xfrm>
          <a:prstGeom prst="line">
            <a:avLst/>
          </a:prstGeom>
          <a:ln w="19050" cap="flat" cmpd="sng">
            <a:solidFill>
              <a:schemeClr val="tx1"/>
            </a:solidFill>
            <a:prstDash val="solid"/>
            <a:headEnd type="none" w="med" len="med"/>
            <a:tailEnd type="none" w="med" len="med"/>
          </a:ln>
        </p:spPr>
      </p:sp>
      <p:sp>
        <p:nvSpPr>
          <p:cNvPr id="162823" name="Line 7"/>
          <p:cNvSpPr/>
          <p:nvPr/>
        </p:nvSpPr>
        <p:spPr>
          <a:xfrm>
            <a:off x="2647950" y="3240088"/>
            <a:ext cx="993775" cy="446087"/>
          </a:xfrm>
          <a:prstGeom prst="line">
            <a:avLst/>
          </a:prstGeom>
          <a:ln w="19050" cap="flat" cmpd="sng">
            <a:solidFill>
              <a:schemeClr val="tx1"/>
            </a:solidFill>
            <a:prstDash val="solid"/>
            <a:headEnd type="none" w="med" len="med"/>
            <a:tailEnd type="none" w="med" len="med"/>
          </a:ln>
        </p:spPr>
      </p:sp>
      <p:sp>
        <p:nvSpPr>
          <p:cNvPr id="162824" name="Line 8"/>
          <p:cNvSpPr/>
          <p:nvPr/>
        </p:nvSpPr>
        <p:spPr>
          <a:xfrm flipV="1">
            <a:off x="3178175" y="4562475"/>
            <a:ext cx="538163" cy="468313"/>
          </a:xfrm>
          <a:prstGeom prst="line">
            <a:avLst/>
          </a:prstGeom>
          <a:ln w="19050" cap="flat" cmpd="sng">
            <a:solidFill>
              <a:schemeClr val="tx1"/>
            </a:solidFill>
            <a:prstDash val="solid"/>
            <a:headEnd type="none" w="med" len="med"/>
            <a:tailEnd type="none" w="med" len="med"/>
          </a:ln>
        </p:spPr>
      </p:sp>
      <p:sp>
        <p:nvSpPr>
          <p:cNvPr id="162825" name="Line 9"/>
          <p:cNvSpPr/>
          <p:nvPr/>
        </p:nvSpPr>
        <p:spPr>
          <a:xfrm>
            <a:off x="3700463" y="3784600"/>
            <a:ext cx="0" cy="717550"/>
          </a:xfrm>
          <a:prstGeom prst="line">
            <a:avLst/>
          </a:prstGeom>
          <a:ln w="19050" cap="flat" cmpd="sng">
            <a:solidFill>
              <a:schemeClr val="tx1"/>
            </a:solidFill>
            <a:prstDash val="solid"/>
            <a:headEnd type="none" w="med" len="med"/>
            <a:tailEnd type="none" w="med" len="med"/>
          </a:ln>
        </p:spPr>
      </p:sp>
      <p:sp>
        <p:nvSpPr>
          <p:cNvPr id="162826" name="Line 10"/>
          <p:cNvSpPr/>
          <p:nvPr/>
        </p:nvSpPr>
        <p:spPr>
          <a:xfrm>
            <a:off x="1725613" y="4999038"/>
            <a:ext cx="1025525" cy="0"/>
          </a:xfrm>
          <a:prstGeom prst="line">
            <a:avLst/>
          </a:prstGeom>
          <a:ln w="19050" cap="flat" cmpd="sng">
            <a:solidFill>
              <a:schemeClr val="tx1"/>
            </a:solidFill>
            <a:prstDash val="solid"/>
            <a:headEnd type="none" w="med" len="med"/>
            <a:tailEnd type="none" w="med" len="med"/>
          </a:ln>
        </p:spPr>
      </p:sp>
      <p:sp>
        <p:nvSpPr>
          <p:cNvPr id="162827" name="Line 11"/>
          <p:cNvSpPr/>
          <p:nvPr/>
        </p:nvSpPr>
        <p:spPr>
          <a:xfrm flipH="1">
            <a:off x="1604963" y="4102100"/>
            <a:ext cx="373062" cy="846138"/>
          </a:xfrm>
          <a:prstGeom prst="line">
            <a:avLst/>
          </a:prstGeom>
          <a:ln w="19050" cap="flat" cmpd="sng">
            <a:solidFill>
              <a:srgbClr val="FF0000"/>
            </a:solidFill>
            <a:prstDash val="solid"/>
            <a:headEnd type="none" w="med" len="med"/>
            <a:tailEnd type="none" w="med" len="med"/>
          </a:ln>
        </p:spPr>
      </p:sp>
      <p:sp>
        <p:nvSpPr>
          <p:cNvPr id="162828" name="Line 12"/>
          <p:cNvSpPr/>
          <p:nvPr/>
        </p:nvSpPr>
        <p:spPr>
          <a:xfrm flipH="1">
            <a:off x="2052638" y="3254375"/>
            <a:ext cx="347662" cy="749300"/>
          </a:xfrm>
          <a:prstGeom prst="line">
            <a:avLst/>
          </a:prstGeom>
          <a:ln w="19050" cap="flat" cmpd="sng">
            <a:solidFill>
              <a:schemeClr val="tx1"/>
            </a:solidFill>
            <a:prstDash val="solid"/>
            <a:headEnd type="none" w="med" len="med"/>
            <a:tailEnd type="none" w="med" len="med"/>
          </a:ln>
        </p:spPr>
      </p:sp>
      <p:grpSp>
        <p:nvGrpSpPr>
          <p:cNvPr id="162829" name="Group 13"/>
          <p:cNvGrpSpPr/>
          <p:nvPr/>
        </p:nvGrpSpPr>
        <p:grpSpPr>
          <a:xfrm>
            <a:off x="2625725" y="4911725"/>
            <a:ext cx="568325" cy="222250"/>
            <a:chOff x="3600" y="219"/>
            <a:chExt cx="360" cy="175"/>
          </a:xfrm>
        </p:grpSpPr>
        <p:sp>
          <p:nvSpPr>
            <p:cNvPr id="162961" name="Oval 14"/>
            <p:cNvSpPr/>
            <p:nvPr/>
          </p:nvSpPr>
          <p:spPr>
            <a:xfrm>
              <a:off x="3603" y="297"/>
              <a:ext cx="357" cy="97"/>
            </a:xfrm>
            <a:prstGeom prst="ellipse">
              <a:avLst/>
            </a:prstGeom>
            <a:solidFill>
              <a:srgbClr val="FF0000"/>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62962" name="Line 15"/>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162963" name="Line 16"/>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162964" name="Rectangle 17"/>
            <p:cNvSpPr/>
            <p:nvPr/>
          </p:nvSpPr>
          <p:spPr>
            <a:xfrm>
              <a:off x="3603" y="289"/>
              <a:ext cx="354" cy="59"/>
            </a:xfrm>
            <a:prstGeom prst="rect">
              <a:avLst/>
            </a:prstGeom>
            <a:solidFill>
              <a:srgbClr val="FF0000"/>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62965" name="Oval 18"/>
            <p:cNvSpPr/>
            <p:nvPr/>
          </p:nvSpPr>
          <p:spPr>
            <a:xfrm>
              <a:off x="3600" y="219"/>
              <a:ext cx="357" cy="113"/>
            </a:xfrm>
            <a:prstGeom prst="ellipse">
              <a:avLst/>
            </a:prstGeom>
            <a:solidFill>
              <a:srgbClr val="FF0000"/>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62966" name="Group 19"/>
            <p:cNvGrpSpPr/>
            <p:nvPr/>
          </p:nvGrpSpPr>
          <p:grpSpPr>
            <a:xfrm>
              <a:off x="3686" y="244"/>
              <a:ext cx="177" cy="66"/>
              <a:chOff x="2848" y="848"/>
              <a:chExt cx="140" cy="98"/>
            </a:xfrm>
          </p:grpSpPr>
          <p:sp>
            <p:nvSpPr>
              <p:cNvPr id="162971" name="Line 20"/>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62972" name="Line 21"/>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62973" name="Line 22"/>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162967" name="Group 23"/>
            <p:cNvGrpSpPr/>
            <p:nvPr/>
          </p:nvGrpSpPr>
          <p:grpSpPr>
            <a:xfrm flipV="1">
              <a:off x="3686" y="243"/>
              <a:ext cx="177" cy="66"/>
              <a:chOff x="2848" y="848"/>
              <a:chExt cx="140" cy="98"/>
            </a:xfrm>
          </p:grpSpPr>
          <p:sp>
            <p:nvSpPr>
              <p:cNvPr id="162968" name="Line 24"/>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62969" name="Line 25"/>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62970" name="Line 26"/>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162830" name="Group 27"/>
          <p:cNvGrpSpPr/>
          <p:nvPr/>
        </p:nvGrpSpPr>
        <p:grpSpPr>
          <a:xfrm>
            <a:off x="3411538" y="3592513"/>
            <a:ext cx="569912" cy="222250"/>
            <a:chOff x="3600" y="219"/>
            <a:chExt cx="360" cy="175"/>
          </a:xfrm>
        </p:grpSpPr>
        <p:sp>
          <p:nvSpPr>
            <p:cNvPr id="162948" name="Oval 28"/>
            <p:cNvSpPr/>
            <p:nvPr/>
          </p:nvSpPr>
          <p:spPr>
            <a:xfrm>
              <a:off x="3603" y="297"/>
              <a:ext cx="357" cy="97"/>
            </a:xfrm>
            <a:prstGeom prst="ellipse">
              <a:avLst/>
            </a:prstGeom>
            <a:solidFill>
              <a:srgbClr val="FF0000"/>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62949" name="Line 29"/>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162950" name="Line 30"/>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162951" name="Rectangle 31"/>
            <p:cNvSpPr/>
            <p:nvPr/>
          </p:nvSpPr>
          <p:spPr>
            <a:xfrm>
              <a:off x="3603" y="289"/>
              <a:ext cx="354" cy="59"/>
            </a:xfrm>
            <a:prstGeom prst="rect">
              <a:avLst/>
            </a:prstGeom>
            <a:solidFill>
              <a:srgbClr val="FF0000"/>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62952" name="Oval 32"/>
            <p:cNvSpPr/>
            <p:nvPr/>
          </p:nvSpPr>
          <p:spPr>
            <a:xfrm>
              <a:off x="3600" y="219"/>
              <a:ext cx="357" cy="113"/>
            </a:xfrm>
            <a:prstGeom prst="ellipse">
              <a:avLst/>
            </a:prstGeom>
            <a:solidFill>
              <a:srgbClr val="FF0000"/>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62953" name="Group 33"/>
            <p:cNvGrpSpPr/>
            <p:nvPr/>
          </p:nvGrpSpPr>
          <p:grpSpPr>
            <a:xfrm>
              <a:off x="3686" y="244"/>
              <a:ext cx="177" cy="66"/>
              <a:chOff x="2848" y="848"/>
              <a:chExt cx="140" cy="98"/>
            </a:xfrm>
          </p:grpSpPr>
          <p:sp>
            <p:nvSpPr>
              <p:cNvPr id="162958" name="Line 34"/>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62959" name="Line 35"/>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62960" name="Line 36"/>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162954" name="Group 37"/>
            <p:cNvGrpSpPr/>
            <p:nvPr/>
          </p:nvGrpSpPr>
          <p:grpSpPr>
            <a:xfrm flipV="1">
              <a:off x="3686" y="243"/>
              <a:ext cx="177" cy="66"/>
              <a:chOff x="2848" y="848"/>
              <a:chExt cx="140" cy="98"/>
            </a:xfrm>
          </p:grpSpPr>
          <p:sp>
            <p:nvSpPr>
              <p:cNvPr id="162955" name="Line 38"/>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62956" name="Line 39"/>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62957" name="Line 40"/>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162831" name="Group 41"/>
          <p:cNvGrpSpPr/>
          <p:nvPr/>
        </p:nvGrpSpPr>
        <p:grpSpPr>
          <a:xfrm>
            <a:off x="1276350" y="4891088"/>
            <a:ext cx="568325" cy="222250"/>
            <a:chOff x="3600" y="219"/>
            <a:chExt cx="360" cy="175"/>
          </a:xfrm>
        </p:grpSpPr>
        <p:sp>
          <p:nvSpPr>
            <p:cNvPr id="162935" name="Oval 42"/>
            <p:cNvSpPr/>
            <p:nvPr/>
          </p:nvSpPr>
          <p:spPr>
            <a:xfrm>
              <a:off x="3603" y="297"/>
              <a:ext cx="357" cy="97"/>
            </a:xfrm>
            <a:prstGeom prst="ellipse">
              <a:avLst/>
            </a:prstGeom>
            <a:solidFill>
              <a:srgbClr val="FF0000"/>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62936" name="Line 43"/>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162937" name="Line 44"/>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162938" name="Rectangle 45"/>
            <p:cNvSpPr/>
            <p:nvPr/>
          </p:nvSpPr>
          <p:spPr>
            <a:xfrm>
              <a:off x="3603" y="289"/>
              <a:ext cx="354" cy="59"/>
            </a:xfrm>
            <a:prstGeom prst="rect">
              <a:avLst/>
            </a:prstGeom>
            <a:solidFill>
              <a:srgbClr val="FF0000"/>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62939" name="Oval 46"/>
            <p:cNvSpPr/>
            <p:nvPr/>
          </p:nvSpPr>
          <p:spPr>
            <a:xfrm>
              <a:off x="3600" y="219"/>
              <a:ext cx="357" cy="113"/>
            </a:xfrm>
            <a:prstGeom prst="ellipse">
              <a:avLst/>
            </a:prstGeom>
            <a:solidFill>
              <a:srgbClr val="FF0000"/>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62940" name="Group 47"/>
            <p:cNvGrpSpPr/>
            <p:nvPr/>
          </p:nvGrpSpPr>
          <p:grpSpPr>
            <a:xfrm>
              <a:off x="3686" y="244"/>
              <a:ext cx="177" cy="66"/>
              <a:chOff x="2848" y="848"/>
              <a:chExt cx="140" cy="98"/>
            </a:xfrm>
          </p:grpSpPr>
          <p:sp>
            <p:nvSpPr>
              <p:cNvPr id="162945" name="Line 48"/>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62946" name="Line 49"/>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62947" name="Line 50"/>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162941" name="Group 51"/>
            <p:cNvGrpSpPr/>
            <p:nvPr/>
          </p:nvGrpSpPr>
          <p:grpSpPr>
            <a:xfrm flipV="1">
              <a:off x="3686" y="243"/>
              <a:ext cx="177" cy="66"/>
              <a:chOff x="2848" y="848"/>
              <a:chExt cx="140" cy="98"/>
            </a:xfrm>
          </p:grpSpPr>
          <p:sp>
            <p:nvSpPr>
              <p:cNvPr id="162942" name="Line 52"/>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62943" name="Line 53"/>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62944" name="Line 54"/>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162832" name="Group 55"/>
          <p:cNvGrpSpPr/>
          <p:nvPr/>
        </p:nvGrpSpPr>
        <p:grpSpPr>
          <a:xfrm>
            <a:off x="3435350" y="4427538"/>
            <a:ext cx="547688" cy="233362"/>
            <a:chOff x="3600" y="219"/>
            <a:chExt cx="360" cy="175"/>
          </a:xfrm>
        </p:grpSpPr>
        <p:sp>
          <p:nvSpPr>
            <p:cNvPr id="162922" name="Oval 56"/>
            <p:cNvSpPr/>
            <p:nvPr/>
          </p:nvSpPr>
          <p:spPr>
            <a:xfrm>
              <a:off x="3603" y="297"/>
              <a:ext cx="357" cy="97"/>
            </a:xfrm>
            <a:prstGeom prst="ellipse">
              <a:avLst/>
            </a:prstGeom>
            <a:solidFill>
              <a:srgbClr val="DDDDDD"/>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62923" name="Line 57"/>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162924" name="Line 58"/>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162925" name="Rectangle 59"/>
            <p:cNvSpPr/>
            <p:nvPr/>
          </p:nvSpPr>
          <p:spPr>
            <a:xfrm>
              <a:off x="3603" y="289"/>
              <a:ext cx="354" cy="59"/>
            </a:xfrm>
            <a:prstGeom prst="rect">
              <a:avLst/>
            </a:prstGeom>
            <a:solidFill>
              <a:srgbClr val="DDDDDD"/>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62926" name="Oval 60"/>
            <p:cNvSpPr/>
            <p:nvPr/>
          </p:nvSpPr>
          <p:spPr>
            <a:xfrm>
              <a:off x="3600" y="219"/>
              <a:ext cx="357" cy="113"/>
            </a:xfrm>
            <a:prstGeom prst="ellipse">
              <a:avLst/>
            </a:prstGeom>
            <a:solidFill>
              <a:srgbClr val="DDDDDD"/>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62927" name="Group 61"/>
            <p:cNvGrpSpPr/>
            <p:nvPr/>
          </p:nvGrpSpPr>
          <p:grpSpPr>
            <a:xfrm>
              <a:off x="3686" y="244"/>
              <a:ext cx="177" cy="66"/>
              <a:chOff x="2848" y="848"/>
              <a:chExt cx="140" cy="98"/>
            </a:xfrm>
          </p:grpSpPr>
          <p:sp>
            <p:nvSpPr>
              <p:cNvPr id="162932" name="Line 62"/>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62933" name="Line 63"/>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62934" name="Line 64"/>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162928" name="Group 65"/>
            <p:cNvGrpSpPr/>
            <p:nvPr/>
          </p:nvGrpSpPr>
          <p:grpSpPr>
            <a:xfrm flipV="1">
              <a:off x="3686" y="243"/>
              <a:ext cx="177" cy="66"/>
              <a:chOff x="2848" y="848"/>
              <a:chExt cx="140" cy="98"/>
            </a:xfrm>
          </p:grpSpPr>
          <p:sp>
            <p:nvSpPr>
              <p:cNvPr id="162929" name="Line 66"/>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62930" name="Line 67"/>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62931" name="Line 68"/>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162833" name="Group 69"/>
          <p:cNvGrpSpPr/>
          <p:nvPr/>
        </p:nvGrpSpPr>
        <p:grpSpPr>
          <a:xfrm>
            <a:off x="1779588" y="3913188"/>
            <a:ext cx="547687" cy="233362"/>
            <a:chOff x="3600" y="219"/>
            <a:chExt cx="360" cy="175"/>
          </a:xfrm>
        </p:grpSpPr>
        <p:sp>
          <p:nvSpPr>
            <p:cNvPr id="162909" name="Oval 70"/>
            <p:cNvSpPr/>
            <p:nvPr/>
          </p:nvSpPr>
          <p:spPr>
            <a:xfrm>
              <a:off x="3603" y="297"/>
              <a:ext cx="357" cy="97"/>
            </a:xfrm>
            <a:prstGeom prst="ellipse">
              <a:avLst/>
            </a:prstGeom>
            <a:solidFill>
              <a:srgbClr val="DDDDDD"/>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62910" name="Line 71"/>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162911" name="Line 72"/>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162912" name="Rectangle 73"/>
            <p:cNvSpPr/>
            <p:nvPr/>
          </p:nvSpPr>
          <p:spPr>
            <a:xfrm>
              <a:off x="3603" y="289"/>
              <a:ext cx="354" cy="59"/>
            </a:xfrm>
            <a:prstGeom prst="rect">
              <a:avLst/>
            </a:prstGeom>
            <a:solidFill>
              <a:srgbClr val="DDDDDD"/>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62913" name="Oval 74"/>
            <p:cNvSpPr/>
            <p:nvPr/>
          </p:nvSpPr>
          <p:spPr>
            <a:xfrm>
              <a:off x="3600" y="219"/>
              <a:ext cx="357" cy="113"/>
            </a:xfrm>
            <a:prstGeom prst="ellipse">
              <a:avLst/>
            </a:prstGeom>
            <a:solidFill>
              <a:srgbClr val="DDDDDD"/>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62914" name="Group 75"/>
            <p:cNvGrpSpPr/>
            <p:nvPr/>
          </p:nvGrpSpPr>
          <p:grpSpPr>
            <a:xfrm>
              <a:off x="3686" y="244"/>
              <a:ext cx="177" cy="66"/>
              <a:chOff x="2848" y="848"/>
              <a:chExt cx="140" cy="98"/>
            </a:xfrm>
          </p:grpSpPr>
          <p:sp>
            <p:nvSpPr>
              <p:cNvPr id="162919" name="Line 76"/>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62920" name="Line 77"/>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62921" name="Line 78"/>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162915" name="Group 79"/>
            <p:cNvGrpSpPr/>
            <p:nvPr/>
          </p:nvGrpSpPr>
          <p:grpSpPr>
            <a:xfrm flipV="1">
              <a:off x="3686" y="243"/>
              <a:ext cx="177" cy="66"/>
              <a:chOff x="2848" y="848"/>
              <a:chExt cx="140" cy="98"/>
            </a:xfrm>
          </p:grpSpPr>
          <p:sp>
            <p:nvSpPr>
              <p:cNvPr id="162916" name="Line 80"/>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62917" name="Line 81"/>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62918" name="Line 82"/>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162834" name="Group 83"/>
          <p:cNvGrpSpPr/>
          <p:nvPr/>
        </p:nvGrpSpPr>
        <p:grpSpPr>
          <a:xfrm>
            <a:off x="2136775" y="3084513"/>
            <a:ext cx="569913" cy="223837"/>
            <a:chOff x="3600" y="219"/>
            <a:chExt cx="360" cy="175"/>
          </a:xfrm>
        </p:grpSpPr>
        <p:sp>
          <p:nvSpPr>
            <p:cNvPr id="162896" name="Oval 84"/>
            <p:cNvSpPr/>
            <p:nvPr/>
          </p:nvSpPr>
          <p:spPr>
            <a:xfrm>
              <a:off x="3603" y="297"/>
              <a:ext cx="357" cy="97"/>
            </a:xfrm>
            <a:prstGeom prst="ellipse">
              <a:avLst/>
            </a:prstGeom>
            <a:solidFill>
              <a:srgbClr val="FF0000"/>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62897" name="Line 85"/>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162898" name="Line 86"/>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162899" name="Rectangle 87"/>
            <p:cNvSpPr/>
            <p:nvPr/>
          </p:nvSpPr>
          <p:spPr>
            <a:xfrm>
              <a:off x="3603" y="289"/>
              <a:ext cx="354" cy="59"/>
            </a:xfrm>
            <a:prstGeom prst="rect">
              <a:avLst/>
            </a:prstGeom>
            <a:solidFill>
              <a:srgbClr val="FF0000"/>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62900" name="Oval 88"/>
            <p:cNvSpPr/>
            <p:nvPr/>
          </p:nvSpPr>
          <p:spPr>
            <a:xfrm>
              <a:off x="3600" y="219"/>
              <a:ext cx="357" cy="113"/>
            </a:xfrm>
            <a:prstGeom prst="ellipse">
              <a:avLst/>
            </a:prstGeom>
            <a:solidFill>
              <a:srgbClr val="FF0000"/>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62901" name="Group 89"/>
            <p:cNvGrpSpPr/>
            <p:nvPr/>
          </p:nvGrpSpPr>
          <p:grpSpPr>
            <a:xfrm>
              <a:off x="3686" y="244"/>
              <a:ext cx="177" cy="66"/>
              <a:chOff x="2848" y="848"/>
              <a:chExt cx="140" cy="98"/>
            </a:xfrm>
          </p:grpSpPr>
          <p:sp>
            <p:nvSpPr>
              <p:cNvPr id="162906" name="Line 90"/>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62907" name="Line 91"/>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62908" name="Line 92"/>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162902" name="Group 93"/>
            <p:cNvGrpSpPr/>
            <p:nvPr/>
          </p:nvGrpSpPr>
          <p:grpSpPr>
            <a:xfrm flipV="1">
              <a:off x="3686" y="243"/>
              <a:ext cx="177" cy="66"/>
              <a:chOff x="2848" y="848"/>
              <a:chExt cx="140" cy="98"/>
            </a:xfrm>
          </p:grpSpPr>
          <p:sp>
            <p:nvSpPr>
              <p:cNvPr id="162903" name="Line 94"/>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62904" name="Line 95"/>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62905" name="Line 96"/>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sp>
        <p:nvSpPr>
          <p:cNvPr id="162835" name="Text Box 97"/>
          <p:cNvSpPr txBox="1"/>
          <p:nvPr/>
        </p:nvSpPr>
        <p:spPr>
          <a:xfrm>
            <a:off x="1757363" y="3043238"/>
            <a:ext cx="430212" cy="3667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R1</a:t>
            </a:r>
            <a:endParaRPr lang="en-US" altLang="zh-CN" sz="1800" dirty="0">
              <a:ea typeface="宋体" panose="02010600030101010101" pitchFamily="2" charset="-122"/>
            </a:endParaRPr>
          </a:p>
        </p:txBody>
      </p:sp>
      <p:grpSp>
        <p:nvGrpSpPr>
          <p:cNvPr id="162836" name="Group 98"/>
          <p:cNvGrpSpPr/>
          <p:nvPr/>
        </p:nvGrpSpPr>
        <p:grpSpPr>
          <a:xfrm>
            <a:off x="3878263" y="5133975"/>
            <a:ext cx="547687" cy="233363"/>
            <a:chOff x="3600" y="219"/>
            <a:chExt cx="360" cy="175"/>
          </a:xfrm>
        </p:grpSpPr>
        <p:sp>
          <p:nvSpPr>
            <p:cNvPr id="162883" name="Oval 99"/>
            <p:cNvSpPr/>
            <p:nvPr/>
          </p:nvSpPr>
          <p:spPr>
            <a:xfrm>
              <a:off x="3603" y="297"/>
              <a:ext cx="357" cy="97"/>
            </a:xfrm>
            <a:prstGeom prst="ellipse">
              <a:avLst/>
            </a:prstGeom>
            <a:solidFill>
              <a:srgbClr val="DDDDDD"/>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62884" name="Line 100"/>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162885" name="Line 101"/>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162886" name="Rectangle 102"/>
            <p:cNvSpPr/>
            <p:nvPr/>
          </p:nvSpPr>
          <p:spPr>
            <a:xfrm>
              <a:off x="3603" y="289"/>
              <a:ext cx="354" cy="59"/>
            </a:xfrm>
            <a:prstGeom prst="rect">
              <a:avLst/>
            </a:prstGeom>
            <a:solidFill>
              <a:srgbClr val="DDDDDD"/>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62887" name="Oval 103"/>
            <p:cNvSpPr/>
            <p:nvPr/>
          </p:nvSpPr>
          <p:spPr>
            <a:xfrm>
              <a:off x="3600" y="219"/>
              <a:ext cx="357" cy="113"/>
            </a:xfrm>
            <a:prstGeom prst="ellipse">
              <a:avLst/>
            </a:prstGeom>
            <a:solidFill>
              <a:srgbClr val="DDDDDD"/>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62888" name="Group 104"/>
            <p:cNvGrpSpPr/>
            <p:nvPr/>
          </p:nvGrpSpPr>
          <p:grpSpPr>
            <a:xfrm>
              <a:off x="3686" y="244"/>
              <a:ext cx="177" cy="66"/>
              <a:chOff x="2848" y="848"/>
              <a:chExt cx="140" cy="98"/>
            </a:xfrm>
          </p:grpSpPr>
          <p:sp>
            <p:nvSpPr>
              <p:cNvPr id="162893" name="Line 105"/>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62894" name="Line 106"/>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62895" name="Line 107"/>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162889" name="Group 108"/>
            <p:cNvGrpSpPr/>
            <p:nvPr/>
          </p:nvGrpSpPr>
          <p:grpSpPr>
            <a:xfrm flipV="1">
              <a:off x="3686" y="243"/>
              <a:ext cx="177" cy="66"/>
              <a:chOff x="2848" y="848"/>
              <a:chExt cx="140" cy="98"/>
            </a:xfrm>
          </p:grpSpPr>
          <p:sp>
            <p:nvSpPr>
              <p:cNvPr id="162890" name="Line 109"/>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62891" name="Line 110"/>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62892" name="Line 111"/>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sp>
        <p:nvSpPr>
          <p:cNvPr id="162837" name="Text Box 112"/>
          <p:cNvSpPr txBox="1"/>
          <p:nvPr/>
        </p:nvSpPr>
        <p:spPr>
          <a:xfrm>
            <a:off x="1368425" y="3832225"/>
            <a:ext cx="466725"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R2</a:t>
            </a:r>
            <a:endParaRPr lang="en-US" altLang="zh-CN" sz="1800" dirty="0">
              <a:ea typeface="宋体" panose="02010600030101010101" pitchFamily="2" charset="-122"/>
            </a:endParaRPr>
          </a:p>
        </p:txBody>
      </p:sp>
      <p:sp>
        <p:nvSpPr>
          <p:cNvPr id="162838" name="Text Box 113"/>
          <p:cNvSpPr txBox="1"/>
          <p:nvPr/>
        </p:nvSpPr>
        <p:spPr>
          <a:xfrm>
            <a:off x="855663" y="4829175"/>
            <a:ext cx="466725"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R3</a:t>
            </a:r>
            <a:endParaRPr lang="en-US" altLang="zh-CN" sz="1800" dirty="0">
              <a:ea typeface="宋体" panose="02010600030101010101" pitchFamily="2" charset="-122"/>
            </a:endParaRPr>
          </a:p>
        </p:txBody>
      </p:sp>
      <p:sp>
        <p:nvSpPr>
          <p:cNvPr id="162839" name="Text Box 114"/>
          <p:cNvSpPr txBox="1"/>
          <p:nvPr/>
        </p:nvSpPr>
        <p:spPr>
          <a:xfrm>
            <a:off x="3502025" y="3249613"/>
            <a:ext cx="466725" cy="3667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R4</a:t>
            </a:r>
            <a:endParaRPr lang="en-US" altLang="zh-CN" sz="1800" dirty="0">
              <a:ea typeface="宋体" panose="02010600030101010101" pitchFamily="2" charset="-122"/>
            </a:endParaRPr>
          </a:p>
        </p:txBody>
      </p:sp>
      <p:sp>
        <p:nvSpPr>
          <p:cNvPr id="162840" name="Text Box 115"/>
          <p:cNvSpPr txBox="1"/>
          <p:nvPr/>
        </p:nvSpPr>
        <p:spPr>
          <a:xfrm>
            <a:off x="3944938" y="4387850"/>
            <a:ext cx="466725"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R5</a:t>
            </a:r>
            <a:endParaRPr lang="en-US" altLang="zh-CN" sz="1800" dirty="0">
              <a:ea typeface="宋体" panose="02010600030101010101" pitchFamily="2" charset="-122"/>
            </a:endParaRPr>
          </a:p>
        </p:txBody>
      </p:sp>
      <p:sp>
        <p:nvSpPr>
          <p:cNvPr id="162841" name="Text Box 116"/>
          <p:cNvSpPr txBox="1"/>
          <p:nvPr/>
        </p:nvSpPr>
        <p:spPr>
          <a:xfrm>
            <a:off x="2709863" y="5121275"/>
            <a:ext cx="466725"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R6</a:t>
            </a:r>
            <a:endParaRPr lang="en-US" altLang="zh-CN" sz="1800" dirty="0">
              <a:ea typeface="宋体" panose="02010600030101010101" pitchFamily="2" charset="-122"/>
            </a:endParaRPr>
          </a:p>
        </p:txBody>
      </p:sp>
      <p:sp>
        <p:nvSpPr>
          <p:cNvPr id="162842" name="Text Box 117"/>
          <p:cNvSpPr txBox="1"/>
          <p:nvPr/>
        </p:nvSpPr>
        <p:spPr>
          <a:xfrm>
            <a:off x="3430588" y="5078413"/>
            <a:ext cx="466725" cy="3667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R7</a:t>
            </a:r>
            <a:endParaRPr lang="en-US" altLang="zh-CN" sz="1800" dirty="0">
              <a:ea typeface="宋体" panose="02010600030101010101" pitchFamily="2" charset="-122"/>
            </a:endParaRPr>
          </a:p>
        </p:txBody>
      </p:sp>
      <p:grpSp>
        <p:nvGrpSpPr>
          <p:cNvPr id="162843" name="Group 118"/>
          <p:cNvGrpSpPr/>
          <p:nvPr/>
        </p:nvGrpSpPr>
        <p:grpSpPr>
          <a:xfrm>
            <a:off x="4945063" y="3327400"/>
            <a:ext cx="569912" cy="222250"/>
            <a:chOff x="3600" y="219"/>
            <a:chExt cx="360" cy="175"/>
          </a:xfrm>
        </p:grpSpPr>
        <p:sp>
          <p:nvSpPr>
            <p:cNvPr id="162870" name="Oval 119"/>
            <p:cNvSpPr/>
            <p:nvPr/>
          </p:nvSpPr>
          <p:spPr>
            <a:xfrm>
              <a:off x="3603" y="297"/>
              <a:ext cx="357" cy="97"/>
            </a:xfrm>
            <a:prstGeom prst="ellipse">
              <a:avLst/>
            </a:prstGeom>
            <a:solidFill>
              <a:srgbClr val="FF0000"/>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62871" name="Line 120"/>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162872" name="Line 121"/>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162873" name="Rectangle 122"/>
            <p:cNvSpPr/>
            <p:nvPr/>
          </p:nvSpPr>
          <p:spPr>
            <a:xfrm>
              <a:off x="3603" y="289"/>
              <a:ext cx="354" cy="59"/>
            </a:xfrm>
            <a:prstGeom prst="rect">
              <a:avLst/>
            </a:prstGeom>
            <a:solidFill>
              <a:srgbClr val="FF0000"/>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62874" name="Oval 123"/>
            <p:cNvSpPr/>
            <p:nvPr/>
          </p:nvSpPr>
          <p:spPr>
            <a:xfrm>
              <a:off x="3600" y="219"/>
              <a:ext cx="357" cy="113"/>
            </a:xfrm>
            <a:prstGeom prst="ellipse">
              <a:avLst/>
            </a:prstGeom>
            <a:solidFill>
              <a:srgbClr val="FF0000"/>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62875" name="Group 124"/>
            <p:cNvGrpSpPr/>
            <p:nvPr/>
          </p:nvGrpSpPr>
          <p:grpSpPr>
            <a:xfrm>
              <a:off x="3686" y="244"/>
              <a:ext cx="177" cy="66"/>
              <a:chOff x="2848" y="848"/>
              <a:chExt cx="140" cy="98"/>
            </a:xfrm>
          </p:grpSpPr>
          <p:sp>
            <p:nvSpPr>
              <p:cNvPr id="162880" name="Line 125"/>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62881" name="Line 126"/>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62882" name="Line 127"/>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162876" name="Group 128"/>
            <p:cNvGrpSpPr/>
            <p:nvPr/>
          </p:nvGrpSpPr>
          <p:grpSpPr>
            <a:xfrm flipV="1">
              <a:off x="3686" y="243"/>
              <a:ext cx="177" cy="66"/>
              <a:chOff x="2848" y="848"/>
              <a:chExt cx="140" cy="98"/>
            </a:xfrm>
          </p:grpSpPr>
          <p:sp>
            <p:nvSpPr>
              <p:cNvPr id="162877" name="Line 129"/>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62878" name="Line 130"/>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62879" name="Line 131"/>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162844" name="Group 132"/>
          <p:cNvGrpSpPr/>
          <p:nvPr/>
        </p:nvGrpSpPr>
        <p:grpSpPr>
          <a:xfrm>
            <a:off x="4967288" y="3892550"/>
            <a:ext cx="547687" cy="233363"/>
            <a:chOff x="3600" y="219"/>
            <a:chExt cx="360" cy="175"/>
          </a:xfrm>
        </p:grpSpPr>
        <p:sp>
          <p:nvSpPr>
            <p:cNvPr id="162857" name="Oval 133"/>
            <p:cNvSpPr/>
            <p:nvPr/>
          </p:nvSpPr>
          <p:spPr>
            <a:xfrm>
              <a:off x="3603" y="297"/>
              <a:ext cx="357" cy="97"/>
            </a:xfrm>
            <a:prstGeom prst="ellipse">
              <a:avLst/>
            </a:prstGeom>
            <a:solidFill>
              <a:srgbClr val="DDDDDD"/>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62858" name="Line 134"/>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162859" name="Line 135"/>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162860" name="Rectangle 136"/>
            <p:cNvSpPr/>
            <p:nvPr/>
          </p:nvSpPr>
          <p:spPr>
            <a:xfrm>
              <a:off x="3603" y="289"/>
              <a:ext cx="354" cy="59"/>
            </a:xfrm>
            <a:prstGeom prst="rect">
              <a:avLst/>
            </a:prstGeom>
            <a:solidFill>
              <a:srgbClr val="DDDDDD"/>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62861" name="Oval 137"/>
            <p:cNvSpPr/>
            <p:nvPr/>
          </p:nvSpPr>
          <p:spPr>
            <a:xfrm>
              <a:off x="3600" y="219"/>
              <a:ext cx="357" cy="113"/>
            </a:xfrm>
            <a:prstGeom prst="ellipse">
              <a:avLst/>
            </a:prstGeom>
            <a:solidFill>
              <a:srgbClr val="DDDDDD"/>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62862" name="Group 138"/>
            <p:cNvGrpSpPr/>
            <p:nvPr/>
          </p:nvGrpSpPr>
          <p:grpSpPr>
            <a:xfrm>
              <a:off x="3686" y="244"/>
              <a:ext cx="177" cy="66"/>
              <a:chOff x="2848" y="848"/>
              <a:chExt cx="140" cy="98"/>
            </a:xfrm>
          </p:grpSpPr>
          <p:sp>
            <p:nvSpPr>
              <p:cNvPr id="162867" name="Line 139"/>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62868" name="Line 140"/>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62869" name="Line 141"/>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162863" name="Group 142"/>
            <p:cNvGrpSpPr/>
            <p:nvPr/>
          </p:nvGrpSpPr>
          <p:grpSpPr>
            <a:xfrm flipV="1">
              <a:off x="3686" y="243"/>
              <a:ext cx="177" cy="66"/>
              <a:chOff x="2848" y="848"/>
              <a:chExt cx="140" cy="98"/>
            </a:xfrm>
          </p:grpSpPr>
          <p:sp>
            <p:nvSpPr>
              <p:cNvPr id="162864" name="Line 143"/>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62865" name="Line 144"/>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62866" name="Line 145"/>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sp>
        <p:nvSpPr>
          <p:cNvPr id="162845" name="Line 146"/>
          <p:cNvSpPr/>
          <p:nvPr/>
        </p:nvSpPr>
        <p:spPr>
          <a:xfrm>
            <a:off x="4933950" y="4568825"/>
            <a:ext cx="596900" cy="0"/>
          </a:xfrm>
          <a:prstGeom prst="line">
            <a:avLst/>
          </a:prstGeom>
          <a:ln w="28575" cap="flat" cmpd="sng">
            <a:solidFill>
              <a:srgbClr val="FF0000"/>
            </a:solidFill>
            <a:prstDash val="solid"/>
            <a:headEnd type="none" w="med" len="med"/>
            <a:tailEnd type="triangle" w="med" len="med"/>
          </a:ln>
        </p:spPr>
      </p:sp>
      <p:sp>
        <p:nvSpPr>
          <p:cNvPr id="162846" name="Text Box 147"/>
          <p:cNvSpPr txBox="1"/>
          <p:nvPr/>
        </p:nvSpPr>
        <p:spPr>
          <a:xfrm>
            <a:off x="5546725" y="3095625"/>
            <a:ext cx="2433638" cy="6413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router with attached</a:t>
            </a:r>
            <a:endParaRPr lang="en-US" altLang="zh-CN" sz="1800" dirty="0">
              <a:ea typeface="宋体" panose="02010600030101010101" pitchFamily="2" charset="-122"/>
            </a:endParaRPr>
          </a:p>
          <a:p>
            <a:pPr marL="0" lvl="0" indent="0">
              <a:spcBef>
                <a:spcPct val="0"/>
              </a:spcBef>
              <a:buClrTx/>
              <a:buSzTx/>
              <a:buFontTx/>
              <a:buNone/>
            </a:pPr>
            <a:r>
              <a:rPr lang="en-US" altLang="zh-CN" sz="1800" dirty="0">
                <a:ea typeface="宋体" panose="02010600030101010101" pitchFamily="2" charset="-122"/>
              </a:rPr>
              <a:t>group member</a:t>
            </a:r>
            <a:endParaRPr lang="en-US" altLang="zh-CN" sz="1800" dirty="0">
              <a:ea typeface="宋体" panose="02010600030101010101" pitchFamily="2" charset="-122"/>
            </a:endParaRPr>
          </a:p>
        </p:txBody>
      </p:sp>
      <p:sp>
        <p:nvSpPr>
          <p:cNvPr id="162847" name="Text Box 148"/>
          <p:cNvSpPr txBox="1"/>
          <p:nvPr/>
        </p:nvSpPr>
        <p:spPr>
          <a:xfrm>
            <a:off x="5648325" y="3762375"/>
            <a:ext cx="2741613" cy="6413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router with no attached</a:t>
            </a:r>
            <a:endParaRPr lang="en-US" altLang="zh-CN" sz="1800" dirty="0">
              <a:ea typeface="宋体" panose="02010600030101010101" pitchFamily="2" charset="-122"/>
            </a:endParaRPr>
          </a:p>
          <a:p>
            <a:pPr marL="0" lvl="0" indent="0">
              <a:spcBef>
                <a:spcPct val="0"/>
              </a:spcBef>
              <a:buClrTx/>
              <a:buSzTx/>
              <a:buFontTx/>
              <a:buNone/>
            </a:pPr>
            <a:r>
              <a:rPr lang="en-US" altLang="zh-CN" sz="1800" dirty="0">
                <a:ea typeface="宋体" panose="02010600030101010101" pitchFamily="2" charset="-122"/>
              </a:rPr>
              <a:t>group member</a:t>
            </a:r>
            <a:endParaRPr lang="en-US" altLang="zh-CN" sz="1800" dirty="0">
              <a:ea typeface="宋体" panose="02010600030101010101" pitchFamily="2" charset="-122"/>
            </a:endParaRPr>
          </a:p>
        </p:txBody>
      </p:sp>
      <p:sp>
        <p:nvSpPr>
          <p:cNvPr id="162848" name="Text Box 149"/>
          <p:cNvSpPr txBox="1"/>
          <p:nvPr/>
        </p:nvSpPr>
        <p:spPr>
          <a:xfrm>
            <a:off x="5622925" y="4425950"/>
            <a:ext cx="3028950" cy="6413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path order in which join messages generated</a:t>
            </a:r>
            <a:endParaRPr lang="en-US" altLang="zh-CN" sz="1800" dirty="0">
              <a:ea typeface="宋体" panose="02010600030101010101" pitchFamily="2" charset="-122"/>
            </a:endParaRPr>
          </a:p>
        </p:txBody>
      </p:sp>
      <p:sp>
        <p:nvSpPr>
          <p:cNvPr id="162849" name="Text Box 150"/>
          <p:cNvSpPr txBox="1"/>
          <p:nvPr/>
        </p:nvSpPr>
        <p:spPr>
          <a:xfrm>
            <a:off x="4841875" y="2581275"/>
            <a:ext cx="1098550"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LEGEND</a:t>
            </a:r>
            <a:endParaRPr lang="en-US" altLang="zh-CN" sz="1800" dirty="0">
              <a:ea typeface="宋体" panose="02010600030101010101" pitchFamily="2" charset="-122"/>
            </a:endParaRPr>
          </a:p>
        </p:txBody>
      </p:sp>
      <p:sp>
        <p:nvSpPr>
          <p:cNvPr id="162850" name="Freeform 151"/>
          <p:cNvSpPr/>
          <p:nvPr/>
        </p:nvSpPr>
        <p:spPr>
          <a:xfrm>
            <a:off x="3225800" y="3836988"/>
            <a:ext cx="419100" cy="1052512"/>
          </a:xfrm>
          <a:custGeom>
            <a:avLst/>
            <a:gdLst/>
            <a:ahLst/>
            <a:cxnLst>
              <a:cxn ang="0">
                <a:pos x="2147483646" y="0"/>
              </a:cxn>
              <a:cxn ang="0">
                <a:pos x="2147483646" y="2147483646"/>
              </a:cxn>
              <a:cxn ang="0">
                <a:pos x="0" y="2147483646"/>
              </a:cxn>
            </a:cxnLst>
            <a:pathLst>
              <a:path w="264" h="663">
                <a:moveTo>
                  <a:pt x="260" y="0"/>
                </a:moveTo>
                <a:lnTo>
                  <a:pt x="264" y="431"/>
                </a:lnTo>
                <a:lnTo>
                  <a:pt x="0" y="663"/>
                </a:lnTo>
              </a:path>
            </a:pathLst>
          </a:custGeom>
          <a:noFill/>
          <a:ln w="19050" cap="flat" cmpd="sng">
            <a:solidFill>
              <a:srgbClr val="FF0000">
                <a:alpha val="100000"/>
              </a:srgbClr>
            </a:solidFill>
            <a:prstDash val="solid"/>
            <a:round/>
            <a:headEnd type="none" w="med" len="med"/>
            <a:tailEnd type="triangle" w="med" len="med"/>
          </a:ln>
        </p:spPr>
        <p:txBody>
          <a:bodyPr/>
          <a:p>
            <a:endParaRPr lang="zh-CN" altLang="en-US"/>
          </a:p>
        </p:txBody>
      </p:sp>
      <p:sp>
        <p:nvSpPr>
          <p:cNvPr id="162851" name="Text Box 152"/>
          <p:cNvSpPr txBox="1"/>
          <p:nvPr/>
        </p:nvSpPr>
        <p:spPr>
          <a:xfrm>
            <a:off x="3335338" y="3994150"/>
            <a:ext cx="323850"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solidFill>
                  <a:srgbClr val="FF0000"/>
                </a:solidFill>
                <a:ea typeface="宋体" panose="02010600030101010101" pitchFamily="2" charset="-122"/>
              </a:rPr>
              <a:t>2</a:t>
            </a:r>
            <a:endParaRPr lang="en-US" altLang="zh-CN" sz="1800" dirty="0">
              <a:solidFill>
                <a:srgbClr val="FF0000"/>
              </a:solidFill>
              <a:ea typeface="宋体" panose="02010600030101010101" pitchFamily="2" charset="-122"/>
            </a:endParaRPr>
          </a:p>
        </p:txBody>
      </p:sp>
      <p:sp>
        <p:nvSpPr>
          <p:cNvPr id="162852" name="Text Box 153"/>
          <p:cNvSpPr txBox="1"/>
          <p:nvPr/>
        </p:nvSpPr>
        <p:spPr>
          <a:xfrm>
            <a:off x="5049838" y="4260850"/>
            <a:ext cx="287337"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solidFill>
                  <a:srgbClr val="FF0000"/>
                </a:solidFill>
                <a:ea typeface="宋体" panose="02010600030101010101" pitchFamily="2" charset="-122"/>
              </a:rPr>
              <a:t>1</a:t>
            </a:r>
            <a:endParaRPr lang="en-US" altLang="zh-CN" sz="1800" dirty="0">
              <a:solidFill>
                <a:srgbClr val="FF0000"/>
              </a:solidFill>
              <a:ea typeface="宋体" panose="02010600030101010101" pitchFamily="2" charset="-122"/>
            </a:endParaRPr>
          </a:p>
        </p:txBody>
      </p:sp>
      <p:sp>
        <p:nvSpPr>
          <p:cNvPr id="162853" name="Line 154"/>
          <p:cNvSpPr/>
          <p:nvPr/>
        </p:nvSpPr>
        <p:spPr>
          <a:xfrm>
            <a:off x="1924050" y="5076825"/>
            <a:ext cx="685800" cy="0"/>
          </a:xfrm>
          <a:prstGeom prst="line">
            <a:avLst/>
          </a:prstGeom>
          <a:ln w="28575" cap="flat" cmpd="sng">
            <a:solidFill>
              <a:srgbClr val="FF0000"/>
            </a:solidFill>
            <a:prstDash val="solid"/>
            <a:headEnd type="none" w="med" len="med"/>
            <a:tailEnd type="triangle" w="med" len="med"/>
          </a:ln>
        </p:spPr>
      </p:sp>
      <p:sp>
        <p:nvSpPr>
          <p:cNvPr id="162854" name="Line 155"/>
          <p:cNvSpPr/>
          <p:nvPr/>
        </p:nvSpPr>
        <p:spPr>
          <a:xfrm>
            <a:off x="2622550" y="3324225"/>
            <a:ext cx="736600" cy="330200"/>
          </a:xfrm>
          <a:prstGeom prst="line">
            <a:avLst/>
          </a:prstGeom>
          <a:ln w="28575" cap="flat" cmpd="sng">
            <a:solidFill>
              <a:srgbClr val="FF0000"/>
            </a:solidFill>
            <a:prstDash val="solid"/>
            <a:headEnd type="none" w="med" len="med"/>
            <a:tailEnd type="triangle" w="med" len="med"/>
          </a:ln>
        </p:spPr>
      </p:sp>
      <p:sp>
        <p:nvSpPr>
          <p:cNvPr id="162855" name="Text Box 156"/>
          <p:cNvSpPr txBox="1"/>
          <p:nvPr/>
        </p:nvSpPr>
        <p:spPr>
          <a:xfrm>
            <a:off x="2674938" y="3397250"/>
            <a:ext cx="323850"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solidFill>
                  <a:srgbClr val="FF0000"/>
                </a:solidFill>
                <a:ea typeface="宋体" panose="02010600030101010101" pitchFamily="2" charset="-122"/>
              </a:rPr>
              <a:t>3</a:t>
            </a:r>
            <a:endParaRPr lang="en-US" altLang="zh-CN" sz="1800" dirty="0">
              <a:solidFill>
                <a:srgbClr val="FF0000"/>
              </a:solidFill>
              <a:ea typeface="宋体" panose="02010600030101010101" pitchFamily="2" charset="-122"/>
            </a:endParaRPr>
          </a:p>
        </p:txBody>
      </p:sp>
      <p:sp>
        <p:nvSpPr>
          <p:cNvPr id="162856" name="Text Box 157"/>
          <p:cNvSpPr txBox="1"/>
          <p:nvPr/>
        </p:nvSpPr>
        <p:spPr>
          <a:xfrm>
            <a:off x="2090738" y="5048250"/>
            <a:ext cx="287337"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solidFill>
                  <a:srgbClr val="FF0000"/>
                </a:solidFill>
                <a:ea typeface="宋体" panose="02010600030101010101" pitchFamily="2" charset="-122"/>
              </a:rPr>
              <a:t>1</a:t>
            </a:r>
            <a:endParaRPr lang="en-US" altLang="zh-CN" sz="1800" dirty="0">
              <a:solidFill>
                <a:srgbClr val="FF0000"/>
              </a:solidFill>
              <a:ea typeface="宋体" panose="02010600030101010101" pitchFamily="2" charset="-122"/>
            </a:endParaRPr>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4866" name="Rectangle 2"/>
          <p:cNvSpPr>
            <a:spLocks noGrp="1"/>
          </p:cNvSpPr>
          <p:nvPr>
            <p:ph type="title"/>
          </p:nvPr>
        </p:nvSpPr>
        <p:spPr>
          <a:xfrm>
            <a:off x="533400" y="609600"/>
            <a:ext cx="8229600" cy="685800"/>
          </a:xfrm>
        </p:spPr>
        <p:txBody>
          <a:bodyPr vert="horz" wrap="square" lIns="92075" tIns="46038" rIns="92075" bIns="46038" anchor="ctr" anchorCtr="0"/>
          <a:p>
            <a:r>
              <a:rPr lang="en-US" altLang="zh-CN" sz="3200" dirty="0">
                <a:ea typeface="宋体" panose="02010600030101010101" pitchFamily="2" charset="-122"/>
              </a:rPr>
              <a:t>Internet Multicasting Routing: DVMRP</a:t>
            </a:r>
            <a:endParaRPr lang="en-US" altLang="zh-CN" sz="3200" dirty="0">
              <a:ea typeface="宋体" panose="02010600030101010101" pitchFamily="2" charset="-122"/>
            </a:endParaRPr>
          </a:p>
        </p:txBody>
      </p:sp>
      <p:sp>
        <p:nvSpPr>
          <p:cNvPr id="164867" name="Rectangle 3"/>
          <p:cNvSpPr>
            <a:spLocks noGrp="1"/>
          </p:cNvSpPr>
          <p:nvPr>
            <p:ph idx="1"/>
          </p:nvPr>
        </p:nvSpPr>
        <p:spPr/>
        <p:txBody>
          <a:bodyPr vert="horz" wrap="square" lIns="92075" tIns="46038" rIns="92075" bIns="46038" anchor="t" anchorCtr="0"/>
          <a:p>
            <a:r>
              <a:rPr lang="en-US" altLang="zh-CN" dirty="0">
                <a:solidFill>
                  <a:srgbClr val="FF0000"/>
                </a:solidFill>
                <a:ea typeface="宋体" panose="02010600030101010101" pitchFamily="2" charset="-122"/>
              </a:rPr>
              <a:t>DVMRP:</a:t>
            </a:r>
            <a:r>
              <a:rPr lang="en-US" altLang="zh-CN" dirty="0">
                <a:ea typeface="宋体" panose="02010600030101010101" pitchFamily="2" charset="-122"/>
              </a:rPr>
              <a:t> distance vector multicast routing protocol, RFC1075</a:t>
            </a:r>
            <a:endParaRPr lang="en-US" altLang="zh-CN" dirty="0">
              <a:ea typeface="宋体" panose="02010600030101010101" pitchFamily="2" charset="-122"/>
            </a:endParaRPr>
          </a:p>
          <a:p>
            <a:r>
              <a:rPr lang="en-US" altLang="zh-CN" i="1" dirty="0">
                <a:solidFill>
                  <a:srgbClr val="FF0000"/>
                </a:solidFill>
                <a:ea typeface="宋体" panose="02010600030101010101" pitchFamily="2" charset="-122"/>
              </a:rPr>
              <a:t>flood and prune:</a:t>
            </a:r>
            <a:r>
              <a:rPr lang="en-US" altLang="zh-CN" dirty="0">
                <a:ea typeface="宋体" panose="02010600030101010101" pitchFamily="2" charset="-122"/>
              </a:rPr>
              <a:t>  reverse path forwarding, source-based tree</a:t>
            </a:r>
            <a:endParaRPr lang="en-US" altLang="zh-CN" dirty="0">
              <a:ea typeface="宋体" panose="02010600030101010101" pitchFamily="2" charset="-122"/>
            </a:endParaRPr>
          </a:p>
          <a:p>
            <a:pPr lvl="1"/>
            <a:r>
              <a:rPr lang="en-US" altLang="zh-CN" dirty="0">
                <a:ea typeface="宋体" panose="02010600030101010101" pitchFamily="2" charset="-122"/>
              </a:rPr>
              <a:t>RPF tree based on DVMRP’s own routing tables constructed by communicating DVMRP routers </a:t>
            </a:r>
            <a:endParaRPr lang="en-US" altLang="zh-CN" dirty="0">
              <a:ea typeface="宋体" panose="02010600030101010101" pitchFamily="2" charset="-122"/>
            </a:endParaRPr>
          </a:p>
          <a:p>
            <a:pPr lvl="1"/>
            <a:r>
              <a:rPr lang="en-US" altLang="zh-CN" dirty="0">
                <a:ea typeface="宋体" panose="02010600030101010101" pitchFamily="2" charset="-122"/>
              </a:rPr>
              <a:t>no assumptions about underlying unicast</a:t>
            </a:r>
            <a:endParaRPr lang="en-US" altLang="zh-CN" dirty="0">
              <a:ea typeface="宋体" panose="02010600030101010101" pitchFamily="2" charset="-122"/>
            </a:endParaRPr>
          </a:p>
          <a:p>
            <a:pPr lvl="1"/>
            <a:r>
              <a:rPr lang="en-US" altLang="zh-CN" dirty="0">
                <a:ea typeface="宋体" panose="02010600030101010101" pitchFamily="2" charset="-122"/>
              </a:rPr>
              <a:t>initial datagram to mcast group flooded  everywhere via RPF</a:t>
            </a:r>
            <a:endParaRPr lang="en-US" altLang="zh-CN" dirty="0">
              <a:ea typeface="宋体" panose="02010600030101010101" pitchFamily="2" charset="-122"/>
            </a:endParaRPr>
          </a:p>
          <a:p>
            <a:pPr lvl="1"/>
            <a:r>
              <a:rPr lang="en-US" altLang="zh-CN" dirty="0">
                <a:ea typeface="宋体" panose="02010600030101010101" pitchFamily="2" charset="-122"/>
              </a:rPr>
              <a:t>routers not wanting group: send upstream prune msgs</a:t>
            </a:r>
            <a:endParaRPr lang="en-US" altLang="zh-CN" dirty="0">
              <a:ea typeface="宋体" panose="02010600030101010101" pitchFamily="2" charset="-122"/>
            </a:endParaRPr>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6914" name="Rectangle 2"/>
          <p:cNvSpPr>
            <a:spLocks noGrp="1"/>
          </p:cNvSpPr>
          <p:nvPr>
            <p:ph type="title"/>
          </p:nvPr>
        </p:nvSpPr>
        <p:spPr/>
        <p:txBody>
          <a:bodyPr vert="horz" wrap="square" lIns="92075" tIns="46038" rIns="92075" bIns="46038" anchor="ctr" anchorCtr="0"/>
          <a:p>
            <a:r>
              <a:rPr lang="en-US" altLang="zh-CN" dirty="0">
                <a:ea typeface="宋体" panose="02010600030101010101" pitchFamily="2" charset="-122"/>
              </a:rPr>
              <a:t>DVMRP: continued…</a:t>
            </a:r>
            <a:endParaRPr lang="en-US" altLang="zh-CN" dirty="0">
              <a:ea typeface="宋体" panose="02010600030101010101" pitchFamily="2" charset="-122"/>
            </a:endParaRPr>
          </a:p>
        </p:txBody>
      </p:sp>
      <p:sp>
        <p:nvSpPr>
          <p:cNvPr id="166915" name="Rectangle 3"/>
          <p:cNvSpPr>
            <a:spLocks noGrp="1"/>
          </p:cNvSpPr>
          <p:nvPr>
            <p:ph idx="1"/>
          </p:nvPr>
        </p:nvSpPr>
        <p:spPr>
          <a:xfrm>
            <a:off x="508000" y="1435100"/>
            <a:ext cx="8204200" cy="4648200"/>
          </a:xfrm>
        </p:spPr>
        <p:txBody>
          <a:bodyPr vert="horz" wrap="square" lIns="92075" tIns="46038" rIns="92075" bIns="46038" anchor="t" anchorCtr="0"/>
          <a:p>
            <a:r>
              <a:rPr lang="en-US" altLang="zh-CN" i="1" u="sng" dirty="0">
                <a:solidFill>
                  <a:srgbClr val="FF0000"/>
                </a:solidFill>
                <a:ea typeface="宋体" panose="02010600030101010101" pitchFamily="2" charset="-122"/>
              </a:rPr>
              <a:t>soft state:</a:t>
            </a:r>
            <a:r>
              <a:rPr lang="en-US" altLang="zh-CN" dirty="0">
                <a:ea typeface="宋体" panose="02010600030101010101" pitchFamily="2" charset="-122"/>
              </a:rPr>
              <a:t> DVMRP router periodically (1 min.) “forgets”  branches are pruned: </a:t>
            </a:r>
            <a:endParaRPr lang="en-US" altLang="zh-CN" dirty="0">
              <a:ea typeface="宋体" panose="02010600030101010101" pitchFamily="2" charset="-122"/>
            </a:endParaRPr>
          </a:p>
          <a:p>
            <a:pPr lvl="1"/>
            <a:r>
              <a:rPr lang="en-US" altLang="zh-CN" dirty="0">
                <a:ea typeface="宋体" panose="02010600030101010101" pitchFamily="2" charset="-122"/>
              </a:rPr>
              <a:t>mcast data again flows down unpruned branch</a:t>
            </a:r>
            <a:endParaRPr lang="en-US" altLang="zh-CN" dirty="0">
              <a:ea typeface="宋体" panose="02010600030101010101" pitchFamily="2" charset="-122"/>
            </a:endParaRPr>
          </a:p>
          <a:p>
            <a:pPr lvl="1"/>
            <a:r>
              <a:rPr lang="en-US" altLang="zh-CN" dirty="0">
                <a:ea typeface="宋体" panose="02010600030101010101" pitchFamily="2" charset="-122"/>
              </a:rPr>
              <a:t>downstream router: reprune or else continue to receive data</a:t>
            </a:r>
            <a:endParaRPr lang="en-US" altLang="zh-CN" dirty="0">
              <a:ea typeface="宋体" panose="02010600030101010101" pitchFamily="2" charset="-122"/>
            </a:endParaRPr>
          </a:p>
          <a:p>
            <a:r>
              <a:rPr lang="en-US" altLang="zh-CN" dirty="0">
                <a:ea typeface="宋体" panose="02010600030101010101" pitchFamily="2" charset="-122"/>
              </a:rPr>
              <a:t>routers can quickly regraft to tree </a:t>
            </a:r>
            <a:endParaRPr lang="en-US" altLang="zh-CN" dirty="0">
              <a:ea typeface="宋体" panose="02010600030101010101" pitchFamily="2" charset="-122"/>
            </a:endParaRPr>
          </a:p>
          <a:p>
            <a:pPr lvl="1"/>
            <a:r>
              <a:rPr lang="en-US" altLang="zh-CN" dirty="0">
                <a:ea typeface="宋体" panose="02010600030101010101" pitchFamily="2" charset="-122"/>
              </a:rPr>
              <a:t>following IGMP join at leaf</a:t>
            </a:r>
            <a:endParaRPr lang="en-US" altLang="zh-CN" dirty="0">
              <a:ea typeface="宋体" panose="02010600030101010101" pitchFamily="2" charset="-122"/>
            </a:endParaRPr>
          </a:p>
          <a:p>
            <a:r>
              <a:rPr lang="en-US" altLang="zh-CN" dirty="0">
                <a:ea typeface="宋体" panose="02010600030101010101" pitchFamily="2" charset="-122"/>
              </a:rPr>
              <a:t>odds and ends</a:t>
            </a:r>
            <a:endParaRPr lang="en-US" altLang="zh-CN" dirty="0">
              <a:ea typeface="宋体" panose="02010600030101010101" pitchFamily="2" charset="-122"/>
            </a:endParaRPr>
          </a:p>
          <a:p>
            <a:pPr lvl="1"/>
            <a:r>
              <a:rPr lang="en-US" altLang="zh-CN" dirty="0">
                <a:ea typeface="宋体" panose="02010600030101010101" pitchFamily="2" charset="-122"/>
              </a:rPr>
              <a:t>commonly implemented in commercial routers</a:t>
            </a:r>
            <a:endParaRPr lang="en-US" altLang="zh-CN" dirty="0">
              <a:ea typeface="宋体" panose="02010600030101010101" pitchFamily="2" charset="-122"/>
            </a:endParaRPr>
          </a:p>
          <a:p>
            <a:pPr lvl="1"/>
            <a:r>
              <a:rPr lang="en-US" altLang="zh-CN" dirty="0">
                <a:ea typeface="宋体" panose="02010600030101010101" pitchFamily="2" charset="-122"/>
              </a:rPr>
              <a:t>Mbone routing done using DVMRP</a:t>
            </a:r>
            <a:endParaRPr lang="en-US" altLang="zh-CN" dirty="0">
              <a:ea typeface="宋体" panose="02010600030101010101" pitchFamily="2" charset="-122"/>
            </a:endParaRPr>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8962" name="Line 2"/>
          <p:cNvSpPr/>
          <p:nvPr/>
        </p:nvSpPr>
        <p:spPr>
          <a:xfrm flipV="1">
            <a:off x="3251200" y="3079750"/>
            <a:ext cx="654050" cy="495300"/>
          </a:xfrm>
          <a:prstGeom prst="line">
            <a:avLst/>
          </a:prstGeom>
          <a:ln w="57150" cap="flat" cmpd="sng">
            <a:solidFill>
              <a:srgbClr val="FF0000"/>
            </a:solidFill>
            <a:prstDash val="solid"/>
            <a:headEnd type="none" w="med" len="med"/>
            <a:tailEnd type="none" w="med" len="med"/>
          </a:ln>
        </p:spPr>
      </p:sp>
      <p:sp>
        <p:nvSpPr>
          <p:cNvPr id="168963" name="Line 3"/>
          <p:cNvSpPr/>
          <p:nvPr/>
        </p:nvSpPr>
        <p:spPr>
          <a:xfrm>
            <a:off x="2552700" y="3238500"/>
            <a:ext cx="603250" cy="342900"/>
          </a:xfrm>
          <a:prstGeom prst="line">
            <a:avLst/>
          </a:prstGeom>
          <a:ln w="9525" cap="flat" cmpd="sng">
            <a:solidFill>
              <a:schemeClr val="tx1"/>
            </a:solidFill>
            <a:prstDash val="solid"/>
            <a:headEnd type="none" w="med" len="med"/>
            <a:tailEnd type="none" w="med" len="med"/>
          </a:ln>
        </p:spPr>
      </p:sp>
      <p:sp>
        <p:nvSpPr>
          <p:cNvPr id="168964" name="Line 4"/>
          <p:cNvSpPr/>
          <p:nvPr/>
        </p:nvSpPr>
        <p:spPr>
          <a:xfrm>
            <a:off x="1968500" y="2673350"/>
            <a:ext cx="552450" cy="546100"/>
          </a:xfrm>
          <a:prstGeom prst="line">
            <a:avLst/>
          </a:prstGeom>
          <a:ln w="9525" cap="flat" cmpd="sng">
            <a:solidFill>
              <a:schemeClr val="tx1"/>
            </a:solidFill>
            <a:prstDash val="solid"/>
            <a:headEnd type="none" w="med" len="med"/>
            <a:tailEnd type="none" w="med" len="med"/>
          </a:ln>
        </p:spPr>
      </p:sp>
      <p:sp>
        <p:nvSpPr>
          <p:cNvPr id="168965" name="Line 5"/>
          <p:cNvSpPr/>
          <p:nvPr/>
        </p:nvSpPr>
        <p:spPr>
          <a:xfrm>
            <a:off x="3956050" y="3067050"/>
            <a:ext cx="279400" cy="298450"/>
          </a:xfrm>
          <a:prstGeom prst="line">
            <a:avLst/>
          </a:prstGeom>
          <a:ln w="9525" cap="flat" cmpd="sng">
            <a:solidFill>
              <a:schemeClr val="tx1"/>
            </a:solidFill>
            <a:prstDash val="solid"/>
            <a:headEnd type="none" w="med" len="med"/>
            <a:tailEnd type="none" w="med" len="med"/>
          </a:ln>
        </p:spPr>
      </p:sp>
      <p:sp>
        <p:nvSpPr>
          <p:cNvPr id="168966" name="Line 6"/>
          <p:cNvSpPr/>
          <p:nvPr/>
        </p:nvSpPr>
        <p:spPr>
          <a:xfrm>
            <a:off x="2774950" y="2609850"/>
            <a:ext cx="768350" cy="44450"/>
          </a:xfrm>
          <a:prstGeom prst="line">
            <a:avLst/>
          </a:prstGeom>
          <a:ln w="9525" cap="flat" cmpd="sng">
            <a:solidFill>
              <a:schemeClr val="tx1"/>
            </a:solidFill>
            <a:prstDash val="solid"/>
            <a:headEnd type="none" w="med" len="med"/>
            <a:tailEnd type="none" w="med" len="med"/>
          </a:ln>
        </p:spPr>
      </p:sp>
      <p:sp>
        <p:nvSpPr>
          <p:cNvPr id="168967" name="Line 7"/>
          <p:cNvSpPr/>
          <p:nvPr/>
        </p:nvSpPr>
        <p:spPr>
          <a:xfrm flipV="1">
            <a:off x="1993900" y="2622550"/>
            <a:ext cx="793750" cy="107950"/>
          </a:xfrm>
          <a:prstGeom prst="line">
            <a:avLst/>
          </a:prstGeom>
          <a:ln w="9525" cap="flat" cmpd="sng">
            <a:solidFill>
              <a:schemeClr val="tx1"/>
            </a:solidFill>
            <a:prstDash val="solid"/>
            <a:headEnd type="none" w="med" len="med"/>
            <a:tailEnd type="none" w="med" len="med"/>
          </a:ln>
        </p:spPr>
      </p:sp>
      <p:sp>
        <p:nvSpPr>
          <p:cNvPr id="168968" name="Line 8"/>
          <p:cNvSpPr/>
          <p:nvPr/>
        </p:nvSpPr>
        <p:spPr>
          <a:xfrm>
            <a:off x="2774950" y="2622550"/>
            <a:ext cx="431800" cy="431800"/>
          </a:xfrm>
          <a:prstGeom prst="line">
            <a:avLst/>
          </a:prstGeom>
          <a:ln w="9525" cap="flat" cmpd="sng">
            <a:solidFill>
              <a:schemeClr val="tx1"/>
            </a:solidFill>
            <a:prstDash val="solid"/>
            <a:headEnd type="none" w="med" len="med"/>
            <a:tailEnd type="none" w="med" len="med"/>
          </a:ln>
        </p:spPr>
      </p:sp>
      <p:sp>
        <p:nvSpPr>
          <p:cNvPr id="168969" name="Line 9"/>
          <p:cNvSpPr/>
          <p:nvPr/>
        </p:nvSpPr>
        <p:spPr>
          <a:xfrm flipV="1">
            <a:off x="1905000" y="3238500"/>
            <a:ext cx="647700" cy="292100"/>
          </a:xfrm>
          <a:prstGeom prst="line">
            <a:avLst/>
          </a:prstGeom>
          <a:ln w="9525" cap="flat" cmpd="sng">
            <a:solidFill>
              <a:schemeClr val="tx1"/>
            </a:solidFill>
            <a:prstDash val="solid"/>
            <a:headEnd type="none" w="med" len="med"/>
            <a:tailEnd type="none" w="med" len="med"/>
          </a:ln>
        </p:spPr>
      </p:sp>
      <p:sp>
        <p:nvSpPr>
          <p:cNvPr id="168970" name="Line 10"/>
          <p:cNvSpPr/>
          <p:nvPr/>
        </p:nvSpPr>
        <p:spPr>
          <a:xfrm flipV="1">
            <a:off x="2679700" y="3073400"/>
            <a:ext cx="431800" cy="133350"/>
          </a:xfrm>
          <a:prstGeom prst="line">
            <a:avLst/>
          </a:prstGeom>
          <a:ln w="9525" cap="flat" cmpd="sng">
            <a:solidFill>
              <a:schemeClr val="tx1"/>
            </a:solidFill>
            <a:prstDash val="solid"/>
            <a:headEnd type="none" w="med" len="med"/>
            <a:tailEnd type="none" w="med" len="med"/>
          </a:ln>
        </p:spPr>
      </p:sp>
      <p:sp>
        <p:nvSpPr>
          <p:cNvPr id="168971" name="Line 11"/>
          <p:cNvSpPr/>
          <p:nvPr/>
        </p:nvSpPr>
        <p:spPr>
          <a:xfrm>
            <a:off x="2241550" y="3543300"/>
            <a:ext cx="889000" cy="101600"/>
          </a:xfrm>
          <a:prstGeom prst="line">
            <a:avLst/>
          </a:prstGeom>
          <a:ln w="9525" cap="flat" cmpd="sng">
            <a:solidFill>
              <a:schemeClr val="tx1"/>
            </a:solidFill>
            <a:prstDash val="solid"/>
            <a:headEnd type="none" w="med" len="med"/>
            <a:tailEnd type="none" w="med" len="med"/>
          </a:ln>
        </p:spPr>
      </p:sp>
      <p:sp>
        <p:nvSpPr>
          <p:cNvPr id="168972" name="Rectangle 12"/>
          <p:cNvSpPr>
            <a:spLocks noGrp="1"/>
          </p:cNvSpPr>
          <p:nvPr>
            <p:ph type="title"/>
          </p:nvPr>
        </p:nvSpPr>
        <p:spPr/>
        <p:txBody>
          <a:bodyPr vert="horz" wrap="square" lIns="92075" tIns="46038" rIns="92075" bIns="46038" anchor="ctr" anchorCtr="0"/>
          <a:p>
            <a:r>
              <a:rPr lang="en-US" altLang="zh-CN" dirty="0">
                <a:ea typeface="宋体" panose="02010600030101010101" pitchFamily="2" charset="-122"/>
              </a:rPr>
              <a:t>Tunneling</a:t>
            </a:r>
            <a:endParaRPr lang="en-US" altLang="zh-CN" dirty="0">
              <a:ea typeface="宋体" panose="02010600030101010101" pitchFamily="2" charset="-122"/>
            </a:endParaRPr>
          </a:p>
        </p:txBody>
      </p:sp>
      <p:sp>
        <p:nvSpPr>
          <p:cNvPr id="168973" name="Rectangle 13"/>
          <p:cNvSpPr>
            <a:spLocks noGrp="1"/>
          </p:cNvSpPr>
          <p:nvPr>
            <p:ph idx="1"/>
          </p:nvPr>
        </p:nvSpPr>
        <p:spPr>
          <a:xfrm>
            <a:off x="609600" y="1447800"/>
            <a:ext cx="8001000" cy="990600"/>
          </a:xfrm>
        </p:spPr>
        <p:txBody>
          <a:bodyPr vert="horz" wrap="square" lIns="92075" tIns="46038" rIns="92075" bIns="46038" anchor="t" anchorCtr="0"/>
          <a:p>
            <a:pPr>
              <a:buNone/>
            </a:pPr>
            <a:r>
              <a:rPr lang="en-US" altLang="zh-CN" b="1" u="sng" dirty="0">
                <a:solidFill>
                  <a:schemeClr val="accent2"/>
                </a:solidFill>
                <a:ea typeface="宋体" panose="02010600030101010101" pitchFamily="2" charset="-122"/>
              </a:rPr>
              <a:t>Q:</a:t>
            </a:r>
            <a:r>
              <a:rPr lang="en-US" altLang="zh-CN" dirty="0">
                <a:ea typeface="宋体" panose="02010600030101010101" pitchFamily="2" charset="-122"/>
              </a:rPr>
              <a:t> How to connect “islands” of multicast  routers in a “sea” of unicast routers? </a:t>
            </a:r>
            <a:endParaRPr lang="en-US" altLang="zh-CN" dirty="0">
              <a:ea typeface="宋体" panose="02010600030101010101" pitchFamily="2" charset="-122"/>
            </a:endParaRPr>
          </a:p>
        </p:txBody>
      </p:sp>
      <p:sp>
        <p:nvSpPr>
          <p:cNvPr id="168974" name="Rectangle 14"/>
          <p:cNvSpPr/>
          <p:nvPr/>
        </p:nvSpPr>
        <p:spPr>
          <a:xfrm>
            <a:off x="495300" y="4533900"/>
            <a:ext cx="8001000" cy="990600"/>
          </a:xfrm>
          <a:prstGeom prst="rect">
            <a:avLst/>
          </a:prstGeom>
          <a:noFill/>
          <a:ln w="9525">
            <a:noFill/>
          </a:ln>
        </p:spPr>
        <p:txBody>
          <a:bodyPr lIns="92075" tIns="46038" rIns="92075" bIns="46038"/>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342900" lvl="0" indent="-342900">
              <a:buFont typeface="Wingdings" panose="05000000000000000000" pitchFamily="2" charset="2"/>
              <a:buChar char="q"/>
            </a:pPr>
            <a:r>
              <a:rPr lang="en-US" altLang="zh-CN" sz="2000" dirty="0">
                <a:ea typeface="宋体" panose="02010600030101010101" pitchFamily="2" charset="-122"/>
              </a:rPr>
              <a:t>mcast datagram encapsulated inside “normal” (non-multicast-addressed) datagram</a:t>
            </a:r>
            <a:endParaRPr lang="en-US" altLang="zh-CN" sz="2000" dirty="0">
              <a:ea typeface="宋体" panose="02010600030101010101" pitchFamily="2" charset="-122"/>
            </a:endParaRPr>
          </a:p>
          <a:p>
            <a:pPr marL="342900" lvl="0" indent="-342900">
              <a:buFont typeface="Wingdings" panose="05000000000000000000" pitchFamily="2" charset="2"/>
              <a:buChar char="q"/>
            </a:pPr>
            <a:r>
              <a:rPr lang="en-US" altLang="zh-CN" sz="2000" dirty="0">
                <a:ea typeface="宋体" panose="02010600030101010101" pitchFamily="2" charset="-122"/>
              </a:rPr>
              <a:t>normal IP datagram sent thru “tunnel” via regular IP unicast to receiving mcast router</a:t>
            </a:r>
            <a:endParaRPr lang="en-US" altLang="zh-CN" sz="2000" dirty="0">
              <a:ea typeface="宋体" panose="02010600030101010101" pitchFamily="2" charset="-122"/>
            </a:endParaRPr>
          </a:p>
          <a:p>
            <a:pPr marL="342900" lvl="0" indent="-342900">
              <a:buFont typeface="Wingdings" panose="05000000000000000000" pitchFamily="2" charset="2"/>
              <a:buChar char="q"/>
            </a:pPr>
            <a:r>
              <a:rPr lang="en-US" altLang="zh-CN" sz="2000" dirty="0">
                <a:ea typeface="宋体" panose="02010600030101010101" pitchFamily="2" charset="-122"/>
              </a:rPr>
              <a:t>receiving mcast router unencapsulates to get mcast datagram</a:t>
            </a:r>
            <a:endParaRPr lang="en-US" altLang="zh-CN" sz="2000" dirty="0">
              <a:ea typeface="宋体" panose="02010600030101010101" pitchFamily="2" charset="-122"/>
            </a:endParaRPr>
          </a:p>
        </p:txBody>
      </p:sp>
      <p:grpSp>
        <p:nvGrpSpPr>
          <p:cNvPr id="168975" name="Group 15"/>
          <p:cNvGrpSpPr/>
          <p:nvPr/>
        </p:nvGrpSpPr>
        <p:grpSpPr>
          <a:xfrm>
            <a:off x="2522538" y="2527300"/>
            <a:ext cx="547687" cy="233363"/>
            <a:chOff x="3600" y="219"/>
            <a:chExt cx="360" cy="175"/>
          </a:xfrm>
        </p:grpSpPr>
        <p:sp>
          <p:nvSpPr>
            <p:cNvPr id="169148" name="Oval 16"/>
            <p:cNvSpPr/>
            <p:nvPr/>
          </p:nvSpPr>
          <p:spPr>
            <a:xfrm>
              <a:off x="3603" y="297"/>
              <a:ext cx="357" cy="97"/>
            </a:xfrm>
            <a:prstGeom prst="ellipse">
              <a:avLst/>
            </a:prstGeom>
            <a:solidFill>
              <a:srgbClr val="DDDDDD"/>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69149" name="Line 17"/>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169150" name="Line 18"/>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169151" name="Rectangle 19"/>
            <p:cNvSpPr/>
            <p:nvPr/>
          </p:nvSpPr>
          <p:spPr>
            <a:xfrm>
              <a:off x="3603" y="289"/>
              <a:ext cx="354" cy="59"/>
            </a:xfrm>
            <a:prstGeom prst="rect">
              <a:avLst/>
            </a:prstGeom>
            <a:solidFill>
              <a:srgbClr val="DDDDDD"/>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69152" name="Oval 20"/>
            <p:cNvSpPr/>
            <p:nvPr/>
          </p:nvSpPr>
          <p:spPr>
            <a:xfrm>
              <a:off x="3600" y="219"/>
              <a:ext cx="357" cy="113"/>
            </a:xfrm>
            <a:prstGeom prst="ellipse">
              <a:avLst/>
            </a:prstGeom>
            <a:solidFill>
              <a:srgbClr val="DDDDDD"/>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69153" name="Group 21"/>
            <p:cNvGrpSpPr/>
            <p:nvPr/>
          </p:nvGrpSpPr>
          <p:grpSpPr>
            <a:xfrm>
              <a:off x="3686" y="244"/>
              <a:ext cx="177" cy="66"/>
              <a:chOff x="2848" y="848"/>
              <a:chExt cx="140" cy="98"/>
            </a:xfrm>
          </p:grpSpPr>
          <p:sp>
            <p:nvSpPr>
              <p:cNvPr id="169158" name="Line 22"/>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69159" name="Line 23"/>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69160" name="Line 24"/>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169154" name="Group 25"/>
            <p:cNvGrpSpPr/>
            <p:nvPr/>
          </p:nvGrpSpPr>
          <p:grpSpPr>
            <a:xfrm flipV="1">
              <a:off x="3686" y="243"/>
              <a:ext cx="177" cy="66"/>
              <a:chOff x="2848" y="848"/>
              <a:chExt cx="140" cy="98"/>
            </a:xfrm>
          </p:grpSpPr>
          <p:sp>
            <p:nvSpPr>
              <p:cNvPr id="169155" name="Line 26"/>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69156" name="Line 27"/>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69157" name="Line 28"/>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168976" name="Group 29"/>
          <p:cNvGrpSpPr/>
          <p:nvPr/>
        </p:nvGrpSpPr>
        <p:grpSpPr>
          <a:xfrm>
            <a:off x="3271838" y="2559050"/>
            <a:ext cx="547687" cy="233363"/>
            <a:chOff x="3600" y="219"/>
            <a:chExt cx="360" cy="175"/>
          </a:xfrm>
        </p:grpSpPr>
        <p:sp>
          <p:nvSpPr>
            <p:cNvPr id="169135" name="Oval 30"/>
            <p:cNvSpPr/>
            <p:nvPr/>
          </p:nvSpPr>
          <p:spPr>
            <a:xfrm>
              <a:off x="3603" y="297"/>
              <a:ext cx="357" cy="97"/>
            </a:xfrm>
            <a:prstGeom prst="ellipse">
              <a:avLst/>
            </a:prstGeom>
            <a:solidFill>
              <a:srgbClr val="DDDDDD"/>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69136" name="Line 31"/>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169137" name="Line 32"/>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169138" name="Rectangle 33"/>
            <p:cNvSpPr/>
            <p:nvPr/>
          </p:nvSpPr>
          <p:spPr>
            <a:xfrm>
              <a:off x="3603" y="289"/>
              <a:ext cx="354" cy="59"/>
            </a:xfrm>
            <a:prstGeom prst="rect">
              <a:avLst/>
            </a:prstGeom>
            <a:solidFill>
              <a:srgbClr val="DDDDDD"/>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69139" name="Oval 34"/>
            <p:cNvSpPr/>
            <p:nvPr/>
          </p:nvSpPr>
          <p:spPr>
            <a:xfrm>
              <a:off x="3600" y="219"/>
              <a:ext cx="357" cy="113"/>
            </a:xfrm>
            <a:prstGeom prst="ellipse">
              <a:avLst/>
            </a:prstGeom>
            <a:solidFill>
              <a:srgbClr val="DDDDDD"/>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69140" name="Group 35"/>
            <p:cNvGrpSpPr/>
            <p:nvPr/>
          </p:nvGrpSpPr>
          <p:grpSpPr>
            <a:xfrm>
              <a:off x="3686" y="244"/>
              <a:ext cx="177" cy="66"/>
              <a:chOff x="2848" y="848"/>
              <a:chExt cx="140" cy="98"/>
            </a:xfrm>
          </p:grpSpPr>
          <p:sp>
            <p:nvSpPr>
              <p:cNvPr id="169145" name="Line 36"/>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69146" name="Line 37"/>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69147" name="Line 38"/>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169141" name="Group 39"/>
            <p:cNvGrpSpPr/>
            <p:nvPr/>
          </p:nvGrpSpPr>
          <p:grpSpPr>
            <a:xfrm flipV="1">
              <a:off x="3686" y="243"/>
              <a:ext cx="177" cy="66"/>
              <a:chOff x="2848" y="848"/>
              <a:chExt cx="140" cy="98"/>
            </a:xfrm>
          </p:grpSpPr>
          <p:sp>
            <p:nvSpPr>
              <p:cNvPr id="169142" name="Line 40"/>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69143" name="Line 41"/>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69144" name="Line 42"/>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168977" name="Group 43"/>
          <p:cNvGrpSpPr/>
          <p:nvPr/>
        </p:nvGrpSpPr>
        <p:grpSpPr>
          <a:xfrm>
            <a:off x="3989388" y="3308350"/>
            <a:ext cx="547687" cy="233363"/>
            <a:chOff x="3600" y="219"/>
            <a:chExt cx="360" cy="175"/>
          </a:xfrm>
        </p:grpSpPr>
        <p:sp>
          <p:nvSpPr>
            <p:cNvPr id="169122" name="Oval 44"/>
            <p:cNvSpPr/>
            <p:nvPr/>
          </p:nvSpPr>
          <p:spPr>
            <a:xfrm>
              <a:off x="3603" y="297"/>
              <a:ext cx="357" cy="97"/>
            </a:xfrm>
            <a:prstGeom prst="ellipse">
              <a:avLst/>
            </a:prstGeom>
            <a:solidFill>
              <a:srgbClr val="DDDDDD"/>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69123" name="Line 45"/>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169124" name="Line 46"/>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169125" name="Rectangle 47"/>
            <p:cNvSpPr/>
            <p:nvPr/>
          </p:nvSpPr>
          <p:spPr>
            <a:xfrm>
              <a:off x="3603" y="289"/>
              <a:ext cx="354" cy="59"/>
            </a:xfrm>
            <a:prstGeom prst="rect">
              <a:avLst/>
            </a:prstGeom>
            <a:solidFill>
              <a:srgbClr val="DDDDDD"/>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69126" name="Oval 48"/>
            <p:cNvSpPr/>
            <p:nvPr/>
          </p:nvSpPr>
          <p:spPr>
            <a:xfrm>
              <a:off x="3600" y="219"/>
              <a:ext cx="357" cy="113"/>
            </a:xfrm>
            <a:prstGeom prst="ellipse">
              <a:avLst/>
            </a:prstGeom>
            <a:solidFill>
              <a:srgbClr val="DDDDDD"/>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69127" name="Group 49"/>
            <p:cNvGrpSpPr/>
            <p:nvPr/>
          </p:nvGrpSpPr>
          <p:grpSpPr>
            <a:xfrm>
              <a:off x="3686" y="244"/>
              <a:ext cx="177" cy="66"/>
              <a:chOff x="2848" y="848"/>
              <a:chExt cx="140" cy="98"/>
            </a:xfrm>
          </p:grpSpPr>
          <p:sp>
            <p:nvSpPr>
              <p:cNvPr id="169132" name="Line 50"/>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69133" name="Line 51"/>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69134" name="Line 52"/>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169128" name="Group 53"/>
            <p:cNvGrpSpPr/>
            <p:nvPr/>
          </p:nvGrpSpPr>
          <p:grpSpPr>
            <a:xfrm flipV="1">
              <a:off x="3686" y="243"/>
              <a:ext cx="177" cy="66"/>
              <a:chOff x="2848" y="848"/>
              <a:chExt cx="140" cy="98"/>
            </a:xfrm>
          </p:grpSpPr>
          <p:sp>
            <p:nvSpPr>
              <p:cNvPr id="169129" name="Line 54"/>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69130" name="Line 55"/>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69131" name="Line 56"/>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168978" name="Group 57"/>
          <p:cNvGrpSpPr/>
          <p:nvPr/>
        </p:nvGrpSpPr>
        <p:grpSpPr>
          <a:xfrm>
            <a:off x="2935288" y="2965450"/>
            <a:ext cx="547687" cy="233363"/>
            <a:chOff x="3600" y="219"/>
            <a:chExt cx="360" cy="175"/>
          </a:xfrm>
        </p:grpSpPr>
        <p:sp>
          <p:nvSpPr>
            <p:cNvPr id="169109" name="Oval 58"/>
            <p:cNvSpPr/>
            <p:nvPr/>
          </p:nvSpPr>
          <p:spPr>
            <a:xfrm>
              <a:off x="3603" y="297"/>
              <a:ext cx="357" cy="97"/>
            </a:xfrm>
            <a:prstGeom prst="ellipse">
              <a:avLst/>
            </a:prstGeom>
            <a:solidFill>
              <a:srgbClr val="DDDDDD"/>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69110" name="Line 59"/>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169111" name="Line 60"/>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169112" name="Rectangle 61"/>
            <p:cNvSpPr/>
            <p:nvPr/>
          </p:nvSpPr>
          <p:spPr>
            <a:xfrm>
              <a:off x="3603" y="289"/>
              <a:ext cx="354" cy="59"/>
            </a:xfrm>
            <a:prstGeom prst="rect">
              <a:avLst/>
            </a:prstGeom>
            <a:solidFill>
              <a:srgbClr val="DDDDDD"/>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69113" name="Oval 62"/>
            <p:cNvSpPr/>
            <p:nvPr/>
          </p:nvSpPr>
          <p:spPr>
            <a:xfrm>
              <a:off x="3600" y="219"/>
              <a:ext cx="357" cy="113"/>
            </a:xfrm>
            <a:prstGeom prst="ellipse">
              <a:avLst/>
            </a:prstGeom>
            <a:solidFill>
              <a:srgbClr val="DDDDDD"/>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69114" name="Group 63"/>
            <p:cNvGrpSpPr/>
            <p:nvPr/>
          </p:nvGrpSpPr>
          <p:grpSpPr>
            <a:xfrm>
              <a:off x="3686" y="244"/>
              <a:ext cx="177" cy="66"/>
              <a:chOff x="2848" y="848"/>
              <a:chExt cx="140" cy="98"/>
            </a:xfrm>
          </p:grpSpPr>
          <p:sp>
            <p:nvSpPr>
              <p:cNvPr id="169119" name="Line 64"/>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69120" name="Line 65"/>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69121" name="Line 66"/>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169115" name="Group 67"/>
            <p:cNvGrpSpPr/>
            <p:nvPr/>
          </p:nvGrpSpPr>
          <p:grpSpPr>
            <a:xfrm flipV="1">
              <a:off x="3686" y="243"/>
              <a:ext cx="177" cy="66"/>
              <a:chOff x="2848" y="848"/>
              <a:chExt cx="140" cy="98"/>
            </a:xfrm>
          </p:grpSpPr>
          <p:sp>
            <p:nvSpPr>
              <p:cNvPr id="169116" name="Line 68"/>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69117" name="Line 69"/>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69118" name="Line 70"/>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168979" name="Group 71"/>
          <p:cNvGrpSpPr/>
          <p:nvPr/>
        </p:nvGrpSpPr>
        <p:grpSpPr>
          <a:xfrm>
            <a:off x="2274888" y="3155950"/>
            <a:ext cx="547687" cy="233363"/>
            <a:chOff x="3600" y="219"/>
            <a:chExt cx="360" cy="175"/>
          </a:xfrm>
        </p:grpSpPr>
        <p:sp>
          <p:nvSpPr>
            <p:cNvPr id="169096" name="Oval 72"/>
            <p:cNvSpPr/>
            <p:nvPr/>
          </p:nvSpPr>
          <p:spPr>
            <a:xfrm>
              <a:off x="3603" y="297"/>
              <a:ext cx="357" cy="97"/>
            </a:xfrm>
            <a:prstGeom prst="ellipse">
              <a:avLst/>
            </a:prstGeom>
            <a:solidFill>
              <a:srgbClr val="DDDDDD"/>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69097" name="Line 73"/>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169098" name="Line 74"/>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169099" name="Rectangle 75"/>
            <p:cNvSpPr/>
            <p:nvPr/>
          </p:nvSpPr>
          <p:spPr>
            <a:xfrm>
              <a:off x="3603" y="289"/>
              <a:ext cx="354" cy="59"/>
            </a:xfrm>
            <a:prstGeom prst="rect">
              <a:avLst/>
            </a:prstGeom>
            <a:solidFill>
              <a:srgbClr val="DDDDDD"/>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69100" name="Oval 76"/>
            <p:cNvSpPr/>
            <p:nvPr/>
          </p:nvSpPr>
          <p:spPr>
            <a:xfrm>
              <a:off x="3600" y="219"/>
              <a:ext cx="357" cy="113"/>
            </a:xfrm>
            <a:prstGeom prst="ellipse">
              <a:avLst/>
            </a:prstGeom>
            <a:solidFill>
              <a:srgbClr val="DDDDDD"/>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69101" name="Group 77"/>
            <p:cNvGrpSpPr/>
            <p:nvPr/>
          </p:nvGrpSpPr>
          <p:grpSpPr>
            <a:xfrm>
              <a:off x="3686" y="244"/>
              <a:ext cx="177" cy="66"/>
              <a:chOff x="2848" y="848"/>
              <a:chExt cx="140" cy="98"/>
            </a:xfrm>
          </p:grpSpPr>
          <p:sp>
            <p:nvSpPr>
              <p:cNvPr id="169106" name="Line 78"/>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69107" name="Line 79"/>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69108" name="Line 80"/>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169102" name="Group 81"/>
            <p:cNvGrpSpPr/>
            <p:nvPr/>
          </p:nvGrpSpPr>
          <p:grpSpPr>
            <a:xfrm flipV="1">
              <a:off x="3686" y="243"/>
              <a:ext cx="177" cy="66"/>
              <a:chOff x="2848" y="848"/>
              <a:chExt cx="140" cy="98"/>
            </a:xfrm>
          </p:grpSpPr>
          <p:sp>
            <p:nvSpPr>
              <p:cNvPr id="169103" name="Line 82"/>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69104" name="Line 83"/>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69105" name="Line 84"/>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168980" name="Group 85"/>
          <p:cNvGrpSpPr/>
          <p:nvPr/>
        </p:nvGrpSpPr>
        <p:grpSpPr>
          <a:xfrm>
            <a:off x="1703388" y="3422650"/>
            <a:ext cx="547687" cy="233363"/>
            <a:chOff x="3600" y="219"/>
            <a:chExt cx="360" cy="175"/>
          </a:xfrm>
        </p:grpSpPr>
        <p:sp>
          <p:nvSpPr>
            <p:cNvPr id="169083" name="Oval 86"/>
            <p:cNvSpPr/>
            <p:nvPr/>
          </p:nvSpPr>
          <p:spPr>
            <a:xfrm>
              <a:off x="3603" y="297"/>
              <a:ext cx="357" cy="97"/>
            </a:xfrm>
            <a:prstGeom prst="ellipse">
              <a:avLst/>
            </a:prstGeom>
            <a:solidFill>
              <a:srgbClr val="DDDDDD"/>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69084" name="Line 87"/>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169085" name="Line 88"/>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169086" name="Rectangle 89"/>
            <p:cNvSpPr/>
            <p:nvPr/>
          </p:nvSpPr>
          <p:spPr>
            <a:xfrm>
              <a:off x="3603" y="289"/>
              <a:ext cx="354" cy="59"/>
            </a:xfrm>
            <a:prstGeom prst="rect">
              <a:avLst/>
            </a:prstGeom>
            <a:solidFill>
              <a:srgbClr val="DDDDDD"/>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69087" name="Oval 90"/>
            <p:cNvSpPr/>
            <p:nvPr/>
          </p:nvSpPr>
          <p:spPr>
            <a:xfrm>
              <a:off x="3600" y="219"/>
              <a:ext cx="357" cy="113"/>
            </a:xfrm>
            <a:prstGeom prst="ellipse">
              <a:avLst/>
            </a:prstGeom>
            <a:solidFill>
              <a:srgbClr val="DDDDDD"/>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69088" name="Group 91"/>
            <p:cNvGrpSpPr/>
            <p:nvPr/>
          </p:nvGrpSpPr>
          <p:grpSpPr>
            <a:xfrm>
              <a:off x="3686" y="244"/>
              <a:ext cx="177" cy="66"/>
              <a:chOff x="2848" y="848"/>
              <a:chExt cx="140" cy="98"/>
            </a:xfrm>
          </p:grpSpPr>
          <p:sp>
            <p:nvSpPr>
              <p:cNvPr id="169093" name="Line 92"/>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69094" name="Line 93"/>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69095" name="Line 94"/>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169089" name="Group 95"/>
            <p:cNvGrpSpPr/>
            <p:nvPr/>
          </p:nvGrpSpPr>
          <p:grpSpPr>
            <a:xfrm flipV="1">
              <a:off x="3686" y="243"/>
              <a:ext cx="177" cy="66"/>
              <a:chOff x="2848" y="848"/>
              <a:chExt cx="140" cy="98"/>
            </a:xfrm>
          </p:grpSpPr>
          <p:sp>
            <p:nvSpPr>
              <p:cNvPr id="169090" name="Line 96"/>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69091" name="Line 97"/>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69092" name="Line 98"/>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sp>
        <p:nvSpPr>
          <p:cNvPr id="168981" name="Line 99"/>
          <p:cNvSpPr/>
          <p:nvPr/>
        </p:nvSpPr>
        <p:spPr>
          <a:xfrm flipV="1">
            <a:off x="3467100" y="3441700"/>
            <a:ext cx="527050" cy="196850"/>
          </a:xfrm>
          <a:prstGeom prst="line">
            <a:avLst/>
          </a:prstGeom>
          <a:ln w="9525" cap="flat" cmpd="sng">
            <a:solidFill>
              <a:schemeClr val="tx1"/>
            </a:solidFill>
            <a:prstDash val="solid"/>
            <a:headEnd type="none" w="med" len="med"/>
            <a:tailEnd type="none" w="med" len="med"/>
          </a:ln>
        </p:spPr>
      </p:sp>
      <p:sp>
        <p:nvSpPr>
          <p:cNvPr id="168982" name="Line 100"/>
          <p:cNvSpPr/>
          <p:nvPr/>
        </p:nvSpPr>
        <p:spPr>
          <a:xfrm flipH="1" flipV="1">
            <a:off x="3187700" y="3206750"/>
            <a:ext cx="0" cy="298450"/>
          </a:xfrm>
          <a:prstGeom prst="line">
            <a:avLst/>
          </a:prstGeom>
          <a:ln w="9525" cap="flat" cmpd="sng">
            <a:solidFill>
              <a:schemeClr val="tx1"/>
            </a:solidFill>
            <a:prstDash val="solid"/>
            <a:headEnd type="none" w="med" len="med"/>
            <a:tailEnd type="none" w="med" len="med"/>
          </a:ln>
        </p:spPr>
      </p:sp>
      <p:sp>
        <p:nvSpPr>
          <p:cNvPr id="168983" name="Line 101"/>
          <p:cNvSpPr/>
          <p:nvPr/>
        </p:nvSpPr>
        <p:spPr>
          <a:xfrm>
            <a:off x="1536700" y="3263900"/>
            <a:ext cx="209550" cy="184150"/>
          </a:xfrm>
          <a:prstGeom prst="line">
            <a:avLst/>
          </a:prstGeom>
          <a:ln w="9525" cap="flat" cmpd="sng">
            <a:solidFill>
              <a:schemeClr val="tx1"/>
            </a:solidFill>
            <a:prstDash val="solid"/>
            <a:headEnd type="none" w="med" len="med"/>
            <a:tailEnd type="none" w="med" len="med"/>
          </a:ln>
        </p:spPr>
      </p:sp>
      <p:sp>
        <p:nvSpPr>
          <p:cNvPr id="168984" name="Line 102"/>
          <p:cNvSpPr/>
          <p:nvPr/>
        </p:nvSpPr>
        <p:spPr>
          <a:xfrm flipH="1">
            <a:off x="1676400" y="2863850"/>
            <a:ext cx="241300" cy="76200"/>
          </a:xfrm>
          <a:prstGeom prst="line">
            <a:avLst/>
          </a:prstGeom>
          <a:ln w="9525" cap="flat" cmpd="sng">
            <a:solidFill>
              <a:schemeClr val="tx1"/>
            </a:solidFill>
            <a:prstDash val="solid"/>
            <a:headEnd type="none" w="med" len="med"/>
            <a:tailEnd type="none" w="med" len="med"/>
          </a:ln>
        </p:spPr>
      </p:sp>
      <p:sp>
        <p:nvSpPr>
          <p:cNvPr id="168985" name="Line 103"/>
          <p:cNvSpPr/>
          <p:nvPr/>
        </p:nvSpPr>
        <p:spPr>
          <a:xfrm flipH="1">
            <a:off x="3797300" y="2622550"/>
            <a:ext cx="241300" cy="76200"/>
          </a:xfrm>
          <a:prstGeom prst="line">
            <a:avLst/>
          </a:prstGeom>
          <a:ln w="9525" cap="flat" cmpd="sng">
            <a:solidFill>
              <a:schemeClr val="tx1"/>
            </a:solidFill>
            <a:prstDash val="solid"/>
            <a:headEnd type="none" w="med" len="med"/>
            <a:tailEnd type="none" w="med" len="med"/>
          </a:ln>
        </p:spPr>
      </p:sp>
      <p:sp>
        <p:nvSpPr>
          <p:cNvPr id="168986" name="Freeform 104"/>
          <p:cNvSpPr/>
          <p:nvPr/>
        </p:nvSpPr>
        <p:spPr>
          <a:xfrm>
            <a:off x="2127250" y="2813050"/>
            <a:ext cx="933450" cy="723900"/>
          </a:xfrm>
          <a:custGeom>
            <a:avLst/>
            <a:gdLst/>
            <a:ahLst/>
            <a:cxnLst>
              <a:cxn ang="0">
                <a:pos x="0" y="0"/>
              </a:cxn>
              <a:cxn ang="0">
                <a:pos x="2147483646" y="2147483646"/>
              </a:cxn>
              <a:cxn ang="0">
                <a:pos x="2147483646" y="2147483646"/>
              </a:cxn>
            </a:cxnLst>
            <a:pathLst>
              <a:path w="548" h="420">
                <a:moveTo>
                  <a:pt x="0" y="0"/>
                </a:moveTo>
                <a:cubicBezTo>
                  <a:pt x="42" y="40"/>
                  <a:pt x="161" y="170"/>
                  <a:pt x="252" y="240"/>
                </a:cubicBezTo>
                <a:cubicBezTo>
                  <a:pt x="343" y="310"/>
                  <a:pt x="486" y="382"/>
                  <a:pt x="548" y="420"/>
                </a:cubicBezTo>
              </a:path>
            </a:pathLst>
          </a:custGeom>
          <a:noFill/>
          <a:ln w="76200" cap="flat" cmpd="sng">
            <a:solidFill>
              <a:srgbClr val="FF0000">
                <a:alpha val="100000"/>
              </a:srgbClr>
            </a:solidFill>
            <a:prstDash val="solid"/>
            <a:round/>
            <a:headEnd type="none" w="med" len="med"/>
            <a:tailEnd type="none" w="med" len="med"/>
          </a:ln>
        </p:spPr>
        <p:txBody>
          <a:bodyPr/>
          <a:p>
            <a:endParaRPr lang="zh-CN" altLang="en-US"/>
          </a:p>
        </p:txBody>
      </p:sp>
      <p:sp>
        <p:nvSpPr>
          <p:cNvPr id="168987" name="Line 105"/>
          <p:cNvSpPr/>
          <p:nvPr/>
        </p:nvSpPr>
        <p:spPr>
          <a:xfrm>
            <a:off x="2197100" y="2882900"/>
            <a:ext cx="247650" cy="260350"/>
          </a:xfrm>
          <a:prstGeom prst="line">
            <a:avLst/>
          </a:prstGeom>
          <a:ln w="9525" cap="flat" cmpd="sng">
            <a:solidFill>
              <a:schemeClr val="tx1"/>
            </a:solidFill>
            <a:prstDash val="solid"/>
            <a:headEnd type="none" w="med" len="med"/>
            <a:tailEnd type="none" w="med" len="med"/>
          </a:ln>
        </p:spPr>
      </p:sp>
      <p:sp>
        <p:nvSpPr>
          <p:cNvPr id="168988" name="Line 106"/>
          <p:cNvSpPr/>
          <p:nvPr/>
        </p:nvSpPr>
        <p:spPr>
          <a:xfrm>
            <a:off x="2787650" y="3378200"/>
            <a:ext cx="228600" cy="139700"/>
          </a:xfrm>
          <a:prstGeom prst="line">
            <a:avLst/>
          </a:prstGeom>
          <a:ln w="9525" cap="flat" cmpd="sng">
            <a:solidFill>
              <a:schemeClr val="tx1"/>
            </a:solidFill>
            <a:prstDash val="solid"/>
            <a:headEnd type="none" w="med" len="med"/>
            <a:tailEnd type="none" w="med" len="med"/>
          </a:ln>
        </p:spPr>
      </p:sp>
      <p:sp>
        <p:nvSpPr>
          <p:cNvPr id="168989" name="Freeform 107"/>
          <p:cNvSpPr/>
          <p:nvPr/>
        </p:nvSpPr>
        <p:spPr>
          <a:xfrm>
            <a:off x="2228850" y="2616200"/>
            <a:ext cx="1638300" cy="368300"/>
          </a:xfrm>
          <a:custGeom>
            <a:avLst/>
            <a:gdLst/>
            <a:ahLst/>
            <a:cxnLst>
              <a:cxn ang="0">
                <a:pos x="0" y="2147483646"/>
              </a:cxn>
              <a:cxn ang="0">
                <a:pos x="2147483646" y="0"/>
              </a:cxn>
              <a:cxn ang="0">
                <a:pos x="2147483646" y="2147483646"/>
              </a:cxn>
              <a:cxn ang="0">
                <a:pos x="2147483646" y="2147483646"/>
              </a:cxn>
            </a:cxnLst>
            <a:pathLst>
              <a:path w="1032" h="232">
                <a:moveTo>
                  <a:pt x="0" y="72"/>
                </a:moveTo>
                <a:cubicBezTo>
                  <a:pt x="61" y="60"/>
                  <a:pt x="239" y="5"/>
                  <a:pt x="372" y="0"/>
                </a:cubicBezTo>
                <a:cubicBezTo>
                  <a:pt x="480" y="10"/>
                  <a:pt x="686" y="1"/>
                  <a:pt x="796" y="40"/>
                </a:cubicBezTo>
                <a:cubicBezTo>
                  <a:pt x="906" y="79"/>
                  <a:pt x="983" y="192"/>
                  <a:pt x="1032" y="232"/>
                </a:cubicBezTo>
              </a:path>
            </a:pathLst>
          </a:custGeom>
          <a:noFill/>
          <a:ln w="76200" cap="flat" cmpd="sng">
            <a:solidFill>
              <a:srgbClr val="FF0000">
                <a:alpha val="100000"/>
              </a:srgbClr>
            </a:solidFill>
            <a:prstDash val="solid"/>
            <a:round/>
            <a:headEnd type="none" w="med" len="med"/>
            <a:tailEnd type="none" w="med" len="med"/>
          </a:ln>
        </p:spPr>
        <p:txBody>
          <a:bodyPr/>
          <a:p>
            <a:endParaRPr lang="zh-CN" altLang="en-US"/>
          </a:p>
        </p:txBody>
      </p:sp>
      <p:grpSp>
        <p:nvGrpSpPr>
          <p:cNvPr id="168990" name="Group 108"/>
          <p:cNvGrpSpPr/>
          <p:nvPr/>
        </p:nvGrpSpPr>
        <p:grpSpPr>
          <a:xfrm>
            <a:off x="2894013" y="3498850"/>
            <a:ext cx="569912" cy="222250"/>
            <a:chOff x="3600" y="219"/>
            <a:chExt cx="360" cy="175"/>
          </a:xfrm>
        </p:grpSpPr>
        <p:sp>
          <p:nvSpPr>
            <p:cNvPr id="169070" name="Oval 109"/>
            <p:cNvSpPr/>
            <p:nvPr/>
          </p:nvSpPr>
          <p:spPr>
            <a:xfrm>
              <a:off x="3603" y="297"/>
              <a:ext cx="357" cy="97"/>
            </a:xfrm>
            <a:prstGeom prst="ellipse">
              <a:avLst/>
            </a:prstGeom>
            <a:solidFill>
              <a:srgbClr val="FF0000"/>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69071" name="Line 110"/>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169072" name="Line 111"/>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169073" name="Rectangle 112"/>
            <p:cNvSpPr/>
            <p:nvPr/>
          </p:nvSpPr>
          <p:spPr>
            <a:xfrm>
              <a:off x="3603" y="289"/>
              <a:ext cx="354" cy="59"/>
            </a:xfrm>
            <a:prstGeom prst="rect">
              <a:avLst/>
            </a:prstGeom>
            <a:solidFill>
              <a:srgbClr val="FF0000"/>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69074" name="Oval 113"/>
            <p:cNvSpPr/>
            <p:nvPr/>
          </p:nvSpPr>
          <p:spPr>
            <a:xfrm>
              <a:off x="3600" y="219"/>
              <a:ext cx="357" cy="113"/>
            </a:xfrm>
            <a:prstGeom prst="ellipse">
              <a:avLst/>
            </a:prstGeom>
            <a:solidFill>
              <a:srgbClr val="FF0000"/>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69075" name="Group 114"/>
            <p:cNvGrpSpPr/>
            <p:nvPr/>
          </p:nvGrpSpPr>
          <p:grpSpPr>
            <a:xfrm>
              <a:off x="3686" y="244"/>
              <a:ext cx="177" cy="66"/>
              <a:chOff x="2848" y="848"/>
              <a:chExt cx="140" cy="98"/>
            </a:xfrm>
          </p:grpSpPr>
          <p:sp>
            <p:nvSpPr>
              <p:cNvPr id="169080" name="Line 115"/>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69081" name="Line 116"/>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69082" name="Line 117"/>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169076" name="Group 118"/>
            <p:cNvGrpSpPr/>
            <p:nvPr/>
          </p:nvGrpSpPr>
          <p:grpSpPr>
            <a:xfrm flipV="1">
              <a:off x="3686" y="243"/>
              <a:ext cx="177" cy="66"/>
              <a:chOff x="2848" y="848"/>
              <a:chExt cx="140" cy="98"/>
            </a:xfrm>
          </p:grpSpPr>
          <p:sp>
            <p:nvSpPr>
              <p:cNvPr id="169077" name="Line 119"/>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69078" name="Line 120"/>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69079" name="Line 121"/>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168991" name="Group 122"/>
          <p:cNvGrpSpPr/>
          <p:nvPr/>
        </p:nvGrpSpPr>
        <p:grpSpPr>
          <a:xfrm>
            <a:off x="1731963" y="2641600"/>
            <a:ext cx="569912" cy="222250"/>
            <a:chOff x="3600" y="219"/>
            <a:chExt cx="360" cy="175"/>
          </a:xfrm>
        </p:grpSpPr>
        <p:sp>
          <p:nvSpPr>
            <p:cNvPr id="169057" name="Oval 123"/>
            <p:cNvSpPr/>
            <p:nvPr/>
          </p:nvSpPr>
          <p:spPr>
            <a:xfrm>
              <a:off x="3603" y="297"/>
              <a:ext cx="357" cy="97"/>
            </a:xfrm>
            <a:prstGeom prst="ellipse">
              <a:avLst/>
            </a:prstGeom>
            <a:solidFill>
              <a:srgbClr val="FF0000"/>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69058" name="Line 124"/>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169059" name="Line 125"/>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169060" name="Rectangle 126"/>
            <p:cNvSpPr/>
            <p:nvPr/>
          </p:nvSpPr>
          <p:spPr>
            <a:xfrm>
              <a:off x="3603" y="289"/>
              <a:ext cx="354" cy="59"/>
            </a:xfrm>
            <a:prstGeom prst="rect">
              <a:avLst/>
            </a:prstGeom>
            <a:solidFill>
              <a:srgbClr val="FF0000"/>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69061" name="Oval 127"/>
            <p:cNvSpPr/>
            <p:nvPr/>
          </p:nvSpPr>
          <p:spPr>
            <a:xfrm>
              <a:off x="3600" y="219"/>
              <a:ext cx="357" cy="113"/>
            </a:xfrm>
            <a:prstGeom prst="ellipse">
              <a:avLst/>
            </a:prstGeom>
            <a:solidFill>
              <a:srgbClr val="FF0000"/>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69062" name="Group 128"/>
            <p:cNvGrpSpPr/>
            <p:nvPr/>
          </p:nvGrpSpPr>
          <p:grpSpPr>
            <a:xfrm>
              <a:off x="3686" y="244"/>
              <a:ext cx="177" cy="66"/>
              <a:chOff x="2848" y="848"/>
              <a:chExt cx="140" cy="98"/>
            </a:xfrm>
          </p:grpSpPr>
          <p:sp>
            <p:nvSpPr>
              <p:cNvPr id="169067" name="Line 129"/>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69068" name="Line 130"/>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69069" name="Line 131"/>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169063" name="Group 132"/>
            <p:cNvGrpSpPr/>
            <p:nvPr/>
          </p:nvGrpSpPr>
          <p:grpSpPr>
            <a:xfrm flipV="1">
              <a:off x="3686" y="243"/>
              <a:ext cx="177" cy="66"/>
              <a:chOff x="2848" y="848"/>
              <a:chExt cx="140" cy="98"/>
            </a:xfrm>
          </p:grpSpPr>
          <p:sp>
            <p:nvSpPr>
              <p:cNvPr id="169064" name="Line 133"/>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69065" name="Line 134"/>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69066" name="Line 135"/>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sp>
        <p:nvSpPr>
          <p:cNvPr id="168992" name="Line 136"/>
          <p:cNvSpPr/>
          <p:nvPr/>
        </p:nvSpPr>
        <p:spPr>
          <a:xfrm flipH="1" flipV="1">
            <a:off x="3651250" y="2774950"/>
            <a:ext cx="177800" cy="190500"/>
          </a:xfrm>
          <a:prstGeom prst="line">
            <a:avLst/>
          </a:prstGeom>
          <a:ln w="9525" cap="flat" cmpd="sng">
            <a:solidFill>
              <a:schemeClr val="tx1"/>
            </a:solidFill>
            <a:prstDash val="solid"/>
            <a:headEnd type="none" w="med" len="med"/>
            <a:tailEnd type="none" w="med" len="med"/>
          </a:ln>
        </p:spPr>
      </p:sp>
      <p:sp>
        <p:nvSpPr>
          <p:cNvPr id="168993" name="Line 137"/>
          <p:cNvSpPr/>
          <p:nvPr/>
        </p:nvSpPr>
        <p:spPr>
          <a:xfrm flipH="1" flipV="1">
            <a:off x="3803650" y="2927350"/>
            <a:ext cx="177800" cy="190500"/>
          </a:xfrm>
          <a:prstGeom prst="line">
            <a:avLst/>
          </a:prstGeom>
          <a:ln w="9525" cap="flat" cmpd="sng">
            <a:solidFill>
              <a:schemeClr val="tx1"/>
            </a:solidFill>
            <a:prstDash val="solid"/>
            <a:headEnd type="none" w="med" len="med"/>
            <a:tailEnd type="none" w="med" len="med"/>
          </a:ln>
        </p:spPr>
      </p:sp>
      <p:grpSp>
        <p:nvGrpSpPr>
          <p:cNvPr id="168994" name="Group 138"/>
          <p:cNvGrpSpPr/>
          <p:nvPr/>
        </p:nvGrpSpPr>
        <p:grpSpPr>
          <a:xfrm>
            <a:off x="3656013" y="2940050"/>
            <a:ext cx="569912" cy="222250"/>
            <a:chOff x="3600" y="219"/>
            <a:chExt cx="360" cy="175"/>
          </a:xfrm>
        </p:grpSpPr>
        <p:sp>
          <p:nvSpPr>
            <p:cNvPr id="169044" name="Oval 139"/>
            <p:cNvSpPr/>
            <p:nvPr/>
          </p:nvSpPr>
          <p:spPr>
            <a:xfrm>
              <a:off x="3603" y="297"/>
              <a:ext cx="357" cy="97"/>
            </a:xfrm>
            <a:prstGeom prst="ellipse">
              <a:avLst/>
            </a:prstGeom>
            <a:solidFill>
              <a:srgbClr val="FF0000"/>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69045" name="Line 140"/>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169046" name="Line 141"/>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169047" name="Rectangle 142"/>
            <p:cNvSpPr/>
            <p:nvPr/>
          </p:nvSpPr>
          <p:spPr>
            <a:xfrm>
              <a:off x="3603" y="289"/>
              <a:ext cx="354" cy="59"/>
            </a:xfrm>
            <a:prstGeom prst="rect">
              <a:avLst/>
            </a:prstGeom>
            <a:solidFill>
              <a:srgbClr val="FF0000"/>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69048" name="Oval 143"/>
            <p:cNvSpPr/>
            <p:nvPr/>
          </p:nvSpPr>
          <p:spPr>
            <a:xfrm>
              <a:off x="3600" y="219"/>
              <a:ext cx="357" cy="113"/>
            </a:xfrm>
            <a:prstGeom prst="ellipse">
              <a:avLst/>
            </a:prstGeom>
            <a:solidFill>
              <a:srgbClr val="FF0000"/>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69049" name="Group 144"/>
            <p:cNvGrpSpPr/>
            <p:nvPr/>
          </p:nvGrpSpPr>
          <p:grpSpPr>
            <a:xfrm>
              <a:off x="3686" y="244"/>
              <a:ext cx="177" cy="66"/>
              <a:chOff x="2848" y="848"/>
              <a:chExt cx="140" cy="98"/>
            </a:xfrm>
          </p:grpSpPr>
          <p:sp>
            <p:nvSpPr>
              <p:cNvPr id="169054" name="Line 145"/>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69055" name="Line 146"/>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69056" name="Line 147"/>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169050" name="Group 148"/>
            <p:cNvGrpSpPr/>
            <p:nvPr/>
          </p:nvGrpSpPr>
          <p:grpSpPr>
            <a:xfrm flipV="1">
              <a:off x="3686" y="243"/>
              <a:ext cx="177" cy="66"/>
              <a:chOff x="2848" y="848"/>
              <a:chExt cx="140" cy="98"/>
            </a:xfrm>
          </p:grpSpPr>
          <p:sp>
            <p:nvSpPr>
              <p:cNvPr id="169051" name="Line 149"/>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69052" name="Line 150"/>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69053" name="Line 151"/>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sp>
        <p:nvSpPr>
          <p:cNvPr id="168995" name="Line 152"/>
          <p:cNvSpPr/>
          <p:nvPr/>
        </p:nvSpPr>
        <p:spPr>
          <a:xfrm>
            <a:off x="3060700" y="2628900"/>
            <a:ext cx="228600" cy="12700"/>
          </a:xfrm>
          <a:prstGeom prst="line">
            <a:avLst/>
          </a:prstGeom>
          <a:ln w="9525" cap="flat" cmpd="sng">
            <a:solidFill>
              <a:schemeClr val="tx1"/>
            </a:solidFill>
            <a:prstDash val="solid"/>
            <a:headEnd type="none" w="med" len="med"/>
            <a:tailEnd type="none" w="med" len="med"/>
          </a:ln>
        </p:spPr>
      </p:sp>
      <p:sp>
        <p:nvSpPr>
          <p:cNvPr id="168996" name="Line 153"/>
          <p:cNvSpPr/>
          <p:nvPr/>
        </p:nvSpPr>
        <p:spPr>
          <a:xfrm flipV="1">
            <a:off x="2324100" y="2654300"/>
            <a:ext cx="209550" cy="57150"/>
          </a:xfrm>
          <a:prstGeom prst="line">
            <a:avLst/>
          </a:prstGeom>
          <a:ln w="9525" cap="flat" cmpd="sng">
            <a:solidFill>
              <a:schemeClr val="tx1"/>
            </a:solidFill>
            <a:prstDash val="solid"/>
            <a:headEnd type="none" w="med" len="med"/>
            <a:tailEnd type="none" w="med" len="med"/>
          </a:ln>
        </p:spPr>
      </p:sp>
      <p:sp>
        <p:nvSpPr>
          <p:cNvPr id="168997" name="Line 154"/>
          <p:cNvSpPr/>
          <p:nvPr/>
        </p:nvSpPr>
        <p:spPr>
          <a:xfrm flipV="1">
            <a:off x="6108700" y="2952750"/>
            <a:ext cx="501650" cy="482600"/>
          </a:xfrm>
          <a:prstGeom prst="line">
            <a:avLst/>
          </a:prstGeom>
          <a:ln w="57150" cap="flat" cmpd="sng">
            <a:solidFill>
              <a:srgbClr val="FF0000"/>
            </a:solidFill>
            <a:prstDash val="solid"/>
            <a:headEnd type="none" w="med" len="med"/>
            <a:tailEnd type="none" w="med" len="med"/>
          </a:ln>
        </p:spPr>
      </p:sp>
      <p:sp>
        <p:nvSpPr>
          <p:cNvPr id="168998" name="Line 155"/>
          <p:cNvSpPr/>
          <p:nvPr/>
        </p:nvSpPr>
        <p:spPr>
          <a:xfrm flipH="1" flipV="1">
            <a:off x="5289550" y="2774950"/>
            <a:ext cx="1263650" cy="114300"/>
          </a:xfrm>
          <a:prstGeom prst="line">
            <a:avLst/>
          </a:prstGeom>
          <a:ln w="57150" cap="flat" cmpd="sng">
            <a:solidFill>
              <a:srgbClr val="FF0000"/>
            </a:solidFill>
            <a:prstDash val="solid"/>
            <a:headEnd type="none" w="med" len="med"/>
            <a:tailEnd type="none" w="med" len="med"/>
          </a:ln>
        </p:spPr>
      </p:sp>
      <p:sp>
        <p:nvSpPr>
          <p:cNvPr id="168999" name="Line 156"/>
          <p:cNvSpPr/>
          <p:nvPr/>
        </p:nvSpPr>
        <p:spPr>
          <a:xfrm flipH="1" flipV="1">
            <a:off x="5270500" y="2787650"/>
            <a:ext cx="844550" cy="660400"/>
          </a:xfrm>
          <a:prstGeom prst="line">
            <a:avLst/>
          </a:prstGeom>
          <a:ln w="57150" cap="flat" cmpd="sng">
            <a:solidFill>
              <a:srgbClr val="FF0000"/>
            </a:solidFill>
            <a:prstDash val="solid"/>
            <a:headEnd type="none" w="med" len="med"/>
            <a:tailEnd type="none" w="med" len="med"/>
          </a:ln>
        </p:spPr>
      </p:sp>
      <p:grpSp>
        <p:nvGrpSpPr>
          <p:cNvPr id="169000" name="Group 157"/>
          <p:cNvGrpSpPr/>
          <p:nvPr/>
        </p:nvGrpSpPr>
        <p:grpSpPr>
          <a:xfrm>
            <a:off x="5021263" y="2705100"/>
            <a:ext cx="569912" cy="222250"/>
            <a:chOff x="3600" y="219"/>
            <a:chExt cx="360" cy="175"/>
          </a:xfrm>
        </p:grpSpPr>
        <p:sp>
          <p:nvSpPr>
            <p:cNvPr id="169031" name="Oval 158"/>
            <p:cNvSpPr/>
            <p:nvPr/>
          </p:nvSpPr>
          <p:spPr>
            <a:xfrm>
              <a:off x="3603" y="297"/>
              <a:ext cx="357" cy="97"/>
            </a:xfrm>
            <a:prstGeom prst="ellipse">
              <a:avLst/>
            </a:prstGeom>
            <a:solidFill>
              <a:srgbClr val="FF0000"/>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69032" name="Line 159"/>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169033" name="Line 160"/>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169034" name="Rectangle 161"/>
            <p:cNvSpPr/>
            <p:nvPr/>
          </p:nvSpPr>
          <p:spPr>
            <a:xfrm>
              <a:off x="3603" y="289"/>
              <a:ext cx="354" cy="59"/>
            </a:xfrm>
            <a:prstGeom prst="rect">
              <a:avLst/>
            </a:prstGeom>
            <a:solidFill>
              <a:srgbClr val="FF0000"/>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69035" name="Oval 162"/>
            <p:cNvSpPr/>
            <p:nvPr/>
          </p:nvSpPr>
          <p:spPr>
            <a:xfrm>
              <a:off x="3600" y="219"/>
              <a:ext cx="357" cy="113"/>
            </a:xfrm>
            <a:prstGeom prst="ellipse">
              <a:avLst/>
            </a:prstGeom>
            <a:solidFill>
              <a:srgbClr val="FF0000"/>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69036" name="Group 163"/>
            <p:cNvGrpSpPr/>
            <p:nvPr/>
          </p:nvGrpSpPr>
          <p:grpSpPr>
            <a:xfrm>
              <a:off x="3686" y="244"/>
              <a:ext cx="177" cy="66"/>
              <a:chOff x="2848" y="848"/>
              <a:chExt cx="140" cy="98"/>
            </a:xfrm>
          </p:grpSpPr>
          <p:sp>
            <p:nvSpPr>
              <p:cNvPr id="169041" name="Line 164"/>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69042" name="Line 165"/>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69043" name="Line 166"/>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169037" name="Group 167"/>
            <p:cNvGrpSpPr/>
            <p:nvPr/>
          </p:nvGrpSpPr>
          <p:grpSpPr>
            <a:xfrm flipV="1">
              <a:off x="3686" y="243"/>
              <a:ext cx="177" cy="66"/>
              <a:chOff x="2848" y="848"/>
              <a:chExt cx="140" cy="98"/>
            </a:xfrm>
          </p:grpSpPr>
          <p:sp>
            <p:nvSpPr>
              <p:cNvPr id="169038" name="Line 168"/>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69039" name="Line 169"/>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69040" name="Line 170"/>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169001" name="Group 171"/>
          <p:cNvGrpSpPr/>
          <p:nvPr/>
        </p:nvGrpSpPr>
        <p:grpSpPr>
          <a:xfrm>
            <a:off x="6329363" y="2806700"/>
            <a:ext cx="569912" cy="222250"/>
            <a:chOff x="3600" y="219"/>
            <a:chExt cx="360" cy="175"/>
          </a:xfrm>
        </p:grpSpPr>
        <p:sp>
          <p:nvSpPr>
            <p:cNvPr id="169018" name="Oval 172"/>
            <p:cNvSpPr/>
            <p:nvPr/>
          </p:nvSpPr>
          <p:spPr>
            <a:xfrm>
              <a:off x="3603" y="297"/>
              <a:ext cx="357" cy="97"/>
            </a:xfrm>
            <a:prstGeom prst="ellipse">
              <a:avLst/>
            </a:prstGeom>
            <a:solidFill>
              <a:srgbClr val="FF0000"/>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69019" name="Line 173"/>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169020" name="Line 174"/>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169021" name="Rectangle 175"/>
            <p:cNvSpPr/>
            <p:nvPr/>
          </p:nvSpPr>
          <p:spPr>
            <a:xfrm>
              <a:off x="3603" y="289"/>
              <a:ext cx="354" cy="59"/>
            </a:xfrm>
            <a:prstGeom prst="rect">
              <a:avLst/>
            </a:prstGeom>
            <a:solidFill>
              <a:srgbClr val="FF0000"/>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69022" name="Oval 176"/>
            <p:cNvSpPr/>
            <p:nvPr/>
          </p:nvSpPr>
          <p:spPr>
            <a:xfrm>
              <a:off x="3600" y="219"/>
              <a:ext cx="357" cy="113"/>
            </a:xfrm>
            <a:prstGeom prst="ellipse">
              <a:avLst/>
            </a:prstGeom>
            <a:solidFill>
              <a:srgbClr val="FF0000"/>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69023" name="Group 177"/>
            <p:cNvGrpSpPr/>
            <p:nvPr/>
          </p:nvGrpSpPr>
          <p:grpSpPr>
            <a:xfrm>
              <a:off x="3686" y="244"/>
              <a:ext cx="177" cy="66"/>
              <a:chOff x="2848" y="848"/>
              <a:chExt cx="140" cy="98"/>
            </a:xfrm>
          </p:grpSpPr>
          <p:sp>
            <p:nvSpPr>
              <p:cNvPr id="169028" name="Line 178"/>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69029" name="Line 179"/>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69030" name="Line 180"/>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169024" name="Group 181"/>
            <p:cNvGrpSpPr/>
            <p:nvPr/>
          </p:nvGrpSpPr>
          <p:grpSpPr>
            <a:xfrm flipV="1">
              <a:off x="3686" y="243"/>
              <a:ext cx="177" cy="66"/>
              <a:chOff x="2848" y="848"/>
              <a:chExt cx="140" cy="98"/>
            </a:xfrm>
          </p:grpSpPr>
          <p:sp>
            <p:nvSpPr>
              <p:cNvPr id="169025" name="Line 182"/>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69026" name="Line 183"/>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69027" name="Line 184"/>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169002" name="Group 185"/>
          <p:cNvGrpSpPr/>
          <p:nvPr/>
        </p:nvGrpSpPr>
        <p:grpSpPr>
          <a:xfrm>
            <a:off x="5846763" y="3365500"/>
            <a:ext cx="569912" cy="222250"/>
            <a:chOff x="3600" y="219"/>
            <a:chExt cx="360" cy="175"/>
          </a:xfrm>
        </p:grpSpPr>
        <p:sp>
          <p:nvSpPr>
            <p:cNvPr id="169005" name="Oval 186"/>
            <p:cNvSpPr/>
            <p:nvPr/>
          </p:nvSpPr>
          <p:spPr>
            <a:xfrm>
              <a:off x="3603" y="297"/>
              <a:ext cx="357" cy="97"/>
            </a:xfrm>
            <a:prstGeom prst="ellipse">
              <a:avLst/>
            </a:prstGeom>
            <a:solidFill>
              <a:srgbClr val="FF0000"/>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69006" name="Line 187"/>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169007" name="Line 188"/>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169008" name="Rectangle 189"/>
            <p:cNvSpPr/>
            <p:nvPr/>
          </p:nvSpPr>
          <p:spPr>
            <a:xfrm>
              <a:off x="3603" y="289"/>
              <a:ext cx="354" cy="59"/>
            </a:xfrm>
            <a:prstGeom prst="rect">
              <a:avLst/>
            </a:prstGeom>
            <a:solidFill>
              <a:srgbClr val="FF0000"/>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69009" name="Oval 190"/>
            <p:cNvSpPr/>
            <p:nvPr/>
          </p:nvSpPr>
          <p:spPr>
            <a:xfrm>
              <a:off x="3600" y="219"/>
              <a:ext cx="357" cy="113"/>
            </a:xfrm>
            <a:prstGeom prst="ellipse">
              <a:avLst/>
            </a:prstGeom>
            <a:solidFill>
              <a:srgbClr val="FF0000"/>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69010" name="Group 191"/>
            <p:cNvGrpSpPr/>
            <p:nvPr/>
          </p:nvGrpSpPr>
          <p:grpSpPr>
            <a:xfrm>
              <a:off x="3686" y="244"/>
              <a:ext cx="177" cy="66"/>
              <a:chOff x="2848" y="848"/>
              <a:chExt cx="140" cy="98"/>
            </a:xfrm>
          </p:grpSpPr>
          <p:sp>
            <p:nvSpPr>
              <p:cNvPr id="169015" name="Line 192"/>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69016" name="Line 193"/>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69017" name="Line 194"/>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169011" name="Group 195"/>
            <p:cNvGrpSpPr/>
            <p:nvPr/>
          </p:nvGrpSpPr>
          <p:grpSpPr>
            <a:xfrm flipV="1">
              <a:off x="3686" y="243"/>
              <a:ext cx="177" cy="66"/>
              <a:chOff x="2848" y="848"/>
              <a:chExt cx="140" cy="98"/>
            </a:xfrm>
          </p:grpSpPr>
          <p:sp>
            <p:nvSpPr>
              <p:cNvPr id="169012" name="Line 196"/>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69013" name="Line 197"/>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69014" name="Line 198"/>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sp>
        <p:nvSpPr>
          <p:cNvPr id="169003" name="Text Box 199"/>
          <p:cNvSpPr txBox="1"/>
          <p:nvPr/>
        </p:nvSpPr>
        <p:spPr>
          <a:xfrm>
            <a:off x="1990725" y="3889375"/>
            <a:ext cx="1990725"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physical topology</a:t>
            </a:r>
            <a:endParaRPr lang="en-US" altLang="zh-CN" sz="1800" dirty="0">
              <a:ea typeface="宋体" panose="02010600030101010101" pitchFamily="2" charset="-122"/>
            </a:endParaRPr>
          </a:p>
        </p:txBody>
      </p:sp>
      <p:sp>
        <p:nvSpPr>
          <p:cNvPr id="169004" name="Text Box 200"/>
          <p:cNvSpPr txBox="1"/>
          <p:nvPr/>
        </p:nvSpPr>
        <p:spPr>
          <a:xfrm>
            <a:off x="5153025" y="3876675"/>
            <a:ext cx="1809750"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logical topology</a:t>
            </a:r>
            <a:endParaRPr lang="en-US" altLang="zh-CN" sz="1800" dirty="0">
              <a:ea typeface="宋体" panose="02010600030101010101" pitchFamily="2" charset="-122"/>
            </a:endParaRPr>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1010" name="Rectangle 2"/>
          <p:cNvSpPr>
            <a:spLocks noGrp="1"/>
          </p:cNvSpPr>
          <p:nvPr>
            <p:ph type="title"/>
          </p:nvPr>
        </p:nvSpPr>
        <p:spPr>
          <a:xfrm>
            <a:off x="533400" y="609600"/>
            <a:ext cx="8001000" cy="685800"/>
          </a:xfrm>
        </p:spPr>
        <p:txBody>
          <a:bodyPr vert="horz" wrap="square" lIns="92075" tIns="46038" rIns="92075" bIns="46038" anchor="ctr" anchorCtr="0"/>
          <a:p>
            <a:r>
              <a:rPr lang="en-US" altLang="zh-CN" sz="3200" dirty="0">
                <a:ea typeface="宋体" panose="02010600030101010101" pitchFamily="2" charset="-122"/>
              </a:rPr>
              <a:t>PIM: Protocol Independent Multicast</a:t>
            </a:r>
            <a:endParaRPr lang="en-US" altLang="zh-CN" sz="3200" dirty="0">
              <a:ea typeface="宋体" panose="02010600030101010101" pitchFamily="2" charset="-122"/>
            </a:endParaRPr>
          </a:p>
        </p:txBody>
      </p:sp>
      <p:sp>
        <p:nvSpPr>
          <p:cNvPr id="171011" name="Rectangle 3"/>
          <p:cNvSpPr>
            <a:spLocks noGrp="1"/>
          </p:cNvSpPr>
          <p:nvPr>
            <p:ph sz="half" idx="1"/>
          </p:nvPr>
        </p:nvSpPr>
        <p:spPr>
          <a:xfrm>
            <a:off x="381000" y="1524000"/>
            <a:ext cx="7772400" cy="1600200"/>
          </a:xfrm>
        </p:spPr>
        <p:txBody>
          <a:bodyPr vert="horz" wrap="square" lIns="92075" tIns="46038" rIns="92075" bIns="46038" anchor="t" anchorCtr="0"/>
          <a:p>
            <a:pPr>
              <a:spcAft>
                <a:spcPct val="45000"/>
              </a:spcAft>
              <a:buClr>
                <a:schemeClr val="accent2"/>
              </a:buClr>
              <a:buSzPct val="85000"/>
              <a:buFont typeface="ZapfDingbats"/>
            </a:pPr>
            <a:r>
              <a:rPr lang="en-US" altLang="zh-CN" sz="2400" dirty="0">
                <a:ea typeface="宋体" panose="02010600030101010101" pitchFamily="2" charset="-122"/>
              </a:rPr>
              <a:t>not dependent on any specific underlying unicast routing algorithm (works with all)</a:t>
            </a:r>
            <a:endParaRPr lang="en-US" altLang="zh-CN" sz="2400" dirty="0">
              <a:ea typeface="宋体" panose="02010600030101010101" pitchFamily="2" charset="-122"/>
            </a:endParaRPr>
          </a:p>
          <a:p>
            <a:pPr>
              <a:buClr>
                <a:schemeClr val="accent2"/>
              </a:buClr>
              <a:buSzPct val="85000"/>
              <a:buFont typeface="ZapfDingbats"/>
            </a:pPr>
            <a:r>
              <a:rPr lang="en-US" altLang="zh-CN" sz="2400" dirty="0">
                <a:ea typeface="宋体" panose="02010600030101010101" pitchFamily="2" charset="-122"/>
              </a:rPr>
              <a:t>two different multicast distribution scenarios :</a:t>
            </a:r>
            <a:endParaRPr lang="en-US" altLang="zh-CN" sz="2400" dirty="0">
              <a:ea typeface="宋体" panose="02010600030101010101" pitchFamily="2" charset="-122"/>
            </a:endParaRPr>
          </a:p>
        </p:txBody>
      </p:sp>
      <p:sp>
        <p:nvSpPr>
          <p:cNvPr id="171012" name="Rectangle 4"/>
          <p:cNvSpPr/>
          <p:nvPr/>
        </p:nvSpPr>
        <p:spPr>
          <a:xfrm>
            <a:off x="609600" y="2286000"/>
            <a:ext cx="3886200" cy="38862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71013" name="Rectangle 5"/>
          <p:cNvSpPr/>
          <p:nvPr/>
        </p:nvSpPr>
        <p:spPr>
          <a:xfrm>
            <a:off x="571500" y="3111500"/>
            <a:ext cx="3708400" cy="2590800"/>
          </a:xfrm>
          <a:prstGeom prst="rect">
            <a:avLst/>
          </a:prstGeom>
          <a:noFill/>
          <a:ln w="9525">
            <a:noFill/>
          </a:ln>
        </p:spPr>
        <p:txBody>
          <a:bodyPr lIns="92075" tIns="46038" rIns="92075" bIns="46038"/>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342900" lvl="0" indent="-342900">
              <a:buClrTx/>
              <a:buSzTx/>
              <a:buFontTx/>
              <a:buNone/>
            </a:pPr>
            <a:r>
              <a:rPr lang="en-US" altLang="zh-CN" i="1" u="sng" dirty="0">
                <a:solidFill>
                  <a:srgbClr val="FF0000"/>
                </a:solidFill>
                <a:ea typeface="宋体" panose="02010600030101010101" pitchFamily="2" charset="-122"/>
              </a:rPr>
              <a:t>Dense</a:t>
            </a:r>
            <a:r>
              <a:rPr lang="en-US" altLang="zh-CN" u="sng" dirty="0">
                <a:solidFill>
                  <a:srgbClr val="FF0000"/>
                </a:solidFill>
                <a:ea typeface="宋体" panose="02010600030101010101" pitchFamily="2" charset="-122"/>
              </a:rPr>
              <a:t>:</a:t>
            </a:r>
            <a:endParaRPr lang="en-US" altLang="zh-CN" sz="2400" dirty="0">
              <a:solidFill>
                <a:srgbClr val="FF0000"/>
              </a:solidFill>
              <a:ea typeface="宋体" panose="02010600030101010101" pitchFamily="2" charset="-122"/>
            </a:endParaRPr>
          </a:p>
          <a:p>
            <a:pPr marL="342900" lvl="0" indent="-342900">
              <a:buFont typeface="Wingdings" panose="05000000000000000000" pitchFamily="2" charset="2"/>
              <a:buChar char="q"/>
            </a:pPr>
            <a:r>
              <a:rPr lang="en-US" altLang="zh-CN" sz="2400" dirty="0">
                <a:ea typeface="宋体" panose="02010600030101010101" pitchFamily="2" charset="-122"/>
              </a:rPr>
              <a:t>group members densely packed, in “close” proximity.</a:t>
            </a:r>
            <a:endParaRPr lang="en-US" altLang="zh-CN" sz="2400" dirty="0">
              <a:ea typeface="宋体" panose="02010600030101010101" pitchFamily="2" charset="-122"/>
            </a:endParaRPr>
          </a:p>
          <a:p>
            <a:pPr marL="342900" lvl="0" indent="-342900">
              <a:buFont typeface="Wingdings" panose="05000000000000000000" pitchFamily="2" charset="2"/>
              <a:buChar char="q"/>
            </a:pPr>
            <a:r>
              <a:rPr lang="en-US" altLang="zh-CN" sz="2400" dirty="0">
                <a:ea typeface="宋体" panose="02010600030101010101" pitchFamily="2" charset="-122"/>
              </a:rPr>
              <a:t>bandwidth more plentiful</a:t>
            </a:r>
            <a:endParaRPr lang="en-US" altLang="zh-CN" sz="2400" dirty="0">
              <a:ea typeface="宋体" panose="02010600030101010101" pitchFamily="2" charset="-122"/>
            </a:endParaRPr>
          </a:p>
        </p:txBody>
      </p:sp>
      <p:sp>
        <p:nvSpPr>
          <p:cNvPr id="171014" name="Rectangle 6"/>
          <p:cNvSpPr/>
          <p:nvPr/>
        </p:nvSpPr>
        <p:spPr>
          <a:xfrm>
            <a:off x="4178300" y="3111500"/>
            <a:ext cx="4508500" cy="3276600"/>
          </a:xfrm>
          <a:prstGeom prst="rect">
            <a:avLst/>
          </a:prstGeom>
          <a:noFill/>
          <a:ln w="9525">
            <a:noFill/>
          </a:ln>
        </p:spPr>
        <p:txBody>
          <a:bodyPr lIns="92075" tIns="46038" rIns="92075" bIns="46038"/>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342900" lvl="0" indent="-342900">
              <a:buClrTx/>
              <a:buSzTx/>
              <a:buFontTx/>
              <a:buNone/>
            </a:pPr>
            <a:r>
              <a:rPr lang="en-US" altLang="zh-CN" i="1" u="sng" dirty="0">
                <a:solidFill>
                  <a:srgbClr val="FF0000"/>
                </a:solidFill>
                <a:ea typeface="宋体" panose="02010600030101010101" pitchFamily="2" charset="-122"/>
              </a:rPr>
              <a:t>Sparse:</a:t>
            </a:r>
            <a:endParaRPr lang="en-US" altLang="zh-CN" i="1" u="sng" dirty="0">
              <a:solidFill>
                <a:srgbClr val="FF0000"/>
              </a:solidFill>
              <a:ea typeface="宋体" panose="02010600030101010101" pitchFamily="2" charset="-122"/>
            </a:endParaRPr>
          </a:p>
          <a:p>
            <a:pPr marL="342900" lvl="0" indent="-342900">
              <a:buFont typeface="Wingdings" panose="05000000000000000000" pitchFamily="2" charset="2"/>
              <a:buChar char="q"/>
            </a:pPr>
            <a:r>
              <a:rPr lang="en-US" altLang="zh-CN" sz="2400" dirty="0">
                <a:ea typeface="宋体" panose="02010600030101010101" pitchFamily="2" charset="-122"/>
              </a:rPr>
              <a:t># networks with group members small wrt # interconnected networks</a:t>
            </a:r>
            <a:endParaRPr lang="en-US" altLang="zh-CN" sz="2400" dirty="0">
              <a:ea typeface="宋体" panose="02010600030101010101" pitchFamily="2" charset="-122"/>
            </a:endParaRPr>
          </a:p>
          <a:p>
            <a:pPr marL="342900" lvl="0" indent="-342900">
              <a:buFont typeface="Wingdings" panose="05000000000000000000" pitchFamily="2" charset="2"/>
              <a:buChar char="q"/>
            </a:pPr>
            <a:r>
              <a:rPr lang="en-US" altLang="zh-CN" sz="2400" dirty="0">
                <a:ea typeface="宋体" panose="02010600030101010101" pitchFamily="2" charset="-122"/>
              </a:rPr>
              <a:t>group members “widely dispersed”</a:t>
            </a:r>
            <a:endParaRPr lang="en-US" altLang="zh-CN" sz="2400" dirty="0">
              <a:ea typeface="宋体" panose="02010600030101010101" pitchFamily="2" charset="-122"/>
            </a:endParaRPr>
          </a:p>
          <a:p>
            <a:pPr marL="342900" lvl="0" indent="-342900">
              <a:buFont typeface="Wingdings" panose="05000000000000000000" pitchFamily="2" charset="2"/>
              <a:buChar char="q"/>
            </a:pPr>
            <a:r>
              <a:rPr lang="en-US" altLang="zh-CN" sz="2400" dirty="0">
                <a:ea typeface="宋体" panose="02010600030101010101" pitchFamily="2" charset="-122"/>
              </a:rPr>
              <a:t>bandwidth not plentiful</a:t>
            </a:r>
            <a:endParaRPr lang="en-US" altLang="zh-CN" sz="2400" dirty="0">
              <a:ea typeface="宋体" panose="02010600030101010101" pitchFamily="2" charset="-122"/>
            </a:endParaRPr>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3058" name="Rectangle 2"/>
          <p:cNvSpPr>
            <a:spLocks noGrp="1"/>
          </p:cNvSpPr>
          <p:nvPr>
            <p:ph type="title"/>
          </p:nvPr>
        </p:nvSpPr>
        <p:spPr>
          <a:xfrm>
            <a:off x="533400" y="609600"/>
            <a:ext cx="8534400" cy="685800"/>
          </a:xfrm>
        </p:spPr>
        <p:txBody>
          <a:bodyPr vert="horz" wrap="square" lIns="92075" tIns="46038" rIns="92075" bIns="46038" anchor="ctr" anchorCtr="0"/>
          <a:p>
            <a:r>
              <a:rPr lang="en-US" altLang="zh-CN" sz="3200" dirty="0">
                <a:ea typeface="宋体" panose="02010600030101010101" pitchFamily="2" charset="-122"/>
              </a:rPr>
              <a:t>Consequences of Sparse-Dense Dichotomy:</a:t>
            </a:r>
            <a:r>
              <a:rPr lang="en-US" altLang="zh-CN" dirty="0">
                <a:ea typeface="宋体" panose="02010600030101010101" pitchFamily="2" charset="-122"/>
              </a:rPr>
              <a:t> </a:t>
            </a:r>
            <a:endParaRPr lang="en-US" altLang="zh-CN" dirty="0">
              <a:ea typeface="宋体" panose="02010600030101010101" pitchFamily="2" charset="-122"/>
            </a:endParaRPr>
          </a:p>
        </p:txBody>
      </p:sp>
      <p:sp>
        <p:nvSpPr>
          <p:cNvPr id="173059" name="Rectangle 3"/>
          <p:cNvSpPr>
            <a:spLocks noGrp="1"/>
          </p:cNvSpPr>
          <p:nvPr>
            <p:ph sz="half" idx="1"/>
          </p:nvPr>
        </p:nvSpPr>
        <p:spPr>
          <a:xfrm>
            <a:off x="533400" y="1600200"/>
            <a:ext cx="4071938" cy="4648200"/>
          </a:xfrm>
        </p:spPr>
        <p:txBody>
          <a:bodyPr vert="horz" wrap="square" lIns="92075" tIns="46038" rIns="92075" bIns="46038" anchor="t" anchorCtr="0"/>
          <a:p>
            <a:pPr>
              <a:buClr>
                <a:schemeClr val="accent2"/>
              </a:buClr>
              <a:buSzPct val="85000"/>
              <a:buFont typeface="ZapfDingbats"/>
              <a:buNone/>
            </a:pPr>
            <a:r>
              <a:rPr lang="en-US" altLang="zh-CN" i="1" u="sng" dirty="0">
                <a:solidFill>
                  <a:srgbClr val="FF0000"/>
                </a:solidFill>
                <a:ea typeface="宋体" panose="02010600030101010101" pitchFamily="2" charset="-122"/>
              </a:rPr>
              <a:t>Dense</a:t>
            </a:r>
            <a:endParaRPr lang="en-US" altLang="zh-CN" sz="2400" dirty="0">
              <a:solidFill>
                <a:srgbClr val="FF0000"/>
              </a:solidFill>
              <a:ea typeface="宋体" panose="02010600030101010101" pitchFamily="2" charset="-122"/>
            </a:endParaRPr>
          </a:p>
          <a:p>
            <a:pPr>
              <a:spcBef>
                <a:spcPct val="10000"/>
              </a:spcBef>
              <a:buClr>
                <a:schemeClr val="accent2"/>
              </a:buClr>
              <a:buSzPct val="85000"/>
              <a:buFont typeface="ZapfDingbats"/>
            </a:pPr>
            <a:r>
              <a:rPr lang="en-US" altLang="zh-CN" sz="2400" dirty="0">
                <a:ea typeface="宋体" panose="02010600030101010101" pitchFamily="2" charset="-122"/>
              </a:rPr>
              <a:t>group membership by routers </a:t>
            </a:r>
            <a:r>
              <a:rPr lang="en-US" altLang="zh-CN" sz="2400" i="1" dirty="0">
                <a:ea typeface="宋体" panose="02010600030101010101" pitchFamily="2" charset="-122"/>
              </a:rPr>
              <a:t>assumed </a:t>
            </a:r>
            <a:r>
              <a:rPr lang="en-US" altLang="zh-CN" sz="2400" dirty="0">
                <a:ea typeface="宋体" panose="02010600030101010101" pitchFamily="2" charset="-122"/>
              </a:rPr>
              <a:t>until routers explicitly prune</a:t>
            </a:r>
            <a:endParaRPr lang="en-US" altLang="zh-CN" sz="2400" dirty="0">
              <a:ea typeface="宋体" panose="02010600030101010101" pitchFamily="2" charset="-122"/>
            </a:endParaRPr>
          </a:p>
          <a:p>
            <a:pPr>
              <a:spcBef>
                <a:spcPct val="10000"/>
              </a:spcBef>
              <a:buClr>
                <a:schemeClr val="accent2"/>
              </a:buClr>
              <a:buSzPct val="85000"/>
              <a:buFont typeface="ZapfDingbats"/>
            </a:pPr>
            <a:r>
              <a:rPr lang="en-US" altLang="zh-CN" sz="2400" i="1" dirty="0">
                <a:ea typeface="宋体" panose="02010600030101010101" pitchFamily="2" charset="-122"/>
              </a:rPr>
              <a:t>data-driven</a:t>
            </a:r>
            <a:r>
              <a:rPr lang="en-US" altLang="zh-CN" sz="2400" dirty="0">
                <a:ea typeface="宋体" panose="02010600030101010101" pitchFamily="2" charset="-122"/>
              </a:rPr>
              <a:t> construction on mcast tree (e.g., RPF)</a:t>
            </a:r>
            <a:endParaRPr lang="en-US" altLang="zh-CN" sz="2400" dirty="0">
              <a:ea typeface="宋体" panose="02010600030101010101" pitchFamily="2" charset="-122"/>
            </a:endParaRPr>
          </a:p>
          <a:p>
            <a:pPr>
              <a:spcBef>
                <a:spcPct val="10000"/>
              </a:spcBef>
              <a:buClr>
                <a:schemeClr val="accent2"/>
              </a:buClr>
              <a:buSzPct val="85000"/>
              <a:buFont typeface="ZapfDingbats"/>
            </a:pPr>
            <a:r>
              <a:rPr lang="en-US" altLang="zh-CN" sz="2400" dirty="0">
                <a:ea typeface="宋体" panose="02010600030101010101" pitchFamily="2" charset="-122"/>
              </a:rPr>
              <a:t>bandwidth and non-group-router processing </a:t>
            </a:r>
            <a:r>
              <a:rPr lang="en-US" altLang="zh-CN" sz="2400" i="1" dirty="0">
                <a:ea typeface="宋体" panose="02010600030101010101" pitchFamily="2" charset="-122"/>
              </a:rPr>
              <a:t>profligate</a:t>
            </a:r>
            <a:endParaRPr lang="en-US" altLang="zh-CN" sz="2400" i="1" dirty="0">
              <a:ea typeface="宋体" panose="02010600030101010101" pitchFamily="2" charset="-122"/>
            </a:endParaRPr>
          </a:p>
        </p:txBody>
      </p:sp>
      <p:sp>
        <p:nvSpPr>
          <p:cNvPr id="173060" name="Rectangle 4"/>
          <p:cNvSpPr>
            <a:spLocks noGrp="1"/>
          </p:cNvSpPr>
          <p:nvPr>
            <p:ph sz="half" idx="2"/>
          </p:nvPr>
        </p:nvSpPr>
        <p:spPr>
          <a:xfrm>
            <a:off x="4494213" y="1600200"/>
            <a:ext cx="4205287" cy="4648200"/>
          </a:xfrm>
        </p:spPr>
        <p:txBody>
          <a:bodyPr vert="horz" wrap="square" lIns="92075" tIns="46038" rIns="92075" bIns="46038" anchor="t" anchorCtr="0"/>
          <a:p>
            <a:pPr>
              <a:buClr>
                <a:schemeClr val="accent2"/>
              </a:buClr>
              <a:buSzPct val="85000"/>
              <a:buFont typeface="ZapfDingbats"/>
              <a:buNone/>
            </a:pPr>
            <a:r>
              <a:rPr lang="en-US" altLang="zh-CN" i="1" u="sng" dirty="0">
                <a:solidFill>
                  <a:srgbClr val="FF0000"/>
                </a:solidFill>
                <a:ea typeface="宋体" panose="02010600030101010101" pitchFamily="2" charset="-122"/>
              </a:rPr>
              <a:t>Sparse</a:t>
            </a:r>
            <a:r>
              <a:rPr lang="en-US" altLang="zh-CN" sz="2400" dirty="0">
                <a:solidFill>
                  <a:srgbClr val="FF0000"/>
                </a:solidFill>
                <a:ea typeface="宋体" panose="02010600030101010101" pitchFamily="2" charset="-122"/>
              </a:rPr>
              <a:t>:</a:t>
            </a:r>
            <a:endParaRPr lang="en-US" altLang="zh-CN" sz="2400" dirty="0">
              <a:solidFill>
                <a:srgbClr val="FF0000"/>
              </a:solidFill>
              <a:ea typeface="宋体" panose="02010600030101010101" pitchFamily="2" charset="-122"/>
            </a:endParaRPr>
          </a:p>
          <a:p>
            <a:pPr>
              <a:spcBef>
                <a:spcPct val="10000"/>
              </a:spcBef>
              <a:buClr>
                <a:schemeClr val="accent2"/>
              </a:buClr>
              <a:buSzPct val="85000"/>
              <a:buFont typeface="ZapfDingbats"/>
            </a:pPr>
            <a:r>
              <a:rPr lang="en-US" altLang="zh-CN" sz="2400" dirty="0">
                <a:ea typeface="宋体" panose="02010600030101010101" pitchFamily="2" charset="-122"/>
              </a:rPr>
              <a:t>no membership until routers explicitly join</a:t>
            </a:r>
            <a:endParaRPr lang="en-US" altLang="zh-CN" sz="2400" dirty="0">
              <a:ea typeface="宋体" panose="02010600030101010101" pitchFamily="2" charset="-122"/>
            </a:endParaRPr>
          </a:p>
          <a:p>
            <a:pPr>
              <a:spcBef>
                <a:spcPct val="10000"/>
              </a:spcBef>
              <a:buClr>
                <a:schemeClr val="accent2"/>
              </a:buClr>
              <a:buSzPct val="85000"/>
              <a:buFont typeface="ZapfDingbats"/>
            </a:pPr>
            <a:r>
              <a:rPr lang="en-US" altLang="zh-CN" sz="2400" i="1" dirty="0">
                <a:ea typeface="宋体" panose="02010600030101010101" pitchFamily="2" charset="-122"/>
              </a:rPr>
              <a:t>receiver- driven</a:t>
            </a:r>
            <a:r>
              <a:rPr lang="en-US" altLang="zh-CN" sz="2400" dirty="0">
                <a:ea typeface="宋体" panose="02010600030101010101" pitchFamily="2" charset="-122"/>
              </a:rPr>
              <a:t> construction of mcast tree (e.g., center-based)</a:t>
            </a:r>
            <a:endParaRPr lang="en-US" altLang="zh-CN" sz="2400" dirty="0">
              <a:ea typeface="宋体" panose="02010600030101010101" pitchFamily="2" charset="-122"/>
            </a:endParaRPr>
          </a:p>
          <a:p>
            <a:pPr>
              <a:spcBef>
                <a:spcPct val="10000"/>
              </a:spcBef>
              <a:buClr>
                <a:schemeClr val="accent2"/>
              </a:buClr>
              <a:buSzPct val="85000"/>
              <a:buFont typeface="ZapfDingbats"/>
            </a:pPr>
            <a:r>
              <a:rPr lang="en-US" altLang="zh-CN" sz="2400" dirty="0">
                <a:ea typeface="宋体" panose="02010600030101010101" pitchFamily="2" charset="-122"/>
              </a:rPr>
              <a:t>bandwidth and non-group-router processing </a:t>
            </a:r>
            <a:r>
              <a:rPr lang="en-US" altLang="zh-CN" sz="2400" i="1" dirty="0">
                <a:ea typeface="宋体" panose="02010600030101010101" pitchFamily="2" charset="-122"/>
              </a:rPr>
              <a:t>conservative</a:t>
            </a:r>
            <a:endParaRPr lang="en-US" altLang="zh-CN" sz="2400" i="1" dirty="0">
              <a:ea typeface="宋体" panose="02010600030101010101" pitchFamily="2" charset="-122"/>
            </a:endParaRPr>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5106" name="Rectangle 2"/>
          <p:cNvSpPr>
            <a:spLocks noGrp="1"/>
          </p:cNvSpPr>
          <p:nvPr>
            <p:ph type="title"/>
          </p:nvPr>
        </p:nvSpPr>
        <p:spPr>
          <a:xfrm>
            <a:off x="533400" y="609600"/>
            <a:ext cx="8001000" cy="685800"/>
          </a:xfrm>
        </p:spPr>
        <p:txBody>
          <a:bodyPr vert="horz" wrap="square" lIns="92075" tIns="46038" rIns="92075" bIns="46038" anchor="ctr" anchorCtr="0"/>
          <a:p>
            <a:r>
              <a:rPr lang="en-US" altLang="zh-CN" sz="3600" dirty="0">
                <a:ea typeface="宋体" panose="02010600030101010101" pitchFamily="2" charset="-122"/>
              </a:rPr>
              <a:t>PIM- Dense Mode</a:t>
            </a:r>
            <a:endParaRPr lang="en-US" altLang="zh-CN" sz="3600" dirty="0">
              <a:ea typeface="宋体" panose="02010600030101010101" pitchFamily="2" charset="-122"/>
            </a:endParaRPr>
          </a:p>
        </p:txBody>
      </p:sp>
      <p:sp>
        <p:nvSpPr>
          <p:cNvPr id="175107" name="Rectangle 3"/>
          <p:cNvSpPr/>
          <p:nvPr/>
        </p:nvSpPr>
        <p:spPr>
          <a:xfrm>
            <a:off x="609600" y="2286000"/>
            <a:ext cx="3886200" cy="38862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75108" name="Rectangle 4"/>
          <p:cNvSpPr/>
          <p:nvPr/>
        </p:nvSpPr>
        <p:spPr>
          <a:xfrm>
            <a:off x="609600" y="1676400"/>
            <a:ext cx="7391400" cy="4343400"/>
          </a:xfrm>
          <a:prstGeom prst="rect">
            <a:avLst/>
          </a:prstGeom>
          <a:noFill/>
          <a:ln w="9525">
            <a:noFill/>
          </a:ln>
        </p:spPr>
        <p:txBody>
          <a:bodyPr lIns="92075" tIns="46038" rIns="92075" bIns="46038"/>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342900" lvl="0" indent="-342900">
              <a:buClrTx/>
              <a:buSzTx/>
              <a:buFontTx/>
              <a:buNone/>
            </a:pPr>
            <a:r>
              <a:rPr lang="en-US" altLang="zh-CN" dirty="0">
                <a:solidFill>
                  <a:srgbClr val="FF0000"/>
                </a:solidFill>
                <a:ea typeface="宋体" panose="02010600030101010101" pitchFamily="2" charset="-122"/>
              </a:rPr>
              <a:t>flood-and-prune RPF</a:t>
            </a:r>
            <a:r>
              <a:rPr lang="en-US" altLang="zh-CN" dirty="0">
                <a:ea typeface="宋体" panose="02010600030101010101" pitchFamily="2" charset="-122"/>
              </a:rPr>
              <a:t>, similar to DVMRP but</a:t>
            </a:r>
            <a:endParaRPr lang="en-US" altLang="zh-CN" dirty="0">
              <a:ea typeface="宋体" panose="02010600030101010101" pitchFamily="2" charset="-122"/>
            </a:endParaRPr>
          </a:p>
          <a:p>
            <a:pPr marL="342900" lvl="0" indent="-342900">
              <a:buFont typeface="Wingdings" panose="05000000000000000000" pitchFamily="2" charset="2"/>
              <a:buChar char="q"/>
            </a:pPr>
            <a:r>
              <a:rPr lang="en-US" altLang="zh-CN" sz="2400" dirty="0">
                <a:ea typeface="宋体" panose="02010600030101010101" pitchFamily="2" charset="-122"/>
              </a:rPr>
              <a:t>underlying unicast protocol provides RPF info for incoming datagram</a:t>
            </a:r>
            <a:endParaRPr lang="en-US" altLang="zh-CN" sz="2400" dirty="0">
              <a:ea typeface="宋体" panose="02010600030101010101" pitchFamily="2" charset="-122"/>
            </a:endParaRPr>
          </a:p>
          <a:p>
            <a:pPr marL="342900" lvl="0" indent="-342900">
              <a:buFont typeface="Wingdings" panose="05000000000000000000" pitchFamily="2" charset="2"/>
              <a:buChar char="q"/>
            </a:pPr>
            <a:r>
              <a:rPr lang="en-US" altLang="zh-CN" sz="2400" dirty="0">
                <a:ea typeface="宋体" panose="02010600030101010101" pitchFamily="2" charset="-122"/>
              </a:rPr>
              <a:t>less complicated (less efficient) downstream flood than DVMRP reduces reliance on underlying routing algorithm</a:t>
            </a:r>
            <a:endParaRPr lang="en-US" altLang="zh-CN" sz="2400" dirty="0">
              <a:ea typeface="宋体" panose="02010600030101010101" pitchFamily="2" charset="-122"/>
            </a:endParaRPr>
          </a:p>
          <a:p>
            <a:pPr marL="342900" lvl="0" indent="-342900">
              <a:buFont typeface="Wingdings" panose="05000000000000000000" pitchFamily="2" charset="2"/>
              <a:buChar char="q"/>
            </a:pPr>
            <a:r>
              <a:rPr lang="en-US" altLang="zh-CN" sz="2400" dirty="0">
                <a:ea typeface="宋体" panose="02010600030101010101" pitchFamily="2" charset="-122"/>
              </a:rPr>
              <a:t>has protocol mechanism for router to detect it is a leaf-node router</a:t>
            </a:r>
            <a:endParaRPr lang="en-US" altLang="zh-CN" sz="2400" dirty="0">
              <a:ea typeface="宋体" panose="02010600030101010101" pitchFamily="2" charset="-122"/>
            </a:endParaRPr>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7154" name="Rectangle 2"/>
          <p:cNvSpPr>
            <a:spLocks noGrp="1"/>
          </p:cNvSpPr>
          <p:nvPr>
            <p:ph type="title"/>
          </p:nvPr>
        </p:nvSpPr>
        <p:spPr/>
        <p:txBody>
          <a:bodyPr vert="horz" wrap="square" lIns="92075" tIns="46038" rIns="92075" bIns="46038" anchor="ctr" anchorCtr="0"/>
          <a:p>
            <a:r>
              <a:rPr lang="en-US" altLang="zh-CN" dirty="0">
                <a:ea typeface="宋体" panose="02010600030101010101" pitchFamily="2" charset="-122"/>
              </a:rPr>
              <a:t>PIM - Sparse Mode</a:t>
            </a:r>
            <a:endParaRPr lang="en-US" altLang="zh-CN" dirty="0">
              <a:ea typeface="宋体" panose="02010600030101010101" pitchFamily="2" charset="-122"/>
            </a:endParaRPr>
          </a:p>
        </p:txBody>
      </p:sp>
      <p:sp>
        <p:nvSpPr>
          <p:cNvPr id="177155" name="Rectangle 3"/>
          <p:cNvSpPr>
            <a:spLocks noGrp="1"/>
          </p:cNvSpPr>
          <p:nvPr>
            <p:ph sz="half" idx="1"/>
          </p:nvPr>
        </p:nvSpPr>
        <p:spPr>
          <a:xfrm>
            <a:off x="533400" y="1600200"/>
            <a:ext cx="3811588" cy="4648200"/>
          </a:xfrm>
        </p:spPr>
        <p:txBody>
          <a:bodyPr vert="horz" wrap="square" lIns="92075" tIns="46038" rIns="92075" bIns="46038" anchor="t" anchorCtr="0"/>
          <a:p>
            <a:pPr>
              <a:buClr>
                <a:schemeClr val="accent2"/>
              </a:buClr>
              <a:buSzPct val="85000"/>
              <a:buFont typeface="ZapfDingbats"/>
            </a:pPr>
            <a:r>
              <a:rPr lang="en-US" altLang="zh-CN" sz="2400" dirty="0">
                <a:ea typeface="宋体" panose="02010600030101010101" pitchFamily="2" charset="-122"/>
              </a:rPr>
              <a:t>center-based approach</a:t>
            </a:r>
            <a:endParaRPr lang="en-US" altLang="zh-CN" sz="2400" dirty="0">
              <a:ea typeface="宋体" panose="02010600030101010101" pitchFamily="2" charset="-122"/>
            </a:endParaRPr>
          </a:p>
          <a:p>
            <a:pPr>
              <a:buClr>
                <a:schemeClr val="accent2"/>
              </a:buClr>
              <a:buSzPct val="85000"/>
              <a:buFont typeface="ZapfDingbats"/>
            </a:pPr>
            <a:r>
              <a:rPr lang="en-US" altLang="zh-CN" sz="2400" dirty="0">
                <a:ea typeface="宋体" panose="02010600030101010101" pitchFamily="2" charset="-122"/>
              </a:rPr>
              <a:t>router sends </a:t>
            </a:r>
            <a:r>
              <a:rPr lang="en-US" altLang="zh-CN" sz="2400" i="1" dirty="0">
                <a:ea typeface="宋体" panose="02010600030101010101" pitchFamily="2" charset="-122"/>
              </a:rPr>
              <a:t>join</a:t>
            </a:r>
            <a:r>
              <a:rPr lang="en-US" altLang="zh-CN" sz="2400" dirty="0">
                <a:ea typeface="宋体" panose="02010600030101010101" pitchFamily="2" charset="-122"/>
              </a:rPr>
              <a:t> msg to rendezvous point (RP)</a:t>
            </a:r>
            <a:endParaRPr lang="en-US" altLang="zh-CN" sz="24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intermediate routers update state and forward </a:t>
            </a:r>
            <a:r>
              <a:rPr lang="en-US" altLang="zh-CN" sz="2000" i="1" dirty="0">
                <a:ea typeface="宋体" panose="02010600030101010101" pitchFamily="2" charset="-122"/>
              </a:rPr>
              <a:t>join</a:t>
            </a:r>
            <a:endParaRPr lang="en-US" altLang="zh-CN" sz="2000" dirty="0">
              <a:ea typeface="宋体" panose="02010600030101010101" pitchFamily="2" charset="-122"/>
            </a:endParaRPr>
          </a:p>
          <a:p>
            <a:pPr>
              <a:buClr>
                <a:schemeClr val="accent2"/>
              </a:buClr>
              <a:buSzPct val="85000"/>
              <a:buFont typeface="ZapfDingbats"/>
            </a:pPr>
            <a:r>
              <a:rPr lang="en-US" altLang="zh-CN" sz="2400" dirty="0">
                <a:ea typeface="宋体" panose="02010600030101010101" pitchFamily="2" charset="-122"/>
              </a:rPr>
              <a:t>after joining via RP, router can switch to source-specific tree</a:t>
            </a:r>
            <a:endParaRPr lang="en-US" altLang="zh-CN" sz="24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increased performance: less concentration, shorter paths</a:t>
            </a:r>
            <a:endParaRPr lang="en-US" altLang="zh-CN" sz="2000" dirty="0">
              <a:ea typeface="宋体" panose="02010600030101010101" pitchFamily="2" charset="-122"/>
            </a:endParaRPr>
          </a:p>
        </p:txBody>
      </p:sp>
      <p:sp>
        <p:nvSpPr>
          <p:cNvPr id="177156" name="Line 4"/>
          <p:cNvSpPr/>
          <p:nvPr/>
        </p:nvSpPr>
        <p:spPr>
          <a:xfrm>
            <a:off x="7689850" y="3924300"/>
            <a:ext cx="401638" cy="690563"/>
          </a:xfrm>
          <a:prstGeom prst="line">
            <a:avLst/>
          </a:prstGeom>
          <a:ln w="19050" cap="flat" cmpd="sng">
            <a:solidFill>
              <a:schemeClr val="tx1"/>
            </a:solidFill>
            <a:prstDash val="solid"/>
            <a:headEnd type="none" w="med" len="med"/>
            <a:tailEnd type="none" w="med" len="med"/>
          </a:ln>
        </p:spPr>
      </p:sp>
      <p:sp>
        <p:nvSpPr>
          <p:cNvPr id="177157" name="Line 5"/>
          <p:cNvSpPr/>
          <p:nvPr/>
        </p:nvSpPr>
        <p:spPr>
          <a:xfrm flipV="1">
            <a:off x="6288088" y="3068638"/>
            <a:ext cx="1365250" cy="347662"/>
          </a:xfrm>
          <a:prstGeom prst="line">
            <a:avLst/>
          </a:prstGeom>
          <a:ln w="19050" cap="flat" cmpd="sng">
            <a:solidFill>
              <a:schemeClr val="tx1"/>
            </a:solidFill>
            <a:prstDash val="solid"/>
            <a:headEnd type="none" w="med" len="med"/>
            <a:tailEnd type="none" w="med" len="med"/>
          </a:ln>
        </p:spPr>
      </p:sp>
      <p:sp>
        <p:nvSpPr>
          <p:cNvPr id="177158" name="Line 6"/>
          <p:cNvSpPr/>
          <p:nvPr/>
        </p:nvSpPr>
        <p:spPr>
          <a:xfrm>
            <a:off x="6022975" y="3386138"/>
            <a:ext cx="852488" cy="974725"/>
          </a:xfrm>
          <a:prstGeom prst="line">
            <a:avLst/>
          </a:prstGeom>
          <a:ln w="19050" cap="flat" cmpd="sng">
            <a:solidFill>
              <a:schemeClr val="tx1"/>
            </a:solidFill>
            <a:prstDash val="solid"/>
            <a:headEnd type="none" w="med" len="med"/>
            <a:tailEnd type="none" w="med" len="med"/>
          </a:ln>
        </p:spPr>
      </p:sp>
      <p:sp>
        <p:nvSpPr>
          <p:cNvPr id="177159" name="Line 7"/>
          <p:cNvSpPr/>
          <p:nvPr/>
        </p:nvSpPr>
        <p:spPr>
          <a:xfrm>
            <a:off x="6610350" y="2630488"/>
            <a:ext cx="993775" cy="446087"/>
          </a:xfrm>
          <a:prstGeom prst="line">
            <a:avLst/>
          </a:prstGeom>
          <a:ln w="38100" cap="flat" cmpd="sng">
            <a:solidFill>
              <a:srgbClr val="FF0000"/>
            </a:solidFill>
            <a:prstDash val="solid"/>
            <a:headEnd type="none" w="med" len="med"/>
            <a:tailEnd type="none" w="med" len="med"/>
          </a:ln>
        </p:spPr>
      </p:sp>
      <p:sp>
        <p:nvSpPr>
          <p:cNvPr id="177160" name="Line 8"/>
          <p:cNvSpPr/>
          <p:nvPr/>
        </p:nvSpPr>
        <p:spPr>
          <a:xfrm flipV="1">
            <a:off x="7140575" y="3952875"/>
            <a:ext cx="538163" cy="468313"/>
          </a:xfrm>
          <a:prstGeom prst="line">
            <a:avLst/>
          </a:prstGeom>
          <a:ln w="38100" cap="flat" cmpd="sng">
            <a:solidFill>
              <a:srgbClr val="FF0000"/>
            </a:solidFill>
            <a:prstDash val="solid"/>
            <a:headEnd type="none" w="med" len="med"/>
            <a:tailEnd type="none" w="med" len="med"/>
          </a:ln>
        </p:spPr>
      </p:sp>
      <p:sp>
        <p:nvSpPr>
          <p:cNvPr id="177161" name="Line 9"/>
          <p:cNvSpPr/>
          <p:nvPr/>
        </p:nvSpPr>
        <p:spPr>
          <a:xfrm>
            <a:off x="7662863" y="3175000"/>
            <a:ext cx="0" cy="717550"/>
          </a:xfrm>
          <a:prstGeom prst="line">
            <a:avLst/>
          </a:prstGeom>
          <a:ln w="38100" cap="flat" cmpd="sng">
            <a:solidFill>
              <a:srgbClr val="FF0000"/>
            </a:solidFill>
            <a:prstDash val="solid"/>
            <a:headEnd type="none" w="med" len="med"/>
            <a:tailEnd type="none" w="med" len="med"/>
          </a:ln>
        </p:spPr>
      </p:sp>
      <p:sp>
        <p:nvSpPr>
          <p:cNvPr id="177162" name="Line 10"/>
          <p:cNvSpPr/>
          <p:nvPr/>
        </p:nvSpPr>
        <p:spPr>
          <a:xfrm>
            <a:off x="5700713" y="4402138"/>
            <a:ext cx="1025525" cy="0"/>
          </a:xfrm>
          <a:prstGeom prst="line">
            <a:avLst/>
          </a:prstGeom>
          <a:ln w="38100" cap="flat" cmpd="sng">
            <a:solidFill>
              <a:srgbClr val="FF0000"/>
            </a:solidFill>
            <a:prstDash val="solid"/>
            <a:headEnd type="none" w="med" len="med"/>
            <a:tailEnd type="none" w="med" len="med"/>
          </a:ln>
        </p:spPr>
      </p:sp>
      <p:sp>
        <p:nvSpPr>
          <p:cNvPr id="177163" name="Line 11"/>
          <p:cNvSpPr/>
          <p:nvPr/>
        </p:nvSpPr>
        <p:spPr>
          <a:xfrm flipH="1">
            <a:off x="5567363" y="3492500"/>
            <a:ext cx="373062" cy="846138"/>
          </a:xfrm>
          <a:prstGeom prst="line">
            <a:avLst/>
          </a:prstGeom>
          <a:ln w="19050" cap="flat" cmpd="sng">
            <a:solidFill>
              <a:schemeClr val="tx1"/>
            </a:solidFill>
            <a:prstDash val="solid"/>
            <a:headEnd type="none" w="med" len="med"/>
            <a:tailEnd type="none" w="med" len="med"/>
          </a:ln>
        </p:spPr>
      </p:sp>
      <p:sp>
        <p:nvSpPr>
          <p:cNvPr id="177164" name="Line 12"/>
          <p:cNvSpPr/>
          <p:nvPr/>
        </p:nvSpPr>
        <p:spPr>
          <a:xfrm flipH="1">
            <a:off x="6015038" y="2644775"/>
            <a:ext cx="347662" cy="749300"/>
          </a:xfrm>
          <a:prstGeom prst="line">
            <a:avLst/>
          </a:prstGeom>
          <a:ln w="19050" cap="flat" cmpd="sng">
            <a:solidFill>
              <a:schemeClr val="tx1"/>
            </a:solidFill>
            <a:prstDash val="solid"/>
            <a:headEnd type="none" w="med" len="med"/>
            <a:tailEnd type="none" w="med" len="med"/>
          </a:ln>
        </p:spPr>
      </p:sp>
      <p:grpSp>
        <p:nvGrpSpPr>
          <p:cNvPr id="177165" name="Group 13"/>
          <p:cNvGrpSpPr/>
          <p:nvPr/>
        </p:nvGrpSpPr>
        <p:grpSpPr>
          <a:xfrm>
            <a:off x="6588125" y="4302125"/>
            <a:ext cx="568325" cy="222250"/>
            <a:chOff x="3600" y="219"/>
            <a:chExt cx="360" cy="175"/>
          </a:xfrm>
        </p:grpSpPr>
        <p:sp>
          <p:nvSpPr>
            <p:cNvPr id="177271" name="Oval 14"/>
            <p:cNvSpPr/>
            <p:nvPr/>
          </p:nvSpPr>
          <p:spPr>
            <a:xfrm>
              <a:off x="3603" y="297"/>
              <a:ext cx="357" cy="97"/>
            </a:xfrm>
            <a:prstGeom prst="ellipse">
              <a:avLst/>
            </a:prstGeom>
            <a:solidFill>
              <a:srgbClr val="FF0000"/>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77272" name="Line 15"/>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177273" name="Line 16"/>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177274" name="Rectangle 17"/>
            <p:cNvSpPr/>
            <p:nvPr/>
          </p:nvSpPr>
          <p:spPr>
            <a:xfrm>
              <a:off x="3603" y="289"/>
              <a:ext cx="354" cy="59"/>
            </a:xfrm>
            <a:prstGeom prst="rect">
              <a:avLst/>
            </a:prstGeom>
            <a:solidFill>
              <a:srgbClr val="FF0000"/>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77275" name="Oval 18"/>
            <p:cNvSpPr/>
            <p:nvPr/>
          </p:nvSpPr>
          <p:spPr>
            <a:xfrm>
              <a:off x="3600" y="219"/>
              <a:ext cx="357" cy="113"/>
            </a:xfrm>
            <a:prstGeom prst="ellipse">
              <a:avLst/>
            </a:prstGeom>
            <a:solidFill>
              <a:srgbClr val="FF0000"/>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77276" name="Group 19"/>
            <p:cNvGrpSpPr/>
            <p:nvPr/>
          </p:nvGrpSpPr>
          <p:grpSpPr>
            <a:xfrm>
              <a:off x="3686" y="244"/>
              <a:ext cx="177" cy="66"/>
              <a:chOff x="2848" y="848"/>
              <a:chExt cx="140" cy="98"/>
            </a:xfrm>
          </p:grpSpPr>
          <p:sp>
            <p:nvSpPr>
              <p:cNvPr id="177281" name="Line 20"/>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77282" name="Line 21"/>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77283" name="Line 22"/>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177277" name="Group 23"/>
            <p:cNvGrpSpPr/>
            <p:nvPr/>
          </p:nvGrpSpPr>
          <p:grpSpPr>
            <a:xfrm flipV="1">
              <a:off x="3686" y="243"/>
              <a:ext cx="177" cy="66"/>
              <a:chOff x="2848" y="848"/>
              <a:chExt cx="140" cy="98"/>
            </a:xfrm>
          </p:grpSpPr>
          <p:sp>
            <p:nvSpPr>
              <p:cNvPr id="177278" name="Line 24"/>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77279" name="Line 25"/>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77280" name="Line 26"/>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177166" name="Group 27"/>
          <p:cNvGrpSpPr/>
          <p:nvPr/>
        </p:nvGrpSpPr>
        <p:grpSpPr>
          <a:xfrm>
            <a:off x="7373938" y="2982913"/>
            <a:ext cx="569912" cy="222250"/>
            <a:chOff x="3600" y="219"/>
            <a:chExt cx="360" cy="175"/>
          </a:xfrm>
        </p:grpSpPr>
        <p:sp>
          <p:nvSpPr>
            <p:cNvPr id="177258" name="Oval 28"/>
            <p:cNvSpPr/>
            <p:nvPr/>
          </p:nvSpPr>
          <p:spPr>
            <a:xfrm>
              <a:off x="3603" y="297"/>
              <a:ext cx="357" cy="97"/>
            </a:xfrm>
            <a:prstGeom prst="ellipse">
              <a:avLst/>
            </a:prstGeom>
            <a:solidFill>
              <a:srgbClr val="FF0000"/>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77259" name="Line 29"/>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177260" name="Line 30"/>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177261" name="Rectangle 31"/>
            <p:cNvSpPr/>
            <p:nvPr/>
          </p:nvSpPr>
          <p:spPr>
            <a:xfrm>
              <a:off x="3603" y="289"/>
              <a:ext cx="354" cy="59"/>
            </a:xfrm>
            <a:prstGeom prst="rect">
              <a:avLst/>
            </a:prstGeom>
            <a:solidFill>
              <a:srgbClr val="FF0000"/>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77262" name="Oval 32"/>
            <p:cNvSpPr/>
            <p:nvPr/>
          </p:nvSpPr>
          <p:spPr>
            <a:xfrm>
              <a:off x="3600" y="219"/>
              <a:ext cx="357" cy="113"/>
            </a:xfrm>
            <a:prstGeom prst="ellipse">
              <a:avLst/>
            </a:prstGeom>
            <a:solidFill>
              <a:srgbClr val="FF0000"/>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77263" name="Group 33"/>
            <p:cNvGrpSpPr/>
            <p:nvPr/>
          </p:nvGrpSpPr>
          <p:grpSpPr>
            <a:xfrm>
              <a:off x="3686" y="244"/>
              <a:ext cx="177" cy="66"/>
              <a:chOff x="2848" y="848"/>
              <a:chExt cx="140" cy="98"/>
            </a:xfrm>
          </p:grpSpPr>
          <p:sp>
            <p:nvSpPr>
              <p:cNvPr id="177268" name="Line 34"/>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77269" name="Line 35"/>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77270" name="Line 36"/>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177264" name="Group 37"/>
            <p:cNvGrpSpPr/>
            <p:nvPr/>
          </p:nvGrpSpPr>
          <p:grpSpPr>
            <a:xfrm flipV="1">
              <a:off x="3686" y="243"/>
              <a:ext cx="177" cy="66"/>
              <a:chOff x="2848" y="848"/>
              <a:chExt cx="140" cy="98"/>
            </a:xfrm>
          </p:grpSpPr>
          <p:sp>
            <p:nvSpPr>
              <p:cNvPr id="177265" name="Line 38"/>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77266" name="Line 39"/>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77267" name="Line 40"/>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177167" name="Group 41"/>
          <p:cNvGrpSpPr/>
          <p:nvPr/>
        </p:nvGrpSpPr>
        <p:grpSpPr>
          <a:xfrm>
            <a:off x="5238750" y="4281488"/>
            <a:ext cx="568325" cy="222250"/>
            <a:chOff x="3600" y="219"/>
            <a:chExt cx="360" cy="175"/>
          </a:xfrm>
        </p:grpSpPr>
        <p:sp>
          <p:nvSpPr>
            <p:cNvPr id="177245" name="Oval 42"/>
            <p:cNvSpPr/>
            <p:nvPr/>
          </p:nvSpPr>
          <p:spPr>
            <a:xfrm>
              <a:off x="3603" y="297"/>
              <a:ext cx="357" cy="97"/>
            </a:xfrm>
            <a:prstGeom prst="ellipse">
              <a:avLst/>
            </a:prstGeom>
            <a:solidFill>
              <a:srgbClr val="FF0000"/>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77246" name="Line 43"/>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177247" name="Line 44"/>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177248" name="Rectangle 45"/>
            <p:cNvSpPr/>
            <p:nvPr/>
          </p:nvSpPr>
          <p:spPr>
            <a:xfrm>
              <a:off x="3603" y="289"/>
              <a:ext cx="354" cy="59"/>
            </a:xfrm>
            <a:prstGeom prst="rect">
              <a:avLst/>
            </a:prstGeom>
            <a:solidFill>
              <a:srgbClr val="FF0000"/>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77249" name="Oval 46"/>
            <p:cNvSpPr/>
            <p:nvPr/>
          </p:nvSpPr>
          <p:spPr>
            <a:xfrm>
              <a:off x="3600" y="219"/>
              <a:ext cx="357" cy="113"/>
            </a:xfrm>
            <a:prstGeom prst="ellipse">
              <a:avLst/>
            </a:prstGeom>
            <a:solidFill>
              <a:srgbClr val="FF0000"/>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77250" name="Group 47"/>
            <p:cNvGrpSpPr/>
            <p:nvPr/>
          </p:nvGrpSpPr>
          <p:grpSpPr>
            <a:xfrm>
              <a:off x="3686" y="244"/>
              <a:ext cx="177" cy="66"/>
              <a:chOff x="2848" y="848"/>
              <a:chExt cx="140" cy="98"/>
            </a:xfrm>
          </p:grpSpPr>
          <p:sp>
            <p:nvSpPr>
              <p:cNvPr id="177255" name="Line 48"/>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77256" name="Line 49"/>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77257" name="Line 50"/>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177251" name="Group 51"/>
            <p:cNvGrpSpPr/>
            <p:nvPr/>
          </p:nvGrpSpPr>
          <p:grpSpPr>
            <a:xfrm flipV="1">
              <a:off x="3686" y="243"/>
              <a:ext cx="177" cy="66"/>
              <a:chOff x="2848" y="848"/>
              <a:chExt cx="140" cy="98"/>
            </a:xfrm>
          </p:grpSpPr>
          <p:sp>
            <p:nvSpPr>
              <p:cNvPr id="177252" name="Line 52"/>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77253" name="Line 53"/>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77254" name="Line 54"/>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177168" name="Group 55"/>
          <p:cNvGrpSpPr/>
          <p:nvPr/>
        </p:nvGrpSpPr>
        <p:grpSpPr>
          <a:xfrm>
            <a:off x="7397750" y="3817938"/>
            <a:ext cx="547688" cy="233362"/>
            <a:chOff x="3600" y="219"/>
            <a:chExt cx="360" cy="175"/>
          </a:xfrm>
        </p:grpSpPr>
        <p:sp>
          <p:nvSpPr>
            <p:cNvPr id="177232" name="Oval 56"/>
            <p:cNvSpPr/>
            <p:nvPr/>
          </p:nvSpPr>
          <p:spPr>
            <a:xfrm>
              <a:off x="3603" y="297"/>
              <a:ext cx="357" cy="97"/>
            </a:xfrm>
            <a:prstGeom prst="ellipse">
              <a:avLst/>
            </a:prstGeom>
            <a:solidFill>
              <a:srgbClr val="DDDDDD"/>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77233" name="Line 57"/>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177234" name="Line 58"/>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177235" name="Rectangle 59"/>
            <p:cNvSpPr/>
            <p:nvPr/>
          </p:nvSpPr>
          <p:spPr>
            <a:xfrm>
              <a:off x="3603" y="289"/>
              <a:ext cx="354" cy="59"/>
            </a:xfrm>
            <a:prstGeom prst="rect">
              <a:avLst/>
            </a:prstGeom>
            <a:solidFill>
              <a:srgbClr val="DDDDDD"/>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77236" name="Oval 60"/>
            <p:cNvSpPr/>
            <p:nvPr/>
          </p:nvSpPr>
          <p:spPr>
            <a:xfrm>
              <a:off x="3600" y="219"/>
              <a:ext cx="357" cy="113"/>
            </a:xfrm>
            <a:prstGeom prst="ellipse">
              <a:avLst/>
            </a:prstGeom>
            <a:solidFill>
              <a:srgbClr val="DDDDDD"/>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77237" name="Group 61"/>
            <p:cNvGrpSpPr/>
            <p:nvPr/>
          </p:nvGrpSpPr>
          <p:grpSpPr>
            <a:xfrm>
              <a:off x="3686" y="244"/>
              <a:ext cx="177" cy="66"/>
              <a:chOff x="2848" y="848"/>
              <a:chExt cx="140" cy="98"/>
            </a:xfrm>
          </p:grpSpPr>
          <p:sp>
            <p:nvSpPr>
              <p:cNvPr id="177242" name="Line 62"/>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77243" name="Line 63"/>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77244" name="Line 64"/>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177238" name="Group 65"/>
            <p:cNvGrpSpPr/>
            <p:nvPr/>
          </p:nvGrpSpPr>
          <p:grpSpPr>
            <a:xfrm flipV="1">
              <a:off x="3686" y="243"/>
              <a:ext cx="177" cy="66"/>
              <a:chOff x="2848" y="848"/>
              <a:chExt cx="140" cy="98"/>
            </a:xfrm>
          </p:grpSpPr>
          <p:sp>
            <p:nvSpPr>
              <p:cNvPr id="177239" name="Line 66"/>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77240" name="Line 67"/>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77241" name="Line 68"/>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177169" name="Group 69"/>
          <p:cNvGrpSpPr/>
          <p:nvPr/>
        </p:nvGrpSpPr>
        <p:grpSpPr>
          <a:xfrm>
            <a:off x="5741988" y="3303588"/>
            <a:ext cx="547687" cy="233362"/>
            <a:chOff x="3600" y="219"/>
            <a:chExt cx="360" cy="175"/>
          </a:xfrm>
        </p:grpSpPr>
        <p:sp>
          <p:nvSpPr>
            <p:cNvPr id="177219" name="Oval 70"/>
            <p:cNvSpPr/>
            <p:nvPr/>
          </p:nvSpPr>
          <p:spPr>
            <a:xfrm>
              <a:off x="3603" y="297"/>
              <a:ext cx="357" cy="97"/>
            </a:xfrm>
            <a:prstGeom prst="ellipse">
              <a:avLst/>
            </a:prstGeom>
            <a:solidFill>
              <a:srgbClr val="DDDDDD"/>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77220" name="Line 71"/>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177221" name="Line 72"/>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177222" name="Rectangle 73"/>
            <p:cNvSpPr/>
            <p:nvPr/>
          </p:nvSpPr>
          <p:spPr>
            <a:xfrm>
              <a:off x="3603" y="289"/>
              <a:ext cx="354" cy="59"/>
            </a:xfrm>
            <a:prstGeom prst="rect">
              <a:avLst/>
            </a:prstGeom>
            <a:solidFill>
              <a:srgbClr val="DDDDDD"/>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77223" name="Oval 74"/>
            <p:cNvSpPr/>
            <p:nvPr/>
          </p:nvSpPr>
          <p:spPr>
            <a:xfrm>
              <a:off x="3600" y="219"/>
              <a:ext cx="357" cy="113"/>
            </a:xfrm>
            <a:prstGeom prst="ellipse">
              <a:avLst/>
            </a:prstGeom>
            <a:solidFill>
              <a:srgbClr val="DDDDDD"/>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77224" name="Group 75"/>
            <p:cNvGrpSpPr/>
            <p:nvPr/>
          </p:nvGrpSpPr>
          <p:grpSpPr>
            <a:xfrm>
              <a:off x="3686" y="244"/>
              <a:ext cx="177" cy="66"/>
              <a:chOff x="2848" y="848"/>
              <a:chExt cx="140" cy="98"/>
            </a:xfrm>
          </p:grpSpPr>
          <p:sp>
            <p:nvSpPr>
              <p:cNvPr id="177229" name="Line 76"/>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77230" name="Line 77"/>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77231" name="Line 78"/>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177225" name="Group 79"/>
            <p:cNvGrpSpPr/>
            <p:nvPr/>
          </p:nvGrpSpPr>
          <p:grpSpPr>
            <a:xfrm flipV="1">
              <a:off x="3686" y="243"/>
              <a:ext cx="177" cy="66"/>
              <a:chOff x="2848" y="848"/>
              <a:chExt cx="140" cy="98"/>
            </a:xfrm>
          </p:grpSpPr>
          <p:sp>
            <p:nvSpPr>
              <p:cNvPr id="177226" name="Line 80"/>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77227" name="Line 81"/>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77228" name="Line 82"/>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177170" name="Group 83"/>
          <p:cNvGrpSpPr/>
          <p:nvPr/>
        </p:nvGrpSpPr>
        <p:grpSpPr>
          <a:xfrm>
            <a:off x="6099175" y="2474913"/>
            <a:ext cx="569913" cy="223837"/>
            <a:chOff x="3600" y="219"/>
            <a:chExt cx="360" cy="175"/>
          </a:xfrm>
        </p:grpSpPr>
        <p:sp>
          <p:nvSpPr>
            <p:cNvPr id="177206" name="Oval 84"/>
            <p:cNvSpPr/>
            <p:nvPr/>
          </p:nvSpPr>
          <p:spPr>
            <a:xfrm>
              <a:off x="3603" y="297"/>
              <a:ext cx="357" cy="97"/>
            </a:xfrm>
            <a:prstGeom prst="ellipse">
              <a:avLst/>
            </a:prstGeom>
            <a:solidFill>
              <a:srgbClr val="FF0000"/>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77207" name="Line 85"/>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177208" name="Line 86"/>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177209" name="Rectangle 87"/>
            <p:cNvSpPr/>
            <p:nvPr/>
          </p:nvSpPr>
          <p:spPr>
            <a:xfrm>
              <a:off x="3603" y="289"/>
              <a:ext cx="354" cy="59"/>
            </a:xfrm>
            <a:prstGeom prst="rect">
              <a:avLst/>
            </a:prstGeom>
            <a:solidFill>
              <a:srgbClr val="FF0000"/>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77210" name="Oval 88"/>
            <p:cNvSpPr/>
            <p:nvPr/>
          </p:nvSpPr>
          <p:spPr>
            <a:xfrm>
              <a:off x="3600" y="219"/>
              <a:ext cx="357" cy="113"/>
            </a:xfrm>
            <a:prstGeom prst="ellipse">
              <a:avLst/>
            </a:prstGeom>
            <a:solidFill>
              <a:srgbClr val="FF0000"/>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77211" name="Group 89"/>
            <p:cNvGrpSpPr/>
            <p:nvPr/>
          </p:nvGrpSpPr>
          <p:grpSpPr>
            <a:xfrm>
              <a:off x="3686" y="244"/>
              <a:ext cx="177" cy="66"/>
              <a:chOff x="2848" y="848"/>
              <a:chExt cx="140" cy="98"/>
            </a:xfrm>
          </p:grpSpPr>
          <p:sp>
            <p:nvSpPr>
              <p:cNvPr id="177216" name="Line 90"/>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77217" name="Line 91"/>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77218" name="Line 92"/>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177212" name="Group 93"/>
            <p:cNvGrpSpPr/>
            <p:nvPr/>
          </p:nvGrpSpPr>
          <p:grpSpPr>
            <a:xfrm flipV="1">
              <a:off x="3686" y="243"/>
              <a:ext cx="177" cy="66"/>
              <a:chOff x="2848" y="848"/>
              <a:chExt cx="140" cy="98"/>
            </a:xfrm>
          </p:grpSpPr>
          <p:sp>
            <p:nvSpPr>
              <p:cNvPr id="177213" name="Line 94"/>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77214" name="Line 95"/>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77215" name="Line 96"/>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sp>
        <p:nvSpPr>
          <p:cNvPr id="177171" name="Text Box 97"/>
          <p:cNvSpPr txBox="1"/>
          <p:nvPr/>
        </p:nvSpPr>
        <p:spPr>
          <a:xfrm>
            <a:off x="5719763" y="2433638"/>
            <a:ext cx="430212" cy="3667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R1</a:t>
            </a:r>
            <a:endParaRPr lang="en-US" altLang="zh-CN" sz="1800" dirty="0">
              <a:ea typeface="宋体" panose="02010600030101010101" pitchFamily="2" charset="-122"/>
            </a:endParaRPr>
          </a:p>
        </p:txBody>
      </p:sp>
      <p:grpSp>
        <p:nvGrpSpPr>
          <p:cNvPr id="177172" name="Group 98"/>
          <p:cNvGrpSpPr/>
          <p:nvPr/>
        </p:nvGrpSpPr>
        <p:grpSpPr>
          <a:xfrm>
            <a:off x="7840663" y="4524375"/>
            <a:ext cx="547687" cy="233363"/>
            <a:chOff x="3600" y="219"/>
            <a:chExt cx="360" cy="175"/>
          </a:xfrm>
        </p:grpSpPr>
        <p:sp>
          <p:nvSpPr>
            <p:cNvPr id="177193" name="Oval 99"/>
            <p:cNvSpPr/>
            <p:nvPr/>
          </p:nvSpPr>
          <p:spPr>
            <a:xfrm>
              <a:off x="3603" y="297"/>
              <a:ext cx="357" cy="97"/>
            </a:xfrm>
            <a:prstGeom prst="ellipse">
              <a:avLst/>
            </a:prstGeom>
            <a:solidFill>
              <a:srgbClr val="DDDDDD"/>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77194" name="Line 100"/>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177195" name="Line 101"/>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177196" name="Rectangle 102"/>
            <p:cNvSpPr/>
            <p:nvPr/>
          </p:nvSpPr>
          <p:spPr>
            <a:xfrm>
              <a:off x="3603" y="289"/>
              <a:ext cx="354" cy="59"/>
            </a:xfrm>
            <a:prstGeom prst="rect">
              <a:avLst/>
            </a:prstGeom>
            <a:solidFill>
              <a:srgbClr val="DDDDDD"/>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77197" name="Oval 103"/>
            <p:cNvSpPr/>
            <p:nvPr/>
          </p:nvSpPr>
          <p:spPr>
            <a:xfrm>
              <a:off x="3600" y="219"/>
              <a:ext cx="357" cy="113"/>
            </a:xfrm>
            <a:prstGeom prst="ellipse">
              <a:avLst/>
            </a:prstGeom>
            <a:solidFill>
              <a:srgbClr val="DDDDDD"/>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77198" name="Group 104"/>
            <p:cNvGrpSpPr/>
            <p:nvPr/>
          </p:nvGrpSpPr>
          <p:grpSpPr>
            <a:xfrm>
              <a:off x="3686" y="244"/>
              <a:ext cx="177" cy="66"/>
              <a:chOff x="2848" y="848"/>
              <a:chExt cx="140" cy="98"/>
            </a:xfrm>
          </p:grpSpPr>
          <p:sp>
            <p:nvSpPr>
              <p:cNvPr id="177203" name="Line 105"/>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77204" name="Line 106"/>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77205" name="Line 107"/>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177199" name="Group 108"/>
            <p:cNvGrpSpPr/>
            <p:nvPr/>
          </p:nvGrpSpPr>
          <p:grpSpPr>
            <a:xfrm flipV="1">
              <a:off x="3686" y="243"/>
              <a:ext cx="177" cy="66"/>
              <a:chOff x="2848" y="848"/>
              <a:chExt cx="140" cy="98"/>
            </a:xfrm>
          </p:grpSpPr>
          <p:sp>
            <p:nvSpPr>
              <p:cNvPr id="177200" name="Line 109"/>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77201" name="Line 110"/>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77202" name="Line 111"/>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sp>
        <p:nvSpPr>
          <p:cNvPr id="177173" name="Text Box 112"/>
          <p:cNvSpPr txBox="1"/>
          <p:nvPr/>
        </p:nvSpPr>
        <p:spPr>
          <a:xfrm>
            <a:off x="5330825" y="3222625"/>
            <a:ext cx="466725"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R2</a:t>
            </a:r>
            <a:endParaRPr lang="en-US" altLang="zh-CN" sz="1800" dirty="0">
              <a:ea typeface="宋体" panose="02010600030101010101" pitchFamily="2" charset="-122"/>
            </a:endParaRPr>
          </a:p>
        </p:txBody>
      </p:sp>
      <p:sp>
        <p:nvSpPr>
          <p:cNvPr id="177174" name="Text Box 113"/>
          <p:cNvSpPr txBox="1"/>
          <p:nvPr/>
        </p:nvSpPr>
        <p:spPr>
          <a:xfrm>
            <a:off x="4818063" y="4219575"/>
            <a:ext cx="466725"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R3</a:t>
            </a:r>
            <a:endParaRPr lang="en-US" altLang="zh-CN" sz="1800" dirty="0">
              <a:ea typeface="宋体" panose="02010600030101010101" pitchFamily="2" charset="-122"/>
            </a:endParaRPr>
          </a:p>
        </p:txBody>
      </p:sp>
      <p:sp>
        <p:nvSpPr>
          <p:cNvPr id="177175" name="Text Box 114"/>
          <p:cNvSpPr txBox="1"/>
          <p:nvPr/>
        </p:nvSpPr>
        <p:spPr>
          <a:xfrm>
            <a:off x="7464425" y="2640013"/>
            <a:ext cx="466725" cy="3667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R4</a:t>
            </a:r>
            <a:endParaRPr lang="en-US" altLang="zh-CN" sz="1800" dirty="0">
              <a:ea typeface="宋体" panose="02010600030101010101" pitchFamily="2" charset="-122"/>
            </a:endParaRPr>
          </a:p>
        </p:txBody>
      </p:sp>
      <p:sp>
        <p:nvSpPr>
          <p:cNvPr id="177176" name="Text Box 115"/>
          <p:cNvSpPr txBox="1"/>
          <p:nvPr/>
        </p:nvSpPr>
        <p:spPr>
          <a:xfrm>
            <a:off x="7907338" y="3778250"/>
            <a:ext cx="466725"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R5</a:t>
            </a:r>
            <a:endParaRPr lang="en-US" altLang="zh-CN" sz="1800" dirty="0">
              <a:ea typeface="宋体" panose="02010600030101010101" pitchFamily="2" charset="-122"/>
            </a:endParaRPr>
          </a:p>
        </p:txBody>
      </p:sp>
      <p:sp>
        <p:nvSpPr>
          <p:cNvPr id="177177" name="Text Box 116"/>
          <p:cNvSpPr txBox="1"/>
          <p:nvPr/>
        </p:nvSpPr>
        <p:spPr>
          <a:xfrm>
            <a:off x="6672263" y="4511675"/>
            <a:ext cx="466725"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R6</a:t>
            </a:r>
            <a:endParaRPr lang="en-US" altLang="zh-CN" sz="1800" dirty="0">
              <a:ea typeface="宋体" panose="02010600030101010101" pitchFamily="2" charset="-122"/>
            </a:endParaRPr>
          </a:p>
        </p:txBody>
      </p:sp>
      <p:sp>
        <p:nvSpPr>
          <p:cNvPr id="177178" name="Text Box 117"/>
          <p:cNvSpPr txBox="1"/>
          <p:nvPr/>
        </p:nvSpPr>
        <p:spPr>
          <a:xfrm>
            <a:off x="8078788" y="4227513"/>
            <a:ext cx="466725" cy="3667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R7</a:t>
            </a:r>
            <a:endParaRPr lang="en-US" altLang="zh-CN" sz="1800" dirty="0">
              <a:ea typeface="宋体" panose="02010600030101010101" pitchFamily="2" charset="-122"/>
            </a:endParaRPr>
          </a:p>
        </p:txBody>
      </p:sp>
      <p:sp>
        <p:nvSpPr>
          <p:cNvPr id="177179" name="Freeform 118"/>
          <p:cNvSpPr/>
          <p:nvPr/>
        </p:nvSpPr>
        <p:spPr>
          <a:xfrm>
            <a:off x="7188200" y="3227388"/>
            <a:ext cx="419100" cy="1052512"/>
          </a:xfrm>
          <a:custGeom>
            <a:avLst/>
            <a:gdLst/>
            <a:ahLst/>
            <a:cxnLst>
              <a:cxn ang="0">
                <a:pos x="2147483646" y="0"/>
              </a:cxn>
              <a:cxn ang="0">
                <a:pos x="2147483646" y="2147483646"/>
              </a:cxn>
              <a:cxn ang="0">
                <a:pos x="0" y="2147483646"/>
              </a:cxn>
            </a:cxnLst>
            <a:pathLst>
              <a:path w="264" h="663">
                <a:moveTo>
                  <a:pt x="260" y="0"/>
                </a:moveTo>
                <a:lnTo>
                  <a:pt x="264" y="431"/>
                </a:lnTo>
                <a:lnTo>
                  <a:pt x="0" y="663"/>
                </a:lnTo>
              </a:path>
            </a:pathLst>
          </a:custGeom>
          <a:noFill/>
          <a:ln w="19050" cap="flat" cmpd="sng">
            <a:solidFill>
              <a:srgbClr val="FF0000">
                <a:alpha val="100000"/>
              </a:srgbClr>
            </a:solidFill>
            <a:prstDash val="solid"/>
            <a:round/>
            <a:headEnd type="none" w="med" len="med"/>
            <a:tailEnd type="triangle" w="med" len="med"/>
          </a:ln>
        </p:spPr>
        <p:txBody>
          <a:bodyPr/>
          <a:p>
            <a:endParaRPr lang="zh-CN" altLang="en-US"/>
          </a:p>
        </p:txBody>
      </p:sp>
      <p:sp>
        <p:nvSpPr>
          <p:cNvPr id="177180" name="Text Box 119"/>
          <p:cNvSpPr txBox="1"/>
          <p:nvPr/>
        </p:nvSpPr>
        <p:spPr>
          <a:xfrm>
            <a:off x="7056438" y="3371850"/>
            <a:ext cx="579437"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solidFill>
                  <a:srgbClr val="FF0000"/>
                </a:solidFill>
                <a:ea typeface="宋体" panose="02010600030101010101" pitchFamily="2" charset="-122"/>
              </a:rPr>
              <a:t>join</a:t>
            </a:r>
            <a:endParaRPr lang="en-US" altLang="zh-CN" sz="1800" dirty="0">
              <a:solidFill>
                <a:srgbClr val="FF0000"/>
              </a:solidFill>
              <a:ea typeface="宋体" panose="02010600030101010101" pitchFamily="2" charset="-122"/>
            </a:endParaRPr>
          </a:p>
        </p:txBody>
      </p:sp>
      <p:sp>
        <p:nvSpPr>
          <p:cNvPr id="177181" name="Line 120"/>
          <p:cNvSpPr/>
          <p:nvPr/>
        </p:nvSpPr>
        <p:spPr>
          <a:xfrm>
            <a:off x="5886450" y="4327525"/>
            <a:ext cx="685800" cy="0"/>
          </a:xfrm>
          <a:prstGeom prst="line">
            <a:avLst/>
          </a:prstGeom>
          <a:ln w="28575" cap="flat" cmpd="sng">
            <a:solidFill>
              <a:srgbClr val="FF0000"/>
            </a:solidFill>
            <a:prstDash val="solid"/>
            <a:headEnd type="none" w="med" len="med"/>
            <a:tailEnd type="triangle" w="med" len="med"/>
          </a:ln>
        </p:spPr>
      </p:sp>
      <p:sp>
        <p:nvSpPr>
          <p:cNvPr id="177182" name="Line 121"/>
          <p:cNvSpPr/>
          <p:nvPr/>
        </p:nvSpPr>
        <p:spPr>
          <a:xfrm>
            <a:off x="6584950" y="2714625"/>
            <a:ext cx="736600" cy="330200"/>
          </a:xfrm>
          <a:prstGeom prst="line">
            <a:avLst/>
          </a:prstGeom>
          <a:ln w="28575" cap="flat" cmpd="sng">
            <a:solidFill>
              <a:srgbClr val="FF0000"/>
            </a:solidFill>
            <a:prstDash val="solid"/>
            <a:headEnd type="none" w="med" len="med"/>
            <a:tailEnd type="triangle" w="med" len="med"/>
          </a:ln>
        </p:spPr>
      </p:sp>
      <p:sp>
        <p:nvSpPr>
          <p:cNvPr id="177183" name="Text Box 122"/>
          <p:cNvSpPr txBox="1"/>
          <p:nvPr/>
        </p:nvSpPr>
        <p:spPr>
          <a:xfrm>
            <a:off x="6484938" y="2800350"/>
            <a:ext cx="579437"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solidFill>
                  <a:srgbClr val="FF0000"/>
                </a:solidFill>
                <a:ea typeface="宋体" panose="02010600030101010101" pitchFamily="2" charset="-122"/>
              </a:rPr>
              <a:t>join</a:t>
            </a:r>
            <a:endParaRPr lang="en-US" altLang="zh-CN" sz="1800" dirty="0">
              <a:solidFill>
                <a:srgbClr val="FF0000"/>
              </a:solidFill>
              <a:ea typeface="宋体" panose="02010600030101010101" pitchFamily="2" charset="-122"/>
            </a:endParaRPr>
          </a:p>
        </p:txBody>
      </p:sp>
      <p:sp>
        <p:nvSpPr>
          <p:cNvPr id="177184" name="Text Box 123"/>
          <p:cNvSpPr txBox="1"/>
          <p:nvPr/>
        </p:nvSpPr>
        <p:spPr>
          <a:xfrm>
            <a:off x="5913438" y="3994150"/>
            <a:ext cx="579437"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solidFill>
                  <a:srgbClr val="FF0000"/>
                </a:solidFill>
                <a:ea typeface="宋体" panose="02010600030101010101" pitchFamily="2" charset="-122"/>
              </a:rPr>
              <a:t>join</a:t>
            </a:r>
            <a:endParaRPr lang="en-US" altLang="zh-CN" sz="1800" dirty="0">
              <a:solidFill>
                <a:srgbClr val="FF0000"/>
              </a:solidFill>
              <a:ea typeface="宋体" panose="02010600030101010101" pitchFamily="2" charset="-122"/>
            </a:endParaRPr>
          </a:p>
        </p:txBody>
      </p:sp>
      <p:sp>
        <p:nvSpPr>
          <p:cNvPr id="177185" name="Line 124"/>
          <p:cNvSpPr/>
          <p:nvPr/>
        </p:nvSpPr>
        <p:spPr>
          <a:xfrm flipH="1">
            <a:off x="5689600" y="4584700"/>
            <a:ext cx="1231900" cy="0"/>
          </a:xfrm>
          <a:prstGeom prst="line">
            <a:avLst/>
          </a:prstGeom>
          <a:ln w="38100" cap="flat" cmpd="sng">
            <a:solidFill>
              <a:schemeClr val="accent2"/>
            </a:solidFill>
            <a:prstDash val="solid"/>
            <a:headEnd type="none" w="med" len="med"/>
            <a:tailEnd type="triangle" w="med" len="med"/>
          </a:ln>
        </p:spPr>
      </p:sp>
      <p:sp>
        <p:nvSpPr>
          <p:cNvPr id="177186" name="Line 125"/>
          <p:cNvSpPr/>
          <p:nvPr/>
        </p:nvSpPr>
        <p:spPr>
          <a:xfrm flipV="1">
            <a:off x="7035800" y="4013200"/>
            <a:ext cx="711200" cy="584200"/>
          </a:xfrm>
          <a:prstGeom prst="line">
            <a:avLst/>
          </a:prstGeom>
          <a:ln w="38100" cap="flat" cmpd="sng">
            <a:solidFill>
              <a:schemeClr val="accent2"/>
            </a:solidFill>
            <a:prstDash val="solid"/>
            <a:headEnd type="none" w="med" len="med"/>
            <a:tailEnd type="triangle" w="med" len="med"/>
          </a:ln>
        </p:spPr>
      </p:sp>
      <p:sp>
        <p:nvSpPr>
          <p:cNvPr id="177187" name="Line 126"/>
          <p:cNvSpPr/>
          <p:nvPr/>
        </p:nvSpPr>
        <p:spPr>
          <a:xfrm flipV="1">
            <a:off x="7759700" y="3225800"/>
            <a:ext cx="0" cy="571500"/>
          </a:xfrm>
          <a:prstGeom prst="line">
            <a:avLst/>
          </a:prstGeom>
          <a:ln w="38100" cap="flat" cmpd="sng">
            <a:solidFill>
              <a:schemeClr val="accent2"/>
            </a:solidFill>
            <a:prstDash val="solid"/>
            <a:headEnd type="none" w="med" len="med"/>
            <a:tailEnd type="triangle" w="med" len="med"/>
          </a:ln>
        </p:spPr>
      </p:sp>
      <p:sp>
        <p:nvSpPr>
          <p:cNvPr id="177188" name="Line 127"/>
          <p:cNvSpPr/>
          <p:nvPr/>
        </p:nvSpPr>
        <p:spPr>
          <a:xfrm flipH="1" flipV="1">
            <a:off x="6769100" y="2603500"/>
            <a:ext cx="762000" cy="317500"/>
          </a:xfrm>
          <a:prstGeom prst="line">
            <a:avLst/>
          </a:prstGeom>
          <a:ln w="38100" cap="flat" cmpd="sng">
            <a:solidFill>
              <a:schemeClr val="accent2"/>
            </a:solidFill>
            <a:prstDash val="solid"/>
            <a:headEnd type="none" w="med" len="med"/>
            <a:tailEnd type="triangle" w="med" len="med"/>
          </a:ln>
        </p:spPr>
      </p:sp>
      <p:sp>
        <p:nvSpPr>
          <p:cNvPr id="177189" name="Text Box 128"/>
          <p:cNvSpPr txBox="1"/>
          <p:nvPr/>
        </p:nvSpPr>
        <p:spPr>
          <a:xfrm>
            <a:off x="4937125" y="5019675"/>
            <a:ext cx="2024063" cy="9159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solidFill>
                  <a:schemeClr val="accent2"/>
                </a:solidFill>
                <a:ea typeface="宋体" panose="02010600030101010101" pitchFamily="2" charset="-122"/>
              </a:rPr>
              <a:t>all data multicast</a:t>
            </a:r>
            <a:endParaRPr lang="en-US" altLang="zh-CN" sz="1800" dirty="0">
              <a:solidFill>
                <a:schemeClr val="accent2"/>
              </a:solidFill>
              <a:ea typeface="宋体" panose="02010600030101010101" pitchFamily="2" charset="-122"/>
            </a:endParaRPr>
          </a:p>
          <a:p>
            <a:pPr marL="0" lvl="0" indent="0">
              <a:spcBef>
                <a:spcPct val="0"/>
              </a:spcBef>
              <a:buClrTx/>
              <a:buSzTx/>
              <a:buFontTx/>
              <a:buNone/>
            </a:pPr>
            <a:r>
              <a:rPr lang="en-US" altLang="zh-CN" sz="1800" dirty="0">
                <a:solidFill>
                  <a:schemeClr val="accent2"/>
                </a:solidFill>
                <a:ea typeface="宋体" panose="02010600030101010101" pitchFamily="2" charset="-122"/>
              </a:rPr>
              <a:t>from rendezvous</a:t>
            </a:r>
            <a:endParaRPr lang="en-US" altLang="zh-CN" sz="1800" dirty="0">
              <a:solidFill>
                <a:schemeClr val="accent2"/>
              </a:solidFill>
              <a:ea typeface="宋体" panose="02010600030101010101" pitchFamily="2" charset="-122"/>
            </a:endParaRPr>
          </a:p>
          <a:p>
            <a:pPr marL="0" lvl="0" indent="0">
              <a:spcBef>
                <a:spcPct val="0"/>
              </a:spcBef>
              <a:buClrTx/>
              <a:buSzTx/>
              <a:buFontTx/>
              <a:buNone/>
            </a:pPr>
            <a:r>
              <a:rPr lang="en-US" altLang="zh-CN" sz="1800" dirty="0">
                <a:solidFill>
                  <a:schemeClr val="accent2"/>
                </a:solidFill>
                <a:ea typeface="宋体" panose="02010600030101010101" pitchFamily="2" charset="-122"/>
              </a:rPr>
              <a:t>point</a:t>
            </a:r>
            <a:endParaRPr lang="en-US" altLang="zh-CN" sz="1800" dirty="0">
              <a:solidFill>
                <a:schemeClr val="accent2"/>
              </a:solidFill>
              <a:ea typeface="宋体" panose="02010600030101010101" pitchFamily="2" charset="-122"/>
            </a:endParaRPr>
          </a:p>
        </p:txBody>
      </p:sp>
      <p:sp>
        <p:nvSpPr>
          <p:cNvPr id="177190" name="Line 129"/>
          <p:cNvSpPr/>
          <p:nvPr/>
        </p:nvSpPr>
        <p:spPr>
          <a:xfrm flipV="1">
            <a:off x="5854700" y="4686300"/>
            <a:ext cx="342900" cy="419100"/>
          </a:xfrm>
          <a:prstGeom prst="line">
            <a:avLst/>
          </a:prstGeom>
          <a:ln w="9525" cap="flat" cmpd="sng">
            <a:solidFill>
              <a:schemeClr val="accent2"/>
            </a:solidFill>
            <a:prstDash val="solid"/>
            <a:headEnd type="none" w="med" len="med"/>
            <a:tailEnd type="none" w="med" len="med"/>
          </a:ln>
        </p:spPr>
      </p:sp>
      <p:sp>
        <p:nvSpPr>
          <p:cNvPr id="177191" name="Text Box 130"/>
          <p:cNvSpPr txBox="1"/>
          <p:nvPr/>
        </p:nvSpPr>
        <p:spPr>
          <a:xfrm>
            <a:off x="7197725" y="5108575"/>
            <a:ext cx="1382713" cy="6413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solidFill>
                  <a:srgbClr val="FF0000"/>
                </a:solidFill>
                <a:ea typeface="宋体" panose="02010600030101010101" pitchFamily="2" charset="-122"/>
              </a:rPr>
              <a:t>rendezvous</a:t>
            </a:r>
            <a:endParaRPr lang="en-US" altLang="zh-CN" sz="1800" dirty="0">
              <a:solidFill>
                <a:srgbClr val="FF0000"/>
              </a:solidFill>
              <a:ea typeface="宋体" panose="02010600030101010101" pitchFamily="2" charset="-122"/>
            </a:endParaRPr>
          </a:p>
          <a:p>
            <a:pPr marL="0" lvl="0" indent="0">
              <a:spcBef>
                <a:spcPct val="0"/>
              </a:spcBef>
              <a:buClrTx/>
              <a:buSzTx/>
              <a:buFontTx/>
              <a:buNone/>
            </a:pPr>
            <a:r>
              <a:rPr lang="en-US" altLang="zh-CN" sz="1800" dirty="0">
                <a:solidFill>
                  <a:srgbClr val="FF0000"/>
                </a:solidFill>
                <a:ea typeface="宋体" panose="02010600030101010101" pitchFamily="2" charset="-122"/>
              </a:rPr>
              <a:t>point</a:t>
            </a:r>
            <a:endParaRPr lang="en-US" altLang="zh-CN" sz="1800" dirty="0">
              <a:solidFill>
                <a:srgbClr val="FF0000"/>
              </a:solidFill>
              <a:ea typeface="宋体" panose="02010600030101010101" pitchFamily="2" charset="-122"/>
            </a:endParaRPr>
          </a:p>
        </p:txBody>
      </p:sp>
      <p:sp>
        <p:nvSpPr>
          <p:cNvPr id="177192" name="Line 131"/>
          <p:cNvSpPr/>
          <p:nvPr/>
        </p:nvSpPr>
        <p:spPr>
          <a:xfrm>
            <a:off x="7048500" y="4838700"/>
            <a:ext cx="241300" cy="355600"/>
          </a:xfrm>
          <a:prstGeom prst="line">
            <a:avLst/>
          </a:prstGeom>
          <a:ln w="9525" cap="flat" cmpd="sng">
            <a:solidFill>
              <a:srgbClr val="FF0000"/>
            </a:solidFill>
            <a:prstDash val="solid"/>
            <a:headEnd type="none" w="med" len="med"/>
            <a:tailEnd type="none" w="med" len="med"/>
          </a:ln>
        </p:spPr>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9202" name="Rectangle 2"/>
          <p:cNvSpPr>
            <a:spLocks noGrp="1"/>
          </p:cNvSpPr>
          <p:nvPr>
            <p:ph type="title"/>
          </p:nvPr>
        </p:nvSpPr>
        <p:spPr/>
        <p:txBody>
          <a:bodyPr vert="horz" wrap="square" lIns="92075" tIns="46038" rIns="92075" bIns="46038" anchor="ctr" anchorCtr="0"/>
          <a:p>
            <a:r>
              <a:rPr lang="en-US" altLang="zh-CN" dirty="0">
                <a:ea typeface="宋体" panose="02010600030101010101" pitchFamily="2" charset="-122"/>
              </a:rPr>
              <a:t>PIM - Sparse Mode</a:t>
            </a:r>
            <a:endParaRPr lang="en-US" altLang="zh-CN" dirty="0">
              <a:ea typeface="宋体" panose="02010600030101010101" pitchFamily="2" charset="-122"/>
            </a:endParaRPr>
          </a:p>
        </p:txBody>
      </p:sp>
      <p:sp>
        <p:nvSpPr>
          <p:cNvPr id="179203" name="Rectangle 3"/>
          <p:cNvSpPr>
            <a:spLocks noGrp="1"/>
          </p:cNvSpPr>
          <p:nvPr>
            <p:ph sz="half" idx="1"/>
          </p:nvPr>
        </p:nvSpPr>
        <p:spPr>
          <a:xfrm>
            <a:off x="533400" y="1600200"/>
            <a:ext cx="3811588" cy="4648200"/>
          </a:xfrm>
        </p:spPr>
        <p:txBody>
          <a:bodyPr vert="horz" wrap="square" lIns="92075" tIns="46038" rIns="92075" bIns="46038" anchor="t" anchorCtr="0"/>
          <a:p>
            <a:pPr>
              <a:buClr>
                <a:schemeClr val="accent2"/>
              </a:buClr>
              <a:buSzPct val="85000"/>
              <a:buFont typeface="ZapfDingbats"/>
              <a:buNone/>
            </a:pPr>
            <a:r>
              <a:rPr lang="en-US" altLang="zh-CN" sz="2400" u="sng" dirty="0">
                <a:ea typeface="宋体" panose="02010600030101010101" pitchFamily="2" charset="-122"/>
              </a:rPr>
              <a:t>sender(s):</a:t>
            </a:r>
            <a:endParaRPr lang="en-US" altLang="zh-CN" sz="2400" u="sng" dirty="0">
              <a:ea typeface="宋体" panose="02010600030101010101" pitchFamily="2" charset="-122"/>
            </a:endParaRPr>
          </a:p>
          <a:p>
            <a:pPr>
              <a:buClr>
                <a:schemeClr val="accent2"/>
              </a:buClr>
              <a:buSzPct val="85000"/>
              <a:buFont typeface="ZapfDingbats"/>
            </a:pPr>
            <a:r>
              <a:rPr lang="en-US" altLang="zh-CN" sz="2400" dirty="0">
                <a:ea typeface="宋体" panose="02010600030101010101" pitchFamily="2" charset="-122"/>
              </a:rPr>
              <a:t>unicast data to RP, which distributes down RP-rooted tree</a:t>
            </a:r>
            <a:endParaRPr lang="en-US" altLang="zh-CN" sz="2400" dirty="0">
              <a:ea typeface="宋体" panose="02010600030101010101" pitchFamily="2" charset="-122"/>
            </a:endParaRPr>
          </a:p>
          <a:p>
            <a:pPr>
              <a:buClr>
                <a:schemeClr val="accent2"/>
              </a:buClr>
              <a:buSzPct val="85000"/>
              <a:buFont typeface="ZapfDingbats"/>
            </a:pPr>
            <a:r>
              <a:rPr lang="en-US" altLang="zh-CN" sz="2400" dirty="0">
                <a:ea typeface="宋体" panose="02010600030101010101" pitchFamily="2" charset="-122"/>
              </a:rPr>
              <a:t>RP can extend mcast tree upstream to source</a:t>
            </a:r>
            <a:endParaRPr lang="en-US" altLang="zh-CN" sz="2400" dirty="0">
              <a:ea typeface="宋体" panose="02010600030101010101" pitchFamily="2" charset="-122"/>
            </a:endParaRPr>
          </a:p>
          <a:p>
            <a:pPr>
              <a:buClr>
                <a:schemeClr val="accent2"/>
              </a:buClr>
              <a:buSzPct val="85000"/>
              <a:buFont typeface="ZapfDingbats"/>
            </a:pPr>
            <a:r>
              <a:rPr lang="en-US" altLang="zh-CN" sz="2400" dirty="0">
                <a:ea typeface="宋体" panose="02010600030101010101" pitchFamily="2" charset="-122"/>
              </a:rPr>
              <a:t>RP can send </a:t>
            </a:r>
            <a:r>
              <a:rPr lang="en-US" altLang="zh-CN" sz="2400" i="1" dirty="0">
                <a:ea typeface="宋体" panose="02010600030101010101" pitchFamily="2" charset="-122"/>
              </a:rPr>
              <a:t>stop</a:t>
            </a:r>
            <a:r>
              <a:rPr lang="en-US" altLang="zh-CN" sz="2400" dirty="0">
                <a:ea typeface="宋体" panose="02010600030101010101" pitchFamily="2" charset="-122"/>
              </a:rPr>
              <a:t> msg if no attached receivers</a:t>
            </a:r>
            <a:endParaRPr lang="en-US" altLang="zh-CN" sz="24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“no one is listening!”</a:t>
            </a:r>
            <a:endParaRPr lang="en-US" altLang="zh-CN" sz="2000" dirty="0">
              <a:ea typeface="宋体" panose="02010600030101010101" pitchFamily="2" charset="-122"/>
            </a:endParaRPr>
          </a:p>
        </p:txBody>
      </p:sp>
      <p:sp>
        <p:nvSpPr>
          <p:cNvPr id="179204" name="Line 4"/>
          <p:cNvSpPr/>
          <p:nvPr/>
        </p:nvSpPr>
        <p:spPr>
          <a:xfrm>
            <a:off x="7689850" y="3924300"/>
            <a:ext cx="401638" cy="690563"/>
          </a:xfrm>
          <a:prstGeom prst="line">
            <a:avLst/>
          </a:prstGeom>
          <a:ln w="19050" cap="flat" cmpd="sng">
            <a:solidFill>
              <a:schemeClr val="tx1"/>
            </a:solidFill>
            <a:prstDash val="solid"/>
            <a:headEnd type="none" w="med" len="med"/>
            <a:tailEnd type="none" w="med" len="med"/>
          </a:ln>
        </p:spPr>
      </p:sp>
      <p:sp>
        <p:nvSpPr>
          <p:cNvPr id="179205" name="Line 5"/>
          <p:cNvSpPr/>
          <p:nvPr/>
        </p:nvSpPr>
        <p:spPr>
          <a:xfrm flipV="1">
            <a:off x="6288088" y="3068638"/>
            <a:ext cx="1365250" cy="347662"/>
          </a:xfrm>
          <a:prstGeom prst="line">
            <a:avLst/>
          </a:prstGeom>
          <a:ln w="19050" cap="flat" cmpd="sng">
            <a:solidFill>
              <a:schemeClr val="tx1"/>
            </a:solidFill>
            <a:prstDash val="solid"/>
            <a:headEnd type="none" w="med" len="med"/>
            <a:tailEnd type="none" w="med" len="med"/>
          </a:ln>
        </p:spPr>
      </p:sp>
      <p:sp>
        <p:nvSpPr>
          <p:cNvPr id="179206" name="Line 6"/>
          <p:cNvSpPr/>
          <p:nvPr/>
        </p:nvSpPr>
        <p:spPr>
          <a:xfrm>
            <a:off x="6022975" y="3386138"/>
            <a:ext cx="852488" cy="974725"/>
          </a:xfrm>
          <a:prstGeom prst="line">
            <a:avLst/>
          </a:prstGeom>
          <a:ln w="19050" cap="flat" cmpd="sng">
            <a:solidFill>
              <a:schemeClr val="tx1"/>
            </a:solidFill>
            <a:prstDash val="solid"/>
            <a:headEnd type="none" w="med" len="med"/>
            <a:tailEnd type="none" w="med" len="med"/>
          </a:ln>
        </p:spPr>
      </p:sp>
      <p:sp>
        <p:nvSpPr>
          <p:cNvPr id="179207" name="Line 7"/>
          <p:cNvSpPr/>
          <p:nvPr/>
        </p:nvSpPr>
        <p:spPr>
          <a:xfrm>
            <a:off x="6610350" y="2630488"/>
            <a:ext cx="993775" cy="446087"/>
          </a:xfrm>
          <a:prstGeom prst="line">
            <a:avLst/>
          </a:prstGeom>
          <a:ln w="38100" cap="flat" cmpd="sng">
            <a:solidFill>
              <a:srgbClr val="FF0000"/>
            </a:solidFill>
            <a:prstDash val="solid"/>
            <a:headEnd type="none" w="med" len="med"/>
            <a:tailEnd type="none" w="med" len="med"/>
          </a:ln>
        </p:spPr>
      </p:sp>
      <p:sp>
        <p:nvSpPr>
          <p:cNvPr id="179208" name="Line 8"/>
          <p:cNvSpPr/>
          <p:nvPr/>
        </p:nvSpPr>
        <p:spPr>
          <a:xfrm flipV="1">
            <a:off x="7140575" y="3952875"/>
            <a:ext cx="538163" cy="468313"/>
          </a:xfrm>
          <a:prstGeom prst="line">
            <a:avLst/>
          </a:prstGeom>
          <a:ln w="38100" cap="flat" cmpd="sng">
            <a:solidFill>
              <a:srgbClr val="FF0000"/>
            </a:solidFill>
            <a:prstDash val="solid"/>
            <a:headEnd type="none" w="med" len="med"/>
            <a:tailEnd type="none" w="med" len="med"/>
          </a:ln>
        </p:spPr>
      </p:sp>
      <p:sp>
        <p:nvSpPr>
          <p:cNvPr id="179209" name="Line 9"/>
          <p:cNvSpPr/>
          <p:nvPr/>
        </p:nvSpPr>
        <p:spPr>
          <a:xfrm>
            <a:off x="7662863" y="3175000"/>
            <a:ext cx="0" cy="717550"/>
          </a:xfrm>
          <a:prstGeom prst="line">
            <a:avLst/>
          </a:prstGeom>
          <a:ln w="38100" cap="flat" cmpd="sng">
            <a:solidFill>
              <a:srgbClr val="FF0000"/>
            </a:solidFill>
            <a:prstDash val="solid"/>
            <a:headEnd type="none" w="med" len="med"/>
            <a:tailEnd type="none" w="med" len="med"/>
          </a:ln>
        </p:spPr>
      </p:sp>
      <p:sp>
        <p:nvSpPr>
          <p:cNvPr id="179210" name="Line 10"/>
          <p:cNvSpPr/>
          <p:nvPr/>
        </p:nvSpPr>
        <p:spPr>
          <a:xfrm>
            <a:off x="5700713" y="4402138"/>
            <a:ext cx="1025525" cy="0"/>
          </a:xfrm>
          <a:prstGeom prst="line">
            <a:avLst/>
          </a:prstGeom>
          <a:ln w="38100" cap="flat" cmpd="sng">
            <a:solidFill>
              <a:srgbClr val="FF0000"/>
            </a:solidFill>
            <a:prstDash val="solid"/>
            <a:headEnd type="none" w="med" len="med"/>
            <a:tailEnd type="none" w="med" len="med"/>
          </a:ln>
        </p:spPr>
      </p:sp>
      <p:sp>
        <p:nvSpPr>
          <p:cNvPr id="179211" name="Line 11"/>
          <p:cNvSpPr/>
          <p:nvPr/>
        </p:nvSpPr>
        <p:spPr>
          <a:xfrm flipH="1">
            <a:off x="5567363" y="3492500"/>
            <a:ext cx="373062" cy="846138"/>
          </a:xfrm>
          <a:prstGeom prst="line">
            <a:avLst/>
          </a:prstGeom>
          <a:ln w="19050" cap="flat" cmpd="sng">
            <a:solidFill>
              <a:schemeClr val="tx1"/>
            </a:solidFill>
            <a:prstDash val="solid"/>
            <a:headEnd type="none" w="med" len="med"/>
            <a:tailEnd type="none" w="med" len="med"/>
          </a:ln>
        </p:spPr>
      </p:sp>
      <p:sp>
        <p:nvSpPr>
          <p:cNvPr id="179212" name="Line 12"/>
          <p:cNvSpPr/>
          <p:nvPr/>
        </p:nvSpPr>
        <p:spPr>
          <a:xfrm flipH="1">
            <a:off x="6015038" y="2644775"/>
            <a:ext cx="347662" cy="749300"/>
          </a:xfrm>
          <a:prstGeom prst="line">
            <a:avLst/>
          </a:prstGeom>
          <a:ln w="19050" cap="flat" cmpd="sng">
            <a:solidFill>
              <a:schemeClr val="tx1"/>
            </a:solidFill>
            <a:prstDash val="solid"/>
            <a:headEnd type="none" w="med" len="med"/>
            <a:tailEnd type="none" w="med" len="med"/>
          </a:ln>
        </p:spPr>
      </p:sp>
      <p:grpSp>
        <p:nvGrpSpPr>
          <p:cNvPr id="179213" name="Group 13"/>
          <p:cNvGrpSpPr/>
          <p:nvPr/>
        </p:nvGrpSpPr>
        <p:grpSpPr>
          <a:xfrm>
            <a:off x="6588125" y="4302125"/>
            <a:ext cx="568325" cy="222250"/>
            <a:chOff x="3600" y="219"/>
            <a:chExt cx="360" cy="175"/>
          </a:xfrm>
        </p:grpSpPr>
        <p:sp>
          <p:nvSpPr>
            <p:cNvPr id="179319" name="Oval 14"/>
            <p:cNvSpPr/>
            <p:nvPr/>
          </p:nvSpPr>
          <p:spPr>
            <a:xfrm>
              <a:off x="3603" y="297"/>
              <a:ext cx="357" cy="97"/>
            </a:xfrm>
            <a:prstGeom prst="ellipse">
              <a:avLst/>
            </a:prstGeom>
            <a:solidFill>
              <a:srgbClr val="FF0000"/>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79320" name="Line 15"/>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179321" name="Line 16"/>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179322" name="Rectangle 17"/>
            <p:cNvSpPr/>
            <p:nvPr/>
          </p:nvSpPr>
          <p:spPr>
            <a:xfrm>
              <a:off x="3603" y="289"/>
              <a:ext cx="354" cy="59"/>
            </a:xfrm>
            <a:prstGeom prst="rect">
              <a:avLst/>
            </a:prstGeom>
            <a:solidFill>
              <a:srgbClr val="FF0000"/>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79323" name="Oval 18"/>
            <p:cNvSpPr/>
            <p:nvPr/>
          </p:nvSpPr>
          <p:spPr>
            <a:xfrm>
              <a:off x="3600" y="219"/>
              <a:ext cx="357" cy="113"/>
            </a:xfrm>
            <a:prstGeom prst="ellipse">
              <a:avLst/>
            </a:prstGeom>
            <a:solidFill>
              <a:srgbClr val="FF0000"/>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79324" name="Group 19"/>
            <p:cNvGrpSpPr/>
            <p:nvPr/>
          </p:nvGrpSpPr>
          <p:grpSpPr>
            <a:xfrm>
              <a:off x="3686" y="244"/>
              <a:ext cx="177" cy="66"/>
              <a:chOff x="2848" y="848"/>
              <a:chExt cx="140" cy="98"/>
            </a:xfrm>
          </p:grpSpPr>
          <p:sp>
            <p:nvSpPr>
              <p:cNvPr id="179329" name="Line 20"/>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79330" name="Line 21"/>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79331" name="Line 22"/>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179325" name="Group 23"/>
            <p:cNvGrpSpPr/>
            <p:nvPr/>
          </p:nvGrpSpPr>
          <p:grpSpPr>
            <a:xfrm flipV="1">
              <a:off x="3686" y="243"/>
              <a:ext cx="177" cy="66"/>
              <a:chOff x="2848" y="848"/>
              <a:chExt cx="140" cy="98"/>
            </a:xfrm>
          </p:grpSpPr>
          <p:sp>
            <p:nvSpPr>
              <p:cNvPr id="179326" name="Line 24"/>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79327" name="Line 25"/>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79328" name="Line 26"/>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179214" name="Group 27"/>
          <p:cNvGrpSpPr/>
          <p:nvPr/>
        </p:nvGrpSpPr>
        <p:grpSpPr>
          <a:xfrm>
            <a:off x="7373938" y="2982913"/>
            <a:ext cx="569912" cy="222250"/>
            <a:chOff x="3600" y="219"/>
            <a:chExt cx="360" cy="175"/>
          </a:xfrm>
        </p:grpSpPr>
        <p:sp>
          <p:nvSpPr>
            <p:cNvPr id="179306" name="Oval 28"/>
            <p:cNvSpPr/>
            <p:nvPr/>
          </p:nvSpPr>
          <p:spPr>
            <a:xfrm>
              <a:off x="3603" y="297"/>
              <a:ext cx="357" cy="97"/>
            </a:xfrm>
            <a:prstGeom prst="ellipse">
              <a:avLst/>
            </a:prstGeom>
            <a:solidFill>
              <a:srgbClr val="FF0000"/>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79307" name="Line 29"/>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179308" name="Line 30"/>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179309" name="Rectangle 31"/>
            <p:cNvSpPr/>
            <p:nvPr/>
          </p:nvSpPr>
          <p:spPr>
            <a:xfrm>
              <a:off x="3603" y="289"/>
              <a:ext cx="354" cy="59"/>
            </a:xfrm>
            <a:prstGeom prst="rect">
              <a:avLst/>
            </a:prstGeom>
            <a:solidFill>
              <a:srgbClr val="FF0000"/>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79310" name="Oval 32"/>
            <p:cNvSpPr/>
            <p:nvPr/>
          </p:nvSpPr>
          <p:spPr>
            <a:xfrm>
              <a:off x="3600" y="219"/>
              <a:ext cx="357" cy="113"/>
            </a:xfrm>
            <a:prstGeom prst="ellipse">
              <a:avLst/>
            </a:prstGeom>
            <a:solidFill>
              <a:srgbClr val="FF0000"/>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79311" name="Group 33"/>
            <p:cNvGrpSpPr/>
            <p:nvPr/>
          </p:nvGrpSpPr>
          <p:grpSpPr>
            <a:xfrm>
              <a:off x="3686" y="244"/>
              <a:ext cx="177" cy="66"/>
              <a:chOff x="2848" y="848"/>
              <a:chExt cx="140" cy="98"/>
            </a:xfrm>
          </p:grpSpPr>
          <p:sp>
            <p:nvSpPr>
              <p:cNvPr id="179316" name="Line 34"/>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79317" name="Line 35"/>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79318" name="Line 36"/>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179312" name="Group 37"/>
            <p:cNvGrpSpPr/>
            <p:nvPr/>
          </p:nvGrpSpPr>
          <p:grpSpPr>
            <a:xfrm flipV="1">
              <a:off x="3686" y="243"/>
              <a:ext cx="177" cy="66"/>
              <a:chOff x="2848" y="848"/>
              <a:chExt cx="140" cy="98"/>
            </a:xfrm>
          </p:grpSpPr>
          <p:sp>
            <p:nvSpPr>
              <p:cNvPr id="179313" name="Line 38"/>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79314" name="Line 39"/>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79315" name="Line 40"/>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179215" name="Group 41"/>
          <p:cNvGrpSpPr/>
          <p:nvPr/>
        </p:nvGrpSpPr>
        <p:grpSpPr>
          <a:xfrm>
            <a:off x="5238750" y="4281488"/>
            <a:ext cx="568325" cy="222250"/>
            <a:chOff x="3600" y="219"/>
            <a:chExt cx="360" cy="175"/>
          </a:xfrm>
        </p:grpSpPr>
        <p:sp>
          <p:nvSpPr>
            <p:cNvPr id="179293" name="Oval 42"/>
            <p:cNvSpPr/>
            <p:nvPr/>
          </p:nvSpPr>
          <p:spPr>
            <a:xfrm>
              <a:off x="3603" y="297"/>
              <a:ext cx="357" cy="97"/>
            </a:xfrm>
            <a:prstGeom prst="ellipse">
              <a:avLst/>
            </a:prstGeom>
            <a:solidFill>
              <a:srgbClr val="FF0000"/>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79294" name="Line 43"/>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179295" name="Line 44"/>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179296" name="Rectangle 45"/>
            <p:cNvSpPr/>
            <p:nvPr/>
          </p:nvSpPr>
          <p:spPr>
            <a:xfrm>
              <a:off x="3603" y="289"/>
              <a:ext cx="354" cy="59"/>
            </a:xfrm>
            <a:prstGeom prst="rect">
              <a:avLst/>
            </a:prstGeom>
            <a:solidFill>
              <a:srgbClr val="FF0000"/>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79297" name="Oval 46"/>
            <p:cNvSpPr/>
            <p:nvPr/>
          </p:nvSpPr>
          <p:spPr>
            <a:xfrm>
              <a:off x="3600" y="219"/>
              <a:ext cx="357" cy="113"/>
            </a:xfrm>
            <a:prstGeom prst="ellipse">
              <a:avLst/>
            </a:prstGeom>
            <a:solidFill>
              <a:srgbClr val="FF0000"/>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79298" name="Group 47"/>
            <p:cNvGrpSpPr/>
            <p:nvPr/>
          </p:nvGrpSpPr>
          <p:grpSpPr>
            <a:xfrm>
              <a:off x="3686" y="244"/>
              <a:ext cx="177" cy="66"/>
              <a:chOff x="2848" y="848"/>
              <a:chExt cx="140" cy="98"/>
            </a:xfrm>
          </p:grpSpPr>
          <p:sp>
            <p:nvSpPr>
              <p:cNvPr id="179303" name="Line 48"/>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79304" name="Line 49"/>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79305" name="Line 50"/>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179299" name="Group 51"/>
            <p:cNvGrpSpPr/>
            <p:nvPr/>
          </p:nvGrpSpPr>
          <p:grpSpPr>
            <a:xfrm flipV="1">
              <a:off x="3686" y="243"/>
              <a:ext cx="177" cy="66"/>
              <a:chOff x="2848" y="848"/>
              <a:chExt cx="140" cy="98"/>
            </a:xfrm>
          </p:grpSpPr>
          <p:sp>
            <p:nvSpPr>
              <p:cNvPr id="179300" name="Line 52"/>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79301" name="Line 53"/>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79302" name="Line 54"/>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179216" name="Group 55"/>
          <p:cNvGrpSpPr/>
          <p:nvPr/>
        </p:nvGrpSpPr>
        <p:grpSpPr>
          <a:xfrm>
            <a:off x="7397750" y="3817938"/>
            <a:ext cx="547688" cy="233362"/>
            <a:chOff x="3600" y="219"/>
            <a:chExt cx="360" cy="175"/>
          </a:xfrm>
        </p:grpSpPr>
        <p:sp>
          <p:nvSpPr>
            <p:cNvPr id="179280" name="Oval 56"/>
            <p:cNvSpPr/>
            <p:nvPr/>
          </p:nvSpPr>
          <p:spPr>
            <a:xfrm>
              <a:off x="3603" y="297"/>
              <a:ext cx="357" cy="97"/>
            </a:xfrm>
            <a:prstGeom prst="ellipse">
              <a:avLst/>
            </a:prstGeom>
            <a:solidFill>
              <a:srgbClr val="DDDDDD"/>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79281" name="Line 57"/>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179282" name="Line 58"/>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179283" name="Rectangle 59"/>
            <p:cNvSpPr/>
            <p:nvPr/>
          </p:nvSpPr>
          <p:spPr>
            <a:xfrm>
              <a:off x="3603" y="289"/>
              <a:ext cx="354" cy="59"/>
            </a:xfrm>
            <a:prstGeom prst="rect">
              <a:avLst/>
            </a:prstGeom>
            <a:solidFill>
              <a:srgbClr val="DDDDDD"/>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79284" name="Oval 60"/>
            <p:cNvSpPr/>
            <p:nvPr/>
          </p:nvSpPr>
          <p:spPr>
            <a:xfrm>
              <a:off x="3600" y="219"/>
              <a:ext cx="357" cy="113"/>
            </a:xfrm>
            <a:prstGeom prst="ellipse">
              <a:avLst/>
            </a:prstGeom>
            <a:solidFill>
              <a:srgbClr val="DDDDDD"/>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79285" name="Group 61"/>
            <p:cNvGrpSpPr/>
            <p:nvPr/>
          </p:nvGrpSpPr>
          <p:grpSpPr>
            <a:xfrm>
              <a:off x="3686" y="244"/>
              <a:ext cx="177" cy="66"/>
              <a:chOff x="2848" y="848"/>
              <a:chExt cx="140" cy="98"/>
            </a:xfrm>
          </p:grpSpPr>
          <p:sp>
            <p:nvSpPr>
              <p:cNvPr id="179290" name="Line 62"/>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79291" name="Line 63"/>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79292" name="Line 64"/>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179286" name="Group 65"/>
            <p:cNvGrpSpPr/>
            <p:nvPr/>
          </p:nvGrpSpPr>
          <p:grpSpPr>
            <a:xfrm flipV="1">
              <a:off x="3686" y="243"/>
              <a:ext cx="177" cy="66"/>
              <a:chOff x="2848" y="848"/>
              <a:chExt cx="140" cy="98"/>
            </a:xfrm>
          </p:grpSpPr>
          <p:sp>
            <p:nvSpPr>
              <p:cNvPr id="179287" name="Line 66"/>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79288" name="Line 67"/>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79289" name="Line 68"/>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179217" name="Group 69"/>
          <p:cNvGrpSpPr/>
          <p:nvPr/>
        </p:nvGrpSpPr>
        <p:grpSpPr>
          <a:xfrm>
            <a:off x="5741988" y="3303588"/>
            <a:ext cx="547687" cy="233362"/>
            <a:chOff x="3600" y="219"/>
            <a:chExt cx="360" cy="175"/>
          </a:xfrm>
        </p:grpSpPr>
        <p:sp>
          <p:nvSpPr>
            <p:cNvPr id="179267" name="Oval 70"/>
            <p:cNvSpPr/>
            <p:nvPr/>
          </p:nvSpPr>
          <p:spPr>
            <a:xfrm>
              <a:off x="3603" y="297"/>
              <a:ext cx="357" cy="97"/>
            </a:xfrm>
            <a:prstGeom prst="ellipse">
              <a:avLst/>
            </a:prstGeom>
            <a:solidFill>
              <a:srgbClr val="DDDDDD"/>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79268" name="Line 71"/>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179269" name="Line 72"/>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179270" name="Rectangle 73"/>
            <p:cNvSpPr/>
            <p:nvPr/>
          </p:nvSpPr>
          <p:spPr>
            <a:xfrm>
              <a:off x="3603" y="289"/>
              <a:ext cx="354" cy="59"/>
            </a:xfrm>
            <a:prstGeom prst="rect">
              <a:avLst/>
            </a:prstGeom>
            <a:solidFill>
              <a:srgbClr val="DDDDDD"/>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79271" name="Oval 74"/>
            <p:cNvSpPr/>
            <p:nvPr/>
          </p:nvSpPr>
          <p:spPr>
            <a:xfrm>
              <a:off x="3600" y="219"/>
              <a:ext cx="357" cy="113"/>
            </a:xfrm>
            <a:prstGeom prst="ellipse">
              <a:avLst/>
            </a:prstGeom>
            <a:solidFill>
              <a:srgbClr val="DDDDDD"/>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79272" name="Group 75"/>
            <p:cNvGrpSpPr/>
            <p:nvPr/>
          </p:nvGrpSpPr>
          <p:grpSpPr>
            <a:xfrm>
              <a:off x="3686" y="244"/>
              <a:ext cx="177" cy="66"/>
              <a:chOff x="2848" y="848"/>
              <a:chExt cx="140" cy="98"/>
            </a:xfrm>
          </p:grpSpPr>
          <p:sp>
            <p:nvSpPr>
              <p:cNvPr id="179277" name="Line 76"/>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79278" name="Line 77"/>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79279" name="Line 78"/>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179273" name="Group 79"/>
            <p:cNvGrpSpPr/>
            <p:nvPr/>
          </p:nvGrpSpPr>
          <p:grpSpPr>
            <a:xfrm flipV="1">
              <a:off x="3686" y="243"/>
              <a:ext cx="177" cy="66"/>
              <a:chOff x="2848" y="848"/>
              <a:chExt cx="140" cy="98"/>
            </a:xfrm>
          </p:grpSpPr>
          <p:sp>
            <p:nvSpPr>
              <p:cNvPr id="179274" name="Line 80"/>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79275" name="Line 81"/>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79276" name="Line 82"/>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pSp>
        <p:nvGrpSpPr>
          <p:cNvPr id="179218" name="Group 83"/>
          <p:cNvGrpSpPr/>
          <p:nvPr/>
        </p:nvGrpSpPr>
        <p:grpSpPr>
          <a:xfrm>
            <a:off x="6099175" y="2474913"/>
            <a:ext cx="569913" cy="223837"/>
            <a:chOff x="3600" y="219"/>
            <a:chExt cx="360" cy="175"/>
          </a:xfrm>
        </p:grpSpPr>
        <p:sp>
          <p:nvSpPr>
            <p:cNvPr id="179254" name="Oval 84"/>
            <p:cNvSpPr/>
            <p:nvPr/>
          </p:nvSpPr>
          <p:spPr>
            <a:xfrm>
              <a:off x="3603" y="297"/>
              <a:ext cx="357" cy="97"/>
            </a:xfrm>
            <a:prstGeom prst="ellipse">
              <a:avLst/>
            </a:prstGeom>
            <a:solidFill>
              <a:srgbClr val="FF0000"/>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79255" name="Line 85"/>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179256" name="Line 86"/>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179257" name="Rectangle 87"/>
            <p:cNvSpPr/>
            <p:nvPr/>
          </p:nvSpPr>
          <p:spPr>
            <a:xfrm>
              <a:off x="3603" y="289"/>
              <a:ext cx="354" cy="59"/>
            </a:xfrm>
            <a:prstGeom prst="rect">
              <a:avLst/>
            </a:prstGeom>
            <a:solidFill>
              <a:srgbClr val="FF0000"/>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79258" name="Oval 88"/>
            <p:cNvSpPr/>
            <p:nvPr/>
          </p:nvSpPr>
          <p:spPr>
            <a:xfrm>
              <a:off x="3600" y="219"/>
              <a:ext cx="357" cy="113"/>
            </a:xfrm>
            <a:prstGeom prst="ellipse">
              <a:avLst/>
            </a:prstGeom>
            <a:solidFill>
              <a:srgbClr val="FF0000"/>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79259" name="Group 89"/>
            <p:cNvGrpSpPr/>
            <p:nvPr/>
          </p:nvGrpSpPr>
          <p:grpSpPr>
            <a:xfrm>
              <a:off x="3686" y="244"/>
              <a:ext cx="177" cy="66"/>
              <a:chOff x="2848" y="848"/>
              <a:chExt cx="140" cy="98"/>
            </a:xfrm>
          </p:grpSpPr>
          <p:sp>
            <p:nvSpPr>
              <p:cNvPr id="179264" name="Line 90"/>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79265" name="Line 91"/>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79266" name="Line 92"/>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179260" name="Group 93"/>
            <p:cNvGrpSpPr/>
            <p:nvPr/>
          </p:nvGrpSpPr>
          <p:grpSpPr>
            <a:xfrm flipV="1">
              <a:off x="3686" y="243"/>
              <a:ext cx="177" cy="66"/>
              <a:chOff x="2848" y="848"/>
              <a:chExt cx="140" cy="98"/>
            </a:xfrm>
          </p:grpSpPr>
          <p:sp>
            <p:nvSpPr>
              <p:cNvPr id="179261" name="Line 94"/>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79262" name="Line 95"/>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79263" name="Line 96"/>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sp>
        <p:nvSpPr>
          <p:cNvPr id="179219" name="Text Box 97"/>
          <p:cNvSpPr txBox="1"/>
          <p:nvPr/>
        </p:nvSpPr>
        <p:spPr>
          <a:xfrm>
            <a:off x="5719763" y="2433638"/>
            <a:ext cx="430212" cy="3667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R1</a:t>
            </a:r>
            <a:endParaRPr lang="en-US" altLang="zh-CN" sz="1800" dirty="0">
              <a:ea typeface="宋体" panose="02010600030101010101" pitchFamily="2" charset="-122"/>
            </a:endParaRPr>
          </a:p>
        </p:txBody>
      </p:sp>
      <p:grpSp>
        <p:nvGrpSpPr>
          <p:cNvPr id="179220" name="Group 98"/>
          <p:cNvGrpSpPr/>
          <p:nvPr/>
        </p:nvGrpSpPr>
        <p:grpSpPr>
          <a:xfrm>
            <a:off x="7840663" y="4524375"/>
            <a:ext cx="547687" cy="233363"/>
            <a:chOff x="3600" y="219"/>
            <a:chExt cx="360" cy="175"/>
          </a:xfrm>
        </p:grpSpPr>
        <p:sp>
          <p:nvSpPr>
            <p:cNvPr id="179241" name="Oval 99"/>
            <p:cNvSpPr/>
            <p:nvPr/>
          </p:nvSpPr>
          <p:spPr>
            <a:xfrm>
              <a:off x="3603" y="297"/>
              <a:ext cx="357" cy="97"/>
            </a:xfrm>
            <a:prstGeom prst="ellipse">
              <a:avLst/>
            </a:prstGeom>
            <a:solidFill>
              <a:srgbClr val="DDDDDD"/>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sp>
          <p:nvSpPr>
            <p:cNvPr id="179242" name="Line 100"/>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179243" name="Line 101"/>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179244" name="Rectangle 102"/>
            <p:cNvSpPr/>
            <p:nvPr/>
          </p:nvSpPr>
          <p:spPr>
            <a:xfrm>
              <a:off x="3603" y="289"/>
              <a:ext cx="354" cy="59"/>
            </a:xfrm>
            <a:prstGeom prst="rect">
              <a:avLst/>
            </a:prstGeom>
            <a:solidFill>
              <a:srgbClr val="DDDDDD"/>
            </a:solidFill>
            <a:ln w="12700">
              <a:noFill/>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lgn="ctr">
                <a:spcBef>
                  <a:spcPct val="0"/>
                </a:spcBef>
                <a:buClrTx/>
                <a:buSzTx/>
                <a:buFontTx/>
                <a:buNone/>
              </a:pPr>
              <a:endParaRPr lang="zh-CN" altLang="zh-CN" sz="2400" dirty="0">
                <a:latin typeface="Times New Roman" panose="02020603050405020304" pitchFamily="18" charset="0"/>
                <a:ea typeface="宋体" panose="02010600030101010101" pitchFamily="2" charset="-122"/>
              </a:endParaRPr>
            </a:p>
          </p:txBody>
        </p:sp>
        <p:sp>
          <p:nvSpPr>
            <p:cNvPr id="179245" name="Oval 103"/>
            <p:cNvSpPr/>
            <p:nvPr/>
          </p:nvSpPr>
          <p:spPr>
            <a:xfrm>
              <a:off x="3600" y="219"/>
              <a:ext cx="357" cy="113"/>
            </a:xfrm>
            <a:prstGeom prst="ellipse">
              <a:avLst/>
            </a:prstGeom>
            <a:solidFill>
              <a:srgbClr val="DDDDDD"/>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endParaRPr lang="zh-CN" altLang="en-US" sz="1800" dirty="0">
                <a:ea typeface="宋体" panose="02010600030101010101" pitchFamily="2" charset="-122"/>
              </a:endParaRPr>
            </a:p>
          </p:txBody>
        </p:sp>
        <p:grpSp>
          <p:nvGrpSpPr>
            <p:cNvPr id="179246" name="Group 104"/>
            <p:cNvGrpSpPr/>
            <p:nvPr/>
          </p:nvGrpSpPr>
          <p:grpSpPr>
            <a:xfrm>
              <a:off x="3686" y="244"/>
              <a:ext cx="177" cy="66"/>
              <a:chOff x="2848" y="848"/>
              <a:chExt cx="140" cy="98"/>
            </a:xfrm>
          </p:grpSpPr>
          <p:sp>
            <p:nvSpPr>
              <p:cNvPr id="179251" name="Line 105"/>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79252" name="Line 106"/>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79253" name="Line 107"/>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179247" name="Group 108"/>
            <p:cNvGrpSpPr/>
            <p:nvPr/>
          </p:nvGrpSpPr>
          <p:grpSpPr>
            <a:xfrm flipV="1">
              <a:off x="3686" y="243"/>
              <a:ext cx="177" cy="66"/>
              <a:chOff x="2848" y="848"/>
              <a:chExt cx="140" cy="98"/>
            </a:xfrm>
          </p:grpSpPr>
          <p:sp>
            <p:nvSpPr>
              <p:cNvPr id="179248" name="Line 109"/>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79249" name="Line 110"/>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79250" name="Line 111"/>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sp>
        <p:nvSpPr>
          <p:cNvPr id="179221" name="Text Box 112"/>
          <p:cNvSpPr txBox="1"/>
          <p:nvPr/>
        </p:nvSpPr>
        <p:spPr>
          <a:xfrm>
            <a:off x="5330825" y="3222625"/>
            <a:ext cx="466725"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R2</a:t>
            </a:r>
            <a:endParaRPr lang="en-US" altLang="zh-CN" sz="1800" dirty="0">
              <a:ea typeface="宋体" panose="02010600030101010101" pitchFamily="2" charset="-122"/>
            </a:endParaRPr>
          </a:p>
        </p:txBody>
      </p:sp>
      <p:sp>
        <p:nvSpPr>
          <p:cNvPr id="179222" name="Text Box 113"/>
          <p:cNvSpPr txBox="1"/>
          <p:nvPr/>
        </p:nvSpPr>
        <p:spPr>
          <a:xfrm>
            <a:off x="4818063" y="4219575"/>
            <a:ext cx="466725"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R3</a:t>
            </a:r>
            <a:endParaRPr lang="en-US" altLang="zh-CN" sz="1800" dirty="0">
              <a:ea typeface="宋体" panose="02010600030101010101" pitchFamily="2" charset="-122"/>
            </a:endParaRPr>
          </a:p>
        </p:txBody>
      </p:sp>
      <p:sp>
        <p:nvSpPr>
          <p:cNvPr id="179223" name="Text Box 114"/>
          <p:cNvSpPr txBox="1"/>
          <p:nvPr/>
        </p:nvSpPr>
        <p:spPr>
          <a:xfrm>
            <a:off x="7464425" y="2640013"/>
            <a:ext cx="466725" cy="3667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R4</a:t>
            </a:r>
            <a:endParaRPr lang="en-US" altLang="zh-CN" sz="1800" dirty="0">
              <a:ea typeface="宋体" panose="02010600030101010101" pitchFamily="2" charset="-122"/>
            </a:endParaRPr>
          </a:p>
        </p:txBody>
      </p:sp>
      <p:sp>
        <p:nvSpPr>
          <p:cNvPr id="179224" name="Text Box 115"/>
          <p:cNvSpPr txBox="1"/>
          <p:nvPr/>
        </p:nvSpPr>
        <p:spPr>
          <a:xfrm>
            <a:off x="7907338" y="3778250"/>
            <a:ext cx="466725"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R5</a:t>
            </a:r>
            <a:endParaRPr lang="en-US" altLang="zh-CN" sz="1800" dirty="0">
              <a:ea typeface="宋体" panose="02010600030101010101" pitchFamily="2" charset="-122"/>
            </a:endParaRPr>
          </a:p>
        </p:txBody>
      </p:sp>
      <p:sp>
        <p:nvSpPr>
          <p:cNvPr id="179225" name="Text Box 116"/>
          <p:cNvSpPr txBox="1"/>
          <p:nvPr/>
        </p:nvSpPr>
        <p:spPr>
          <a:xfrm>
            <a:off x="6672263" y="4511675"/>
            <a:ext cx="466725"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R6</a:t>
            </a:r>
            <a:endParaRPr lang="en-US" altLang="zh-CN" sz="1800" dirty="0">
              <a:ea typeface="宋体" panose="02010600030101010101" pitchFamily="2" charset="-122"/>
            </a:endParaRPr>
          </a:p>
        </p:txBody>
      </p:sp>
      <p:sp>
        <p:nvSpPr>
          <p:cNvPr id="179226" name="Text Box 117"/>
          <p:cNvSpPr txBox="1"/>
          <p:nvPr/>
        </p:nvSpPr>
        <p:spPr>
          <a:xfrm>
            <a:off x="8078788" y="4227513"/>
            <a:ext cx="466725" cy="3667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ea typeface="宋体" panose="02010600030101010101" pitchFamily="2" charset="-122"/>
              </a:rPr>
              <a:t>R7</a:t>
            </a:r>
            <a:endParaRPr lang="en-US" altLang="zh-CN" sz="1800" dirty="0">
              <a:ea typeface="宋体" panose="02010600030101010101" pitchFamily="2" charset="-122"/>
            </a:endParaRPr>
          </a:p>
        </p:txBody>
      </p:sp>
      <p:sp>
        <p:nvSpPr>
          <p:cNvPr id="179227" name="Freeform 118"/>
          <p:cNvSpPr/>
          <p:nvPr/>
        </p:nvSpPr>
        <p:spPr>
          <a:xfrm>
            <a:off x="7188200" y="3227388"/>
            <a:ext cx="419100" cy="1052512"/>
          </a:xfrm>
          <a:custGeom>
            <a:avLst/>
            <a:gdLst/>
            <a:ahLst/>
            <a:cxnLst>
              <a:cxn ang="0">
                <a:pos x="2147483646" y="0"/>
              </a:cxn>
              <a:cxn ang="0">
                <a:pos x="2147483646" y="2147483646"/>
              </a:cxn>
              <a:cxn ang="0">
                <a:pos x="0" y="2147483646"/>
              </a:cxn>
            </a:cxnLst>
            <a:pathLst>
              <a:path w="264" h="663">
                <a:moveTo>
                  <a:pt x="260" y="0"/>
                </a:moveTo>
                <a:lnTo>
                  <a:pt x="264" y="431"/>
                </a:lnTo>
                <a:lnTo>
                  <a:pt x="0" y="663"/>
                </a:lnTo>
              </a:path>
            </a:pathLst>
          </a:custGeom>
          <a:noFill/>
          <a:ln w="19050" cap="flat" cmpd="sng">
            <a:solidFill>
              <a:srgbClr val="FF0000">
                <a:alpha val="100000"/>
              </a:srgbClr>
            </a:solidFill>
            <a:prstDash val="solid"/>
            <a:round/>
            <a:headEnd type="none" w="med" len="med"/>
            <a:tailEnd type="triangle" w="med" len="med"/>
          </a:ln>
        </p:spPr>
        <p:txBody>
          <a:bodyPr/>
          <a:p>
            <a:endParaRPr lang="zh-CN" altLang="en-US"/>
          </a:p>
        </p:txBody>
      </p:sp>
      <p:sp>
        <p:nvSpPr>
          <p:cNvPr id="179228" name="Text Box 119"/>
          <p:cNvSpPr txBox="1"/>
          <p:nvPr/>
        </p:nvSpPr>
        <p:spPr>
          <a:xfrm>
            <a:off x="7056438" y="3371850"/>
            <a:ext cx="579437"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solidFill>
                  <a:srgbClr val="FF0000"/>
                </a:solidFill>
                <a:ea typeface="宋体" panose="02010600030101010101" pitchFamily="2" charset="-122"/>
              </a:rPr>
              <a:t>join</a:t>
            </a:r>
            <a:endParaRPr lang="en-US" altLang="zh-CN" sz="1800" dirty="0">
              <a:solidFill>
                <a:srgbClr val="FF0000"/>
              </a:solidFill>
              <a:ea typeface="宋体" panose="02010600030101010101" pitchFamily="2" charset="-122"/>
            </a:endParaRPr>
          </a:p>
        </p:txBody>
      </p:sp>
      <p:sp>
        <p:nvSpPr>
          <p:cNvPr id="179229" name="Line 120"/>
          <p:cNvSpPr/>
          <p:nvPr/>
        </p:nvSpPr>
        <p:spPr>
          <a:xfrm>
            <a:off x="5886450" y="4327525"/>
            <a:ext cx="685800" cy="0"/>
          </a:xfrm>
          <a:prstGeom prst="line">
            <a:avLst/>
          </a:prstGeom>
          <a:ln w="28575" cap="flat" cmpd="sng">
            <a:solidFill>
              <a:srgbClr val="FF0000"/>
            </a:solidFill>
            <a:prstDash val="solid"/>
            <a:headEnd type="none" w="med" len="med"/>
            <a:tailEnd type="triangle" w="med" len="med"/>
          </a:ln>
        </p:spPr>
      </p:sp>
      <p:sp>
        <p:nvSpPr>
          <p:cNvPr id="179230" name="Line 121"/>
          <p:cNvSpPr/>
          <p:nvPr/>
        </p:nvSpPr>
        <p:spPr>
          <a:xfrm>
            <a:off x="6584950" y="2714625"/>
            <a:ext cx="736600" cy="330200"/>
          </a:xfrm>
          <a:prstGeom prst="line">
            <a:avLst/>
          </a:prstGeom>
          <a:ln w="28575" cap="flat" cmpd="sng">
            <a:solidFill>
              <a:srgbClr val="FF0000"/>
            </a:solidFill>
            <a:prstDash val="solid"/>
            <a:headEnd type="none" w="med" len="med"/>
            <a:tailEnd type="triangle" w="med" len="med"/>
          </a:ln>
        </p:spPr>
      </p:sp>
      <p:sp>
        <p:nvSpPr>
          <p:cNvPr id="179231" name="Text Box 122"/>
          <p:cNvSpPr txBox="1"/>
          <p:nvPr/>
        </p:nvSpPr>
        <p:spPr>
          <a:xfrm>
            <a:off x="6484938" y="2800350"/>
            <a:ext cx="579437"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solidFill>
                  <a:srgbClr val="FF0000"/>
                </a:solidFill>
                <a:ea typeface="宋体" panose="02010600030101010101" pitchFamily="2" charset="-122"/>
              </a:rPr>
              <a:t>join</a:t>
            </a:r>
            <a:endParaRPr lang="en-US" altLang="zh-CN" sz="1800" dirty="0">
              <a:solidFill>
                <a:srgbClr val="FF0000"/>
              </a:solidFill>
              <a:ea typeface="宋体" panose="02010600030101010101" pitchFamily="2" charset="-122"/>
            </a:endParaRPr>
          </a:p>
        </p:txBody>
      </p:sp>
      <p:sp>
        <p:nvSpPr>
          <p:cNvPr id="179232" name="Text Box 123"/>
          <p:cNvSpPr txBox="1"/>
          <p:nvPr/>
        </p:nvSpPr>
        <p:spPr>
          <a:xfrm>
            <a:off x="5913438" y="3994150"/>
            <a:ext cx="579437"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solidFill>
                  <a:srgbClr val="FF0000"/>
                </a:solidFill>
                <a:ea typeface="宋体" panose="02010600030101010101" pitchFamily="2" charset="-122"/>
              </a:rPr>
              <a:t>join</a:t>
            </a:r>
            <a:endParaRPr lang="en-US" altLang="zh-CN" sz="1800" dirty="0">
              <a:solidFill>
                <a:srgbClr val="FF0000"/>
              </a:solidFill>
              <a:ea typeface="宋体" panose="02010600030101010101" pitchFamily="2" charset="-122"/>
            </a:endParaRPr>
          </a:p>
        </p:txBody>
      </p:sp>
      <p:sp>
        <p:nvSpPr>
          <p:cNvPr id="179233" name="Line 124"/>
          <p:cNvSpPr/>
          <p:nvPr/>
        </p:nvSpPr>
        <p:spPr>
          <a:xfrm flipH="1">
            <a:off x="5689600" y="4584700"/>
            <a:ext cx="1231900" cy="0"/>
          </a:xfrm>
          <a:prstGeom prst="line">
            <a:avLst/>
          </a:prstGeom>
          <a:ln w="38100" cap="flat" cmpd="sng">
            <a:solidFill>
              <a:schemeClr val="accent2"/>
            </a:solidFill>
            <a:prstDash val="solid"/>
            <a:headEnd type="none" w="med" len="med"/>
            <a:tailEnd type="triangle" w="med" len="med"/>
          </a:ln>
        </p:spPr>
      </p:sp>
      <p:sp>
        <p:nvSpPr>
          <p:cNvPr id="179234" name="Line 125"/>
          <p:cNvSpPr/>
          <p:nvPr/>
        </p:nvSpPr>
        <p:spPr>
          <a:xfrm flipV="1">
            <a:off x="7035800" y="4013200"/>
            <a:ext cx="711200" cy="584200"/>
          </a:xfrm>
          <a:prstGeom prst="line">
            <a:avLst/>
          </a:prstGeom>
          <a:ln w="38100" cap="flat" cmpd="sng">
            <a:solidFill>
              <a:schemeClr val="accent2"/>
            </a:solidFill>
            <a:prstDash val="solid"/>
            <a:headEnd type="none" w="med" len="med"/>
            <a:tailEnd type="triangle" w="med" len="med"/>
          </a:ln>
        </p:spPr>
      </p:sp>
      <p:sp>
        <p:nvSpPr>
          <p:cNvPr id="179235" name="Line 126"/>
          <p:cNvSpPr/>
          <p:nvPr/>
        </p:nvSpPr>
        <p:spPr>
          <a:xfrm flipV="1">
            <a:off x="7759700" y="3225800"/>
            <a:ext cx="0" cy="571500"/>
          </a:xfrm>
          <a:prstGeom prst="line">
            <a:avLst/>
          </a:prstGeom>
          <a:ln w="38100" cap="flat" cmpd="sng">
            <a:solidFill>
              <a:schemeClr val="accent2"/>
            </a:solidFill>
            <a:prstDash val="solid"/>
            <a:headEnd type="none" w="med" len="med"/>
            <a:tailEnd type="triangle" w="med" len="med"/>
          </a:ln>
        </p:spPr>
      </p:sp>
      <p:sp>
        <p:nvSpPr>
          <p:cNvPr id="179236" name="Line 127"/>
          <p:cNvSpPr/>
          <p:nvPr/>
        </p:nvSpPr>
        <p:spPr>
          <a:xfrm flipH="1" flipV="1">
            <a:off x="6769100" y="2603500"/>
            <a:ext cx="762000" cy="317500"/>
          </a:xfrm>
          <a:prstGeom prst="line">
            <a:avLst/>
          </a:prstGeom>
          <a:ln w="38100" cap="flat" cmpd="sng">
            <a:solidFill>
              <a:schemeClr val="accent2"/>
            </a:solidFill>
            <a:prstDash val="solid"/>
            <a:headEnd type="none" w="med" len="med"/>
            <a:tailEnd type="triangle" w="med" len="med"/>
          </a:ln>
        </p:spPr>
      </p:sp>
      <p:sp>
        <p:nvSpPr>
          <p:cNvPr id="179237" name="Text Box 128"/>
          <p:cNvSpPr txBox="1"/>
          <p:nvPr/>
        </p:nvSpPr>
        <p:spPr>
          <a:xfrm>
            <a:off x="4937125" y="5019675"/>
            <a:ext cx="2024063" cy="9159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solidFill>
                  <a:schemeClr val="accent2"/>
                </a:solidFill>
                <a:ea typeface="宋体" panose="02010600030101010101" pitchFamily="2" charset="-122"/>
              </a:rPr>
              <a:t>all data multicast</a:t>
            </a:r>
            <a:endParaRPr lang="en-US" altLang="zh-CN" sz="1800" dirty="0">
              <a:solidFill>
                <a:schemeClr val="accent2"/>
              </a:solidFill>
              <a:ea typeface="宋体" panose="02010600030101010101" pitchFamily="2" charset="-122"/>
            </a:endParaRPr>
          </a:p>
          <a:p>
            <a:pPr marL="0" lvl="0" indent="0">
              <a:spcBef>
                <a:spcPct val="0"/>
              </a:spcBef>
              <a:buClrTx/>
              <a:buSzTx/>
              <a:buFontTx/>
              <a:buNone/>
            </a:pPr>
            <a:r>
              <a:rPr lang="en-US" altLang="zh-CN" sz="1800" dirty="0">
                <a:solidFill>
                  <a:schemeClr val="accent2"/>
                </a:solidFill>
                <a:ea typeface="宋体" panose="02010600030101010101" pitchFamily="2" charset="-122"/>
              </a:rPr>
              <a:t>from rendezvous</a:t>
            </a:r>
            <a:endParaRPr lang="en-US" altLang="zh-CN" sz="1800" dirty="0">
              <a:solidFill>
                <a:schemeClr val="accent2"/>
              </a:solidFill>
              <a:ea typeface="宋体" panose="02010600030101010101" pitchFamily="2" charset="-122"/>
            </a:endParaRPr>
          </a:p>
          <a:p>
            <a:pPr marL="0" lvl="0" indent="0">
              <a:spcBef>
                <a:spcPct val="0"/>
              </a:spcBef>
              <a:buClrTx/>
              <a:buSzTx/>
              <a:buFontTx/>
              <a:buNone/>
            </a:pPr>
            <a:r>
              <a:rPr lang="en-US" altLang="zh-CN" sz="1800" dirty="0">
                <a:solidFill>
                  <a:schemeClr val="accent2"/>
                </a:solidFill>
                <a:ea typeface="宋体" panose="02010600030101010101" pitchFamily="2" charset="-122"/>
              </a:rPr>
              <a:t>point</a:t>
            </a:r>
            <a:endParaRPr lang="en-US" altLang="zh-CN" sz="1800" dirty="0">
              <a:solidFill>
                <a:schemeClr val="accent2"/>
              </a:solidFill>
              <a:ea typeface="宋体" panose="02010600030101010101" pitchFamily="2" charset="-122"/>
            </a:endParaRPr>
          </a:p>
        </p:txBody>
      </p:sp>
      <p:sp>
        <p:nvSpPr>
          <p:cNvPr id="179238" name="Line 129"/>
          <p:cNvSpPr/>
          <p:nvPr/>
        </p:nvSpPr>
        <p:spPr>
          <a:xfrm flipV="1">
            <a:off x="5854700" y="4686300"/>
            <a:ext cx="342900" cy="419100"/>
          </a:xfrm>
          <a:prstGeom prst="line">
            <a:avLst/>
          </a:prstGeom>
          <a:ln w="9525" cap="flat" cmpd="sng">
            <a:solidFill>
              <a:schemeClr val="accent2"/>
            </a:solidFill>
            <a:prstDash val="solid"/>
            <a:headEnd type="none" w="med" len="med"/>
            <a:tailEnd type="none" w="med" len="med"/>
          </a:ln>
        </p:spPr>
      </p:sp>
      <p:sp>
        <p:nvSpPr>
          <p:cNvPr id="179239" name="Text Box 130"/>
          <p:cNvSpPr txBox="1"/>
          <p:nvPr/>
        </p:nvSpPr>
        <p:spPr>
          <a:xfrm>
            <a:off x="7197725" y="5108575"/>
            <a:ext cx="1382713" cy="6413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2"/>
              </a:buClr>
              <a:buSzPct val="85000"/>
              <a:buFont typeface="ZapfDingbats"/>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stStyle>
          <a:p>
            <a:pPr marL="0" lvl="0" indent="0">
              <a:spcBef>
                <a:spcPct val="0"/>
              </a:spcBef>
              <a:buClrTx/>
              <a:buSzTx/>
              <a:buFontTx/>
              <a:buNone/>
            </a:pPr>
            <a:r>
              <a:rPr lang="en-US" altLang="zh-CN" sz="1800" dirty="0">
                <a:solidFill>
                  <a:srgbClr val="FF0000"/>
                </a:solidFill>
                <a:ea typeface="宋体" panose="02010600030101010101" pitchFamily="2" charset="-122"/>
              </a:rPr>
              <a:t>rendezvous</a:t>
            </a:r>
            <a:endParaRPr lang="en-US" altLang="zh-CN" sz="1800" dirty="0">
              <a:solidFill>
                <a:srgbClr val="FF0000"/>
              </a:solidFill>
              <a:ea typeface="宋体" panose="02010600030101010101" pitchFamily="2" charset="-122"/>
            </a:endParaRPr>
          </a:p>
          <a:p>
            <a:pPr marL="0" lvl="0" indent="0">
              <a:spcBef>
                <a:spcPct val="0"/>
              </a:spcBef>
              <a:buClrTx/>
              <a:buSzTx/>
              <a:buFontTx/>
              <a:buNone/>
            </a:pPr>
            <a:r>
              <a:rPr lang="en-US" altLang="zh-CN" sz="1800" dirty="0">
                <a:solidFill>
                  <a:srgbClr val="FF0000"/>
                </a:solidFill>
                <a:ea typeface="宋体" panose="02010600030101010101" pitchFamily="2" charset="-122"/>
              </a:rPr>
              <a:t>point</a:t>
            </a:r>
            <a:endParaRPr lang="en-US" altLang="zh-CN" sz="1800" dirty="0">
              <a:solidFill>
                <a:srgbClr val="FF0000"/>
              </a:solidFill>
              <a:ea typeface="宋体" panose="02010600030101010101" pitchFamily="2" charset="-122"/>
            </a:endParaRPr>
          </a:p>
        </p:txBody>
      </p:sp>
      <p:sp>
        <p:nvSpPr>
          <p:cNvPr id="179240" name="Line 131"/>
          <p:cNvSpPr/>
          <p:nvPr/>
        </p:nvSpPr>
        <p:spPr>
          <a:xfrm>
            <a:off x="7048500" y="4838700"/>
            <a:ext cx="241300" cy="355600"/>
          </a:xfrm>
          <a:prstGeom prst="line">
            <a:avLst/>
          </a:prstGeom>
          <a:ln w="9525" cap="flat" cmpd="sng">
            <a:solidFill>
              <a:srgbClr val="FF0000"/>
            </a:solidFill>
            <a:prstDash val="solid"/>
            <a:headEnd type="none" w="med" len="med"/>
            <a:tailEnd type="none" w="med" len="med"/>
          </a:ln>
        </p:spPr>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1250" name="页脚占位符 5"/>
          <p:cNvSpPr txBox="1">
            <a:spLocks noGrp="1"/>
          </p:cNvSpPr>
          <p:nvPr>
            <p:ph type="ftr" sz="quarter" idx="11"/>
          </p:nvPr>
        </p:nvSpPr>
        <p:spPr/>
        <p:txBody>
          <a:bodyPr/>
          <a:p>
            <a:pPr marL="0" indent="0" algn="r">
              <a:spcBef>
                <a:spcPct val="0"/>
              </a:spcBef>
              <a:buClrTx/>
              <a:buSzTx/>
              <a:buFontTx/>
              <a:buNone/>
            </a:pPr>
            <a:r>
              <a:rPr lang="en-US" altLang="zh-CN" sz="1400" dirty="0">
                <a:ea typeface="宋体" panose="02010600030101010101" pitchFamily="2" charset="-122"/>
              </a:rPr>
              <a:t>Network Layer</a:t>
            </a:r>
            <a:endParaRPr lang="en-US" altLang="zh-CN" sz="1400" dirty="0">
              <a:latin typeface="Times New Roman" panose="02020603050405020304" pitchFamily="18" charset="0"/>
              <a:ea typeface="宋体" panose="02010600030101010101" pitchFamily="2" charset="-122"/>
            </a:endParaRPr>
          </a:p>
        </p:txBody>
      </p:sp>
      <p:sp>
        <p:nvSpPr>
          <p:cNvPr id="181251" name="灯片编号占位符 6"/>
          <p:cNvSpPr txBox="1">
            <a:spLocks noGrp="1"/>
          </p:cNvSpPr>
          <p:nvPr>
            <p:ph type="sldNum" sz="quarter" idx="12"/>
          </p:nvPr>
        </p:nvSpPr>
        <p:spPr/>
        <p:txBody>
          <a:bodyPr/>
          <a:p>
            <a:pPr marL="0" indent="0" algn="r">
              <a:spcBef>
                <a:spcPct val="0"/>
              </a:spcBef>
              <a:buClrTx/>
              <a:buSzTx/>
              <a:buFontTx/>
              <a:buNone/>
            </a:pPr>
            <a:r>
              <a:rPr lang="en-US" altLang="zh-CN" sz="1400" dirty="0">
                <a:ea typeface="宋体" panose="02010600030101010101" pitchFamily="2" charset="-122"/>
              </a:rPr>
              <a:t>4-</a:t>
            </a: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181252" name="Rectangle 2"/>
          <p:cNvSpPr>
            <a:spLocks noGrp="1"/>
          </p:cNvSpPr>
          <p:nvPr>
            <p:ph type="title"/>
          </p:nvPr>
        </p:nvSpPr>
        <p:spPr/>
        <p:txBody>
          <a:bodyPr vert="horz" wrap="square" lIns="91440" tIns="45720" rIns="91440" bIns="45720" anchor="ctr" anchorCtr="0"/>
          <a:p>
            <a:r>
              <a:rPr lang="en-US" altLang="zh-CN" dirty="0">
                <a:ea typeface="宋体" panose="02010600030101010101" pitchFamily="2" charset="-122"/>
              </a:rPr>
              <a:t>Chapter 4: summary</a:t>
            </a:r>
            <a:endParaRPr lang="en-US" altLang="zh-CN" dirty="0">
              <a:ea typeface="宋体" panose="02010600030101010101" pitchFamily="2" charset="-122"/>
            </a:endParaRPr>
          </a:p>
        </p:txBody>
      </p:sp>
      <p:sp>
        <p:nvSpPr>
          <p:cNvPr id="181253" name="Rectangle 3"/>
          <p:cNvSpPr>
            <a:spLocks noGrp="1"/>
          </p:cNvSpPr>
          <p:nvPr>
            <p:ph sz="half" idx="1"/>
          </p:nvPr>
        </p:nvSpPr>
        <p:spPr/>
        <p:txBody>
          <a:bodyPr vert="horz" wrap="square" lIns="91440" tIns="45720" rIns="91440" bIns="45720" anchor="t" anchorCtr="0"/>
          <a:p>
            <a:pPr>
              <a:buClr>
                <a:schemeClr val="accent2"/>
              </a:buClr>
              <a:buSzPct val="85000"/>
              <a:buFont typeface="ZapfDingbats"/>
            </a:pPr>
            <a:r>
              <a:rPr lang="en-US" altLang="zh-CN" sz="2400" dirty="0">
                <a:ea typeface="宋体" panose="02010600030101010101" pitchFamily="2" charset="-122"/>
              </a:rPr>
              <a:t>4. 1 Introduction</a:t>
            </a:r>
            <a:endParaRPr lang="en-US" altLang="zh-CN" sz="2400" dirty="0">
              <a:ea typeface="宋体" panose="02010600030101010101" pitchFamily="2" charset="-122"/>
            </a:endParaRPr>
          </a:p>
          <a:p>
            <a:pPr>
              <a:buClr>
                <a:schemeClr val="accent2"/>
              </a:buClr>
              <a:buSzPct val="85000"/>
              <a:buFont typeface="ZapfDingbats"/>
            </a:pPr>
            <a:r>
              <a:rPr lang="en-US" altLang="zh-CN" sz="2400" dirty="0">
                <a:ea typeface="宋体" panose="02010600030101010101" pitchFamily="2" charset="-122"/>
              </a:rPr>
              <a:t>4.2 Virtual circuit and datagram networks</a:t>
            </a:r>
            <a:endParaRPr lang="en-US" altLang="zh-CN" sz="2400" dirty="0">
              <a:ea typeface="宋体" panose="02010600030101010101" pitchFamily="2" charset="-122"/>
            </a:endParaRPr>
          </a:p>
          <a:p>
            <a:pPr>
              <a:buClr>
                <a:schemeClr val="accent2"/>
              </a:buClr>
              <a:buSzPct val="85000"/>
              <a:buFont typeface="ZapfDingbats"/>
            </a:pPr>
            <a:r>
              <a:rPr lang="en-US" altLang="zh-CN" sz="2400" dirty="0">
                <a:ea typeface="宋体" panose="02010600030101010101" pitchFamily="2" charset="-122"/>
              </a:rPr>
              <a:t>4.3 What’s inside a router</a:t>
            </a:r>
            <a:endParaRPr lang="en-US" altLang="zh-CN" sz="2400" dirty="0">
              <a:ea typeface="宋体" panose="02010600030101010101" pitchFamily="2" charset="-122"/>
            </a:endParaRPr>
          </a:p>
          <a:p>
            <a:pPr>
              <a:buClr>
                <a:schemeClr val="accent2"/>
              </a:buClr>
              <a:buSzPct val="85000"/>
              <a:buFont typeface="ZapfDingbats"/>
            </a:pPr>
            <a:r>
              <a:rPr lang="en-US" altLang="zh-CN" sz="2400" dirty="0">
                <a:ea typeface="宋体" panose="02010600030101010101" pitchFamily="2" charset="-122"/>
              </a:rPr>
              <a:t>4.4 IP: Internet Protocol</a:t>
            </a:r>
            <a:endParaRPr lang="en-US" altLang="zh-CN" sz="24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Datagram format</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IPv4 addressing</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ICMP</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IPv6</a:t>
            </a:r>
            <a:endParaRPr lang="en-US" altLang="zh-CN" sz="2000" dirty="0">
              <a:ea typeface="宋体" panose="02010600030101010101" pitchFamily="2" charset="-122"/>
            </a:endParaRPr>
          </a:p>
        </p:txBody>
      </p:sp>
      <p:sp>
        <p:nvSpPr>
          <p:cNvPr id="181254" name="Rectangle 4"/>
          <p:cNvSpPr>
            <a:spLocks noGrp="1"/>
          </p:cNvSpPr>
          <p:nvPr>
            <p:ph sz="half" idx="2"/>
          </p:nvPr>
        </p:nvSpPr>
        <p:spPr/>
        <p:txBody>
          <a:bodyPr vert="horz" wrap="square" lIns="91440" tIns="45720" rIns="91440" bIns="45720" anchor="t" anchorCtr="0"/>
          <a:p>
            <a:pPr>
              <a:buClr>
                <a:schemeClr val="accent2"/>
              </a:buClr>
              <a:buSzPct val="85000"/>
              <a:buFont typeface="ZapfDingbats"/>
            </a:pPr>
            <a:r>
              <a:rPr lang="en-US" altLang="zh-CN" sz="2400" dirty="0">
                <a:ea typeface="宋体" panose="02010600030101010101" pitchFamily="2" charset="-122"/>
              </a:rPr>
              <a:t>4.5 Routing algorithms</a:t>
            </a:r>
            <a:endParaRPr lang="en-US" altLang="zh-CN" sz="24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Link state</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Distance Vector</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Hierarchical routing</a:t>
            </a:r>
            <a:endParaRPr lang="en-US" altLang="zh-CN" sz="2000" dirty="0">
              <a:ea typeface="宋体" panose="02010600030101010101" pitchFamily="2" charset="-122"/>
            </a:endParaRPr>
          </a:p>
          <a:p>
            <a:pPr>
              <a:buClr>
                <a:schemeClr val="accent2"/>
              </a:buClr>
              <a:buSzPct val="85000"/>
              <a:buFont typeface="ZapfDingbats"/>
            </a:pPr>
            <a:r>
              <a:rPr lang="en-US" altLang="zh-CN" sz="2400" dirty="0">
                <a:ea typeface="宋体" panose="02010600030101010101" pitchFamily="2" charset="-122"/>
              </a:rPr>
              <a:t>4.6 Routing in the Internet</a:t>
            </a:r>
            <a:endParaRPr lang="en-US" altLang="zh-CN" sz="24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RIP</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OSPF</a:t>
            </a:r>
            <a:endParaRPr lang="en-US" altLang="zh-CN" sz="2000" dirty="0">
              <a:ea typeface="宋体" panose="02010600030101010101" pitchFamily="2" charset="-122"/>
            </a:endParaRPr>
          </a:p>
          <a:p>
            <a:pPr lvl="1">
              <a:buClr>
                <a:schemeClr val="accent2"/>
              </a:buClr>
              <a:buSzPct val="75000"/>
              <a:buFont typeface="ZapfDingbats"/>
            </a:pPr>
            <a:r>
              <a:rPr lang="en-US" altLang="zh-CN" sz="2000" dirty="0">
                <a:ea typeface="宋体" panose="02010600030101010101" pitchFamily="2" charset="-122"/>
              </a:rPr>
              <a:t>BGP</a:t>
            </a:r>
            <a:endParaRPr lang="en-US" altLang="zh-CN" sz="2000" dirty="0">
              <a:ea typeface="宋体" panose="02010600030101010101" pitchFamily="2" charset="-122"/>
            </a:endParaRPr>
          </a:p>
          <a:p>
            <a:pPr>
              <a:buClr>
                <a:schemeClr val="accent2"/>
              </a:buClr>
              <a:buSzPct val="85000"/>
              <a:buFont typeface="ZapfDingbats"/>
            </a:pPr>
            <a:r>
              <a:rPr lang="en-US" altLang="zh-CN" sz="2400" dirty="0">
                <a:ea typeface="宋体" panose="02010600030101010101" pitchFamily="2" charset="-122"/>
              </a:rPr>
              <a:t>4.7 Broadcast and multicast routing</a:t>
            </a:r>
            <a:endParaRPr lang="en-US" altLang="zh-CN" sz="2400" dirty="0">
              <a:ea typeface="宋体" panose="02010600030101010101" pitchFamily="2" charset="-122"/>
            </a:endParaRPr>
          </a:p>
          <a:p>
            <a:pPr>
              <a:buClr>
                <a:schemeClr val="accent2"/>
              </a:buClr>
              <a:buSzPct val="85000"/>
              <a:buFont typeface="ZapfDingbats"/>
            </a:pPr>
            <a:endParaRPr lang="en-US" altLang="zh-CN" sz="2400" dirty="0">
              <a:ea typeface="宋体" panose="02010600030101010101" pitchFamily="2" charset="-122"/>
            </a:endParaRPr>
          </a:p>
        </p:txBody>
      </p:sp>
    </p:spTree>
  </p:cSld>
  <p:clrMapOvr>
    <a:masterClrMapping/>
  </p:clrMapOvr>
</p:sld>
</file>

<file path=ppt/tags/tag1.xml><?xml version="1.0" encoding="utf-8"?>
<p:tagLst xmlns:p="http://schemas.openxmlformats.org/presentationml/2006/main">
  <p:tag name="KSO_WM_UNIT_PLACING_PICTURE_USER_VIEWPORT" val="{&quot;height&quot;:5085,&quot;width&quot;:12060}"/>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PP_MARK_KEY" val="086d5380-5260-43d3-ab6d-bf09eb6552db"/>
  <p:tag name="COMMONDATA" val="eyJoZGlkIjoiNGM2MWUwMjc1MTFlYjQ1NTJhZmEzYzI5NDcxZmUzMDMifQ=="/>
  <p:tag name="commondata" val="eyJoZGlkIjoiN2YwMjUyYjAyYTI5ZTQ5YTc4NDU0OGJjZTczYzA1MTcifQ=="/>
</p:tagLst>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Comic Sans MS"/>
        <a:ea typeface=""/>
        <a:cs typeface=""/>
      </a:majorFont>
      <a:minorFont>
        <a:latin typeface="Comic Sans M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altLang="zh-CN" sz="1800" b="0" i="0" u="none" strike="noStrike" cap="none" normalizeH="0" baseline="0" smtClean="0">
            <a:ln>
              <a:noFill/>
            </a:ln>
            <a:solidFill>
              <a:schemeClr val="tx1"/>
            </a:solidFill>
            <a:effectLst/>
            <a:latin typeface="Comic Sans MS" panose="030F0702030302020204" pitchFamily="66"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altLang="zh-CN" sz="1800" b="0" i="0" u="none" strike="noStrike" cap="none" normalizeH="0" baseline="0" smtClean="0">
            <a:ln>
              <a:noFill/>
            </a:ln>
            <a:solidFill>
              <a:schemeClr val="tx1"/>
            </a:solidFill>
            <a:effectLst/>
            <a:latin typeface="Comic Sans MS" panose="030F0702030302020204" pitchFamily="66"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53159</Words>
  <Application>WPS 演示</Application>
  <PresentationFormat>全屏显示(4:3)</PresentationFormat>
  <Paragraphs>4475</Paragraphs>
  <Slides>151</Slides>
  <Notes>20</Notes>
  <HiddenSlides>2</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74</vt:i4>
      </vt:variant>
      <vt:variant>
        <vt:lpstr>幻灯片标题</vt:lpstr>
      </vt:variant>
      <vt:variant>
        <vt:i4>151</vt:i4>
      </vt:variant>
    </vt:vector>
  </HeadingPairs>
  <TitlesOfParts>
    <vt:vector size="238" baseType="lpstr">
      <vt:lpstr>Arial</vt:lpstr>
      <vt:lpstr>宋体</vt:lpstr>
      <vt:lpstr>Wingdings</vt:lpstr>
      <vt:lpstr>Comic Sans MS</vt:lpstr>
      <vt:lpstr>Times New Roman</vt:lpstr>
      <vt:lpstr>ZapfDingbats</vt:lpstr>
      <vt:lpstr>微软雅黑</vt:lpstr>
      <vt:lpstr>Arial Unicode MS</vt:lpstr>
      <vt:lpstr>等线</vt:lpstr>
      <vt:lpstr>Times</vt:lpstr>
      <vt:lpstr>MS Mincho</vt:lpstr>
      <vt:lpstr>Yu Gothic</vt:lpstr>
      <vt:lpstr>Default Design</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PowerPoint 演示文稿</vt:lpstr>
      <vt:lpstr>Chapter 4: Network Layer</vt:lpstr>
      <vt:lpstr>Chapter 4: Network Layer</vt:lpstr>
      <vt:lpstr>Network layer</vt:lpstr>
      <vt:lpstr>Two Key Network-Layer Functions</vt:lpstr>
      <vt:lpstr>PowerPoint 演示文稿</vt:lpstr>
      <vt:lpstr>Connection setup</vt:lpstr>
      <vt:lpstr>Network service model</vt:lpstr>
      <vt:lpstr>Network layer service models:</vt:lpstr>
      <vt:lpstr>Chapter 4: Network Layer</vt:lpstr>
      <vt:lpstr>Network layer connection and connection-less service</vt:lpstr>
      <vt:lpstr>Datagram networks</vt:lpstr>
      <vt:lpstr>Forwarding table</vt:lpstr>
      <vt:lpstr>Longest prefix matching（题）</vt:lpstr>
      <vt:lpstr>Datagram or VC network: why?</vt:lpstr>
      <vt:lpstr>Chapter 4: Network Layer</vt:lpstr>
      <vt:lpstr>Router Architecture Overview</vt:lpstr>
      <vt:lpstr>Input Port Functions</vt:lpstr>
      <vt:lpstr>Three types of switching fabrics</vt:lpstr>
      <vt:lpstr>Switching Via Memory</vt:lpstr>
      <vt:lpstr>Switching Via a Bus</vt:lpstr>
      <vt:lpstr>Switching Via An Interconnection Network</vt:lpstr>
      <vt:lpstr>Output Ports</vt:lpstr>
      <vt:lpstr>Output port queueing</vt:lpstr>
      <vt:lpstr>How much buffering?</vt:lpstr>
      <vt:lpstr>Input Port Queuing</vt:lpstr>
      <vt:lpstr>Chapter 4: Network Layer</vt:lpstr>
      <vt:lpstr>The Internet Network layer</vt:lpstr>
      <vt:lpstr>Chapter 4: Network Layer</vt:lpstr>
      <vt:lpstr>IP datagram format</vt:lpstr>
      <vt:lpstr>IP Fragmentation &amp; Reassembly</vt:lpstr>
      <vt:lpstr>IP Fragmentation &amp; Reassembly</vt:lpstr>
      <vt:lpstr>IP Fragmentation &amp; Reassembly</vt:lpstr>
      <vt:lpstr>第一个分片</vt:lpstr>
      <vt:lpstr>IP Fragmentation &amp; Reassembly</vt:lpstr>
      <vt:lpstr>IP Fragmentation &amp; Reassembly（题）</vt:lpstr>
      <vt:lpstr>IP Fragmentation and Reassembly</vt:lpstr>
      <vt:lpstr>Chapter 4: Network Layer</vt:lpstr>
      <vt:lpstr>IP Addressing: introduction</vt:lpstr>
      <vt:lpstr>Subnets</vt:lpstr>
      <vt:lpstr>Subnets</vt:lpstr>
      <vt:lpstr>Subnets</vt:lpstr>
      <vt:lpstr>IP addressing: CIDR</vt:lpstr>
      <vt:lpstr>IP addresses: how to get one?</vt:lpstr>
      <vt:lpstr>DHCP: Dynamic Host Configuration Protocol</vt:lpstr>
      <vt:lpstr>DHCP client-server scenario</vt:lpstr>
      <vt:lpstr>DHCP client-server scenario</vt:lpstr>
      <vt:lpstr>DHCP: more than IP address</vt:lpstr>
      <vt:lpstr>DHCP: example</vt:lpstr>
      <vt:lpstr>DHCP: example</vt:lpstr>
      <vt:lpstr>DHCP: wireshark output (home LAN)</vt:lpstr>
      <vt:lpstr>IP addresses: how to get one?</vt:lpstr>
      <vt:lpstr>Hierarchical addressing: route aggregation</vt:lpstr>
      <vt:lpstr>Hierarchical addressing: more specific routes</vt:lpstr>
      <vt:lpstr>IP addressing: the last word...</vt:lpstr>
      <vt:lpstr>NAT: Network Address Translation（题）</vt:lpstr>
      <vt:lpstr>NAT: Network Address Translation</vt:lpstr>
      <vt:lpstr>NAT: Network Address Translation</vt:lpstr>
      <vt:lpstr>NAT: Network Address Translation</vt:lpstr>
      <vt:lpstr>NAT: Network Address Translation</vt:lpstr>
      <vt:lpstr>NAT traversal problem（略）</vt:lpstr>
      <vt:lpstr>NAT traversal problem（略）</vt:lpstr>
      <vt:lpstr>NAT traversal problem</vt:lpstr>
      <vt:lpstr>Chapter 4: Network Layer</vt:lpstr>
      <vt:lpstr>ICMP: Internet Control Message Protocol（略）</vt:lpstr>
      <vt:lpstr>Traceroute and ICMP</vt:lpstr>
      <vt:lpstr>Chapter 4: Network Layer</vt:lpstr>
      <vt:lpstr>IPv6（略）</vt:lpstr>
      <vt:lpstr>IPv6 Header (Cont)</vt:lpstr>
      <vt:lpstr>Other Changes from IPv4</vt:lpstr>
      <vt:lpstr>Transition From IPv4 To IPv6</vt:lpstr>
      <vt:lpstr>Tunneling</vt:lpstr>
      <vt:lpstr>Tunneling</vt:lpstr>
      <vt:lpstr>Chapter 4: Network Layer</vt:lpstr>
      <vt:lpstr>Interplay between routing, forwarding</vt:lpstr>
      <vt:lpstr>Graph abstraction</vt:lpstr>
      <vt:lpstr>Graph abstraction: costs</vt:lpstr>
      <vt:lpstr>Routing Algorithm classification</vt:lpstr>
      <vt:lpstr>Chapter 4: Network Layer</vt:lpstr>
      <vt:lpstr>A Link-State Routing Algorithm</vt:lpstr>
      <vt:lpstr>Dijsktra’s Algorithm（题）</vt:lpstr>
      <vt:lpstr>Dijkstra’s algorithm: example</vt:lpstr>
      <vt:lpstr>Dijkstra’s algorithm: example (2) </vt:lpstr>
      <vt:lpstr>Dijkstra’s algorithm, discussion</vt:lpstr>
      <vt:lpstr>Chapter 4: Network Layer</vt:lpstr>
      <vt:lpstr>Distance Vector Algorithm（题） </vt:lpstr>
      <vt:lpstr>Bellman-Ford example </vt:lpstr>
      <vt:lpstr>Distance Vector Algorithm </vt:lpstr>
      <vt:lpstr>Distance vector algorithm (4)</vt:lpstr>
      <vt:lpstr>Distance Vector Algorithm (5)</vt:lpstr>
      <vt:lpstr>PowerPoint 演示文稿</vt:lpstr>
      <vt:lpstr>PowerPoint 演示文稿</vt:lpstr>
      <vt:lpstr>Distance Vector: link cost changes</vt:lpstr>
      <vt:lpstr>Distance Vector: link cost changes</vt:lpstr>
      <vt:lpstr>Comparison of LS and DV algorithms</vt:lpstr>
      <vt:lpstr>Chapter 4: Network Layer</vt:lpstr>
      <vt:lpstr>Hierarchical Routing</vt:lpstr>
      <vt:lpstr>Hierarchical Routing</vt:lpstr>
      <vt:lpstr>Interconnected ASes</vt:lpstr>
      <vt:lpstr>Inter-AS tasks</vt:lpstr>
      <vt:lpstr>Example: Setting forwarding table in router 1d</vt:lpstr>
      <vt:lpstr>Example: Choosing among multiple ASes</vt:lpstr>
      <vt:lpstr>Example: Choosing among multiple ASes</vt:lpstr>
      <vt:lpstr>Chapter 4: Network Layer</vt:lpstr>
      <vt:lpstr>Intra-AS Routing</vt:lpstr>
      <vt:lpstr>Chapter 4: Network Layer</vt:lpstr>
      <vt:lpstr>RIP ( Routing Information Protocol)</vt:lpstr>
      <vt:lpstr>RIP advertisements</vt:lpstr>
      <vt:lpstr>RIP: Example(略) </vt:lpstr>
      <vt:lpstr>RIP: Example </vt:lpstr>
      <vt:lpstr>RIP: Link Failure and Recovery（略） </vt:lpstr>
      <vt:lpstr>RIP Table processing</vt:lpstr>
      <vt:lpstr>Chapter 4: Network Layer</vt:lpstr>
      <vt:lpstr>OSPF (Open Shortest Path First)</vt:lpstr>
      <vt:lpstr>OSPF “advanced” features (not in RIP)</vt:lpstr>
      <vt:lpstr>Hierarchical OSPF</vt:lpstr>
      <vt:lpstr>Hierarchical OSPF</vt:lpstr>
      <vt:lpstr>PowerPoint 演示文稿</vt:lpstr>
      <vt:lpstr>Chapter 4: Network Layer</vt:lpstr>
      <vt:lpstr>Internet inter-AS routing: BGP</vt:lpstr>
      <vt:lpstr>BGP basics</vt:lpstr>
      <vt:lpstr>Distributing reachability info</vt:lpstr>
      <vt:lpstr>Path attributes &amp; BGP routes</vt:lpstr>
      <vt:lpstr>BGP route selection（以后略 ）</vt:lpstr>
      <vt:lpstr>BGP messages</vt:lpstr>
      <vt:lpstr>BGP routing policy</vt:lpstr>
      <vt:lpstr>BGP routing policy (2)</vt:lpstr>
      <vt:lpstr>Why different Intra- and Inter-AS routing ? </vt:lpstr>
      <vt:lpstr>Chapter 4: Network Layer</vt:lpstr>
      <vt:lpstr>Broadcast Routing</vt:lpstr>
      <vt:lpstr>In-network duplication</vt:lpstr>
      <vt:lpstr>Spanning Tree</vt:lpstr>
      <vt:lpstr>Spanning Tree: Creation</vt:lpstr>
      <vt:lpstr>Multicast Routing: Problem Statement</vt:lpstr>
      <vt:lpstr>Approaches for building mcast trees</vt:lpstr>
      <vt:lpstr>Shortest Path Tree</vt:lpstr>
      <vt:lpstr>Reverse Path Forwarding</vt:lpstr>
      <vt:lpstr>Reverse Path Forwarding: example</vt:lpstr>
      <vt:lpstr>Reverse Path Forwarding: pruning</vt:lpstr>
      <vt:lpstr>Shared-Tree: Steiner Tree</vt:lpstr>
      <vt:lpstr>Center-based trees</vt:lpstr>
      <vt:lpstr>Center-based trees: an example</vt:lpstr>
      <vt:lpstr>Internet Multicasting Routing: DVMRP</vt:lpstr>
      <vt:lpstr>DVMRP: continued…</vt:lpstr>
      <vt:lpstr>Tunneling</vt:lpstr>
      <vt:lpstr>PIM: Protocol Independent Multicast</vt:lpstr>
      <vt:lpstr>Consequences of Sparse-Dense Dichotomy: </vt:lpstr>
      <vt:lpstr>PIM- Dense Mode</vt:lpstr>
      <vt:lpstr>PIM - Sparse Mode</vt:lpstr>
      <vt:lpstr>PIM - Sparse Mode</vt:lpstr>
      <vt:lpstr>Chapter 4: summary</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3rd Edition: Chapter 4</dc:title>
  <dc:creator>Jim Kurose and Keith Ross</dc:creator>
  <cp:lastModifiedBy>姜竹青</cp:lastModifiedBy>
  <cp:revision>370</cp:revision>
  <dcterms:created xsi:type="dcterms:W3CDTF">1999-10-08T19:08:00Z</dcterms:created>
  <dcterms:modified xsi:type="dcterms:W3CDTF">2025-04-12T12:36:08Z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B95C9308E7AE4EFF900157D28B65371E_13</vt:lpwstr>
  </property>
  <property fmtid="{D5CDD505-2E9C-101B-9397-08002B2CF9AE}" pid="3" name="KSOProductBuildVer">
    <vt:lpwstr>2052-12.1.0.20305</vt:lpwstr>
  </property>
</Properties>
</file>